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5" r:id="rId5"/>
    <p:sldMasterId id="2147483697" r:id="rId6"/>
    <p:sldMasterId id="2147483709" r:id="rId7"/>
    <p:sldMasterId id="2147483721" r:id="rId8"/>
    <p:sldMasterId id="2147483733" r:id="rId9"/>
    <p:sldMasterId id="2147483745" r:id="rId10"/>
    <p:sldMasterId id="2147483757" r:id="rId11"/>
    <p:sldMasterId id="2147483769" r:id="rId12"/>
    <p:sldMasterId id="2147483781" r:id="rId13"/>
    <p:sldMasterId id="2147483793" r:id="rId14"/>
    <p:sldMasterId id="2147483805" r:id="rId15"/>
    <p:sldMasterId id="2147483817" r:id="rId16"/>
    <p:sldMasterId id="2147483829" r:id="rId17"/>
    <p:sldMasterId id="2147483841" r:id="rId18"/>
    <p:sldMasterId id="2147483854" r:id="rId19"/>
    <p:sldMasterId id="2147483866" r:id="rId20"/>
    <p:sldMasterId id="2147483879" r:id="rId21"/>
    <p:sldMasterId id="2147483892" r:id="rId22"/>
  </p:sldMasterIdLst>
  <p:notesMasterIdLst>
    <p:notesMasterId r:id="rId30"/>
  </p:notesMasterIdLst>
  <p:handoutMasterIdLst>
    <p:handoutMasterId r:id="rId101"/>
  </p:handoutMasterIdLst>
  <p:sldIdLst>
    <p:sldId id="598" r:id="rId23"/>
    <p:sldId id="636" r:id="rId24"/>
    <p:sldId id="832" r:id="rId25"/>
    <p:sldId id="1004" r:id="rId26"/>
    <p:sldId id="831" r:id="rId27"/>
    <p:sldId id="1440" r:id="rId28"/>
    <p:sldId id="583" r:id="rId29"/>
    <p:sldId id="833" r:id="rId31"/>
    <p:sldId id="1005" r:id="rId32"/>
    <p:sldId id="535" r:id="rId33"/>
    <p:sldId id="582" r:id="rId34"/>
    <p:sldId id="634" r:id="rId35"/>
    <p:sldId id="637" r:id="rId36"/>
    <p:sldId id="685" r:id="rId37"/>
    <p:sldId id="688" r:id="rId38"/>
    <p:sldId id="605" r:id="rId39"/>
    <p:sldId id="687" r:id="rId40"/>
    <p:sldId id="606" r:id="rId41"/>
    <p:sldId id="1218" r:id="rId42"/>
    <p:sldId id="690" r:id="rId43"/>
    <p:sldId id="836" r:id="rId44"/>
    <p:sldId id="607" r:id="rId45"/>
    <p:sldId id="585" r:id="rId46"/>
    <p:sldId id="586" r:id="rId47"/>
    <p:sldId id="587" r:id="rId48"/>
    <p:sldId id="1132" r:id="rId49"/>
    <p:sldId id="588" r:id="rId50"/>
    <p:sldId id="722" r:id="rId51"/>
    <p:sldId id="723" r:id="rId52"/>
    <p:sldId id="838" r:id="rId53"/>
    <p:sldId id="1085" r:id="rId54"/>
    <p:sldId id="816" r:id="rId55"/>
    <p:sldId id="819" r:id="rId56"/>
    <p:sldId id="820" r:id="rId57"/>
    <p:sldId id="1128" r:id="rId58"/>
    <p:sldId id="1129" r:id="rId59"/>
    <p:sldId id="1130" r:id="rId60"/>
    <p:sldId id="1086" r:id="rId61"/>
    <p:sldId id="1091" r:id="rId62"/>
    <p:sldId id="1088" r:id="rId63"/>
    <p:sldId id="1087" r:id="rId64"/>
    <p:sldId id="1089" r:id="rId65"/>
    <p:sldId id="1090" r:id="rId66"/>
    <p:sldId id="638" r:id="rId67"/>
    <p:sldId id="840" r:id="rId68"/>
    <p:sldId id="841" r:id="rId69"/>
    <p:sldId id="844" r:id="rId70"/>
    <p:sldId id="843" r:id="rId71"/>
    <p:sldId id="842" r:id="rId72"/>
    <p:sldId id="845" r:id="rId73"/>
    <p:sldId id="849" r:id="rId74"/>
    <p:sldId id="848" r:id="rId75"/>
    <p:sldId id="847" r:id="rId76"/>
    <p:sldId id="639" r:id="rId77"/>
    <p:sldId id="1511" r:id="rId78"/>
    <p:sldId id="850" r:id="rId79"/>
    <p:sldId id="594" r:id="rId80"/>
    <p:sldId id="608" r:id="rId81"/>
    <p:sldId id="595" r:id="rId82"/>
    <p:sldId id="609" r:id="rId83"/>
    <p:sldId id="1512" r:id="rId84"/>
    <p:sldId id="826" r:id="rId85"/>
    <p:sldId id="1196" r:id="rId86"/>
    <p:sldId id="1197" r:id="rId87"/>
    <p:sldId id="1198" r:id="rId88"/>
    <p:sldId id="1200" r:id="rId89"/>
    <p:sldId id="1199" r:id="rId90"/>
    <p:sldId id="983" r:id="rId91"/>
    <p:sldId id="827" r:id="rId92"/>
    <p:sldId id="1210" r:id="rId93"/>
    <p:sldId id="728" r:id="rId94"/>
    <p:sldId id="729" r:id="rId95"/>
    <p:sldId id="727" r:id="rId96"/>
    <p:sldId id="730" r:id="rId97"/>
    <p:sldId id="731" r:id="rId98"/>
    <p:sldId id="1438" r:id="rId99"/>
    <p:sldId id="737" r:id="rId100"/>
  </p:sldIdLst>
  <p:sldSz cx="9144000" cy="6858000" type="screen4x3"/>
  <p:notesSz cx="6858000" cy="9144000"/>
  <p:defaultTextStyle>
    <a:defPPr>
      <a:defRPr lang="zh-CN"/>
    </a:defPPr>
    <a:lvl1pPr marL="0" lvl="0"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Arial" panose="020B0604020202020204" pitchFamily="34" charset="0"/>
        <a:ea typeface="宋体"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Arial" panose="020B0604020202020204" pitchFamily="34" charset="0"/>
        <a:ea typeface="宋体"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Arial" panose="020B0604020202020204" pitchFamily="34" charset="0"/>
        <a:ea typeface="宋体"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Arial" panose="020B0604020202020204" pitchFamily="34" charset="0"/>
        <a:ea typeface="宋体"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Arial" panose="020B0604020202020204" pitchFamily="34" charset="0"/>
        <a:ea typeface="宋体" pitchFamily="2" charset="-122"/>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Arial" panose="020B0604020202020204" pitchFamily="34" charset="0"/>
        <a:ea typeface="宋体" pitchFamily="2" charset="-122"/>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Arial" panose="020B0604020202020204" pitchFamily="34" charset="0"/>
        <a:ea typeface="宋体" pitchFamily="2" charset="-122"/>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Arial" panose="020B0604020202020204" pitchFamily="34" charset="0"/>
        <a:ea typeface="宋体" pitchFamily="2" charset="-122"/>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Arial" panose="020B0604020202020204" pitchFamily="34" charset="0"/>
        <a:ea typeface="宋体"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38FA"/>
    <a:srgbClr val="000066"/>
    <a:srgbClr val="990000"/>
    <a:srgbClr val="663300"/>
    <a:srgbClr val="CC6600"/>
    <a:srgbClr val="660066"/>
    <a:srgbClr val="800000"/>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69" d="100"/>
          <a:sy n="69" d="100"/>
        </p:scale>
        <p:origin x="-138" y="-102"/>
      </p:cViewPr>
      <p:guideLst>
        <p:guide orient="horz" pos="2208"/>
        <p:guide pos="2883"/>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76.xml"/><Relationship Id="rId98" Type="http://schemas.openxmlformats.org/officeDocument/2006/relationships/slide" Target="slides/slide75.xml"/><Relationship Id="rId97" Type="http://schemas.openxmlformats.org/officeDocument/2006/relationships/slide" Target="slides/slide74.xml"/><Relationship Id="rId96" Type="http://schemas.openxmlformats.org/officeDocument/2006/relationships/slide" Target="slides/slide73.xml"/><Relationship Id="rId95" Type="http://schemas.openxmlformats.org/officeDocument/2006/relationships/slide" Target="slides/slide72.xml"/><Relationship Id="rId94" Type="http://schemas.openxmlformats.org/officeDocument/2006/relationships/slide" Target="slides/slide71.xml"/><Relationship Id="rId93" Type="http://schemas.openxmlformats.org/officeDocument/2006/relationships/slide" Target="slides/slide70.xml"/><Relationship Id="rId92" Type="http://schemas.openxmlformats.org/officeDocument/2006/relationships/slide" Target="slides/slide69.xml"/><Relationship Id="rId91" Type="http://schemas.openxmlformats.org/officeDocument/2006/relationships/slide" Target="slides/slide68.xml"/><Relationship Id="rId90" Type="http://schemas.openxmlformats.org/officeDocument/2006/relationships/slide" Target="slides/slide67.xml"/><Relationship Id="rId9" Type="http://schemas.openxmlformats.org/officeDocument/2006/relationships/slideMaster" Target="slideMasters/slideMaster8.xml"/><Relationship Id="rId89" Type="http://schemas.openxmlformats.org/officeDocument/2006/relationships/slide" Target="slides/slide66.xml"/><Relationship Id="rId88" Type="http://schemas.openxmlformats.org/officeDocument/2006/relationships/slide" Target="slides/slide65.xml"/><Relationship Id="rId87" Type="http://schemas.openxmlformats.org/officeDocument/2006/relationships/slide" Target="slides/slide64.xml"/><Relationship Id="rId86" Type="http://schemas.openxmlformats.org/officeDocument/2006/relationships/slide" Target="slides/slide63.xml"/><Relationship Id="rId85" Type="http://schemas.openxmlformats.org/officeDocument/2006/relationships/slide" Target="slides/slide62.xml"/><Relationship Id="rId84" Type="http://schemas.openxmlformats.org/officeDocument/2006/relationships/slide" Target="slides/slide61.xml"/><Relationship Id="rId83" Type="http://schemas.openxmlformats.org/officeDocument/2006/relationships/slide" Target="slides/slide60.xml"/><Relationship Id="rId82" Type="http://schemas.openxmlformats.org/officeDocument/2006/relationships/slide" Target="slides/slide59.xml"/><Relationship Id="rId81" Type="http://schemas.openxmlformats.org/officeDocument/2006/relationships/slide" Target="slides/slide58.xml"/><Relationship Id="rId80" Type="http://schemas.openxmlformats.org/officeDocument/2006/relationships/slide" Target="slides/slide57.xml"/><Relationship Id="rId8" Type="http://schemas.openxmlformats.org/officeDocument/2006/relationships/slideMaster" Target="slideMasters/slideMaster7.xml"/><Relationship Id="rId79" Type="http://schemas.openxmlformats.org/officeDocument/2006/relationships/slide" Target="slides/slide56.xml"/><Relationship Id="rId78" Type="http://schemas.openxmlformats.org/officeDocument/2006/relationships/slide" Target="slides/slide55.xml"/><Relationship Id="rId77" Type="http://schemas.openxmlformats.org/officeDocument/2006/relationships/slide" Target="slides/slide54.xml"/><Relationship Id="rId76" Type="http://schemas.openxmlformats.org/officeDocument/2006/relationships/slide" Target="slides/slide53.xml"/><Relationship Id="rId75" Type="http://schemas.openxmlformats.org/officeDocument/2006/relationships/slide" Target="slides/slide52.xml"/><Relationship Id="rId74" Type="http://schemas.openxmlformats.org/officeDocument/2006/relationships/slide" Target="slides/slide51.xml"/><Relationship Id="rId73" Type="http://schemas.openxmlformats.org/officeDocument/2006/relationships/slide" Target="slides/slide50.xml"/><Relationship Id="rId72" Type="http://schemas.openxmlformats.org/officeDocument/2006/relationships/slide" Target="slides/slide49.xml"/><Relationship Id="rId71" Type="http://schemas.openxmlformats.org/officeDocument/2006/relationships/slide" Target="slides/slide48.xml"/><Relationship Id="rId70" Type="http://schemas.openxmlformats.org/officeDocument/2006/relationships/slide" Target="slides/slide47.xml"/><Relationship Id="rId7" Type="http://schemas.openxmlformats.org/officeDocument/2006/relationships/slideMaster" Target="slideMasters/slideMaster6.xml"/><Relationship Id="rId69" Type="http://schemas.openxmlformats.org/officeDocument/2006/relationships/slide" Target="slides/slide46.xml"/><Relationship Id="rId68" Type="http://schemas.openxmlformats.org/officeDocument/2006/relationships/slide" Target="slides/slide45.xml"/><Relationship Id="rId67" Type="http://schemas.openxmlformats.org/officeDocument/2006/relationships/slide" Target="slides/slide44.xml"/><Relationship Id="rId66" Type="http://schemas.openxmlformats.org/officeDocument/2006/relationships/slide" Target="slides/slide43.xml"/><Relationship Id="rId65" Type="http://schemas.openxmlformats.org/officeDocument/2006/relationships/slide" Target="slides/slide42.xml"/><Relationship Id="rId64" Type="http://schemas.openxmlformats.org/officeDocument/2006/relationships/slide" Target="slides/slide41.xml"/><Relationship Id="rId63" Type="http://schemas.openxmlformats.org/officeDocument/2006/relationships/slide" Target="slides/slide40.xml"/><Relationship Id="rId62" Type="http://schemas.openxmlformats.org/officeDocument/2006/relationships/slide" Target="slides/slide39.xml"/><Relationship Id="rId61" Type="http://schemas.openxmlformats.org/officeDocument/2006/relationships/slide" Target="slides/slide38.xml"/><Relationship Id="rId60" Type="http://schemas.openxmlformats.org/officeDocument/2006/relationships/slide" Target="slides/slide37.xml"/><Relationship Id="rId6" Type="http://schemas.openxmlformats.org/officeDocument/2006/relationships/slideMaster" Target="slideMasters/slideMaster5.xml"/><Relationship Id="rId59" Type="http://schemas.openxmlformats.org/officeDocument/2006/relationships/slide" Target="slides/slide36.xml"/><Relationship Id="rId58" Type="http://schemas.openxmlformats.org/officeDocument/2006/relationships/slide" Target="slides/slide35.xml"/><Relationship Id="rId57" Type="http://schemas.openxmlformats.org/officeDocument/2006/relationships/slide" Target="slides/slide34.xml"/><Relationship Id="rId56" Type="http://schemas.openxmlformats.org/officeDocument/2006/relationships/slide" Target="slides/slide33.xml"/><Relationship Id="rId55" Type="http://schemas.openxmlformats.org/officeDocument/2006/relationships/slide" Target="slides/slide32.xml"/><Relationship Id="rId54" Type="http://schemas.openxmlformats.org/officeDocument/2006/relationships/slide" Target="slides/slide31.xml"/><Relationship Id="rId53" Type="http://schemas.openxmlformats.org/officeDocument/2006/relationships/slide" Target="slides/slide30.xml"/><Relationship Id="rId52" Type="http://schemas.openxmlformats.org/officeDocument/2006/relationships/slide" Target="slides/slide29.xml"/><Relationship Id="rId51" Type="http://schemas.openxmlformats.org/officeDocument/2006/relationships/slide" Target="slides/slide28.xml"/><Relationship Id="rId50" Type="http://schemas.openxmlformats.org/officeDocument/2006/relationships/slide" Target="slides/slide27.xml"/><Relationship Id="rId5" Type="http://schemas.openxmlformats.org/officeDocument/2006/relationships/slideMaster" Target="slideMasters/slideMaster4.xml"/><Relationship Id="rId49" Type="http://schemas.openxmlformats.org/officeDocument/2006/relationships/slide" Target="slides/slide26.xml"/><Relationship Id="rId48" Type="http://schemas.openxmlformats.org/officeDocument/2006/relationships/slide" Target="slides/slide25.xml"/><Relationship Id="rId47" Type="http://schemas.openxmlformats.org/officeDocument/2006/relationships/slide" Target="slides/slide24.xml"/><Relationship Id="rId46" Type="http://schemas.openxmlformats.org/officeDocument/2006/relationships/slide" Target="slides/slide23.xml"/><Relationship Id="rId45" Type="http://schemas.openxmlformats.org/officeDocument/2006/relationships/slide" Target="slides/slide22.xml"/><Relationship Id="rId44" Type="http://schemas.openxmlformats.org/officeDocument/2006/relationships/slide" Target="slides/slide21.xml"/><Relationship Id="rId43" Type="http://schemas.openxmlformats.org/officeDocument/2006/relationships/slide" Target="slides/slide20.xml"/><Relationship Id="rId42" Type="http://schemas.openxmlformats.org/officeDocument/2006/relationships/slide" Target="slides/slide19.xml"/><Relationship Id="rId41" Type="http://schemas.openxmlformats.org/officeDocument/2006/relationships/slide" Target="slides/slide18.xml"/><Relationship Id="rId40" Type="http://schemas.openxmlformats.org/officeDocument/2006/relationships/slide" Target="slides/slide17.xml"/><Relationship Id="rId4" Type="http://schemas.openxmlformats.org/officeDocument/2006/relationships/slideMaster" Target="slideMasters/slideMaster3.xml"/><Relationship Id="rId39" Type="http://schemas.openxmlformats.org/officeDocument/2006/relationships/slide" Target="slides/slide16.xml"/><Relationship Id="rId38" Type="http://schemas.openxmlformats.org/officeDocument/2006/relationships/slide" Target="slides/slide15.xml"/><Relationship Id="rId37" Type="http://schemas.openxmlformats.org/officeDocument/2006/relationships/slide" Target="slides/slide14.xml"/><Relationship Id="rId36" Type="http://schemas.openxmlformats.org/officeDocument/2006/relationships/slide" Target="slides/slide13.xml"/><Relationship Id="rId35" Type="http://schemas.openxmlformats.org/officeDocument/2006/relationships/slide" Target="slides/slide12.xml"/><Relationship Id="rId34" Type="http://schemas.openxmlformats.org/officeDocument/2006/relationships/slide" Target="slides/slide11.xml"/><Relationship Id="rId33" Type="http://schemas.openxmlformats.org/officeDocument/2006/relationships/slide" Target="slides/slide10.xml"/><Relationship Id="rId32" Type="http://schemas.openxmlformats.org/officeDocument/2006/relationships/slide" Target="slides/slide9.xml"/><Relationship Id="rId31" Type="http://schemas.openxmlformats.org/officeDocument/2006/relationships/slide" Target="slides/slide8.xml"/><Relationship Id="rId30" Type="http://schemas.openxmlformats.org/officeDocument/2006/relationships/notesMaster" Target="notesMasters/notesMaster1.xml"/><Relationship Id="rId3" Type="http://schemas.openxmlformats.org/officeDocument/2006/relationships/slideMaster" Target="slideMasters/slideMaster2.xml"/><Relationship Id="rId29" Type="http://schemas.openxmlformats.org/officeDocument/2006/relationships/slide" Target="slides/slide7.xml"/><Relationship Id="rId28" Type="http://schemas.openxmlformats.org/officeDocument/2006/relationships/slide" Target="slides/slide6.xml"/><Relationship Id="rId27" Type="http://schemas.openxmlformats.org/officeDocument/2006/relationships/slide" Target="slides/slide5.xml"/><Relationship Id="rId26" Type="http://schemas.openxmlformats.org/officeDocument/2006/relationships/slide" Target="slides/slide4.xml"/><Relationship Id="rId25" Type="http://schemas.openxmlformats.org/officeDocument/2006/relationships/slide" Target="slides/slide3.xml"/><Relationship Id="rId24" Type="http://schemas.openxmlformats.org/officeDocument/2006/relationships/slide" Target="slides/slide2.xml"/><Relationship Id="rId23" Type="http://schemas.openxmlformats.org/officeDocument/2006/relationships/slide" Target="slides/slide1.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4" Type="http://schemas.openxmlformats.org/officeDocument/2006/relationships/tableStyles" Target="tableStyles.xml"/><Relationship Id="rId103" Type="http://schemas.openxmlformats.org/officeDocument/2006/relationships/viewProps" Target="viewProps.xml"/><Relationship Id="rId102" Type="http://schemas.openxmlformats.org/officeDocument/2006/relationships/presProps" Target="presProps.xml"/><Relationship Id="rId101" Type="http://schemas.openxmlformats.org/officeDocument/2006/relationships/handoutMaster" Target="handoutMasters/handoutMaster1.xml"/><Relationship Id="rId100" Type="http://schemas.openxmlformats.org/officeDocument/2006/relationships/slide" Target="slides/slide77.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170" name="页眉占位符 9217"/>
          <p:cNvSpPr>
            <a:spLocks noGrp="1"/>
          </p:cNvSpPr>
          <p:nvPr>
            <p:ph type="hdr" sz="quarter"/>
          </p:nvPr>
        </p:nvSpPr>
        <p:spPr>
          <a:xfrm>
            <a:off x="0" y="0"/>
            <a:ext cx="2970213" cy="457200"/>
          </a:xfrm>
          <a:prstGeom prst="rect">
            <a:avLst/>
          </a:prstGeom>
          <a:noFill/>
          <a:ln w="9525">
            <a:noFill/>
            <a:miter/>
          </a:ln>
        </p:spPr>
        <p:txBody>
          <a:bodyPr lIns="91613" tIns="45807" rIns="91613" bIns="45807"/>
          <a:p>
            <a:pPr lvl="0" defTabSz="916305" fontAlgn="base"/>
            <a:endParaRPr lang="zh-CN" altLang="en-US" sz="1200" b="0" strike="noStrike" noProof="1" dirty="0"/>
          </a:p>
        </p:txBody>
      </p:sp>
      <p:sp>
        <p:nvSpPr>
          <p:cNvPr id="7171" name="日期占位符 9218"/>
          <p:cNvSpPr>
            <a:spLocks noGrp="1"/>
          </p:cNvSpPr>
          <p:nvPr>
            <p:ph type="dt"/>
          </p:nvPr>
        </p:nvSpPr>
        <p:spPr>
          <a:xfrm>
            <a:off x="3883025" y="0"/>
            <a:ext cx="2971800" cy="457200"/>
          </a:xfrm>
          <a:prstGeom prst="rect">
            <a:avLst/>
          </a:prstGeom>
          <a:noFill/>
          <a:ln w="9525">
            <a:noFill/>
            <a:miter/>
          </a:ln>
        </p:spPr>
        <p:txBody>
          <a:bodyPr lIns="91613" tIns="45807" rIns="91613" bIns="45807"/>
          <a:p>
            <a:pPr lvl="0" algn="r" defTabSz="916305" fontAlgn="base"/>
            <a:endParaRPr lang="zh-CN" altLang="en-US" sz="1200" b="0" strike="noStrike" noProof="1" dirty="0"/>
          </a:p>
        </p:txBody>
      </p:sp>
      <p:sp>
        <p:nvSpPr>
          <p:cNvPr id="7172" name="幻灯片图像占位符 9219"/>
          <p:cNvSpPr>
            <a:spLocks noGrp="1" noRot="1"/>
          </p:cNvSpPr>
          <p:nvPr>
            <p:ph type="sldImg"/>
          </p:nvPr>
        </p:nvSpPr>
        <p:spPr>
          <a:xfrm>
            <a:off x="927100" y="685800"/>
            <a:ext cx="5002213" cy="3427413"/>
          </a:xfrm>
          <a:prstGeom prst="rect">
            <a:avLst/>
          </a:prstGeom>
          <a:noFill/>
          <a:ln w="9525">
            <a:noFill/>
            <a:miter/>
          </a:ln>
        </p:spPr>
        <p:txBody>
          <a:bodyPr/>
          <a:p>
            <a:endParaRPr lang="zh-CN" altLang="en-US"/>
          </a:p>
        </p:txBody>
      </p:sp>
      <p:sp>
        <p:nvSpPr>
          <p:cNvPr id="7173" name="文本占位符 9220"/>
          <p:cNvSpPr>
            <a:spLocks noGrp="1" noRot="1"/>
          </p:cNvSpPr>
          <p:nvPr>
            <p:ph type="body" sz="quarter"/>
          </p:nvPr>
        </p:nvSpPr>
        <p:spPr>
          <a:xfrm>
            <a:off x="685800" y="4343400"/>
            <a:ext cx="5486400" cy="4114800"/>
          </a:xfrm>
          <a:prstGeom prst="rect">
            <a:avLst/>
          </a:prstGeom>
          <a:noFill/>
          <a:ln w="9525">
            <a:noFill/>
            <a:miter/>
          </a:ln>
        </p:spPr>
        <p:txBody>
          <a:bodyPr lIns="91613" tIns="45807" rIns="91613" bIns="45807" anchor="ctr"/>
          <a:p>
            <a:pPr lvl="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7174" name="页脚占位符 9221"/>
          <p:cNvSpPr>
            <a:spLocks noGrp="1"/>
          </p:cNvSpPr>
          <p:nvPr>
            <p:ph type="ftr" sz="quarter"/>
          </p:nvPr>
        </p:nvSpPr>
        <p:spPr>
          <a:xfrm>
            <a:off x="0" y="8683625"/>
            <a:ext cx="2970213" cy="457200"/>
          </a:xfrm>
          <a:prstGeom prst="rect">
            <a:avLst/>
          </a:prstGeom>
          <a:noFill/>
          <a:ln w="9525">
            <a:noFill/>
            <a:miter/>
          </a:ln>
        </p:spPr>
        <p:txBody>
          <a:bodyPr lIns="91613" tIns="45807" rIns="91613" bIns="45807" anchor="b"/>
          <a:p>
            <a:pPr lvl="0" defTabSz="916305" fontAlgn="base"/>
            <a:endParaRPr lang="zh-CN" altLang="en-US" sz="1200" b="0" strike="noStrike" noProof="1" dirty="0"/>
          </a:p>
        </p:txBody>
      </p:sp>
      <p:sp>
        <p:nvSpPr>
          <p:cNvPr id="7175" name="灯片编号占位符 9222"/>
          <p:cNvSpPr>
            <a:spLocks noGrp="1"/>
          </p:cNvSpPr>
          <p:nvPr>
            <p:ph type="sldNum" sz="quarter"/>
          </p:nvPr>
        </p:nvSpPr>
        <p:spPr>
          <a:xfrm>
            <a:off x="3883025" y="8683625"/>
            <a:ext cx="2971800" cy="457200"/>
          </a:xfrm>
          <a:prstGeom prst="rect">
            <a:avLst/>
          </a:prstGeom>
          <a:noFill/>
          <a:ln w="9525">
            <a:noFill/>
            <a:miter/>
          </a:ln>
        </p:spPr>
        <p:txBody>
          <a:bodyPr lIns="91613" tIns="45807" rIns="91613" bIns="45807" anchor="b"/>
          <a:p>
            <a:pPr lvl="0" algn="r" defTabSz="916305" fontAlgn="base"/>
            <a:fld id="{9A0DB2DC-4C9A-4742-B13C-FB6460FD3503}" type="slidenum">
              <a:rPr lang="zh-CN" altLang="en-US" sz="1200" b="0" strike="noStrike" noProof="1" dirty="0">
                <a:latin typeface="DejaVu Sans" panose="020B0603030804020204" charset="0"/>
                <a:ea typeface="方正书宋_GBK" panose="02000000000000000000" charset="-122"/>
                <a:cs typeface="方正书宋_GBK" panose="02000000000000000000" charset="-122"/>
              </a:rPr>
            </a:fld>
            <a:endParaRPr lang="en-US" altLang="x-none" sz="1200" b="0" strike="noStrike" noProof="1" dirty="0"/>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Font typeface="Arial" panose="020B0604020202020204" pitchFamily="34" charset="0"/>
      <a:buNone/>
      <a:defRPr sz="1200" b="0" i="0" u="none" kern="1200" baseline="0">
        <a:solidFill>
          <a:schemeClr val="tx1"/>
        </a:solidFill>
        <a:latin typeface="DejaVu Sans" panose="020B0603030804020204" charset="0"/>
        <a:ea typeface="方正书宋_GBK" panose="02000000000000000000" charset="-122"/>
        <a:cs typeface="DejaVu Sans" panose="020B0603030804020204" charset="0"/>
      </a:defRPr>
    </a:lvl1pPr>
    <a:lvl2pPr marL="457200" lvl="1" indent="0" algn="l" defTabSz="914400" eaLnBrk="1" fontAlgn="base" latinLnBrk="0" hangingPunct="1">
      <a:lnSpc>
        <a:spcPct val="100000"/>
      </a:lnSpc>
      <a:spcBef>
        <a:spcPct val="30000"/>
      </a:spcBef>
      <a:spcAft>
        <a:spcPct val="0"/>
      </a:spcAft>
      <a:buFont typeface="Arial" panose="020B0604020202020204" pitchFamily="34" charset="0"/>
      <a:buNone/>
      <a:defRPr sz="1200" b="0" i="0" u="none" kern="1200" baseline="0">
        <a:solidFill>
          <a:schemeClr val="tx1"/>
        </a:solidFill>
        <a:latin typeface="DejaVu Sans" panose="020B0603030804020204" charset="0"/>
        <a:ea typeface="方正书宋_GBK" panose="02000000000000000000" charset="-122"/>
        <a:cs typeface="DejaVu Sans" panose="020B0603030804020204" charset="0"/>
      </a:defRPr>
    </a:lvl2pPr>
    <a:lvl3pPr marL="914400" lvl="2" indent="0" algn="l" defTabSz="914400" eaLnBrk="1" fontAlgn="base" latinLnBrk="0" hangingPunct="1">
      <a:lnSpc>
        <a:spcPct val="100000"/>
      </a:lnSpc>
      <a:spcBef>
        <a:spcPct val="30000"/>
      </a:spcBef>
      <a:spcAft>
        <a:spcPct val="0"/>
      </a:spcAft>
      <a:buFont typeface="Arial" panose="020B0604020202020204" pitchFamily="34" charset="0"/>
      <a:buNone/>
      <a:defRPr sz="1200" b="0" i="0" u="none" kern="1200" baseline="0">
        <a:solidFill>
          <a:schemeClr val="tx1"/>
        </a:solidFill>
        <a:latin typeface="DejaVu Sans" panose="020B0603030804020204" charset="0"/>
        <a:ea typeface="方正书宋_GBK" panose="02000000000000000000" charset="-122"/>
        <a:cs typeface="DejaVu Sans" panose="020B0603030804020204" charset="0"/>
      </a:defRPr>
    </a:lvl3pPr>
    <a:lvl4pPr marL="1371600" lvl="3" indent="0" algn="l" defTabSz="914400" eaLnBrk="1" fontAlgn="base" latinLnBrk="0" hangingPunct="1">
      <a:lnSpc>
        <a:spcPct val="100000"/>
      </a:lnSpc>
      <a:spcBef>
        <a:spcPct val="30000"/>
      </a:spcBef>
      <a:spcAft>
        <a:spcPct val="0"/>
      </a:spcAft>
      <a:buFont typeface="Arial" panose="020B0604020202020204" pitchFamily="34" charset="0"/>
      <a:buNone/>
      <a:defRPr sz="1200" b="0" i="0" u="none" kern="1200" baseline="0">
        <a:solidFill>
          <a:schemeClr val="tx1"/>
        </a:solidFill>
        <a:latin typeface="DejaVu Sans" panose="020B0603030804020204" charset="0"/>
        <a:ea typeface="方正书宋_GBK" panose="02000000000000000000" charset="-122"/>
        <a:cs typeface="DejaVu Sans" panose="020B0603030804020204" charset="0"/>
      </a:defRPr>
    </a:lvl4pPr>
    <a:lvl5pPr marL="1828800" lvl="4" indent="0" algn="l" defTabSz="914400" eaLnBrk="1" fontAlgn="base" latinLnBrk="0" hangingPunct="1">
      <a:lnSpc>
        <a:spcPct val="100000"/>
      </a:lnSpc>
      <a:spcBef>
        <a:spcPct val="30000"/>
      </a:spcBef>
      <a:spcAft>
        <a:spcPct val="0"/>
      </a:spcAft>
      <a:buFont typeface="Arial" panose="020B0604020202020204" pitchFamily="34" charset="0"/>
      <a:buNone/>
      <a:defRPr sz="1200" b="0" i="0" u="none" kern="1200" baseline="0">
        <a:solidFill>
          <a:schemeClr val="tx1"/>
        </a:solidFill>
        <a:latin typeface="DejaVu Sans" panose="020B0603030804020204" charset="0"/>
        <a:ea typeface="方正书宋_GBK" panose="02000000000000000000" charset="-122"/>
        <a:cs typeface="DejaVu Sans" panose="020B0603030804020204" charset="0"/>
      </a:defRPr>
    </a:lvl5pPr>
    <a:lvl6pPr marL="2286000" lvl="5" indent="0" algn="l" defTabSz="914400" eaLnBrk="1" fontAlgn="base" latinLnBrk="0" hangingPunct="1">
      <a:lnSpc>
        <a:spcPct val="100000"/>
      </a:lnSpc>
      <a:spcBef>
        <a:spcPct val="30000"/>
      </a:spcBef>
      <a:spcAft>
        <a:spcPct val="0"/>
      </a:spcAft>
      <a:buFont typeface="Arial" panose="020B0604020202020204" pitchFamily="34" charset="0"/>
      <a:buNone/>
      <a:defRPr sz="12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30000"/>
      </a:spcBef>
      <a:spcAft>
        <a:spcPct val="0"/>
      </a:spcAft>
      <a:buFont typeface="Arial" panose="020B0604020202020204" pitchFamily="34" charset="0"/>
      <a:buNone/>
      <a:defRPr sz="12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30000"/>
      </a:spcBef>
      <a:spcAft>
        <a:spcPct val="0"/>
      </a:spcAft>
      <a:buFont typeface="Arial" panose="020B0604020202020204" pitchFamily="34" charset="0"/>
      <a:buNone/>
      <a:defRPr sz="12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30000"/>
      </a:spcBef>
      <a:spcAft>
        <a:spcPct val="0"/>
      </a:spcAft>
      <a:buFont typeface="Arial" panose="020B0604020202020204" pitchFamily="34" charset="0"/>
      <a:buNone/>
      <a:defRPr sz="1200" b="0" i="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8674" name="幻灯片图像占位符 28673"/>
          <p:cNvSpPr>
            <a:spLocks noGrp="1" noRot="1" noTextEdit="1"/>
          </p:cNvSpPr>
          <p:nvPr>
            <p:ph type="sldImg"/>
          </p:nvPr>
        </p:nvSpPr>
        <p:spPr>
          <a:xfrm>
            <a:off x="1143000" y="685800"/>
            <a:ext cx="4570413" cy="3427413"/>
          </a:xfrm>
        </p:spPr>
        <p:txBody>
          <a:bodyPr/>
          <a:p>
            <a:endParaRPr lang="zh-CN" altLang="en-US"/>
          </a:p>
        </p:txBody>
      </p:sp>
      <p:sp>
        <p:nvSpPr>
          <p:cNvPr id="28675" name="文本占位符 28674"/>
          <p:cNvSpPr>
            <a:spLocks noGrp="1" noRot="1"/>
          </p:cNvSpPr>
          <p:nvPr>
            <p:ph type="body"/>
          </p:nvPr>
        </p:nvSpPr>
        <p:spPr/>
        <p:txBody>
          <a:bodyPr lIns="91613" tIns="45807" rIns="91613" bIns="45807" anchor="ctr"/>
          <a:p>
            <a:pPr marL="228600" lvl="0" indent="-228600">
              <a:buAutoNum type="arabicPeriod"/>
            </a:pPr>
            <a:r>
              <a:rPr lang="en-US" altLang="x-none" dirty="0"/>
              <a:t>P1 </a:t>
            </a:r>
            <a:r>
              <a:rPr lang="zh-CN" altLang="en-US" dirty="0"/>
              <a:t>手工计算过程</a:t>
            </a:r>
            <a:endParaRPr lang="zh-CN" altLang="en-US" dirty="0"/>
          </a:p>
          <a:p>
            <a:pPr marL="228600" lvl="0" indent="-228600">
              <a:buAutoNum type="arabicPeriod"/>
            </a:pPr>
            <a:r>
              <a:rPr lang="en-US" altLang="x-none" dirty="0"/>
              <a:t>P2 </a:t>
            </a:r>
            <a:r>
              <a:rPr lang="zh-CN" altLang="en-US" dirty="0"/>
              <a:t>存储程序式计算机</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2770" name="幻灯片图像占位符 32769"/>
          <p:cNvSpPr>
            <a:spLocks noGrp="1" noRot="1" noTextEdit="1"/>
          </p:cNvSpPr>
          <p:nvPr>
            <p:ph type="sldImg"/>
          </p:nvPr>
        </p:nvSpPr>
        <p:spPr>
          <a:xfrm>
            <a:off x="1143000" y="685800"/>
            <a:ext cx="4570413" cy="3427413"/>
          </a:xfrm>
        </p:spPr>
        <p:txBody>
          <a:bodyPr/>
          <a:p>
            <a:endParaRPr lang="zh-CN" altLang="en-US"/>
          </a:p>
        </p:txBody>
      </p:sp>
      <p:sp>
        <p:nvSpPr>
          <p:cNvPr id="32771" name="文本占位符 32770"/>
          <p:cNvSpPr>
            <a:spLocks noGrp="1" noRot="1"/>
          </p:cNvSpPr>
          <p:nvPr>
            <p:ph type="body"/>
          </p:nvPr>
        </p:nvSpPr>
        <p:spPr/>
        <p:txBody>
          <a:bodyPr lIns="91613" tIns="45807" rIns="91613" bIns="45807" anchor="ctr"/>
          <a:p>
            <a:pPr lvl="0"/>
            <a:r>
              <a:rPr lang="en-US" altLang="x-none" dirty="0"/>
              <a:t>P4</a:t>
            </a:r>
            <a:endParaRPr lang="en-US" altLang="x-none"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79874" name="幻灯片图像占位符 79873"/>
          <p:cNvSpPr>
            <a:spLocks noGrp="1" noRot="1" noTextEdit="1"/>
          </p:cNvSpPr>
          <p:nvPr>
            <p:ph type="sldImg"/>
          </p:nvPr>
        </p:nvSpPr>
        <p:spPr>
          <a:xfrm>
            <a:off x="1143000" y="685800"/>
            <a:ext cx="4570413" cy="3427413"/>
          </a:xfrm>
        </p:spPr>
        <p:txBody>
          <a:bodyPr/>
          <a:p>
            <a:endParaRPr lang="zh-CN" altLang="en-US"/>
          </a:p>
        </p:txBody>
      </p:sp>
      <p:sp>
        <p:nvSpPr>
          <p:cNvPr id="79875" name="文本占位符 79874"/>
          <p:cNvSpPr>
            <a:spLocks noGrp="1" noRot="1"/>
          </p:cNvSpPr>
          <p:nvPr>
            <p:ph type="body"/>
          </p:nvPr>
        </p:nvSpPr>
        <p:spPr/>
        <p:txBody>
          <a:bodyPr lIns="91613" tIns="45807" rIns="91613" bIns="45807" anchor="ctr"/>
          <a:p>
            <a:pPr lvl="0"/>
            <a:r>
              <a:rPr lang="en-US" altLang="x-none" dirty="0"/>
              <a:t>P24</a:t>
            </a:r>
            <a:endParaRPr lang="en-US" altLang="x-none" dirty="0"/>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79874" name="幻灯片图像占位符 79873"/>
          <p:cNvSpPr>
            <a:spLocks noGrp="1" noRot="1" noTextEdit="1"/>
          </p:cNvSpPr>
          <p:nvPr>
            <p:ph type="sldImg"/>
          </p:nvPr>
        </p:nvSpPr>
        <p:spPr>
          <a:xfrm>
            <a:off x="1143000" y="685800"/>
            <a:ext cx="4570413" cy="3427413"/>
          </a:xfrm>
        </p:spPr>
        <p:txBody>
          <a:bodyPr/>
          <a:p>
            <a:endParaRPr lang="zh-CN" altLang="en-US"/>
          </a:p>
        </p:txBody>
      </p:sp>
      <p:sp>
        <p:nvSpPr>
          <p:cNvPr id="79875" name="文本占位符 79874"/>
          <p:cNvSpPr>
            <a:spLocks noGrp="1" noRot="1"/>
          </p:cNvSpPr>
          <p:nvPr>
            <p:ph type="body"/>
          </p:nvPr>
        </p:nvSpPr>
        <p:spPr/>
        <p:txBody>
          <a:bodyPr lIns="91613" tIns="45807" rIns="91613" bIns="45807" anchor="ctr"/>
          <a:p>
            <a:pPr lvl="0"/>
            <a:r>
              <a:rPr lang="en-US" altLang="x-none" dirty="0"/>
              <a:t>P24</a:t>
            </a:r>
            <a:endParaRPr lang="en-US" altLang="x-none" dirty="0"/>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79874" name="幻灯片图像占位符 79873"/>
          <p:cNvSpPr>
            <a:spLocks noGrp="1" noRot="1" noTextEdit="1"/>
          </p:cNvSpPr>
          <p:nvPr>
            <p:ph type="sldImg"/>
          </p:nvPr>
        </p:nvSpPr>
        <p:spPr>
          <a:xfrm>
            <a:off x="1143000" y="685800"/>
            <a:ext cx="4570413" cy="3427413"/>
          </a:xfrm>
        </p:spPr>
        <p:txBody>
          <a:bodyPr/>
          <a:p>
            <a:endParaRPr lang="zh-CN" altLang="en-US"/>
          </a:p>
        </p:txBody>
      </p:sp>
      <p:sp>
        <p:nvSpPr>
          <p:cNvPr id="79875" name="文本占位符 79874"/>
          <p:cNvSpPr>
            <a:spLocks noGrp="1" noRot="1"/>
          </p:cNvSpPr>
          <p:nvPr>
            <p:ph type="body"/>
          </p:nvPr>
        </p:nvSpPr>
        <p:spPr/>
        <p:txBody>
          <a:bodyPr lIns="91613" tIns="45807" rIns="91613" bIns="45807" anchor="ctr"/>
          <a:p>
            <a:pPr lvl="0"/>
            <a:r>
              <a:rPr lang="en-US" altLang="x-none" dirty="0"/>
              <a:t>P24</a:t>
            </a:r>
            <a:endParaRPr lang="en-US" altLang="x-none" dirty="0"/>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79874" name="幻灯片图像占位符 79873"/>
          <p:cNvSpPr>
            <a:spLocks noGrp="1" noRot="1" noTextEdit="1"/>
          </p:cNvSpPr>
          <p:nvPr>
            <p:ph type="sldImg"/>
          </p:nvPr>
        </p:nvSpPr>
        <p:spPr>
          <a:xfrm>
            <a:off x="1143000" y="685800"/>
            <a:ext cx="4570413" cy="3427413"/>
          </a:xfrm>
        </p:spPr>
        <p:txBody>
          <a:bodyPr/>
          <a:p>
            <a:endParaRPr lang="zh-CN" altLang="en-US"/>
          </a:p>
        </p:txBody>
      </p:sp>
      <p:sp>
        <p:nvSpPr>
          <p:cNvPr id="79875" name="文本占位符 79874"/>
          <p:cNvSpPr>
            <a:spLocks noGrp="1" noRot="1"/>
          </p:cNvSpPr>
          <p:nvPr>
            <p:ph type="body"/>
          </p:nvPr>
        </p:nvSpPr>
        <p:spPr/>
        <p:txBody>
          <a:bodyPr lIns="91613" tIns="45807" rIns="91613" bIns="45807" anchor="ctr"/>
          <a:p>
            <a:pPr lvl="0"/>
            <a:r>
              <a:rPr lang="en-US" altLang="x-none" dirty="0"/>
              <a:t>P24</a:t>
            </a:r>
            <a:endParaRPr lang="en-US" altLang="x-none" dirty="0"/>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79874" name="幻灯片图像占位符 79873"/>
          <p:cNvSpPr>
            <a:spLocks noGrp="1" noRot="1" noTextEdit="1"/>
          </p:cNvSpPr>
          <p:nvPr>
            <p:ph type="sldImg"/>
          </p:nvPr>
        </p:nvSpPr>
        <p:spPr>
          <a:xfrm>
            <a:off x="1143000" y="685800"/>
            <a:ext cx="4570413" cy="3427413"/>
          </a:xfrm>
        </p:spPr>
        <p:txBody>
          <a:bodyPr/>
          <a:p>
            <a:endParaRPr lang="zh-CN" altLang="en-US"/>
          </a:p>
        </p:txBody>
      </p:sp>
      <p:sp>
        <p:nvSpPr>
          <p:cNvPr id="79875" name="文本占位符 79874"/>
          <p:cNvSpPr>
            <a:spLocks noGrp="1" noRot="1"/>
          </p:cNvSpPr>
          <p:nvPr>
            <p:ph type="body"/>
          </p:nvPr>
        </p:nvSpPr>
        <p:spPr/>
        <p:txBody>
          <a:bodyPr lIns="91613" tIns="45807" rIns="91613" bIns="45807" anchor="ctr"/>
          <a:p>
            <a:pPr lvl="0"/>
            <a:r>
              <a:rPr lang="en-US" altLang="x-none" dirty="0"/>
              <a:t>P24</a:t>
            </a:r>
            <a:endParaRPr lang="en-US" altLang="x-none" dirty="0"/>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79874" name="幻灯片图像占位符 79873"/>
          <p:cNvSpPr>
            <a:spLocks noGrp="1" noRot="1" noTextEdit="1"/>
          </p:cNvSpPr>
          <p:nvPr>
            <p:ph type="sldImg"/>
          </p:nvPr>
        </p:nvSpPr>
        <p:spPr>
          <a:xfrm>
            <a:off x="1143000" y="685800"/>
            <a:ext cx="4570413" cy="3427413"/>
          </a:xfrm>
        </p:spPr>
        <p:txBody>
          <a:bodyPr/>
          <a:p>
            <a:endParaRPr lang="zh-CN" altLang="en-US"/>
          </a:p>
        </p:txBody>
      </p:sp>
      <p:sp>
        <p:nvSpPr>
          <p:cNvPr id="79875" name="文本占位符 79874"/>
          <p:cNvSpPr>
            <a:spLocks noGrp="1" noRot="1"/>
          </p:cNvSpPr>
          <p:nvPr>
            <p:ph type="body"/>
          </p:nvPr>
        </p:nvSpPr>
        <p:spPr/>
        <p:txBody>
          <a:bodyPr lIns="91613" tIns="45807" rIns="91613" bIns="45807" anchor="ctr"/>
          <a:p>
            <a:pPr lvl="0"/>
            <a:r>
              <a:rPr lang="en-US" altLang="x-none" dirty="0"/>
              <a:t>P24</a:t>
            </a:r>
            <a:endParaRPr lang="en-US" altLang="x-none" dirty="0"/>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79874" name="幻灯片图像占位符 79873"/>
          <p:cNvSpPr>
            <a:spLocks noGrp="1" noRot="1" noTextEdit="1"/>
          </p:cNvSpPr>
          <p:nvPr>
            <p:ph type="sldImg"/>
          </p:nvPr>
        </p:nvSpPr>
        <p:spPr>
          <a:xfrm>
            <a:off x="1143000" y="685800"/>
            <a:ext cx="4570413" cy="3427413"/>
          </a:xfrm>
        </p:spPr>
        <p:txBody>
          <a:bodyPr/>
          <a:p>
            <a:endParaRPr lang="zh-CN" altLang="en-US"/>
          </a:p>
        </p:txBody>
      </p:sp>
      <p:sp>
        <p:nvSpPr>
          <p:cNvPr id="79875" name="文本占位符 79874"/>
          <p:cNvSpPr>
            <a:spLocks noGrp="1" noRot="1"/>
          </p:cNvSpPr>
          <p:nvPr>
            <p:ph type="body"/>
          </p:nvPr>
        </p:nvSpPr>
        <p:spPr/>
        <p:txBody>
          <a:bodyPr lIns="91613" tIns="45807" rIns="91613" bIns="45807" anchor="ctr"/>
          <a:p>
            <a:pPr lvl="0"/>
            <a:r>
              <a:rPr lang="en-US" altLang="x-none" dirty="0"/>
              <a:t>P24</a:t>
            </a:r>
            <a:endParaRPr lang="en-US" altLang="x-none" dirty="0"/>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2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5" Type="http://schemas.openxmlformats.org/officeDocument/2006/relationships/theme" Target="../theme/theme3.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5" Type="http://schemas.openxmlformats.org/officeDocument/2006/relationships/theme" Target="../theme/theme4.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4.xml"/><Relationship Id="rId8" Type="http://schemas.openxmlformats.org/officeDocument/2006/relationships/slideLayout" Target="../slideLayouts/slideLayout53.xml"/><Relationship Id="rId7" Type="http://schemas.openxmlformats.org/officeDocument/2006/relationships/slideLayout" Target="../slideLayouts/slideLayout52.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 Id="rId3" Type="http://schemas.openxmlformats.org/officeDocument/2006/relationships/slideLayout" Target="../slideLayouts/slideLayout48.xml"/><Relationship Id="rId2" Type="http://schemas.openxmlformats.org/officeDocument/2006/relationships/slideLayout" Target="../slideLayouts/slideLayout47.xml"/><Relationship Id="rId15" Type="http://schemas.openxmlformats.org/officeDocument/2006/relationships/theme" Target="../theme/theme5.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56.xml"/><Relationship Id="rId10" Type="http://schemas.openxmlformats.org/officeDocument/2006/relationships/slideLayout" Target="../slideLayouts/slideLayout55.xml"/><Relationship Id="rId1"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5.xml"/><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 Type="http://schemas.openxmlformats.org/officeDocument/2006/relationships/slideLayout" Target="../slideLayouts/slideLayout58.xml"/><Relationship Id="rId15" Type="http://schemas.openxmlformats.org/officeDocument/2006/relationships/theme" Target="../theme/theme6.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67.xml"/><Relationship Id="rId10" Type="http://schemas.openxmlformats.org/officeDocument/2006/relationships/slideLayout" Target="../slideLayouts/slideLayout66.xml"/><Relationship Id="rId1"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6.xml"/><Relationship Id="rId8" Type="http://schemas.openxmlformats.org/officeDocument/2006/relationships/slideLayout" Target="../slideLayouts/slideLayout75.xml"/><Relationship Id="rId7" Type="http://schemas.openxmlformats.org/officeDocument/2006/relationships/slideLayout" Target="../slideLayouts/slideLayout74.xml"/><Relationship Id="rId6" Type="http://schemas.openxmlformats.org/officeDocument/2006/relationships/slideLayout" Target="../slideLayouts/slideLayout73.xml"/><Relationship Id="rId5" Type="http://schemas.openxmlformats.org/officeDocument/2006/relationships/slideLayout" Target="../slideLayouts/slideLayout72.xml"/><Relationship Id="rId4" Type="http://schemas.openxmlformats.org/officeDocument/2006/relationships/slideLayout" Target="../slideLayouts/slideLayout71.xml"/><Relationship Id="rId3" Type="http://schemas.openxmlformats.org/officeDocument/2006/relationships/slideLayout" Target="../slideLayouts/slideLayout70.xml"/><Relationship Id="rId2" Type="http://schemas.openxmlformats.org/officeDocument/2006/relationships/slideLayout" Target="../slideLayouts/slideLayout69.xml"/><Relationship Id="rId15" Type="http://schemas.openxmlformats.org/officeDocument/2006/relationships/theme" Target="../theme/theme7.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78.xml"/><Relationship Id="rId10" Type="http://schemas.openxmlformats.org/officeDocument/2006/relationships/slideLayout" Target="../slideLayouts/slideLayout77.xml"/><Relationship Id="rId1" Type="http://schemas.openxmlformats.org/officeDocument/2006/relationships/slideLayout" Target="../slideLayouts/slideLayout68.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7.xml"/><Relationship Id="rId8" Type="http://schemas.openxmlformats.org/officeDocument/2006/relationships/slideLayout" Target="../slideLayouts/slideLayout86.xml"/><Relationship Id="rId7" Type="http://schemas.openxmlformats.org/officeDocument/2006/relationships/slideLayout" Target="../slideLayouts/slideLayout85.xml"/><Relationship Id="rId6" Type="http://schemas.openxmlformats.org/officeDocument/2006/relationships/slideLayout" Target="../slideLayouts/slideLayout84.xml"/><Relationship Id="rId5" Type="http://schemas.openxmlformats.org/officeDocument/2006/relationships/slideLayout" Target="../slideLayouts/slideLayout83.xml"/><Relationship Id="rId4" Type="http://schemas.openxmlformats.org/officeDocument/2006/relationships/slideLayout" Target="../slideLayouts/slideLayout82.xml"/><Relationship Id="rId3" Type="http://schemas.openxmlformats.org/officeDocument/2006/relationships/slideLayout" Target="../slideLayouts/slideLayout81.xml"/><Relationship Id="rId2" Type="http://schemas.openxmlformats.org/officeDocument/2006/relationships/slideLayout" Target="../slideLayouts/slideLayout80.xml"/><Relationship Id="rId15" Type="http://schemas.openxmlformats.org/officeDocument/2006/relationships/theme" Target="../theme/theme8.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89.xml"/><Relationship Id="rId10" Type="http://schemas.openxmlformats.org/officeDocument/2006/relationships/slideLayout" Target="../slideLayouts/slideLayout88.xml"/><Relationship Id="rId1" Type="http://schemas.openxmlformats.org/officeDocument/2006/relationships/slideLayout" Target="../slideLayouts/slideLayout79.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8.xml"/><Relationship Id="rId8" Type="http://schemas.openxmlformats.org/officeDocument/2006/relationships/slideLayout" Target="../slideLayouts/slideLayout97.xml"/><Relationship Id="rId7" Type="http://schemas.openxmlformats.org/officeDocument/2006/relationships/slideLayout" Target="../slideLayouts/slideLayout96.xml"/><Relationship Id="rId6" Type="http://schemas.openxmlformats.org/officeDocument/2006/relationships/slideLayout" Target="../slideLayouts/slideLayout95.xml"/><Relationship Id="rId5" Type="http://schemas.openxmlformats.org/officeDocument/2006/relationships/slideLayout" Target="../slideLayouts/slideLayout94.xml"/><Relationship Id="rId4" Type="http://schemas.openxmlformats.org/officeDocument/2006/relationships/slideLayout" Target="../slideLayouts/slideLayout93.xml"/><Relationship Id="rId3" Type="http://schemas.openxmlformats.org/officeDocument/2006/relationships/slideLayout" Target="../slideLayouts/slideLayout92.xml"/><Relationship Id="rId2" Type="http://schemas.openxmlformats.org/officeDocument/2006/relationships/slideLayout" Target="../slideLayouts/slideLayout91.xml"/><Relationship Id="rId15" Type="http://schemas.openxmlformats.org/officeDocument/2006/relationships/theme" Target="../theme/theme9.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00.xml"/><Relationship Id="rId10" Type="http://schemas.openxmlformats.org/officeDocument/2006/relationships/slideLayout" Target="../slideLayouts/slideLayout99.xml"/><Relationship Id="rId1" Type="http://schemas.openxmlformats.org/officeDocument/2006/relationships/slideLayout" Target="../slideLayouts/slideLayout90.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9.xml"/><Relationship Id="rId8" Type="http://schemas.openxmlformats.org/officeDocument/2006/relationships/slideLayout" Target="../slideLayouts/slideLayout108.xml"/><Relationship Id="rId7" Type="http://schemas.openxmlformats.org/officeDocument/2006/relationships/slideLayout" Target="../slideLayouts/slideLayout107.xml"/><Relationship Id="rId6" Type="http://schemas.openxmlformats.org/officeDocument/2006/relationships/slideLayout" Target="../slideLayouts/slideLayout106.xml"/><Relationship Id="rId5" Type="http://schemas.openxmlformats.org/officeDocument/2006/relationships/slideLayout" Target="../slideLayouts/slideLayout105.xml"/><Relationship Id="rId4" Type="http://schemas.openxmlformats.org/officeDocument/2006/relationships/slideLayout" Target="../slideLayouts/slideLayout104.xml"/><Relationship Id="rId3" Type="http://schemas.openxmlformats.org/officeDocument/2006/relationships/slideLayout" Target="../slideLayouts/slideLayout103.xml"/><Relationship Id="rId2" Type="http://schemas.openxmlformats.org/officeDocument/2006/relationships/slideLayout" Target="../slideLayouts/slideLayout102.xml"/><Relationship Id="rId15" Type="http://schemas.openxmlformats.org/officeDocument/2006/relationships/theme" Target="../theme/theme10.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1.xml"/><Relationship Id="rId10" Type="http://schemas.openxmlformats.org/officeDocument/2006/relationships/slideLayout" Target="../slideLayouts/slideLayout110.xml"/><Relationship Id="rId1" Type="http://schemas.openxmlformats.org/officeDocument/2006/relationships/slideLayout" Target="../slideLayouts/slideLayout101.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20.xml"/><Relationship Id="rId8" Type="http://schemas.openxmlformats.org/officeDocument/2006/relationships/slideLayout" Target="../slideLayouts/slideLayout119.xml"/><Relationship Id="rId7" Type="http://schemas.openxmlformats.org/officeDocument/2006/relationships/slideLayout" Target="../slideLayouts/slideLayout118.xml"/><Relationship Id="rId6" Type="http://schemas.openxmlformats.org/officeDocument/2006/relationships/slideLayout" Target="../slideLayouts/slideLayout117.xml"/><Relationship Id="rId5" Type="http://schemas.openxmlformats.org/officeDocument/2006/relationships/slideLayout" Target="../slideLayouts/slideLayout116.xml"/><Relationship Id="rId4" Type="http://schemas.openxmlformats.org/officeDocument/2006/relationships/slideLayout" Target="../slideLayouts/slideLayout115.xml"/><Relationship Id="rId3" Type="http://schemas.openxmlformats.org/officeDocument/2006/relationships/slideLayout" Target="../slideLayouts/slideLayout114.xml"/><Relationship Id="rId2" Type="http://schemas.openxmlformats.org/officeDocument/2006/relationships/slideLayout" Target="../slideLayouts/slideLayout113.xml"/><Relationship Id="rId15" Type="http://schemas.openxmlformats.org/officeDocument/2006/relationships/theme" Target="../theme/theme11.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22.xml"/><Relationship Id="rId10" Type="http://schemas.openxmlformats.org/officeDocument/2006/relationships/slideLayout" Target="../slideLayouts/slideLayout121.xml"/><Relationship Id="rId1" Type="http://schemas.openxmlformats.org/officeDocument/2006/relationships/slideLayout" Target="../slideLayouts/slideLayout112.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1.xml"/><Relationship Id="rId8" Type="http://schemas.openxmlformats.org/officeDocument/2006/relationships/slideLayout" Target="../slideLayouts/slideLayout130.xml"/><Relationship Id="rId7" Type="http://schemas.openxmlformats.org/officeDocument/2006/relationships/slideLayout" Target="../slideLayouts/slideLayout129.xml"/><Relationship Id="rId6" Type="http://schemas.openxmlformats.org/officeDocument/2006/relationships/slideLayout" Target="../slideLayouts/slideLayout128.xml"/><Relationship Id="rId5" Type="http://schemas.openxmlformats.org/officeDocument/2006/relationships/slideLayout" Target="../slideLayouts/slideLayout127.xml"/><Relationship Id="rId4" Type="http://schemas.openxmlformats.org/officeDocument/2006/relationships/slideLayout" Target="../slideLayouts/slideLayout126.xml"/><Relationship Id="rId3" Type="http://schemas.openxmlformats.org/officeDocument/2006/relationships/slideLayout" Target="../slideLayouts/slideLayout125.xml"/><Relationship Id="rId2" Type="http://schemas.openxmlformats.org/officeDocument/2006/relationships/slideLayout" Target="../slideLayouts/slideLayout124.xml"/><Relationship Id="rId15" Type="http://schemas.openxmlformats.org/officeDocument/2006/relationships/theme" Target="../theme/theme12.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33.xml"/><Relationship Id="rId10" Type="http://schemas.openxmlformats.org/officeDocument/2006/relationships/slideLayout" Target="../slideLayouts/slideLayout132.xml"/><Relationship Id="rId1" Type="http://schemas.openxmlformats.org/officeDocument/2006/relationships/slideLayout" Target="../slideLayouts/slideLayout123.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2.xml"/><Relationship Id="rId8" Type="http://schemas.openxmlformats.org/officeDocument/2006/relationships/slideLayout" Target="../slideLayouts/slideLayout141.xml"/><Relationship Id="rId7" Type="http://schemas.openxmlformats.org/officeDocument/2006/relationships/slideLayout" Target="../slideLayouts/slideLayout140.xml"/><Relationship Id="rId6" Type="http://schemas.openxmlformats.org/officeDocument/2006/relationships/slideLayout" Target="../slideLayouts/slideLayout139.xml"/><Relationship Id="rId5" Type="http://schemas.openxmlformats.org/officeDocument/2006/relationships/slideLayout" Target="../slideLayouts/slideLayout138.xml"/><Relationship Id="rId4" Type="http://schemas.openxmlformats.org/officeDocument/2006/relationships/slideLayout" Target="../slideLayouts/slideLayout137.xml"/><Relationship Id="rId3" Type="http://schemas.openxmlformats.org/officeDocument/2006/relationships/slideLayout" Target="../slideLayouts/slideLayout136.xml"/><Relationship Id="rId2" Type="http://schemas.openxmlformats.org/officeDocument/2006/relationships/slideLayout" Target="../slideLayouts/slideLayout135.xml"/><Relationship Id="rId15" Type="http://schemas.openxmlformats.org/officeDocument/2006/relationships/theme" Target="../theme/theme13.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44.xml"/><Relationship Id="rId10" Type="http://schemas.openxmlformats.org/officeDocument/2006/relationships/slideLayout" Target="../slideLayouts/slideLayout143.xml"/><Relationship Id="rId1" Type="http://schemas.openxmlformats.org/officeDocument/2006/relationships/slideLayout" Target="../slideLayouts/slideLayout134.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3.xml"/><Relationship Id="rId8" Type="http://schemas.openxmlformats.org/officeDocument/2006/relationships/slideLayout" Target="../slideLayouts/slideLayout152.xml"/><Relationship Id="rId7" Type="http://schemas.openxmlformats.org/officeDocument/2006/relationships/slideLayout" Target="../slideLayouts/slideLayout151.xml"/><Relationship Id="rId6" Type="http://schemas.openxmlformats.org/officeDocument/2006/relationships/slideLayout" Target="../slideLayouts/slideLayout150.xml"/><Relationship Id="rId5" Type="http://schemas.openxmlformats.org/officeDocument/2006/relationships/slideLayout" Target="../slideLayouts/slideLayout149.xml"/><Relationship Id="rId4" Type="http://schemas.openxmlformats.org/officeDocument/2006/relationships/slideLayout" Target="../slideLayouts/slideLayout148.xml"/><Relationship Id="rId3" Type="http://schemas.openxmlformats.org/officeDocument/2006/relationships/slideLayout" Target="../slideLayouts/slideLayout147.xml"/><Relationship Id="rId2" Type="http://schemas.openxmlformats.org/officeDocument/2006/relationships/slideLayout" Target="../slideLayouts/slideLayout146.xml"/><Relationship Id="rId15" Type="http://schemas.openxmlformats.org/officeDocument/2006/relationships/theme" Target="../theme/theme14.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55.xml"/><Relationship Id="rId10" Type="http://schemas.openxmlformats.org/officeDocument/2006/relationships/slideLayout" Target="../slideLayouts/slideLayout154.xml"/><Relationship Id="rId1" Type="http://schemas.openxmlformats.org/officeDocument/2006/relationships/slideLayout" Target="../slideLayouts/slideLayout145.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4.xml"/><Relationship Id="rId8" Type="http://schemas.openxmlformats.org/officeDocument/2006/relationships/slideLayout" Target="../slideLayouts/slideLayout163.xml"/><Relationship Id="rId7" Type="http://schemas.openxmlformats.org/officeDocument/2006/relationships/slideLayout" Target="../slideLayouts/slideLayout162.xml"/><Relationship Id="rId6" Type="http://schemas.openxmlformats.org/officeDocument/2006/relationships/slideLayout" Target="../slideLayouts/slideLayout161.xml"/><Relationship Id="rId5" Type="http://schemas.openxmlformats.org/officeDocument/2006/relationships/slideLayout" Target="../slideLayouts/slideLayout160.xml"/><Relationship Id="rId4" Type="http://schemas.openxmlformats.org/officeDocument/2006/relationships/slideLayout" Target="../slideLayouts/slideLayout159.xml"/><Relationship Id="rId3" Type="http://schemas.openxmlformats.org/officeDocument/2006/relationships/slideLayout" Target="../slideLayouts/slideLayout158.xml"/><Relationship Id="rId2" Type="http://schemas.openxmlformats.org/officeDocument/2006/relationships/slideLayout" Target="../slideLayouts/slideLayout157.xml"/><Relationship Id="rId15" Type="http://schemas.openxmlformats.org/officeDocument/2006/relationships/theme" Target="../theme/theme15.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66.xml"/><Relationship Id="rId10" Type="http://schemas.openxmlformats.org/officeDocument/2006/relationships/slideLayout" Target="../slideLayouts/slideLayout165.xml"/><Relationship Id="rId1" Type="http://schemas.openxmlformats.org/officeDocument/2006/relationships/slideLayout" Target="../slideLayouts/slideLayout156.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5.xml"/><Relationship Id="rId8" Type="http://schemas.openxmlformats.org/officeDocument/2006/relationships/slideLayout" Target="../slideLayouts/slideLayout174.xml"/><Relationship Id="rId7" Type="http://schemas.openxmlformats.org/officeDocument/2006/relationships/slideLayout" Target="../slideLayouts/slideLayout173.xml"/><Relationship Id="rId6" Type="http://schemas.openxmlformats.org/officeDocument/2006/relationships/slideLayout" Target="../slideLayouts/slideLayout172.xml"/><Relationship Id="rId5" Type="http://schemas.openxmlformats.org/officeDocument/2006/relationships/slideLayout" Target="../slideLayouts/slideLayout171.xml"/><Relationship Id="rId4" Type="http://schemas.openxmlformats.org/officeDocument/2006/relationships/slideLayout" Target="../slideLayouts/slideLayout170.xml"/><Relationship Id="rId3" Type="http://schemas.openxmlformats.org/officeDocument/2006/relationships/slideLayout" Target="../slideLayouts/slideLayout169.xml"/><Relationship Id="rId2" Type="http://schemas.openxmlformats.org/officeDocument/2006/relationships/slideLayout" Target="../slideLayouts/slideLayout168.xml"/><Relationship Id="rId15" Type="http://schemas.openxmlformats.org/officeDocument/2006/relationships/theme" Target="../theme/theme16.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77.xml"/><Relationship Id="rId10" Type="http://schemas.openxmlformats.org/officeDocument/2006/relationships/slideLayout" Target="../slideLayouts/slideLayout176.xml"/><Relationship Id="rId1" Type="http://schemas.openxmlformats.org/officeDocument/2006/relationships/slideLayout" Target="../slideLayouts/slideLayout167.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6.xml"/><Relationship Id="rId8" Type="http://schemas.openxmlformats.org/officeDocument/2006/relationships/slideLayout" Target="../slideLayouts/slideLayout185.xml"/><Relationship Id="rId7" Type="http://schemas.openxmlformats.org/officeDocument/2006/relationships/slideLayout" Target="../slideLayouts/slideLayout184.xml"/><Relationship Id="rId6" Type="http://schemas.openxmlformats.org/officeDocument/2006/relationships/slideLayout" Target="../slideLayouts/slideLayout183.xml"/><Relationship Id="rId5" Type="http://schemas.openxmlformats.org/officeDocument/2006/relationships/slideLayout" Target="../slideLayouts/slideLayout182.xml"/><Relationship Id="rId4" Type="http://schemas.openxmlformats.org/officeDocument/2006/relationships/slideLayout" Target="../slideLayouts/slideLayout181.xml"/><Relationship Id="rId3" Type="http://schemas.openxmlformats.org/officeDocument/2006/relationships/slideLayout" Target="../slideLayouts/slideLayout180.xml"/><Relationship Id="rId2" Type="http://schemas.openxmlformats.org/officeDocument/2006/relationships/slideLayout" Target="../slideLayouts/slideLayout179.xml"/><Relationship Id="rId16" Type="http://schemas.openxmlformats.org/officeDocument/2006/relationships/theme" Target="../theme/theme17.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189.xml"/><Relationship Id="rId11" Type="http://schemas.openxmlformats.org/officeDocument/2006/relationships/slideLayout" Target="../slideLayouts/slideLayout188.xml"/><Relationship Id="rId10" Type="http://schemas.openxmlformats.org/officeDocument/2006/relationships/slideLayout" Target="../slideLayouts/slideLayout187.xml"/><Relationship Id="rId1" Type="http://schemas.openxmlformats.org/officeDocument/2006/relationships/slideLayout" Target="../slideLayouts/slideLayout178.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8.xml"/><Relationship Id="rId8" Type="http://schemas.openxmlformats.org/officeDocument/2006/relationships/slideLayout" Target="../slideLayouts/slideLayout197.xml"/><Relationship Id="rId7" Type="http://schemas.openxmlformats.org/officeDocument/2006/relationships/slideLayout" Target="../slideLayouts/slideLayout196.xml"/><Relationship Id="rId6" Type="http://schemas.openxmlformats.org/officeDocument/2006/relationships/slideLayout" Target="../slideLayouts/slideLayout195.xml"/><Relationship Id="rId5" Type="http://schemas.openxmlformats.org/officeDocument/2006/relationships/slideLayout" Target="../slideLayouts/slideLayout194.xml"/><Relationship Id="rId4" Type="http://schemas.openxmlformats.org/officeDocument/2006/relationships/slideLayout" Target="../slideLayouts/slideLayout193.xml"/><Relationship Id="rId3" Type="http://schemas.openxmlformats.org/officeDocument/2006/relationships/slideLayout" Target="../slideLayouts/slideLayout192.xml"/><Relationship Id="rId2" Type="http://schemas.openxmlformats.org/officeDocument/2006/relationships/slideLayout" Target="../slideLayouts/slideLayout191.xml"/><Relationship Id="rId15" Type="http://schemas.openxmlformats.org/officeDocument/2006/relationships/theme" Target="../theme/theme18.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200.xml"/><Relationship Id="rId10" Type="http://schemas.openxmlformats.org/officeDocument/2006/relationships/slideLayout" Target="../slideLayouts/slideLayout199.xml"/><Relationship Id="rId1" Type="http://schemas.openxmlformats.org/officeDocument/2006/relationships/slideLayout" Target="../slideLayouts/slideLayout190.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9.xml"/><Relationship Id="rId8" Type="http://schemas.openxmlformats.org/officeDocument/2006/relationships/slideLayout" Target="../slideLayouts/slideLayout208.xml"/><Relationship Id="rId7" Type="http://schemas.openxmlformats.org/officeDocument/2006/relationships/slideLayout" Target="../slideLayouts/slideLayout207.xml"/><Relationship Id="rId6" Type="http://schemas.openxmlformats.org/officeDocument/2006/relationships/slideLayout" Target="../slideLayouts/slideLayout206.xml"/><Relationship Id="rId5" Type="http://schemas.openxmlformats.org/officeDocument/2006/relationships/slideLayout" Target="../slideLayouts/slideLayout205.xml"/><Relationship Id="rId4" Type="http://schemas.openxmlformats.org/officeDocument/2006/relationships/slideLayout" Target="../slideLayouts/slideLayout204.xml"/><Relationship Id="rId3" Type="http://schemas.openxmlformats.org/officeDocument/2006/relationships/slideLayout" Target="../slideLayouts/slideLayout203.xml"/><Relationship Id="rId2" Type="http://schemas.openxmlformats.org/officeDocument/2006/relationships/slideLayout" Target="../slideLayouts/slideLayout202.xml"/><Relationship Id="rId16" Type="http://schemas.openxmlformats.org/officeDocument/2006/relationships/theme" Target="../theme/theme19.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212.xml"/><Relationship Id="rId11" Type="http://schemas.openxmlformats.org/officeDocument/2006/relationships/slideLayout" Target="../slideLayouts/slideLayout211.xml"/><Relationship Id="rId10" Type="http://schemas.openxmlformats.org/officeDocument/2006/relationships/slideLayout" Target="../slideLayouts/slideLayout210.xml"/><Relationship Id="rId1" Type="http://schemas.openxmlformats.org/officeDocument/2006/relationships/slideLayout" Target="../slideLayouts/slideLayout201.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21.xml"/><Relationship Id="rId8" Type="http://schemas.openxmlformats.org/officeDocument/2006/relationships/slideLayout" Target="../slideLayouts/slideLayout220.xml"/><Relationship Id="rId7" Type="http://schemas.openxmlformats.org/officeDocument/2006/relationships/slideLayout" Target="../slideLayouts/slideLayout219.xml"/><Relationship Id="rId6" Type="http://schemas.openxmlformats.org/officeDocument/2006/relationships/slideLayout" Target="../slideLayouts/slideLayout218.xml"/><Relationship Id="rId5" Type="http://schemas.openxmlformats.org/officeDocument/2006/relationships/slideLayout" Target="../slideLayouts/slideLayout217.xml"/><Relationship Id="rId4" Type="http://schemas.openxmlformats.org/officeDocument/2006/relationships/slideLayout" Target="../slideLayouts/slideLayout216.xml"/><Relationship Id="rId3" Type="http://schemas.openxmlformats.org/officeDocument/2006/relationships/slideLayout" Target="../slideLayouts/slideLayout215.xml"/><Relationship Id="rId2" Type="http://schemas.openxmlformats.org/officeDocument/2006/relationships/slideLayout" Target="../slideLayouts/slideLayout214.xml"/><Relationship Id="rId16" Type="http://schemas.openxmlformats.org/officeDocument/2006/relationships/theme" Target="../theme/theme20.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224.xml"/><Relationship Id="rId11" Type="http://schemas.openxmlformats.org/officeDocument/2006/relationships/slideLayout" Target="../slideLayouts/slideLayout223.xml"/><Relationship Id="rId10" Type="http://schemas.openxmlformats.org/officeDocument/2006/relationships/slideLayout" Target="../slideLayouts/slideLayout222.xml"/><Relationship Id="rId1" Type="http://schemas.openxmlformats.org/officeDocument/2006/relationships/slideLayout" Target="../slideLayouts/slideLayout213.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33.xml"/><Relationship Id="rId8" Type="http://schemas.openxmlformats.org/officeDocument/2006/relationships/slideLayout" Target="../slideLayouts/slideLayout232.xml"/><Relationship Id="rId7" Type="http://schemas.openxmlformats.org/officeDocument/2006/relationships/slideLayout" Target="../slideLayouts/slideLayout231.xml"/><Relationship Id="rId6" Type="http://schemas.openxmlformats.org/officeDocument/2006/relationships/slideLayout" Target="../slideLayouts/slideLayout230.xml"/><Relationship Id="rId5" Type="http://schemas.openxmlformats.org/officeDocument/2006/relationships/slideLayout" Target="../slideLayouts/slideLayout229.xml"/><Relationship Id="rId4" Type="http://schemas.openxmlformats.org/officeDocument/2006/relationships/slideLayout" Target="../slideLayouts/slideLayout228.xml"/><Relationship Id="rId3" Type="http://schemas.openxmlformats.org/officeDocument/2006/relationships/slideLayout" Target="../slideLayouts/slideLayout227.xml"/><Relationship Id="rId2" Type="http://schemas.openxmlformats.org/officeDocument/2006/relationships/slideLayout" Target="../slideLayouts/slideLayout226.xml"/><Relationship Id="rId16" Type="http://schemas.openxmlformats.org/officeDocument/2006/relationships/theme" Target="../theme/theme21.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236.xml"/><Relationship Id="rId11" Type="http://schemas.openxmlformats.org/officeDocument/2006/relationships/slideLayout" Target="../slideLayouts/slideLayout235.xml"/><Relationship Id="rId10" Type="http://schemas.openxmlformats.org/officeDocument/2006/relationships/slideLayout" Target="../slideLayouts/slideLayout234.xml"/><Relationship Id="rId1" Type="http://schemas.openxmlformats.org/officeDocument/2006/relationships/slideLayout" Target="../slideLayouts/slideLayout2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4"/>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2050" name="标题 3073"/>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2051" name="文本占位符 3074"/>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2052" name="文本框 3075"/>
          <p:cNvSpPr txBox="1"/>
          <p:nvPr userDrawn="1"/>
        </p:nvSpPr>
        <p:spPr>
          <a:xfrm>
            <a:off x="2312988" y="4505325"/>
            <a:ext cx="1752600" cy="420688"/>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Arial" panose="020B0604020202020204" pitchFamily="34" charset="0"/>
              <a:buNone/>
            </a:pPr>
            <a:endParaRPr lang="zh-CN" altLang="en-US" sz="1800" b="0" u="none" baseline="0" dirty="0">
              <a:solidFill>
                <a:srgbClr val="4138FA"/>
              </a:solidFill>
              <a:latin typeface="DejaVu Sans" panose="020B0603030804020204" charset="0"/>
              <a:ea typeface="方正书宋_GBK" panose="02000000000000000000" charset="-122"/>
            </a:endParaRPr>
          </a:p>
        </p:txBody>
      </p:sp>
      <p:pic>
        <p:nvPicPr>
          <p:cNvPr id="2053" name="对象 3076"/>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3074" name="标题 5121"/>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3075" name="文本占位符 5122"/>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3076" name="文本框 5123"/>
          <p:cNvSpPr txBox="1"/>
          <p:nvPr userDrawn="1"/>
        </p:nvSpPr>
        <p:spPr>
          <a:xfrm>
            <a:off x="2312988" y="4505325"/>
            <a:ext cx="1752600" cy="420688"/>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Arial" panose="020B0604020202020204" pitchFamily="34" charset="0"/>
              <a:buNone/>
            </a:pPr>
            <a:endParaRPr lang="zh-CN" altLang="en-US" sz="1800" b="0" u="none" baseline="0" dirty="0">
              <a:solidFill>
                <a:srgbClr val="4138FA"/>
              </a:solidFill>
              <a:latin typeface="DejaVu Sans" panose="020B0603030804020204" charset="0"/>
              <a:ea typeface="方正书宋_GBK" panose="02000000000000000000" charset="-122"/>
            </a:endParaRPr>
          </a:p>
        </p:txBody>
      </p:sp>
      <p:pic>
        <p:nvPicPr>
          <p:cNvPr id="3077" name="对象 5124"/>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4098" name="标题 7169"/>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4099" name="文本占位符 7170"/>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4100" name="文本框 7171"/>
          <p:cNvSpPr txBox="1"/>
          <p:nvPr userDrawn="1"/>
        </p:nvSpPr>
        <p:spPr>
          <a:xfrm>
            <a:off x="2312988" y="4505325"/>
            <a:ext cx="1752600" cy="420688"/>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Arial" panose="020B0604020202020204" pitchFamily="34" charset="0"/>
              <a:buNone/>
            </a:pPr>
            <a:endParaRPr lang="zh-CN" altLang="en-US" sz="1800" b="0" u="none" baseline="0" dirty="0">
              <a:solidFill>
                <a:srgbClr val="4138FA"/>
              </a:solidFill>
              <a:latin typeface="DejaVu Sans" panose="020B0603030804020204" charset="0"/>
              <a:ea typeface="方正书宋_GBK" panose="02000000000000000000" charset="-122"/>
            </a:endParaRPr>
          </a:p>
        </p:txBody>
      </p:sp>
      <p:pic>
        <p:nvPicPr>
          <p:cNvPr id="4101" name="对象 7172"/>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3074" name="标题 5121"/>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3075" name="文本占位符 5122"/>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3076" name="文本框 5123"/>
          <p:cNvSpPr txBox="1"/>
          <p:nvPr userDrawn="1"/>
        </p:nvSpPr>
        <p:spPr>
          <a:xfrm>
            <a:off x="2312988" y="4505325"/>
            <a:ext cx="1752600" cy="420688"/>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Arial" panose="020B0604020202020204" pitchFamily="34" charset="0"/>
              <a:buNone/>
            </a:pPr>
            <a:endParaRPr lang="zh-CN" altLang="en-US" sz="1800" b="0" u="none" baseline="0" dirty="0">
              <a:solidFill>
                <a:srgbClr val="4138FA"/>
              </a:solidFill>
              <a:latin typeface="DejaVu Sans" panose="020B0603030804020204" charset="0"/>
              <a:ea typeface="方正书宋_GBK" panose="02000000000000000000" charset="-122"/>
            </a:endParaRPr>
          </a:p>
        </p:txBody>
      </p:sp>
      <p:pic>
        <p:nvPicPr>
          <p:cNvPr id="3077" name="对象 5124"/>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4"/>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3074" name="标题 5121"/>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3075" name="文本占位符 5122"/>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3076" name="文本框 5123"/>
          <p:cNvSpPr txBox="1"/>
          <p:nvPr userDrawn="1"/>
        </p:nvSpPr>
        <p:spPr>
          <a:xfrm>
            <a:off x="2312988" y="4505325"/>
            <a:ext cx="1752600" cy="420688"/>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Arial" panose="020B0604020202020204" pitchFamily="34" charset="0"/>
              <a:buNone/>
            </a:pPr>
            <a:endParaRPr lang="zh-CN" altLang="en-US" sz="1800" b="0" u="none" baseline="0" dirty="0">
              <a:solidFill>
                <a:srgbClr val="4138FA"/>
              </a:solidFill>
              <a:latin typeface="DejaVu Sans" panose="020B0603030804020204" charset="0"/>
              <a:ea typeface="方正书宋_GBK" panose="02000000000000000000" charset="-122"/>
            </a:endParaRPr>
          </a:p>
        </p:txBody>
      </p:sp>
      <p:pic>
        <p:nvPicPr>
          <p:cNvPr id="3077" name="对象 5124"/>
          <p:cNvPicPr>
            <a:picLocks noChangeAspect="1"/>
          </p:cNvPicPr>
          <p:nvPr userDrawn="1"/>
        </p:nvPicPr>
        <p:blipFill>
          <a:blip r:embed="rId13"/>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4"/>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4"/>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4"/>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 id="2147483891" r:id="rId12"/>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2" cy="749300"/>
          </a:xfrm>
          <a:prstGeom prst="rect">
            <a:avLst/>
          </a:prstGeom>
          <a:noFill/>
          <a:ln w="9525">
            <a:noFill/>
            <a:miter/>
          </a:ln>
        </p:spPr>
        <p:txBody>
          <a:bodyPr anchor="t">
            <a:spAutoFit/>
          </a:bodyPr>
          <a:p>
            <a:pPr lvl="0"/>
            <a:r>
              <a:rPr lang="en-US" altLang="zh-CN"/>
              <a:t>Click to edit Title Slide</a:t>
            </a:r>
            <a:endParaRPr lang="en-US" altLang="zh-CN"/>
          </a:p>
        </p:txBody>
      </p:sp>
      <p:sp>
        <p:nvSpPr>
          <p:cNvPr id="1027" name="文本占位符 1026"/>
          <p:cNvSpPr>
            <a:spLocks noGrp="1"/>
          </p:cNvSpPr>
          <p:nvPr>
            <p:ph type="body"/>
          </p:nvPr>
        </p:nvSpPr>
        <p:spPr>
          <a:xfrm>
            <a:off x="381000" y="1803400"/>
            <a:ext cx="8388350" cy="2209800"/>
          </a:xfrm>
          <a:prstGeom prst="rect">
            <a:avLst/>
          </a:prstGeom>
          <a:noFill/>
          <a:ln w="9525">
            <a:noFill/>
            <a:miter/>
          </a:ln>
        </p:spPr>
        <p:txBody>
          <a:bodyPr anchor="t">
            <a:spAutoFit/>
          </a:bodyPr>
          <a:p>
            <a:pPr lvl="0"/>
            <a:r>
              <a:rPr lang="en-US" altLang="zh-CN"/>
              <a:t>Click to edit Master text styles</a:t>
            </a:r>
            <a:endParaRPr lang="en-US" altLang="zh-CN"/>
          </a:p>
          <a:p>
            <a:pPr lvl="1" indent="-455295"/>
            <a:r>
              <a:rPr lang="en-US" altLang="zh-CN"/>
              <a:t>Second level</a:t>
            </a:r>
            <a:endParaRPr lang="en-US" altLang="zh-CN"/>
          </a:p>
          <a:p>
            <a:pPr lvl="2" indent="-398145"/>
            <a:r>
              <a:rPr lang="en-US" altLang="zh-CN"/>
              <a:t>Third level</a:t>
            </a:r>
            <a:endParaRPr lang="en-US" altLang="zh-CN"/>
          </a:p>
          <a:p>
            <a:pPr lvl="3" indent="-321945"/>
            <a:r>
              <a:rPr lang="en-US" altLang="zh-CN"/>
              <a:t>Fourth level</a:t>
            </a:r>
            <a:endParaRPr lang="en-US" altLang="zh-CN"/>
          </a:p>
          <a:p>
            <a:pPr lvl="4" indent="-337820"/>
            <a:r>
              <a:rPr lang="en-US" altLang="zh-CN"/>
              <a:t>Fifth level</a:t>
            </a:r>
            <a:endParaRPr lang="en-US" altLang="zh-CN"/>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None/>
            </a:pPr>
            <a:endParaRPr lang="zh-CN" altLang="en-US" sz="1800" b="0" dirty="0">
              <a:latin typeface="DejaVu Sans" panose="020B0603030804020204" charset="0"/>
              <a:ea typeface="方正书宋_GBK" panose="02000000000000000000" charset="-122"/>
            </a:endParaRPr>
          </a:p>
        </p:txBody>
      </p:sp>
      <p:pic>
        <p:nvPicPr>
          <p:cNvPr id="1029" name="对象 1028"/>
          <p:cNvPicPr>
            <a:picLocks noChangeAspect="1"/>
          </p:cNvPicPr>
          <p:nvPr userDrawn="1"/>
        </p:nvPicPr>
        <p:blipFill>
          <a:blip r:embed="rId14"/>
          <a:stretch>
            <a:fillRect/>
          </a:stretch>
        </p:blipFill>
        <p:spPr>
          <a:xfrm>
            <a:off x="0" y="0"/>
            <a:ext cx="838200" cy="517525"/>
          </a:xfrm>
          <a:prstGeom prst="rect">
            <a:avLst/>
          </a:prstGeom>
          <a:noFill/>
          <a:ln w="9525">
            <a:noFill/>
            <a:miter/>
          </a:ln>
        </p:spPr>
      </p:pic>
    </p:spTree>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 id="2147483904" r:id="rId12"/>
  </p:sldLayoutIdLst>
  <mc:AlternateContent xmlns:mc="http://schemas.openxmlformats.org/markup-compatibility/2006">
    <mc:Choice xmlns:p14="http://schemas.microsoft.com/office/powerpoint/2010/main" Requires="p14">
      <p:transition p14:dur="1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1" i="0" u="none" kern="1200" baseline="0">
          <a:solidFill>
            <a:schemeClr val="tx2"/>
          </a:solidFill>
          <a:latin typeface="DejaVu Sans" panose="020B0603030804020204" charset="0"/>
          <a:ea typeface="+mj-ea"/>
          <a:cs typeface="DejaVu Sans" panose="020B0603030804020204" charset="0"/>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3200" b="0" i="0" u="none" kern="1200" baseline="0">
          <a:solidFill>
            <a:schemeClr val="bg2"/>
          </a:solidFill>
          <a:latin typeface="DejaVu Sans" panose="020B0603030804020204" charset="0"/>
          <a:ea typeface="+mn-ea"/>
          <a:cs typeface="DejaVu Sans" panose="020B060303080402020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800" b="0" i="0" u="none" kern="1200" baseline="0">
          <a:solidFill>
            <a:schemeClr val="bg2"/>
          </a:solidFill>
          <a:latin typeface="DejaVu Sans" panose="020B0603030804020204" charset="0"/>
          <a:ea typeface="+mn-ea"/>
          <a:cs typeface="DejaVu Sans" panose="020B0603030804020204" charset="0"/>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400" b="0" i="0" u="none" kern="1200" baseline="0">
          <a:solidFill>
            <a:schemeClr val="bg2"/>
          </a:solidFill>
          <a:latin typeface="DejaVu Sans" panose="020B0603030804020204" charset="0"/>
          <a:ea typeface="+mn-ea"/>
          <a:cs typeface="DejaVu Sans" panose="020B0603030804020204" charset="0"/>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DejaVu Sans" panose="020B0603030804020204" charset="0"/>
          <a:ea typeface="+mn-ea"/>
          <a:cs typeface="DejaVu Sans" panose="020B0603030804020204" charset="0"/>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DejaVu Sans" panose="020B0603030804020204" charset="0"/>
          <a:ea typeface="+mn-ea"/>
          <a:cs typeface="DejaVu Sans" panose="020B0603030804020204" charset="0"/>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latin typeface="+mn-lt"/>
          <a:ea typeface="+mn-ea"/>
          <a:cs typeface="+mn-cs"/>
        </a:defRPr>
      </a:lvl9pPr>
    </p:bodyStyle>
    <p:otherStyle>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3200" b="1" i="0" u="none" kern="1200" baseline="0">
          <a:solidFill>
            <a:srgbClr val="4138FA"/>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2.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07.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3.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84.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8.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wmf"/><Relationship Id="rId1" Type="http://schemas.openxmlformats.org/officeDocument/2006/relationships/image" Target="../media/image5.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1.xml"/><Relationship Id="rId1"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07.xml"/><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80.xml"/><Relationship Id="rId2" Type="http://schemas.openxmlformats.org/officeDocument/2006/relationships/image" Target="../media/image9.png"/><Relationship Id="rId1"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80.xml"/><Relationship Id="rId2" Type="http://schemas.openxmlformats.org/officeDocument/2006/relationships/image" Target="../media/image11.png"/><Relationship Id="rId1"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1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31.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9.xml"/><Relationship Id="rId2" Type="http://schemas.openxmlformats.org/officeDocument/2006/relationships/image" Target="../media/image12.jpeg"/><Relationship Id="rId1" Type="http://schemas.openxmlformats.org/officeDocument/2006/relationships/image" Target="../media/image2.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40.xml"/><Relationship Id="rId2" Type="http://schemas.openxmlformats.org/officeDocument/2006/relationships/image" Target="../media/image13.jpeg"/><Relationship Id="rId1" Type="http://schemas.openxmlformats.org/officeDocument/2006/relationships/image" Target="../media/image2.pn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51.xml"/><Relationship Id="rId2" Type="http://schemas.openxmlformats.org/officeDocument/2006/relationships/image" Target="../media/image14.jpeg"/><Relationship Id="rId1" Type="http://schemas.openxmlformats.org/officeDocument/2006/relationships/image" Target="../media/image2.pn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73.xml"/><Relationship Id="rId2" Type="http://schemas.openxmlformats.org/officeDocument/2006/relationships/image" Target="../media/image15.jpeg"/><Relationship Id="rId1" Type="http://schemas.openxmlformats.org/officeDocument/2006/relationships/image" Target="../media/image2.pn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62.xml"/><Relationship Id="rId2" Type="http://schemas.openxmlformats.org/officeDocument/2006/relationships/image" Target="../media/image16.jpeg"/><Relationship Id="rId1"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image" Target="../media/image2.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image" Target="../media/image2.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image" Target="../media/image2.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image" Target="../media/image2.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image" Target="../media/image2.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96.xml"/><Relationship Id="rId1" Type="http://schemas.openxmlformats.org/officeDocument/2006/relationships/image" Target="../media/image2.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矩形 22529"/>
          <p:cNvSpPr/>
          <p:nvPr/>
        </p:nvSpPr>
        <p:spPr>
          <a:xfrm>
            <a:off x="687388" y="2073275"/>
            <a:ext cx="7129463" cy="4094480"/>
          </a:xfrm>
          <a:prstGeom prst="rect">
            <a:avLst/>
          </a:prstGeom>
          <a:noFill/>
          <a:ln w="9525">
            <a:noFill/>
            <a:miter/>
          </a:ln>
        </p:spPr>
        <p:txBody>
          <a:bodyPr>
            <a:spAutoFit/>
          </a:bodyPr>
          <a:p>
            <a:pPr marL="533400" lvl="0" indent="-533400" algn="l" fontAlgn="base">
              <a:lnSpc>
                <a:spcPct val="130000"/>
              </a:lnSpc>
              <a:spcBef>
                <a:spcPct val="30000"/>
              </a:spcBef>
              <a:buClr>
                <a:schemeClr val="tx2"/>
              </a:buClr>
              <a:buSzPct val="95000"/>
              <a:buChar char="l"/>
            </a:pPr>
            <a:r>
              <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操作系统在计算机系统中的地位</a:t>
            </a:r>
            <a:endPar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30000"/>
              </a:lnSpc>
              <a:spcBef>
                <a:spcPct val="30000"/>
              </a:spcBef>
              <a:buClr>
                <a:schemeClr val="tx2"/>
              </a:buClr>
              <a:buSzPct val="95000"/>
              <a:buChar char="l"/>
            </a:pPr>
            <a:r>
              <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操作系统的形成与发展</a:t>
            </a:r>
            <a:endPar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30000"/>
              </a:lnSpc>
              <a:spcBef>
                <a:spcPct val="30000"/>
              </a:spcBef>
              <a:buClr>
                <a:schemeClr val="tx2"/>
              </a:buClr>
              <a:buSzPct val="95000"/>
              <a:buChar char="l"/>
            </a:pPr>
            <a:r>
              <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操作系统的定义和特性</a:t>
            </a:r>
            <a:endPar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30000"/>
              </a:lnSpc>
              <a:spcBef>
                <a:spcPct val="30000"/>
              </a:spcBef>
              <a:buClr>
                <a:schemeClr val="tx2"/>
              </a:buClr>
              <a:buSzPct val="95000"/>
              <a:buChar char="l"/>
            </a:pPr>
            <a:r>
              <a:rPr lang="zh-CN" altLang="en-US" sz="2800"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操作系统的类型</a:t>
            </a:r>
            <a:endPar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30000"/>
              </a:lnSpc>
              <a:spcBef>
                <a:spcPct val="30000"/>
              </a:spcBef>
              <a:buClr>
                <a:schemeClr val="tx2"/>
              </a:buClr>
              <a:buSzPct val="95000"/>
              <a:buChar char="l"/>
            </a:pPr>
            <a:r>
              <a:rPr lang="zh-CN" altLang="en-US" sz="2800"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操作系统的资源管理功能</a:t>
            </a:r>
            <a:endPar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30000"/>
              </a:lnSpc>
              <a:spcBef>
                <a:spcPct val="30000"/>
              </a:spcBef>
              <a:buClr>
                <a:schemeClr val="tx2"/>
              </a:buClr>
              <a:buSzPct val="95000"/>
              <a:buChar char="l"/>
            </a:pPr>
            <a:r>
              <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操作系统采用的关键技术</a:t>
            </a:r>
            <a:endPar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pic>
        <p:nvPicPr>
          <p:cNvPr id="2" name="内容占位符 22530"/>
          <p:cNvPicPr>
            <a:picLocks noGrp="1" noChangeAspect="1"/>
          </p:cNvPicPr>
          <p:nvPr>
            <p:ph idx="2147483647"/>
          </p:nvPr>
        </p:nvPicPr>
        <p:blipFill>
          <a:blip r:embed="rId1"/>
          <a:stretch>
            <a:fillRect/>
          </a:stretch>
        </p:blipFill>
        <p:spPr>
          <a:xfrm>
            <a:off x="0" y="0"/>
            <a:ext cx="838200" cy="517525"/>
          </a:xfrm>
        </p:spPr>
      </p:pic>
      <p:sp>
        <p:nvSpPr>
          <p:cNvPr id="23556" name="矩形 22531"/>
          <p:cNvSpPr/>
          <p:nvPr/>
        </p:nvSpPr>
        <p:spPr>
          <a:xfrm>
            <a:off x="690563" y="565150"/>
            <a:ext cx="7129463" cy="1408113"/>
          </a:xfrm>
          <a:prstGeom prst="rect">
            <a:avLst/>
          </a:prstGeom>
          <a:noFill/>
          <a:ln w="9525">
            <a:noFill/>
            <a:miter/>
          </a:ln>
        </p:spPr>
        <p:txBody>
          <a:bodyPr>
            <a:spAutoFit/>
          </a:bodyPr>
          <a:p>
            <a:pPr marL="533400" lvl="0" indent="-533400" algn="ctr" fontAlgn="base">
              <a:lnSpc>
                <a:spcPct val="120000"/>
              </a:lnSpc>
              <a:buClr>
                <a:schemeClr val="tx2"/>
              </a:buClr>
              <a:buSzPct val="95000"/>
            </a:pPr>
            <a:endParaRPr lang="en-US" altLang="x-none" sz="280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ctr" fontAlgn="base">
              <a:lnSpc>
                <a:spcPct val="120000"/>
              </a:lnSpc>
              <a:buClr>
                <a:schemeClr val="tx2"/>
              </a:buClr>
              <a:buSzPct val="95000"/>
            </a:pPr>
            <a:r>
              <a:rPr lang="zh-CN" altLang="en-US" sz="44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第</a:t>
            </a:r>
            <a:r>
              <a:rPr lang="en-US" altLang="x-none" sz="44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1</a:t>
            </a:r>
            <a:r>
              <a:rPr lang="zh-CN" altLang="en-US" sz="44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章  绪论</a:t>
            </a:r>
            <a:endParaRPr lang="zh-CN" altLang="en-US" sz="44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2355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矩形 23553"/>
          <p:cNvSpPr/>
          <p:nvPr/>
        </p:nvSpPr>
        <p:spPr>
          <a:xfrm>
            <a:off x="720725" y="1562100"/>
            <a:ext cx="7696200" cy="2139950"/>
          </a:xfrm>
          <a:prstGeom prst="rect">
            <a:avLst/>
          </a:prstGeom>
          <a:noFill/>
          <a:ln w="9525">
            <a:noFill/>
            <a:miter/>
          </a:ln>
        </p:spPr>
        <p:txBody>
          <a:bodyPr>
            <a:spAutoFit/>
          </a:bodyPr>
          <a:p>
            <a:pPr marL="533400" lvl="0" indent="-533400" algn="ctr" fontAlgn="base">
              <a:lnSpc>
                <a:spcPct val="120000"/>
              </a:lnSpc>
              <a:buClr>
                <a:schemeClr val="tx2"/>
              </a:buClr>
              <a:buSzPct val="95000"/>
            </a:pPr>
            <a:endParaRPr lang="en-US" altLang="x-none" sz="280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ctr" fontAlgn="base">
              <a:lnSpc>
                <a:spcPct val="120000"/>
              </a:lnSpc>
              <a:buClr>
                <a:schemeClr val="tx2"/>
              </a:buClr>
              <a:buSzPct val="95000"/>
            </a:pPr>
            <a:r>
              <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cs typeface="+mn-ea"/>
              </a:rPr>
              <a:t>操作系统在计算机系统中的地位</a:t>
            </a:r>
            <a:endPar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ctr" fontAlgn="base">
              <a:lnSpc>
                <a:spcPct val="120000"/>
              </a:lnSpc>
              <a:buClr>
                <a:schemeClr val="tx2"/>
              </a:buClr>
              <a:buSzPct val="95000"/>
            </a:pPr>
            <a:endPar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endParaRPr>
          </a:p>
        </p:txBody>
      </p:sp>
      <p:pic>
        <p:nvPicPr>
          <p:cNvPr id="2" name="内容占位符 23554"/>
          <p:cNvPicPr>
            <a:picLocks noGrp="1" noChangeAspect="1"/>
          </p:cNvPicPr>
          <p:nvPr>
            <p:ph idx="2147483647"/>
          </p:nvPr>
        </p:nvPicPr>
        <p:blipFill>
          <a:blip r:embed="rId1"/>
          <a:stretch>
            <a:fillRect/>
          </a:stretch>
        </p:blipFill>
        <p:spPr>
          <a:xfrm>
            <a:off x="0" y="0"/>
            <a:ext cx="838200" cy="517525"/>
          </a:xfrm>
        </p:spPr>
      </p:pic>
      <p:sp>
        <p:nvSpPr>
          <p:cNvPr id="24580" name="矩形 23555"/>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操作系统在计算机系统中的地位</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1" name="内容占位符 23554"/>
          <p:cNvPicPr>
            <a:picLocks noGrp="1" noChangeAspect="1"/>
          </p:cNvPicPr>
          <p:nvPr>
            <p:ph idx="2147483647"/>
          </p:nvPr>
        </p:nvPicPr>
        <p:blipFill>
          <a:blip r:embed="rId1"/>
          <a:stretch>
            <a:fillRect/>
          </a:stretch>
        </p:blipFill>
        <p:spPr>
          <a:xfrm>
            <a:off x="0" y="0"/>
            <a:ext cx="838200" cy="517525"/>
          </a:xfrm>
        </p:spPr>
      </p:pic>
      <p:sp>
        <p:nvSpPr>
          <p:cNvPr id="25603" name="矩形 23555"/>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操作系统在计算机系统中的地位</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5604" name="矩形 25603"/>
          <p:cNvSpPr/>
          <p:nvPr/>
        </p:nvSpPr>
        <p:spPr>
          <a:xfrm>
            <a:off x="682625" y="769938"/>
            <a:ext cx="5910263" cy="838200"/>
          </a:xfrm>
          <a:prstGeom prst="rect">
            <a:avLst/>
          </a:prstGeom>
          <a:noFill/>
          <a:ln w="9525">
            <a:noFill/>
            <a:miter/>
          </a:ln>
        </p:spPr>
        <p:txBody>
          <a:bodyPr anchor="ctr"/>
          <a:lst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0" i="0" u="none" kern="1200" baseline="0">
                <a:solidFill>
                  <a:schemeClr val="tx2"/>
                </a:solidFill>
                <a:latin typeface="Arial" panose="020B0604020202020204" pitchFamily="34" charset="0"/>
                <a:ea typeface="宋体" pitchFamily="2" charset="-122"/>
              </a:defRPr>
            </a:lvl1pPr>
          </a:lstStyle>
          <a:p>
            <a:pPr lvl="0" fontAlgn="base"/>
            <a:r>
              <a:rPr lang="zh-CN" altLang="en-US" sz="32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存储程序式计算机</a:t>
            </a:r>
            <a:endParaRPr lang="zh-CN" altLang="en-US" sz="32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5605" name="矩形 25604"/>
          <p:cNvSpPr/>
          <p:nvPr/>
        </p:nvSpPr>
        <p:spPr>
          <a:xfrm>
            <a:off x="381000" y="1669415"/>
            <a:ext cx="8333105" cy="4453255"/>
          </a:xfrm>
          <a:prstGeom prst="rect">
            <a:avLst/>
          </a:prstGeom>
          <a:noFill/>
          <a:ln w="9525">
            <a:noFill/>
            <a:miter/>
          </a:ln>
        </p:spPr>
        <p: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3200" b="0" i="0" u="none" kern="1200" baseline="0">
                <a:solidFill>
                  <a:schemeClr val="bg2"/>
                </a:solidFill>
                <a:latin typeface="Arial" panose="020B0604020202020204" pitchFamily="34" charset="0"/>
                <a:ea typeface="宋体" pitchFamily="2" charset="-122"/>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400" b="0" i="0" u="none" kern="1200" baseline="0">
                <a:solidFill>
                  <a:schemeClr val="bg2"/>
                </a:solidFill>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000" b="0" i="0" u="none" kern="1200" baseline="0">
                <a:solidFill>
                  <a:schemeClr val="bg2"/>
                </a:solidFill>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000" b="0" i="0" u="none" kern="1200" baseline="0">
                <a:solidFill>
                  <a:schemeClr val="bg2"/>
                </a:solidFill>
                <a:latin typeface="+mn-lt"/>
                <a:ea typeface="+mn-ea"/>
                <a:cs typeface="+mn-cs"/>
              </a:defRPr>
            </a:lvl5pPr>
          </a:lstStyle>
          <a:p>
            <a:pPr lvl="0" fontAlgn="base">
              <a:spcAft>
                <a:spcPct val="20000"/>
              </a:spcAft>
              <a:buNone/>
            </a:pPr>
            <a:r>
              <a:rPr lang="zh-CN" altLang="en-US" b="1" strike="noStrike" noProof="1" dirty="0">
                <a:solidFill>
                  <a:schemeClr val="tx1"/>
                </a:solidFill>
                <a:latin typeface="DejaVu Sans" panose="020B0603030804020204" charset="0"/>
                <a:ea typeface="方正书宋_GBK" panose="02000000000000000000" charset="-122"/>
                <a:cs typeface="+mn-ea"/>
              </a:rPr>
              <a:t>看清一个事物本质就要从它的产生说起：</a:t>
            </a:r>
            <a:endParaRPr lang="zh-CN" altLang="en-US" b="1" strike="noStrike" noProof="1" dirty="0">
              <a:solidFill>
                <a:schemeClr val="tx1"/>
              </a:solidFill>
              <a:latin typeface="DejaVu Sans" panose="020B0603030804020204" charset="0"/>
              <a:ea typeface="方正书宋_GBK" panose="02000000000000000000" charset="-122"/>
            </a:endParaRPr>
          </a:p>
          <a:p>
            <a:pPr lvl="0" fontAlgn="base">
              <a:spcAft>
                <a:spcPct val="20000"/>
              </a:spcAft>
              <a:buNone/>
            </a:pPr>
            <a:r>
              <a:rPr lang="zh-CN" altLang="en-US" sz="2400" strike="noStrike" noProof="1" dirty="0">
                <a:solidFill>
                  <a:schemeClr val="tx1"/>
                </a:solidFill>
                <a:latin typeface="DejaVu Sans" panose="020B0603030804020204" charset="0"/>
                <a:ea typeface="方正书宋_GBK" panose="02000000000000000000" charset="-122"/>
                <a:cs typeface="+mn-ea"/>
              </a:rPr>
              <a:t>计算机的产生：我们需要进行大量的计算</a:t>
            </a:r>
            <a:endParaRPr lang="zh-CN" altLang="en-US" b="1" strike="noStrike" noProof="1" dirty="0">
              <a:solidFill>
                <a:schemeClr val="tx1"/>
              </a:solidFill>
              <a:latin typeface="DejaVu Sans" panose="020B0603030804020204" charset="0"/>
              <a:ea typeface="方正书宋_GBK" panose="02000000000000000000" charset="-122"/>
              <a:cs typeface="+mn-ea"/>
            </a:endParaRPr>
          </a:p>
          <a:p>
            <a:pPr lvl="0" fontAlgn="base">
              <a:spcAft>
                <a:spcPct val="20000"/>
              </a:spcAft>
              <a:buNone/>
            </a:pPr>
            <a:r>
              <a:rPr lang="zh-CN" altLang="en-US" sz="240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加密解密、统计、物理计算、其他复杂问题</a:t>
            </a:r>
            <a:r>
              <a:rPr lang="zh-CN" altLang="en-US" sz="2400" b="1" i="1" strike="noStrike" noProof="1" dirty="0">
                <a:solidFill>
                  <a:schemeClr val="tx1"/>
                </a:solidFill>
                <a:effectLst/>
                <a:latin typeface="DejaVu Sans" panose="020B0603030804020204" charset="0"/>
                <a:ea typeface="方正书宋_GBK" panose="02000000000000000000" charset="-122"/>
                <a:cs typeface="+mn-ea"/>
              </a:rPr>
              <a:t>需要转化成</a:t>
            </a:r>
            <a:r>
              <a:rPr lang="zh-CN" altLang="en-US" sz="2400" b="1" i="1" dirty="0">
                <a:solidFill>
                  <a:schemeClr val="tx1"/>
                </a:solidFill>
                <a:effectLst/>
                <a:latin typeface="DejaVu Sans" panose="020B0603030804020204" charset="0"/>
                <a:ea typeface="方正书宋_GBK" panose="02000000000000000000" charset="-122"/>
                <a:cs typeface="+mn-ea"/>
                <a:sym typeface="+mn-ea"/>
              </a:rPr>
              <a:t>算术</a:t>
            </a:r>
            <a:r>
              <a:rPr lang="zh-CN" altLang="en-US" sz="2400" b="1" i="1" strike="noStrike" noProof="1" dirty="0">
                <a:solidFill>
                  <a:schemeClr val="tx1"/>
                </a:solidFill>
                <a:effectLst/>
                <a:latin typeface="DejaVu Sans" panose="020B0603030804020204" charset="0"/>
                <a:ea typeface="方正书宋_GBK" panose="02000000000000000000" charset="-122"/>
                <a:cs typeface="+mn-ea"/>
              </a:rPr>
              <a:t>四则运算才能求解</a:t>
            </a:r>
            <a:endParaRPr lang="x-none" altLang="zh-CN" sz="240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lvl="0" fontAlgn="base">
              <a:spcAft>
                <a:spcPct val="20000"/>
              </a:spcAft>
              <a:buNone/>
            </a:pPr>
            <a:r>
              <a:rPr lang="zh-CN" altLang="en-US" sz="2400" b="1"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手工操作过程</a:t>
            </a:r>
            <a:r>
              <a:rPr lang="x-none" altLang="zh-CN" sz="2400" b="1"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a:t>
            </a:r>
            <a:r>
              <a:rPr lang="x-none" altLang="zh-CN" sz="2400" i="1" strike="noStrike" noProof="1" dirty="0">
                <a:solidFill>
                  <a:schemeClr val="tx1"/>
                </a:solidFill>
                <a:effectLst/>
                <a:latin typeface="DejaVu Sans" panose="020B0603030804020204" charset="0"/>
                <a:ea typeface="方正书宋_GBK" panose="02000000000000000000" charset="-122"/>
                <a:cs typeface="+mn-ea"/>
              </a:rPr>
              <a:t>人来主导</a:t>
            </a:r>
            <a:r>
              <a:rPr lang="zh-CN" altLang="x-none" sz="2400" i="1" strike="noStrike" noProof="1" dirty="0">
                <a:solidFill>
                  <a:schemeClr val="tx1"/>
                </a:solidFill>
                <a:effectLst/>
                <a:latin typeface="DejaVu Sans" panose="020B0603030804020204" charset="0"/>
                <a:ea typeface="方正书宋_GBK" panose="02000000000000000000" charset="-122"/>
                <a:cs typeface="+mn-ea"/>
              </a:rPr>
              <a:t>，</a:t>
            </a:r>
            <a:r>
              <a:rPr lang="zh-CN" altLang="x-none" sz="240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预先</a:t>
            </a:r>
            <a:r>
              <a:rPr lang="x-none" altLang="zh-CN" sz="240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确定</a:t>
            </a:r>
            <a:r>
              <a:rPr lang="x-none" altLang="zh-CN" sz="240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计算方案，输入原始数据，按操作步骤做第一步计算，记下中间结果，再做第二步计算，</a:t>
            </a:r>
            <a:r>
              <a:rPr lang="zh-CN" altLang="x-none" sz="240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直到</a:t>
            </a:r>
            <a:r>
              <a:rPr lang="x-none" altLang="zh-CN" sz="240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算出最终结果，记录最终结果。</a:t>
            </a:r>
            <a:endParaRPr lang="x-none" altLang="zh-CN" sz="240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lvl="0" fontAlgn="base">
              <a:spcAft>
                <a:spcPct val="20000"/>
              </a:spcAft>
              <a:buNone/>
            </a:pPr>
            <a:r>
              <a:rPr lang="x-none" altLang="zh-CN"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计算工具：算盘和计算器（辅助人来加快计算）</a:t>
            </a:r>
            <a:r>
              <a:rPr lang="zh-CN" altLang="x-none"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zh-CN" altLang="x-none" sz="2400"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纸张</a:t>
            </a:r>
            <a:r>
              <a:rPr lang="x-none" altLang="zh-CN" sz="2400"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a:t>
            </a:r>
            <a:r>
              <a:rPr lang="zh-CN" altLang="x-none"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记录结果</a:t>
            </a:r>
            <a:r>
              <a:rPr lang="x-none" altLang="zh-CN"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endParaRPr lang="zh-CN" altLang="en-US" sz="2400" b="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2560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1" name="内容占位符 23554"/>
          <p:cNvPicPr>
            <a:picLocks noGrp="1" noChangeAspect="1"/>
          </p:cNvPicPr>
          <p:nvPr>
            <p:ph idx="2147483647"/>
          </p:nvPr>
        </p:nvPicPr>
        <p:blipFill>
          <a:blip r:embed="rId1"/>
          <a:stretch>
            <a:fillRect/>
          </a:stretch>
        </p:blipFill>
        <p:spPr>
          <a:xfrm>
            <a:off x="0" y="0"/>
            <a:ext cx="838200" cy="517525"/>
          </a:xfrm>
        </p:spPr>
      </p:pic>
      <p:sp>
        <p:nvSpPr>
          <p:cNvPr id="25603" name="矩形 23555"/>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操作系统在计算机系统中的地位</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5604" name="矩形 25603"/>
          <p:cNvSpPr/>
          <p:nvPr/>
        </p:nvSpPr>
        <p:spPr>
          <a:xfrm>
            <a:off x="682625" y="769938"/>
            <a:ext cx="5910263" cy="838200"/>
          </a:xfrm>
          <a:prstGeom prst="rect">
            <a:avLst/>
          </a:prstGeom>
          <a:noFill/>
          <a:ln w="9525">
            <a:noFill/>
            <a:miter/>
          </a:ln>
        </p:spPr>
        <p:txBody>
          <a:bodyPr anchor="ctr"/>
          <a:lst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0" i="0" u="none" kern="1200" baseline="0">
                <a:solidFill>
                  <a:schemeClr val="tx2"/>
                </a:solidFill>
                <a:latin typeface="Arial" panose="020B0604020202020204" pitchFamily="34" charset="0"/>
                <a:ea typeface="宋体" pitchFamily="2" charset="-122"/>
              </a:defRPr>
            </a:lvl1pPr>
          </a:lstStyle>
          <a:p>
            <a:pPr lvl="0" fontAlgn="base"/>
            <a:r>
              <a:rPr lang="zh-CN" altLang="en-US" sz="32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存储程序式计算机</a:t>
            </a:r>
            <a:endParaRPr lang="zh-CN" altLang="en-US" sz="32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5605" name="矩形 25604"/>
          <p:cNvSpPr/>
          <p:nvPr/>
        </p:nvSpPr>
        <p:spPr>
          <a:xfrm>
            <a:off x="381000" y="1669415"/>
            <a:ext cx="8333105" cy="4252595"/>
          </a:xfrm>
          <a:prstGeom prst="rect">
            <a:avLst/>
          </a:prstGeom>
          <a:noFill/>
          <a:ln w="9525">
            <a:noFill/>
            <a:miter/>
          </a:ln>
        </p:spPr>
        <p: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3200" b="0" i="0" u="none" kern="1200" baseline="0">
                <a:solidFill>
                  <a:schemeClr val="bg2"/>
                </a:solidFill>
                <a:latin typeface="Arial" panose="020B0604020202020204" pitchFamily="34" charset="0"/>
                <a:ea typeface="宋体" pitchFamily="2" charset="-122"/>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400" b="0" i="0" u="none" kern="1200" baseline="0">
                <a:solidFill>
                  <a:schemeClr val="bg2"/>
                </a:solidFill>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000" b="0" i="0" u="none" kern="1200" baseline="0">
                <a:solidFill>
                  <a:schemeClr val="bg2"/>
                </a:solidFill>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000" b="0" i="0" u="none" kern="1200" baseline="0">
                <a:solidFill>
                  <a:schemeClr val="bg2"/>
                </a:solidFill>
                <a:latin typeface="+mn-lt"/>
                <a:ea typeface="+mn-ea"/>
                <a:cs typeface="+mn-cs"/>
              </a:defRPr>
            </a:lvl5pPr>
          </a:lstStyle>
          <a:p>
            <a:pPr lvl="0" fontAlgn="base">
              <a:spcAft>
                <a:spcPct val="20000"/>
              </a:spcAft>
              <a:buNone/>
            </a:pPr>
            <a:r>
              <a:rPr lang="zh-CN" altLang="en-US" sz="2400" strike="noStrike" noProof="1" dirty="0">
                <a:solidFill>
                  <a:schemeClr val="tx1"/>
                </a:solidFill>
                <a:effectLst/>
                <a:latin typeface="DejaVu Sans" panose="020B0603030804020204" charset="0"/>
                <a:ea typeface="方正书宋_GBK" panose="02000000000000000000" charset="-122"/>
                <a:cs typeface="+mn-ea"/>
              </a:rPr>
              <a:t>怎么用一种机器实现计算的自动化：</a:t>
            </a:r>
            <a:endParaRPr lang="zh-CN" altLang="en-US" sz="2400" strike="noStrike" noProof="1" dirty="0">
              <a:solidFill>
                <a:schemeClr val="tx1"/>
              </a:solidFill>
              <a:effectLst/>
              <a:latin typeface="DejaVu Sans" panose="020B0603030804020204" charset="0"/>
              <a:ea typeface="方正书宋_GBK" panose="02000000000000000000" charset="-122"/>
              <a:cs typeface="+mn-ea"/>
            </a:endParaRPr>
          </a:p>
          <a:p>
            <a:pPr lvl="0" fontAlgn="base">
              <a:spcAft>
                <a:spcPct val="20000"/>
              </a:spcAft>
              <a:buNone/>
            </a:pPr>
            <a:r>
              <a:rPr lang="en-US" altLang="zh-CN" sz="2400" strike="noStrike" noProof="1" dirty="0">
                <a:solidFill>
                  <a:schemeClr val="tx1"/>
                </a:solidFill>
                <a:effectLst/>
                <a:latin typeface="DejaVu Sans" panose="020B0603030804020204" charset="0"/>
                <a:ea typeface="方正书宋_GBK" panose="02000000000000000000" charset="-122"/>
                <a:cs typeface="+mn-ea"/>
              </a:rPr>
              <a:t>		</a:t>
            </a:r>
            <a:r>
              <a:rPr lang="zh-CN" altLang="en-US" sz="2400" strike="noStrike" noProof="1" dirty="0">
                <a:solidFill>
                  <a:schemeClr val="tx1"/>
                </a:solidFill>
                <a:effectLst/>
                <a:latin typeface="DejaVu Sans" panose="020B0603030804020204" charset="0"/>
                <a:ea typeface="方正书宋_GBK" panose="02000000000000000000" charset="-122"/>
                <a:cs typeface="+mn-ea"/>
              </a:rPr>
              <a:t>冯诺依曼总结手工操作的规律（书P1），提出</a:t>
            </a:r>
            <a:r>
              <a:rPr lang="zh-CN" altLang="en-US" sz="2400" dirty="0">
                <a:solidFill>
                  <a:schemeClr val="tx1"/>
                </a:solidFill>
                <a:effectLst/>
                <a:latin typeface="DejaVu Sans" panose="020B0603030804020204" charset="0"/>
                <a:ea typeface="方正书宋_GBK" panose="02000000000000000000" charset="-122"/>
                <a:cs typeface="+mn-ea"/>
                <a:sym typeface="+mn-ea"/>
              </a:rPr>
              <a:t>计算机要进行自动计算</a:t>
            </a:r>
            <a:r>
              <a:rPr lang="zh-CN" altLang="en-US" sz="2400" strike="noStrike" noProof="1" dirty="0">
                <a:solidFill>
                  <a:schemeClr val="tx1"/>
                </a:solidFill>
                <a:effectLst/>
                <a:latin typeface="DejaVu Sans" panose="020B0603030804020204" charset="0"/>
                <a:ea typeface="方正书宋_GBK" panose="02000000000000000000" charset="-122"/>
                <a:cs typeface="+mn-ea"/>
              </a:rPr>
              <a:t>：</a:t>
            </a:r>
            <a:endParaRPr lang="zh-CN" altLang="en-US" sz="2400" strike="noStrike" noProof="1" dirty="0">
              <a:solidFill>
                <a:schemeClr val="tx1"/>
              </a:solidFill>
              <a:effectLst/>
              <a:latin typeface="DejaVu Sans" panose="020B0603030804020204" charset="0"/>
              <a:ea typeface="方正书宋_GBK" panose="02000000000000000000" charset="-122"/>
              <a:cs typeface="+mn-ea"/>
            </a:endParaRPr>
          </a:p>
          <a:p>
            <a:pPr lvl="0" fontAlgn="base">
              <a:spcAft>
                <a:spcPct val="20000"/>
              </a:spcAft>
              <a:buNone/>
            </a:pPr>
            <a:r>
              <a:rPr lang="en-US" altLang="zh-CN" sz="2400" strike="noStrike" noProof="1" dirty="0">
                <a:solidFill>
                  <a:schemeClr val="tx1"/>
                </a:solidFill>
                <a:effectLst/>
                <a:latin typeface="DejaVu Sans" panose="020B0603030804020204" charset="0"/>
                <a:ea typeface="方正书宋_GBK" panose="02000000000000000000" charset="-122"/>
                <a:cs typeface="+mn-ea"/>
              </a:rPr>
              <a:t>	</a:t>
            </a:r>
            <a:r>
              <a:rPr lang="zh-CN" altLang="en-US" sz="2400" strike="noStrike" noProof="1" dirty="0">
                <a:solidFill>
                  <a:schemeClr val="tx1"/>
                </a:solidFill>
                <a:effectLst/>
                <a:latin typeface="DejaVu Sans" panose="020B0603030804020204" charset="0"/>
                <a:ea typeface="方正书宋_GBK" panose="02000000000000000000" charset="-122"/>
                <a:cs typeface="+mn-ea"/>
              </a:rPr>
              <a:t>1 必须预先有计算方案（计算过程描述）和初始数据，</a:t>
            </a:r>
            <a:endParaRPr lang="zh-CN" altLang="en-US" sz="2400" strike="noStrike" noProof="1" dirty="0">
              <a:solidFill>
                <a:schemeClr val="tx1"/>
              </a:solidFill>
              <a:effectLst/>
              <a:latin typeface="DejaVu Sans" panose="020B0603030804020204" charset="0"/>
              <a:ea typeface="方正书宋_GBK" panose="02000000000000000000" charset="-122"/>
              <a:cs typeface="+mn-ea"/>
            </a:endParaRPr>
          </a:p>
          <a:p>
            <a:pPr lvl="0" fontAlgn="base">
              <a:spcAft>
                <a:spcPct val="20000"/>
              </a:spcAft>
              <a:buNone/>
            </a:pPr>
            <a:r>
              <a:rPr lang="en-US" altLang="zh-CN" sz="2400" strike="noStrike" noProof="1" dirty="0">
                <a:solidFill>
                  <a:schemeClr val="tx1"/>
                </a:solidFill>
                <a:effectLst/>
                <a:latin typeface="DejaVu Sans" panose="020B0603030804020204" charset="0"/>
                <a:ea typeface="方正书宋_GBK" panose="02000000000000000000" charset="-122"/>
                <a:cs typeface="+mn-ea"/>
              </a:rPr>
              <a:t>	</a:t>
            </a:r>
            <a:r>
              <a:rPr lang="zh-CN" altLang="en-US" sz="2400" strike="noStrike" noProof="1" dirty="0">
                <a:solidFill>
                  <a:schemeClr val="tx1"/>
                </a:solidFill>
                <a:effectLst/>
                <a:latin typeface="DejaVu Sans" panose="020B0603030804020204" charset="0"/>
                <a:ea typeface="方正书宋_GBK" panose="02000000000000000000" charset="-122"/>
                <a:cs typeface="+mn-ea"/>
              </a:rPr>
              <a:t>2 计算机</a:t>
            </a:r>
            <a:r>
              <a:rPr lang="zh-CN" altLang="en-US" sz="2400" dirty="0">
                <a:solidFill>
                  <a:schemeClr val="tx1"/>
                </a:solidFill>
                <a:effectLst/>
                <a:latin typeface="DejaVu Sans" panose="020B0603030804020204" charset="0"/>
                <a:ea typeface="方正书宋_GBK" panose="02000000000000000000" charset="-122"/>
                <a:cs typeface="+mn-ea"/>
                <a:sym typeface="+mn-ea"/>
              </a:rPr>
              <a:t>能够</a:t>
            </a:r>
            <a:r>
              <a:rPr lang="zh-CN" altLang="en-US" sz="2400" strike="noStrike" noProof="1" dirty="0">
                <a:solidFill>
                  <a:schemeClr val="tx1"/>
                </a:solidFill>
                <a:effectLst/>
                <a:latin typeface="DejaVu Sans" panose="020B0603030804020204" charset="0"/>
                <a:ea typeface="方正书宋_GBK" panose="02000000000000000000" charset="-122"/>
                <a:cs typeface="+mn-ea"/>
              </a:rPr>
              <a:t>理解计算过程并顺序执行操作，</a:t>
            </a:r>
            <a:endParaRPr lang="zh-CN" altLang="en-US" sz="2400" strike="noStrike" noProof="1" dirty="0">
              <a:solidFill>
                <a:schemeClr val="tx1"/>
              </a:solidFill>
              <a:effectLst/>
              <a:latin typeface="DejaVu Sans" panose="020B0603030804020204" charset="0"/>
              <a:ea typeface="方正书宋_GBK" panose="02000000000000000000" charset="-122"/>
              <a:cs typeface="+mn-ea"/>
            </a:endParaRPr>
          </a:p>
          <a:p>
            <a:pPr lvl="0" fontAlgn="base">
              <a:spcAft>
                <a:spcPct val="20000"/>
              </a:spcAft>
              <a:buNone/>
            </a:pPr>
            <a:r>
              <a:rPr lang="en-US" altLang="zh-CN" sz="2400" strike="noStrike" noProof="1" dirty="0">
                <a:solidFill>
                  <a:schemeClr val="tx1"/>
                </a:solidFill>
                <a:effectLst/>
                <a:latin typeface="DejaVu Sans" panose="020B0603030804020204" charset="0"/>
                <a:ea typeface="方正书宋_GBK" panose="02000000000000000000" charset="-122"/>
                <a:cs typeface="+mn-ea"/>
              </a:rPr>
              <a:t>	</a:t>
            </a:r>
            <a:r>
              <a:rPr lang="zh-CN" altLang="en-US" sz="2400" strike="noStrike" noProof="1" dirty="0">
                <a:solidFill>
                  <a:schemeClr val="tx1"/>
                </a:solidFill>
                <a:effectLst/>
                <a:latin typeface="DejaVu Sans" panose="020B0603030804020204" charset="0"/>
                <a:ea typeface="方正书宋_GBK" panose="02000000000000000000" charset="-122"/>
                <a:cs typeface="+mn-ea"/>
              </a:rPr>
              <a:t>3 计算机能够获取指令，初始数据和中间计算数据，输出结果。</a:t>
            </a:r>
            <a:endParaRPr lang="zh-CN" altLang="en-US" sz="2400" b="1" dirty="0">
              <a:solidFill>
                <a:schemeClr val="tx1"/>
              </a:solidFill>
              <a:effectLst/>
              <a:latin typeface="DejaVu Sans" panose="020B0603030804020204" charset="0"/>
              <a:ea typeface="方正书宋_GBK" panose="02000000000000000000" charset="-122"/>
              <a:cs typeface="+mn-ea"/>
              <a:sym typeface="+mn-ea"/>
            </a:endParaRPr>
          </a:p>
          <a:p>
            <a:pPr lvl="0" fontAlgn="base">
              <a:spcAft>
                <a:spcPct val="20000"/>
              </a:spcAft>
              <a:buNone/>
            </a:pPr>
            <a:r>
              <a:rPr lang="en-US" altLang="zh-CN" sz="2400" b="1" dirty="0">
                <a:solidFill>
                  <a:schemeClr val="tx1"/>
                </a:solidFill>
                <a:effectLst/>
                <a:latin typeface="DejaVu Sans" panose="020B0603030804020204" charset="0"/>
                <a:ea typeface="方正书宋_GBK" panose="02000000000000000000" charset="-122"/>
                <a:cs typeface="+mn-ea"/>
                <a:sym typeface="+mn-ea"/>
              </a:rPr>
              <a:t>1945</a:t>
            </a:r>
            <a:r>
              <a:rPr lang="zh-CN" altLang="en-US" sz="2400" b="1" dirty="0">
                <a:solidFill>
                  <a:schemeClr val="tx1"/>
                </a:solidFill>
                <a:effectLst/>
                <a:latin typeface="DejaVu Sans" panose="020B0603030804020204" charset="0"/>
                <a:ea typeface="方正书宋_GBK" panose="02000000000000000000" charset="-122"/>
                <a:cs typeface="+mn-ea"/>
                <a:sym typeface="+mn-ea"/>
              </a:rPr>
              <a:t>年，数学家 冯.诺依曼 提出了</a:t>
            </a:r>
            <a:r>
              <a:rPr lang="x-none" altLang="zh-CN" sz="2400" b="1" u="sng" dirty="0">
                <a:solidFill>
                  <a:schemeClr val="tx1"/>
                </a:solidFill>
                <a:effectLst/>
                <a:latin typeface="DejaVu Sans" panose="020B0603030804020204" charset="0"/>
                <a:ea typeface="方正书宋_GBK" panose="02000000000000000000" charset="-122"/>
                <a:cs typeface="+mn-ea"/>
                <a:sym typeface="+mn-ea"/>
              </a:rPr>
              <a:t>存储程序式计算机</a:t>
            </a:r>
            <a:r>
              <a:rPr lang="x-none" altLang="zh-CN" sz="2400" b="1" dirty="0">
                <a:solidFill>
                  <a:schemeClr val="tx1"/>
                </a:solidFill>
                <a:effectLst/>
                <a:latin typeface="DejaVu Sans" panose="020B0603030804020204" charset="0"/>
                <a:ea typeface="方正书宋_GBK" panose="02000000000000000000" charset="-122"/>
                <a:cs typeface="+mn-ea"/>
                <a:sym typeface="+mn-ea"/>
              </a:rPr>
              <a:t>（</a:t>
            </a:r>
            <a:r>
              <a:rPr lang="zh-CN" altLang="en-US" sz="2400" b="1" u="sng" dirty="0">
                <a:solidFill>
                  <a:schemeClr val="tx1"/>
                </a:solidFill>
                <a:effectLst/>
                <a:latin typeface="DejaVu Sans" panose="020B0603030804020204" charset="0"/>
                <a:ea typeface="方正书宋_GBK" panose="02000000000000000000" charset="-122"/>
                <a:cs typeface="+mn-ea"/>
                <a:sym typeface="+mn-ea"/>
              </a:rPr>
              <a:t>冯.诺依曼计算机体系结构</a:t>
            </a:r>
            <a:r>
              <a:rPr lang="zh-CN" altLang="en-US" sz="2400" b="1" dirty="0">
                <a:solidFill>
                  <a:schemeClr val="tx1"/>
                </a:solidFill>
                <a:effectLst/>
                <a:latin typeface="DejaVu Sans" panose="020B0603030804020204" charset="0"/>
                <a:ea typeface="方正书宋_GBK" panose="02000000000000000000" charset="-122"/>
                <a:cs typeface="+mn-ea"/>
                <a:sym typeface="+mn-ea"/>
              </a:rPr>
              <a:t> </a:t>
            </a:r>
            <a:r>
              <a:rPr lang="x-none" altLang="zh-CN" sz="2400" b="1" dirty="0">
                <a:solidFill>
                  <a:schemeClr val="tx1"/>
                </a:solidFill>
                <a:effectLst/>
                <a:latin typeface="DejaVu Sans" panose="020B0603030804020204" charset="0"/>
                <a:ea typeface="方正书宋_GBK" panose="02000000000000000000" charset="-122"/>
                <a:cs typeface="+mn-ea"/>
                <a:sym typeface="+mn-ea"/>
              </a:rPr>
              <a:t>）</a:t>
            </a:r>
            <a:r>
              <a:rPr lang="zh-CN" altLang="en-US" sz="2400" b="1" dirty="0">
                <a:solidFill>
                  <a:schemeClr val="tx1"/>
                </a:solidFill>
                <a:effectLst/>
                <a:latin typeface="DejaVu Sans" panose="020B0603030804020204" charset="0"/>
                <a:ea typeface="方正书宋_GBK" panose="02000000000000000000" charset="-122"/>
                <a:cs typeface="+mn-ea"/>
                <a:sym typeface="+mn-ea"/>
              </a:rPr>
              <a:t>－&gt; 实现了计算的自动化</a:t>
            </a:r>
            <a:endParaRPr lang="zh-CN" altLang="en-US" sz="2400" b="1"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lvl="0" fontAlgn="base">
              <a:spcAft>
                <a:spcPct val="20000"/>
              </a:spcAft>
              <a:buNone/>
            </a:pPr>
            <a:endParaRPr lang="zh-CN" altLang="en-US" sz="2400" b="1"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2560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5" name="内容占位符 23554"/>
          <p:cNvPicPr>
            <a:picLocks noGrp="1" noChangeAspect="1"/>
          </p:cNvPicPr>
          <p:nvPr>
            <p:ph idx="2147483647"/>
          </p:nvPr>
        </p:nvPicPr>
        <p:blipFill>
          <a:blip r:embed="rId1"/>
          <a:stretch>
            <a:fillRect/>
          </a:stretch>
        </p:blipFill>
        <p:spPr>
          <a:xfrm>
            <a:off x="0" y="0"/>
            <a:ext cx="838200" cy="517525"/>
          </a:xfrm>
        </p:spPr>
      </p:pic>
      <p:sp>
        <p:nvSpPr>
          <p:cNvPr id="26627" name="矩形 23555"/>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操作系统在计算机系统中的地位</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 name="矩形 26627"/>
          <p:cNvSpPr/>
          <p:nvPr/>
        </p:nvSpPr>
        <p:spPr>
          <a:xfrm>
            <a:off x="6054090" y="671195"/>
            <a:ext cx="2156460" cy="3379470"/>
          </a:xfrm>
          <a:prstGeom prst="rect">
            <a:avLst/>
          </a:prstGeom>
          <a:noFill/>
          <a:ln w="9525" cap="flat" cmpd="sng">
            <a:solidFill>
              <a:schemeClr val="tx1"/>
            </a:solidFill>
            <a:prstDash val="solid"/>
            <a:miter/>
            <a:headEnd type="none" w="med" len="med"/>
            <a:tailEnd type="none" w="med" len="med"/>
          </a:ln>
        </p:spPr>
        <p:txBody>
          <a:bodyPr anchor="t"/>
          <a:p>
            <a:pPr lvl="0"/>
            <a:endParaRPr lang="zh-CN" altLang="en-US">
              <a:latin typeface="DejaVu Sans" panose="020B0603030804020204" charset="0"/>
              <a:ea typeface="方正书宋_GBK" panose="02000000000000000000" charset="-122"/>
            </a:endParaRPr>
          </a:p>
        </p:txBody>
      </p:sp>
      <p:sp>
        <p:nvSpPr>
          <p:cNvPr id="26628" name="文本框 26628"/>
          <p:cNvSpPr txBox="1"/>
          <p:nvPr/>
        </p:nvSpPr>
        <p:spPr>
          <a:xfrm>
            <a:off x="6168390" y="782320"/>
            <a:ext cx="1624965" cy="472440"/>
          </a:xfrm>
          <a:prstGeom prst="rect">
            <a:avLst/>
          </a:prstGeom>
          <a:noFill/>
          <a:ln w="9525">
            <a:noFill/>
            <a:miter/>
          </a:ln>
        </p:spPr>
        <p:txBody>
          <a:bodyPr wrap="square" lIns="72418" tIns="36208" rIns="72418" bIns="36208" anchor="t">
            <a:spAutoFit/>
          </a:bodyPr>
          <a:p>
            <a:pPr lvl="0"/>
            <a:r>
              <a:rPr lang="zh-CN" altLang="en-US" sz="2600" b="0" dirty="0">
                <a:solidFill>
                  <a:schemeClr val="tx1"/>
                </a:solidFill>
                <a:latin typeface="DejaVu Sans" panose="020B0603030804020204" charset="0"/>
                <a:ea typeface="方正书宋_GBK" panose="02000000000000000000" charset="-122"/>
              </a:rPr>
              <a:t>主存储器</a:t>
            </a:r>
            <a:endParaRPr lang="zh-CN" altLang="en-US" sz="2600" b="0" dirty="0">
              <a:solidFill>
                <a:schemeClr val="tx1"/>
              </a:solidFill>
              <a:latin typeface="DejaVu Sans" panose="020B0603030804020204" charset="0"/>
              <a:ea typeface="方正书宋_GBK" panose="02000000000000000000" charset="-122"/>
            </a:endParaRPr>
          </a:p>
        </p:txBody>
      </p:sp>
      <p:graphicFrame>
        <p:nvGraphicFramePr>
          <p:cNvPr id="26630" name="表格 26629"/>
          <p:cNvGraphicFramePr/>
          <p:nvPr/>
        </p:nvGraphicFramePr>
        <p:xfrm>
          <a:off x="6526530" y="1318895"/>
          <a:ext cx="1266825" cy="2517775"/>
        </p:xfrm>
        <a:graphic>
          <a:graphicData uri="http://schemas.openxmlformats.org/drawingml/2006/table">
            <a:tbl>
              <a:tblPr/>
              <a:tblGrid>
                <a:gridCol w="1266825"/>
              </a:tblGrid>
              <a:tr h="50228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lgn="ctr">
                        <a:buNone/>
                      </a:pPr>
                      <a:r>
                        <a:rPr lang="zh-CN" altLang="en-US" sz="1800" b="1" dirty="0">
                          <a:solidFill>
                            <a:srgbClr val="FFFFFF"/>
                          </a:solidFill>
                          <a:latin typeface="DejaVu Sans" panose="020B0603030804020204" charset="0"/>
                          <a:ea typeface="方正书宋_GBK" panose="02000000000000000000" charset="-122"/>
                          <a:cs typeface="DejaVu Sans" panose="020B0603030804020204" charset="0"/>
                        </a:rPr>
                        <a:t>指令</a:t>
                      </a:r>
                      <a:endParaRPr lang="zh-CN" altLang="en-US" sz="1800" b="1" dirty="0">
                        <a:solidFill>
                          <a:srgbClr val="FFFFFF"/>
                        </a:solidFill>
                        <a:latin typeface="DejaVu Sans" panose="020B0603030804020204" charset="0"/>
                        <a:ea typeface="方正书宋_GBK" panose="02000000000000000000" charset="-122"/>
                        <a:cs typeface="DejaVu Sans" panose="020B0603030804020204" charset="0"/>
                      </a:endParaRPr>
                    </a:p>
                  </a:txBody>
                  <a:tcPr vert="horz" anchor="ctr">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w="3175" cap="flat" cmpd="sng">
                      <a:solidFill>
                        <a:schemeClr val="tx1"/>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alpha val="100000"/>
                      </a:srgbClr>
                    </a:solidFill>
                  </a:tcPr>
                </a:tc>
              </a:tr>
              <a:tr h="50546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lgn="ctr">
                        <a:buNone/>
                      </a:pPr>
                      <a:r>
                        <a:rPr lang="zh-CN" altLang="en-US" sz="1800" dirty="0">
                          <a:solidFill>
                            <a:srgbClr val="000000"/>
                          </a:solidFill>
                          <a:latin typeface="DejaVu Sans" panose="020B0603030804020204" charset="0"/>
                          <a:ea typeface="方正书宋_GBK" panose="02000000000000000000" charset="-122"/>
                          <a:cs typeface="DejaVu Sans" panose="020B0603030804020204" charset="0"/>
                          <a:sym typeface="+mn-ea"/>
                        </a:rPr>
                        <a:t>指令</a:t>
                      </a:r>
                      <a:endParaRPr lang="zh-CN" altLang="en-US" sz="1800" dirty="0">
                        <a:solidFill>
                          <a:srgbClr val="000000"/>
                        </a:solidFill>
                        <a:latin typeface="DejaVu Sans" panose="020B0603030804020204" charset="0"/>
                        <a:ea typeface="方正书宋_GBK" panose="02000000000000000000" charset="-122"/>
                        <a:cs typeface="DejaVu Sans" panose="020B0603030804020204" charset="0"/>
                      </a:endParaRPr>
                    </a:p>
                  </a:txBody>
                  <a:tcPr vert="horz" anchor="ctr">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r>
              <a:tr h="50228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lgn="ctr">
                        <a:buNone/>
                      </a:pPr>
                      <a:r>
                        <a:rPr lang="zh-CN" altLang="en-US" sz="1800" dirty="0">
                          <a:solidFill>
                            <a:srgbClr val="000000"/>
                          </a:solidFill>
                          <a:latin typeface="DejaVu Sans" panose="020B0603030804020204" charset="0"/>
                          <a:ea typeface="方正书宋_GBK" panose="02000000000000000000" charset="-122"/>
                          <a:cs typeface="DejaVu Sans" panose="020B0603030804020204" charset="0"/>
                        </a:rPr>
                        <a:t>指令</a:t>
                      </a:r>
                      <a:endParaRPr lang="zh-CN" altLang="en-US" sz="1800" dirty="0">
                        <a:solidFill>
                          <a:srgbClr val="000000"/>
                        </a:solidFill>
                        <a:latin typeface="DejaVu Sans" panose="020B0603030804020204" charset="0"/>
                        <a:ea typeface="方正书宋_GBK" panose="02000000000000000000" charset="-122"/>
                        <a:cs typeface="DejaVu Sans" panose="020B0603030804020204" charset="0"/>
                      </a:endParaRPr>
                    </a:p>
                  </a:txBody>
                  <a:tcPr vert="horz" anchor="ctr">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r>
              <a:tr h="50228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lgn="ctr">
                        <a:buNone/>
                      </a:pPr>
                      <a:r>
                        <a:rPr lang="zh-CN" altLang="en-US" sz="1800" dirty="0">
                          <a:solidFill>
                            <a:srgbClr val="000000"/>
                          </a:solidFill>
                          <a:latin typeface="DejaVu Sans" panose="020B0603030804020204" charset="0"/>
                          <a:ea typeface="方正书宋_GBK" panose="02000000000000000000" charset="-122"/>
                          <a:cs typeface="DejaVu Sans" panose="020B0603030804020204" charset="0"/>
                          <a:sym typeface="+mn-ea"/>
                        </a:rPr>
                        <a:t>数据</a:t>
                      </a:r>
                      <a:endParaRPr lang="zh-CN" altLang="en-US" sz="1800" dirty="0">
                        <a:solidFill>
                          <a:srgbClr val="000000"/>
                        </a:solidFill>
                        <a:latin typeface="DejaVu Sans" panose="020B0603030804020204" charset="0"/>
                        <a:ea typeface="方正书宋_GBK" panose="02000000000000000000" charset="-122"/>
                        <a:cs typeface="DejaVu Sans" panose="020B0603030804020204" charset="0"/>
                      </a:endParaRPr>
                    </a:p>
                  </a:txBody>
                  <a:tcPr vert="horz" anchor="ctr">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r>
              <a:tr h="50546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lgn="ctr">
                        <a:buNone/>
                      </a:pPr>
                      <a:r>
                        <a:rPr lang="zh-CN" altLang="en-US" sz="1800" dirty="0">
                          <a:solidFill>
                            <a:srgbClr val="000000"/>
                          </a:solidFill>
                          <a:latin typeface="DejaVu Sans" panose="020B0603030804020204" charset="0"/>
                          <a:ea typeface="方正书宋_GBK" panose="02000000000000000000" charset="-122"/>
                          <a:cs typeface="DejaVu Sans" panose="020B0603030804020204" charset="0"/>
                        </a:rPr>
                        <a:t>数据</a:t>
                      </a:r>
                      <a:endParaRPr lang="zh-CN" altLang="en-US" sz="1800" dirty="0">
                        <a:solidFill>
                          <a:srgbClr val="000000"/>
                        </a:solidFill>
                        <a:latin typeface="DejaVu Sans" panose="020B0603030804020204" charset="0"/>
                        <a:ea typeface="方正书宋_GBK" panose="02000000000000000000" charset="-122"/>
                        <a:cs typeface="DejaVu Sans" panose="020B0603030804020204" charset="0"/>
                      </a:endParaRPr>
                    </a:p>
                  </a:txBody>
                  <a:tcPr vert="horz" anchor="ctr">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w="12700" cap="flat" cmpd="sng">
                      <a:solidFill>
                        <a:srgbClr val="FFFFFF"/>
                      </a:solidFill>
                      <a:prstDash val="solid"/>
                      <a:headEnd type="none" w="med" len="med"/>
                      <a:tailEnd type="none" w="med" len="med"/>
                    </a:lnT>
                    <a:lnB w="3175" cap="flat" cmpd="sng">
                      <a:solidFill>
                        <a:schemeClr val="tx1"/>
                      </a:solidFill>
                      <a:prstDash val="solid"/>
                      <a:headEnd type="none" w="med" len="med"/>
                      <a:tailEnd type="none" w="med" len="med"/>
                    </a:lnB>
                    <a:lnTlToBr>
                      <a:noFill/>
                    </a:lnTlToBr>
                    <a:lnBlToTr>
                      <a:noFill/>
                    </a:lnBlToTr>
                    <a:solidFill>
                      <a:srgbClr val="E9EDF4">
                        <a:alpha val="100000"/>
                      </a:srgbClr>
                    </a:solidFill>
                  </a:tcPr>
                </a:tc>
              </a:tr>
            </a:tbl>
          </a:graphicData>
        </a:graphic>
      </p:graphicFrame>
      <p:sp>
        <p:nvSpPr>
          <p:cNvPr id="26643" name="矩形 26643"/>
          <p:cNvSpPr/>
          <p:nvPr/>
        </p:nvSpPr>
        <p:spPr>
          <a:xfrm>
            <a:off x="576898" y="1196975"/>
            <a:ext cx="3457575" cy="3673475"/>
          </a:xfrm>
          <a:prstGeom prst="rect">
            <a:avLst/>
          </a:prstGeom>
          <a:noFill/>
          <a:ln w="9525" cap="flat" cmpd="sng">
            <a:solidFill>
              <a:schemeClr val="tx1"/>
            </a:solidFill>
            <a:prstDash val="solid"/>
            <a:miter/>
            <a:headEnd type="none" w="med" len="med"/>
            <a:tailEnd type="none" w="med" len="med"/>
          </a:ln>
        </p:spPr>
        <p:txBody>
          <a:bodyPr anchor="t"/>
          <a:p>
            <a:pPr lvl="0"/>
            <a:endParaRPr lang="zh-CN" altLang="en-US">
              <a:latin typeface="DejaVu Sans" panose="020B0603030804020204" charset="0"/>
              <a:ea typeface="方正书宋_GBK" panose="02000000000000000000" charset="-122"/>
            </a:endParaRPr>
          </a:p>
        </p:txBody>
      </p:sp>
      <p:sp>
        <p:nvSpPr>
          <p:cNvPr id="26644" name="文本框 26644"/>
          <p:cNvSpPr txBox="1"/>
          <p:nvPr/>
        </p:nvSpPr>
        <p:spPr>
          <a:xfrm>
            <a:off x="576898" y="1196975"/>
            <a:ext cx="1997075" cy="468313"/>
          </a:xfrm>
          <a:prstGeom prst="rect">
            <a:avLst/>
          </a:prstGeom>
          <a:noFill/>
          <a:ln w="9525">
            <a:noFill/>
            <a:miter/>
          </a:ln>
        </p:spPr>
        <p:txBody>
          <a:bodyPr wrap="none" lIns="72418" tIns="36208" rIns="72418" bIns="36208" anchor="t">
            <a:spAutoFit/>
          </a:bodyPr>
          <a:p>
            <a:pPr lvl="0"/>
            <a:r>
              <a:rPr lang="zh-CN" altLang="en-US" sz="2600" b="0" dirty="0">
                <a:solidFill>
                  <a:schemeClr val="tx1"/>
                </a:solidFill>
                <a:latin typeface="DejaVu Sans" panose="020B0603030804020204" charset="0"/>
                <a:ea typeface="方正书宋_GBK" panose="02000000000000000000" charset="-122"/>
              </a:rPr>
              <a:t>处理器</a:t>
            </a:r>
            <a:r>
              <a:rPr lang="en-US" altLang="x-none" sz="2600" b="0" dirty="0">
                <a:solidFill>
                  <a:schemeClr val="tx1"/>
                </a:solidFill>
                <a:latin typeface="DejaVu Sans" panose="020B0603030804020204" charset="0"/>
                <a:ea typeface="方正书宋_GBK" panose="02000000000000000000" charset="-122"/>
              </a:rPr>
              <a:t>(CPU)</a:t>
            </a:r>
            <a:endParaRPr lang="en-US" altLang="x-none" sz="2600" b="0" dirty="0">
              <a:solidFill>
                <a:schemeClr val="tx1"/>
              </a:solidFill>
              <a:latin typeface="DejaVu Sans" panose="020B0603030804020204" charset="0"/>
              <a:ea typeface="方正书宋_GBK" panose="02000000000000000000" charset="-122"/>
            </a:endParaRPr>
          </a:p>
        </p:txBody>
      </p:sp>
      <p:sp>
        <p:nvSpPr>
          <p:cNvPr id="26645" name="文本框 26645"/>
          <p:cNvSpPr txBox="1"/>
          <p:nvPr/>
        </p:nvSpPr>
        <p:spPr>
          <a:xfrm>
            <a:off x="864235" y="1989138"/>
            <a:ext cx="1370013" cy="965200"/>
          </a:xfrm>
          <a:prstGeom prst="rect">
            <a:avLst/>
          </a:prstGeom>
          <a:noFill/>
          <a:ln w="9525" cap="flat" cmpd="sng">
            <a:solidFill>
              <a:schemeClr val="tx1"/>
            </a:solidFill>
            <a:prstDash val="solid"/>
            <a:miter/>
            <a:headEnd type="none" w="med" len="med"/>
            <a:tailEnd type="none" w="med" len="med"/>
          </a:ln>
        </p:spPr>
        <p:txBody>
          <a:bodyPr lIns="72418" tIns="36208" rIns="72418" bIns="36208" anchor="t">
            <a:spAutoFit/>
          </a:bodyPr>
          <a:p>
            <a:pPr lvl="0" algn="ctr"/>
            <a:endParaRPr lang="zh-CN" altLang="en-US" sz="1800" b="0" dirty="0">
              <a:solidFill>
                <a:schemeClr val="tx1"/>
              </a:solidFill>
              <a:latin typeface="DejaVu Sans" panose="020B0603030804020204" charset="0"/>
              <a:ea typeface="方正书宋_GBK" panose="02000000000000000000" charset="-122"/>
            </a:endParaRPr>
          </a:p>
          <a:p>
            <a:pPr lvl="0" algn="ctr"/>
            <a:r>
              <a:rPr lang="zh-CN" altLang="en-US" sz="2000" b="0" dirty="0">
                <a:solidFill>
                  <a:schemeClr val="tx1"/>
                </a:solidFill>
                <a:latin typeface="DejaVu Sans" panose="020B0603030804020204" charset="0"/>
                <a:ea typeface="方正书宋_GBK" panose="02000000000000000000" charset="-122"/>
              </a:rPr>
              <a:t>控制单元</a:t>
            </a:r>
            <a:endParaRPr lang="zh-CN" altLang="en-US" sz="2000" b="0" dirty="0">
              <a:solidFill>
                <a:schemeClr val="tx1"/>
              </a:solidFill>
              <a:latin typeface="DejaVu Sans" panose="020B0603030804020204" charset="0"/>
              <a:ea typeface="方正书宋_GBK" panose="02000000000000000000" charset="-122"/>
            </a:endParaRPr>
          </a:p>
          <a:p>
            <a:pPr lvl="0" algn="ctr"/>
            <a:endParaRPr lang="zh-CN" altLang="en-US" sz="2000" b="0" dirty="0">
              <a:solidFill>
                <a:schemeClr val="tx1"/>
              </a:solidFill>
              <a:latin typeface="DejaVu Sans" panose="020B0603030804020204" charset="0"/>
              <a:ea typeface="方正书宋_GBK" panose="02000000000000000000" charset="-122"/>
            </a:endParaRPr>
          </a:p>
        </p:txBody>
      </p:sp>
      <p:sp>
        <p:nvSpPr>
          <p:cNvPr id="26646" name="左右箭头 26646"/>
          <p:cNvSpPr/>
          <p:nvPr/>
        </p:nvSpPr>
        <p:spPr>
          <a:xfrm>
            <a:off x="4127500" y="2452370"/>
            <a:ext cx="1785620" cy="504825"/>
          </a:xfrm>
          <a:prstGeom prst="leftRightArrow">
            <a:avLst>
              <a:gd name="adj1" fmla="val 50000"/>
              <a:gd name="adj2" fmla="val 51273"/>
            </a:avLst>
          </a:prstGeom>
          <a:noFill/>
          <a:ln w="9525" cap="flat" cmpd="sng">
            <a:solidFill>
              <a:schemeClr val="tx1"/>
            </a:solidFill>
            <a:prstDash val="solid"/>
            <a:miter/>
            <a:headEnd type="none" w="med" len="med"/>
            <a:tailEnd type="none" w="med" len="med"/>
          </a:ln>
        </p:spPr>
        <p:txBody>
          <a:bodyPr anchor="t"/>
          <a:p>
            <a:pPr lvl="0"/>
            <a:endParaRPr lang="zh-CN" altLang="en-US">
              <a:latin typeface="DejaVu Sans" panose="020B0603030804020204" charset="0"/>
              <a:ea typeface="方正书宋_GBK" panose="02000000000000000000" charset="-122"/>
            </a:endParaRPr>
          </a:p>
        </p:txBody>
      </p:sp>
      <p:sp>
        <p:nvSpPr>
          <p:cNvPr id="26647" name="文本框 26647"/>
          <p:cNvSpPr txBox="1"/>
          <p:nvPr/>
        </p:nvSpPr>
        <p:spPr>
          <a:xfrm>
            <a:off x="4448810" y="2061210"/>
            <a:ext cx="1149985" cy="377190"/>
          </a:xfrm>
          <a:prstGeom prst="rect">
            <a:avLst/>
          </a:prstGeom>
          <a:noFill/>
          <a:ln w="9525">
            <a:noFill/>
            <a:miter/>
          </a:ln>
        </p:spPr>
        <p:txBody>
          <a:bodyPr wrap="square" lIns="72418" tIns="36208" rIns="72418" bIns="36208" anchor="t">
            <a:spAutoFit/>
          </a:bodyPr>
          <a:p>
            <a:pPr lvl="0"/>
            <a:r>
              <a:rPr lang="x-none" altLang="zh-CN" sz="2000" b="0" dirty="0">
                <a:solidFill>
                  <a:schemeClr val="tx1"/>
                </a:solidFill>
                <a:latin typeface="DejaVu Sans" panose="020B0603030804020204" charset="0"/>
                <a:ea typeface="方正书宋_GBK" panose="02000000000000000000" charset="-122"/>
                <a:sym typeface="+mn-ea"/>
              </a:rPr>
              <a:t>I/O </a:t>
            </a:r>
            <a:r>
              <a:rPr lang="zh-CN" altLang="en-US" sz="2000" b="0" dirty="0">
                <a:solidFill>
                  <a:schemeClr val="tx1"/>
                </a:solidFill>
                <a:latin typeface="DejaVu Sans" panose="020B0603030804020204" charset="0"/>
                <a:ea typeface="方正书宋_GBK" panose="02000000000000000000" charset="-122"/>
              </a:rPr>
              <a:t>总线</a:t>
            </a:r>
            <a:endParaRPr lang="x-none" altLang="zh-CN" sz="2000" b="0" dirty="0">
              <a:solidFill>
                <a:schemeClr val="tx1"/>
              </a:solidFill>
              <a:latin typeface="DejaVu Sans" panose="020B0603030804020204" charset="0"/>
              <a:ea typeface="方正书宋_GBK" panose="02000000000000000000" charset="-122"/>
            </a:endParaRPr>
          </a:p>
        </p:txBody>
      </p:sp>
      <p:sp>
        <p:nvSpPr>
          <p:cNvPr id="26648" name="文本框 26648"/>
          <p:cNvSpPr txBox="1"/>
          <p:nvPr/>
        </p:nvSpPr>
        <p:spPr>
          <a:xfrm>
            <a:off x="865823" y="3429000"/>
            <a:ext cx="1368425" cy="1241425"/>
          </a:xfrm>
          <a:prstGeom prst="rect">
            <a:avLst/>
          </a:prstGeom>
          <a:noFill/>
          <a:ln w="9525" cap="flat" cmpd="sng">
            <a:solidFill>
              <a:schemeClr val="tx1"/>
            </a:solidFill>
            <a:prstDash val="solid"/>
            <a:miter/>
            <a:headEnd type="none" w="med" len="med"/>
            <a:tailEnd type="none" w="med" len="med"/>
          </a:ln>
        </p:spPr>
        <p:txBody>
          <a:bodyPr lIns="72418" tIns="36208" rIns="72418" bIns="36208" anchor="t">
            <a:spAutoFit/>
          </a:bodyPr>
          <a:p>
            <a:pPr lvl="0" algn="ctr"/>
            <a:endParaRPr lang="zh-CN" altLang="en-US" sz="1800" b="0" dirty="0">
              <a:solidFill>
                <a:schemeClr val="tx1"/>
              </a:solidFill>
              <a:latin typeface="DejaVu Sans" panose="020B0603030804020204" charset="0"/>
              <a:ea typeface="方正书宋_GBK" panose="02000000000000000000" charset="-122"/>
            </a:endParaRPr>
          </a:p>
          <a:p>
            <a:pPr lvl="0" algn="ctr"/>
            <a:r>
              <a:rPr lang="zh-CN" altLang="en-US" sz="2000" b="0" dirty="0">
                <a:solidFill>
                  <a:schemeClr val="tx1"/>
                </a:solidFill>
                <a:latin typeface="DejaVu Sans" panose="020B0603030804020204" charset="0"/>
                <a:ea typeface="方正书宋_GBK" panose="02000000000000000000" charset="-122"/>
              </a:rPr>
              <a:t>计算单元</a:t>
            </a:r>
            <a:r>
              <a:rPr lang="en-US" altLang="x-none" sz="2000" b="0" dirty="0">
                <a:solidFill>
                  <a:schemeClr val="tx1"/>
                </a:solidFill>
                <a:latin typeface="DejaVu Sans" panose="020B0603030804020204" charset="0"/>
                <a:ea typeface="方正书宋_GBK" panose="02000000000000000000" charset="-122"/>
              </a:rPr>
              <a:t>ALU</a:t>
            </a:r>
            <a:endParaRPr lang="en-US" altLang="x-none" sz="2000" b="0" dirty="0">
              <a:solidFill>
                <a:schemeClr val="tx1"/>
              </a:solidFill>
              <a:latin typeface="DejaVu Sans" panose="020B0603030804020204" charset="0"/>
              <a:ea typeface="方正书宋_GBK" panose="02000000000000000000" charset="-122"/>
            </a:endParaRPr>
          </a:p>
          <a:p>
            <a:pPr lvl="0" algn="ctr"/>
            <a:endParaRPr lang="zh-CN" altLang="en-US" sz="1800" b="0" dirty="0">
              <a:solidFill>
                <a:schemeClr val="tx1"/>
              </a:solidFill>
              <a:latin typeface="DejaVu Sans" panose="020B0603030804020204" charset="0"/>
              <a:ea typeface="方正书宋_GBK" panose="02000000000000000000" charset="-122"/>
            </a:endParaRPr>
          </a:p>
        </p:txBody>
      </p:sp>
      <p:graphicFrame>
        <p:nvGraphicFramePr>
          <p:cNvPr id="26650" name="表格 26649"/>
          <p:cNvGraphicFramePr/>
          <p:nvPr/>
        </p:nvGraphicFramePr>
        <p:xfrm>
          <a:off x="2596198" y="2359660"/>
          <a:ext cx="1077913" cy="1828800"/>
        </p:xfrm>
        <a:graphic>
          <a:graphicData uri="http://schemas.openxmlformats.org/drawingml/2006/table">
            <a:tbl>
              <a:tblPr/>
              <a:tblGrid>
                <a:gridCol w="1077913"/>
              </a:tblGrid>
              <a:tr h="3651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lgn="ctr">
                        <a:buNone/>
                      </a:pPr>
                      <a:r>
                        <a:rPr lang="zh-CN" altLang="en-US" sz="1800" b="1" dirty="0">
                          <a:solidFill>
                            <a:srgbClr val="FFFFFF"/>
                          </a:solidFill>
                          <a:latin typeface="DejaVu Sans" panose="020B0603030804020204" charset="0"/>
                          <a:ea typeface="方正书宋_GBK" panose="02000000000000000000" charset="-122"/>
                          <a:cs typeface="DejaVu Sans" panose="020B0603030804020204" charset="0"/>
                        </a:rPr>
                        <a:t>寄存器</a:t>
                      </a:r>
                      <a:endParaRPr lang="zh-CN" altLang="en-US" sz="1800" b="1" dirty="0">
                        <a:solidFill>
                          <a:srgbClr val="FFFFFF"/>
                        </a:solidFill>
                        <a:latin typeface="DejaVu Sans" panose="020B0603030804020204" charset="0"/>
                        <a:ea typeface="方正书宋_GBK" panose="02000000000000000000" charset="-122"/>
                        <a:cs typeface="DejaVu Sans" panose="020B0603030804020204" charset="0"/>
                      </a:endParaRPr>
                    </a:p>
                  </a:txBody>
                  <a:tcPr vert="horz" anchor="t">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w="3175" cap="flat" cmpd="sng">
                      <a:solidFill>
                        <a:schemeClr val="tx1"/>
                      </a:solidFill>
                      <a:prstDash val="solid"/>
                      <a:headEnd type="none" w="med" len="med"/>
                      <a:tailEnd type="none" w="med" len="med"/>
                    </a:lnT>
                    <a:lnB cap="flat">
                      <a:noFill/>
                    </a:lnB>
                    <a:lnTlToBr>
                      <a:noFill/>
                    </a:lnTlToBr>
                    <a:lnBlToTr>
                      <a:noFill/>
                    </a:lnBlToTr>
                    <a:solidFill>
                      <a:srgbClr val="4F81BD">
                        <a:alpha val="100000"/>
                      </a:srgbClr>
                    </a:solidFill>
                  </a:tcPr>
                </a:tc>
              </a:tr>
              <a:tr h="3651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buNone/>
                      </a:pPr>
                      <a:endParaRPr lang="zh-CN" altLang="en-US" sz="1800" dirty="0">
                        <a:solidFill>
                          <a:srgbClr val="000000"/>
                        </a:solidFill>
                        <a:latin typeface="DejaVu Sans" panose="020B0603030804020204" charset="0"/>
                        <a:ea typeface="方正书宋_GBK" panose="02000000000000000000" charset="-122"/>
                        <a:cs typeface="DejaVu Sans" panose="020B0603030804020204" charset="0"/>
                      </a:endParaRPr>
                    </a:p>
                  </a:txBody>
                  <a:tcPr vert="horz" anchor="t">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cap="flat">
                      <a:noFill/>
                    </a:lnT>
                    <a:lnB cap="flat">
                      <a:noFill/>
                    </a:lnB>
                    <a:lnTlToBr>
                      <a:noFill/>
                    </a:lnTlToBr>
                    <a:lnBlToTr>
                      <a:noFill/>
                    </a:lnBlToTr>
                    <a:solidFill>
                      <a:srgbClr val="D0D8E8">
                        <a:alpha val="100000"/>
                      </a:srgbClr>
                    </a:solidFill>
                  </a:tcPr>
                </a:tc>
              </a:tr>
              <a:tr h="3651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buNone/>
                      </a:pPr>
                      <a:endParaRPr lang="zh-CN" altLang="en-US" sz="1800" dirty="0">
                        <a:solidFill>
                          <a:srgbClr val="000000"/>
                        </a:solidFill>
                        <a:latin typeface="DejaVu Sans" panose="020B0603030804020204" charset="0"/>
                        <a:ea typeface="方正书宋_GBK" panose="02000000000000000000" charset="-122"/>
                        <a:cs typeface="DejaVu Sans" panose="020B0603030804020204" charset="0"/>
                      </a:endParaRPr>
                    </a:p>
                  </a:txBody>
                  <a:tcPr vert="horz" anchor="t">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cap="flat">
                      <a:noFill/>
                    </a:lnT>
                    <a:lnB cap="flat">
                      <a:noFill/>
                    </a:lnB>
                    <a:lnTlToBr>
                      <a:noFill/>
                    </a:lnTlToBr>
                    <a:lnBlToTr>
                      <a:noFill/>
                    </a:lnBlToTr>
                    <a:solidFill>
                      <a:srgbClr val="E9EDF4">
                        <a:alpha val="100000"/>
                      </a:srgbClr>
                    </a:solidFill>
                  </a:tcPr>
                </a:tc>
              </a:tr>
              <a:tr h="3651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buNone/>
                      </a:pPr>
                      <a:endParaRPr lang="zh-CN" altLang="en-US" sz="1800" dirty="0">
                        <a:solidFill>
                          <a:srgbClr val="000000"/>
                        </a:solidFill>
                        <a:latin typeface="DejaVu Sans" panose="020B0603030804020204" charset="0"/>
                        <a:ea typeface="方正书宋_GBK" panose="02000000000000000000" charset="-122"/>
                        <a:cs typeface="DejaVu Sans" panose="020B0603030804020204" charset="0"/>
                      </a:endParaRPr>
                    </a:p>
                  </a:txBody>
                  <a:tcPr vert="horz" anchor="t">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cap="flat">
                      <a:noFill/>
                    </a:lnT>
                    <a:lnB cap="flat">
                      <a:noFill/>
                    </a:lnB>
                    <a:lnTlToBr>
                      <a:noFill/>
                    </a:lnTlToBr>
                    <a:lnBlToTr>
                      <a:noFill/>
                    </a:lnBlToTr>
                    <a:solidFill>
                      <a:srgbClr val="D0D8E8">
                        <a:alpha val="100000"/>
                      </a:srgbClr>
                    </a:solidFill>
                  </a:tcPr>
                </a:tc>
              </a:tr>
              <a:tr h="36830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buNone/>
                      </a:pPr>
                      <a:r>
                        <a:rPr lang="en-US" altLang="zh-CN" sz="1800">
                          <a:solidFill>
                            <a:srgbClr val="000000"/>
                          </a:solidFill>
                          <a:latin typeface="DejaVu Sans" panose="020B0603030804020204" charset="0"/>
                          <a:ea typeface="方正书宋_GBK" panose="02000000000000000000" charset="-122"/>
                          <a:cs typeface="DejaVu Sans" panose="020B0603030804020204" charset="0"/>
                        </a:rPr>
                        <a:t>...</a:t>
                      </a:r>
                      <a:endParaRPr lang="en-US" altLang="zh-CN" sz="1800">
                        <a:solidFill>
                          <a:srgbClr val="000000"/>
                        </a:solidFill>
                        <a:latin typeface="DejaVu Sans" panose="020B0603030804020204" charset="0"/>
                        <a:ea typeface="方正书宋_GBK" panose="02000000000000000000" charset="-122"/>
                        <a:cs typeface="DejaVu Sans" panose="020B0603030804020204" charset="0"/>
                      </a:endParaRPr>
                    </a:p>
                  </a:txBody>
                  <a:tcPr vert="horz" anchor="t">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cap="flat">
                      <a:noFill/>
                    </a:lnT>
                    <a:lnB w="3175" cap="flat" cmpd="sng">
                      <a:solidFill>
                        <a:schemeClr val="tx1"/>
                      </a:solidFill>
                      <a:prstDash val="solid"/>
                      <a:headEnd type="none" w="med" len="med"/>
                      <a:tailEnd type="none" w="med" len="med"/>
                    </a:lnB>
                    <a:lnTlToBr>
                      <a:noFill/>
                    </a:lnTlToBr>
                    <a:lnBlToTr>
                      <a:noFill/>
                    </a:lnBlToTr>
                    <a:solidFill>
                      <a:srgbClr val="E9EDF4">
                        <a:alpha val="100000"/>
                      </a:srgbClr>
                    </a:solidFill>
                  </a:tcPr>
                </a:tc>
              </a:tr>
            </a:tbl>
          </a:graphicData>
        </a:graphic>
      </p:graphicFrame>
      <p:sp>
        <p:nvSpPr>
          <p:cNvPr id="26663" name="文本框 26663"/>
          <p:cNvSpPr txBox="1"/>
          <p:nvPr/>
        </p:nvSpPr>
        <p:spPr>
          <a:xfrm>
            <a:off x="594995" y="5445125"/>
            <a:ext cx="7357110" cy="472440"/>
          </a:xfrm>
          <a:prstGeom prst="rect">
            <a:avLst/>
          </a:prstGeom>
          <a:noFill/>
          <a:ln w="9525">
            <a:noFill/>
            <a:miter/>
          </a:ln>
        </p:spPr>
        <p:txBody>
          <a:bodyPr wrap="square" lIns="72418" tIns="36208" rIns="72418" bIns="36208" anchor="t">
            <a:spAutoFit/>
          </a:bodyPr>
          <a:p>
            <a:pPr lvl="0"/>
            <a:r>
              <a:rPr lang="zh-CN" altLang="en-US" sz="2600" dirty="0">
                <a:solidFill>
                  <a:schemeClr val="tx1"/>
                </a:solidFill>
                <a:latin typeface="DejaVu Sans" panose="020B0603030804020204" charset="0"/>
                <a:ea typeface="方正书宋_GBK" panose="02000000000000000000" charset="-122"/>
              </a:rPr>
              <a:t>取指令，执行指令（读</a:t>
            </a:r>
            <a:r>
              <a:rPr lang="zh-CN" altLang="en-US" sz="2600" dirty="0">
                <a:solidFill>
                  <a:schemeClr val="tx1"/>
                </a:solidFill>
                <a:latin typeface="DejaVu Sans" panose="020B0603030804020204" charset="0"/>
                <a:ea typeface="方正书宋_GBK" panose="02000000000000000000" charset="-122"/>
                <a:sym typeface="+mn-ea"/>
              </a:rPr>
              <a:t>数据，</a:t>
            </a:r>
            <a:r>
              <a:rPr lang="zh-CN" altLang="en-US" sz="2600" dirty="0">
                <a:solidFill>
                  <a:schemeClr val="tx1"/>
                </a:solidFill>
                <a:latin typeface="DejaVu Sans" panose="020B0603030804020204" charset="0"/>
                <a:ea typeface="方正书宋_GBK" panose="02000000000000000000" charset="-122"/>
              </a:rPr>
              <a:t>计算，写数据）</a:t>
            </a:r>
            <a:endParaRPr lang="x-none" altLang="zh-CN" sz="2400" dirty="0">
              <a:solidFill>
                <a:schemeClr val="tx1"/>
              </a:solidFill>
              <a:latin typeface="DejaVu Sans" panose="020B0603030804020204" charset="0"/>
              <a:ea typeface="方正书宋_GBK" panose="02000000000000000000" charset="-122"/>
            </a:endParaRPr>
          </a:p>
        </p:txBody>
      </p:sp>
      <p:sp>
        <p:nvSpPr>
          <p:cNvPr id="3" name="矩形 26627"/>
          <p:cNvSpPr/>
          <p:nvPr/>
        </p:nvSpPr>
        <p:spPr>
          <a:xfrm>
            <a:off x="6054090" y="4279265"/>
            <a:ext cx="2156460" cy="937260"/>
          </a:xfrm>
          <a:prstGeom prst="rect">
            <a:avLst/>
          </a:prstGeom>
          <a:noFill/>
          <a:ln w="12700" cap="flat" cmpd="sng">
            <a:solidFill>
              <a:schemeClr val="tx1"/>
            </a:solidFill>
            <a:prstDash val="dash"/>
            <a:miter/>
            <a:headEnd type="none" w="med" len="med"/>
            <a:tailEnd type="none" w="med" len="med"/>
          </a:ln>
        </p:spPr>
        <p:txBody>
          <a:bodyPr anchor="t"/>
          <a:p>
            <a:pPr lvl="0"/>
            <a:endParaRPr lang="zh-CN" altLang="en-US">
              <a:latin typeface="DejaVu Sans" panose="020B0603030804020204" charset="0"/>
              <a:ea typeface="方正书宋_GBK" panose="02000000000000000000" charset="-122"/>
            </a:endParaRPr>
          </a:p>
        </p:txBody>
      </p:sp>
      <p:sp>
        <p:nvSpPr>
          <p:cNvPr id="4" name="文本框 26628"/>
          <p:cNvSpPr txBox="1"/>
          <p:nvPr/>
        </p:nvSpPr>
        <p:spPr>
          <a:xfrm>
            <a:off x="6082030" y="4572635"/>
            <a:ext cx="2128520" cy="441325"/>
          </a:xfrm>
          <a:prstGeom prst="rect">
            <a:avLst/>
          </a:prstGeom>
          <a:noFill/>
          <a:ln w="9525">
            <a:noFill/>
            <a:miter/>
          </a:ln>
        </p:spPr>
        <p:txBody>
          <a:bodyPr wrap="square" lIns="72418" tIns="36208" rIns="72418" bIns="36208" anchor="t">
            <a:spAutoFit/>
          </a:bodyPr>
          <a:p>
            <a:pPr lvl="0"/>
            <a:r>
              <a:rPr lang="zh-CN" altLang="en-US" sz="2400" b="0" dirty="0">
                <a:solidFill>
                  <a:schemeClr val="tx1"/>
                </a:solidFill>
                <a:latin typeface="DejaVu Sans" panose="020B0603030804020204" charset="0"/>
                <a:ea typeface="方正书宋_GBK" panose="02000000000000000000" charset="-122"/>
              </a:rPr>
              <a:t>输入</a:t>
            </a:r>
            <a:r>
              <a:rPr lang="en-US" altLang="zh-CN" sz="2400" b="0" dirty="0">
                <a:solidFill>
                  <a:schemeClr val="tx1"/>
                </a:solidFill>
                <a:latin typeface="DejaVu Sans" panose="020B0603030804020204" charset="0"/>
                <a:ea typeface="方正书宋_GBK" panose="02000000000000000000" charset="-122"/>
              </a:rPr>
              <a:t>/</a:t>
            </a:r>
            <a:r>
              <a:rPr lang="zh-CN" altLang="en-US" sz="2400" b="0" dirty="0">
                <a:solidFill>
                  <a:schemeClr val="tx1"/>
                </a:solidFill>
                <a:latin typeface="DejaVu Sans" panose="020B0603030804020204" charset="0"/>
                <a:ea typeface="方正书宋_GBK" panose="02000000000000000000" charset="-122"/>
              </a:rPr>
              <a:t>输出设备</a:t>
            </a:r>
            <a:endParaRPr lang="zh-CN" altLang="en-US" sz="2400" b="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5" name="内容占位符 23554"/>
          <p:cNvPicPr>
            <a:picLocks noGrp="1" noChangeAspect="1"/>
          </p:cNvPicPr>
          <p:nvPr>
            <p:ph idx="2147483647"/>
          </p:nvPr>
        </p:nvPicPr>
        <p:blipFill>
          <a:blip r:embed="rId1"/>
          <a:stretch>
            <a:fillRect/>
          </a:stretch>
        </p:blipFill>
        <p:spPr>
          <a:xfrm>
            <a:off x="0" y="0"/>
            <a:ext cx="838200" cy="517525"/>
          </a:xfrm>
        </p:spPr>
      </p:pic>
      <p:sp>
        <p:nvSpPr>
          <p:cNvPr id="26627" name="矩形 23555"/>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操作系统在计算机系统中的地位</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6628" name="文本框 26628"/>
          <p:cNvSpPr txBox="1"/>
          <p:nvPr/>
        </p:nvSpPr>
        <p:spPr>
          <a:xfrm>
            <a:off x="6060440" y="2763520"/>
            <a:ext cx="1624965" cy="472440"/>
          </a:xfrm>
          <a:prstGeom prst="rect">
            <a:avLst/>
          </a:prstGeom>
          <a:noFill/>
          <a:ln w="9525">
            <a:noFill/>
            <a:miter/>
          </a:ln>
        </p:spPr>
        <p:txBody>
          <a:bodyPr wrap="square" lIns="72418" tIns="36208" rIns="72418" bIns="36208" anchor="t">
            <a:spAutoFit/>
          </a:bodyPr>
          <a:p>
            <a:pPr lvl="0"/>
            <a:r>
              <a:rPr lang="zh-CN" altLang="en-US" sz="2600" b="0" dirty="0">
                <a:solidFill>
                  <a:schemeClr val="tx1"/>
                </a:solidFill>
                <a:latin typeface="DejaVu Sans" panose="020B0603030804020204" charset="0"/>
                <a:ea typeface="方正书宋_GBK" panose="02000000000000000000" charset="-122"/>
              </a:rPr>
              <a:t>主存储器</a:t>
            </a:r>
            <a:endParaRPr lang="zh-CN" altLang="en-US" sz="2600" b="0" dirty="0">
              <a:solidFill>
                <a:schemeClr val="tx1"/>
              </a:solidFill>
              <a:latin typeface="DejaVu Sans" panose="020B0603030804020204" charset="0"/>
              <a:ea typeface="方正书宋_GBK" panose="02000000000000000000" charset="-122"/>
            </a:endParaRPr>
          </a:p>
        </p:txBody>
      </p:sp>
      <p:sp>
        <p:nvSpPr>
          <p:cNvPr id="26643" name="矩形 26643"/>
          <p:cNvSpPr/>
          <p:nvPr/>
        </p:nvSpPr>
        <p:spPr>
          <a:xfrm>
            <a:off x="576898" y="1806575"/>
            <a:ext cx="3457575" cy="3673475"/>
          </a:xfrm>
          <a:prstGeom prst="rect">
            <a:avLst/>
          </a:prstGeom>
          <a:noFill/>
          <a:ln w="9525" cap="flat" cmpd="sng">
            <a:solidFill>
              <a:schemeClr val="tx1"/>
            </a:solidFill>
            <a:prstDash val="solid"/>
            <a:miter/>
            <a:headEnd type="none" w="med" len="med"/>
            <a:tailEnd type="none" w="med" len="med"/>
          </a:ln>
        </p:spPr>
        <p:txBody>
          <a:bodyPr anchor="t"/>
          <a:p>
            <a:pPr lvl="0"/>
            <a:endParaRPr lang="zh-CN" altLang="en-US">
              <a:latin typeface="DejaVu Sans" panose="020B0603030804020204" charset="0"/>
              <a:ea typeface="方正书宋_GBK" panose="02000000000000000000" charset="-122"/>
            </a:endParaRPr>
          </a:p>
        </p:txBody>
      </p:sp>
      <p:sp>
        <p:nvSpPr>
          <p:cNvPr id="26644" name="文本框 26644"/>
          <p:cNvSpPr txBox="1"/>
          <p:nvPr/>
        </p:nvSpPr>
        <p:spPr>
          <a:xfrm>
            <a:off x="576898" y="1806575"/>
            <a:ext cx="1997075" cy="468313"/>
          </a:xfrm>
          <a:prstGeom prst="rect">
            <a:avLst/>
          </a:prstGeom>
          <a:noFill/>
          <a:ln w="9525">
            <a:noFill/>
            <a:miter/>
          </a:ln>
        </p:spPr>
        <p:txBody>
          <a:bodyPr wrap="none" lIns="72418" tIns="36208" rIns="72418" bIns="36208" anchor="t">
            <a:spAutoFit/>
          </a:bodyPr>
          <a:p>
            <a:pPr lvl="0"/>
            <a:r>
              <a:rPr lang="zh-CN" altLang="en-US" sz="2600" b="0" dirty="0">
                <a:solidFill>
                  <a:schemeClr val="tx1"/>
                </a:solidFill>
                <a:latin typeface="DejaVu Sans" panose="020B0603030804020204" charset="0"/>
                <a:ea typeface="方正书宋_GBK" panose="02000000000000000000" charset="-122"/>
              </a:rPr>
              <a:t>处理器</a:t>
            </a:r>
            <a:r>
              <a:rPr lang="en-US" altLang="x-none" sz="2600" b="0" dirty="0">
                <a:solidFill>
                  <a:schemeClr val="tx1"/>
                </a:solidFill>
                <a:latin typeface="DejaVu Sans" panose="020B0603030804020204" charset="0"/>
                <a:ea typeface="方正书宋_GBK" panose="02000000000000000000" charset="-122"/>
              </a:rPr>
              <a:t>(CPU)</a:t>
            </a:r>
            <a:endParaRPr lang="en-US" altLang="x-none" sz="2600" b="0" dirty="0">
              <a:solidFill>
                <a:schemeClr val="tx1"/>
              </a:solidFill>
              <a:latin typeface="DejaVu Sans" panose="020B0603030804020204" charset="0"/>
              <a:ea typeface="方正书宋_GBK" panose="02000000000000000000" charset="-122"/>
            </a:endParaRPr>
          </a:p>
        </p:txBody>
      </p:sp>
      <p:sp>
        <p:nvSpPr>
          <p:cNvPr id="26645" name="文本框 26645"/>
          <p:cNvSpPr txBox="1"/>
          <p:nvPr/>
        </p:nvSpPr>
        <p:spPr>
          <a:xfrm>
            <a:off x="864235" y="2598738"/>
            <a:ext cx="1370013" cy="965200"/>
          </a:xfrm>
          <a:prstGeom prst="rect">
            <a:avLst/>
          </a:prstGeom>
          <a:noFill/>
          <a:ln w="9525" cap="flat" cmpd="sng">
            <a:solidFill>
              <a:schemeClr val="tx1"/>
            </a:solidFill>
            <a:prstDash val="solid"/>
            <a:miter/>
            <a:headEnd type="none" w="med" len="med"/>
            <a:tailEnd type="none" w="med" len="med"/>
          </a:ln>
        </p:spPr>
        <p:txBody>
          <a:bodyPr lIns="72418" tIns="36208" rIns="72418" bIns="36208" anchor="t">
            <a:spAutoFit/>
          </a:bodyPr>
          <a:p>
            <a:pPr lvl="0" algn="ctr"/>
            <a:endParaRPr lang="zh-CN" altLang="en-US" sz="1800" b="0" dirty="0">
              <a:solidFill>
                <a:schemeClr val="tx1"/>
              </a:solidFill>
              <a:latin typeface="DejaVu Sans" panose="020B0603030804020204" charset="0"/>
              <a:ea typeface="方正书宋_GBK" panose="02000000000000000000" charset="-122"/>
            </a:endParaRPr>
          </a:p>
          <a:p>
            <a:pPr lvl="0" algn="ctr"/>
            <a:r>
              <a:rPr lang="zh-CN" altLang="en-US" sz="2000" b="0" dirty="0">
                <a:solidFill>
                  <a:schemeClr val="tx1"/>
                </a:solidFill>
                <a:latin typeface="DejaVu Sans" panose="020B0603030804020204" charset="0"/>
                <a:ea typeface="方正书宋_GBK" panose="02000000000000000000" charset="-122"/>
              </a:rPr>
              <a:t>控制单元</a:t>
            </a:r>
            <a:endParaRPr lang="zh-CN" altLang="en-US" sz="2000" b="0" dirty="0">
              <a:solidFill>
                <a:schemeClr val="tx1"/>
              </a:solidFill>
              <a:latin typeface="DejaVu Sans" panose="020B0603030804020204" charset="0"/>
              <a:ea typeface="方正书宋_GBK" panose="02000000000000000000" charset="-122"/>
            </a:endParaRPr>
          </a:p>
          <a:p>
            <a:pPr lvl="0" algn="ctr"/>
            <a:endParaRPr lang="zh-CN" altLang="en-US" sz="2000" b="0" dirty="0">
              <a:solidFill>
                <a:schemeClr val="tx1"/>
              </a:solidFill>
              <a:latin typeface="DejaVu Sans" panose="020B0603030804020204" charset="0"/>
              <a:ea typeface="方正书宋_GBK" panose="02000000000000000000" charset="-122"/>
            </a:endParaRPr>
          </a:p>
        </p:txBody>
      </p:sp>
      <p:sp>
        <p:nvSpPr>
          <p:cNvPr id="26646" name="左右箭头 26646"/>
          <p:cNvSpPr/>
          <p:nvPr/>
        </p:nvSpPr>
        <p:spPr>
          <a:xfrm>
            <a:off x="4127500" y="3519170"/>
            <a:ext cx="1785620" cy="504825"/>
          </a:xfrm>
          <a:prstGeom prst="leftRightArrow">
            <a:avLst>
              <a:gd name="adj1" fmla="val 50000"/>
              <a:gd name="adj2" fmla="val 51273"/>
            </a:avLst>
          </a:prstGeom>
          <a:noFill/>
          <a:ln w="9525" cap="flat" cmpd="sng">
            <a:solidFill>
              <a:schemeClr val="tx1"/>
            </a:solidFill>
            <a:prstDash val="solid"/>
            <a:miter/>
            <a:headEnd type="none" w="med" len="med"/>
            <a:tailEnd type="none" w="med" len="med"/>
          </a:ln>
        </p:spPr>
        <p:txBody>
          <a:bodyPr anchor="t"/>
          <a:p>
            <a:pPr lvl="0"/>
            <a:endParaRPr lang="zh-CN" altLang="en-US">
              <a:latin typeface="DejaVu Sans" panose="020B0603030804020204" charset="0"/>
              <a:ea typeface="方正书宋_GBK" panose="02000000000000000000" charset="-122"/>
            </a:endParaRPr>
          </a:p>
        </p:txBody>
      </p:sp>
      <p:sp>
        <p:nvSpPr>
          <p:cNvPr id="26647" name="文本框 26647"/>
          <p:cNvSpPr txBox="1"/>
          <p:nvPr/>
        </p:nvSpPr>
        <p:spPr>
          <a:xfrm>
            <a:off x="4448810" y="3128010"/>
            <a:ext cx="1149985" cy="377190"/>
          </a:xfrm>
          <a:prstGeom prst="rect">
            <a:avLst/>
          </a:prstGeom>
          <a:noFill/>
          <a:ln w="9525">
            <a:noFill/>
            <a:miter/>
          </a:ln>
        </p:spPr>
        <p:txBody>
          <a:bodyPr wrap="square" lIns="72418" tIns="36208" rIns="72418" bIns="36208" anchor="t">
            <a:spAutoFit/>
          </a:bodyPr>
          <a:p>
            <a:pPr lvl="0"/>
            <a:r>
              <a:rPr lang="x-none" altLang="zh-CN" sz="2000" b="0" dirty="0">
                <a:solidFill>
                  <a:schemeClr val="tx1"/>
                </a:solidFill>
                <a:latin typeface="DejaVu Sans" panose="020B0603030804020204" charset="0"/>
                <a:ea typeface="方正书宋_GBK" panose="02000000000000000000" charset="-122"/>
                <a:sym typeface="+mn-ea"/>
              </a:rPr>
              <a:t>I/O </a:t>
            </a:r>
            <a:r>
              <a:rPr lang="zh-CN" altLang="en-US" sz="2000" b="0" dirty="0">
                <a:solidFill>
                  <a:schemeClr val="tx1"/>
                </a:solidFill>
                <a:latin typeface="DejaVu Sans" panose="020B0603030804020204" charset="0"/>
                <a:ea typeface="方正书宋_GBK" panose="02000000000000000000" charset="-122"/>
              </a:rPr>
              <a:t>总线</a:t>
            </a:r>
            <a:endParaRPr lang="x-none" altLang="zh-CN" sz="2000" b="0" dirty="0">
              <a:solidFill>
                <a:schemeClr val="tx1"/>
              </a:solidFill>
              <a:latin typeface="DejaVu Sans" panose="020B0603030804020204" charset="0"/>
              <a:ea typeface="方正书宋_GBK" panose="02000000000000000000" charset="-122"/>
            </a:endParaRPr>
          </a:p>
        </p:txBody>
      </p:sp>
      <p:sp>
        <p:nvSpPr>
          <p:cNvPr id="26648" name="文本框 26648"/>
          <p:cNvSpPr txBox="1"/>
          <p:nvPr/>
        </p:nvSpPr>
        <p:spPr>
          <a:xfrm>
            <a:off x="865823" y="4038600"/>
            <a:ext cx="1368425" cy="1241425"/>
          </a:xfrm>
          <a:prstGeom prst="rect">
            <a:avLst/>
          </a:prstGeom>
          <a:noFill/>
          <a:ln w="9525" cap="flat" cmpd="sng">
            <a:solidFill>
              <a:schemeClr val="tx1"/>
            </a:solidFill>
            <a:prstDash val="solid"/>
            <a:miter/>
            <a:headEnd type="none" w="med" len="med"/>
            <a:tailEnd type="none" w="med" len="med"/>
          </a:ln>
        </p:spPr>
        <p:txBody>
          <a:bodyPr lIns="72418" tIns="36208" rIns="72418" bIns="36208" anchor="t">
            <a:spAutoFit/>
          </a:bodyPr>
          <a:p>
            <a:pPr lvl="0" algn="ctr"/>
            <a:endParaRPr lang="zh-CN" altLang="en-US" sz="1800" b="0" dirty="0">
              <a:solidFill>
                <a:schemeClr val="tx1"/>
              </a:solidFill>
              <a:latin typeface="DejaVu Sans" panose="020B0603030804020204" charset="0"/>
              <a:ea typeface="方正书宋_GBK" panose="02000000000000000000" charset="-122"/>
            </a:endParaRPr>
          </a:p>
          <a:p>
            <a:pPr lvl="0" algn="ctr"/>
            <a:r>
              <a:rPr lang="zh-CN" altLang="en-US" sz="2000" b="0" dirty="0">
                <a:solidFill>
                  <a:schemeClr val="tx1"/>
                </a:solidFill>
                <a:latin typeface="DejaVu Sans" panose="020B0603030804020204" charset="0"/>
                <a:ea typeface="方正书宋_GBK" panose="02000000000000000000" charset="-122"/>
              </a:rPr>
              <a:t>计算单元</a:t>
            </a:r>
            <a:r>
              <a:rPr lang="en-US" altLang="x-none" sz="2000" b="0" dirty="0">
                <a:solidFill>
                  <a:schemeClr val="tx1"/>
                </a:solidFill>
                <a:latin typeface="DejaVu Sans" panose="020B0603030804020204" charset="0"/>
                <a:ea typeface="方正书宋_GBK" panose="02000000000000000000" charset="-122"/>
              </a:rPr>
              <a:t>ALU</a:t>
            </a:r>
            <a:endParaRPr lang="en-US" altLang="x-none" sz="2000" b="0" dirty="0">
              <a:solidFill>
                <a:schemeClr val="tx1"/>
              </a:solidFill>
              <a:latin typeface="DejaVu Sans" panose="020B0603030804020204" charset="0"/>
              <a:ea typeface="方正书宋_GBK" panose="02000000000000000000" charset="-122"/>
            </a:endParaRPr>
          </a:p>
          <a:p>
            <a:pPr lvl="0" algn="ctr"/>
            <a:endParaRPr lang="zh-CN" altLang="en-US" sz="1800" b="0" dirty="0">
              <a:solidFill>
                <a:schemeClr val="tx1"/>
              </a:solidFill>
              <a:latin typeface="DejaVu Sans" panose="020B0603030804020204" charset="0"/>
              <a:ea typeface="方正书宋_GBK" panose="02000000000000000000" charset="-122"/>
            </a:endParaRPr>
          </a:p>
        </p:txBody>
      </p:sp>
      <p:graphicFrame>
        <p:nvGraphicFramePr>
          <p:cNvPr id="26650" name="表格 26649"/>
          <p:cNvGraphicFramePr/>
          <p:nvPr/>
        </p:nvGraphicFramePr>
        <p:xfrm>
          <a:off x="2596198" y="2969260"/>
          <a:ext cx="1077913" cy="1828800"/>
        </p:xfrm>
        <a:graphic>
          <a:graphicData uri="http://schemas.openxmlformats.org/drawingml/2006/table">
            <a:tbl>
              <a:tblPr/>
              <a:tblGrid>
                <a:gridCol w="1077913"/>
              </a:tblGrid>
              <a:tr h="3651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lgn="ctr">
                        <a:buNone/>
                      </a:pPr>
                      <a:r>
                        <a:rPr lang="zh-CN" altLang="en-US" sz="1800" b="1" dirty="0">
                          <a:solidFill>
                            <a:srgbClr val="FFFFFF"/>
                          </a:solidFill>
                          <a:latin typeface="DejaVu Sans" panose="020B0603030804020204" charset="0"/>
                          <a:ea typeface="方正书宋_GBK" panose="02000000000000000000" charset="-122"/>
                          <a:cs typeface="DejaVu Sans" panose="020B0603030804020204" charset="0"/>
                        </a:rPr>
                        <a:t>寄存器</a:t>
                      </a:r>
                      <a:endParaRPr lang="zh-CN" altLang="en-US" sz="1800" b="1" dirty="0">
                        <a:solidFill>
                          <a:srgbClr val="FFFFFF"/>
                        </a:solidFill>
                        <a:latin typeface="DejaVu Sans" panose="020B0603030804020204" charset="0"/>
                        <a:ea typeface="方正书宋_GBK" panose="02000000000000000000" charset="-122"/>
                        <a:cs typeface="DejaVu Sans" panose="020B0603030804020204" charset="0"/>
                      </a:endParaRPr>
                    </a:p>
                  </a:txBody>
                  <a:tcPr vert="horz" anchor="t">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w="3175" cap="flat" cmpd="sng">
                      <a:solidFill>
                        <a:schemeClr val="tx1"/>
                      </a:solidFill>
                      <a:prstDash val="solid"/>
                      <a:headEnd type="none" w="med" len="med"/>
                      <a:tailEnd type="none" w="med" len="med"/>
                    </a:lnT>
                    <a:lnB cap="flat">
                      <a:noFill/>
                    </a:lnB>
                    <a:lnTlToBr>
                      <a:noFill/>
                    </a:lnTlToBr>
                    <a:lnBlToTr>
                      <a:noFill/>
                    </a:lnBlToTr>
                    <a:solidFill>
                      <a:srgbClr val="4F81BD">
                        <a:alpha val="100000"/>
                      </a:srgbClr>
                    </a:solidFill>
                  </a:tcPr>
                </a:tc>
              </a:tr>
              <a:tr h="3651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buNone/>
                      </a:pPr>
                      <a:r>
                        <a:rPr lang="en-US" altLang="zh-CN" sz="1800" dirty="0">
                          <a:solidFill>
                            <a:srgbClr val="000000"/>
                          </a:solidFill>
                          <a:latin typeface="DejaVu Sans" panose="020B0603030804020204" charset="0"/>
                          <a:ea typeface="方正书宋_GBK" panose="02000000000000000000" charset="-122"/>
                          <a:cs typeface="DejaVu Sans" panose="020B0603030804020204" charset="0"/>
                        </a:rPr>
                        <a:t>r0</a:t>
                      </a:r>
                      <a:endParaRPr lang="en-US" altLang="zh-CN" sz="1800" dirty="0">
                        <a:solidFill>
                          <a:srgbClr val="000000"/>
                        </a:solidFill>
                        <a:latin typeface="DejaVu Sans" panose="020B0603030804020204" charset="0"/>
                        <a:ea typeface="方正书宋_GBK" panose="02000000000000000000" charset="-122"/>
                        <a:cs typeface="DejaVu Sans" panose="020B0603030804020204" charset="0"/>
                      </a:endParaRPr>
                    </a:p>
                  </a:txBody>
                  <a:tcPr vert="horz" anchor="t">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cap="flat">
                      <a:noFill/>
                    </a:lnT>
                    <a:lnB cap="flat">
                      <a:noFill/>
                    </a:lnB>
                    <a:lnTlToBr>
                      <a:noFill/>
                    </a:lnTlToBr>
                    <a:lnBlToTr>
                      <a:noFill/>
                    </a:lnBlToTr>
                    <a:solidFill>
                      <a:srgbClr val="D0D8E8">
                        <a:alpha val="100000"/>
                      </a:srgbClr>
                    </a:solidFill>
                  </a:tcPr>
                </a:tc>
              </a:tr>
              <a:tr h="3651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buNone/>
                      </a:pPr>
                      <a:r>
                        <a:rPr lang="en-US" altLang="zh-CN" sz="1800" dirty="0">
                          <a:solidFill>
                            <a:srgbClr val="000000"/>
                          </a:solidFill>
                          <a:latin typeface="DejaVu Sans" panose="020B0603030804020204" charset="0"/>
                          <a:ea typeface="方正书宋_GBK" panose="02000000000000000000" charset="-122"/>
                          <a:cs typeface="DejaVu Sans" panose="020B0603030804020204" charset="0"/>
                        </a:rPr>
                        <a:t>r1</a:t>
                      </a:r>
                      <a:endParaRPr lang="en-US" altLang="zh-CN" sz="1800" dirty="0">
                        <a:solidFill>
                          <a:srgbClr val="000000"/>
                        </a:solidFill>
                        <a:latin typeface="DejaVu Sans" panose="020B0603030804020204" charset="0"/>
                        <a:ea typeface="方正书宋_GBK" panose="02000000000000000000" charset="-122"/>
                        <a:cs typeface="DejaVu Sans" panose="020B0603030804020204" charset="0"/>
                      </a:endParaRPr>
                    </a:p>
                  </a:txBody>
                  <a:tcPr vert="horz" anchor="t">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cap="flat">
                      <a:noFill/>
                    </a:lnT>
                    <a:lnB cap="flat">
                      <a:noFill/>
                    </a:lnB>
                    <a:lnTlToBr>
                      <a:noFill/>
                    </a:lnTlToBr>
                    <a:lnBlToTr>
                      <a:noFill/>
                    </a:lnBlToTr>
                    <a:solidFill>
                      <a:srgbClr val="E9EDF4">
                        <a:alpha val="100000"/>
                      </a:srgbClr>
                    </a:solidFill>
                  </a:tcPr>
                </a:tc>
              </a:tr>
              <a:tr h="3651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buNone/>
                      </a:pPr>
                      <a:r>
                        <a:rPr lang="en-US" altLang="zh-CN" sz="1800" dirty="0">
                          <a:solidFill>
                            <a:srgbClr val="000000"/>
                          </a:solidFill>
                          <a:latin typeface="DejaVu Sans" panose="020B0603030804020204" charset="0"/>
                          <a:ea typeface="方正书宋_GBK" panose="02000000000000000000" charset="-122"/>
                          <a:cs typeface="DejaVu Sans" panose="020B0603030804020204" charset="0"/>
                        </a:rPr>
                        <a:t>r2</a:t>
                      </a:r>
                      <a:endParaRPr lang="en-US" altLang="zh-CN" sz="1800" dirty="0">
                        <a:solidFill>
                          <a:srgbClr val="000000"/>
                        </a:solidFill>
                        <a:latin typeface="DejaVu Sans" panose="020B0603030804020204" charset="0"/>
                        <a:ea typeface="方正书宋_GBK" panose="02000000000000000000" charset="-122"/>
                        <a:cs typeface="DejaVu Sans" panose="020B0603030804020204" charset="0"/>
                      </a:endParaRPr>
                    </a:p>
                  </a:txBody>
                  <a:tcPr vert="horz" anchor="t">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cap="flat">
                      <a:noFill/>
                    </a:lnT>
                    <a:lnB cap="flat">
                      <a:noFill/>
                    </a:lnB>
                    <a:lnTlToBr>
                      <a:noFill/>
                    </a:lnTlToBr>
                    <a:lnBlToTr>
                      <a:noFill/>
                    </a:lnBlToTr>
                    <a:solidFill>
                      <a:srgbClr val="D0D8E8">
                        <a:alpha val="100000"/>
                      </a:srgbClr>
                    </a:solidFill>
                  </a:tcPr>
                </a:tc>
              </a:tr>
              <a:tr h="36830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Arial" panose="020B0604020202020204" pitchFamily="34" charset="0"/>
                          <a:ea typeface="宋体" pitchFamily="2" charset="-122"/>
                        </a:defRPr>
                      </a:lvl1pPr>
                      <a:lvl2pPr marL="1028700" lvl="1" indent="-455295">
                        <a:buBlip>
                          <a:blip r:embed="rId2"/>
                        </a:buBlip>
                        <a:defRPr sz="2400" b="0" kern="1200"/>
                      </a:lvl2pPr>
                      <a:lvl3pPr marL="1428750" lvl="2" indent="-398145">
                        <a:buBlip>
                          <a:blip r:embed="rId2"/>
                        </a:buBlip>
                        <a:defRPr sz="2000" b="0" kern="1200"/>
                      </a:lvl3pPr>
                      <a:lvl4pPr marL="1752600" lvl="3" indent="-321945">
                        <a:buBlip>
                          <a:blip r:embed="rId2"/>
                        </a:buBlip>
                        <a:defRPr sz="1800" b="0" kern="1200"/>
                      </a:lvl4pPr>
                      <a:lvl5pPr marL="2092325" lvl="4" indent="-337820">
                        <a:buBlip>
                          <a:blip r:embed="rId2"/>
                        </a:buBlip>
                        <a:defRPr sz="1800" b="0" kern="1200"/>
                      </a:lvl5pPr>
                    </a:lstStyle>
                    <a:p>
                      <a:pPr marL="0" lvl="0" indent="0">
                        <a:buNone/>
                      </a:pPr>
                      <a:r>
                        <a:rPr lang="en-US" altLang="zh-CN" sz="1800">
                          <a:solidFill>
                            <a:srgbClr val="000000"/>
                          </a:solidFill>
                          <a:latin typeface="DejaVu Sans" panose="020B0603030804020204" charset="0"/>
                          <a:ea typeface="方正书宋_GBK" panose="02000000000000000000" charset="-122"/>
                          <a:cs typeface="DejaVu Sans" panose="020B0603030804020204" charset="0"/>
                        </a:rPr>
                        <a:t>...</a:t>
                      </a:r>
                      <a:endParaRPr lang="en-US" altLang="zh-CN" sz="1800">
                        <a:solidFill>
                          <a:srgbClr val="000000"/>
                        </a:solidFill>
                        <a:latin typeface="DejaVu Sans" panose="020B0603030804020204" charset="0"/>
                        <a:ea typeface="方正书宋_GBK" panose="02000000000000000000" charset="-122"/>
                        <a:cs typeface="DejaVu Sans" panose="020B0603030804020204" charset="0"/>
                      </a:endParaRPr>
                    </a:p>
                  </a:txBody>
                  <a:tcPr vert="horz" anchor="t">
                    <a:lnL w="3175" cap="flat" cmpd="sng">
                      <a:solidFill>
                        <a:schemeClr val="tx1"/>
                      </a:solidFill>
                      <a:prstDash val="solid"/>
                      <a:headEnd type="none" w="med" len="med"/>
                      <a:tailEnd type="none" w="med" len="med"/>
                    </a:lnL>
                    <a:lnR w="3175" cap="flat" cmpd="sng">
                      <a:solidFill>
                        <a:schemeClr val="tx1"/>
                      </a:solidFill>
                      <a:prstDash val="solid"/>
                      <a:headEnd type="none" w="med" len="med"/>
                      <a:tailEnd type="none" w="med" len="med"/>
                    </a:lnR>
                    <a:lnT cap="flat">
                      <a:noFill/>
                    </a:lnT>
                    <a:lnB w="3175" cap="flat" cmpd="sng">
                      <a:solidFill>
                        <a:schemeClr val="tx1"/>
                      </a:solidFill>
                      <a:prstDash val="solid"/>
                      <a:headEnd type="none" w="med" len="med"/>
                      <a:tailEnd type="none" w="med" len="med"/>
                    </a:lnB>
                    <a:lnTlToBr>
                      <a:noFill/>
                    </a:lnTlToBr>
                    <a:lnBlToTr>
                      <a:noFill/>
                    </a:lnBlToTr>
                    <a:solidFill>
                      <a:srgbClr val="E9EDF4">
                        <a:alpha val="100000"/>
                      </a:srgbClr>
                    </a:solidFill>
                  </a:tcPr>
                </a:tc>
              </a:tr>
            </a:tbl>
          </a:graphicData>
        </a:graphic>
      </p:graphicFrame>
      <p:sp>
        <p:nvSpPr>
          <p:cNvPr id="5" name="文本框 4"/>
          <p:cNvSpPr txBox="1"/>
          <p:nvPr/>
        </p:nvSpPr>
        <p:spPr>
          <a:xfrm>
            <a:off x="6060440" y="3233420"/>
            <a:ext cx="1857375" cy="2861310"/>
          </a:xfrm>
          <a:prstGeom prst="rect">
            <a:avLst/>
          </a:prstGeom>
          <a:noFill/>
          <a:ln>
            <a:solidFill>
              <a:schemeClr val="tx1"/>
            </a:solidFill>
          </a:ln>
        </p:spPr>
        <p:txBody>
          <a:bodyPr wrap="square" rtlCol="0">
            <a:spAutoFit/>
          </a:bodyPr>
          <a:p>
            <a:r>
              <a:rPr lang="en-US" altLang="zh-CN" sz="1800" b="0">
                <a:solidFill>
                  <a:schemeClr val="tx1"/>
                </a:solidFill>
              </a:rPr>
              <a:t>//mov r0, N</a:t>
            </a:r>
            <a:endParaRPr lang="en-US" altLang="zh-CN" sz="1800" b="0">
              <a:solidFill>
                <a:schemeClr val="tx1"/>
              </a:solidFill>
            </a:endParaRPr>
          </a:p>
          <a:p>
            <a:r>
              <a:rPr lang="en-US" altLang="zh-CN" sz="1800" b="0">
                <a:solidFill>
                  <a:schemeClr val="tx1"/>
                </a:solidFill>
              </a:rPr>
              <a:t>mov r1, 0</a:t>
            </a:r>
            <a:endParaRPr lang="en-US" altLang="zh-CN" sz="1800" b="0">
              <a:solidFill>
                <a:schemeClr val="tx1"/>
              </a:solidFill>
            </a:endParaRPr>
          </a:p>
          <a:p>
            <a:r>
              <a:rPr lang="en-US" altLang="zh-CN" sz="1800" b="0">
                <a:solidFill>
                  <a:schemeClr val="tx1"/>
                </a:solidFill>
              </a:rPr>
              <a:t>mov r2, 1</a:t>
            </a:r>
            <a:endParaRPr lang="en-US" altLang="zh-CN" sz="1800" b="0">
              <a:solidFill>
                <a:schemeClr val="tx1"/>
              </a:solidFill>
            </a:endParaRPr>
          </a:p>
          <a:p>
            <a:r>
              <a:rPr lang="en-US" altLang="zh-CN" sz="1800" b="0">
                <a:solidFill>
                  <a:schemeClr val="tx1"/>
                </a:solidFill>
              </a:rPr>
              <a:t>cmp_g r2, r0</a:t>
            </a:r>
            <a:endParaRPr lang="en-US" altLang="zh-CN" sz="1800" b="0">
              <a:solidFill>
                <a:schemeClr val="tx1"/>
              </a:solidFill>
            </a:endParaRPr>
          </a:p>
          <a:p>
            <a:r>
              <a:rPr lang="en-US" altLang="zh-CN" sz="1800" b="0">
                <a:solidFill>
                  <a:schemeClr val="tx1"/>
                </a:solidFill>
              </a:rPr>
              <a:t>jmpc +3</a:t>
            </a:r>
            <a:endParaRPr lang="en-US" altLang="zh-CN" sz="1800" b="0">
              <a:solidFill>
                <a:schemeClr val="tx1"/>
              </a:solidFill>
            </a:endParaRPr>
          </a:p>
          <a:p>
            <a:r>
              <a:rPr lang="en-US" altLang="zh-CN" sz="1800" b="0">
                <a:solidFill>
                  <a:schemeClr val="tx1"/>
                </a:solidFill>
              </a:rPr>
              <a:t>add r1, r2</a:t>
            </a:r>
            <a:endParaRPr lang="en-US" altLang="zh-CN" sz="1800" b="0">
              <a:solidFill>
                <a:schemeClr val="tx1"/>
              </a:solidFill>
            </a:endParaRPr>
          </a:p>
          <a:p>
            <a:r>
              <a:rPr lang="en-US" altLang="zh-CN" sz="1800" b="0">
                <a:solidFill>
                  <a:schemeClr val="tx1"/>
                </a:solidFill>
              </a:rPr>
              <a:t>add r2, 1</a:t>
            </a:r>
            <a:endParaRPr lang="en-US" altLang="zh-CN" sz="1800" b="0">
              <a:solidFill>
                <a:schemeClr val="tx1"/>
              </a:solidFill>
            </a:endParaRPr>
          </a:p>
          <a:p>
            <a:r>
              <a:rPr lang="en-US" altLang="zh-CN" sz="1800" b="0">
                <a:solidFill>
                  <a:schemeClr val="tx1"/>
                </a:solidFill>
              </a:rPr>
              <a:t>jmp -5</a:t>
            </a:r>
            <a:endParaRPr lang="en-US" altLang="zh-CN" sz="1800" b="0">
              <a:solidFill>
                <a:schemeClr val="tx1"/>
              </a:solidFill>
            </a:endParaRPr>
          </a:p>
          <a:p>
            <a:r>
              <a:rPr lang="en-US" altLang="zh-CN" sz="1800" b="0">
                <a:solidFill>
                  <a:schemeClr val="tx1"/>
                </a:solidFill>
              </a:rPr>
              <a:t>ret r1</a:t>
            </a:r>
            <a:endParaRPr lang="en-US" altLang="zh-CN" sz="1800" b="0">
              <a:solidFill>
                <a:schemeClr val="tx1"/>
              </a:solidFill>
            </a:endParaRPr>
          </a:p>
          <a:p>
            <a:r>
              <a:rPr lang="en-US" altLang="zh-CN" sz="1800" b="0">
                <a:solidFill>
                  <a:schemeClr val="tx1"/>
                </a:solidFill>
              </a:rPr>
              <a:t>...</a:t>
            </a:r>
            <a:endParaRPr lang="en-US" altLang="zh-CN" sz="1800" b="0">
              <a:solidFill>
                <a:schemeClr val="tx1"/>
              </a:solidFill>
            </a:endParaRPr>
          </a:p>
        </p:txBody>
      </p:sp>
      <p:sp>
        <p:nvSpPr>
          <p:cNvPr id="7" name="文本框 6"/>
          <p:cNvSpPr txBox="1"/>
          <p:nvPr/>
        </p:nvSpPr>
        <p:spPr>
          <a:xfrm>
            <a:off x="5003165" y="629285"/>
            <a:ext cx="3695065" cy="2306955"/>
          </a:xfrm>
          <a:prstGeom prst="rect">
            <a:avLst/>
          </a:prstGeom>
          <a:noFill/>
          <a:ln>
            <a:noFill/>
          </a:ln>
        </p:spPr>
        <p:txBody>
          <a:bodyPr wrap="square" rtlCol="0">
            <a:spAutoFit/>
          </a:bodyPr>
          <a:p>
            <a:r>
              <a:rPr lang="zh-CN" altLang="en-US" sz="1800" b="0">
                <a:solidFill>
                  <a:schemeClr val="tx1"/>
                </a:solidFill>
              </a:rPr>
              <a:t>计算</a:t>
            </a:r>
            <a:r>
              <a:rPr lang="en-US" altLang="zh-CN" sz="1800" b="0">
                <a:solidFill>
                  <a:schemeClr val="tx1"/>
                </a:solidFill>
              </a:rPr>
              <a:t>1+2+3+...+N</a:t>
            </a:r>
            <a:endParaRPr lang="en-US" altLang="zh-CN" sz="1800" b="0">
              <a:solidFill>
                <a:schemeClr val="tx1"/>
              </a:solidFill>
            </a:endParaRPr>
          </a:p>
          <a:p>
            <a:r>
              <a:rPr lang="en-US" altLang="zh-CN" sz="1800" b="0">
                <a:solidFill>
                  <a:schemeClr val="tx1"/>
                </a:solidFill>
              </a:rPr>
              <a:t>int add_N(int r0)  //r0=N</a:t>
            </a:r>
            <a:endParaRPr lang="en-US" altLang="zh-CN" sz="1800" b="0">
              <a:solidFill>
                <a:schemeClr val="tx1"/>
              </a:solidFill>
            </a:endParaRPr>
          </a:p>
          <a:p>
            <a:r>
              <a:rPr lang="en-US" altLang="zh-CN" sz="1800" b="0">
                <a:solidFill>
                  <a:schemeClr val="tx1"/>
                </a:solidFill>
              </a:rPr>
              <a:t>{</a:t>
            </a:r>
            <a:endParaRPr lang="en-US" altLang="zh-CN" sz="1800" b="0">
              <a:solidFill>
                <a:schemeClr val="tx1"/>
              </a:solidFill>
            </a:endParaRPr>
          </a:p>
          <a:p>
            <a:r>
              <a:rPr lang="en-US" altLang="zh-CN" sz="1800" b="0">
                <a:solidFill>
                  <a:schemeClr val="tx1"/>
                </a:solidFill>
              </a:rPr>
              <a:t>      r1=0;</a:t>
            </a:r>
            <a:endParaRPr lang="en-US" altLang="zh-CN" sz="1800" b="0">
              <a:solidFill>
                <a:schemeClr val="tx1"/>
              </a:solidFill>
            </a:endParaRPr>
          </a:p>
          <a:p>
            <a:r>
              <a:rPr lang="en-US" altLang="zh-CN" sz="1800" b="0">
                <a:solidFill>
                  <a:schemeClr val="tx1"/>
                </a:solidFill>
              </a:rPr>
              <a:t>      for(r2=1; r2&lt;=r0; ++r2)</a:t>
            </a:r>
            <a:endParaRPr lang="en-US" altLang="zh-CN" sz="1800" b="0">
              <a:solidFill>
                <a:schemeClr val="tx1"/>
              </a:solidFill>
            </a:endParaRPr>
          </a:p>
          <a:p>
            <a:r>
              <a:rPr lang="en-US" altLang="zh-CN" sz="1800" b="0">
                <a:solidFill>
                  <a:schemeClr val="tx1"/>
                </a:solidFill>
              </a:rPr>
              <a:t>	r1 += r2;</a:t>
            </a:r>
            <a:endParaRPr lang="en-US" altLang="zh-CN" sz="1800" b="0">
              <a:solidFill>
                <a:schemeClr val="tx1"/>
              </a:solidFill>
            </a:endParaRPr>
          </a:p>
          <a:p>
            <a:r>
              <a:rPr lang="en-US" altLang="zh-CN" sz="1800" b="0">
                <a:solidFill>
                  <a:schemeClr val="tx1"/>
                </a:solidFill>
              </a:rPr>
              <a:t>      return r1;</a:t>
            </a:r>
            <a:endParaRPr lang="en-US" altLang="zh-CN" sz="1800" b="0">
              <a:solidFill>
                <a:schemeClr val="tx1"/>
              </a:solidFill>
            </a:endParaRPr>
          </a:p>
          <a:p>
            <a:r>
              <a:rPr lang="en-US" altLang="zh-CN" sz="1800" b="0">
                <a:solidFill>
                  <a:schemeClr val="tx1"/>
                </a:solidFill>
              </a:rPr>
              <a:t>}</a:t>
            </a:r>
            <a:endParaRPr lang="en-US" altLang="zh-CN" sz="1800" b="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2457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11</a:t>
            </a:r>
            <a:endParaRPr lang="zh-CN" altLang="en-US" sz="1400" b="0" dirty="0">
              <a:solidFill>
                <a:schemeClr val="tx2"/>
              </a:solidFill>
              <a:latin typeface="DejaVu Sans" panose="020B0603030804020204" charset="0"/>
              <a:ea typeface="方正书宋_GBK" panose="02000000000000000000" charset="-122"/>
            </a:endParaRPr>
          </a:p>
        </p:txBody>
      </p:sp>
      <p:sp>
        <p:nvSpPr>
          <p:cNvPr id="27651" name="矩形 24578"/>
          <p:cNvSpPr/>
          <p:nvPr/>
        </p:nvSpPr>
        <p:spPr>
          <a:xfrm>
            <a:off x="492125" y="1746250"/>
            <a:ext cx="8050530" cy="1750695"/>
          </a:xfrm>
          <a:prstGeom prst="rect">
            <a:avLst/>
          </a:prstGeom>
          <a:noFill/>
          <a:ln w="9525">
            <a:noFill/>
            <a:miter/>
          </a:ln>
        </p:spPr>
        <p:txBody>
          <a:bodyPr wrap="square">
            <a:spAutoFit/>
          </a:bodyPr>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① </a:t>
            </a:r>
            <a:r>
              <a:rPr lang="en-US" altLang="x-none"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CPU</a:t>
            </a:r>
            <a:r>
              <a:rPr lang="en-US" altLang="x-none"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：运算器，控制器，寄存器</a:t>
            </a:r>
            <a:r>
              <a:rPr lang="en-US"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x-none"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状态和</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中间结果</a:t>
            </a:r>
            <a:r>
              <a:rPr lang="en-US"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② </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存储器：</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用来存储计算过程</a:t>
            </a:r>
            <a:r>
              <a:rPr lang="en-US"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指令</a:t>
            </a:r>
            <a:r>
              <a:rPr lang="en-US"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和数据</a:t>
            </a:r>
            <a:endPar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endParaRPr>
          </a:p>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③ I/O</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设备：</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输入数据、</a:t>
            </a:r>
            <a:r>
              <a:rPr lang="zh-CN" altLang="en-US" sz="24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输出计算结果</a:t>
            </a:r>
            <a:endParaRPr lang="en-US" altLang="x-none"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27653" name="矩形 24580"/>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操作系统在计算机系统中的地位</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7654" name="矩形 24581"/>
          <p:cNvSpPr/>
          <p:nvPr/>
        </p:nvSpPr>
        <p:spPr>
          <a:xfrm>
            <a:off x="214630" y="530225"/>
            <a:ext cx="8038465" cy="681990"/>
          </a:xfrm>
          <a:prstGeom prst="rect">
            <a:avLst/>
          </a:prstGeom>
          <a:noFill/>
          <a:ln w="9525">
            <a:noFill/>
            <a:miter/>
          </a:ln>
        </p:spPr>
        <p:txBody>
          <a:bodyPr wrap="square">
            <a:spAutoFit/>
          </a:bodyPr>
          <a:p>
            <a:pPr marL="533400" lvl="0" indent="-533400" algn="l" fontAlgn="base">
              <a:lnSpc>
                <a:spcPct val="120000"/>
              </a:lnSpc>
              <a:spcBef>
                <a:spcPct val="30000"/>
              </a:spcBef>
              <a:buClr>
                <a:schemeClr val="tx2"/>
              </a:buClr>
              <a:buSzPct val="95000"/>
            </a:pP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1. 存储程序式计算机的结构和特点</a:t>
            </a:r>
            <a:endPar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7655" name="矩形 24582"/>
          <p:cNvSpPr/>
          <p:nvPr/>
        </p:nvSpPr>
        <p:spPr>
          <a:xfrm>
            <a:off x="665163" y="1163638"/>
            <a:ext cx="4459288"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基本部件</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7657" name="矩形 24584"/>
          <p:cNvSpPr/>
          <p:nvPr/>
        </p:nvSpPr>
        <p:spPr>
          <a:xfrm>
            <a:off x="666750" y="3494088"/>
            <a:ext cx="2498725"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特点</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 name="矩形 24583"/>
          <p:cNvSpPr/>
          <p:nvPr/>
        </p:nvSpPr>
        <p:spPr>
          <a:xfrm>
            <a:off x="455295" y="4060825"/>
            <a:ext cx="5256213" cy="2340610"/>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en-US"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a:t>
            </a:r>
            <a:r>
              <a:rPr lang="zh-CN" altLang="en-US" sz="240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集中顺序过程控制</a:t>
            </a:r>
            <a:endParaRPr lang="zh-CN" altLang="en-US" sz="240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① </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过程性</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模拟人们手工操作</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② </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集中控制</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：由</a:t>
            </a:r>
            <a:r>
              <a:rPr lang="en-US" altLang="x-none"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CPU</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集中管理</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③ </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顺序性</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zh-CN" altLang="en-US" sz="1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a:t>
            </a: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顺序执行 </a:t>
            </a: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a:t>
            </a:r>
            <a:endPar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27651" grpId="0" build="p"/>
      <p:bldP spid="27654" grpId="0" build="p"/>
      <p:bldP spid="27655" grpId="0"/>
      <p:bldP spid="27657"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7" name="内容占位符 23554"/>
          <p:cNvPicPr>
            <a:picLocks noGrp="1" noChangeAspect="1"/>
          </p:cNvPicPr>
          <p:nvPr>
            <p:ph idx="2147483647"/>
          </p:nvPr>
        </p:nvPicPr>
        <p:blipFill>
          <a:blip r:embed="rId1"/>
          <a:stretch>
            <a:fillRect/>
          </a:stretch>
        </p:blipFill>
        <p:spPr>
          <a:xfrm>
            <a:off x="0" y="0"/>
            <a:ext cx="838200" cy="517525"/>
          </a:xfrm>
        </p:spPr>
      </p:pic>
      <p:sp>
        <p:nvSpPr>
          <p:cNvPr id="29699" name="矩形 23555"/>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操作系统在计算机系统中的地位</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9700" name="矩形 29699"/>
          <p:cNvSpPr/>
          <p:nvPr/>
        </p:nvSpPr>
        <p:spPr>
          <a:xfrm>
            <a:off x="488950" y="769938"/>
            <a:ext cx="8135938" cy="838200"/>
          </a:xfrm>
          <a:prstGeom prst="rect">
            <a:avLst/>
          </a:prstGeom>
          <a:noFill/>
          <a:ln w="9525">
            <a:noFill/>
            <a:miter/>
          </a:ln>
        </p:spPr>
        <p:txBody>
          <a:bodyPr anchor="ctr"/>
          <a:lst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0" i="0" u="none" kern="1200" baseline="0">
                <a:solidFill>
                  <a:schemeClr val="tx2"/>
                </a:solidFill>
                <a:latin typeface="Arial" panose="020B0604020202020204" pitchFamily="34" charset="0"/>
                <a:ea typeface="宋体" pitchFamily="2" charset="-122"/>
              </a:defRPr>
            </a:lvl1pPr>
          </a:lstStyle>
          <a:p>
            <a:pPr lvl="0" fontAlgn="base"/>
            <a:r>
              <a:rPr lang="zh-CN" altLang="en-US" sz="32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存储程序式计算机（冯.诺依曼计算机模型）</a:t>
            </a:r>
            <a:endParaRPr lang="zh-CN" altLang="en-US" sz="32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9701" name="矩形 29700"/>
          <p:cNvSpPr/>
          <p:nvPr/>
        </p:nvSpPr>
        <p:spPr>
          <a:xfrm>
            <a:off x="753745" y="1447800"/>
            <a:ext cx="7691755" cy="4940935"/>
          </a:xfrm>
          <a:prstGeom prst="rect">
            <a:avLst/>
          </a:prstGeom>
          <a:noFill/>
          <a:ln w="9525">
            <a:noFill/>
            <a:miter/>
          </a:ln>
        </p:spPr>
        <p:txBody>
          <a:bodyPr anchor="t"/>
          <a:p>
            <a:pPr marL="609600" lvl="0" indent="-609600">
              <a:lnSpc>
                <a:spcPct val="90000"/>
              </a:lnSpc>
              <a:spcBef>
                <a:spcPct val="30000"/>
              </a:spcBef>
              <a:spcAft>
                <a:spcPct val="20000"/>
              </a:spcAft>
              <a:buClr>
                <a:schemeClr val="tx2"/>
              </a:buClr>
              <a:buSzPct val="95000"/>
              <a:buFont typeface="Wingdings" panose="05000000000000000000" pitchFamily="2" charset="2"/>
              <a:buChar char="l"/>
            </a:pPr>
            <a:r>
              <a:rPr lang="zh-CN" altLang="en-US" dirty="0">
                <a:solidFill>
                  <a:schemeClr val="tx1"/>
                </a:solidFill>
                <a:latin typeface="DejaVu Sans" panose="020B0603030804020204" charset="0"/>
                <a:ea typeface="方正书宋_GBK" panose="02000000000000000000" charset="-122"/>
              </a:rPr>
              <a:t>计算机的本质是用指令来处理数据。</a:t>
            </a:r>
            <a:endParaRPr lang="zh-CN" altLang="en-US" dirty="0">
              <a:solidFill>
                <a:schemeClr val="tx1"/>
              </a:solidFill>
              <a:latin typeface="DejaVu Sans" panose="020B0603030804020204" charset="0"/>
              <a:ea typeface="方正书宋_GBK" panose="02000000000000000000" charset="-122"/>
            </a:endParaRPr>
          </a:p>
          <a:p>
            <a:pPr marL="609600" lvl="0" indent="-609600">
              <a:lnSpc>
                <a:spcPct val="90000"/>
              </a:lnSpc>
              <a:spcBef>
                <a:spcPct val="30000"/>
              </a:spcBef>
              <a:spcAft>
                <a:spcPct val="20000"/>
              </a:spcAft>
              <a:buClr>
                <a:schemeClr val="tx2"/>
              </a:buClr>
              <a:buSzPct val="95000"/>
              <a:buFont typeface="Wingdings" panose="05000000000000000000" pitchFamily="2" charset="2"/>
              <a:buChar char="l"/>
            </a:pPr>
            <a:r>
              <a:rPr lang="zh-CN" altLang="en-US" dirty="0">
                <a:solidFill>
                  <a:schemeClr val="tx1"/>
                </a:solidFill>
                <a:latin typeface="DejaVu Sans" panose="020B0603030804020204" charset="0"/>
                <a:ea typeface="方正书宋_GBK" panose="02000000000000000000" charset="-122"/>
              </a:rPr>
              <a:t>程序（作业）就是指令和数据的集合，也可以看作是数据结构＋算法。</a:t>
            </a:r>
            <a:endParaRPr lang="zh-CN" altLang="en-US" dirty="0">
              <a:solidFill>
                <a:schemeClr val="tx1"/>
              </a:solidFill>
              <a:latin typeface="DejaVu Sans" panose="020B0603030804020204" charset="0"/>
              <a:ea typeface="方正书宋_GBK" panose="02000000000000000000" charset="-122"/>
            </a:endParaRPr>
          </a:p>
          <a:p>
            <a:pPr marL="609600" lvl="0" indent="-609600">
              <a:lnSpc>
                <a:spcPct val="90000"/>
              </a:lnSpc>
              <a:spcBef>
                <a:spcPct val="30000"/>
              </a:spcBef>
              <a:spcAft>
                <a:spcPct val="20000"/>
              </a:spcAft>
              <a:buClr>
                <a:schemeClr val="tx2"/>
              </a:buClr>
              <a:buSzPct val="95000"/>
              <a:buFont typeface="Wingdings" panose="05000000000000000000" pitchFamily="2" charset="2"/>
              <a:buChar char="l"/>
            </a:pPr>
            <a:r>
              <a:rPr lang="zh-CN" altLang="en-US" dirty="0">
                <a:solidFill>
                  <a:schemeClr val="tx1"/>
                </a:solidFill>
                <a:latin typeface="DejaVu Sans" panose="020B0603030804020204" charset="0"/>
                <a:ea typeface="方正书宋_GBK" panose="02000000000000000000" charset="-122"/>
              </a:rPr>
              <a:t>从开始到现在：</a:t>
            </a:r>
            <a:endParaRPr lang="zh-CN" altLang="en-US" dirty="0">
              <a:solidFill>
                <a:schemeClr val="tx1"/>
              </a:solidFill>
              <a:latin typeface="DejaVu Sans" panose="020B0603030804020204" charset="0"/>
              <a:ea typeface="方正书宋_GBK" panose="02000000000000000000" charset="-122"/>
            </a:endParaRPr>
          </a:p>
          <a:p>
            <a:pPr marL="1106805" lvl="1" indent="-649605" algn="l" eaLnBrk="1" fontAlgn="base" latinLnBrk="0" hangingPunct="1">
              <a:lnSpc>
                <a:spcPct val="90000"/>
              </a:lnSpc>
              <a:spcBef>
                <a:spcPct val="30000"/>
              </a:spcBef>
              <a:spcAft>
                <a:spcPct val="20000"/>
              </a:spcAft>
              <a:buClr>
                <a:schemeClr val="tx2"/>
              </a:buClr>
              <a:buSzPct val="95000"/>
              <a:buFont typeface="Wingdings" panose="05000000000000000000" pitchFamily="2" charset="2"/>
              <a:buChar char="Ø"/>
            </a:pPr>
            <a:r>
              <a:rPr lang="zh-CN" altLang="en-US" sz="2800" b="0" i="1" u="none" baseline="0" dirty="0">
                <a:solidFill>
                  <a:schemeClr val="tx1"/>
                </a:solidFill>
                <a:latin typeface="DejaVu Sans" panose="020B0603030804020204" charset="0"/>
                <a:ea typeface="方正书宋_GBK" panose="02000000000000000000" charset="-122"/>
              </a:rPr>
              <a:t>计算机的模型没有变；</a:t>
            </a:r>
            <a:endParaRPr lang="zh-CN" altLang="en-US" sz="2800" b="0" i="1" u="none" baseline="0" dirty="0">
              <a:solidFill>
                <a:schemeClr val="tx1"/>
              </a:solidFill>
              <a:latin typeface="DejaVu Sans" panose="020B0603030804020204" charset="0"/>
              <a:ea typeface="方正书宋_GBK" panose="02000000000000000000" charset="-122"/>
            </a:endParaRPr>
          </a:p>
          <a:p>
            <a:pPr marL="1106805" lvl="1" indent="-649605" algn="l" eaLnBrk="1" fontAlgn="base" latinLnBrk="0" hangingPunct="1">
              <a:lnSpc>
                <a:spcPct val="90000"/>
              </a:lnSpc>
              <a:spcBef>
                <a:spcPct val="30000"/>
              </a:spcBef>
              <a:spcAft>
                <a:spcPct val="20000"/>
              </a:spcAft>
              <a:buClr>
                <a:schemeClr val="tx2"/>
              </a:buClr>
              <a:buSzPct val="95000"/>
              <a:buFont typeface="Wingdings" panose="05000000000000000000" pitchFamily="2" charset="2"/>
              <a:buChar char="Ø"/>
            </a:pPr>
            <a:r>
              <a:rPr lang="zh-CN" altLang="en-US" sz="2800" b="0" i="1" u="none" baseline="0" dirty="0">
                <a:solidFill>
                  <a:schemeClr val="tx1"/>
                </a:solidFill>
                <a:latin typeface="DejaVu Sans" panose="020B0603030804020204" charset="0"/>
                <a:ea typeface="方正书宋_GBK" panose="02000000000000000000" charset="-122"/>
              </a:rPr>
              <a:t>计算机的本质没有变；</a:t>
            </a:r>
            <a:endParaRPr lang="zh-CN" altLang="en-US" sz="2800" b="0" i="1" u="none" baseline="0" dirty="0">
              <a:solidFill>
                <a:schemeClr val="tx1"/>
              </a:solidFill>
              <a:latin typeface="DejaVu Sans" panose="020B0603030804020204" charset="0"/>
              <a:ea typeface="方正书宋_GBK" panose="02000000000000000000" charset="-122"/>
            </a:endParaRPr>
          </a:p>
          <a:p>
            <a:pPr marL="1106805" lvl="1" indent="-649605" algn="l" eaLnBrk="1" fontAlgn="base" latinLnBrk="0" hangingPunct="1">
              <a:lnSpc>
                <a:spcPct val="90000"/>
              </a:lnSpc>
              <a:spcBef>
                <a:spcPct val="30000"/>
              </a:spcBef>
              <a:spcAft>
                <a:spcPct val="20000"/>
              </a:spcAft>
              <a:buClr>
                <a:schemeClr val="tx2"/>
              </a:buClr>
              <a:buSzPct val="95000"/>
              <a:buFont typeface="Wingdings" panose="05000000000000000000" pitchFamily="2" charset="2"/>
              <a:buChar char="Ø"/>
            </a:pPr>
            <a:r>
              <a:rPr lang="zh-CN" altLang="en-US" sz="2800" b="0" i="1" u="none" baseline="0" dirty="0">
                <a:solidFill>
                  <a:schemeClr val="tx1"/>
                </a:solidFill>
                <a:latin typeface="DejaVu Sans" panose="020B0603030804020204" charset="0"/>
                <a:ea typeface="方正书宋_GBK" panose="02000000000000000000" charset="-122"/>
              </a:rPr>
              <a:t>程序的本质也没有变；</a:t>
            </a:r>
            <a:endParaRPr lang="zh-CN" altLang="en-US" sz="2800" b="0" i="1" u="none" baseline="0" dirty="0">
              <a:solidFill>
                <a:schemeClr val="tx1"/>
              </a:solidFill>
              <a:latin typeface="DejaVu Sans" panose="020B0603030804020204" charset="0"/>
              <a:ea typeface="方正书宋_GBK" panose="02000000000000000000" charset="-122"/>
            </a:endParaRPr>
          </a:p>
          <a:p>
            <a:pPr lvl="1" algn="l" eaLnBrk="1" fontAlgn="base" latinLnBrk="0" hangingPunct="1">
              <a:lnSpc>
                <a:spcPct val="90000"/>
              </a:lnSpc>
              <a:spcBef>
                <a:spcPct val="30000"/>
              </a:spcBef>
              <a:spcAft>
                <a:spcPct val="20000"/>
              </a:spcAft>
              <a:buClr>
                <a:schemeClr val="tx2"/>
              </a:buClr>
              <a:buSzPct val="95000"/>
              <a:buFont typeface="Wingdings" panose="05000000000000000000" pitchFamily="2" charset="2"/>
            </a:pPr>
            <a:r>
              <a:rPr lang="zh-CN" altLang="en-US" sz="2800" b="0" i="1" u="none" baseline="0" dirty="0">
                <a:solidFill>
                  <a:schemeClr val="tx1"/>
                </a:solidFill>
                <a:latin typeface="DejaVu Sans" panose="020B0603030804020204" charset="0"/>
                <a:ea typeface="方正书宋_GBK" panose="02000000000000000000" charset="-122"/>
              </a:rPr>
              <a:t>变化的只是计算机中各个部件的规模和性能</a:t>
            </a:r>
            <a:endParaRPr lang="zh-CN" altLang="en-US" sz="2800" b="0" i="1" u="none" baseline="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2970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7" name="内容占位符 23554"/>
          <p:cNvPicPr>
            <a:picLocks noGrp="1" noChangeAspect="1"/>
          </p:cNvPicPr>
          <p:nvPr>
            <p:ph idx="2147483647"/>
          </p:nvPr>
        </p:nvPicPr>
        <p:blipFill>
          <a:blip r:embed="rId1"/>
          <a:stretch>
            <a:fillRect/>
          </a:stretch>
        </p:blipFill>
        <p:spPr>
          <a:xfrm>
            <a:off x="0" y="0"/>
            <a:ext cx="838200" cy="517525"/>
          </a:xfrm>
        </p:spPr>
      </p:pic>
      <p:sp>
        <p:nvSpPr>
          <p:cNvPr id="29699" name="矩形 23555"/>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操作系统在计算机系统中的地位</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9700" name="矩形 29699"/>
          <p:cNvSpPr/>
          <p:nvPr/>
        </p:nvSpPr>
        <p:spPr>
          <a:xfrm>
            <a:off x="503555" y="589598"/>
            <a:ext cx="8135938" cy="838200"/>
          </a:xfrm>
          <a:prstGeom prst="rect">
            <a:avLst/>
          </a:prstGeom>
          <a:noFill/>
          <a:ln w="9525">
            <a:noFill/>
            <a:miter/>
          </a:ln>
        </p:spPr>
        <p:txBody>
          <a:bodyPr anchor="ctr"/>
          <a:lst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0" i="0" u="none" kern="1200" baseline="0">
                <a:solidFill>
                  <a:schemeClr val="tx2"/>
                </a:solidFill>
                <a:latin typeface="Arial" panose="020B0604020202020204" pitchFamily="34" charset="0"/>
                <a:ea typeface="宋体" pitchFamily="2" charset="-122"/>
              </a:defRPr>
            </a:lvl1pPr>
          </a:lstStyle>
          <a:p>
            <a:pPr lvl="0" fontAlgn="base"/>
            <a:r>
              <a:rPr lang="zh-CN" altLang="en-US" sz="32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存储程序式计算机的发展</a:t>
            </a:r>
            <a:endParaRPr lang="zh-CN" altLang="en-US" sz="32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9701" name="矩形 29700"/>
          <p:cNvSpPr/>
          <p:nvPr/>
        </p:nvSpPr>
        <p:spPr>
          <a:xfrm>
            <a:off x="381000" y="1428115"/>
            <a:ext cx="8320405" cy="5102860"/>
          </a:xfrm>
          <a:prstGeom prst="rect">
            <a:avLst/>
          </a:prstGeom>
          <a:noFill/>
          <a:ln w="9525">
            <a:noFill/>
            <a:miter/>
          </a:ln>
        </p:spPr>
        <p:txBody>
          <a:bodyPr anchor="t"/>
          <a:p>
            <a:pPr marL="609600" lvl="0" indent="-609600">
              <a:lnSpc>
                <a:spcPct val="90000"/>
              </a:lnSpc>
              <a:spcBef>
                <a:spcPct val="30000"/>
              </a:spcBef>
              <a:spcAft>
                <a:spcPct val="20000"/>
              </a:spcAft>
              <a:buClr>
                <a:schemeClr val="tx2"/>
              </a:buClr>
              <a:buSzPct val="95000"/>
              <a:buFont typeface="Wingdings" panose="05000000000000000000" pitchFamily="2" charset="2"/>
              <a:buChar char="l"/>
            </a:pPr>
            <a:r>
              <a:rPr lang="en-US" altLang="zh-CN" b="0" dirty="0">
                <a:solidFill>
                  <a:schemeClr val="tx1"/>
                </a:solidFill>
                <a:latin typeface="DejaVu Sans" panose="020B0603030804020204" charset="0"/>
                <a:ea typeface="方正书宋_GBK" panose="02000000000000000000" charset="-122"/>
              </a:rPr>
              <a:t>CPU</a:t>
            </a:r>
            <a:endParaRPr lang="en-US" altLang="zh-CN" dirty="0">
              <a:solidFill>
                <a:schemeClr val="tx1"/>
              </a:solidFill>
              <a:latin typeface="DejaVu Sans" panose="020B0603030804020204" charset="0"/>
              <a:ea typeface="方正书宋_GBK" panose="02000000000000000000" charset="-122"/>
            </a:endParaRPr>
          </a:p>
          <a:p>
            <a:pPr marL="1066800" lvl="1" indent="-609600">
              <a:lnSpc>
                <a:spcPct val="90000"/>
              </a:lnSpc>
              <a:spcBef>
                <a:spcPct val="30000"/>
              </a:spcBef>
              <a:spcAft>
                <a:spcPct val="20000"/>
              </a:spcAft>
              <a:buClr>
                <a:schemeClr val="tx2"/>
              </a:buClr>
              <a:buSzPct val="95000"/>
              <a:buFont typeface="Wingdings" panose="05000000000000000000" pitchFamily="2" charset="2"/>
              <a:buChar char="l"/>
            </a:pPr>
            <a:r>
              <a:rPr lang="zh-CN" altLang="en-US" sz="2400" b="0" dirty="0">
                <a:solidFill>
                  <a:schemeClr val="tx1"/>
                </a:solidFill>
                <a:latin typeface="DejaVu Sans" panose="020B0603030804020204" charset="0"/>
                <a:ea typeface="方正书宋_GBK" panose="02000000000000000000" charset="-122"/>
              </a:rPr>
              <a:t>运算器，控制器，寄存器</a:t>
            </a:r>
            <a:r>
              <a:rPr lang="x-none" altLang="zh-CN" sz="2400" b="0" dirty="0">
                <a:solidFill>
                  <a:schemeClr val="tx1"/>
                </a:solidFill>
                <a:latin typeface="DejaVu Sans" panose="020B0603030804020204" charset="0"/>
                <a:ea typeface="方正书宋_GBK" panose="02000000000000000000" charset="-122"/>
              </a:rPr>
              <a:t>，</a:t>
            </a:r>
            <a:r>
              <a:rPr lang="zh-CN" altLang="en-US" sz="2400" b="0" dirty="0">
                <a:solidFill>
                  <a:schemeClr val="tx1"/>
                </a:solidFill>
                <a:latin typeface="DejaVu Sans" panose="020B0603030804020204" charset="0"/>
                <a:ea typeface="方正书宋_GBK" panose="02000000000000000000" charset="-122"/>
                <a:sym typeface="+mn-ea"/>
              </a:rPr>
              <a:t>多核</a:t>
            </a:r>
            <a:endParaRPr lang="zh-CN" altLang="en-US" sz="2400" b="0" dirty="0">
              <a:solidFill>
                <a:schemeClr val="tx1"/>
              </a:solidFill>
              <a:latin typeface="DejaVu Sans" panose="020B0603030804020204" charset="0"/>
              <a:ea typeface="方正书宋_GBK" panose="02000000000000000000" charset="-122"/>
            </a:endParaRPr>
          </a:p>
          <a:p>
            <a:pPr marL="1066800" lvl="1" indent="-609600">
              <a:lnSpc>
                <a:spcPct val="90000"/>
              </a:lnSpc>
              <a:spcBef>
                <a:spcPct val="30000"/>
              </a:spcBef>
              <a:spcAft>
                <a:spcPct val="20000"/>
              </a:spcAft>
              <a:buClr>
                <a:schemeClr val="tx2"/>
              </a:buClr>
              <a:buSzPct val="95000"/>
              <a:buFont typeface="Wingdings" panose="05000000000000000000" pitchFamily="2" charset="2"/>
              <a:buChar char="l"/>
            </a:pPr>
            <a:r>
              <a:rPr lang="zh-CN" altLang="en-US" sz="2400" b="0" dirty="0">
                <a:solidFill>
                  <a:srgbClr val="4138FA"/>
                </a:solidFill>
                <a:latin typeface="DejaVu Sans" panose="020B0603030804020204" charset="0"/>
                <a:ea typeface="方正书宋_GBK" panose="02000000000000000000" charset="-122"/>
              </a:rPr>
              <a:t>指令集，寄存器</a:t>
            </a:r>
            <a:r>
              <a:rPr lang="zh-CN" altLang="en-US" sz="2400" b="0" dirty="0">
                <a:solidFill>
                  <a:srgbClr val="4138FA"/>
                </a:solidFill>
                <a:latin typeface="DejaVu Sans" panose="020B0603030804020204" charset="0"/>
                <a:ea typeface="方正书宋_GBK" panose="02000000000000000000" charset="-122"/>
                <a:sym typeface="+mn-ea"/>
              </a:rPr>
              <a:t>位数</a:t>
            </a:r>
            <a:r>
              <a:rPr lang="x-none" altLang="zh-CN" sz="2400" b="0" dirty="0">
                <a:solidFill>
                  <a:schemeClr val="tx1"/>
                </a:solidFill>
                <a:latin typeface="DejaVu Sans" panose="020B0603030804020204" charset="0"/>
                <a:ea typeface="方正书宋_GBK" panose="02000000000000000000" charset="-122"/>
                <a:sym typeface="+mn-ea"/>
              </a:rPr>
              <a:t>和</a:t>
            </a:r>
            <a:r>
              <a:rPr lang="zh-CN" altLang="en-US" sz="2400" b="0" dirty="0">
                <a:solidFill>
                  <a:schemeClr val="tx1"/>
                </a:solidFill>
                <a:latin typeface="DejaVu Sans" panose="020B0603030804020204" charset="0"/>
                <a:ea typeface="方正书宋_GBK" panose="02000000000000000000" charset="-122"/>
              </a:rPr>
              <a:t>数量</a:t>
            </a:r>
            <a:endParaRPr lang="zh-CN" altLang="en-US" sz="2400" b="0" dirty="0">
              <a:solidFill>
                <a:schemeClr val="tx1"/>
              </a:solidFill>
              <a:latin typeface="DejaVu Sans" panose="020B0603030804020204" charset="0"/>
              <a:ea typeface="方正书宋_GBK" panose="02000000000000000000" charset="-122"/>
            </a:endParaRPr>
          </a:p>
          <a:p>
            <a:pPr lvl="1" algn="l">
              <a:lnSpc>
                <a:spcPct val="90000"/>
              </a:lnSpc>
              <a:spcBef>
                <a:spcPct val="30000"/>
              </a:spcBef>
              <a:spcAft>
                <a:spcPct val="20000"/>
              </a:spcAft>
              <a:buClr>
                <a:schemeClr val="tx2"/>
              </a:buClr>
              <a:buSzPct val="95000"/>
              <a:buFont typeface="Wingdings" panose="05000000000000000000" pitchFamily="2" charset="2"/>
            </a:pPr>
            <a:r>
              <a:rPr lang="en-US" altLang="zh-CN" sz="2400" b="0" i="1" dirty="0">
                <a:solidFill>
                  <a:schemeClr val="tx1"/>
                </a:solidFill>
                <a:latin typeface="DejaVu Sans" panose="020B0603030804020204" charset="0"/>
                <a:ea typeface="方正书宋_GBK" panose="02000000000000000000" charset="-122"/>
                <a:cs typeface="+mn-ea"/>
              </a:rPr>
              <a:t>x86</a:t>
            </a:r>
            <a:r>
              <a:rPr lang="zh-CN" altLang="en-US" sz="2400" b="0" i="1" dirty="0">
                <a:solidFill>
                  <a:schemeClr val="tx1"/>
                </a:solidFill>
                <a:latin typeface="DejaVu Sans" panose="020B0603030804020204" charset="0"/>
                <a:ea typeface="方正书宋_GBK" panose="02000000000000000000" charset="-122"/>
                <a:cs typeface="+mn-ea"/>
              </a:rPr>
              <a:t>（</a:t>
            </a:r>
            <a:r>
              <a:rPr lang="en-US" altLang="zh-CN" sz="2400" b="0" i="1" dirty="0">
                <a:solidFill>
                  <a:schemeClr val="tx1"/>
                </a:solidFill>
                <a:latin typeface="DejaVu Sans" panose="020B0603030804020204" charset="0"/>
                <a:ea typeface="方正书宋_GBK" panose="02000000000000000000" charset="-122"/>
                <a:cs typeface="+mn-ea"/>
              </a:rPr>
              <a:t>8086</a:t>
            </a:r>
            <a:r>
              <a:rPr lang="zh-CN" altLang="en-US" sz="2400" b="0" i="1" dirty="0">
                <a:solidFill>
                  <a:schemeClr val="tx1"/>
                </a:solidFill>
                <a:latin typeface="DejaVu Sans" panose="020B0603030804020204" charset="0"/>
                <a:ea typeface="方正书宋_GBK" panose="02000000000000000000" charset="-122"/>
                <a:cs typeface="+mn-ea"/>
              </a:rPr>
              <a:t>，</a:t>
            </a:r>
            <a:r>
              <a:rPr lang="en-US" altLang="zh-CN" sz="2400" b="0" i="1" dirty="0">
                <a:solidFill>
                  <a:schemeClr val="tx1"/>
                </a:solidFill>
                <a:latin typeface="DejaVu Sans" panose="020B0603030804020204" charset="0"/>
                <a:ea typeface="方正书宋_GBK" panose="02000000000000000000" charset="-122"/>
                <a:cs typeface="+mn-ea"/>
              </a:rPr>
              <a:t>386...</a:t>
            </a:r>
            <a:r>
              <a:rPr lang="zh-CN" altLang="en-US" sz="2400" b="0" i="1" dirty="0">
                <a:solidFill>
                  <a:schemeClr val="tx1"/>
                </a:solidFill>
                <a:latin typeface="DejaVu Sans" panose="020B0603030804020204" charset="0"/>
                <a:ea typeface="方正书宋_GBK" panose="02000000000000000000" charset="-122"/>
                <a:cs typeface="+mn-ea"/>
              </a:rPr>
              <a:t>） ，</a:t>
            </a:r>
            <a:r>
              <a:rPr lang="en-US" altLang="zh-CN" sz="2400" b="0" i="1" u="none" baseline="0" dirty="0">
                <a:solidFill>
                  <a:schemeClr val="tx1"/>
                </a:solidFill>
                <a:latin typeface="DejaVu Sans" panose="020B0603030804020204" charset="0"/>
                <a:ea typeface="方正书宋_GBK" panose="02000000000000000000" charset="-122"/>
              </a:rPr>
              <a:t>x86-64</a:t>
            </a:r>
            <a:endParaRPr lang="en-US" altLang="zh-CN" sz="2400" b="0" i="1" u="none" baseline="0" dirty="0">
              <a:solidFill>
                <a:schemeClr val="tx1"/>
              </a:solidFill>
              <a:latin typeface="DejaVu Sans" panose="020B0603030804020204" charset="0"/>
              <a:ea typeface="方正书宋_GBK" panose="02000000000000000000" charset="-122"/>
            </a:endParaRPr>
          </a:p>
          <a:p>
            <a:pPr lvl="1">
              <a:lnSpc>
                <a:spcPct val="90000"/>
              </a:lnSpc>
              <a:spcBef>
                <a:spcPct val="30000"/>
              </a:spcBef>
              <a:spcAft>
                <a:spcPct val="20000"/>
              </a:spcAft>
              <a:buClr>
                <a:schemeClr val="tx2"/>
              </a:buClr>
              <a:buSzPct val="95000"/>
              <a:buFont typeface="Wingdings" panose="05000000000000000000" pitchFamily="2" charset="2"/>
            </a:pPr>
            <a:r>
              <a:rPr lang="en-US" altLang="zh-CN" sz="2400" b="0" i="1" u="none" baseline="0" dirty="0">
                <a:solidFill>
                  <a:schemeClr val="tx1"/>
                </a:solidFill>
                <a:latin typeface="DejaVu Sans" panose="020B0603030804020204" charset="0"/>
                <a:ea typeface="方正书宋_GBK" panose="02000000000000000000" charset="-122"/>
              </a:rPr>
              <a:t>arm</a:t>
            </a:r>
            <a:r>
              <a:rPr lang="zh-CN" altLang="en-US" sz="2400" b="0" i="1" u="none" baseline="0" dirty="0">
                <a:solidFill>
                  <a:schemeClr val="tx1"/>
                </a:solidFill>
                <a:latin typeface="DejaVu Sans" panose="020B0603030804020204" charset="0"/>
                <a:ea typeface="方正书宋_GBK" panose="02000000000000000000" charset="-122"/>
              </a:rPr>
              <a:t>（</a:t>
            </a:r>
            <a:r>
              <a:rPr lang="en-US" altLang="zh-CN" sz="2400" b="0" i="1" u="none" baseline="0" dirty="0">
                <a:solidFill>
                  <a:schemeClr val="tx1"/>
                </a:solidFill>
                <a:latin typeface="DejaVu Sans" panose="020B0603030804020204" charset="0"/>
                <a:ea typeface="方正书宋_GBK" panose="02000000000000000000" charset="-122"/>
              </a:rPr>
              <a:t>v4~v7</a:t>
            </a:r>
            <a:r>
              <a:rPr lang="zh-CN" altLang="en-US" sz="2400" b="0" i="1" u="none" baseline="0" dirty="0">
                <a:solidFill>
                  <a:schemeClr val="tx1"/>
                </a:solidFill>
                <a:latin typeface="DejaVu Sans" panose="020B0603030804020204" charset="0"/>
                <a:ea typeface="方正书宋_GBK" panose="02000000000000000000" charset="-122"/>
              </a:rPr>
              <a:t>），</a:t>
            </a:r>
            <a:r>
              <a:rPr lang="en-US" altLang="zh-CN" sz="2400" b="0" i="1" u="none" baseline="0" dirty="0">
                <a:solidFill>
                  <a:schemeClr val="tx1"/>
                </a:solidFill>
                <a:latin typeface="DejaVu Sans" panose="020B0603030804020204" charset="0"/>
                <a:ea typeface="方正书宋_GBK" panose="02000000000000000000" charset="-122"/>
              </a:rPr>
              <a:t>armv8 </a:t>
            </a:r>
            <a:endParaRPr lang="en-US" altLang="zh-CN" sz="2400" b="0" u="none" baseline="0" dirty="0">
              <a:solidFill>
                <a:schemeClr val="tx1"/>
              </a:solidFill>
              <a:latin typeface="DejaVu Sans" panose="020B0603030804020204" charset="0"/>
              <a:ea typeface="方正书宋_GBK" panose="02000000000000000000" charset="-122"/>
            </a:endParaRPr>
          </a:p>
          <a:p>
            <a:pPr lvl="1">
              <a:lnSpc>
                <a:spcPct val="90000"/>
              </a:lnSpc>
              <a:spcBef>
                <a:spcPct val="30000"/>
              </a:spcBef>
              <a:spcAft>
                <a:spcPct val="20000"/>
              </a:spcAft>
              <a:buClr>
                <a:schemeClr val="tx2"/>
              </a:buClr>
              <a:buSzPct val="95000"/>
              <a:buFont typeface="Wingdings" panose="05000000000000000000" pitchFamily="2" charset="2"/>
            </a:pPr>
            <a:r>
              <a:rPr lang="en-US" altLang="zh-CN" sz="2400" b="0" u="none" baseline="0" dirty="0">
                <a:solidFill>
                  <a:schemeClr val="tx1"/>
                </a:solidFill>
                <a:latin typeface="DejaVu Sans" panose="020B0603030804020204" charset="0"/>
                <a:ea typeface="方正书宋_GBK" panose="02000000000000000000" charset="-122"/>
              </a:rPr>
              <a:t>mips</a:t>
            </a:r>
            <a:r>
              <a:rPr lang="zh-CN" altLang="en-US" sz="2400" b="0" u="none" baseline="0" dirty="0">
                <a:solidFill>
                  <a:schemeClr val="tx1"/>
                </a:solidFill>
                <a:latin typeface="DejaVu Sans" panose="020B0603030804020204" charset="0"/>
                <a:ea typeface="方正书宋_GBK" panose="02000000000000000000" charset="-122"/>
              </a:rPr>
              <a:t>，</a:t>
            </a:r>
            <a:r>
              <a:rPr lang="en-US" altLang="zh-CN" sz="2400" b="0" u="none" baseline="0" dirty="0">
                <a:solidFill>
                  <a:schemeClr val="tx1"/>
                </a:solidFill>
                <a:latin typeface="DejaVu Sans" panose="020B0603030804020204" charset="0"/>
                <a:ea typeface="方正书宋_GBK" panose="02000000000000000000" charset="-122"/>
              </a:rPr>
              <a:t>risc-v</a:t>
            </a:r>
            <a:endParaRPr lang="en-US" altLang="zh-CN" sz="2400" b="0" u="none" baseline="0" dirty="0">
              <a:solidFill>
                <a:srgbClr val="FF0000"/>
              </a:solidFill>
              <a:latin typeface="DejaVu Sans" panose="020B0603030804020204" charset="0"/>
              <a:ea typeface="方正书宋_GBK" panose="02000000000000000000" charset="-122"/>
            </a:endParaRPr>
          </a:p>
          <a:p>
            <a:pPr marL="609600" lvl="0" indent="-609600">
              <a:lnSpc>
                <a:spcPct val="90000"/>
              </a:lnSpc>
              <a:spcBef>
                <a:spcPct val="30000"/>
              </a:spcBef>
              <a:spcAft>
                <a:spcPct val="20000"/>
              </a:spcAft>
              <a:buClr>
                <a:schemeClr val="tx2"/>
              </a:buClr>
              <a:buSzPct val="95000"/>
              <a:buFont typeface="Wingdings" panose="05000000000000000000" pitchFamily="2" charset="2"/>
              <a:buChar char="l"/>
            </a:pPr>
            <a:r>
              <a:rPr lang="zh-CN" altLang="en-US" sz="2800" b="0" u="none" baseline="0" dirty="0">
                <a:solidFill>
                  <a:schemeClr val="tx1"/>
                </a:solidFill>
                <a:latin typeface="DejaVu Sans" panose="020B0603030804020204" charset="0"/>
                <a:ea typeface="方正书宋_GBK" panose="02000000000000000000" charset="-122"/>
              </a:rPr>
              <a:t>存储器（</a:t>
            </a:r>
            <a:r>
              <a:rPr lang="en-US" altLang="zh-CN" sz="2800" b="0" u="none" baseline="0" dirty="0">
                <a:solidFill>
                  <a:schemeClr val="tx1"/>
                </a:solidFill>
                <a:latin typeface="DejaVu Sans" panose="020B0603030804020204" charset="0"/>
                <a:ea typeface="方正书宋_GBK" panose="02000000000000000000" charset="-122"/>
              </a:rPr>
              <a:t>cache</a:t>
            </a:r>
            <a:r>
              <a:rPr lang="zh-CN" altLang="en-US" sz="2800" b="0" u="none" baseline="0" dirty="0">
                <a:solidFill>
                  <a:schemeClr val="tx1"/>
                </a:solidFill>
                <a:latin typeface="DejaVu Sans" panose="020B0603030804020204" charset="0"/>
                <a:ea typeface="方正书宋_GBK" panose="02000000000000000000" charset="-122"/>
              </a:rPr>
              <a:t>，内存）</a:t>
            </a:r>
            <a:endParaRPr lang="zh-CN" altLang="en-US" sz="2800" b="0" u="none" baseline="0" dirty="0">
              <a:solidFill>
                <a:schemeClr val="tx1"/>
              </a:solidFill>
              <a:latin typeface="DejaVu Sans" panose="020B0603030804020204" charset="0"/>
              <a:ea typeface="方正书宋_GBK" panose="02000000000000000000" charset="-122"/>
            </a:endParaRPr>
          </a:p>
          <a:p>
            <a:pPr marL="609600" lvl="0" indent="-609600">
              <a:lnSpc>
                <a:spcPct val="90000"/>
              </a:lnSpc>
              <a:spcBef>
                <a:spcPct val="30000"/>
              </a:spcBef>
              <a:spcAft>
                <a:spcPct val="20000"/>
              </a:spcAft>
              <a:buClr>
                <a:schemeClr val="tx2"/>
              </a:buClr>
              <a:buSzPct val="95000"/>
              <a:buFont typeface="Wingdings" panose="05000000000000000000" pitchFamily="2" charset="2"/>
              <a:buChar char="l"/>
            </a:pPr>
            <a:r>
              <a:rPr lang="zh-CN" altLang="en-US" sz="2800" b="0" u="none" baseline="0" dirty="0">
                <a:solidFill>
                  <a:schemeClr val="tx1"/>
                </a:solidFill>
                <a:latin typeface="DejaVu Sans" panose="020B0603030804020204" charset="0"/>
                <a:ea typeface="方正书宋_GBK" panose="02000000000000000000" charset="-122"/>
              </a:rPr>
              <a:t>输入</a:t>
            </a:r>
            <a:r>
              <a:rPr lang="en-US" altLang="zh-CN" sz="2800" b="0" u="none" baseline="0" dirty="0">
                <a:solidFill>
                  <a:schemeClr val="tx1"/>
                </a:solidFill>
                <a:latin typeface="DejaVu Sans" panose="020B0603030804020204" charset="0"/>
                <a:ea typeface="方正书宋_GBK" panose="02000000000000000000" charset="-122"/>
              </a:rPr>
              <a:t>/</a:t>
            </a:r>
            <a:r>
              <a:rPr lang="zh-CN" altLang="en-US" sz="2800" b="0" u="none" baseline="0" dirty="0">
                <a:solidFill>
                  <a:schemeClr val="tx1"/>
                </a:solidFill>
                <a:latin typeface="DejaVu Sans" panose="020B0603030804020204" charset="0"/>
                <a:ea typeface="方正书宋_GBK" panose="02000000000000000000" charset="-122"/>
              </a:rPr>
              <a:t>输出设备</a:t>
            </a:r>
            <a:endParaRPr lang="zh-CN" altLang="en-US" sz="2800" b="0" u="none" baseline="0" dirty="0">
              <a:solidFill>
                <a:schemeClr val="tx1"/>
              </a:solidFill>
              <a:latin typeface="DejaVu Sans" panose="020B0603030804020204" charset="0"/>
              <a:ea typeface="方正书宋_GBK" panose="02000000000000000000" charset="-122"/>
            </a:endParaRPr>
          </a:p>
          <a:p>
            <a:pPr marL="609600" lvl="0" indent="-609600">
              <a:lnSpc>
                <a:spcPct val="90000"/>
              </a:lnSpc>
              <a:spcBef>
                <a:spcPct val="30000"/>
              </a:spcBef>
              <a:spcAft>
                <a:spcPct val="20000"/>
              </a:spcAft>
              <a:buClr>
                <a:schemeClr val="tx2"/>
              </a:buClr>
              <a:buSzPct val="95000"/>
              <a:buFont typeface="Wingdings" panose="05000000000000000000" pitchFamily="2" charset="2"/>
              <a:buChar char="l"/>
            </a:pPr>
            <a:r>
              <a:rPr lang="zh-CN" altLang="en-US" sz="2800" b="0" u="none" baseline="0" dirty="0">
                <a:solidFill>
                  <a:schemeClr val="tx1"/>
                </a:solidFill>
                <a:latin typeface="DejaVu Sans" panose="020B0603030804020204" charset="0"/>
                <a:ea typeface="方正书宋_GBK" panose="02000000000000000000" charset="-122"/>
              </a:rPr>
              <a:t>总线</a:t>
            </a:r>
            <a:endParaRPr lang="zh-CN" altLang="en-US" sz="2800" b="0" u="none" baseline="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2970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3" name="矩形 25602"/>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操作系统在计算机系统中的地位</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0724" name="矩形 25603"/>
          <p:cNvSpPr/>
          <p:nvPr/>
        </p:nvSpPr>
        <p:spPr>
          <a:xfrm>
            <a:off x="171450" y="530225"/>
            <a:ext cx="6475413" cy="60769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zh-CN" altLang="en-US" sz="28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2.  操作系统与各层的关系</a:t>
            </a:r>
            <a:endParaRPr lang="zh-CN" altLang="en-US" sz="28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endParaRPr>
          </a:p>
        </p:txBody>
      </p:sp>
      <p:sp>
        <p:nvSpPr>
          <p:cNvPr id="30742" name="矩形 25621"/>
          <p:cNvSpPr/>
          <p:nvPr/>
        </p:nvSpPr>
        <p:spPr>
          <a:xfrm>
            <a:off x="101600" y="1831658"/>
            <a:ext cx="4618038" cy="3938270"/>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en-US" altLang="x-none" sz="20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① </a:t>
            </a:r>
            <a:r>
              <a:rPr lang="zh-CN" altLang="en-US" sz="20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与硬件的关系</a:t>
            </a:r>
            <a:endParaRPr lang="zh-CN" altLang="en-US" sz="20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a:p>
            <a:pPr marL="1295400" lvl="2" indent="-381000" algn="l" fontAlgn="base">
              <a:lnSpc>
                <a:spcPct val="130000"/>
              </a:lnSpc>
              <a:spcBef>
                <a:spcPct val="30000"/>
              </a:spcBef>
              <a:buClr>
                <a:schemeClr val="tx2"/>
              </a:buClr>
              <a:buSzPct val="95000"/>
              <a:buChar char="§"/>
            </a:pP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控制 </a:t>
            </a:r>
            <a:r>
              <a:rPr lang="en-US" altLang="x-none"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CPU</a:t>
            </a: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的工作 </a:t>
            </a:r>
            <a:endPar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1295400" lvl="2" indent="-381000" algn="l" fontAlgn="base">
              <a:lnSpc>
                <a:spcPct val="130000"/>
              </a:lnSpc>
              <a:spcBef>
                <a:spcPct val="30000"/>
              </a:spcBef>
              <a:buClr>
                <a:schemeClr val="tx2"/>
              </a:buClr>
              <a:buSzPct val="95000"/>
              <a:buChar char="§"/>
            </a:pP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访问存储器</a:t>
            </a:r>
            <a:endPar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1295400" lvl="2" indent="-381000" algn="l" fontAlgn="base">
              <a:lnSpc>
                <a:spcPct val="130000"/>
              </a:lnSpc>
              <a:spcBef>
                <a:spcPct val="30000"/>
              </a:spcBef>
              <a:buClr>
                <a:schemeClr val="tx2"/>
              </a:buClr>
              <a:buSzPct val="95000"/>
              <a:buChar char="§"/>
            </a:pP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设备驱动、中断处理</a:t>
            </a:r>
            <a:endPar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914400" lvl="1" indent="-457200" algn="l" fontAlgn="base">
              <a:lnSpc>
                <a:spcPct val="130000"/>
              </a:lnSpc>
              <a:spcBef>
                <a:spcPct val="30000"/>
              </a:spcBef>
              <a:buClr>
                <a:schemeClr val="tx2"/>
              </a:buClr>
              <a:buSzPct val="95000"/>
            </a:pPr>
            <a:r>
              <a:rPr lang="en-US" altLang="x-none" sz="20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②  </a:t>
            </a:r>
            <a:r>
              <a:rPr lang="zh-CN" altLang="en-US" sz="20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与用户及</a:t>
            </a:r>
            <a:r>
              <a:rPr lang="x-none" altLang="zh-CN" sz="20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应用</a:t>
            </a:r>
            <a:r>
              <a:rPr lang="zh-CN" altLang="en-US" sz="20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软件的关系</a:t>
            </a:r>
            <a:endParaRPr lang="zh-CN" altLang="en-US" sz="20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a:p>
            <a:pPr marL="1295400" lvl="2" indent="-381000" algn="l" fontAlgn="base">
              <a:lnSpc>
                <a:spcPct val="130000"/>
              </a:lnSpc>
              <a:spcBef>
                <a:spcPct val="30000"/>
              </a:spcBef>
              <a:buClr>
                <a:schemeClr val="tx2"/>
              </a:buClr>
              <a:buSzPct val="95000"/>
              <a:buChar char="§"/>
            </a:pP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提供运行环境</a:t>
            </a:r>
            <a:endPar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marL="1295400" lvl="2" indent="-381000" algn="l" fontAlgn="base">
              <a:lnSpc>
                <a:spcPct val="130000"/>
              </a:lnSpc>
              <a:spcBef>
                <a:spcPct val="30000"/>
              </a:spcBef>
              <a:buClr>
                <a:schemeClr val="tx2"/>
              </a:buClr>
              <a:buSzPct val="95000"/>
              <a:buChar char="§"/>
            </a:pP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提供方便的用户接口</a:t>
            </a:r>
            <a:endPar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1295400" lvl="2" indent="-381000" algn="l" fontAlgn="base">
              <a:lnSpc>
                <a:spcPct val="130000"/>
              </a:lnSpc>
              <a:spcBef>
                <a:spcPct val="30000"/>
              </a:spcBef>
              <a:buClr>
                <a:schemeClr val="tx2"/>
              </a:buClr>
              <a:buSzPct val="95000"/>
              <a:buChar char="§"/>
            </a:pP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rPr>
              <a:t>控制、管理</a:t>
            </a:r>
            <a:endPar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30745" name="矩形 25624"/>
          <p:cNvSpPr/>
          <p:nvPr/>
        </p:nvSpPr>
        <p:spPr>
          <a:xfrm>
            <a:off x="5425758" y="5244783"/>
            <a:ext cx="2786063" cy="409575"/>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zh-CN" altLang="en-US" sz="16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计算机系统的组成</a:t>
            </a:r>
            <a:endParaRPr lang="zh-CN" altLang="en-US" sz="16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30746" name="矩形 25625"/>
          <p:cNvSpPr/>
          <p:nvPr/>
        </p:nvSpPr>
        <p:spPr>
          <a:xfrm>
            <a:off x="431800" y="1163638"/>
            <a:ext cx="4800600" cy="534035"/>
          </a:xfrm>
          <a:prstGeom prst="rect">
            <a:avLst/>
          </a:prstGeom>
          <a:noFill/>
          <a:ln w="9525">
            <a:noFill/>
            <a:miter/>
          </a:ln>
        </p:spPr>
        <p:txBody>
          <a:bodyPr wrap="square">
            <a:spAutoFit/>
          </a:bodyPr>
          <a:p>
            <a:pPr marL="533400" lvl="0" indent="-533400" algn="l" fontAlgn="base">
              <a:lnSpc>
                <a:spcPct val="120000"/>
              </a:lnSpc>
              <a:spcBef>
                <a:spcPct val="30000"/>
              </a:spcBef>
              <a:buClr>
                <a:schemeClr val="tx2"/>
              </a:buClr>
              <a:buSzPct val="95000"/>
            </a:pPr>
            <a:r>
              <a:rPr lang="en-US" altLang="x-none" sz="24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(1) OS</a:t>
            </a:r>
            <a:r>
              <a:rPr lang="zh-CN" altLang="en-US" sz="24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对各层的管理和控制</a:t>
            </a:r>
            <a:endParaRPr lang="zh-CN" altLang="en-US" sz="24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endParaRPr>
          </a:p>
        </p:txBody>
      </p:sp>
      <p:grpSp>
        <p:nvGrpSpPr>
          <p:cNvPr id="17" name="组合 16"/>
          <p:cNvGrpSpPr/>
          <p:nvPr/>
        </p:nvGrpSpPr>
        <p:grpSpPr>
          <a:xfrm>
            <a:off x="4469130" y="749300"/>
            <a:ext cx="4404995" cy="4354195"/>
            <a:chOff x="7363" y="1180"/>
            <a:chExt cx="6937" cy="6857"/>
          </a:xfrm>
        </p:grpSpPr>
        <p:sp>
          <p:nvSpPr>
            <p:cNvPr id="3" name="椭圆 25605"/>
            <p:cNvSpPr/>
            <p:nvPr/>
          </p:nvSpPr>
          <p:spPr>
            <a:xfrm>
              <a:off x="7363" y="1180"/>
              <a:ext cx="6937" cy="6857"/>
            </a:xfrm>
            <a:prstGeom prst="ellipse">
              <a:avLst/>
            </a:prstGeom>
            <a:solidFill>
              <a:srgbClr val="99CCFF"/>
            </a:solidFill>
            <a:ln w="9525" cap="flat" cmpd="sng">
              <a:solidFill>
                <a:srgbClr val="00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2" name="椭圆 25605"/>
            <p:cNvSpPr/>
            <p:nvPr/>
          </p:nvSpPr>
          <p:spPr>
            <a:xfrm>
              <a:off x="8244" y="1928"/>
              <a:ext cx="5228" cy="5266"/>
            </a:xfrm>
            <a:prstGeom prst="ellipse">
              <a:avLst/>
            </a:prstGeom>
            <a:solidFill>
              <a:srgbClr val="99CCFF"/>
            </a:solidFill>
            <a:ln w="9525" cap="flat" cmpd="sng">
              <a:solidFill>
                <a:srgbClr val="00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0726" name="椭圆 25606"/>
            <p:cNvSpPr/>
            <p:nvPr/>
          </p:nvSpPr>
          <p:spPr>
            <a:xfrm>
              <a:off x="9208" y="2988"/>
              <a:ext cx="3288" cy="3288"/>
            </a:xfrm>
            <a:prstGeom prst="ellipse">
              <a:avLst/>
            </a:prstGeom>
            <a:solidFill>
              <a:srgbClr val="CCFFCC"/>
            </a:solidFill>
            <a:ln w="38100" cap="flat" cmpd="sng">
              <a:solidFill>
                <a:srgbClr val="00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0727" name="椭圆 25607"/>
            <p:cNvSpPr/>
            <p:nvPr/>
          </p:nvSpPr>
          <p:spPr>
            <a:xfrm>
              <a:off x="10165" y="3925"/>
              <a:ext cx="1418" cy="1418"/>
            </a:xfrm>
            <a:prstGeom prst="ellipse">
              <a:avLst/>
            </a:prstGeom>
            <a:solidFill>
              <a:srgbClr val="CCFFCC"/>
            </a:solidFill>
            <a:ln w="38100" cap="flat" cmpd="sng">
              <a:solidFill>
                <a:srgbClr val="00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0728" name="文本框 25608"/>
            <p:cNvSpPr txBox="1"/>
            <p:nvPr/>
          </p:nvSpPr>
          <p:spPr>
            <a:xfrm>
              <a:off x="10463" y="4335"/>
              <a:ext cx="1008" cy="635"/>
            </a:xfrm>
            <a:prstGeom prst="rect">
              <a:avLst/>
            </a:prstGeom>
            <a:noFill/>
            <a:ln w="9525">
              <a:noFill/>
              <a:miter/>
            </a:ln>
          </p:spPr>
          <p:txBody>
            <a:bodyPr anchor="t"/>
            <a:p>
              <a:pPr lvl="0" algn="just"/>
              <a:r>
                <a:rPr lang="zh-CN" altLang="en-US" sz="1400" dirty="0">
                  <a:solidFill>
                    <a:srgbClr val="000000"/>
                  </a:solidFill>
                  <a:latin typeface="DejaVu Sans" panose="020B0603030804020204" charset="0"/>
                  <a:ea typeface="方正书宋_GBK" panose="02000000000000000000" charset="-122"/>
                </a:rPr>
                <a:t>裸机</a:t>
              </a:r>
              <a:endParaRPr lang="zh-CN" altLang="en-US" sz="1400" dirty="0">
                <a:solidFill>
                  <a:srgbClr val="000000"/>
                </a:solidFill>
                <a:latin typeface="DejaVu Sans" panose="020B0603030804020204" charset="0"/>
                <a:ea typeface="方正书宋_GBK" panose="02000000000000000000" charset="-122"/>
              </a:endParaRPr>
            </a:p>
          </p:txBody>
        </p:sp>
        <p:sp>
          <p:nvSpPr>
            <p:cNvPr id="30729" name="文本框 25609"/>
            <p:cNvSpPr txBox="1"/>
            <p:nvPr/>
          </p:nvSpPr>
          <p:spPr>
            <a:xfrm>
              <a:off x="10355" y="3359"/>
              <a:ext cx="490" cy="394"/>
            </a:xfrm>
            <a:prstGeom prst="rect">
              <a:avLst/>
            </a:prstGeom>
            <a:noFill/>
            <a:ln w="9525">
              <a:noFill/>
              <a:miter/>
            </a:ln>
          </p:spPr>
          <p:txBody>
            <a:bodyPr anchor="t"/>
            <a:p>
              <a:pPr lvl="0" algn="just"/>
              <a:r>
                <a:rPr lang="zh-CN" altLang="en-US" sz="1400" dirty="0">
                  <a:solidFill>
                    <a:srgbClr val="000000"/>
                  </a:solidFill>
                  <a:latin typeface="DejaVu Sans" panose="020B0603030804020204" charset="0"/>
                  <a:ea typeface="方正书宋_GBK" panose="02000000000000000000" charset="-122"/>
                </a:rPr>
                <a:t>作</a:t>
              </a:r>
              <a:endParaRPr lang="zh-CN" altLang="en-US" sz="1400" dirty="0">
                <a:solidFill>
                  <a:srgbClr val="000000"/>
                </a:solidFill>
                <a:latin typeface="DejaVu Sans" panose="020B0603030804020204" charset="0"/>
                <a:ea typeface="方正书宋_GBK" panose="02000000000000000000" charset="-122"/>
              </a:endParaRPr>
            </a:p>
          </p:txBody>
        </p:sp>
        <p:sp>
          <p:nvSpPr>
            <p:cNvPr id="30730" name="文本框 25610"/>
            <p:cNvSpPr txBox="1"/>
            <p:nvPr/>
          </p:nvSpPr>
          <p:spPr>
            <a:xfrm>
              <a:off x="10793" y="3356"/>
              <a:ext cx="510" cy="510"/>
            </a:xfrm>
            <a:prstGeom prst="rect">
              <a:avLst/>
            </a:prstGeom>
            <a:noFill/>
            <a:ln w="9525">
              <a:noFill/>
              <a:miter/>
            </a:ln>
          </p:spPr>
          <p:txBody>
            <a:bodyPr anchor="t"/>
            <a:p>
              <a:pPr lvl="0" algn="just"/>
              <a:r>
                <a:rPr lang="zh-CN" altLang="en-US" sz="1400" dirty="0">
                  <a:solidFill>
                    <a:srgbClr val="000000"/>
                  </a:solidFill>
                  <a:latin typeface="DejaVu Sans" panose="020B0603030804020204" charset="0"/>
                  <a:ea typeface="方正书宋_GBK" panose="02000000000000000000" charset="-122"/>
                </a:rPr>
                <a:t>系</a:t>
              </a:r>
              <a:endParaRPr lang="zh-CN" altLang="en-US" sz="1400" dirty="0">
                <a:solidFill>
                  <a:srgbClr val="000000"/>
                </a:solidFill>
                <a:latin typeface="DejaVu Sans" panose="020B0603030804020204" charset="0"/>
                <a:ea typeface="方正书宋_GBK" panose="02000000000000000000" charset="-122"/>
              </a:endParaRPr>
            </a:p>
          </p:txBody>
        </p:sp>
        <p:sp>
          <p:nvSpPr>
            <p:cNvPr id="30731" name="文本框 25611"/>
            <p:cNvSpPr txBox="1"/>
            <p:nvPr/>
          </p:nvSpPr>
          <p:spPr>
            <a:xfrm>
              <a:off x="11225" y="3391"/>
              <a:ext cx="510" cy="510"/>
            </a:xfrm>
            <a:prstGeom prst="rect">
              <a:avLst/>
            </a:prstGeom>
            <a:noFill/>
            <a:ln w="9525">
              <a:noFill/>
              <a:miter/>
            </a:ln>
          </p:spPr>
          <p:txBody>
            <a:bodyPr anchor="t"/>
            <a:p>
              <a:pPr lvl="0" algn="just"/>
              <a:r>
                <a:rPr lang="zh-CN" altLang="en-US" sz="1400" dirty="0">
                  <a:solidFill>
                    <a:srgbClr val="000000"/>
                  </a:solidFill>
                  <a:latin typeface="DejaVu Sans" panose="020B0603030804020204" charset="0"/>
                  <a:ea typeface="方正书宋_GBK" panose="02000000000000000000" charset="-122"/>
                </a:rPr>
                <a:t>统</a:t>
              </a:r>
              <a:endParaRPr lang="zh-CN" altLang="en-US" sz="1400" dirty="0">
                <a:solidFill>
                  <a:srgbClr val="000000"/>
                </a:solidFill>
                <a:latin typeface="DejaVu Sans" panose="020B0603030804020204" charset="0"/>
                <a:ea typeface="方正书宋_GBK" panose="02000000000000000000" charset="-122"/>
              </a:endParaRPr>
            </a:p>
          </p:txBody>
        </p:sp>
        <p:sp>
          <p:nvSpPr>
            <p:cNvPr id="30740" name="文本框 25620"/>
            <p:cNvSpPr txBox="1"/>
            <p:nvPr/>
          </p:nvSpPr>
          <p:spPr>
            <a:xfrm>
              <a:off x="9855" y="3377"/>
              <a:ext cx="448" cy="460"/>
            </a:xfrm>
            <a:prstGeom prst="rect">
              <a:avLst/>
            </a:prstGeom>
            <a:noFill/>
            <a:ln w="9525">
              <a:noFill/>
              <a:miter/>
            </a:ln>
          </p:spPr>
          <p:txBody>
            <a:bodyPr anchor="t"/>
            <a:p>
              <a:pPr lvl="0" algn="just"/>
              <a:r>
                <a:rPr lang="zh-CN" altLang="en-US" sz="1400" dirty="0">
                  <a:solidFill>
                    <a:srgbClr val="000000"/>
                  </a:solidFill>
                  <a:latin typeface="DejaVu Sans" panose="020B0603030804020204" charset="0"/>
                  <a:ea typeface="方正书宋_GBK" panose="02000000000000000000" charset="-122"/>
                </a:rPr>
                <a:t>操</a:t>
              </a:r>
              <a:endParaRPr lang="zh-CN" altLang="en-US" sz="1400" dirty="0">
                <a:solidFill>
                  <a:srgbClr val="000000"/>
                </a:solidFill>
                <a:latin typeface="DejaVu Sans" panose="020B0603030804020204" charset="0"/>
                <a:ea typeface="方正书宋_GBK" panose="02000000000000000000" charset="-122"/>
              </a:endParaRPr>
            </a:p>
          </p:txBody>
        </p:sp>
        <p:sp>
          <p:nvSpPr>
            <p:cNvPr id="30743" name="直接连接符 25622"/>
            <p:cNvSpPr/>
            <p:nvPr/>
          </p:nvSpPr>
          <p:spPr>
            <a:xfrm flipV="1">
              <a:off x="12138" y="3583"/>
              <a:ext cx="525" cy="272"/>
            </a:xfrm>
            <a:prstGeom prst="line">
              <a:avLst/>
            </a:prstGeom>
            <a:ln w="25400" cap="flat" cmpd="sng">
              <a:solidFill>
                <a:srgbClr val="FF0000"/>
              </a:solidFill>
              <a:prstDash val="solid"/>
              <a:round/>
              <a:headEnd type="none" w="med" len="med"/>
              <a:tailEnd type="triangl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0744" name="直接连接符 25623"/>
            <p:cNvSpPr/>
            <p:nvPr/>
          </p:nvSpPr>
          <p:spPr>
            <a:xfrm flipH="1">
              <a:off x="11305" y="4000"/>
              <a:ext cx="545" cy="275"/>
            </a:xfrm>
            <a:prstGeom prst="line">
              <a:avLst/>
            </a:prstGeom>
            <a:ln w="25400" cap="flat" cmpd="sng">
              <a:solidFill>
                <a:srgbClr val="FF3300"/>
              </a:solidFill>
              <a:prstDash val="solid"/>
              <a:round/>
              <a:headEnd type="none" w="med" len="med"/>
              <a:tailEnd type="triangl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5" name="文本框 25615"/>
            <p:cNvSpPr txBox="1"/>
            <p:nvPr/>
          </p:nvSpPr>
          <p:spPr>
            <a:xfrm>
              <a:off x="9567" y="2432"/>
              <a:ext cx="2614" cy="510"/>
            </a:xfrm>
            <a:prstGeom prst="rect">
              <a:avLst/>
            </a:prstGeom>
            <a:noFill/>
            <a:ln w="9525">
              <a:noFill/>
              <a:miter/>
            </a:ln>
          </p:spPr>
          <p:txBody>
            <a:bodyPr anchor="t"/>
            <a:p>
              <a:pPr lvl="0" algn="ctr"/>
              <a:r>
                <a:rPr lang="zh-CN" altLang="en-US" sz="1400" dirty="0">
                  <a:solidFill>
                    <a:srgbClr val="000000"/>
                  </a:solidFill>
                  <a:latin typeface="DejaVu Sans" panose="020B0603030804020204" charset="0"/>
                  <a:ea typeface="方正书宋_GBK" panose="02000000000000000000" charset="-122"/>
                </a:rPr>
                <a:t>其他系统软件</a:t>
              </a:r>
              <a:endParaRPr lang="zh-CN" altLang="en-US" sz="1400" dirty="0">
                <a:solidFill>
                  <a:srgbClr val="000000"/>
                </a:solidFill>
                <a:latin typeface="DejaVu Sans" panose="020B0603030804020204" charset="0"/>
                <a:ea typeface="方正书宋_GBK" panose="02000000000000000000" charset="-122"/>
              </a:endParaRPr>
            </a:p>
          </p:txBody>
        </p:sp>
        <p:sp>
          <p:nvSpPr>
            <p:cNvPr id="9" name="文本框 25614"/>
            <p:cNvSpPr txBox="1"/>
            <p:nvPr/>
          </p:nvSpPr>
          <p:spPr>
            <a:xfrm>
              <a:off x="12177" y="1988"/>
              <a:ext cx="510" cy="510"/>
            </a:xfrm>
            <a:prstGeom prst="rect">
              <a:avLst/>
            </a:prstGeom>
            <a:noFill/>
            <a:ln w="9525">
              <a:noFill/>
              <a:miter/>
            </a:ln>
          </p:spPr>
          <p:txBody>
            <a:bodyPr anchor="t"/>
            <a:p>
              <a:pPr lvl="0" algn="just"/>
              <a:r>
                <a:rPr lang="zh-CN" altLang="en-US" sz="1400" dirty="0">
                  <a:solidFill>
                    <a:srgbClr val="000000"/>
                  </a:solidFill>
                  <a:latin typeface="DejaVu Sans" panose="020B0603030804020204" charset="0"/>
                  <a:ea typeface="方正书宋_GBK" panose="02000000000000000000" charset="-122"/>
                </a:rPr>
                <a:t>序</a:t>
              </a:r>
              <a:endParaRPr lang="zh-CN" altLang="en-US" sz="1400" dirty="0">
                <a:solidFill>
                  <a:srgbClr val="000000"/>
                </a:solidFill>
                <a:latin typeface="DejaVu Sans" panose="020B0603030804020204" charset="0"/>
                <a:ea typeface="方正书宋_GBK" panose="02000000000000000000" charset="-122"/>
              </a:endParaRPr>
            </a:p>
          </p:txBody>
        </p:sp>
        <p:sp>
          <p:nvSpPr>
            <p:cNvPr id="10" name="文本框 25613"/>
            <p:cNvSpPr txBox="1"/>
            <p:nvPr/>
          </p:nvSpPr>
          <p:spPr>
            <a:xfrm>
              <a:off x="11174" y="1402"/>
              <a:ext cx="510" cy="510"/>
            </a:xfrm>
            <a:prstGeom prst="rect">
              <a:avLst/>
            </a:prstGeom>
            <a:noFill/>
            <a:ln w="9525">
              <a:noFill/>
              <a:miter/>
            </a:ln>
          </p:spPr>
          <p:txBody>
            <a:bodyPr anchor="t"/>
            <a:p>
              <a:pPr lvl="0" algn="just"/>
              <a:r>
                <a:rPr lang="zh-CN" altLang="en-US" sz="1400" dirty="0">
                  <a:solidFill>
                    <a:srgbClr val="000000"/>
                  </a:solidFill>
                  <a:latin typeface="DejaVu Sans" panose="020B0603030804020204" charset="0"/>
                  <a:ea typeface="方正书宋_GBK" panose="02000000000000000000" charset="-122"/>
                </a:rPr>
                <a:t>程</a:t>
              </a:r>
              <a:endParaRPr lang="zh-CN" altLang="en-US" sz="1400" dirty="0">
                <a:solidFill>
                  <a:srgbClr val="000000"/>
                </a:solidFill>
                <a:latin typeface="DejaVu Sans" panose="020B0603030804020204" charset="0"/>
                <a:ea typeface="方正书宋_GBK" panose="02000000000000000000" charset="-122"/>
              </a:endParaRPr>
            </a:p>
          </p:txBody>
        </p:sp>
        <p:sp>
          <p:nvSpPr>
            <p:cNvPr id="11" name="文本框 25612"/>
            <p:cNvSpPr txBox="1"/>
            <p:nvPr/>
          </p:nvSpPr>
          <p:spPr>
            <a:xfrm>
              <a:off x="8912" y="1992"/>
              <a:ext cx="510" cy="510"/>
            </a:xfrm>
            <a:prstGeom prst="rect">
              <a:avLst/>
            </a:prstGeom>
            <a:noFill/>
            <a:ln w="9525">
              <a:noFill/>
              <a:miter/>
            </a:ln>
          </p:spPr>
          <p:txBody>
            <a:bodyPr anchor="t"/>
            <a:p>
              <a:pPr lvl="0" algn="just"/>
              <a:r>
                <a:rPr lang="zh-CN" altLang="en-US" sz="1400" dirty="0">
                  <a:solidFill>
                    <a:srgbClr val="000000"/>
                  </a:solidFill>
                  <a:latin typeface="DejaVu Sans" panose="020B0603030804020204" charset="0"/>
                  <a:ea typeface="方正书宋_GBK" panose="02000000000000000000" charset="-122"/>
                </a:rPr>
                <a:t>应</a:t>
              </a:r>
              <a:endParaRPr lang="zh-CN" altLang="en-US" sz="1400" dirty="0">
                <a:solidFill>
                  <a:srgbClr val="000000"/>
                </a:solidFill>
                <a:latin typeface="DejaVu Sans" panose="020B0603030804020204" charset="0"/>
                <a:ea typeface="方正书宋_GBK" panose="02000000000000000000" charset="-122"/>
              </a:endParaRPr>
            </a:p>
          </p:txBody>
        </p:sp>
        <p:sp>
          <p:nvSpPr>
            <p:cNvPr id="12" name="文本框 25615"/>
            <p:cNvSpPr txBox="1"/>
            <p:nvPr/>
          </p:nvSpPr>
          <p:spPr>
            <a:xfrm>
              <a:off x="10012" y="1402"/>
              <a:ext cx="510" cy="510"/>
            </a:xfrm>
            <a:prstGeom prst="rect">
              <a:avLst/>
            </a:prstGeom>
            <a:noFill/>
            <a:ln w="9525">
              <a:noFill/>
              <a:miter/>
            </a:ln>
          </p:spPr>
          <p:txBody>
            <a:bodyPr anchor="t"/>
            <a:p>
              <a:pPr lvl="0" algn="just"/>
              <a:r>
                <a:rPr lang="zh-CN" altLang="en-US" sz="1400" dirty="0">
                  <a:solidFill>
                    <a:srgbClr val="000000"/>
                  </a:solidFill>
                  <a:latin typeface="DejaVu Sans" panose="020B0603030804020204" charset="0"/>
                  <a:ea typeface="方正书宋_GBK" panose="02000000000000000000" charset="-122"/>
                </a:rPr>
                <a:t>用</a:t>
              </a:r>
              <a:endParaRPr lang="zh-CN" altLang="en-US" sz="1400" dirty="0">
                <a:solidFill>
                  <a:srgbClr val="000000"/>
                </a:solidFill>
                <a:latin typeface="DejaVu Sans" panose="020B0603030804020204" charset="0"/>
                <a:ea typeface="方正书宋_GBK" panose="02000000000000000000" charset="-122"/>
              </a:endParaRPr>
            </a:p>
          </p:txBody>
        </p:sp>
        <p:sp>
          <p:nvSpPr>
            <p:cNvPr id="13" name="文本框 25616"/>
            <p:cNvSpPr txBox="1"/>
            <p:nvPr/>
          </p:nvSpPr>
          <p:spPr>
            <a:xfrm>
              <a:off x="12268" y="6932"/>
              <a:ext cx="510" cy="510"/>
            </a:xfrm>
            <a:prstGeom prst="rect">
              <a:avLst/>
            </a:prstGeom>
            <a:noFill/>
            <a:ln w="9525">
              <a:noFill/>
              <a:miter/>
            </a:ln>
          </p:spPr>
          <p:txBody>
            <a:bodyPr anchor="t"/>
            <a:p>
              <a:pPr lvl="0" algn="just"/>
              <a:r>
                <a:rPr lang="zh-CN" altLang="en-US" sz="1400" dirty="0">
                  <a:solidFill>
                    <a:srgbClr val="000000"/>
                  </a:solidFill>
                  <a:latin typeface="DejaVu Sans" panose="020B0603030804020204" charset="0"/>
                  <a:ea typeface="方正书宋_GBK" panose="02000000000000000000" charset="-122"/>
                </a:rPr>
                <a:t>序</a:t>
              </a:r>
              <a:endParaRPr lang="zh-CN" altLang="en-US" sz="1400" dirty="0">
                <a:solidFill>
                  <a:srgbClr val="000000"/>
                </a:solidFill>
                <a:latin typeface="DejaVu Sans" panose="020B0603030804020204" charset="0"/>
                <a:ea typeface="方正书宋_GBK" panose="02000000000000000000" charset="-122"/>
              </a:endParaRPr>
            </a:p>
          </p:txBody>
        </p:sp>
        <p:sp>
          <p:nvSpPr>
            <p:cNvPr id="14" name="文本框 25617"/>
            <p:cNvSpPr txBox="1"/>
            <p:nvPr/>
          </p:nvSpPr>
          <p:spPr>
            <a:xfrm>
              <a:off x="11243" y="7386"/>
              <a:ext cx="510" cy="510"/>
            </a:xfrm>
            <a:prstGeom prst="rect">
              <a:avLst/>
            </a:prstGeom>
            <a:noFill/>
            <a:ln w="9525">
              <a:noFill/>
              <a:miter/>
            </a:ln>
          </p:spPr>
          <p:txBody>
            <a:bodyPr anchor="t"/>
            <a:p>
              <a:pPr lvl="0" algn="just"/>
              <a:r>
                <a:rPr lang="zh-CN" altLang="en-US" sz="1400" dirty="0">
                  <a:solidFill>
                    <a:srgbClr val="000000"/>
                  </a:solidFill>
                  <a:latin typeface="DejaVu Sans" panose="020B0603030804020204" charset="0"/>
                  <a:ea typeface="方正书宋_GBK" panose="02000000000000000000" charset="-122"/>
                </a:rPr>
                <a:t>程</a:t>
              </a:r>
              <a:endParaRPr lang="zh-CN" altLang="en-US" sz="1400" dirty="0">
                <a:solidFill>
                  <a:srgbClr val="000000"/>
                </a:solidFill>
                <a:latin typeface="DejaVu Sans" panose="020B0603030804020204" charset="0"/>
                <a:ea typeface="方正书宋_GBK" panose="02000000000000000000" charset="-122"/>
              </a:endParaRPr>
            </a:p>
          </p:txBody>
        </p:sp>
        <p:sp>
          <p:nvSpPr>
            <p:cNvPr id="15" name="文本框 25618"/>
            <p:cNvSpPr txBox="1"/>
            <p:nvPr/>
          </p:nvSpPr>
          <p:spPr>
            <a:xfrm>
              <a:off x="8983" y="6983"/>
              <a:ext cx="510" cy="510"/>
            </a:xfrm>
            <a:prstGeom prst="rect">
              <a:avLst/>
            </a:prstGeom>
            <a:noFill/>
            <a:ln w="9525">
              <a:noFill/>
              <a:miter/>
            </a:ln>
          </p:spPr>
          <p:txBody>
            <a:bodyPr anchor="t"/>
            <a:p>
              <a:pPr lvl="0" algn="just"/>
              <a:r>
                <a:rPr lang="zh-CN" altLang="en-US" sz="1400" dirty="0">
                  <a:solidFill>
                    <a:srgbClr val="000000"/>
                  </a:solidFill>
                  <a:latin typeface="DejaVu Sans" panose="020B0603030804020204" charset="0"/>
                  <a:ea typeface="方正书宋_GBK" panose="02000000000000000000" charset="-122"/>
                </a:rPr>
                <a:t>用</a:t>
              </a:r>
              <a:endParaRPr lang="zh-CN" altLang="en-US" sz="1400" dirty="0">
                <a:solidFill>
                  <a:srgbClr val="000000"/>
                </a:solidFill>
                <a:latin typeface="DejaVu Sans" panose="020B0603030804020204" charset="0"/>
                <a:ea typeface="方正书宋_GBK" panose="02000000000000000000" charset="-122"/>
              </a:endParaRPr>
            </a:p>
          </p:txBody>
        </p:sp>
        <p:sp>
          <p:nvSpPr>
            <p:cNvPr id="16" name="文本框 25619"/>
            <p:cNvSpPr txBox="1"/>
            <p:nvPr/>
          </p:nvSpPr>
          <p:spPr>
            <a:xfrm>
              <a:off x="10013" y="7381"/>
              <a:ext cx="510" cy="510"/>
            </a:xfrm>
            <a:prstGeom prst="rect">
              <a:avLst/>
            </a:prstGeom>
            <a:noFill/>
            <a:ln w="9525">
              <a:noFill/>
              <a:miter/>
            </a:ln>
          </p:spPr>
          <p:txBody>
            <a:bodyPr anchor="t"/>
            <a:p>
              <a:pPr lvl="0" algn="just"/>
              <a:r>
                <a:rPr lang="zh-CN" altLang="en-US" sz="1400" dirty="0">
                  <a:solidFill>
                    <a:srgbClr val="000000"/>
                  </a:solidFill>
                  <a:latin typeface="DejaVu Sans" panose="020B0603030804020204" charset="0"/>
                  <a:ea typeface="方正书宋_GBK" panose="02000000000000000000" charset="-122"/>
                </a:rPr>
                <a:t>户</a:t>
              </a:r>
              <a:endParaRPr lang="zh-CN" altLang="en-US" sz="1400" dirty="0">
                <a:solidFill>
                  <a:srgbClr val="000000"/>
                </a:solidFill>
                <a:latin typeface="DejaVu Sans" panose="020B0603030804020204" charset="0"/>
                <a:ea typeface="方正书宋_GBK" panose="02000000000000000000" charset="-122"/>
              </a:endParaRPr>
            </a:p>
          </p:txBody>
        </p:sp>
      </p:gr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30724" grpId="0" build="p"/>
      <p:bldP spid="30745" grpId="0"/>
      <p:bldP spid="3074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64" name="矩形 26643"/>
          <p:cNvSpPr/>
          <p:nvPr/>
        </p:nvSpPr>
        <p:spPr>
          <a:xfrm>
            <a:off x="655955" y="3133725"/>
            <a:ext cx="7741285" cy="1750695"/>
          </a:xfrm>
          <a:prstGeom prst="rect">
            <a:avLst/>
          </a:prstGeom>
          <a:noFill/>
          <a:ln w="9525">
            <a:noFill/>
            <a:miter/>
          </a:ln>
        </p:spPr>
        <p:txBody>
          <a:bodyPr wrap="square">
            <a:spAutoFit/>
          </a:bodyPr>
          <a:p>
            <a:pPr marL="533400" lvl="0" indent="-533400" algn="l" fontAlgn="base">
              <a:lnSpc>
                <a:spcPct val="130000"/>
              </a:lnSpc>
              <a:spcBef>
                <a:spcPct val="30000"/>
              </a:spcBef>
              <a:buClr>
                <a:schemeClr val="tx2"/>
              </a:buClr>
              <a:buSzPct val="95000"/>
            </a:pPr>
            <a:r>
              <a:rPr lang="en-US" altLang="x-none"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②</a:t>
            </a:r>
            <a:r>
              <a:rPr lang="en-US" altLang="x-none" sz="2400"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 </a:t>
            </a:r>
            <a:r>
              <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用户和应用软件的需求</a:t>
            </a:r>
            <a:endPar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a:p>
            <a:pPr marL="914400" lvl="1" indent="-457200" algn="l" fontAlgn="base">
              <a:lnSpc>
                <a:spcPct val="130000"/>
              </a:lnSpc>
              <a:spcBef>
                <a:spcPct val="30000"/>
              </a:spcBef>
              <a:buClr>
                <a:schemeClr val="tx2"/>
              </a:buClr>
              <a:buSzPct val="95000"/>
              <a:buChar char="Ø"/>
            </a:pP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操作系统必须满足上层软件对其提出的各种需求。</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914400" lvl="1" indent="-457200" algn="l" fontAlgn="base">
              <a:lnSpc>
                <a:spcPct val="130000"/>
              </a:lnSpc>
              <a:spcBef>
                <a:spcPct val="30000"/>
              </a:spcBef>
              <a:buClr>
                <a:schemeClr val="tx2"/>
              </a:buClr>
              <a:buSzPct val="95000"/>
              <a:buChar char="Ø"/>
            </a:pPr>
            <a:r>
              <a:rPr lang="zh-CN" altLang="en-US" sz="24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提供良好的用户界面，方便用户使用</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    </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31767" name="矩形 26646"/>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操作系统在计算机系统中的地位</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1769" name="矩形 26648"/>
          <p:cNvSpPr/>
          <p:nvPr/>
        </p:nvSpPr>
        <p:spPr>
          <a:xfrm>
            <a:off x="390525" y="635000"/>
            <a:ext cx="4872038" cy="603250"/>
          </a:xfrm>
          <a:prstGeom prst="rect">
            <a:avLst/>
          </a:prstGeom>
          <a:noFill/>
          <a:ln w="9525">
            <a:noFill/>
            <a:miter/>
          </a:ln>
        </p:spPr>
        <p:txBody>
          <a:bodyPr wrap="square">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各层对</a:t>
            </a: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OS</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的制约和影响</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1770" name="矩形 26649"/>
          <p:cNvSpPr/>
          <p:nvPr/>
        </p:nvSpPr>
        <p:spPr>
          <a:xfrm>
            <a:off x="657225" y="1298575"/>
            <a:ext cx="7622540" cy="1640205"/>
          </a:xfrm>
          <a:prstGeom prst="rect">
            <a:avLst/>
          </a:prstGeom>
          <a:noFill/>
          <a:ln w="9525">
            <a:noFill/>
            <a:miter/>
          </a:ln>
        </p:spPr>
        <p:txBody>
          <a:bodyPr wrap="square">
            <a:spAutoFit/>
          </a:bodyPr>
          <a:p>
            <a:pPr marL="533400" lvl="0" indent="-533400" algn="l" fontAlgn="base">
              <a:lnSpc>
                <a:spcPct val="130000"/>
              </a:lnSpc>
              <a:spcBef>
                <a:spcPct val="30000"/>
              </a:spcBef>
              <a:buClr>
                <a:schemeClr val="tx2"/>
              </a:buClr>
              <a:buSzPct val="95000"/>
            </a:pPr>
            <a:r>
              <a:rPr lang="en-US" altLang="x-none" sz="2400"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① </a:t>
            </a:r>
            <a:r>
              <a:rPr lang="zh-CN" altLang="en-US" sz="2400"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硬件</a:t>
            </a:r>
            <a:r>
              <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的制约</a:t>
            </a:r>
            <a:endPar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a:p>
            <a:pPr lvl="1" algn="l" fontAlgn="base">
              <a:lnSpc>
                <a:spcPct val="130000"/>
              </a:lnSpc>
              <a:spcBef>
                <a:spcPct val="30000"/>
              </a:spcBef>
              <a:buClr>
                <a:schemeClr val="tx2"/>
              </a:buClr>
              <a:buSzPct val="95000"/>
            </a:pP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硬件提供</a:t>
            </a:r>
            <a:r>
              <a:rPr lang="en-US" altLang="x-none"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OS</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运行基础，硬件是集中顺序过程控制；操作系统是多用户、多任务的并行计算模型。</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31771" name="文本框 31770"/>
          <p:cNvSpPr txBox="1"/>
          <p:nvPr/>
        </p:nvSpPr>
        <p:spPr>
          <a:xfrm>
            <a:off x="501015" y="5601018"/>
            <a:ext cx="8153400" cy="457200"/>
          </a:xfrm>
          <a:prstGeom prst="rect">
            <a:avLst/>
          </a:prstGeom>
          <a:noFill/>
          <a:ln w="9525">
            <a:noFill/>
            <a:miter/>
          </a:ln>
        </p:spPr>
        <p:txBody>
          <a:bodyPr anchor="t">
            <a:spAutoFit/>
          </a:bodyPr>
          <a:p>
            <a:pPr lvl="0">
              <a:spcBef>
                <a:spcPct val="50000"/>
              </a:spcBef>
            </a:pPr>
            <a:r>
              <a:rPr lang="zh-CN" altLang="en-US" sz="2400" dirty="0">
                <a:latin typeface="DejaVu Sans" panose="020B0603030804020204" charset="0"/>
                <a:ea typeface="方正书宋_GBK" panose="02000000000000000000" charset="-122"/>
              </a:rPr>
              <a:t>操作系统的宗旨：</a:t>
            </a:r>
            <a:r>
              <a:rPr lang="zh-CN" altLang="en-US" sz="2400" dirty="0">
                <a:solidFill>
                  <a:srgbClr val="C00000"/>
                </a:solidFill>
                <a:latin typeface="DejaVu Sans" panose="020B0603030804020204" charset="0"/>
                <a:ea typeface="方正书宋_GBK" panose="02000000000000000000" charset="-122"/>
              </a:rPr>
              <a:t>提高计算机的使用效率，方便用户使用。</a:t>
            </a:r>
            <a:endParaRPr lang="zh-CN" altLang="en-US" sz="2400" dirty="0">
              <a:solidFill>
                <a:srgbClr val="C00000"/>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31764" grpId="0"/>
      <p:bldP spid="31769" grpId="0"/>
      <p:bldP spid="31770" grpId="0"/>
      <p:bldP spid="3177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5" name="矩形 27650"/>
          <p:cNvSpPr/>
          <p:nvPr/>
        </p:nvSpPr>
        <p:spPr>
          <a:xfrm>
            <a:off x="142875" y="530225"/>
            <a:ext cx="7578725" cy="67627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3.  </a:t>
            </a: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计算机系统结构与操作系统的关系</a:t>
            </a:r>
            <a:endPar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3796" name="矩形 27651"/>
          <p:cNvSpPr>
            <a:spLocks noRot="1"/>
          </p:cNvSpPr>
          <p:nvPr/>
        </p:nvSpPr>
        <p:spPr>
          <a:xfrm>
            <a:off x="1320800" y="2047240"/>
            <a:ext cx="2214563" cy="492125"/>
          </a:xfrm>
          <a:prstGeom prst="rect">
            <a:avLst/>
          </a:prstGeom>
          <a:noFill/>
          <a:ln w="9525">
            <a:noFill/>
            <a:miter/>
          </a:ln>
        </p:spPr>
        <p:txBody>
          <a:bodyPr/>
          <a:p>
            <a:pPr marL="571500" lvl="0" indent="-571500" algn="l" fontAlgn="base">
              <a:lnSpc>
                <a:spcPct val="90000"/>
              </a:lnSpc>
              <a:spcBef>
                <a:spcPct val="30000"/>
              </a:spcBef>
              <a:buClr>
                <a:schemeClr val="tx2"/>
              </a:buClr>
              <a:buSzPct val="95000"/>
            </a:pPr>
            <a:r>
              <a:rPr lang="zh-CN" altLang="en-US" sz="2400" strike="noStrike" noProof="1" dirty="0">
                <a:solidFill>
                  <a:schemeClr val="tx1"/>
                </a:solidFill>
                <a:effectLst/>
                <a:latin typeface="DejaVu Sans" panose="020B0603030804020204" charset="0"/>
                <a:ea typeface="方正书宋_GBK" panose="02000000000000000000" charset="-122"/>
                <a:cs typeface="+mn-ea"/>
              </a:rPr>
              <a:t>顺序计算模型</a:t>
            </a:r>
            <a:endParaRPr lang="zh-CN" altLang="en-US" sz="2400" strike="noStrike" noProof="1" dirty="0">
              <a:solidFill>
                <a:schemeClr val="tx1"/>
              </a:solidFill>
              <a:effectLst/>
              <a:latin typeface="DejaVu Sans" panose="020B0603030804020204" charset="0"/>
              <a:ea typeface="方正书宋_GBK" panose="02000000000000000000" charset="-122"/>
              <a:cs typeface="+mn-ea"/>
            </a:endParaRPr>
          </a:p>
        </p:txBody>
      </p:sp>
      <p:grpSp>
        <p:nvGrpSpPr>
          <p:cNvPr id="33797" name="组合 33796"/>
          <p:cNvGrpSpPr/>
          <p:nvPr/>
        </p:nvGrpSpPr>
        <p:grpSpPr>
          <a:xfrm>
            <a:off x="3548063" y="1583690"/>
            <a:ext cx="1625600" cy="752475"/>
            <a:chOff x="0" y="0"/>
            <a:chExt cx="1024" cy="474"/>
          </a:xfrm>
        </p:grpSpPr>
        <p:sp>
          <p:nvSpPr>
            <p:cNvPr id="2" name="文本框 27653"/>
            <p:cNvSpPr txBox="1"/>
            <p:nvPr/>
          </p:nvSpPr>
          <p:spPr>
            <a:xfrm>
              <a:off x="0" y="0"/>
              <a:ext cx="1024" cy="290"/>
            </a:xfrm>
            <a:prstGeom prst="rect">
              <a:avLst/>
            </a:prstGeom>
            <a:noFill/>
            <a:ln w="9525">
              <a:noFill/>
              <a:miter/>
            </a:ln>
          </p:spPr>
          <p:txBody>
            <a:bodyPr anchor="t">
              <a:spAutoFit/>
            </a:bodyPr>
            <a:p>
              <a:pPr lvl="0">
                <a:spcBef>
                  <a:spcPct val="50000"/>
                </a:spcBef>
              </a:pPr>
              <a:r>
                <a:rPr lang="x-none" altLang="zh-CN" sz="2400" dirty="0">
                  <a:solidFill>
                    <a:srgbClr val="CC0000"/>
                  </a:solidFill>
                  <a:latin typeface="DejaVu Sans" panose="020B0603030804020204" charset="0"/>
                  <a:ea typeface="方正书宋_GBK" panose="02000000000000000000" charset="-122"/>
                </a:rPr>
                <a:t>   </a:t>
              </a:r>
              <a:r>
                <a:rPr lang="zh-CN" altLang="en-US" sz="2400" dirty="0">
                  <a:solidFill>
                    <a:srgbClr val="CC0000"/>
                  </a:solidFill>
                  <a:latin typeface="DejaVu Sans" panose="020B0603030804020204" charset="0"/>
                  <a:ea typeface="方正书宋_GBK" panose="02000000000000000000" charset="-122"/>
                </a:rPr>
                <a:t>矛盾</a:t>
              </a:r>
              <a:endParaRPr lang="zh-CN" altLang="en-US" sz="2400" dirty="0">
                <a:solidFill>
                  <a:srgbClr val="CC0000"/>
                </a:solidFill>
                <a:latin typeface="DejaVu Sans" panose="020B0603030804020204" charset="0"/>
                <a:ea typeface="方正书宋_GBK" panose="02000000000000000000" charset="-122"/>
              </a:endParaRPr>
            </a:p>
          </p:txBody>
        </p:sp>
        <p:sp>
          <p:nvSpPr>
            <p:cNvPr id="33798" name="直接连接符 27654"/>
            <p:cNvSpPr/>
            <p:nvPr/>
          </p:nvSpPr>
          <p:spPr>
            <a:xfrm>
              <a:off x="46" y="347"/>
              <a:ext cx="819"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3799" name="直接连接符 27655"/>
            <p:cNvSpPr/>
            <p:nvPr/>
          </p:nvSpPr>
          <p:spPr>
            <a:xfrm flipH="1">
              <a:off x="46" y="474"/>
              <a:ext cx="765"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grpSp>
      <p:sp>
        <p:nvSpPr>
          <p:cNvPr id="33801" name="矩形 27656"/>
          <p:cNvSpPr>
            <a:spLocks noRot="1"/>
          </p:cNvSpPr>
          <p:nvPr/>
        </p:nvSpPr>
        <p:spPr>
          <a:xfrm>
            <a:off x="682625" y="2625090"/>
            <a:ext cx="3325813" cy="661988"/>
          </a:xfrm>
          <a:prstGeom prst="rect">
            <a:avLst/>
          </a:prstGeom>
          <a:noFill/>
          <a:ln w="9525">
            <a:noFill/>
            <a:miter/>
          </a:ln>
        </p:spPr>
        <p:txBody>
          <a:bodyPr/>
          <a:p>
            <a:pPr marL="571500" lvl="0" indent="-571500" algn="l" fontAlgn="base">
              <a:lnSpc>
                <a:spcPct val="120000"/>
              </a:lnSpc>
              <a:spcBef>
                <a:spcPct val="40000"/>
              </a:spcBef>
              <a:buClr>
                <a:schemeClr val="tx2"/>
              </a:buClr>
              <a:buSzPct val="95000"/>
            </a:pPr>
            <a:r>
              <a:rPr lang="zh-CN" altLang="en-US" strike="noStrike" noProof="1" dirty="0">
                <a:solidFill>
                  <a:srgbClr val="FF0000"/>
                </a:solidFill>
                <a:effectLst>
                  <a:outerShdw blurRad="38100" dist="38100" dir="2700000">
                    <a:srgbClr val="000000"/>
                  </a:outerShdw>
                </a:effectLst>
                <a:latin typeface="DejaVu Sans" panose="020B0603030804020204" charset="0"/>
                <a:ea typeface="方正书宋_GBK" panose="02000000000000000000" charset="-122"/>
                <a:cs typeface="+mn-ea"/>
              </a:rPr>
              <a:t>如何解决矛盾 </a:t>
            </a:r>
            <a:r>
              <a:rPr lang="en-US" altLang="x-none" strike="noStrike" noProof="1" dirty="0">
                <a:solidFill>
                  <a:srgbClr val="FF0000"/>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en-US" altLang="x-none" sz="3600" strike="noStrike" noProof="1" dirty="0">
                <a:solidFill>
                  <a:srgbClr val="FF0000"/>
                </a:solidFill>
                <a:effectLst>
                  <a:outerShdw blurRad="38100" dist="38100" dir="2700000">
                    <a:srgbClr val="000000"/>
                  </a:outerShdw>
                </a:effectLst>
                <a:latin typeface="DejaVu Sans" panose="020B0603030804020204" charset="0"/>
                <a:ea typeface="方正书宋_GBK" panose="02000000000000000000" charset="-122"/>
                <a:cs typeface="+mn-ea"/>
              </a:rPr>
              <a:t> </a:t>
            </a:r>
            <a:r>
              <a:rPr lang="en-US" altLang="x-none" sz="2800" strike="noStrike" noProof="1" dirty="0">
                <a:solidFill>
                  <a:srgbClr val="FF0000"/>
                </a:solidFill>
                <a:effectLst>
                  <a:outerShdw blurRad="38100" dist="38100" dir="2700000">
                    <a:srgbClr val="000000"/>
                  </a:outerShdw>
                </a:effectLst>
                <a:latin typeface="DejaVu Sans" panose="020B0603030804020204" charset="0"/>
                <a:ea typeface="方正书宋_GBK" panose="02000000000000000000" charset="-122"/>
                <a:cs typeface="+mn-ea"/>
              </a:rPr>
              <a:t>       </a:t>
            </a:r>
            <a:endParaRPr lang="en-US" altLang="x-none" sz="2800" strike="noStrike" noProof="1" dirty="0">
              <a:solidFill>
                <a:srgbClr val="FF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3802" name="矩形 27662"/>
          <p:cNvSpPr>
            <a:spLocks noRot="1"/>
          </p:cNvSpPr>
          <p:nvPr/>
        </p:nvSpPr>
        <p:spPr>
          <a:xfrm>
            <a:off x="1144588" y="1451928"/>
            <a:ext cx="2547938" cy="492125"/>
          </a:xfrm>
          <a:prstGeom prst="rect">
            <a:avLst/>
          </a:prstGeom>
          <a:noFill/>
          <a:ln w="9525">
            <a:noFill/>
            <a:miter/>
          </a:ln>
        </p:spPr>
        <p:txBody>
          <a:bodyPr/>
          <a:p>
            <a:pPr marL="571500" lvl="0" indent="-571500" algn="l" fontAlgn="base">
              <a:lnSpc>
                <a:spcPct val="90000"/>
              </a:lnSpc>
              <a:spcBef>
                <a:spcPct val="30000"/>
              </a:spcBef>
              <a:buClr>
                <a:schemeClr val="tx2"/>
              </a:buClr>
              <a:buSzPct val="95000"/>
            </a:pPr>
            <a:r>
              <a:rPr lang="zh-CN" altLang="en-US" sz="2400" b="0" strike="noStrike" noProof="1" dirty="0">
                <a:solidFill>
                  <a:schemeClr val="tx1"/>
                </a:solidFill>
                <a:effectLst/>
                <a:latin typeface="DejaVu Sans" panose="020B0603030804020204" charset="0"/>
                <a:ea typeface="方正书宋_GBK" panose="02000000000000000000" charset="-122"/>
                <a:cs typeface="+mn-ea"/>
              </a:rPr>
              <a:t>计算机系统结构</a:t>
            </a:r>
            <a:endParaRPr lang="zh-CN" altLang="en-US" sz="2400" b="0" strike="noStrike" noProof="1" dirty="0">
              <a:solidFill>
                <a:schemeClr val="tx1"/>
              </a:solidFill>
              <a:effectLst/>
              <a:latin typeface="DejaVu Sans" panose="020B0603030804020204" charset="0"/>
              <a:ea typeface="方正书宋_GBK" panose="02000000000000000000" charset="-122"/>
            </a:endParaRPr>
          </a:p>
        </p:txBody>
      </p:sp>
      <p:grpSp>
        <p:nvGrpSpPr>
          <p:cNvPr id="33803" name="组合 33802"/>
          <p:cNvGrpSpPr>
            <a:grpSpLocks noRot="1"/>
          </p:cNvGrpSpPr>
          <p:nvPr/>
        </p:nvGrpSpPr>
        <p:grpSpPr>
          <a:xfrm>
            <a:off x="4986338" y="1450340"/>
            <a:ext cx="2214562" cy="1074738"/>
            <a:chOff x="0" y="0"/>
            <a:chExt cx="1395" cy="677"/>
          </a:xfrm>
        </p:grpSpPr>
        <p:sp>
          <p:nvSpPr>
            <p:cNvPr id="33804" name="矩形 27664"/>
            <p:cNvSpPr>
              <a:spLocks noRot="1"/>
            </p:cNvSpPr>
            <p:nvPr/>
          </p:nvSpPr>
          <p:spPr>
            <a:xfrm>
              <a:off x="0" y="367"/>
              <a:ext cx="1395" cy="310"/>
            </a:xfrm>
            <a:prstGeom prst="rect">
              <a:avLst/>
            </a:prstGeom>
            <a:noFill/>
            <a:ln w="9525">
              <a:noFill/>
              <a:miter/>
            </a:ln>
          </p:spPr>
          <p:txBody>
            <a:bodyPr/>
            <a:p>
              <a:pPr marL="571500" lvl="0" indent="-571500" algn="l" fontAlgn="base">
                <a:lnSpc>
                  <a:spcPct val="90000"/>
                </a:lnSpc>
                <a:spcBef>
                  <a:spcPct val="30000"/>
                </a:spcBef>
                <a:buClr>
                  <a:schemeClr val="tx2"/>
                </a:buClr>
                <a:buSzPct val="95000"/>
              </a:pPr>
              <a:r>
                <a:rPr lang="zh-CN" altLang="en-US" sz="2400" strike="noStrike" noProof="1" dirty="0">
                  <a:solidFill>
                    <a:schemeClr val="tx1"/>
                  </a:solidFill>
                  <a:effectLst/>
                  <a:latin typeface="DejaVu Sans" panose="020B0603030804020204" charset="0"/>
                  <a:ea typeface="方正书宋_GBK" panose="02000000000000000000" charset="-122"/>
                  <a:cs typeface="+mn-ea"/>
                </a:rPr>
                <a:t>并行计算模型</a:t>
              </a:r>
              <a:endParaRPr lang="zh-CN" altLang="en-US" sz="2400" strike="noStrike" noProof="1" dirty="0">
                <a:solidFill>
                  <a:schemeClr val="tx1"/>
                </a:solidFill>
                <a:effectLst/>
                <a:latin typeface="DejaVu Sans" panose="020B0603030804020204" charset="0"/>
                <a:ea typeface="方正书宋_GBK" panose="02000000000000000000" charset="-122"/>
                <a:cs typeface="+mn-ea"/>
              </a:endParaRPr>
            </a:p>
          </p:txBody>
        </p:sp>
        <p:sp>
          <p:nvSpPr>
            <p:cNvPr id="33805" name="矩形 27665"/>
            <p:cNvSpPr>
              <a:spLocks noRot="1"/>
            </p:cNvSpPr>
            <p:nvPr/>
          </p:nvSpPr>
          <p:spPr>
            <a:xfrm>
              <a:off x="170" y="0"/>
              <a:ext cx="1020" cy="310"/>
            </a:xfrm>
            <a:prstGeom prst="rect">
              <a:avLst/>
            </a:prstGeom>
            <a:noFill/>
            <a:ln w="9525">
              <a:noFill/>
              <a:miter/>
            </a:ln>
          </p:spPr>
          <p:txBody>
            <a:bodyPr/>
            <a:p>
              <a:pPr marL="571500" lvl="0" indent="-571500" algn="l" fontAlgn="base">
                <a:lnSpc>
                  <a:spcPct val="90000"/>
                </a:lnSpc>
                <a:spcBef>
                  <a:spcPct val="30000"/>
                </a:spcBef>
                <a:buClr>
                  <a:schemeClr val="tx2"/>
                </a:buClr>
                <a:buSzPct val="95000"/>
              </a:pPr>
              <a:r>
                <a:rPr lang="zh-CN" altLang="en-US" sz="2400" b="0" strike="noStrike" noProof="1" dirty="0">
                  <a:solidFill>
                    <a:schemeClr val="tx1"/>
                  </a:solidFill>
                  <a:effectLst/>
                  <a:latin typeface="DejaVu Sans" panose="020B0603030804020204" charset="0"/>
                  <a:ea typeface="方正书宋_GBK" panose="02000000000000000000" charset="-122"/>
                  <a:cs typeface="+mn-ea"/>
                </a:rPr>
                <a:t>操作系统</a:t>
              </a:r>
              <a:endParaRPr lang="zh-CN" altLang="en-US" sz="2400" b="0" strike="noStrike" noProof="1" dirty="0">
                <a:solidFill>
                  <a:schemeClr val="tx1"/>
                </a:solidFill>
                <a:effectLst/>
                <a:latin typeface="DejaVu Sans" panose="020B0603030804020204" charset="0"/>
                <a:ea typeface="方正书宋_GBK" panose="02000000000000000000" charset="-122"/>
                <a:cs typeface="+mn-ea"/>
              </a:endParaRPr>
            </a:p>
          </p:txBody>
        </p:sp>
      </p:grpSp>
      <p:sp>
        <p:nvSpPr>
          <p:cNvPr id="33806" name="矩形 27666"/>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操作系统在计算机系统中的地位</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3808" name="矩形 27668"/>
          <p:cNvSpPr/>
          <p:nvPr/>
        </p:nvSpPr>
        <p:spPr>
          <a:xfrm>
            <a:off x="519430" y="3437255"/>
            <a:ext cx="8191500" cy="1715135"/>
          </a:xfrm>
          <a:prstGeom prst="rect">
            <a:avLst/>
          </a:prstGeom>
          <a:noFill/>
          <a:ln w="9525">
            <a:noFill/>
            <a:miter/>
          </a:ln>
        </p:spPr>
        <p:txBody>
          <a:bodyPr wrap="square">
            <a:spAutoFit/>
          </a:bodyPr>
          <a:p>
            <a:pPr marL="533400" lvl="0" indent="-533400" algn="l" fontAlgn="base">
              <a:lnSpc>
                <a:spcPct val="120000"/>
              </a:lnSpc>
              <a:spcBef>
                <a:spcPct val="30000"/>
              </a:spcBef>
              <a:buClr>
                <a:schemeClr val="tx2"/>
              </a:buClr>
              <a:buSzPct val="95000"/>
            </a:pPr>
            <a:r>
              <a:rPr lang="en-US" altLang="x-none" sz="2800" b="0" strike="noStrike" noProof="1" dirty="0">
                <a:solidFill>
                  <a:schemeClr val="tx1"/>
                </a:solidFill>
                <a:effectLst/>
                <a:latin typeface="DejaVu Sans" panose="020B0603030804020204" charset="0"/>
                <a:ea typeface="方正书宋_GBK" panose="02000000000000000000" charset="-122"/>
                <a:cs typeface="+mn-ea"/>
              </a:rPr>
              <a:t>(1) OS</a:t>
            </a:r>
            <a:r>
              <a:rPr lang="zh-CN" altLang="en-US" sz="2800" b="0" strike="noStrike" noProof="1" dirty="0">
                <a:solidFill>
                  <a:schemeClr val="tx1"/>
                </a:solidFill>
                <a:effectLst/>
                <a:latin typeface="DejaVu Sans" panose="020B0603030804020204" charset="0"/>
                <a:ea typeface="方正书宋_GBK" panose="02000000000000000000" charset="-122"/>
                <a:cs typeface="+mn-ea"/>
              </a:rPr>
              <a:t>采用的软件技术：</a:t>
            </a:r>
            <a:endParaRPr lang="zh-CN" altLang="en-US" sz="2800" b="0" strike="noStrike" noProof="1" dirty="0">
              <a:solidFill>
                <a:schemeClr val="tx1"/>
              </a:solidFill>
              <a:effectLst/>
              <a:latin typeface="DejaVu Sans" panose="020B0603030804020204" charset="0"/>
              <a:ea typeface="方正书宋_GBK" panose="02000000000000000000" charset="-122"/>
              <a:cs typeface="+mn-ea"/>
            </a:endParaRPr>
          </a:p>
          <a:p>
            <a:pPr marL="0" lvl="1" indent="-533400" algn="l" fontAlgn="base">
              <a:lnSpc>
                <a:spcPct val="120000"/>
              </a:lnSpc>
              <a:spcBef>
                <a:spcPct val="30000"/>
              </a:spcBef>
              <a:buClr>
                <a:schemeClr val="tx2"/>
              </a:buClr>
              <a:buSzPct val="95000"/>
            </a:pPr>
            <a:r>
              <a:rPr lang="zh-CN" altLang="en-US" sz="2000"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多道程序设计技术、分时技术、进程、资源分配与调度</a:t>
            </a:r>
            <a:r>
              <a:rPr lang="x-none" altLang="zh-CN" sz="2000"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的机制和策略</a:t>
            </a:r>
            <a:r>
              <a:rPr lang="zh-CN" altLang="en-US" sz="2000"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等</a:t>
            </a:r>
            <a:endParaRPr lang="zh-CN" altLang="en-US" sz="2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20000"/>
              </a:lnSpc>
              <a:spcBef>
                <a:spcPct val="30000"/>
              </a:spcBef>
              <a:buClr>
                <a:schemeClr val="tx2"/>
              </a:buClr>
              <a:buSzPct val="95000"/>
            </a:pPr>
            <a:endParaRPr lang="zh-CN" altLang="en-US" sz="2800" b="0" strike="noStrike" noProof="1" dirty="0">
              <a:solidFill>
                <a:schemeClr val="tx1"/>
              </a:solidFill>
              <a:effectLst/>
              <a:latin typeface="DejaVu Sans" panose="020B0603030804020204" charset="0"/>
              <a:ea typeface="方正书宋_GBK" panose="02000000000000000000" charset="-122"/>
              <a:cs typeface="+mn-ea"/>
            </a:endParaRPr>
          </a:p>
        </p:txBody>
      </p:sp>
      <p:sp>
        <p:nvSpPr>
          <p:cNvPr id="33810" name="矩形 27670"/>
          <p:cNvSpPr/>
          <p:nvPr/>
        </p:nvSpPr>
        <p:spPr>
          <a:xfrm>
            <a:off x="519430" y="4638675"/>
            <a:ext cx="7973695" cy="607695"/>
          </a:xfrm>
          <a:prstGeom prst="rect">
            <a:avLst/>
          </a:prstGeom>
          <a:noFill/>
          <a:ln w="9525">
            <a:noFill/>
            <a:miter/>
          </a:ln>
        </p:spPr>
        <p:txBody>
          <a:bodyPr wrap="square">
            <a:spAutoFit/>
          </a:bodyPr>
          <a:p>
            <a:pPr marL="533400" lvl="0" indent="-533400" algn="l" fontAlgn="base">
              <a:lnSpc>
                <a:spcPct val="120000"/>
              </a:lnSpc>
              <a:spcBef>
                <a:spcPct val="30000"/>
              </a:spcBef>
              <a:buClr>
                <a:schemeClr val="tx2"/>
              </a:buClr>
              <a:buSzPct val="95000"/>
            </a:pPr>
            <a:r>
              <a:rPr lang="en-US" altLang="x-none" sz="2800" b="0" strike="noStrike" noProof="1" dirty="0">
                <a:solidFill>
                  <a:schemeClr val="tx1"/>
                </a:solidFill>
                <a:effectLst/>
                <a:latin typeface="DejaVu Sans" panose="020B0603030804020204" charset="0"/>
                <a:ea typeface="方正书宋_GBK" panose="02000000000000000000" charset="-122"/>
                <a:cs typeface="+mn-ea"/>
              </a:rPr>
              <a:t>(2) </a:t>
            </a:r>
            <a:r>
              <a:rPr lang="zh-CN" altLang="en-US" sz="2800" b="0" strike="noStrike" noProof="1" dirty="0">
                <a:solidFill>
                  <a:schemeClr val="tx1"/>
                </a:solidFill>
                <a:effectLst/>
                <a:latin typeface="DejaVu Sans" panose="020B0603030804020204" charset="0"/>
                <a:ea typeface="方正书宋_GBK" panose="02000000000000000000" charset="-122"/>
                <a:cs typeface="+mn-ea"/>
              </a:rPr>
              <a:t>计算机体系结构与硬件技术的发展</a:t>
            </a:r>
            <a:endParaRPr lang="zh-CN" altLang="en-US" sz="2800" b="0" strike="noStrike" noProof="1" dirty="0">
              <a:solidFill>
                <a:schemeClr val="tx1"/>
              </a:solidFill>
              <a:effectLst/>
              <a:latin typeface="DejaVu Sans" panose="020B0603030804020204" charset="0"/>
              <a:ea typeface="方正书宋_GBK" panose="02000000000000000000" charset="-122"/>
              <a:cs typeface="+mn-ea"/>
            </a:endParaRPr>
          </a:p>
        </p:txBody>
      </p:sp>
      <p:grpSp>
        <p:nvGrpSpPr>
          <p:cNvPr id="33811" name="组合 33810"/>
          <p:cNvGrpSpPr/>
          <p:nvPr/>
        </p:nvGrpSpPr>
        <p:grpSpPr>
          <a:xfrm>
            <a:off x="973138" y="5230495"/>
            <a:ext cx="7021512" cy="1217613"/>
            <a:chOff x="0" y="0"/>
            <a:chExt cx="4423" cy="767"/>
          </a:xfrm>
        </p:grpSpPr>
        <p:sp>
          <p:nvSpPr>
            <p:cNvPr id="33812" name="矩形 27658"/>
            <p:cNvSpPr/>
            <p:nvPr/>
          </p:nvSpPr>
          <p:spPr>
            <a:xfrm>
              <a:off x="0" y="3"/>
              <a:ext cx="1601" cy="360"/>
            </a:xfrm>
            <a:prstGeom prst="rect">
              <a:avLst/>
            </a:prstGeom>
            <a:noFill/>
            <a:ln w="9525">
              <a:noFill/>
              <a:miter/>
            </a:ln>
          </p:spPr>
          <p:txBody>
            <a:bodyPr>
              <a:spAutoFit/>
            </a:bodyPr>
            <a:p>
              <a:pPr marL="533400" lvl="0" indent="-533400" algn="l" fontAlgn="base">
                <a:lnSpc>
                  <a:spcPct val="130000"/>
                </a:lnSpc>
                <a:spcBef>
                  <a:spcPct val="30000"/>
                </a:spcBef>
                <a:buClr>
                  <a:schemeClr val="tx2"/>
                </a:buClr>
                <a:buSzPct val="95000"/>
              </a:pPr>
              <a:r>
                <a:rPr lang="en-US" altLang="x-none"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a:t>
              </a:r>
              <a:r>
                <a:rPr lang="zh-CN" altLang="en-US" sz="20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单CPU计算机</a:t>
              </a:r>
              <a:endParaRPr lang="zh-CN" altLang="en-US"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33813" name="矩形 27660"/>
            <p:cNvSpPr>
              <a:spLocks noRot="1"/>
            </p:cNvSpPr>
            <p:nvPr/>
          </p:nvSpPr>
          <p:spPr>
            <a:xfrm>
              <a:off x="2457" y="0"/>
              <a:ext cx="1966" cy="767"/>
            </a:xfrm>
            <a:prstGeom prst="rect">
              <a:avLst/>
            </a:prstGeom>
            <a:noFill/>
            <a:ln w="9525">
              <a:noFill/>
              <a:miter/>
            </a:ln>
          </p:spPr>
          <p:txBody>
            <a:bodyPr/>
            <a:p>
              <a:pPr marL="571500" lvl="0" indent="-571500" algn="l" fontAlgn="base">
                <a:lnSpc>
                  <a:spcPct val="100000"/>
                </a:lnSpc>
                <a:buClr>
                  <a:schemeClr val="tx2"/>
                </a:buClr>
                <a:buSzPct val="95000"/>
              </a:pPr>
              <a:r>
                <a:rPr lang="zh-CN" altLang="en-US" sz="20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并行多处理器系统</a:t>
              </a:r>
              <a:endParaRPr lang="zh-CN" altLang="en-US" sz="20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71500" lvl="0" indent="-571500" algn="l" fontAlgn="base">
                <a:lnSpc>
                  <a:spcPct val="100000"/>
                </a:lnSpc>
                <a:buClr>
                  <a:schemeClr val="tx2"/>
                </a:buClr>
                <a:buSzPct val="95000"/>
              </a:pPr>
              <a:r>
                <a:rPr lang="zh-CN" altLang="en-US" sz="20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消息传递型多计算机</a:t>
              </a:r>
              <a:r>
                <a:rPr lang="zh-CN" altLang="en-US"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cs typeface="+mn-ea"/>
                </a:rPr>
                <a:t> </a:t>
              </a:r>
              <a:endParaRPr lang="zh-CN" altLang="en-US"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endParaRPr>
            </a:p>
            <a:p>
              <a:pPr marL="571500" lvl="0" indent="-571500" algn="l" fontAlgn="base">
                <a:lnSpc>
                  <a:spcPct val="100000"/>
                </a:lnSpc>
                <a:buClr>
                  <a:schemeClr val="tx2"/>
                </a:buClr>
                <a:buSzPct val="95000"/>
              </a:pPr>
              <a:r>
                <a:rPr lang="zh-CN" altLang="en-US" sz="20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计算机网络，分布式</a:t>
              </a:r>
              <a:endParaRPr lang="zh-CN" altLang="en-US" sz="20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3" name="直接连接符 27661"/>
            <p:cNvSpPr/>
            <p:nvPr/>
          </p:nvSpPr>
          <p:spPr>
            <a:xfrm>
              <a:off x="1660" y="208"/>
              <a:ext cx="631" cy="0"/>
            </a:xfrm>
            <a:prstGeom prst="line">
              <a:avLst/>
            </a:prstGeom>
            <a:ln w="25400"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gr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33795" grpId="0" build="p"/>
      <p:bldP spid="33796" grpId="0"/>
      <p:bldP spid="33801" grpId="0"/>
      <p:bldP spid="33802" grpId="0"/>
      <p:bldP spid="33808" grpId="0"/>
      <p:bldP spid="33810"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矩形 28673"/>
          <p:cNvSpPr/>
          <p:nvPr/>
        </p:nvSpPr>
        <p:spPr>
          <a:xfrm>
            <a:off x="1006475" y="1562100"/>
            <a:ext cx="7129463" cy="2139950"/>
          </a:xfrm>
          <a:prstGeom prst="rect">
            <a:avLst/>
          </a:prstGeom>
          <a:noFill/>
          <a:ln w="9525">
            <a:noFill/>
            <a:miter/>
          </a:ln>
        </p:spPr>
        <p:txBody>
          <a:bodyPr>
            <a:spAutoFit/>
          </a:bodyPr>
          <a:p>
            <a:pPr marL="533400" lvl="0" indent="-533400" algn="ctr" fontAlgn="base">
              <a:lnSpc>
                <a:spcPct val="120000"/>
              </a:lnSpc>
              <a:buClr>
                <a:schemeClr val="tx2"/>
              </a:buClr>
              <a:buSzPct val="95000"/>
            </a:pPr>
            <a:endParaRPr lang="en-US" altLang="x-none" sz="280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ctr" fontAlgn="base">
              <a:lnSpc>
                <a:spcPct val="120000"/>
              </a:lnSpc>
              <a:buClr>
                <a:schemeClr val="tx2"/>
              </a:buClr>
              <a:buSzPct val="95000"/>
            </a:pPr>
            <a:r>
              <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ctr" fontAlgn="base">
              <a:lnSpc>
                <a:spcPct val="120000"/>
              </a:lnSpc>
              <a:buClr>
                <a:schemeClr val="tx2"/>
              </a:buClr>
              <a:buSzPct val="95000"/>
            </a:pPr>
            <a:endPar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endParaRPr>
          </a:p>
        </p:txBody>
      </p:sp>
      <p:pic>
        <p:nvPicPr>
          <p:cNvPr id="2" name="内容占位符 28674"/>
          <p:cNvPicPr>
            <a:picLocks noGrp="1" noChangeAspect="1"/>
          </p:cNvPicPr>
          <p:nvPr>
            <p:ph idx="2147483647"/>
          </p:nvPr>
        </p:nvPicPr>
        <p:blipFill>
          <a:blip r:embed="rId1"/>
          <a:stretch>
            <a:fillRect/>
          </a:stretch>
        </p:blipFill>
        <p:spPr>
          <a:xfrm>
            <a:off x="0" y="0"/>
            <a:ext cx="838200" cy="517525"/>
          </a:xfrm>
        </p:spPr>
      </p:pic>
      <p:sp>
        <p:nvSpPr>
          <p:cNvPr id="34820" name="矩形 28675"/>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3481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标题 29697"/>
          <p:cNvSpPr>
            <a:spLocks noGrp="1"/>
          </p:cNvSpPr>
          <p:nvPr>
            <p:ph type="title"/>
          </p:nvPr>
        </p:nvSpPr>
        <p:spPr>
          <a:xfrm>
            <a:off x="750888" y="112713"/>
            <a:ext cx="8393112" cy="420687"/>
          </a:xfrm>
        </p:spPr>
        <p:txBody>
          <a:bodyPr anchor="t">
            <a:spAutoFit/>
          </a:bodyPr>
          <a:p>
            <a:pPr lvl="0" algn="r"/>
            <a:r>
              <a:rPr lang="zh-CN" altLang="en-US" sz="2400" dirty="0"/>
              <a:t>绪论——操作系统的形成与发展</a:t>
            </a:r>
            <a:endParaRPr lang="zh-CN" altLang="en-US" sz="2400" dirty="0"/>
          </a:p>
        </p:txBody>
      </p:sp>
      <p:sp>
        <p:nvSpPr>
          <p:cNvPr id="35842" name="文本框 29698"/>
          <p:cNvSpPr txBox="1"/>
          <p:nvPr/>
        </p:nvSpPr>
        <p:spPr>
          <a:xfrm>
            <a:off x="752475" y="1860550"/>
            <a:ext cx="7323138" cy="2042160"/>
          </a:xfrm>
          <a:prstGeom prst="rect">
            <a:avLst/>
          </a:prstGeom>
          <a:noFill/>
          <a:ln w="9525">
            <a:noFill/>
            <a:miter/>
          </a:ln>
        </p:spPr>
        <p:txBody>
          <a:bodyPr wrap="square" lIns="72418" tIns="36208" rIns="72418" bIns="36208" anchor="t">
            <a:spAutoFit/>
          </a:bodyPr>
          <a:p>
            <a:pPr lvl="0" defTabSz="873125">
              <a:buChar char="•"/>
            </a:pPr>
            <a:r>
              <a:rPr lang="zh-CN" altLang="en-US" b="0" dirty="0">
                <a:solidFill>
                  <a:schemeClr val="tx1"/>
                </a:solidFill>
                <a:latin typeface="DejaVu Sans" panose="020B0603030804020204" charset="0"/>
                <a:ea typeface="方正书宋_GBK" panose="02000000000000000000" charset="-122"/>
              </a:rPr>
              <a:t>电子管时代 </a:t>
            </a:r>
            <a:r>
              <a:rPr lang="en-US" altLang="x-none" b="0" dirty="0">
                <a:solidFill>
                  <a:schemeClr val="tx1"/>
                </a:solidFill>
                <a:latin typeface="DejaVu Sans" panose="020B0603030804020204" charset="0"/>
                <a:ea typeface="方正书宋_GBK" panose="02000000000000000000" charset="-122"/>
              </a:rPr>
              <a:t>(1946</a:t>
            </a:r>
            <a:r>
              <a:rPr lang="zh-CN" altLang="en-US" b="0" dirty="0">
                <a:solidFill>
                  <a:schemeClr val="tx1"/>
                </a:solidFill>
                <a:latin typeface="DejaVu Sans" panose="020B0603030804020204" charset="0"/>
                <a:ea typeface="方正书宋_GBK" panose="02000000000000000000" charset="-122"/>
              </a:rPr>
              <a:t>－</a:t>
            </a:r>
            <a:r>
              <a:rPr lang="en-US" altLang="x-none" b="0" dirty="0">
                <a:solidFill>
                  <a:schemeClr val="tx1"/>
                </a:solidFill>
                <a:latin typeface="DejaVu Sans" panose="020B0603030804020204" charset="0"/>
                <a:ea typeface="方正书宋_GBK" panose="02000000000000000000" charset="-122"/>
                <a:sym typeface="+mn-ea"/>
              </a:rPr>
              <a:t>19</a:t>
            </a:r>
            <a:r>
              <a:rPr lang="en-US" altLang="x-none" b="0" dirty="0">
                <a:solidFill>
                  <a:schemeClr val="tx1"/>
                </a:solidFill>
                <a:latin typeface="DejaVu Sans" panose="020B0603030804020204" charset="0"/>
                <a:ea typeface="方正书宋_GBK" panose="02000000000000000000" charset="-122"/>
              </a:rPr>
              <a:t>58)</a:t>
            </a:r>
            <a:endParaRPr lang="en-US" altLang="x-none" b="0" dirty="0">
              <a:solidFill>
                <a:schemeClr val="tx1"/>
              </a:solidFill>
              <a:latin typeface="DejaVu Sans" panose="020B0603030804020204" charset="0"/>
              <a:ea typeface="方正书宋_GBK" panose="02000000000000000000" charset="-122"/>
            </a:endParaRPr>
          </a:p>
          <a:p>
            <a:pPr lvl="0" defTabSz="873125">
              <a:buChar char="•"/>
            </a:pPr>
            <a:r>
              <a:rPr lang="zh-CN" altLang="en-US" b="0" dirty="0">
                <a:solidFill>
                  <a:schemeClr val="tx1"/>
                </a:solidFill>
                <a:latin typeface="DejaVu Sans" panose="020B0603030804020204" charset="0"/>
                <a:ea typeface="方正书宋_GBK" panose="02000000000000000000" charset="-122"/>
              </a:rPr>
              <a:t>晶体管        </a:t>
            </a:r>
            <a:r>
              <a:rPr lang="en-US" altLang="x-none" b="0" dirty="0">
                <a:solidFill>
                  <a:schemeClr val="tx1"/>
                </a:solidFill>
                <a:latin typeface="DejaVu Sans" panose="020B0603030804020204" charset="0"/>
                <a:ea typeface="方正书宋_GBK" panose="02000000000000000000" charset="-122"/>
              </a:rPr>
              <a:t>(</a:t>
            </a:r>
            <a:r>
              <a:rPr lang="en-US" altLang="x-none" b="0" dirty="0">
                <a:solidFill>
                  <a:schemeClr val="tx1"/>
                </a:solidFill>
                <a:latin typeface="DejaVu Sans" panose="020B0603030804020204" charset="0"/>
                <a:ea typeface="方正书宋_GBK" panose="02000000000000000000" charset="-122"/>
                <a:sym typeface="+mn-ea"/>
              </a:rPr>
              <a:t>19</a:t>
            </a:r>
            <a:r>
              <a:rPr lang="en-US" altLang="x-none" b="0" dirty="0">
                <a:solidFill>
                  <a:schemeClr val="tx1"/>
                </a:solidFill>
                <a:latin typeface="DejaVu Sans" panose="020B0603030804020204" charset="0"/>
                <a:ea typeface="方正书宋_GBK" panose="02000000000000000000" charset="-122"/>
              </a:rPr>
              <a:t>58</a:t>
            </a:r>
            <a:r>
              <a:rPr lang="zh-CN" altLang="en-US" b="0" dirty="0">
                <a:solidFill>
                  <a:schemeClr val="tx1"/>
                </a:solidFill>
                <a:latin typeface="DejaVu Sans" panose="020B0603030804020204" charset="0"/>
                <a:ea typeface="方正书宋_GBK" panose="02000000000000000000" charset="-122"/>
              </a:rPr>
              <a:t>－</a:t>
            </a:r>
            <a:r>
              <a:rPr lang="en-US" altLang="x-none" b="0" dirty="0">
                <a:solidFill>
                  <a:schemeClr val="tx1"/>
                </a:solidFill>
                <a:latin typeface="DejaVu Sans" panose="020B0603030804020204" charset="0"/>
                <a:ea typeface="方正书宋_GBK" panose="02000000000000000000" charset="-122"/>
                <a:sym typeface="+mn-ea"/>
              </a:rPr>
              <a:t>19</a:t>
            </a:r>
            <a:r>
              <a:rPr lang="en-US" altLang="x-none" b="0" dirty="0">
                <a:solidFill>
                  <a:schemeClr val="tx1"/>
                </a:solidFill>
                <a:latin typeface="DejaVu Sans" panose="020B0603030804020204" charset="0"/>
                <a:ea typeface="方正书宋_GBK" panose="02000000000000000000" charset="-122"/>
              </a:rPr>
              <a:t>64)</a:t>
            </a:r>
            <a:endParaRPr lang="en-US" altLang="x-none" b="0" dirty="0">
              <a:solidFill>
                <a:schemeClr val="tx1"/>
              </a:solidFill>
              <a:latin typeface="DejaVu Sans" panose="020B0603030804020204" charset="0"/>
              <a:ea typeface="方正书宋_GBK" panose="02000000000000000000" charset="-122"/>
            </a:endParaRPr>
          </a:p>
          <a:p>
            <a:pPr lvl="0" defTabSz="873125">
              <a:buChar char="•"/>
            </a:pPr>
            <a:r>
              <a:rPr lang="zh-CN" altLang="en-US" b="0" dirty="0">
                <a:solidFill>
                  <a:schemeClr val="tx1"/>
                </a:solidFill>
                <a:latin typeface="DejaVu Sans" panose="020B0603030804020204" charset="0"/>
                <a:ea typeface="方正书宋_GBK" panose="02000000000000000000" charset="-122"/>
              </a:rPr>
              <a:t>集成电路     </a:t>
            </a:r>
            <a:r>
              <a:rPr lang="en-US" altLang="x-none" b="0" dirty="0">
                <a:solidFill>
                  <a:schemeClr val="tx1"/>
                </a:solidFill>
                <a:latin typeface="DejaVu Sans" panose="020B0603030804020204" charset="0"/>
                <a:ea typeface="方正书宋_GBK" panose="02000000000000000000" charset="-122"/>
              </a:rPr>
              <a:t>(</a:t>
            </a:r>
            <a:r>
              <a:rPr lang="en-US" altLang="x-none" b="0" dirty="0">
                <a:solidFill>
                  <a:schemeClr val="tx1"/>
                </a:solidFill>
                <a:latin typeface="DejaVu Sans" panose="020B0603030804020204" charset="0"/>
                <a:ea typeface="方正书宋_GBK" panose="02000000000000000000" charset="-122"/>
                <a:sym typeface="+mn-ea"/>
              </a:rPr>
              <a:t>19</a:t>
            </a:r>
            <a:r>
              <a:rPr lang="en-US" altLang="x-none" b="0" dirty="0">
                <a:solidFill>
                  <a:schemeClr val="tx1"/>
                </a:solidFill>
                <a:latin typeface="DejaVu Sans" panose="020B0603030804020204" charset="0"/>
                <a:ea typeface="方正书宋_GBK" panose="02000000000000000000" charset="-122"/>
              </a:rPr>
              <a:t>65</a:t>
            </a:r>
            <a:r>
              <a:rPr lang="zh-CN" altLang="en-US" b="0" dirty="0">
                <a:solidFill>
                  <a:schemeClr val="tx1"/>
                </a:solidFill>
                <a:latin typeface="DejaVu Sans" panose="020B0603030804020204" charset="0"/>
                <a:ea typeface="方正书宋_GBK" panose="02000000000000000000" charset="-122"/>
              </a:rPr>
              <a:t>－</a:t>
            </a:r>
            <a:r>
              <a:rPr lang="en-US" altLang="x-none" b="0" dirty="0">
                <a:solidFill>
                  <a:schemeClr val="tx1"/>
                </a:solidFill>
                <a:latin typeface="DejaVu Sans" panose="020B0603030804020204" charset="0"/>
                <a:ea typeface="方正书宋_GBK" panose="02000000000000000000" charset="-122"/>
                <a:sym typeface="+mn-ea"/>
              </a:rPr>
              <a:t>1970</a:t>
            </a:r>
            <a:r>
              <a:rPr lang="en-US" altLang="x-none" b="0" dirty="0">
                <a:solidFill>
                  <a:schemeClr val="tx1"/>
                </a:solidFill>
                <a:latin typeface="DejaVu Sans" panose="020B0603030804020204" charset="0"/>
                <a:ea typeface="方正书宋_GBK" panose="02000000000000000000" charset="-122"/>
              </a:rPr>
              <a:t>)</a:t>
            </a:r>
            <a:endParaRPr lang="en-US" altLang="x-none" b="0" dirty="0">
              <a:solidFill>
                <a:schemeClr val="tx1"/>
              </a:solidFill>
              <a:latin typeface="DejaVu Sans" panose="020B0603030804020204" charset="0"/>
              <a:ea typeface="方正书宋_GBK" panose="02000000000000000000" charset="-122"/>
            </a:endParaRPr>
          </a:p>
          <a:p>
            <a:pPr lvl="0" defTabSz="873125">
              <a:buChar char="•"/>
            </a:pPr>
            <a:r>
              <a:rPr lang="zh-CN" altLang="en-US" b="0" dirty="0">
                <a:solidFill>
                  <a:schemeClr val="tx1"/>
                </a:solidFill>
                <a:latin typeface="DejaVu Sans" panose="020B0603030804020204" charset="0"/>
                <a:ea typeface="方正书宋_GBK" panose="02000000000000000000" charset="-122"/>
              </a:rPr>
              <a:t>大规模集成电路时代</a:t>
            </a:r>
            <a:r>
              <a:rPr lang="en-US" altLang="x-none" b="0" dirty="0">
                <a:solidFill>
                  <a:schemeClr val="tx1"/>
                </a:solidFill>
                <a:latin typeface="DejaVu Sans" panose="020B0603030804020204" charset="0"/>
                <a:ea typeface="方正书宋_GBK" panose="02000000000000000000" charset="-122"/>
              </a:rPr>
              <a:t>(70</a:t>
            </a:r>
            <a:r>
              <a:rPr lang="zh-CN" altLang="en-US" b="0" dirty="0">
                <a:solidFill>
                  <a:schemeClr val="tx1"/>
                </a:solidFill>
                <a:latin typeface="DejaVu Sans" panose="020B0603030804020204" charset="0"/>
                <a:ea typeface="方正书宋_GBK" panose="02000000000000000000" charset="-122"/>
              </a:rPr>
              <a:t>年代中至今</a:t>
            </a:r>
            <a:r>
              <a:rPr lang="en-US" altLang="x-none" b="0" dirty="0">
                <a:solidFill>
                  <a:schemeClr val="tx1"/>
                </a:solidFill>
                <a:latin typeface="DejaVu Sans" panose="020B0603030804020204" charset="0"/>
                <a:ea typeface="方正书宋_GBK" panose="02000000000000000000" charset="-122"/>
              </a:rPr>
              <a:t>)</a:t>
            </a:r>
            <a:endParaRPr lang="en-US" altLang="x-none" b="0" dirty="0">
              <a:solidFill>
                <a:schemeClr val="tx1"/>
              </a:solidFill>
              <a:latin typeface="DejaVu Sans" panose="020B0603030804020204" charset="0"/>
              <a:ea typeface="方正书宋_GBK" panose="02000000000000000000" charset="-122"/>
            </a:endParaRPr>
          </a:p>
        </p:txBody>
      </p:sp>
      <p:sp>
        <p:nvSpPr>
          <p:cNvPr id="35844" name="直接连接符 29699"/>
          <p:cNvSpPr/>
          <p:nvPr/>
        </p:nvSpPr>
        <p:spPr>
          <a:xfrm>
            <a:off x="1390650" y="4968875"/>
            <a:ext cx="904875" cy="0"/>
          </a:xfrm>
          <a:prstGeom prst="line">
            <a:avLst/>
          </a:prstGeom>
          <a:ln w="9525" cap="flat" cmpd="sng">
            <a:solidFill>
              <a:schemeClr val="tx1"/>
            </a:solidFill>
            <a:prstDash val="solid"/>
            <a:round/>
            <a:headEnd type="none" w="med" len="med"/>
            <a:tailEnd type="triangl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5845" name="文本框 29700"/>
          <p:cNvSpPr txBox="1"/>
          <p:nvPr/>
        </p:nvSpPr>
        <p:spPr>
          <a:xfrm>
            <a:off x="2257425" y="4598988"/>
            <a:ext cx="5457190" cy="1071245"/>
          </a:xfrm>
          <a:prstGeom prst="rect">
            <a:avLst/>
          </a:prstGeom>
          <a:noFill/>
          <a:ln w="9525">
            <a:noFill/>
            <a:miter/>
          </a:ln>
        </p:spPr>
        <p:txBody>
          <a:bodyPr wrap="none" lIns="87273" tIns="43636" rIns="87273" bIns="43636" anchor="t">
            <a:spAutoFit/>
          </a:bodyPr>
          <a:p>
            <a:pPr lvl="0" defTabSz="873125"/>
            <a:r>
              <a:rPr lang="zh-CN" altLang="en-US" b="0" dirty="0">
                <a:solidFill>
                  <a:schemeClr val="tx1"/>
                </a:solidFill>
                <a:latin typeface="DejaVu Sans" panose="020B0603030804020204" charset="0"/>
                <a:ea typeface="方正书宋_GBK" panose="02000000000000000000" charset="-122"/>
              </a:rPr>
              <a:t>微型、并行、</a:t>
            </a:r>
            <a:endParaRPr lang="zh-CN" altLang="en-US" b="0" dirty="0">
              <a:solidFill>
                <a:schemeClr val="tx1"/>
              </a:solidFill>
              <a:latin typeface="DejaVu Sans" panose="020B0603030804020204" charset="0"/>
              <a:ea typeface="方正书宋_GBK" panose="02000000000000000000" charset="-122"/>
            </a:endParaRPr>
          </a:p>
          <a:p>
            <a:pPr lvl="0" defTabSz="873125"/>
            <a:r>
              <a:rPr lang="zh-CN" altLang="en-US" b="0" dirty="0">
                <a:solidFill>
                  <a:schemeClr val="tx1"/>
                </a:solidFill>
                <a:latin typeface="DejaVu Sans" panose="020B0603030804020204" charset="0"/>
                <a:ea typeface="方正书宋_GBK" panose="02000000000000000000" charset="-122"/>
              </a:rPr>
              <a:t>网络化、智能化几个方向发展</a:t>
            </a:r>
            <a:endParaRPr lang="zh-CN" altLang="en-US" b="0" dirty="0">
              <a:solidFill>
                <a:schemeClr val="tx1"/>
              </a:solidFill>
              <a:latin typeface="DejaVu Sans" panose="020B0603030804020204" charset="0"/>
              <a:ea typeface="方正书宋_GBK" panose="02000000000000000000" charset="-122"/>
            </a:endParaRPr>
          </a:p>
        </p:txBody>
      </p:sp>
      <p:sp>
        <p:nvSpPr>
          <p:cNvPr id="2" name="矩形 29701"/>
          <p:cNvSpPr/>
          <p:nvPr/>
        </p:nvSpPr>
        <p:spPr>
          <a:xfrm>
            <a:off x="1371600" y="1143000"/>
            <a:ext cx="5192713" cy="622300"/>
          </a:xfrm>
          <a:prstGeom prst="rect">
            <a:avLst/>
          </a:prstGeom>
          <a:noFill/>
          <a:ln w="9525">
            <a:noFill/>
            <a:miter/>
          </a:ln>
        </p:spPr>
        <p:txBody>
          <a:bodyPr wrap="none" lIns="72418" tIns="36208" rIns="72418" bIns="36208" anchor="t">
            <a:spAutoFit/>
          </a:bodyPr>
          <a:p>
            <a:pPr lvl="0"/>
            <a:r>
              <a:rPr lang="zh-CN" altLang="en-US" sz="3600" dirty="0">
                <a:solidFill>
                  <a:srgbClr val="0000FF"/>
                </a:solidFill>
                <a:latin typeface="DejaVu Sans" panose="020B0603030804020204" charset="0"/>
                <a:ea typeface="方正书宋_GBK" panose="02000000000000000000" charset="-122"/>
              </a:rPr>
              <a:t>计算机元件工艺的演变：</a:t>
            </a:r>
            <a:endParaRPr lang="zh-CN" altLang="en-US" sz="3600" dirty="0">
              <a:solidFill>
                <a:srgbClr val="0000FF"/>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35845" grpId="0" animBg="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1" name="矩形 31746"/>
          <p:cNvSpPr/>
          <p:nvPr/>
        </p:nvSpPr>
        <p:spPr>
          <a:xfrm>
            <a:off x="158750" y="488950"/>
            <a:ext cx="7496175" cy="829945"/>
          </a:xfrm>
          <a:prstGeom prst="rect">
            <a:avLst/>
          </a:prstGeom>
          <a:noFill/>
          <a:ln w="9525">
            <a:noFill/>
            <a:miter/>
          </a:ln>
        </p:spPr>
        <p:txBody>
          <a:bodyPr wrap="square">
            <a:spAutoFit/>
          </a:bodyPr>
          <a:p>
            <a:pPr marL="533400" lvl="0" indent="-533400" algn="l" fontAlgn="base">
              <a:lnSpc>
                <a:spcPct val="120000"/>
              </a:lnSpc>
              <a:spcBef>
                <a:spcPct val="30000"/>
              </a:spcBef>
              <a:buClr>
                <a:schemeClr val="tx2"/>
              </a:buClr>
              <a:buSzPct val="95000"/>
            </a:pP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手工操作阶段</a:t>
            </a:r>
            <a:r>
              <a:rPr lang="zh-CN" altLang="en-US" sz="4000" strike="noStrike" noProof="1" dirty="0">
                <a:solidFill>
                  <a:srgbClr val="003399"/>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en-US" altLang="x-none" sz="4000" strike="noStrike" noProof="1" dirty="0">
                <a:solidFill>
                  <a:srgbClr val="003399"/>
                </a:solidFill>
                <a:effectLst>
                  <a:outerShdw blurRad="38100" dist="38100" dir="2700000">
                    <a:srgbClr val="000000"/>
                  </a:outerShdw>
                </a:effectLst>
                <a:latin typeface="DejaVu Sans" panose="020B0603030804020204" charset="0"/>
                <a:ea typeface="方正书宋_GBK" panose="02000000000000000000" charset="-122"/>
                <a:cs typeface="+mn-ea"/>
              </a:rPr>
              <a:t>1946</a:t>
            </a:r>
            <a:r>
              <a:rPr lang="zh-CN" altLang="en-US" sz="4000" strike="noStrike" noProof="1" dirty="0">
                <a:solidFill>
                  <a:srgbClr val="003399"/>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en-US" altLang="zh-CN" sz="4000" strike="noStrike" noProof="1" dirty="0">
                <a:solidFill>
                  <a:srgbClr val="003399"/>
                </a:solidFill>
                <a:effectLst>
                  <a:outerShdw blurRad="38100" dist="38100" dir="2700000">
                    <a:srgbClr val="000000"/>
                  </a:outerShdw>
                </a:effectLst>
                <a:latin typeface="DejaVu Sans" panose="020B0603030804020204" charset="0"/>
                <a:ea typeface="方正书宋_GBK" panose="02000000000000000000" charset="-122"/>
                <a:cs typeface="+mn-ea"/>
              </a:rPr>
              <a:t>19</a:t>
            </a:r>
            <a:r>
              <a:rPr lang="en-US" altLang="x-none" sz="4000" strike="noStrike" noProof="1" dirty="0">
                <a:solidFill>
                  <a:srgbClr val="003399"/>
                </a:solidFill>
                <a:effectLst>
                  <a:outerShdw blurRad="38100" dist="38100" dir="2700000">
                    <a:srgbClr val="000000"/>
                  </a:outerShdw>
                </a:effectLst>
                <a:latin typeface="DejaVu Sans" panose="020B0603030804020204" charset="0"/>
                <a:ea typeface="方正书宋_GBK" panose="02000000000000000000" charset="-122"/>
                <a:cs typeface="+mn-ea"/>
              </a:rPr>
              <a:t>50</a:t>
            </a:r>
            <a:r>
              <a:rPr lang="zh-CN" altLang="en-US" sz="4000" strike="noStrike" noProof="1" dirty="0">
                <a:solidFill>
                  <a:srgbClr val="003399"/>
                </a:solidFill>
                <a:effectLst>
                  <a:outerShdw blurRad="38100" dist="38100" dir="2700000">
                    <a:srgbClr val="000000"/>
                  </a:outerShdw>
                </a:effectLst>
                <a:latin typeface="DejaVu Sans" panose="020B0603030804020204" charset="0"/>
                <a:ea typeface="方正书宋_GBK" panose="02000000000000000000" charset="-122"/>
                <a:cs typeface="+mn-ea"/>
              </a:rPr>
              <a:t>）</a:t>
            </a:r>
            <a:endParaRPr lang="zh-CN" altLang="en-US" sz="4000" strike="noStrike" noProof="1" dirty="0">
              <a:solidFill>
                <a:srgbClr val="003399"/>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7892" name="矩形 31747"/>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7893" name="文本框 31748"/>
          <p:cNvSpPr txBox="1"/>
          <p:nvPr/>
        </p:nvSpPr>
        <p:spPr>
          <a:xfrm>
            <a:off x="612775" y="1636713"/>
            <a:ext cx="7888288" cy="3990975"/>
          </a:xfrm>
          <a:prstGeom prst="rect">
            <a:avLst/>
          </a:prstGeom>
          <a:noFill/>
          <a:ln w="9525">
            <a:noFill/>
            <a:miter/>
          </a:ln>
        </p:spPr>
        <p:txBody>
          <a:bodyPr anchor="t">
            <a:spAutoFit/>
          </a:bodyPr>
          <a:p>
            <a:pPr marL="609600" lvl="0" indent="-609600" algn="ctr"/>
            <a:r>
              <a:rPr lang="zh-CN" altLang="en-US" b="0" dirty="0">
                <a:solidFill>
                  <a:schemeClr val="tx1"/>
                </a:solidFill>
                <a:latin typeface="DejaVu Sans" panose="020B0603030804020204" charset="0"/>
                <a:ea typeface="方正书宋_GBK" panose="02000000000000000000" charset="-122"/>
              </a:rPr>
              <a:t>计算机系统的资源管理和控制由人工负责：</a:t>
            </a:r>
            <a:endParaRPr lang="zh-CN" altLang="en-US" b="0" dirty="0">
              <a:solidFill>
                <a:schemeClr val="tx1"/>
              </a:solidFill>
              <a:latin typeface="DejaVu Sans" panose="020B0603030804020204" charset="0"/>
              <a:ea typeface="方正书宋_GBK" panose="02000000000000000000" charset="-122"/>
            </a:endParaRPr>
          </a:p>
          <a:p>
            <a:pPr marL="1066800" lvl="1" indent="-609600" algn="l" eaLnBrk="1" fontAlgn="base" latinLnBrk="0" hangingPunct="1">
              <a:lnSpc>
                <a:spcPct val="100000"/>
              </a:lnSpc>
              <a:spcBef>
                <a:spcPct val="0"/>
              </a:spcBef>
              <a:spcAft>
                <a:spcPct val="0"/>
              </a:spcAft>
              <a:buFont typeface="Arial" panose="020B0604020202020204" pitchFamily="34" charset="0"/>
              <a:buAutoNum type="arabicPeriod"/>
            </a:pPr>
            <a:r>
              <a:rPr lang="zh-CN" altLang="en-US" sz="3200" b="0" u="none" baseline="0" dirty="0">
                <a:solidFill>
                  <a:schemeClr val="tx1"/>
                </a:solidFill>
                <a:latin typeface="DejaVu Sans" panose="020B0603030804020204" charset="0"/>
                <a:ea typeface="方正书宋_GBK" panose="02000000000000000000" charset="-122"/>
              </a:rPr>
              <a:t>人工把程序用穿孔机穿制在卡片或纸带上；</a:t>
            </a:r>
            <a:endParaRPr lang="zh-CN" altLang="en-US" sz="3200" b="0" u="none" baseline="0" dirty="0">
              <a:solidFill>
                <a:schemeClr val="tx1"/>
              </a:solidFill>
              <a:latin typeface="DejaVu Sans" panose="020B0603030804020204" charset="0"/>
              <a:ea typeface="方正书宋_GBK" panose="02000000000000000000" charset="-122"/>
            </a:endParaRPr>
          </a:p>
          <a:p>
            <a:pPr marL="1066800" lvl="1" indent="-609600" algn="l" eaLnBrk="1" fontAlgn="base" latinLnBrk="0" hangingPunct="1">
              <a:lnSpc>
                <a:spcPct val="100000"/>
              </a:lnSpc>
              <a:spcBef>
                <a:spcPct val="0"/>
              </a:spcBef>
              <a:spcAft>
                <a:spcPct val="0"/>
              </a:spcAft>
              <a:buFont typeface="Arial" panose="020B0604020202020204" pitchFamily="34" charset="0"/>
              <a:buAutoNum type="arabicPeriod"/>
            </a:pPr>
            <a:r>
              <a:rPr lang="zh-CN" altLang="en-US" sz="3200" b="0" u="none" baseline="0" dirty="0">
                <a:solidFill>
                  <a:schemeClr val="tx1"/>
                </a:solidFill>
                <a:latin typeface="DejaVu Sans" panose="020B0603030804020204" charset="0"/>
                <a:ea typeface="方正书宋_GBK" panose="02000000000000000000" charset="-122"/>
              </a:rPr>
              <a:t>把卡片或纸带装上输入机，把程序和数据输入计算机；</a:t>
            </a:r>
            <a:endParaRPr lang="zh-CN" altLang="en-US" sz="3200" b="0" u="none" baseline="0" dirty="0">
              <a:solidFill>
                <a:schemeClr val="tx1"/>
              </a:solidFill>
              <a:latin typeface="DejaVu Sans" panose="020B0603030804020204" charset="0"/>
              <a:ea typeface="方正书宋_GBK" panose="02000000000000000000" charset="-122"/>
            </a:endParaRPr>
          </a:p>
          <a:p>
            <a:pPr marL="1066800" lvl="1" indent="-609600" algn="l" eaLnBrk="1" fontAlgn="base" latinLnBrk="0" hangingPunct="1">
              <a:lnSpc>
                <a:spcPct val="100000"/>
              </a:lnSpc>
              <a:spcBef>
                <a:spcPct val="0"/>
              </a:spcBef>
              <a:spcAft>
                <a:spcPct val="0"/>
              </a:spcAft>
              <a:buFont typeface="Arial" panose="020B0604020202020204" pitchFamily="34" charset="0"/>
              <a:buAutoNum type="arabicPeriod"/>
            </a:pPr>
            <a:r>
              <a:rPr lang="zh-CN" altLang="en-US" sz="3200" b="0" u="none" baseline="0" dirty="0">
                <a:solidFill>
                  <a:schemeClr val="tx1"/>
                </a:solidFill>
                <a:latin typeface="DejaVu Sans" panose="020B0603030804020204" charset="0"/>
                <a:ea typeface="方正书宋_GBK" panose="02000000000000000000" charset="-122"/>
              </a:rPr>
              <a:t>启动计算机运行，等待计算完毕；</a:t>
            </a:r>
            <a:endParaRPr lang="zh-CN" altLang="en-US" sz="3200" b="0" u="none" baseline="0" dirty="0">
              <a:solidFill>
                <a:schemeClr val="tx1"/>
              </a:solidFill>
              <a:latin typeface="DejaVu Sans" panose="020B0603030804020204" charset="0"/>
              <a:ea typeface="方正书宋_GBK" panose="02000000000000000000" charset="-122"/>
            </a:endParaRPr>
          </a:p>
          <a:p>
            <a:pPr marL="1066800" lvl="1" indent="-609600" algn="l" eaLnBrk="1" fontAlgn="base" latinLnBrk="0" hangingPunct="1">
              <a:lnSpc>
                <a:spcPct val="100000"/>
              </a:lnSpc>
              <a:spcBef>
                <a:spcPct val="0"/>
              </a:spcBef>
              <a:spcAft>
                <a:spcPct val="0"/>
              </a:spcAft>
              <a:buFont typeface="Arial" panose="020B0604020202020204" pitchFamily="34" charset="0"/>
              <a:buAutoNum type="arabicPeriod"/>
            </a:pPr>
            <a:r>
              <a:rPr lang="zh-CN" altLang="en-US" sz="3200" b="0" u="none" baseline="0" dirty="0">
                <a:solidFill>
                  <a:schemeClr val="tx1"/>
                </a:solidFill>
                <a:latin typeface="DejaVu Sans" panose="020B0603030804020204" charset="0"/>
                <a:ea typeface="方正书宋_GBK" panose="02000000000000000000" charset="-122"/>
              </a:rPr>
              <a:t>产生计算结果，结果从打印机或卡片机上输出。</a:t>
            </a:r>
            <a:endParaRPr lang="zh-CN" altLang="en-US" sz="3200" b="0" u="none" baseline="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37891" grpId="0" build="p"/>
      <p:bldP spid="37893" grpId="0" bldLvl="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矩形 32770"/>
          <p:cNvSpPr/>
          <p:nvPr/>
        </p:nvSpPr>
        <p:spPr>
          <a:xfrm>
            <a:off x="104775" y="1660525"/>
            <a:ext cx="8693150" cy="2136775"/>
          </a:xfrm>
          <a:prstGeom prst="rect">
            <a:avLst/>
          </a:prstGeom>
          <a:noFill/>
          <a:ln w="9525">
            <a:noFill/>
            <a:miter/>
          </a:ln>
        </p:spPr>
        <p:txBody>
          <a:bodyPr>
            <a:spAutoFit/>
          </a:bodyPr>
          <a:p>
            <a:pPr marL="533400" lvl="0" indent="-533400" algn="l" fontAlgn="base">
              <a:lnSpc>
                <a:spcPct val="130000"/>
              </a:lnSpc>
              <a:spcBef>
                <a:spcPct val="2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① </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Symbol" panose="05050102010706020507" pitchFamily="2" charset="2"/>
              </a:rPr>
              <a:t>有人工干预，手工操作多，浪费处理机时间，容易发生差错。</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sym typeface="Symbol" panose="05050102010706020507" pitchFamily="2" charset="2"/>
            </a:endParaRPr>
          </a:p>
          <a:p>
            <a:pPr marL="533400" lvl="0" indent="-533400" algn="l" fontAlgn="base">
              <a:lnSpc>
                <a:spcPct val="130000"/>
              </a:lnSpc>
              <a:spcBef>
                <a:spcPct val="2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Symbol" panose="05050102010706020507" pitchFamily="2" charset="2"/>
              </a:rPr>
              <a:t>②</a:t>
            </a: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 </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Symbol" panose="05050102010706020507" pitchFamily="2" charset="2"/>
              </a:rPr>
              <a:t>独占性，用户上机独占全机资源，造成资源利用率不高，系统效率低下</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sym typeface="Symbol" panose="05050102010706020507" pitchFamily="2" charset="2"/>
            </a:endParaRPr>
          </a:p>
          <a:p>
            <a:pPr marL="533400" lvl="0" indent="-533400" algn="l" fontAlgn="base">
              <a:lnSpc>
                <a:spcPct val="130000"/>
              </a:lnSpc>
              <a:spcBef>
                <a:spcPct val="2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Symbol" panose="05050102010706020507" pitchFamily="2" charset="2"/>
              </a:rPr>
              <a:t>③</a:t>
            </a: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 </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Symbol" panose="05050102010706020507" pitchFamily="2" charset="2"/>
              </a:rPr>
              <a:t>串行性，程序运行前的准备时间过长</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sym typeface="Symbol" panose="05050102010706020507" pitchFamily="2" charset="2"/>
            </a:endParaRPr>
          </a:p>
        </p:txBody>
      </p:sp>
      <p:grpSp>
        <p:nvGrpSpPr>
          <p:cNvPr id="38916" name="组合 38915"/>
          <p:cNvGrpSpPr/>
          <p:nvPr/>
        </p:nvGrpSpPr>
        <p:grpSpPr>
          <a:xfrm>
            <a:off x="909638" y="4833938"/>
            <a:ext cx="5819775" cy="1484312"/>
            <a:chOff x="0" y="0"/>
            <a:chExt cx="3666" cy="935"/>
          </a:xfrm>
        </p:grpSpPr>
        <p:sp>
          <p:nvSpPr>
            <p:cNvPr id="2" name="直接连接符 32772"/>
            <p:cNvSpPr/>
            <p:nvPr/>
          </p:nvSpPr>
          <p:spPr>
            <a:xfrm flipV="1">
              <a:off x="0" y="0"/>
              <a:ext cx="3666" cy="9"/>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8917" name="直接连接符 32773"/>
            <p:cNvSpPr/>
            <p:nvPr/>
          </p:nvSpPr>
          <p:spPr>
            <a:xfrm flipV="1">
              <a:off x="0" y="451"/>
              <a:ext cx="3666" cy="9"/>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8918" name="直接连接符 32774"/>
            <p:cNvSpPr/>
            <p:nvPr/>
          </p:nvSpPr>
          <p:spPr>
            <a:xfrm flipV="1">
              <a:off x="0" y="686"/>
              <a:ext cx="3666" cy="9"/>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8919" name="直接连接符 32775"/>
            <p:cNvSpPr/>
            <p:nvPr/>
          </p:nvSpPr>
          <p:spPr>
            <a:xfrm flipV="1">
              <a:off x="0" y="921"/>
              <a:ext cx="3666" cy="9"/>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8920" name="直接连接符 32776"/>
            <p:cNvSpPr/>
            <p:nvPr/>
          </p:nvSpPr>
          <p:spPr>
            <a:xfrm>
              <a:off x="4" y="0"/>
              <a:ext cx="0" cy="93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8921" name="直接连接符 32777"/>
            <p:cNvSpPr/>
            <p:nvPr/>
          </p:nvSpPr>
          <p:spPr>
            <a:xfrm>
              <a:off x="788" y="1"/>
              <a:ext cx="0" cy="93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8922" name="直接连接符 32778"/>
            <p:cNvSpPr/>
            <p:nvPr/>
          </p:nvSpPr>
          <p:spPr>
            <a:xfrm>
              <a:off x="1743" y="2"/>
              <a:ext cx="0" cy="93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8923" name="直接连接符 32779"/>
            <p:cNvSpPr/>
            <p:nvPr/>
          </p:nvSpPr>
          <p:spPr>
            <a:xfrm>
              <a:off x="2392" y="3"/>
              <a:ext cx="0" cy="93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8924" name="直接连接符 32780"/>
            <p:cNvSpPr/>
            <p:nvPr/>
          </p:nvSpPr>
          <p:spPr>
            <a:xfrm>
              <a:off x="3652" y="3"/>
              <a:ext cx="0" cy="93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grpSp>
      <p:sp>
        <p:nvSpPr>
          <p:cNvPr id="38926" name="矩形 32781"/>
          <p:cNvSpPr/>
          <p:nvPr/>
        </p:nvSpPr>
        <p:spPr>
          <a:xfrm>
            <a:off x="157163" y="487363"/>
            <a:ext cx="6475413" cy="67627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手工操作阶段</a:t>
            </a:r>
            <a:endPar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8927" name="矩形 32782"/>
          <p:cNvSpPr/>
          <p:nvPr/>
        </p:nvSpPr>
        <p:spPr>
          <a:xfrm>
            <a:off x="665163" y="1077913"/>
            <a:ext cx="600075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特点：</a:t>
            </a:r>
            <a:r>
              <a:rPr lang="zh-CN" altLang="en-US"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无任何管理软件</a:t>
            </a:r>
            <a:endParaRPr lang="zh-CN" altLang="en-US"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38928" name="矩形 32783"/>
          <p:cNvSpPr/>
          <p:nvPr/>
        </p:nvSpPr>
        <p:spPr>
          <a:xfrm>
            <a:off x="476250" y="4384675"/>
            <a:ext cx="8362950" cy="1922780"/>
          </a:xfrm>
          <a:prstGeom prst="rect">
            <a:avLst/>
          </a:prstGeom>
          <a:noFill/>
          <a:ln w="9525">
            <a:noFill/>
            <a:miter/>
          </a:ln>
        </p:spPr>
        <p:txBody>
          <a:bodyPr>
            <a:spAutoFit/>
          </a:bodyPr>
          <a:p>
            <a:pPr marL="914400" lvl="1" indent="-457200" algn="l" fontAlgn="base">
              <a:lnSpc>
                <a:spcPct val="120000"/>
              </a:lnSpc>
              <a:spcBef>
                <a:spcPct val="30000"/>
              </a:spcBef>
              <a:spcAft>
                <a:spcPct val="30000"/>
              </a:spcAft>
              <a:buClr>
                <a:schemeClr val="tx2"/>
              </a:buClr>
              <a:buSzPct val="95000"/>
            </a:pPr>
            <a:r>
              <a:rPr lang="zh-CN" altLang="en-US" sz="1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当</a:t>
            </a:r>
            <a:r>
              <a:rPr lang="en-US" altLang="x-none" sz="1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CPU</a:t>
            </a:r>
            <a:r>
              <a:rPr lang="zh-CN" altLang="en-US" sz="1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速度提高时，出现了</a:t>
            </a:r>
            <a:endParaRPr lang="zh-CN" altLang="en-US" sz="1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20000"/>
              </a:lnSpc>
              <a:spcBef>
                <a:spcPct val="30000"/>
              </a:spcBef>
              <a:buClr>
                <a:schemeClr val="tx2"/>
              </a:buClr>
              <a:buSzPct val="95000"/>
            </a:pPr>
            <a:r>
              <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机器            程序处理        人工操         操作时间与机器</a:t>
            </a:r>
            <a:endPar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just" fontAlgn="base">
              <a:lnSpc>
                <a:spcPct val="120000"/>
              </a:lnSpc>
              <a:buClr>
                <a:schemeClr val="tx2"/>
              </a:buClr>
              <a:buSzPct val="95000"/>
            </a:pPr>
            <a:r>
              <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速度            所需时间        作时间       有效运行时间之比</a:t>
            </a:r>
            <a:endPar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just" fontAlgn="base">
              <a:lnSpc>
                <a:spcPct val="120000"/>
              </a:lnSpc>
              <a:spcBef>
                <a:spcPct val="30000"/>
              </a:spcBef>
              <a:buClr>
                <a:schemeClr val="tx2"/>
              </a:buClr>
              <a:buSzPct val="95000"/>
            </a:pPr>
            <a:r>
              <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a:t>
            </a:r>
            <a:r>
              <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1</a:t>
            </a:r>
            <a:r>
              <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万次</a:t>
            </a:r>
            <a:r>
              <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秒            </a:t>
            </a:r>
            <a:r>
              <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1</a:t>
            </a:r>
            <a:r>
              <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小时          </a:t>
            </a:r>
            <a:r>
              <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3</a:t>
            </a:r>
            <a:r>
              <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分钟                 </a:t>
            </a:r>
            <a:r>
              <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1  </a:t>
            </a:r>
            <a:r>
              <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20</a:t>
            </a:r>
            <a:endPar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20000"/>
              </a:lnSpc>
              <a:spcBef>
                <a:spcPct val="30000"/>
              </a:spcBef>
              <a:buClr>
                <a:schemeClr val="tx2"/>
              </a:buClr>
              <a:buSzPct val="95000"/>
            </a:pPr>
            <a:r>
              <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60</a:t>
            </a:r>
            <a:r>
              <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万次</a:t>
            </a:r>
            <a:r>
              <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秒          </a:t>
            </a:r>
            <a:r>
              <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1</a:t>
            </a:r>
            <a:r>
              <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分钟          </a:t>
            </a:r>
            <a:r>
              <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3</a:t>
            </a:r>
            <a:r>
              <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分钟                 </a:t>
            </a:r>
            <a:r>
              <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3  </a:t>
            </a:r>
            <a:r>
              <a:rPr lang="zh-CN" altLang="en-US"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1</a:t>
            </a:r>
            <a:endParaRPr lang="en-US" altLang="x-none" sz="16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38929" name="矩形 32784"/>
          <p:cNvSpPr/>
          <p:nvPr/>
        </p:nvSpPr>
        <p:spPr>
          <a:xfrm>
            <a:off x="681038" y="3808413"/>
            <a:ext cx="2587625"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问题</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8930" name="文本框 32785"/>
          <p:cNvSpPr txBox="1"/>
          <p:nvPr/>
        </p:nvSpPr>
        <p:spPr>
          <a:xfrm>
            <a:off x="3997325" y="4375150"/>
            <a:ext cx="1849438" cy="396875"/>
          </a:xfrm>
          <a:prstGeom prst="rect">
            <a:avLst/>
          </a:prstGeom>
          <a:noFill/>
          <a:ln w="9525">
            <a:noFill/>
            <a:miter/>
          </a:ln>
        </p:spPr>
        <p:txBody>
          <a:bodyPr anchor="t">
            <a:spAutoFit/>
          </a:bodyPr>
          <a:p>
            <a:pPr lvl="0">
              <a:spcBef>
                <a:spcPct val="50000"/>
              </a:spcBef>
            </a:pPr>
            <a:r>
              <a:rPr lang="zh-CN" altLang="en-US" sz="2000" dirty="0">
                <a:solidFill>
                  <a:srgbClr val="FF3300"/>
                </a:solidFill>
                <a:latin typeface="DejaVu Sans" panose="020B0603030804020204" charset="0"/>
                <a:ea typeface="方正书宋_GBK" panose="02000000000000000000" charset="-122"/>
              </a:rPr>
              <a:t>人</a:t>
            </a:r>
            <a:r>
              <a:rPr lang="en-US" altLang="x-none" sz="2000" dirty="0">
                <a:solidFill>
                  <a:srgbClr val="FF3300"/>
                </a:solidFill>
                <a:latin typeface="DejaVu Sans" panose="020B0603030804020204" charset="0"/>
                <a:ea typeface="方正书宋_GBK" panose="02000000000000000000" charset="-122"/>
              </a:rPr>
              <a:t>—— </a:t>
            </a:r>
            <a:r>
              <a:rPr lang="zh-CN" altLang="en-US" sz="2000" dirty="0">
                <a:solidFill>
                  <a:srgbClr val="FF3300"/>
                </a:solidFill>
                <a:latin typeface="DejaVu Sans" panose="020B0603030804020204" charset="0"/>
                <a:ea typeface="方正书宋_GBK" panose="02000000000000000000" charset="-122"/>
              </a:rPr>
              <a:t>机矛盾</a:t>
            </a:r>
            <a:endParaRPr lang="zh-CN" altLang="en-US" sz="2000" dirty="0">
              <a:solidFill>
                <a:srgbClr val="FF3300"/>
              </a:solidFill>
              <a:latin typeface="DejaVu Sans" panose="020B0603030804020204" charset="0"/>
              <a:ea typeface="方正书宋_GBK" panose="02000000000000000000" charset="-122"/>
            </a:endParaRPr>
          </a:p>
        </p:txBody>
      </p:sp>
      <p:sp>
        <p:nvSpPr>
          <p:cNvPr id="38931" name="矩形 32786"/>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38915" grpId="0" uiExpand="1" build="p"/>
      <p:bldP spid="38926" grpId="0" build="p"/>
      <p:bldP spid="38927" grpId="0"/>
      <p:bldP spid="38928" grpId="0" uiExpand="1" build="p"/>
      <p:bldP spid="38929" grpId="0"/>
      <p:bldP spid="389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矩形 33793"/>
          <p:cNvSpPr/>
          <p:nvPr/>
        </p:nvSpPr>
        <p:spPr>
          <a:xfrm>
            <a:off x="158750" y="517525"/>
            <a:ext cx="6896100" cy="67627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批处理阶段</a:t>
            </a:r>
            <a:r>
              <a:rPr lang="zh-CN" altLang="en-US"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en-US" altLang="x-none"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cs typeface="+mn-ea"/>
              </a:rPr>
              <a:t>50</a:t>
            </a:r>
            <a:r>
              <a:rPr lang="zh-CN" altLang="en-US"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cs typeface="+mn-ea"/>
              </a:rPr>
              <a:t>末－</a:t>
            </a:r>
            <a:r>
              <a:rPr lang="en-US" altLang="x-none"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cs typeface="+mn-ea"/>
              </a:rPr>
              <a:t>60</a:t>
            </a:r>
            <a:r>
              <a:rPr lang="zh-CN" altLang="en-US"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cs typeface="+mn-ea"/>
              </a:rPr>
              <a:t>中）</a:t>
            </a:r>
            <a:endParaRPr lang="zh-CN" altLang="en-US"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9940" name="矩形 33795"/>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9941" name="文本框 33796"/>
          <p:cNvSpPr txBox="1"/>
          <p:nvPr/>
        </p:nvSpPr>
        <p:spPr>
          <a:xfrm>
            <a:off x="732155" y="1531620"/>
            <a:ext cx="7370445" cy="3107690"/>
          </a:xfrm>
          <a:prstGeom prst="rect">
            <a:avLst/>
          </a:prstGeom>
          <a:noFill/>
          <a:ln w="9525">
            <a:noFill/>
            <a:miter/>
          </a:ln>
        </p:spPr>
        <p:txBody>
          <a:bodyPr wrap="square" anchor="t">
            <a:spAutoFit/>
          </a:bodyPr>
          <a:p>
            <a:pPr lvl="0" algn="l"/>
            <a:r>
              <a:rPr lang="zh-CN" altLang="en-US" sz="2800" b="0" dirty="0">
                <a:solidFill>
                  <a:schemeClr val="tx1"/>
                </a:solidFill>
                <a:latin typeface="DejaVu Sans" panose="020B0603030804020204" charset="0"/>
                <a:ea typeface="方正书宋_GBK" panose="02000000000000000000" charset="-122"/>
              </a:rPr>
              <a:t>	为了缓和早期使用计算机时存在的人－机速度严重不匹配的矛盾</a:t>
            </a:r>
            <a:r>
              <a:rPr lang="x-none" altLang="zh-CN" sz="2800" b="0" dirty="0">
                <a:solidFill>
                  <a:schemeClr val="tx1"/>
                </a:solidFill>
                <a:latin typeface="DejaVu Sans" panose="020B0603030804020204" charset="0"/>
                <a:ea typeface="方正书宋_GBK" panose="02000000000000000000" charset="-122"/>
              </a:rPr>
              <a:t>（</a:t>
            </a:r>
            <a:r>
              <a:rPr lang="zh-CN" altLang="en-US" sz="2800" b="0" dirty="0">
                <a:solidFill>
                  <a:schemeClr val="tx1"/>
                </a:solidFill>
                <a:latin typeface="DejaVu Sans" panose="020B0603030804020204" charset="0"/>
                <a:ea typeface="方正书宋_GBK" panose="02000000000000000000" charset="-122"/>
              </a:rPr>
              <a:t>提高资源利用率</a:t>
            </a:r>
            <a:r>
              <a:rPr lang="x-none" altLang="zh-CN" sz="2800" b="0" dirty="0">
                <a:solidFill>
                  <a:schemeClr val="tx1"/>
                </a:solidFill>
                <a:latin typeface="DejaVu Sans" panose="020B0603030804020204" charset="0"/>
                <a:ea typeface="方正书宋_GBK" panose="02000000000000000000" charset="-122"/>
              </a:rPr>
              <a:t>），就需要去掉人工干预，实现作业的自动过渡。</a:t>
            </a:r>
            <a:endParaRPr lang="x-none" altLang="zh-CN" sz="2800" b="0" dirty="0">
              <a:solidFill>
                <a:schemeClr val="tx1"/>
              </a:solidFill>
              <a:latin typeface="DejaVu Sans" panose="020B0603030804020204" charset="0"/>
              <a:ea typeface="方正书宋_GBK" panose="02000000000000000000" charset="-122"/>
            </a:endParaRPr>
          </a:p>
          <a:p>
            <a:pPr lvl="0" algn="l"/>
            <a:r>
              <a:rPr lang="x-none" altLang="zh-CN" sz="2800" b="0" dirty="0">
                <a:solidFill>
                  <a:schemeClr val="tx1"/>
                </a:solidFill>
                <a:latin typeface="DejaVu Sans" panose="020B0603030804020204" charset="0"/>
                <a:ea typeface="方正书宋_GBK" panose="02000000000000000000" charset="-122"/>
              </a:rPr>
              <a:t>	</a:t>
            </a:r>
            <a:r>
              <a:rPr lang="zh-CN" altLang="en-US" sz="2800" b="0" dirty="0">
                <a:solidFill>
                  <a:schemeClr val="tx1"/>
                </a:solidFill>
                <a:latin typeface="DejaVu Sans" panose="020B0603030804020204" charset="0"/>
                <a:ea typeface="方正书宋_GBK" panose="02000000000000000000" charset="-122"/>
              </a:rPr>
              <a:t>人们开始利用计算机系统中的软件来代替操作员的部分工作，</a:t>
            </a:r>
            <a:r>
              <a:rPr lang="x-none" altLang="zh-CN" sz="2800" b="0" dirty="0">
                <a:solidFill>
                  <a:schemeClr val="tx1"/>
                </a:solidFill>
                <a:latin typeface="DejaVu Sans" panose="020B0603030804020204" charset="0"/>
                <a:ea typeface="方正书宋_GBK" panose="02000000000000000000" charset="-122"/>
              </a:rPr>
              <a:t>编制一个小的核心代码，称为监督程序。它常驻内存，实现作业的自动过渡。这个监督程序就是操作系统的萌芽。</a:t>
            </a:r>
            <a:endParaRPr lang="zh-CN" altLang="en-US" sz="2800" b="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39938" grpId="0" build="p"/>
      <p:bldP spid="39941" grpId="0" bldLvl="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6" name="矩形 34822"/>
          <p:cNvSpPr/>
          <p:nvPr/>
        </p:nvSpPr>
        <p:spPr>
          <a:xfrm>
            <a:off x="641033" y="677228"/>
            <a:ext cx="4459288"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联机批处理</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0967" name="矩形 34824"/>
          <p:cNvSpPr/>
          <p:nvPr/>
        </p:nvSpPr>
        <p:spPr>
          <a:xfrm>
            <a:off x="1137285" y="4672965"/>
            <a:ext cx="7220585" cy="1750695"/>
          </a:xfrm>
          <a:prstGeom prst="rect">
            <a:avLst/>
          </a:prstGeom>
          <a:noFill/>
          <a:ln w="9525">
            <a:noFill/>
            <a:miter/>
          </a:ln>
        </p:spPr>
        <p:txBody>
          <a:bodyPr wrap="square">
            <a:spAutoFit/>
          </a:bodyPr>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① </a:t>
            </a:r>
            <a:r>
              <a:rPr lang="x-none"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联机：</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Symbol" panose="05050102010706020507" pitchFamily="2" charset="2"/>
              </a:rPr>
              <a:t>CPU直接操作输入/输出设备</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Symbol" panose="05050102010706020507" pitchFamily="2" charset="2"/>
            </a:endParaRPr>
          </a:p>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② </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问题</a:t>
            </a:r>
            <a:r>
              <a:rPr lang="x-none" altLang="zh-CN"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a:t>
            </a:r>
            <a:r>
              <a:rPr lang="en-US" altLang="x-none"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Symbol" panose="05050102010706020507" pitchFamily="2" charset="2"/>
              </a:rPr>
              <a:t>CPU</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Symbol" panose="05050102010706020507" pitchFamily="2" charset="2"/>
              </a:rPr>
              <a:t>高速与</a:t>
            </a:r>
            <a:r>
              <a:rPr lang="en-US" altLang="x-none"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Symbol" panose="05050102010706020507" pitchFamily="2" charset="2"/>
              </a:rPr>
              <a:t>I/O</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Symbol" panose="05050102010706020507" pitchFamily="2" charset="2"/>
              </a:rPr>
              <a:t>慢速的矛盾</a:t>
            </a:r>
            <a:r>
              <a:rPr lang="x-none"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Symbol" panose="05050102010706020507" pitchFamily="2" charset="2"/>
              </a:rPr>
              <a:t>，串行</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sym typeface="Symbol" panose="05050102010706020507" pitchFamily="2" charset="2"/>
            </a:endParaRPr>
          </a:p>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③ </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解决办法</a:t>
            </a:r>
            <a:r>
              <a:rPr lang="x-none" altLang="zh-CN"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Symbol" panose="05050102010706020507" pitchFamily="2" charset="2"/>
              </a:rPr>
              <a:t>由</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卫星机负责</a:t>
            </a:r>
            <a:r>
              <a:rPr lang="en-US" altLang="x-none"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I/O</a:t>
            </a:r>
            <a:r>
              <a:rPr lang="x-none"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x-none" altLang="en-US" sz="240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脱机</a:t>
            </a:r>
            <a:r>
              <a:rPr lang="x-none"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endParaRPr lang="x-none"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p:txBody>
      </p:sp>
      <p:sp>
        <p:nvSpPr>
          <p:cNvPr id="40991" name="矩形 34848"/>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9942" name="文本框 33797"/>
          <p:cNvSpPr txBox="1"/>
          <p:nvPr/>
        </p:nvSpPr>
        <p:spPr>
          <a:xfrm>
            <a:off x="204788" y="1362075"/>
            <a:ext cx="8745537" cy="3193415"/>
          </a:xfrm>
          <a:prstGeom prst="rect">
            <a:avLst/>
          </a:prstGeom>
          <a:noFill/>
          <a:ln w="9525">
            <a:noFill/>
            <a:miter/>
          </a:ln>
        </p:spPr>
        <p:txBody>
          <a:bodyPr anchor="t">
            <a:spAutoFit/>
          </a:bodyPr>
          <a:p>
            <a:pPr lvl="0" algn="l">
              <a:spcBef>
                <a:spcPct val="20000"/>
              </a:spcBef>
              <a:buClr>
                <a:schemeClr val="accent1"/>
              </a:buClr>
              <a:buSzPct val="80000"/>
            </a:pPr>
            <a:r>
              <a:rPr lang="zh-CN" altLang="en-US" sz="2800" b="0" dirty="0">
                <a:solidFill>
                  <a:srgbClr val="FF0000"/>
                </a:solidFill>
                <a:latin typeface="DejaVu Sans" panose="020B0603030804020204" charset="0"/>
                <a:ea typeface="方正书宋_GBK" panose="02000000000000000000" charset="-122"/>
              </a:rPr>
              <a:t>工作流程如下：</a:t>
            </a:r>
            <a:endParaRPr lang="zh-CN" altLang="en-US" sz="2800" b="0" dirty="0">
              <a:solidFill>
                <a:srgbClr val="FF0000"/>
              </a:solidFill>
              <a:latin typeface="DejaVu Sans" panose="020B0603030804020204" charset="0"/>
              <a:ea typeface="方正书宋_GBK" panose="02000000000000000000" charset="-122"/>
            </a:endParaRPr>
          </a:p>
          <a:p>
            <a:pPr lvl="0" algn="l">
              <a:spcBef>
                <a:spcPct val="20000"/>
              </a:spcBef>
              <a:buClr>
                <a:schemeClr val="accent1"/>
              </a:buClr>
              <a:buSzPct val="80000"/>
            </a:pPr>
            <a:r>
              <a:rPr lang="zh-CN" altLang="en-US" sz="2800" b="0" dirty="0">
                <a:solidFill>
                  <a:schemeClr val="tx1"/>
                </a:solidFill>
                <a:latin typeface="DejaVu Sans" panose="020B0603030804020204" charset="0"/>
                <a:ea typeface="方正书宋_GBK" panose="02000000000000000000" charset="-122"/>
              </a:rPr>
              <a:t>	操作员集中一批用户提交的作业，由</a:t>
            </a:r>
            <a:r>
              <a:rPr lang="x-none" altLang="zh-CN" sz="2800" b="0" dirty="0">
                <a:solidFill>
                  <a:schemeClr val="tx1"/>
                </a:solidFill>
                <a:latin typeface="DejaVu Sans" panose="020B0603030804020204" charset="0"/>
                <a:ea typeface="方正书宋_GBK" panose="02000000000000000000" charset="-122"/>
              </a:rPr>
              <a:t>监督</a:t>
            </a:r>
            <a:r>
              <a:rPr lang="zh-CN" altLang="en-US" sz="2800" b="0" dirty="0">
                <a:solidFill>
                  <a:schemeClr val="tx1"/>
                </a:solidFill>
                <a:latin typeface="DejaVu Sans" panose="020B0603030804020204" charset="0"/>
                <a:ea typeface="方正书宋_GBK" panose="02000000000000000000" charset="-122"/>
              </a:rPr>
              <a:t>程序将这批作业从纸带或卡片机输入到磁带上，输入完成后，</a:t>
            </a:r>
            <a:r>
              <a:rPr lang="x-none" altLang="zh-CN" sz="2800" b="0" dirty="0">
                <a:solidFill>
                  <a:schemeClr val="tx1"/>
                </a:solidFill>
                <a:latin typeface="DejaVu Sans" panose="020B0603030804020204" charset="0"/>
                <a:ea typeface="方正书宋_GBK" panose="02000000000000000000" charset="-122"/>
              </a:rPr>
              <a:t>监督</a:t>
            </a:r>
            <a:r>
              <a:rPr lang="zh-CN" altLang="en-US" sz="2800" b="0" dirty="0">
                <a:solidFill>
                  <a:schemeClr val="tx1"/>
                </a:solidFill>
                <a:latin typeface="DejaVu Sans" panose="020B0603030804020204" charset="0"/>
                <a:ea typeface="方正书宋_GBK" panose="02000000000000000000" charset="-122"/>
              </a:rPr>
              <a:t>程序自动把磁带上的第一个作业装入内存，并把控制权交给作业。当该作业执行完成后，</a:t>
            </a:r>
            <a:r>
              <a:rPr lang="x-none" altLang="zh-CN" sz="2800" b="0" dirty="0">
                <a:solidFill>
                  <a:schemeClr val="tx1"/>
                </a:solidFill>
                <a:latin typeface="DejaVu Sans" panose="020B0603030804020204" charset="0"/>
                <a:ea typeface="方正书宋_GBK" panose="02000000000000000000" charset="-122"/>
              </a:rPr>
              <a:t>监督</a:t>
            </a:r>
            <a:r>
              <a:rPr lang="zh-CN" altLang="en-US" sz="2800" b="0" dirty="0">
                <a:solidFill>
                  <a:schemeClr val="tx1"/>
                </a:solidFill>
                <a:latin typeface="DejaVu Sans" panose="020B0603030804020204" charset="0"/>
                <a:ea typeface="方正书宋_GBK" panose="02000000000000000000" charset="-122"/>
                <a:sym typeface="+mn-ea"/>
              </a:rPr>
              <a:t>程序打印输出结果。</a:t>
            </a:r>
            <a:r>
              <a:rPr lang="zh-CN" altLang="en-US" sz="2800" b="0" dirty="0">
                <a:solidFill>
                  <a:schemeClr val="tx1"/>
                </a:solidFill>
                <a:latin typeface="DejaVu Sans" panose="020B0603030804020204" charset="0"/>
                <a:ea typeface="方正书宋_GBK" panose="02000000000000000000" charset="-122"/>
              </a:rPr>
              <a:t>管理程序再调入磁带上的第二个作业到内存执行。 </a:t>
            </a:r>
            <a:endParaRPr lang="zh-CN" altLang="en-US" sz="2800" b="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40966" grpId="0"/>
      <p:bldP spid="40967" grpId="0" build="p"/>
      <p:bldP spid="39942" grpId="0" bldLvl="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1" name="矩形 34818"/>
          <p:cNvSpPr/>
          <p:nvPr/>
        </p:nvSpPr>
        <p:spPr>
          <a:xfrm>
            <a:off x="458470" y="1246505"/>
            <a:ext cx="7773035" cy="2448560"/>
          </a:xfrm>
          <a:prstGeom prst="rect">
            <a:avLst/>
          </a:prstGeom>
          <a:noFill/>
          <a:ln w="9525">
            <a:noFill/>
            <a:miter/>
          </a:ln>
        </p:spPr>
        <p:txBody>
          <a:bodyPr wrap="square">
            <a:spAutoFit/>
          </a:bodyPr>
          <a:p>
            <a:pPr marL="914400" lvl="1" indent="-457200" algn="l" fontAlgn="base">
              <a:lnSpc>
                <a:spcPct val="130000"/>
              </a:lnSpc>
              <a:spcBef>
                <a:spcPct val="30000"/>
              </a:spcBef>
              <a:buClr>
                <a:schemeClr val="tx2"/>
              </a:buClr>
              <a:buSzPct val="95000"/>
            </a:pP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主机</a:t>
            </a:r>
            <a:r>
              <a:rPr lang="x-none"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负责计算，</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卫星机</a:t>
            </a:r>
            <a:r>
              <a:rPr lang="x-none"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负责I/O工作。</a:t>
            </a:r>
            <a:endParaRPr lang="x-none"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marL="914400" lvl="1" indent="-457200" algn="l" fontAlgn="base">
              <a:lnSpc>
                <a:spcPct val="130000"/>
              </a:lnSpc>
              <a:spcBef>
                <a:spcPct val="30000"/>
              </a:spcBef>
              <a:buClr>
                <a:schemeClr val="tx2"/>
              </a:buClr>
              <a:buSzPct val="95000"/>
            </a:pPr>
            <a:r>
              <a:rPr lang="x-none" altLang="zh-CN" sz="20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1、一个作业通过卫星机输入到磁带，然后转移到主机；</a:t>
            </a:r>
            <a:endParaRPr lang="x-none" altLang="zh-CN" sz="20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marL="914400" lvl="1" indent="-457200" algn="l" fontAlgn="base">
              <a:lnSpc>
                <a:spcPct val="130000"/>
              </a:lnSpc>
              <a:spcBef>
                <a:spcPct val="30000"/>
              </a:spcBef>
              <a:buClr>
                <a:schemeClr val="tx2"/>
              </a:buClr>
              <a:buSzPct val="95000"/>
            </a:pPr>
            <a:r>
              <a:rPr lang="x-none" altLang="zh-CN" sz="20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2、主机从输入带上调入作业，并执行，执行完毕后把结果记录到输出带上；</a:t>
            </a:r>
            <a:endParaRPr lang="x-none" altLang="zh-CN" sz="20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marL="914400" lvl="1" indent="-457200" algn="l" fontAlgn="base">
              <a:lnSpc>
                <a:spcPct val="130000"/>
              </a:lnSpc>
              <a:spcBef>
                <a:spcPct val="30000"/>
              </a:spcBef>
              <a:buClr>
                <a:schemeClr val="tx2"/>
              </a:buClr>
              <a:buSzPct val="95000"/>
            </a:pPr>
            <a:r>
              <a:rPr lang="x-none" altLang="zh-CN" sz="20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3、卫星机负责把输出带上的结果打印出来；</a:t>
            </a:r>
            <a:endParaRPr lang="x-none" altLang="zh-CN" sz="20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p:txBody>
      </p:sp>
      <p:sp>
        <p:nvSpPr>
          <p:cNvPr id="43013" name="矩形 34823"/>
          <p:cNvSpPr/>
          <p:nvPr/>
        </p:nvSpPr>
        <p:spPr>
          <a:xfrm>
            <a:off x="751523" y="726758"/>
            <a:ext cx="4459288"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脱机批处理</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3014" name="矩形 34848"/>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grpSp>
        <p:nvGrpSpPr>
          <p:cNvPr id="40968" name="组合 40967"/>
          <p:cNvGrpSpPr/>
          <p:nvPr/>
        </p:nvGrpSpPr>
        <p:grpSpPr>
          <a:xfrm>
            <a:off x="1255713" y="3883660"/>
            <a:ext cx="6470650" cy="2681288"/>
            <a:chOff x="0" y="0"/>
            <a:chExt cx="4076" cy="1689"/>
          </a:xfrm>
        </p:grpSpPr>
        <p:sp>
          <p:nvSpPr>
            <p:cNvPr id="3" name="文本框 34826"/>
            <p:cNvSpPr txBox="1"/>
            <p:nvPr/>
          </p:nvSpPr>
          <p:spPr>
            <a:xfrm>
              <a:off x="1459" y="1477"/>
              <a:ext cx="1228" cy="212"/>
            </a:xfrm>
            <a:prstGeom prst="rect">
              <a:avLst/>
            </a:prstGeom>
            <a:noFill/>
            <a:ln w="9525">
              <a:noFill/>
              <a:miter/>
            </a:ln>
          </p:spPr>
          <p:txBody>
            <a:bodyPr anchor="t">
              <a:spAutoFit/>
            </a:bodyPr>
            <a:p>
              <a:pPr lvl="0">
                <a:spcBef>
                  <a:spcPct val="50000"/>
                </a:spcBef>
              </a:pPr>
              <a:r>
                <a:rPr lang="zh-CN" altLang="en-US" sz="1600" b="0" dirty="0">
                  <a:solidFill>
                    <a:schemeClr val="tx1"/>
                  </a:solidFill>
                  <a:latin typeface="DejaVu Sans" panose="020B0603030804020204" charset="0"/>
                  <a:ea typeface="方正书宋_GBK" panose="02000000000000000000" charset="-122"/>
                </a:rPr>
                <a:t>脱机批处理图示</a:t>
              </a:r>
              <a:endParaRPr lang="zh-CN" altLang="en-US" sz="1600" b="0" dirty="0">
                <a:solidFill>
                  <a:schemeClr val="tx1"/>
                </a:solidFill>
                <a:latin typeface="DejaVu Sans" panose="020B0603030804020204" charset="0"/>
                <a:ea typeface="方正书宋_GBK" panose="02000000000000000000" charset="-122"/>
              </a:endParaRPr>
            </a:p>
          </p:txBody>
        </p:sp>
        <p:grpSp>
          <p:nvGrpSpPr>
            <p:cNvPr id="40969" name="组合 40969"/>
            <p:cNvGrpSpPr/>
            <p:nvPr/>
          </p:nvGrpSpPr>
          <p:grpSpPr>
            <a:xfrm>
              <a:off x="2659" y="18"/>
              <a:ext cx="1417" cy="1219"/>
              <a:chOff x="0" y="0"/>
              <a:chExt cx="1417" cy="1219"/>
            </a:xfrm>
          </p:grpSpPr>
          <p:sp>
            <p:nvSpPr>
              <p:cNvPr id="40970" name="直接连接符 34828"/>
              <p:cNvSpPr/>
              <p:nvPr/>
            </p:nvSpPr>
            <p:spPr>
              <a:xfrm flipH="1">
                <a:off x="470" y="738"/>
                <a:ext cx="393" cy="222"/>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0971" name="文本框 34829"/>
              <p:cNvSpPr txBox="1"/>
              <p:nvPr/>
            </p:nvSpPr>
            <p:spPr>
              <a:xfrm>
                <a:off x="863" y="466"/>
                <a:ext cx="554" cy="29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lnSpc>
                    <a:spcPct val="130000"/>
                  </a:lnSpc>
                </a:pPr>
                <a:r>
                  <a:rPr lang="en-US" altLang="x-none" sz="1400" b="0" dirty="0">
                    <a:solidFill>
                      <a:schemeClr val="tx1"/>
                    </a:solidFill>
                    <a:latin typeface="DejaVu Sans" panose="020B0603030804020204" charset="0"/>
                    <a:ea typeface="方正书宋_GBK" panose="02000000000000000000" charset="-122"/>
                  </a:rPr>
                  <a:t>  </a:t>
                </a:r>
                <a:r>
                  <a:rPr lang="zh-CN" altLang="en-US" sz="1400" b="0" dirty="0">
                    <a:solidFill>
                      <a:schemeClr val="tx1"/>
                    </a:solidFill>
                    <a:latin typeface="DejaVu Sans" panose="020B0603030804020204" charset="0"/>
                    <a:ea typeface="方正书宋_GBK" panose="02000000000000000000" charset="-122"/>
                  </a:rPr>
                  <a:t>主  机</a:t>
                </a:r>
                <a:endParaRPr lang="zh-CN" altLang="en-US" sz="1400" b="0" dirty="0">
                  <a:solidFill>
                    <a:schemeClr val="tx1"/>
                  </a:solidFill>
                  <a:latin typeface="DejaVu Sans" panose="020B0603030804020204" charset="0"/>
                  <a:ea typeface="方正书宋_GBK" panose="02000000000000000000" charset="-122"/>
                </a:endParaRPr>
              </a:p>
            </p:txBody>
          </p:sp>
          <p:sp>
            <p:nvSpPr>
              <p:cNvPr id="40972" name="直接连接符 34830"/>
              <p:cNvSpPr/>
              <p:nvPr/>
            </p:nvSpPr>
            <p:spPr>
              <a:xfrm>
                <a:off x="432" y="246"/>
                <a:ext cx="431" cy="224"/>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0974" name="流程图: 顺序访问存储器 34831"/>
              <p:cNvSpPr/>
              <p:nvPr/>
            </p:nvSpPr>
            <p:spPr>
              <a:xfrm>
                <a:off x="2" y="723"/>
                <a:ext cx="472" cy="496"/>
              </a:xfrm>
              <a:prstGeom prst="flowChartMagneticTape">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Blip>
                    <a:blip r:embed="rId1"/>
                  </a:buBlip>
                </a:pPr>
                <a:endParaRPr lang="zh-CN" altLang="en-US" sz="1400" strike="noStrike" noProof="1" dirty="0">
                  <a:effectLst>
                    <a:outerShdw blurRad="38100" dist="38100" dir="2700000">
                      <a:srgbClr val="FFFFFF"/>
                    </a:outerShdw>
                  </a:effectLst>
                  <a:latin typeface="DejaVu Sans" panose="020B0603030804020204" charset="0"/>
                  <a:ea typeface="方正书宋_GBK" panose="02000000000000000000" charset="-122"/>
                </a:endParaRPr>
              </a:p>
            </p:txBody>
          </p:sp>
          <p:sp>
            <p:nvSpPr>
              <p:cNvPr id="4" name="文本框 34832"/>
              <p:cNvSpPr txBox="1"/>
              <p:nvPr/>
            </p:nvSpPr>
            <p:spPr>
              <a:xfrm>
                <a:off x="2" y="879"/>
                <a:ext cx="497" cy="294"/>
              </a:xfrm>
              <a:prstGeom prst="rect">
                <a:avLst/>
              </a:prstGeom>
              <a:noFill/>
              <a:ln w="9525">
                <a:noFill/>
                <a:miter/>
              </a:ln>
            </p:spPr>
            <p:txBody>
              <a:bodyPr anchor="t"/>
              <a:p>
                <a:pPr lvl="0" algn="just"/>
                <a:r>
                  <a:rPr lang="en-US" altLang="x-none" sz="1400" b="0" dirty="0">
                    <a:solidFill>
                      <a:schemeClr val="tx1"/>
                    </a:solidFill>
                    <a:latin typeface="DejaVu Sans" panose="020B0603030804020204" charset="0"/>
                    <a:ea typeface="方正书宋_GBK" panose="02000000000000000000" charset="-122"/>
                  </a:rPr>
                  <a:t> </a:t>
                </a:r>
                <a:r>
                  <a:rPr lang="zh-CN" altLang="en-US" sz="1400" b="0" dirty="0">
                    <a:solidFill>
                      <a:schemeClr val="tx1"/>
                    </a:solidFill>
                    <a:latin typeface="DejaVu Sans" panose="020B0603030804020204" charset="0"/>
                    <a:ea typeface="方正书宋_GBK" panose="02000000000000000000" charset="-122"/>
                  </a:rPr>
                  <a:t>输出带</a:t>
                </a:r>
                <a:endParaRPr lang="zh-CN" altLang="en-US" sz="1400" b="0" dirty="0">
                  <a:solidFill>
                    <a:schemeClr val="tx1"/>
                  </a:solidFill>
                  <a:latin typeface="DejaVu Sans" panose="020B0603030804020204" charset="0"/>
                  <a:ea typeface="方正书宋_GBK" panose="02000000000000000000" charset="-122"/>
                </a:endParaRPr>
              </a:p>
            </p:txBody>
          </p:sp>
          <p:sp>
            <p:nvSpPr>
              <p:cNvPr id="40976" name="流程图: 顺序访问存储器 34833"/>
              <p:cNvSpPr/>
              <p:nvPr/>
            </p:nvSpPr>
            <p:spPr>
              <a:xfrm>
                <a:off x="0" y="0"/>
                <a:ext cx="472" cy="496"/>
              </a:xfrm>
              <a:prstGeom prst="flowChartMagneticTape">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Blip>
                    <a:blip r:embed="rId1"/>
                  </a:buBlip>
                </a:pPr>
                <a:endParaRPr lang="zh-CN" altLang="en-US" sz="1400" strike="noStrike" noProof="1" dirty="0">
                  <a:effectLst>
                    <a:outerShdw blurRad="38100" dist="38100" dir="2700000">
                      <a:srgbClr val="FFFFFF"/>
                    </a:outerShdw>
                  </a:effectLst>
                  <a:latin typeface="DejaVu Sans" panose="020B0603030804020204" charset="0"/>
                  <a:ea typeface="方正书宋_GBK" panose="02000000000000000000" charset="-122"/>
                </a:endParaRPr>
              </a:p>
            </p:txBody>
          </p:sp>
          <p:sp>
            <p:nvSpPr>
              <p:cNvPr id="5" name="文本框 34834"/>
              <p:cNvSpPr txBox="1"/>
              <p:nvPr/>
            </p:nvSpPr>
            <p:spPr>
              <a:xfrm>
                <a:off x="0" y="156"/>
                <a:ext cx="497" cy="294"/>
              </a:xfrm>
              <a:prstGeom prst="rect">
                <a:avLst/>
              </a:prstGeom>
              <a:noFill/>
              <a:ln w="9525">
                <a:noFill/>
                <a:miter/>
              </a:ln>
            </p:spPr>
            <p:txBody>
              <a:bodyPr anchor="t"/>
              <a:p>
                <a:pPr lvl="0" algn="just"/>
                <a:r>
                  <a:rPr lang="en-US" altLang="x-none" sz="1400" b="0" dirty="0">
                    <a:solidFill>
                      <a:schemeClr val="tx1"/>
                    </a:solidFill>
                    <a:latin typeface="DejaVu Sans" panose="020B0603030804020204" charset="0"/>
                    <a:ea typeface="方正书宋_GBK" panose="02000000000000000000" charset="-122"/>
                  </a:rPr>
                  <a:t> </a:t>
                </a:r>
                <a:r>
                  <a:rPr lang="zh-CN" altLang="en-US" sz="1400" b="0" dirty="0">
                    <a:solidFill>
                      <a:schemeClr val="tx1"/>
                    </a:solidFill>
                    <a:latin typeface="DejaVu Sans" panose="020B0603030804020204" charset="0"/>
                    <a:ea typeface="方正书宋_GBK" panose="02000000000000000000" charset="-122"/>
                  </a:rPr>
                  <a:t>输入带</a:t>
                </a:r>
                <a:endParaRPr lang="zh-CN" altLang="en-US" sz="1400" b="0" dirty="0">
                  <a:solidFill>
                    <a:schemeClr val="tx1"/>
                  </a:solidFill>
                  <a:latin typeface="DejaVu Sans" panose="020B0603030804020204" charset="0"/>
                  <a:ea typeface="方正书宋_GBK" panose="02000000000000000000" charset="-122"/>
                </a:endParaRPr>
              </a:p>
            </p:txBody>
          </p:sp>
        </p:grpSp>
        <p:grpSp>
          <p:nvGrpSpPr>
            <p:cNvPr id="40977" name="组合 40977"/>
            <p:cNvGrpSpPr/>
            <p:nvPr/>
          </p:nvGrpSpPr>
          <p:grpSpPr>
            <a:xfrm>
              <a:off x="0" y="0"/>
              <a:ext cx="2074" cy="1193"/>
              <a:chOff x="0" y="0"/>
              <a:chExt cx="2074" cy="1193"/>
            </a:xfrm>
          </p:grpSpPr>
          <p:sp>
            <p:nvSpPr>
              <p:cNvPr id="40978" name="直接连接符 34836"/>
              <p:cNvSpPr/>
              <p:nvPr/>
            </p:nvSpPr>
            <p:spPr>
              <a:xfrm flipH="1">
                <a:off x="492" y="629"/>
                <a:ext cx="394" cy="229"/>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0980" name="流程图: 顺序访问存储器 34837"/>
              <p:cNvSpPr/>
              <p:nvPr/>
            </p:nvSpPr>
            <p:spPr>
              <a:xfrm>
                <a:off x="1576" y="0"/>
                <a:ext cx="473" cy="496"/>
              </a:xfrm>
              <a:prstGeom prst="flowChartMagneticTape">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Blip>
                    <a:blip r:embed="rId1"/>
                  </a:buBlip>
                </a:pPr>
                <a:endParaRPr lang="zh-CN" altLang="en-US" sz="1400" strike="noStrike" noProof="1" dirty="0">
                  <a:effectLst>
                    <a:outerShdw blurRad="38100" dist="38100" dir="2700000">
                      <a:srgbClr val="FFFFFF"/>
                    </a:outerShdw>
                  </a:effectLst>
                  <a:latin typeface="DejaVu Sans" panose="020B0603030804020204" charset="0"/>
                  <a:ea typeface="方正书宋_GBK" panose="02000000000000000000" charset="-122"/>
                </a:endParaRPr>
              </a:p>
            </p:txBody>
          </p:sp>
          <p:sp>
            <p:nvSpPr>
              <p:cNvPr id="6" name="文本框 34838"/>
              <p:cNvSpPr txBox="1"/>
              <p:nvPr/>
            </p:nvSpPr>
            <p:spPr>
              <a:xfrm>
                <a:off x="1576" y="156"/>
                <a:ext cx="498" cy="294"/>
              </a:xfrm>
              <a:prstGeom prst="rect">
                <a:avLst/>
              </a:prstGeom>
              <a:noFill/>
              <a:ln w="9525">
                <a:noFill/>
                <a:miter/>
              </a:ln>
            </p:spPr>
            <p:txBody>
              <a:bodyPr anchor="t"/>
              <a:p>
                <a:pPr lvl="0" algn="just"/>
                <a:r>
                  <a:rPr lang="en-US" altLang="x-none" sz="1400" b="0" dirty="0">
                    <a:solidFill>
                      <a:schemeClr val="tx1"/>
                    </a:solidFill>
                    <a:latin typeface="DejaVu Sans" panose="020B0603030804020204" charset="0"/>
                    <a:ea typeface="方正书宋_GBK" panose="02000000000000000000" charset="-122"/>
                  </a:rPr>
                  <a:t> </a:t>
                </a:r>
                <a:r>
                  <a:rPr lang="zh-CN" altLang="en-US" sz="1400" b="0" dirty="0">
                    <a:solidFill>
                      <a:schemeClr val="tx1"/>
                    </a:solidFill>
                    <a:latin typeface="DejaVu Sans" panose="020B0603030804020204" charset="0"/>
                    <a:ea typeface="方正书宋_GBK" panose="02000000000000000000" charset="-122"/>
                  </a:rPr>
                  <a:t>输入带</a:t>
                </a:r>
                <a:endParaRPr lang="zh-CN" altLang="en-US" sz="1400" b="0" dirty="0">
                  <a:solidFill>
                    <a:schemeClr val="tx1"/>
                  </a:solidFill>
                  <a:latin typeface="DejaVu Sans" panose="020B0603030804020204" charset="0"/>
                  <a:ea typeface="方正书宋_GBK" panose="02000000000000000000" charset="-122"/>
                </a:endParaRPr>
              </a:p>
            </p:txBody>
          </p:sp>
          <p:sp>
            <p:nvSpPr>
              <p:cNvPr id="40981" name="直接连接符 34839"/>
              <p:cNvSpPr/>
              <p:nvPr/>
            </p:nvSpPr>
            <p:spPr>
              <a:xfrm flipV="1">
                <a:off x="1191" y="244"/>
                <a:ext cx="395" cy="238"/>
              </a:xfrm>
              <a:prstGeom prst="line">
                <a:avLst/>
              </a:prstGeom>
              <a:ln w="9525" cap="flat" cmpd="sng">
                <a:solidFill>
                  <a:schemeClr val="tx1"/>
                </a:solidFill>
                <a:prstDash val="solid"/>
                <a:round/>
                <a:headEnd type="none" w="med" len="med"/>
                <a:tailEnd type="triangle" w="sm" len="med"/>
              </a:ln>
            </p:spPr>
            <p:txBody>
              <a:bodyPr rot="10800000" anchor="t"/>
              <a:p>
                <a:pPr lvl="0" algn="ctr"/>
                <a:endParaRPr lang="zh-CN" altLang="en-US" dirty="0">
                  <a:latin typeface="DejaVu Sans" panose="020B0603030804020204" charset="0"/>
                  <a:ea typeface="方正书宋_GBK" panose="02000000000000000000" charset="-122"/>
                </a:endParaRPr>
              </a:p>
            </p:txBody>
          </p:sp>
          <p:sp>
            <p:nvSpPr>
              <p:cNvPr id="40982" name="文本框 34840"/>
              <p:cNvSpPr txBox="1"/>
              <p:nvPr/>
            </p:nvSpPr>
            <p:spPr>
              <a:xfrm>
                <a:off x="27" y="857"/>
                <a:ext cx="473" cy="294"/>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lnSpc>
                    <a:spcPct val="135000"/>
                  </a:lnSpc>
                </a:pPr>
                <a:r>
                  <a:rPr lang="zh-CN" altLang="en-US" sz="1400" b="0" dirty="0">
                    <a:solidFill>
                      <a:schemeClr val="tx1"/>
                    </a:solidFill>
                    <a:latin typeface="DejaVu Sans" panose="020B0603030804020204" charset="0"/>
                    <a:ea typeface="方正书宋_GBK" panose="02000000000000000000" charset="-122"/>
                  </a:rPr>
                  <a:t>打印机</a:t>
                </a:r>
                <a:endParaRPr lang="zh-CN" altLang="en-US" sz="1400" b="0" dirty="0">
                  <a:solidFill>
                    <a:schemeClr val="tx1"/>
                  </a:solidFill>
                  <a:latin typeface="DejaVu Sans" panose="020B0603030804020204" charset="0"/>
                  <a:ea typeface="方正书宋_GBK" panose="02000000000000000000" charset="-122"/>
                </a:endParaRPr>
              </a:p>
            </p:txBody>
          </p:sp>
          <p:sp>
            <p:nvSpPr>
              <p:cNvPr id="40983" name="文本框 34841"/>
              <p:cNvSpPr txBox="1"/>
              <p:nvPr/>
            </p:nvSpPr>
            <p:spPr>
              <a:xfrm>
                <a:off x="727" y="410"/>
                <a:ext cx="567" cy="315"/>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lnSpc>
                    <a:spcPct val="130000"/>
                  </a:lnSpc>
                </a:pPr>
                <a:r>
                  <a:rPr lang="en-US" altLang="x-none" sz="1400" b="0" dirty="0">
                    <a:solidFill>
                      <a:schemeClr val="tx1"/>
                    </a:solidFill>
                    <a:latin typeface="DejaVu Sans" panose="020B0603030804020204" charset="0"/>
                    <a:ea typeface="方正书宋_GBK" panose="02000000000000000000" charset="-122"/>
                  </a:rPr>
                  <a:t>  </a:t>
                </a:r>
                <a:r>
                  <a:rPr lang="zh-CN" altLang="en-US" sz="1400" b="0" dirty="0">
                    <a:solidFill>
                      <a:schemeClr val="tx1"/>
                    </a:solidFill>
                    <a:latin typeface="DejaVu Sans" panose="020B0603030804020204" charset="0"/>
                    <a:ea typeface="方正书宋_GBK" panose="02000000000000000000" charset="-122"/>
                  </a:rPr>
                  <a:t>卫星机</a:t>
                </a:r>
                <a:endParaRPr lang="zh-CN" altLang="en-US" sz="1400" b="0" dirty="0">
                  <a:solidFill>
                    <a:schemeClr val="tx1"/>
                  </a:solidFill>
                  <a:latin typeface="DejaVu Sans" panose="020B0603030804020204" charset="0"/>
                  <a:ea typeface="方正书宋_GBK" panose="02000000000000000000" charset="-122"/>
                </a:endParaRPr>
              </a:p>
            </p:txBody>
          </p:sp>
          <p:sp>
            <p:nvSpPr>
              <p:cNvPr id="40984" name="直接连接符 34842"/>
              <p:cNvSpPr/>
              <p:nvPr/>
            </p:nvSpPr>
            <p:spPr>
              <a:xfrm>
                <a:off x="420" y="254"/>
                <a:ext cx="311" cy="155"/>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0985" name="直接连接符 34843"/>
              <p:cNvSpPr/>
              <p:nvPr/>
            </p:nvSpPr>
            <p:spPr>
              <a:xfrm flipH="1" flipV="1">
                <a:off x="1290" y="721"/>
                <a:ext cx="413" cy="262"/>
              </a:xfrm>
              <a:prstGeom prst="line">
                <a:avLst/>
              </a:prstGeom>
              <a:ln w="9525" cap="flat" cmpd="sng">
                <a:solidFill>
                  <a:schemeClr val="tx1"/>
                </a:solidFill>
                <a:prstDash val="solid"/>
                <a:round/>
                <a:headEnd type="none" w="med" len="med"/>
                <a:tailEnd type="triangle" w="sm" len="med"/>
              </a:ln>
            </p:spPr>
            <p:txBody>
              <a:bodyPr rot="10800000" anchor="t"/>
              <a:p>
                <a:pPr lvl="0" algn="ctr"/>
                <a:endParaRPr lang="zh-CN" altLang="en-US" dirty="0">
                  <a:latin typeface="DejaVu Sans" panose="020B0603030804020204" charset="0"/>
                  <a:ea typeface="方正书宋_GBK" panose="02000000000000000000" charset="-122"/>
                </a:endParaRPr>
              </a:p>
            </p:txBody>
          </p:sp>
          <p:grpSp>
            <p:nvGrpSpPr>
              <p:cNvPr id="40986" name="组合 40986"/>
              <p:cNvGrpSpPr/>
              <p:nvPr/>
            </p:nvGrpSpPr>
            <p:grpSpPr>
              <a:xfrm>
                <a:off x="1575" y="697"/>
                <a:ext cx="498" cy="496"/>
                <a:chOff x="0" y="0"/>
                <a:chExt cx="498" cy="496"/>
              </a:xfrm>
            </p:grpSpPr>
            <p:sp>
              <p:nvSpPr>
                <p:cNvPr id="40988" name="流程图: 顺序访问存储器 34845"/>
                <p:cNvSpPr/>
                <p:nvPr/>
              </p:nvSpPr>
              <p:spPr>
                <a:xfrm>
                  <a:off x="18" y="0"/>
                  <a:ext cx="473" cy="496"/>
                </a:xfrm>
                <a:prstGeom prst="flowChartMagneticTape">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Blip>
                      <a:blip r:embed="rId1"/>
                    </a:buBlip>
                  </a:pPr>
                  <a:endParaRPr lang="zh-CN" altLang="en-US" sz="1400" strike="noStrike" noProof="1" dirty="0">
                    <a:effectLst>
                      <a:outerShdw blurRad="38100" dist="38100" dir="2700000">
                        <a:srgbClr val="FFFFFF"/>
                      </a:outerShdw>
                    </a:effectLst>
                    <a:latin typeface="DejaVu Sans" panose="020B0603030804020204" charset="0"/>
                    <a:ea typeface="方正书宋_GBK" panose="02000000000000000000" charset="-122"/>
                  </a:endParaRPr>
                </a:p>
              </p:txBody>
            </p:sp>
            <p:sp>
              <p:nvSpPr>
                <p:cNvPr id="7" name="文本框 34846"/>
                <p:cNvSpPr txBox="1"/>
                <p:nvPr/>
              </p:nvSpPr>
              <p:spPr>
                <a:xfrm>
                  <a:off x="0" y="156"/>
                  <a:ext cx="498" cy="294"/>
                </a:xfrm>
                <a:prstGeom prst="rect">
                  <a:avLst/>
                </a:prstGeom>
                <a:noFill/>
                <a:ln w="9525">
                  <a:noFill/>
                  <a:miter/>
                </a:ln>
              </p:spPr>
              <p:txBody>
                <a:bodyPr anchor="t"/>
                <a:p>
                  <a:pPr lvl="0" algn="just"/>
                  <a:r>
                    <a:rPr lang="en-US" altLang="x-none" sz="1400" b="0" dirty="0">
                      <a:solidFill>
                        <a:schemeClr val="tx1"/>
                      </a:solidFill>
                      <a:latin typeface="DejaVu Sans" panose="020B0603030804020204" charset="0"/>
                      <a:ea typeface="方正书宋_GBK" panose="02000000000000000000" charset="-122"/>
                    </a:rPr>
                    <a:t> </a:t>
                  </a:r>
                  <a:r>
                    <a:rPr lang="zh-CN" altLang="en-US" sz="1400" b="0" dirty="0">
                      <a:solidFill>
                        <a:schemeClr val="tx1"/>
                      </a:solidFill>
                      <a:latin typeface="DejaVu Sans" panose="020B0603030804020204" charset="0"/>
                      <a:ea typeface="方正书宋_GBK" panose="02000000000000000000" charset="-122"/>
                    </a:rPr>
                    <a:t>输出带</a:t>
                  </a:r>
                  <a:endParaRPr lang="zh-CN" altLang="en-US" sz="1400" b="0" dirty="0">
                    <a:solidFill>
                      <a:schemeClr val="tx1"/>
                    </a:solidFill>
                    <a:latin typeface="DejaVu Sans" panose="020B0603030804020204" charset="0"/>
                    <a:ea typeface="方正书宋_GBK" panose="02000000000000000000" charset="-122"/>
                  </a:endParaRPr>
                </a:p>
              </p:txBody>
            </p:sp>
          </p:grpSp>
          <p:sp>
            <p:nvSpPr>
              <p:cNvPr id="40989" name="文本框 34847"/>
              <p:cNvSpPr txBox="1"/>
              <p:nvPr/>
            </p:nvSpPr>
            <p:spPr>
              <a:xfrm>
                <a:off x="0" y="107"/>
                <a:ext cx="473" cy="294"/>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lnSpc>
                    <a:spcPct val="135000"/>
                  </a:lnSpc>
                </a:pPr>
                <a:r>
                  <a:rPr lang="zh-CN" altLang="en-US" sz="1400" b="0" dirty="0">
                    <a:solidFill>
                      <a:schemeClr val="tx1"/>
                    </a:solidFill>
                    <a:latin typeface="DejaVu Sans" panose="020B0603030804020204" charset="0"/>
                    <a:ea typeface="方正书宋_GBK" panose="02000000000000000000" charset="-122"/>
                  </a:rPr>
                  <a:t>输入机</a:t>
                </a:r>
                <a:endParaRPr lang="zh-CN" altLang="en-US" sz="1400" b="0" dirty="0">
                  <a:solidFill>
                    <a:schemeClr val="tx1"/>
                  </a:solidFill>
                  <a:latin typeface="DejaVu Sans" panose="020B0603030804020204" charset="0"/>
                  <a:ea typeface="方正书宋_GBK" panose="02000000000000000000" charset="-122"/>
                </a:endParaRPr>
              </a:p>
            </p:txBody>
          </p:sp>
        </p:grpSp>
      </p:gr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430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7" name="矩形 35842"/>
          <p:cNvSpPr/>
          <p:nvPr/>
        </p:nvSpPr>
        <p:spPr>
          <a:xfrm>
            <a:off x="666750" y="3208338"/>
            <a:ext cx="4459288"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特点</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1988" name="矩形 35843"/>
          <p:cNvSpPr/>
          <p:nvPr/>
        </p:nvSpPr>
        <p:spPr>
          <a:xfrm>
            <a:off x="549275" y="3790950"/>
            <a:ext cx="6361113" cy="530225"/>
          </a:xfrm>
          <a:prstGeom prst="rect">
            <a:avLst/>
          </a:prstGeom>
          <a:noFill/>
          <a:ln w="9525">
            <a:noFill/>
            <a:miter/>
          </a:ln>
        </p:spPr>
        <p:txBody>
          <a:bodyPr>
            <a:spAutoFit/>
          </a:bodyPr>
          <a:p>
            <a:pPr marL="914400" lvl="1" indent="-457200" algn="l" fontAlgn="base">
              <a:lnSpc>
                <a:spcPct val="120000"/>
              </a:lnSpc>
              <a:spcBef>
                <a:spcPct val="20000"/>
              </a:spcBef>
              <a:buClr>
                <a:schemeClr val="tx2"/>
              </a:buClr>
              <a:buSzPct val="95000"/>
            </a:pP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主机、外设并行操作；增强了保护能力</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41989" name="矩形 35844"/>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1990" name="矩形 35845"/>
          <p:cNvSpPr/>
          <p:nvPr/>
        </p:nvSpPr>
        <p:spPr>
          <a:xfrm>
            <a:off x="117475" y="642938"/>
            <a:ext cx="7791450" cy="715963"/>
          </a:xfrm>
          <a:prstGeom prst="rect">
            <a:avLst/>
          </a:prstGeom>
          <a:noFill/>
          <a:ln w="9525">
            <a:noFill/>
            <a:miter/>
          </a:ln>
        </p:spPr>
        <p:txBody>
          <a:bodyPr anchor="b"/>
          <a:p>
            <a:pPr lvl="0" algn="l" fontAlgn="base"/>
            <a:r>
              <a:rPr lang="zh-CN" altLang="en-US" sz="3600" strike="noStrike" noProof="1" dirty="0">
                <a:solidFill>
                  <a:srgbClr val="0000FF"/>
                </a:solidFill>
                <a:latin typeface="DejaVu Sans" panose="020B0603030804020204" charset="0"/>
                <a:ea typeface="方正书宋_GBK" panose="02000000000000000000" charset="-122"/>
                <a:cs typeface="+mn-ea"/>
              </a:rPr>
              <a:t>脱机批处理操作系统</a:t>
            </a:r>
            <a:endParaRPr lang="zh-CN" altLang="en-US" sz="4000" strike="noStrike" noProof="1" dirty="0">
              <a:solidFill>
                <a:srgbClr val="0000FF"/>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 name="矩形 35846"/>
          <p:cNvSpPr/>
          <p:nvPr/>
        </p:nvSpPr>
        <p:spPr>
          <a:xfrm>
            <a:off x="1182688" y="4587875"/>
            <a:ext cx="7772400" cy="1546225"/>
          </a:xfrm>
          <a:prstGeom prst="rect">
            <a:avLst/>
          </a:prstGeom>
          <a:noFill/>
          <a:ln w="9525">
            <a:noFill/>
            <a:miter/>
          </a:ln>
        </p:spPr>
        <p:txBody>
          <a:bodyPr anchor="t"/>
          <a:p>
            <a:pPr marL="342900" lvl="0" indent="-342900" algn="ctr">
              <a:lnSpc>
                <a:spcPct val="90000"/>
              </a:lnSpc>
              <a:spcBef>
                <a:spcPct val="20000"/>
              </a:spcBef>
              <a:buClr>
                <a:schemeClr val="accent1"/>
              </a:buClr>
              <a:buSzPct val="80000"/>
            </a:pPr>
            <a:r>
              <a:rPr lang="en-US" altLang="x-none" sz="2000" b="0" dirty="0">
                <a:solidFill>
                  <a:schemeClr val="tx1"/>
                </a:solidFill>
                <a:latin typeface="DejaVu Sans" panose="020B0603030804020204" charset="0"/>
                <a:ea typeface="方正书宋_GBK" panose="02000000000000000000" charset="-122"/>
              </a:rPr>
              <a:t>Early batch system</a:t>
            </a:r>
            <a:endParaRPr lang="en-US" altLang="x-none" sz="2000" b="0" dirty="0">
              <a:solidFill>
                <a:schemeClr val="tx1"/>
              </a:solidFill>
              <a:latin typeface="DejaVu Sans" panose="020B0603030804020204" charset="0"/>
              <a:ea typeface="方正书宋_GBK" panose="02000000000000000000" charset="-122"/>
            </a:endParaRPr>
          </a:p>
          <a:p>
            <a:pPr marL="742950" lvl="1" indent="-285750" algn="l" eaLnBrk="1" fontAlgn="base" latinLnBrk="0" hangingPunct="1">
              <a:lnSpc>
                <a:spcPct val="70000"/>
              </a:lnSpc>
              <a:spcBef>
                <a:spcPct val="20000"/>
              </a:spcBef>
              <a:spcAft>
                <a:spcPct val="0"/>
              </a:spcAft>
              <a:buFont typeface="Arial" panose="020B0604020202020204" pitchFamily="34" charset="0"/>
              <a:buChar char="–"/>
            </a:pPr>
            <a:r>
              <a:rPr lang="en-US" altLang="x-none" sz="2000" b="0" u="none" baseline="0" dirty="0">
                <a:solidFill>
                  <a:schemeClr val="tx1"/>
                </a:solidFill>
                <a:latin typeface="DejaVu Sans" panose="020B0603030804020204" charset="0"/>
                <a:ea typeface="方正书宋_GBK" panose="02000000000000000000" charset="-122"/>
              </a:rPr>
              <a:t>bring cards to 1401</a:t>
            </a:r>
            <a:endParaRPr lang="en-US" altLang="x-none" sz="2000" b="0" u="none" baseline="0" dirty="0">
              <a:solidFill>
                <a:schemeClr val="tx1"/>
              </a:solidFill>
              <a:latin typeface="DejaVu Sans" panose="020B0603030804020204" charset="0"/>
              <a:ea typeface="方正书宋_GBK" panose="02000000000000000000" charset="-122"/>
            </a:endParaRPr>
          </a:p>
          <a:p>
            <a:pPr marL="742950" lvl="1" indent="-285750" algn="l" eaLnBrk="1" fontAlgn="base" latinLnBrk="0" hangingPunct="1">
              <a:lnSpc>
                <a:spcPct val="70000"/>
              </a:lnSpc>
              <a:spcBef>
                <a:spcPct val="20000"/>
              </a:spcBef>
              <a:spcAft>
                <a:spcPct val="0"/>
              </a:spcAft>
              <a:buFont typeface="Arial" panose="020B0604020202020204" pitchFamily="34" charset="0"/>
              <a:buChar char="–"/>
            </a:pPr>
            <a:r>
              <a:rPr lang="en-US" altLang="x-none" sz="2000" b="0" u="none" baseline="0" dirty="0">
                <a:solidFill>
                  <a:schemeClr val="tx1"/>
                </a:solidFill>
                <a:latin typeface="DejaVu Sans" panose="020B0603030804020204" charset="0"/>
                <a:ea typeface="方正书宋_GBK" panose="02000000000000000000" charset="-122"/>
              </a:rPr>
              <a:t>read cards to tape</a:t>
            </a:r>
            <a:endParaRPr lang="en-US" altLang="x-none" sz="2000" b="0" u="none" baseline="0" dirty="0">
              <a:solidFill>
                <a:schemeClr val="tx1"/>
              </a:solidFill>
              <a:latin typeface="DejaVu Sans" panose="020B0603030804020204" charset="0"/>
              <a:ea typeface="方正书宋_GBK" panose="02000000000000000000" charset="-122"/>
            </a:endParaRPr>
          </a:p>
          <a:p>
            <a:pPr marL="742950" lvl="1" indent="-285750" algn="l" eaLnBrk="1" fontAlgn="base" latinLnBrk="0" hangingPunct="1">
              <a:lnSpc>
                <a:spcPct val="70000"/>
              </a:lnSpc>
              <a:spcBef>
                <a:spcPct val="20000"/>
              </a:spcBef>
              <a:spcAft>
                <a:spcPct val="0"/>
              </a:spcAft>
              <a:buFont typeface="Arial" panose="020B0604020202020204" pitchFamily="34" charset="0"/>
              <a:buChar char="–"/>
            </a:pPr>
            <a:r>
              <a:rPr lang="en-US" altLang="x-none" sz="2000" b="0" u="none" baseline="0" dirty="0">
                <a:solidFill>
                  <a:schemeClr val="tx1"/>
                </a:solidFill>
                <a:latin typeface="DejaVu Sans" panose="020B0603030804020204" charset="0"/>
                <a:ea typeface="方正书宋_GBK" panose="02000000000000000000" charset="-122"/>
              </a:rPr>
              <a:t>put tape on 7094 which does computing</a:t>
            </a:r>
            <a:endParaRPr lang="en-US" altLang="x-none" sz="2000" b="0" u="none" baseline="0" dirty="0">
              <a:solidFill>
                <a:schemeClr val="tx1"/>
              </a:solidFill>
              <a:latin typeface="DejaVu Sans" panose="020B0603030804020204" charset="0"/>
              <a:ea typeface="方正书宋_GBK" panose="02000000000000000000" charset="-122"/>
            </a:endParaRPr>
          </a:p>
          <a:p>
            <a:pPr marL="742950" lvl="1" indent="-285750" algn="l" eaLnBrk="1" fontAlgn="base" latinLnBrk="0" hangingPunct="1">
              <a:lnSpc>
                <a:spcPct val="70000"/>
              </a:lnSpc>
              <a:spcBef>
                <a:spcPct val="20000"/>
              </a:spcBef>
              <a:spcAft>
                <a:spcPct val="0"/>
              </a:spcAft>
              <a:buFont typeface="Arial" panose="020B0604020202020204" pitchFamily="34" charset="0"/>
              <a:buChar char="–"/>
            </a:pPr>
            <a:r>
              <a:rPr lang="en-US" altLang="x-none" sz="2000" b="0" u="none" baseline="0" dirty="0">
                <a:solidFill>
                  <a:schemeClr val="tx1"/>
                </a:solidFill>
                <a:latin typeface="DejaVu Sans" panose="020B0603030804020204" charset="0"/>
                <a:ea typeface="方正书宋_GBK" panose="02000000000000000000" charset="-122"/>
              </a:rPr>
              <a:t>put tape on 1401 which prints output</a:t>
            </a:r>
            <a:endParaRPr lang="en-US" altLang="x-none" sz="2000" b="0" u="none" baseline="0" dirty="0">
              <a:solidFill>
                <a:schemeClr val="tx1"/>
              </a:solidFill>
              <a:latin typeface="DejaVu Sans" panose="020B0603030804020204" charset="0"/>
              <a:ea typeface="方正书宋_GBK" panose="02000000000000000000" charset="-122"/>
            </a:endParaRPr>
          </a:p>
        </p:txBody>
      </p:sp>
      <p:pic>
        <p:nvPicPr>
          <p:cNvPr id="41991" name="图片 35847"/>
          <p:cNvPicPr>
            <a:picLocks noChangeAspect="1"/>
          </p:cNvPicPr>
          <p:nvPr/>
        </p:nvPicPr>
        <p:blipFill>
          <a:blip r:embed="rId1"/>
          <a:stretch>
            <a:fillRect/>
          </a:stretch>
        </p:blipFill>
        <p:spPr>
          <a:xfrm>
            <a:off x="123825" y="1455738"/>
            <a:ext cx="8905875" cy="2857500"/>
          </a:xfrm>
          <a:prstGeom prst="rect">
            <a:avLst/>
          </a:prstGeom>
          <a:noFill/>
          <a:ln w="9525">
            <a:noFill/>
            <a:miter/>
          </a:ln>
        </p:spPr>
      </p:pic>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41987" grpId="0"/>
      <p:bldP spid="4198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1" name="矩形 34818"/>
          <p:cNvSpPr/>
          <p:nvPr/>
        </p:nvSpPr>
        <p:spPr>
          <a:xfrm>
            <a:off x="308610" y="1461135"/>
            <a:ext cx="8465820" cy="3935730"/>
          </a:xfrm>
          <a:prstGeom prst="rect">
            <a:avLst/>
          </a:prstGeom>
          <a:noFill/>
          <a:ln w="9525">
            <a:noFill/>
            <a:miter/>
          </a:ln>
        </p:spPr>
        <p:txBody>
          <a:bodyPr wrap="square">
            <a:spAutoFit/>
          </a:bodyPr>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① </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特点：</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主机与卫星机并行操作</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② </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问题 ：</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Symbol" panose="05050102010706020507" pitchFamily="2" charset="2"/>
              </a:rPr>
              <a:t>调度不灵活，需要人工；保护问题</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sym typeface="Symbol" panose="05050102010706020507" pitchFamily="2" charset="2"/>
            </a:endParaRPr>
          </a:p>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③ </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sym typeface="Symbol" panose="05050102010706020507" pitchFamily="2" charset="2"/>
              </a:rPr>
              <a:t>解决办法 ：</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硬件技术的发展 </a:t>
            </a:r>
            <a:r>
              <a:rPr lang="en-US" altLang="x-none"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a:t>
            </a:r>
            <a:r>
              <a:rPr lang="en-US" altLang="x-none" sz="2000"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cs typeface="+mn-ea"/>
              </a:rPr>
              <a:t> </a:t>
            </a:r>
            <a:r>
              <a:rPr lang="zh-CN" altLang="en-US" sz="2000"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通道、中断</a:t>
            </a:r>
            <a:endParaRPr lang="zh-CN" altLang="en-US" sz="2000"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endParaRPr>
          </a:p>
          <a:p>
            <a:pPr marL="914400" lvl="1" indent="-457200" algn="l" fontAlgn="base">
              <a:lnSpc>
                <a:spcPct val="130000"/>
              </a:lnSpc>
              <a:spcBef>
                <a:spcPct val="30000"/>
              </a:spcBef>
              <a:buClr>
                <a:schemeClr val="tx2"/>
              </a:buClr>
              <a:buSzPct val="95000"/>
            </a:pPr>
            <a:r>
              <a:rPr lang="zh-CN" altLang="en-US" sz="2000"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通道：一种专用处理部件，类似于卫星机，控制一台或多台外部设备，</a:t>
            </a:r>
            <a:r>
              <a:rPr lang="zh-CN" altLang="en-US" sz="20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在外设和主存之间传输数据。受CPU控制，一旦启动就能独立于CPU运行，和CPU并行工作。</a:t>
            </a:r>
            <a:endParaRPr lang="zh-CN" altLang="en-US" sz="20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marL="914400" lvl="1" indent="-457200" algn="l" fontAlgn="base">
              <a:lnSpc>
                <a:spcPct val="130000"/>
              </a:lnSpc>
              <a:spcBef>
                <a:spcPct val="30000"/>
              </a:spcBef>
              <a:buClr>
                <a:schemeClr val="tx2"/>
              </a:buClr>
              <a:buSzPct val="95000"/>
            </a:pPr>
            <a:r>
              <a:rPr lang="zh-CN" altLang="en-US" sz="20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中断：</a:t>
            </a:r>
            <a:r>
              <a:rPr lang="en-US" altLang="zh-CN" sz="20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CPU</a:t>
            </a:r>
            <a:r>
              <a:rPr lang="zh-CN" altLang="en-US" sz="20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收到外设完成的信号，停止当前工作，处理这个信号，处理完毕后回到原来的工作点继续工作。</a:t>
            </a:r>
            <a:endParaRPr lang="zh-CN" altLang="en-US" sz="20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p:txBody>
      </p:sp>
      <p:sp>
        <p:nvSpPr>
          <p:cNvPr id="43013" name="矩形 34823"/>
          <p:cNvSpPr/>
          <p:nvPr/>
        </p:nvSpPr>
        <p:spPr>
          <a:xfrm>
            <a:off x="785178" y="809943"/>
            <a:ext cx="4459288"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脱机批处理</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3014" name="矩形 34848"/>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430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5" name="矩形 36866"/>
          <p:cNvSpPr/>
          <p:nvPr/>
        </p:nvSpPr>
        <p:spPr>
          <a:xfrm>
            <a:off x="356235" y="1717675"/>
            <a:ext cx="8582025" cy="1420495"/>
          </a:xfrm>
          <a:prstGeom prst="rect">
            <a:avLst/>
          </a:prstGeom>
          <a:noFill/>
          <a:ln w="9525">
            <a:noFill/>
            <a:miter/>
          </a:ln>
        </p:spPr>
        <p:txBody>
          <a:bodyPr>
            <a:spAutoFit/>
          </a:bodyPr>
          <a:p>
            <a:pPr marL="914400" lvl="1" indent="-457200" algn="l" fontAlgn="base">
              <a:lnSpc>
                <a:spcPct val="120000"/>
              </a:lnSpc>
              <a:spcBef>
                <a:spcPct val="20000"/>
              </a:spcBef>
              <a:buClr>
                <a:schemeClr val="tx2"/>
              </a:buClr>
              <a:buSzPct val="95000"/>
            </a:pP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借助于</a:t>
            </a:r>
            <a:r>
              <a:rPr lang="zh-CN" altLang="en-US" sz="2400" i="1" strike="noStrike" noProof="1" dirty="0">
                <a:solidFill>
                  <a:srgbClr val="A50021"/>
                </a:solidFill>
                <a:latin typeface="DejaVu Sans" panose="020B0603030804020204" charset="0"/>
                <a:ea typeface="方正书宋_GBK" panose="02000000000000000000" charset="-122"/>
                <a:cs typeface="+mn-ea"/>
              </a:rPr>
              <a:t>通道</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与</a:t>
            </a:r>
            <a:r>
              <a:rPr lang="zh-CN" altLang="en-US" sz="2400" i="1" strike="noStrike" noProof="1" dirty="0">
                <a:solidFill>
                  <a:srgbClr val="A50021"/>
                </a:solidFill>
                <a:latin typeface="DejaVu Sans" panose="020B0603030804020204" charset="0"/>
                <a:ea typeface="方正书宋_GBK" panose="02000000000000000000" charset="-122"/>
                <a:cs typeface="+mn-ea"/>
              </a:rPr>
              <a:t>中断</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技术，由主机控制</a:t>
            </a:r>
            <a:r>
              <a:rPr lang="en-US" altLang="x-none"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I/O</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设备工作。原有的监督程序不仅要负责调度作业自动地运行，而且还要提供</a:t>
            </a:r>
            <a:r>
              <a:rPr lang="en-US" altLang="x-none"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I/O</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控制功能。它常驻主存，称为执行系统。</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44036" name="矩形 36867"/>
          <p:cNvSpPr/>
          <p:nvPr/>
        </p:nvSpPr>
        <p:spPr>
          <a:xfrm>
            <a:off x="157163" y="515938"/>
            <a:ext cx="3471863" cy="67627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3.  </a:t>
            </a: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执行系统</a:t>
            </a:r>
            <a:endPar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4037" name="矩形 36868"/>
          <p:cNvSpPr/>
          <p:nvPr/>
        </p:nvSpPr>
        <p:spPr>
          <a:xfrm>
            <a:off x="665163" y="1077913"/>
            <a:ext cx="4459288"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什么是执行系统</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4038" name="矩形 36870"/>
          <p:cNvSpPr/>
          <p:nvPr/>
        </p:nvSpPr>
        <p:spPr>
          <a:xfrm>
            <a:off x="666750" y="3208338"/>
            <a:ext cx="4459288"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特点</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4039" name="矩形 36871"/>
          <p:cNvSpPr/>
          <p:nvPr/>
        </p:nvSpPr>
        <p:spPr>
          <a:xfrm>
            <a:off x="158115" y="3790950"/>
            <a:ext cx="8711565" cy="1937385"/>
          </a:xfrm>
          <a:prstGeom prst="rect">
            <a:avLst/>
          </a:prstGeom>
          <a:noFill/>
          <a:ln w="9525">
            <a:noFill/>
            <a:miter/>
          </a:ln>
        </p:spPr>
        <p:txBody>
          <a:bodyPr wrap="square">
            <a:spAutoFit/>
          </a:bodyPr>
          <a:p>
            <a:pPr marL="914400" lvl="1" indent="-457200" algn="l" fontAlgn="base">
              <a:lnSpc>
                <a:spcPct val="120000"/>
              </a:lnSpc>
              <a:spcBef>
                <a:spcPct val="20000"/>
              </a:spcBef>
              <a:buClr>
                <a:schemeClr val="tx2"/>
              </a:buClr>
              <a:buSzPct val="95000"/>
            </a:pP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利用通道和中断技术，节省了卫星机，实现了主机和</a:t>
            </a:r>
            <a:r>
              <a:rPr lang="en-US"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I/O</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设备的并行操作，解决了高速处理器和低速设备的矛盾；</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914400" lvl="1" indent="-457200" algn="l" fontAlgn="base">
              <a:lnSpc>
                <a:spcPct val="120000"/>
              </a:lnSpc>
              <a:spcBef>
                <a:spcPct val="20000"/>
              </a:spcBef>
              <a:buClr>
                <a:schemeClr val="tx2"/>
              </a:buClr>
              <a:buSzPct val="95000"/>
            </a:pP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系统负责用户的</a:t>
            </a:r>
            <a:r>
              <a:rPr lang="en-US"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I/O</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传输工作，增强了对不合法的</a:t>
            </a:r>
            <a:r>
              <a:rPr lang="en-US" altLang="x-none"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I/O</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命令的保护能力；</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44042" name="矩形 36875"/>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44035" grpId="0"/>
      <p:bldP spid="44036" grpId="0" build="p"/>
      <p:bldP spid="44037" grpId="0"/>
      <p:bldP spid="44038" grpId="0"/>
      <p:bldP spid="4403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9" name="矩形 37890"/>
          <p:cNvSpPr/>
          <p:nvPr/>
        </p:nvSpPr>
        <p:spPr>
          <a:xfrm>
            <a:off x="100013" y="1730375"/>
            <a:ext cx="6475413" cy="566738"/>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① </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单道程序程序的工作情况</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5060" name="矩形 37891"/>
          <p:cNvSpPr/>
          <p:nvPr/>
        </p:nvSpPr>
        <p:spPr>
          <a:xfrm>
            <a:off x="185738" y="530225"/>
            <a:ext cx="6475413" cy="67627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4.  </a:t>
            </a: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a:t>
            </a:r>
            <a:r>
              <a:rPr lang="zh-CN" altLang="en-US"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en-US" altLang="x-none"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cs typeface="+mn-ea"/>
              </a:rPr>
              <a:t>60</a:t>
            </a:r>
            <a:r>
              <a:rPr lang="zh-CN" altLang="en-US"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cs typeface="+mn-ea"/>
              </a:rPr>
              <a:t>中至今）</a:t>
            </a:r>
            <a:endParaRPr lang="zh-CN" altLang="en-US"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endParaRPr>
          </a:p>
        </p:txBody>
      </p:sp>
      <p:grpSp>
        <p:nvGrpSpPr>
          <p:cNvPr id="45061" name="组合 45060"/>
          <p:cNvGrpSpPr/>
          <p:nvPr/>
        </p:nvGrpSpPr>
        <p:grpSpPr>
          <a:xfrm>
            <a:off x="846138" y="2805113"/>
            <a:ext cx="6618287" cy="2195512"/>
            <a:chOff x="0" y="0"/>
            <a:chExt cx="4169" cy="1383"/>
          </a:xfrm>
        </p:grpSpPr>
        <p:sp>
          <p:nvSpPr>
            <p:cNvPr id="2" name="文本框 37893"/>
            <p:cNvSpPr txBox="1"/>
            <p:nvPr/>
          </p:nvSpPr>
          <p:spPr>
            <a:xfrm>
              <a:off x="5" y="133"/>
              <a:ext cx="875" cy="375"/>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用户程序</a:t>
              </a:r>
              <a:endParaRPr lang="zh-CN" altLang="en-US" sz="1400" b="0" dirty="0">
                <a:solidFill>
                  <a:schemeClr val="tx1"/>
                </a:solidFill>
                <a:latin typeface="DejaVu Sans" panose="020B0603030804020204" charset="0"/>
                <a:ea typeface="方正书宋_GBK" panose="02000000000000000000" charset="-122"/>
              </a:endParaRPr>
            </a:p>
          </p:txBody>
        </p:sp>
        <p:sp>
          <p:nvSpPr>
            <p:cNvPr id="45062" name="文本框 37894"/>
            <p:cNvSpPr txBox="1"/>
            <p:nvPr/>
          </p:nvSpPr>
          <p:spPr>
            <a:xfrm>
              <a:off x="5" y="571"/>
              <a:ext cx="1050" cy="375"/>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监督程序</a:t>
              </a:r>
              <a:endParaRPr lang="zh-CN" altLang="en-US" sz="1400" b="0" dirty="0">
                <a:solidFill>
                  <a:schemeClr val="tx1"/>
                </a:solidFill>
                <a:latin typeface="DejaVu Sans" panose="020B0603030804020204" charset="0"/>
                <a:ea typeface="方正书宋_GBK" panose="02000000000000000000" charset="-122"/>
              </a:endParaRPr>
            </a:p>
          </p:txBody>
        </p:sp>
        <p:sp>
          <p:nvSpPr>
            <p:cNvPr id="45063" name="文本框 37895"/>
            <p:cNvSpPr txBox="1"/>
            <p:nvPr/>
          </p:nvSpPr>
          <p:spPr>
            <a:xfrm>
              <a:off x="0" y="1008"/>
              <a:ext cx="982" cy="375"/>
            </a:xfrm>
            <a:prstGeom prst="rect">
              <a:avLst/>
            </a:prstGeom>
            <a:noFill/>
            <a:ln w="9525">
              <a:noFill/>
              <a:miter/>
            </a:ln>
          </p:spPr>
          <p:txBody>
            <a:bodyPr anchor="t"/>
            <a:p>
              <a:pPr lvl="0" algn="just"/>
              <a:r>
                <a:rPr lang="en-US" altLang="x-none" sz="1400" b="0" dirty="0">
                  <a:solidFill>
                    <a:schemeClr val="tx1"/>
                  </a:solidFill>
                  <a:latin typeface="DejaVu Sans" panose="020B0603030804020204" charset="0"/>
                  <a:ea typeface="方正书宋_GBK" panose="02000000000000000000" charset="-122"/>
                </a:rPr>
                <a:t> I/O</a:t>
              </a:r>
              <a:r>
                <a:rPr lang="zh-CN" altLang="en-US" sz="1400" b="0" dirty="0">
                  <a:solidFill>
                    <a:schemeClr val="tx1"/>
                  </a:solidFill>
                  <a:latin typeface="DejaVu Sans" panose="020B0603030804020204" charset="0"/>
                  <a:ea typeface="方正书宋_GBK" panose="02000000000000000000" charset="-122"/>
                </a:rPr>
                <a:t>操作</a:t>
              </a:r>
              <a:endParaRPr lang="zh-CN" altLang="en-US" sz="1400" b="0" dirty="0">
                <a:solidFill>
                  <a:schemeClr val="tx1"/>
                </a:solidFill>
                <a:latin typeface="DejaVu Sans" panose="020B0603030804020204" charset="0"/>
                <a:ea typeface="方正书宋_GBK" panose="02000000000000000000" charset="-122"/>
              </a:endParaRPr>
            </a:p>
          </p:txBody>
        </p:sp>
        <p:sp>
          <p:nvSpPr>
            <p:cNvPr id="45064" name="直接连接符 37896"/>
            <p:cNvSpPr/>
            <p:nvPr/>
          </p:nvSpPr>
          <p:spPr>
            <a:xfrm>
              <a:off x="1756" y="309"/>
              <a:ext cx="0" cy="484"/>
            </a:xfrm>
            <a:prstGeom prst="line">
              <a:avLst/>
            </a:prstGeom>
            <a:ln w="28575" cap="flat" cmpd="sng">
              <a:solidFill>
                <a:schemeClr val="tx1"/>
              </a:solidFill>
              <a:prstDash val="dash"/>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5065" name="直接连接符 37897"/>
            <p:cNvSpPr/>
            <p:nvPr/>
          </p:nvSpPr>
          <p:spPr>
            <a:xfrm>
              <a:off x="1756" y="758"/>
              <a:ext cx="369" cy="0"/>
            </a:xfrm>
            <a:prstGeom prst="line">
              <a:avLst/>
            </a:prstGeom>
            <a:ln w="76200" cap="flat" cmpd="sng">
              <a:solidFill>
                <a:srgbClr val="00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5066" name="直接连接符 37898"/>
            <p:cNvSpPr/>
            <p:nvPr/>
          </p:nvSpPr>
          <p:spPr>
            <a:xfrm>
              <a:off x="2106" y="758"/>
              <a:ext cx="0" cy="372"/>
            </a:xfrm>
            <a:prstGeom prst="line">
              <a:avLst/>
            </a:prstGeom>
            <a:ln w="28575" cap="flat" cmpd="sng">
              <a:solidFill>
                <a:srgbClr val="000000"/>
              </a:solidFill>
              <a:prstDash val="dash"/>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5067" name="直接连接符 37899"/>
            <p:cNvSpPr/>
            <p:nvPr/>
          </p:nvSpPr>
          <p:spPr>
            <a:xfrm>
              <a:off x="3156" y="258"/>
              <a:ext cx="957" cy="0"/>
            </a:xfrm>
            <a:prstGeom prst="line">
              <a:avLst/>
            </a:prstGeom>
            <a:ln w="76200" cap="flat" cmpd="sng">
              <a:solidFill>
                <a:srgbClr val="00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5068" name="直接连接符 37900"/>
            <p:cNvSpPr/>
            <p:nvPr/>
          </p:nvSpPr>
          <p:spPr>
            <a:xfrm>
              <a:off x="2097" y="1133"/>
              <a:ext cx="724" cy="0"/>
            </a:xfrm>
            <a:prstGeom prst="line">
              <a:avLst/>
            </a:prstGeom>
            <a:ln w="57150" cap="flat" cmpd="sng">
              <a:solidFill>
                <a:srgbClr val="FF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5069" name="文本框 37901"/>
            <p:cNvSpPr txBox="1"/>
            <p:nvPr/>
          </p:nvSpPr>
          <p:spPr>
            <a:xfrm>
              <a:off x="1114" y="9"/>
              <a:ext cx="642" cy="313"/>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计算</a:t>
              </a:r>
              <a:endParaRPr lang="zh-CN" altLang="en-US" sz="1400" b="0" dirty="0">
                <a:solidFill>
                  <a:schemeClr val="tx1"/>
                </a:solidFill>
                <a:latin typeface="DejaVu Sans" panose="020B0603030804020204" charset="0"/>
                <a:ea typeface="方正书宋_GBK" panose="02000000000000000000" charset="-122"/>
              </a:endParaRPr>
            </a:p>
          </p:txBody>
        </p:sp>
        <p:sp>
          <p:nvSpPr>
            <p:cNvPr id="45070" name="直接连接符 37902"/>
            <p:cNvSpPr/>
            <p:nvPr/>
          </p:nvSpPr>
          <p:spPr>
            <a:xfrm>
              <a:off x="939" y="301"/>
              <a:ext cx="815" cy="0"/>
            </a:xfrm>
            <a:prstGeom prst="line">
              <a:avLst/>
            </a:prstGeom>
            <a:ln w="76200" cap="flat" cmpd="sng">
              <a:solidFill>
                <a:srgbClr val="00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5071" name="文本框 37903"/>
            <p:cNvSpPr txBox="1"/>
            <p:nvPr/>
          </p:nvSpPr>
          <p:spPr>
            <a:xfrm>
              <a:off x="1724" y="143"/>
              <a:ext cx="879" cy="325"/>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请求输入</a:t>
              </a:r>
              <a:endParaRPr lang="zh-CN" altLang="en-US" sz="1400" b="0" dirty="0">
                <a:solidFill>
                  <a:schemeClr val="tx1"/>
                </a:solidFill>
                <a:latin typeface="DejaVu Sans" panose="020B0603030804020204" charset="0"/>
                <a:ea typeface="方正书宋_GBK" panose="02000000000000000000" charset="-122"/>
              </a:endParaRPr>
            </a:p>
          </p:txBody>
        </p:sp>
        <p:sp>
          <p:nvSpPr>
            <p:cNvPr id="45072" name="文本框 37904"/>
            <p:cNvSpPr txBox="1"/>
            <p:nvPr/>
          </p:nvSpPr>
          <p:spPr>
            <a:xfrm>
              <a:off x="1258" y="617"/>
              <a:ext cx="992" cy="312"/>
            </a:xfrm>
            <a:prstGeom prst="rect">
              <a:avLst/>
            </a:prstGeom>
            <a:noFill/>
            <a:ln w="9525">
              <a:noFill/>
              <a:miter/>
            </a:ln>
          </p:spPr>
          <p:txBody>
            <a:bodyPr anchor="t"/>
            <a:p>
              <a:pPr lvl="0" algn="just"/>
              <a:r>
                <a:rPr lang="en-US" altLang="x-none" sz="1400" b="0" dirty="0">
                  <a:solidFill>
                    <a:schemeClr val="tx1"/>
                  </a:solidFill>
                  <a:latin typeface="DejaVu Sans" panose="020B0603030804020204" charset="0"/>
                  <a:ea typeface="方正书宋_GBK" panose="02000000000000000000" charset="-122"/>
                </a:rPr>
                <a:t> </a:t>
              </a:r>
              <a:r>
                <a:rPr lang="zh-CN" altLang="en-US" sz="1400" b="0" dirty="0">
                  <a:solidFill>
                    <a:schemeClr val="tx1"/>
                  </a:solidFill>
                  <a:latin typeface="DejaVu Sans" panose="020B0603030804020204" charset="0"/>
                  <a:ea typeface="方正书宋_GBK" panose="02000000000000000000" charset="-122"/>
                </a:rPr>
                <a:t>启动</a:t>
              </a:r>
              <a:r>
                <a:rPr lang="en-US" altLang="x-none" sz="1400" b="0" dirty="0">
                  <a:solidFill>
                    <a:schemeClr val="tx1"/>
                  </a:solidFill>
                  <a:latin typeface="DejaVu Sans" panose="020B0603030804020204" charset="0"/>
                  <a:ea typeface="方正书宋_GBK" panose="02000000000000000000" charset="-122"/>
                </a:rPr>
                <a:t>I/O</a:t>
              </a:r>
              <a:endParaRPr lang="en-US" altLang="x-none" sz="1400" b="0" dirty="0">
                <a:solidFill>
                  <a:schemeClr val="tx1"/>
                </a:solidFill>
                <a:latin typeface="DejaVu Sans" panose="020B0603030804020204" charset="0"/>
                <a:ea typeface="方正书宋_GBK" panose="02000000000000000000" charset="-122"/>
              </a:endParaRPr>
            </a:p>
          </p:txBody>
        </p:sp>
        <p:sp>
          <p:nvSpPr>
            <p:cNvPr id="45073" name="文本框 37905"/>
            <p:cNvSpPr txBox="1"/>
            <p:nvPr/>
          </p:nvSpPr>
          <p:spPr>
            <a:xfrm>
              <a:off x="3127" y="571"/>
              <a:ext cx="905" cy="250"/>
            </a:xfrm>
            <a:prstGeom prst="rect">
              <a:avLst/>
            </a:prstGeom>
            <a:noFill/>
            <a:ln w="9525">
              <a:noFill/>
              <a:miter/>
            </a:ln>
          </p:spPr>
          <p:txBody>
            <a:bodyPr anchor="t"/>
            <a:p>
              <a:pPr lvl="0" algn="just"/>
              <a:r>
                <a:rPr lang="en-US" altLang="x-none" sz="1400" b="0" dirty="0">
                  <a:solidFill>
                    <a:schemeClr val="tx1"/>
                  </a:solidFill>
                  <a:latin typeface="DejaVu Sans" panose="020B0603030804020204" charset="0"/>
                  <a:ea typeface="方正书宋_GBK" panose="02000000000000000000" charset="-122"/>
                </a:rPr>
                <a:t> I/O</a:t>
              </a:r>
              <a:r>
                <a:rPr lang="zh-CN" altLang="en-US" sz="1400" b="0" dirty="0">
                  <a:solidFill>
                    <a:schemeClr val="tx1"/>
                  </a:solidFill>
                  <a:latin typeface="DejaVu Sans" panose="020B0603030804020204" charset="0"/>
                  <a:ea typeface="方正书宋_GBK" panose="02000000000000000000" charset="-122"/>
                </a:rPr>
                <a:t>完成</a:t>
              </a:r>
              <a:endParaRPr lang="zh-CN" altLang="en-US" sz="1400" b="0" dirty="0">
                <a:solidFill>
                  <a:schemeClr val="tx1"/>
                </a:solidFill>
                <a:latin typeface="DejaVu Sans" panose="020B0603030804020204" charset="0"/>
                <a:ea typeface="方正书宋_GBK" panose="02000000000000000000" charset="-122"/>
              </a:endParaRPr>
            </a:p>
          </p:txBody>
        </p:sp>
        <p:sp>
          <p:nvSpPr>
            <p:cNvPr id="45074" name="文本框 37906"/>
            <p:cNvSpPr txBox="1"/>
            <p:nvPr/>
          </p:nvSpPr>
          <p:spPr>
            <a:xfrm>
              <a:off x="3374" y="0"/>
              <a:ext cx="795" cy="344"/>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继续计算</a:t>
              </a:r>
              <a:endParaRPr lang="zh-CN" altLang="en-US" sz="1400" b="0" dirty="0">
                <a:solidFill>
                  <a:schemeClr val="tx1"/>
                </a:solidFill>
                <a:latin typeface="DejaVu Sans" panose="020B0603030804020204" charset="0"/>
                <a:ea typeface="方正书宋_GBK" panose="02000000000000000000" charset="-122"/>
              </a:endParaRPr>
            </a:p>
          </p:txBody>
        </p:sp>
        <p:sp>
          <p:nvSpPr>
            <p:cNvPr id="45075" name="文本框 37907"/>
            <p:cNvSpPr txBox="1"/>
            <p:nvPr/>
          </p:nvSpPr>
          <p:spPr>
            <a:xfrm>
              <a:off x="2806" y="1008"/>
              <a:ext cx="934" cy="313"/>
            </a:xfrm>
            <a:prstGeom prst="rect">
              <a:avLst/>
            </a:prstGeom>
            <a:noFill/>
            <a:ln w="9525">
              <a:noFill/>
              <a:miter/>
            </a:ln>
          </p:spPr>
          <p:txBody>
            <a:bodyPr anchor="t"/>
            <a:p>
              <a:pPr lvl="0" algn="just"/>
              <a:r>
                <a:rPr lang="en-US" altLang="x-none" sz="1400" b="0" dirty="0">
                  <a:solidFill>
                    <a:schemeClr val="tx1"/>
                  </a:solidFill>
                  <a:latin typeface="DejaVu Sans" panose="020B0603030804020204" charset="0"/>
                  <a:ea typeface="方正书宋_GBK" panose="02000000000000000000" charset="-122"/>
                </a:rPr>
                <a:t> </a:t>
              </a:r>
              <a:r>
                <a:rPr lang="zh-CN" altLang="en-US" sz="1400" b="0" dirty="0">
                  <a:solidFill>
                    <a:schemeClr val="tx1"/>
                  </a:solidFill>
                  <a:latin typeface="DejaVu Sans" panose="020B0603030804020204" charset="0"/>
                  <a:ea typeface="方正书宋_GBK" panose="02000000000000000000" charset="-122"/>
                </a:rPr>
                <a:t>结束中断</a:t>
              </a:r>
              <a:endParaRPr lang="en-US" altLang="zh-CN" sz="1400" b="0" dirty="0">
                <a:solidFill>
                  <a:schemeClr val="tx1"/>
                </a:solidFill>
                <a:latin typeface="DejaVu Sans" panose="020B0603030804020204" charset="0"/>
                <a:ea typeface="方正书宋_GBK" panose="02000000000000000000" charset="-122"/>
              </a:endParaRPr>
            </a:p>
          </p:txBody>
        </p:sp>
        <p:sp>
          <p:nvSpPr>
            <p:cNvPr id="45076" name="直接连接符 37908"/>
            <p:cNvSpPr/>
            <p:nvPr/>
          </p:nvSpPr>
          <p:spPr>
            <a:xfrm>
              <a:off x="2806" y="761"/>
              <a:ext cx="0" cy="372"/>
            </a:xfrm>
            <a:prstGeom prst="line">
              <a:avLst/>
            </a:prstGeom>
            <a:ln w="28575" cap="flat" cmpd="sng">
              <a:solidFill>
                <a:srgbClr val="000000"/>
              </a:solidFill>
              <a:prstDash val="dash"/>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5077" name="直接连接符 37909"/>
            <p:cNvSpPr/>
            <p:nvPr/>
          </p:nvSpPr>
          <p:spPr>
            <a:xfrm>
              <a:off x="2806" y="758"/>
              <a:ext cx="370" cy="0"/>
            </a:xfrm>
            <a:prstGeom prst="line">
              <a:avLst/>
            </a:prstGeom>
            <a:ln w="76200" cap="flat" cmpd="sng">
              <a:solidFill>
                <a:srgbClr val="00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5078" name="直接连接符 37910"/>
            <p:cNvSpPr/>
            <p:nvPr/>
          </p:nvSpPr>
          <p:spPr>
            <a:xfrm>
              <a:off x="3156" y="274"/>
              <a:ext cx="0" cy="484"/>
            </a:xfrm>
            <a:prstGeom prst="line">
              <a:avLst/>
            </a:prstGeom>
            <a:ln w="28575" cap="flat" cmpd="sng">
              <a:solidFill>
                <a:schemeClr val="tx1"/>
              </a:solidFill>
              <a:prstDash val="dash"/>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grpSp>
      <p:sp>
        <p:nvSpPr>
          <p:cNvPr id="45080" name="文本框 37911"/>
          <p:cNvSpPr txBox="1"/>
          <p:nvPr/>
        </p:nvSpPr>
        <p:spPr>
          <a:xfrm>
            <a:off x="3665538" y="5143500"/>
            <a:ext cx="2398712" cy="336550"/>
          </a:xfrm>
          <a:prstGeom prst="rect">
            <a:avLst/>
          </a:prstGeom>
          <a:noFill/>
          <a:ln w="9525">
            <a:noFill/>
            <a:miter/>
          </a:ln>
        </p:spPr>
        <p:txBody>
          <a:bodyPr anchor="t">
            <a:spAutoFit/>
          </a:bodyPr>
          <a:p>
            <a:pPr lvl="0">
              <a:spcBef>
                <a:spcPct val="50000"/>
              </a:spcBef>
            </a:pPr>
            <a:r>
              <a:rPr lang="zh-CN" altLang="en-US" sz="1600" b="0" dirty="0">
                <a:solidFill>
                  <a:schemeClr val="tx1"/>
                </a:solidFill>
                <a:latin typeface="DejaVu Sans" panose="020B0603030804020204" charset="0"/>
                <a:ea typeface="方正书宋_GBK" panose="02000000000000000000" charset="-122"/>
              </a:rPr>
              <a:t>单道程序工作示例</a:t>
            </a:r>
            <a:endParaRPr lang="zh-CN" altLang="en-US" sz="1600" b="0" dirty="0">
              <a:solidFill>
                <a:schemeClr val="tx1"/>
              </a:solidFill>
              <a:latin typeface="DejaVu Sans" panose="020B0603030804020204" charset="0"/>
              <a:ea typeface="方正书宋_GBK" panose="02000000000000000000" charset="-122"/>
            </a:endParaRPr>
          </a:p>
        </p:txBody>
      </p:sp>
      <p:sp>
        <p:nvSpPr>
          <p:cNvPr id="45081" name="矩形 37912"/>
          <p:cNvSpPr/>
          <p:nvPr/>
        </p:nvSpPr>
        <p:spPr>
          <a:xfrm>
            <a:off x="665163" y="1135063"/>
            <a:ext cx="4459288"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多道程序设计技术</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5082" name="矩形 37913"/>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45059" grpId="0" build="p"/>
      <p:bldP spid="45060" grpId="0" build="p"/>
      <p:bldP spid="45080" grpId="0"/>
      <p:bldP spid="4508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文本框 38913"/>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24</a:t>
            </a:r>
            <a:endParaRPr lang="zh-CN" altLang="en-US" sz="1400" b="0" dirty="0">
              <a:solidFill>
                <a:schemeClr val="tx2"/>
              </a:solidFill>
              <a:latin typeface="DejaVu Sans" panose="020B0603030804020204" charset="0"/>
              <a:ea typeface="方正书宋_GBK" panose="02000000000000000000" charset="-122"/>
            </a:endParaRPr>
          </a:p>
        </p:txBody>
      </p:sp>
      <p:sp>
        <p:nvSpPr>
          <p:cNvPr id="46083" name="矩形 38914"/>
          <p:cNvSpPr/>
          <p:nvPr/>
        </p:nvSpPr>
        <p:spPr>
          <a:xfrm>
            <a:off x="131763" y="835025"/>
            <a:ext cx="6302375" cy="570865"/>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② </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多道程序的工作情况</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6116" name="矩形 38947"/>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 name="文本框 2"/>
          <p:cNvSpPr txBox="1"/>
          <p:nvPr/>
        </p:nvSpPr>
        <p:spPr>
          <a:xfrm>
            <a:off x="814705" y="5501640"/>
            <a:ext cx="5830570" cy="706755"/>
          </a:xfrm>
          <a:prstGeom prst="rect">
            <a:avLst/>
          </a:prstGeom>
          <a:noFill/>
        </p:spPr>
        <p:txBody>
          <a:bodyPr wrap="none" rtlCol="0" anchor="t">
            <a:spAutoFit/>
          </a:bodyPr>
          <a:p>
            <a:r>
              <a:rPr lang="zh-CN" altLang="en-US" sz="2000" b="0" i="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问题：</a:t>
            </a:r>
            <a:r>
              <a:rPr lang="en-US" altLang="zh-CN" sz="2000" b="0" i="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	1</a:t>
            </a:r>
            <a:r>
              <a:rPr lang="zh-CN" altLang="en-US" sz="2000" b="0" i="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、两个程序运行，</a:t>
            </a:r>
            <a:r>
              <a:rPr lang="en-US" altLang="zh-CN" sz="2000" b="0" i="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CPU</a:t>
            </a:r>
            <a:r>
              <a:rPr lang="zh-CN" altLang="en-US" sz="2000" b="0" i="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有无空闲等待？</a:t>
            </a:r>
            <a:endParaRPr lang="zh-CN" altLang="en-US" sz="2000" b="0" i="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mn-ea"/>
            </a:endParaRPr>
          </a:p>
          <a:p>
            <a:r>
              <a:rPr lang="en-US" altLang="zh-CN" sz="2000" b="0" i="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	2</a:t>
            </a:r>
            <a:r>
              <a:rPr lang="zh-CN" altLang="en-US" sz="2000" b="0" i="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、程序多道运行的数量受什么条件约束？</a:t>
            </a:r>
            <a:endParaRPr lang="zh-CN" altLang="en-US" sz="2000" b="0" i="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mn-ea"/>
            </a:endParaRPr>
          </a:p>
        </p:txBody>
      </p:sp>
      <p:grpSp>
        <p:nvGrpSpPr>
          <p:cNvPr id="6" name="组合 5"/>
          <p:cNvGrpSpPr/>
          <p:nvPr/>
        </p:nvGrpSpPr>
        <p:grpSpPr>
          <a:xfrm>
            <a:off x="476250" y="1809750"/>
            <a:ext cx="7943850" cy="3489325"/>
            <a:chOff x="750" y="2850"/>
            <a:chExt cx="12510" cy="5495"/>
          </a:xfrm>
        </p:grpSpPr>
        <p:sp>
          <p:nvSpPr>
            <p:cNvPr id="2" name="文本框 38916"/>
            <p:cNvSpPr txBox="1"/>
            <p:nvPr/>
          </p:nvSpPr>
          <p:spPr>
            <a:xfrm>
              <a:off x="750" y="3298"/>
              <a:ext cx="2243" cy="1198"/>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中央处理机</a:t>
              </a:r>
              <a:endParaRPr lang="zh-CN" altLang="en-US" sz="1400" b="0" dirty="0">
                <a:solidFill>
                  <a:schemeClr val="tx1"/>
                </a:solidFill>
                <a:latin typeface="DejaVu Sans" panose="020B0603030804020204" charset="0"/>
                <a:ea typeface="方正书宋_GBK" panose="02000000000000000000" charset="-122"/>
              </a:endParaRPr>
            </a:p>
          </p:txBody>
        </p:sp>
        <p:sp>
          <p:nvSpPr>
            <p:cNvPr id="46085" name="文本框 38917"/>
            <p:cNvSpPr txBox="1"/>
            <p:nvPr/>
          </p:nvSpPr>
          <p:spPr>
            <a:xfrm>
              <a:off x="875" y="4943"/>
              <a:ext cx="1895" cy="898"/>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外部设备</a:t>
              </a:r>
              <a:endParaRPr lang="zh-CN" altLang="en-US" sz="1400" b="0" dirty="0">
                <a:solidFill>
                  <a:schemeClr val="tx1"/>
                </a:solidFill>
                <a:latin typeface="DejaVu Sans" panose="020B0603030804020204" charset="0"/>
                <a:ea typeface="方正书宋_GBK" panose="02000000000000000000" charset="-122"/>
              </a:endParaRPr>
            </a:p>
          </p:txBody>
        </p:sp>
        <p:sp>
          <p:nvSpPr>
            <p:cNvPr id="46086" name="文本框 38918"/>
            <p:cNvSpPr txBox="1"/>
            <p:nvPr/>
          </p:nvSpPr>
          <p:spPr>
            <a:xfrm>
              <a:off x="5832" y="5195"/>
              <a:ext cx="946" cy="931"/>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输入</a:t>
              </a:r>
              <a:endParaRPr lang="zh-CN" altLang="en-US" sz="1400" b="0" dirty="0">
                <a:solidFill>
                  <a:schemeClr val="tx1"/>
                </a:solidFill>
                <a:latin typeface="DejaVu Sans" panose="020B0603030804020204" charset="0"/>
                <a:ea typeface="方正书宋_GBK" panose="02000000000000000000" charset="-122"/>
              </a:endParaRPr>
            </a:p>
            <a:p>
              <a:pPr lvl="0" algn="just"/>
              <a:r>
                <a:rPr lang="zh-CN" altLang="en-US" sz="1400" b="0" dirty="0">
                  <a:solidFill>
                    <a:schemeClr val="tx1"/>
                  </a:solidFill>
                  <a:latin typeface="DejaVu Sans" panose="020B0603030804020204" charset="0"/>
                  <a:ea typeface="方正书宋_GBK" panose="02000000000000000000" charset="-122"/>
                </a:rPr>
                <a:t>结束</a:t>
              </a:r>
              <a:endParaRPr lang="zh-CN" altLang="en-US" sz="1400" b="0" dirty="0">
                <a:solidFill>
                  <a:schemeClr val="tx1"/>
                </a:solidFill>
                <a:latin typeface="DejaVu Sans" panose="020B0603030804020204" charset="0"/>
                <a:ea typeface="方正书宋_GBK" panose="02000000000000000000" charset="-122"/>
              </a:endParaRPr>
            </a:p>
          </p:txBody>
        </p:sp>
        <p:sp>
          <p:nvSpPr>
            <p:cNvPr id="46087" name="直接连接符 38919"/>
            <p:cNvSpPr/>
            <p:nvPr/>
          </p:nvSpPr>
          <p:spPr>
            <a:xfrm>
              <a:off x="9348" y="3598"/>
              <a:ext cx="2026" cy="1"/>
            </a:xfrm>
            <a:prstGeom prst="line">
              <a:avLst/>
            </a:prstGeom>
            <a:ln w="76200" cap="flat" cmpd="sng">
              <a:solidFill>
                <a:srgbClr val="FF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6088" name="直接连接符 38920"/>
            <p:cNvSpPr/>
            <p:nvPr/>
          </p:nvSpPr>
          <p:spPr>
            <a:xfrm>
              <a:off x="8655" y="3598"/>
              <a:ext cx="0" cy="1505"/>
            </a:xfrm>
            <a:prstGeom prst="line">
              <a:avLst/>
            </a:prstGeom>
            <a:ln w="9525" cap="flat" cmpd="sng">
              <a:solidFill>
                <a:srgbClr val="000000"/>
              </a:solidFill>
              <a:prstDash val="dash"/>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6089" name="直接连接符 38921"/>
            <p:cNvSpPr/>
            <p:nvPr/>
          </p:nvSpPr>
          <p:spPr>
            <a:xfrm>
              <a:off x="9330" y="5092"/>
              <a:ext cx="2029" cy="1"/>
            </a:xfrm>
            <a:prstGeom prst="line">
              <a:avLst/>
            </a:prstGeom>
            <a:ln w="57150" cap="flat" cmpd="sng">
              <a:solidFill>
                <a:srgbClr val="00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6092" name="文本框 38924"/>
            <p:cNvSpPr txBox="1"/>
            <p:nvPr/>
          </p:nvSpPr>
          <p:spPr>
            <a:xfrm>
              <a:off x="9403" y="2868"/>
              <a:ext cx="1430" cy="545"/>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程序</a:t>
              </a:r>
              <a:r>
                <a:rPr lang="en-US" altLang="x-none" sz="1400" b="0" dirty="0">
                  <a:solidFill>
                    <a:schemeClr val="tx1"/>
                  </a:solidFill>
                  <a:latin typeface="DejaVu Sans" panose="020B0603030804020204" charset="0"/>
                  <a:ea typeface="方正书宋_GBK" panose="02000000000000000000" charset="-122"/>
                </a:rPr>
                <a:t>B</a:t>
              </a:r>
              <a:endParaRPr lang="en-US" altLang="x-none" sz="1400" b="0" dirty="0">
                <a:solidFill>
                  <a:schemeClr val="tx1"/>
                </a:solidFill>
                <a:latin typeface="DejaVu Sans" panose="020B0603030804020204" charset="0"/>
                <a:ea typeface="方正书宋_GBK" panose="02000000000000000000" charset="-122"/>
              </a:endParaRPr>
            </a:p>
          </p:txBody>
        </p:sp>
        <p:sp>
          <p:nvSpPr>
            <p:cNvPr id="46093" name="直接连接符 38925"/>
            <p:cNvSpPr/>
            <p:nvPr/>
          </p:nvSpPr>
          <p:spPr>
            <a:xfrm>
              <a:off x="4365" y="5093"/>
              <a:ext cx="2118" cy="10"/>
            </a:xfrm>
            <a:prstGeom prst="line">
              <a:avLst/>
            </a:prstGeom>
            <a:ln w="57150" cap="flat" cmpd="sng">
              <a:solidFill>
                <a:srgbClr val="00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6094" name="文本框 38926"/>
            <p:cNvSpPr txBox="1"/>
            <p:nvPr/>
          </p:nvSpPr>
          <p:spPr>
            <a:xfrm>
              <a:off x="7727" y="4659"/>
              <a:ext cx="928" cy="867"/>
            </a:xfrm>
            <a:prstGeom prst="rect">
              <a:avLst/>
            </a:prstGeom>
            <a:noFill/>
            <a:ln w="9525">
              <a:noFill/>
              <a:miter/>
            </a:ln>
          </p:spPr>
          <p:txBody>
            <a:bodyPr anchor="t"/>
            <a:p>
              <a:pPr lvl="0" algn="just"/>
              <a:r>
                <a:rPr lang="x-none" altLang="zh-CN" sz="1400" b="0" dirty="0">
                  <a:solidFill>
                    <a:schemeClr val="tx1"/>
                  </a:solidFill>
                  <a:latin typeface="DejaVu Sans" panose="020B0603030804020204" charset="0"/>
                  <a:ea typeface="方正书宋_GBK" panose="02000000000000000000" charset="-122"/>
                </a:rPr>
                <a:t>请求</a:t>
              </a:r>
              <a:endParaRPr lang="zh-CN" altLang="en-US" sz="1400" b="0" dirty="0">
                <a:solidFill>
                  <a:schemeClr val="tx1"/>
                </a:solidFill>
                <a:latin typeface="DejaVu Sans" panose="020B0603030804020204" charset="0"/>
                <a:ea typeface="方正书宋_GBK" panose="02000000000000000000" charset="-122"/>
              </a:endParaRPr>
            </a:p>
            <a:p>
              <a:pPr lvl="0" algn="just"/>
              <a:r>
                <a:rPr lang="zh-CN" altLang="en-US" sz="1400" b="0" dirty="0">
                  <a:solidFill>
                    <a:schemeClr val="tx1"/>
                  </a:solidFill>
                  <a:latin typeface="DejaVu Sans" panose="020B0603030804020204" charset="0"/>
                  <a:ea typeface="方正书宋_GBK" panose="02000000000000000000" charset="-122"/>
                </a:rPr>
                <a:t>输出</a:t>
              </a:r>
              <a:endParaRPr lang="zh-CN" altLang="en-US" sz="1400" b="0" dirty="0">
                <a:solidFill>
                  <a:schemeClr val="tx1"/>
                </a:solidFill>
                <a:latin typeface="DejaVu Sans" panose="020B0603030804020204" charset="0"/>
                <a:ea typeface="方正书宋_GBK" panose="02000000000000000000" charset="-122"/>
              </a:endParaRPr>
            </a:p>
          </p:txBody>
        </p:sp>
        <p:sp>
          <p:nvSpPr>
            <p:cNvPr id="46095" name="直接连接符 38927"/>
            <p:cNvSpPr/>
            <p:nvPr/>
          </p:nvSpPr>
          <p:spPr>
            <a:xfrm>
              <a:off x="7195" y="3598"/>
              <a:ext cx="1460" cy="0"/>
            </a:xfrm>
            <a:prstGeom prst="line">
              <a:avLst/>
            </a:prstGeom>
            <a:ln w="76200" cap="flat" cmpd="sng">
              <a:solidFill>
                <a:srgbClr val="00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6096" name="直接连接符 38928"/>
            <p:cNvSpPr/>
            <p:nvPr/>
          </p:nvSpPr>
          <p:spPr>
            <a:xfrm flipV="1">
              <a:off x="7126" y="6847"/>
              <a:ext cx="2222" cy="1"/>
            </a:xfrm>
            <a:prstGeom prst="line">
              <a:avLst/>
            </a:prstGeom>
            <a:ln w="57150" cap="flat" cmpd="sng">
              <a:solidFill>
                <a:srgbClr val="FF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6098" name="文本框 38930"/>
            <p:cNvSpPr txBox="1"/>
            <p:nvPr/>
          </p:nvSpPr>
          <p:spPr>
            <a:xfrm>
              <a:off x="6102" y="6588"/>
              <a:ext cx="1093" cy="765"/>
            </a:xfrm>
            <a:prstGeom prst="rect">
              <a:avLst/>
            </a:prstGeom>
            <a:noFill/>
            <a:ln w="9525">
              <a:noFill/>
              <a:miter/>
            </a:ln>
          </p:spPr>
          <p:txBody>
            <a:bodyPr anchor="t"/>
            <a:p>
              <a:pPr lvl="0" algn="just"/>
              <a:r>
                <a:rPr lang="x-none" altLang="zh-CN" sz="1400" b="0" dirty="0">
                  <a:solidFill>
                    <a:schemeClr val="tx1"/>
                  </a:solidFill>
                  <a:latin typeface="DejaVu Sans" panose="020B0603030804020204" charset="0"/>
                  <a:ea typeface="方正书宋_GBK" panose="02000000000000000000" charset="-122"/>
                  <a:sym typeface="+mn-ea"/>
                </a:rPr>
                <a:t>请求</a:t>
              </a:r>
              <a:endParaRPr lang="x-none" altLang="zh-CN" sz="1400" b="0" dirty="0">
                <a:solidFill>
                  <a:schemeClr val="tx1"/>
                </a:solidFill>
                <a:latin typeface="DejaVu Sans" panose="020B0603030804020204" charset="0"/>
                <a:ea typeface="方正书宋_GBK" panose="02000000000000000000" charset="-122"/>
                <a:sym typeface="+mn-ea"/>
              </a:endParaRPr>
            </a:p>
            <a:p>
              <a:pPr lvl="0" algn="just"/>
              <a:r>
                <a:rPr lang="zh-CN" altLang="en-US" sz="1400" b="0" dirty="0">
                  <a:solidFill>
                    <a:schemeClr val="tx1"/>
                  </a:solidFill>
                  <a:latin typeface="DejaVu Sans" panose="020B0603030804020204" charset="0"/>
                  <a:ea typeface="方正书宋_GBK" panose="02000000000000000000" charset="-122"/>
                </a:rPr>
                <a:t>输出</a:t>
              </a:r>
              <a:endParaRPr lang="en-US" altLang="zh-CN" sz="1400" b="0" dirty="0">
                <a:solidFill>
                  <a:schemeClr val="tx1"/>
                </a:solidFill>
                <a:latin typeface="DejaVu Sans" panose="020B0603030804020204" charset="0"/>
                <a:ea typeface="方正书宋_GBK" panose="02000000000000000000" charset="-122"/>
              </a:endParaRPr>
            </a:p>
          </p:txBody>
        </p:sp>
        <p:sp>
          <p:nvSpPr>
            <p:cNvPr id="46100" name="文本框 38932"/>
            <p:cNvSpPr txBox="1"/>
            <p:nvPr/>
          </p:nvSpPr>
          <p:spPr>
            <a:xfrm>
              <a:off x="11485" y="4758"/>
              <a:ext cx="1775" cy="895"/>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输出结束</a:t>
              </a:r>
              <a:endParaRPr lang="zh-CN" altLang="en-US" sz="1400" b="0" dirty="0">
                <a:solidFill>
                  <a:schemeClr val="tx1"/>
                </a:solidFill>
                <a:latin typeface="DejaVu Sans" panose="020B0603030804020204" charset="0"/>
                <a:ea typeface="方正书宋_GBK" panose="02000000000000000000" charset="-122"/>
              </a:endParaRPr>
            </a:p>
            <a:p>
              <a:pPr lvl="0" algn="just"/>
              <a:r>
                <a:rPr lang="x-none" altLang="zh-CN" sz="1400" b="0" dirty="0">
                  <a:solidFill>
                    <a:schemeClr val="tx1"/>
                  </a:solidFill>
                  <a:latin typeface="DejaVu Sans" panose="020B0603030804020204" charset="0"/>
                  <a:ea typeface="方正书宋_GBK" panose="02000000000000000000" charset="-122"/>
                </a:rPr>
                <a:t>A运行结束</a:t>
              </a:r>
              <a:endParaRPr lang="x-none" altLang="zh-CN" sz="1400" b="0" dirty="0">
                <a:solidFill>
                  <a:schemeClr val="tx1"/>
                </a:solidFill>
                <a:latin typeface="DejaVu Sans" panose="020B0603030804020204" charset="0"/>
                <a:ea typeface="方正书宋_GBK" panose="02000000000000000000" charset="-122"/>
              </a:endParaRPr>
            </a:p>
          </p:txBody>
        </p:sp>
        <p:sp>
          <p:nvSpPr>
            <p:cNvPr id="46101" name="文本框 38933"/>
            <p:cNvSpPr txBox="1"/>
            <p:nvPr/>
          </p:nvSpPr>
          <p:spPr>
            <a:xfrm>
              <a:off x="11373" y="3414"/>
              <a:ext cx="1805" cy="603"/>
            </a:xfrm>
            <a:prstGeom prst="rect">
              <a:avLst/>
            </a:prstGeom>
            <a:noFill/>
            <a:ln w="9525">
              <a:noFill/>
              <a:miter/>
            </a:ln>
          </p:spPr>
          <p:txBody>
            <a:bodyPr anchor="t"/>
            <a:p>
              <a:pPr lvl="0" algn="just"/>
              <a:r>
                <a:rPr lang="x-none" altLang="zh-CN" sz="1400" b="0" dirty="0">
                  <a:solidFill>
                    <a:schemeClr val="tx1"/>
                  </a:solidFill>
                  <a:latin typeface="DejaVu Sans" panose="020B0603030804020204" charset="0"/>
                  <a:ea typeface="方正书宋_GBK" panose="02000000000000000000" charset="-122"/>
                </a:rPr>
                <a:t>B运行</a:t>
              </a:r>
              <a:r>
                <a:rPr lang="zh-CN" altLang="en-US" sz="1400" b="0" dirty="0">
                  <a:solidFill>
                    <a:schemeClr val="tx1"/>
                  </a:solidFill>
                  <a:latin typeface="DejaVu Sans" panose="020B0603030804020204" charset="0"/>
                  <a:ea typeface="方正书宋_GBK" panose="02000000000000000000" charset="-122"/>
                </a:rPr>
                <a:t>结束</a:t>
              </a:r>
              <a:endParaRPr lang="zh-CN" altLang="en-US" sz="1400" b="0" dirty="0">
                <a:solidFill>
                  <a:schemeClr val="tx1"/>
                </a:solidFill>
                <a:latin typeface="DejaVu Sans" panose="020B0603030804020204" charset="0"/>
                <a:ea typeface="方正书宋_GBK" panose="02000000000000000000" charset="-122"/>
              </a:endParaRPr>
            </a:p>
          </p:txBody>
        </p:sp>
        <p:sp>
          <p:nvSpPr>
            <p:cNvPr id="46102" name="直接连接符 38934"/>
            <p:cNvSpPr/>
            <p:nvPr/>
          </p:nvSpPr>
          <p:spPr>
            <a:xfrm>
              <a:off x="9348" y="3598"/>
              <a:ext cx="0" cy="3250"/>
            </a:xfrm>
            <a:prstGeom prst="line">
              <a:avLst/>
            </a:prstGeom>
            <a:ln w="9525" cap="flat" cmpd="sng">
              <a:solidFill>
                <a:srgbClr val="000000"/>
              </a:solidFill>
              <a:prstDash val="dash"/>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6103" name="文本框 38935"/>
            <p:cNvSpPr txBox="1"/>
            <p:nvPr/>
          </p:nvSpPr>
          <p:spPr>
            <a:xfrm>
              <a:off x="7281" y="2850"/>
              <a:ext cx="1495" cy="564"/>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程序</a:t>
              </a:r>
              <a:r>
                <a:rPr lang="en-US" altLang="x-none" sz="1400" b="0" dirty="0">
                  <a:solidFill>
                    <a:schemeClr val="tx1"/>
                  </a:solidFill>
                  <a:latin typeface="DejaVu Sans" panose="020B0603030804020204" charset="0"/>
                  <a:ea typeface="方正书宋_GBK" panose="02000000000000000000" charset="-122"/>
                </a:rPr>
                <a:t>A</a:t>
              </a:r>
              <a:endParaRPr lang="en-US" altLang="x-none" sz="1400" b="0" dirty="0">
                <a:solidFill>
                  <a:schemeClr val="tx1"/>
                </a:solidFill>
                <a:latin typeface="DejaVu Sans" panose="020B0603030804020204" charset="0"/>
                <a:ea typeface="方正书宋_GBK" panose="02000000000000000000" charset="-122"/>
              </a:endParaRPr>
            </a:p>
          </p:txBody>
        </p:sp>
        <p:sp>
          <p:nvSpPr>
            <p:cNvPr id="46105" name="文本框 38937"/>
            <p:cNvSpPr txBox="1"/>
            <p:nvPr/>
          </p:nvSpPr>
          <p:spPr>
            <a:xfrm>
              <a:off x="9345" y="6848"/>
              <a:ext cx="1933" cy="748"/>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输出结束</a:t>
              </a:r>
              <a:endParaRPr lang="zh-CN" altLang="en-US" sz="1400" b="0" dirty="0">
                <a:solidFill>
                  <a:schemeClr val="tx1"/>
                </a:solidFill>
                <a:latin typeface="DejaVu Sans" panose="020B0603030804020204" charset="0"/>
                <a:ea typeface="方正书宋_GBK" panose="02000000000000000000" charset="-122"/>
              </a:endParaRPr>
            </a:p>
          </p:txBody>
        </p:sp>
        <p:sp>
          <p:nvSpPr>
            <p:cNvPr id="46106" name="直接连接符 38938"/>
            <p:cNvSpPr/>
            <p:nvPr/>
          </p:nvSpPr>
          <p:spPr>
            <a:xfrm>
              <a:off x="7146" y="3598"/>
              <a:ext cx="0" cy="3250"/>
            </a:xfrm>
            <a:prstGeom prst="line">
              <a:avLst/>
            </a:prstGeom>
            <a:ln w="9525" cap="flat" cmpd="sng">
              <a:solidFill>
                <a:srgbClr val="000000"/>
              </a:solidFill>
              <a:prstDash val="dash"/>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6107" name="直接连接符 38939"/>
            <p:cNvSpPr/>
            <p:nvPr/>
          </p:nvSpPr>
          <p:spPr>
            <a:xfrm>
              <a:off x="4436" y="3598"/>
              <a:ext cx="2690" cy="1"/>
            </a:xfrm>
            <a:prstGeom prst="line">
              <a:avLst/>
            </a:prstGeom>
            <a:ln w="76200" cap="flat" cmpd="sng">
              <a:solidFill>
                <a:srgbClr val="FF0000"/>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6108" name="文本框 38940"/>
            <p:cNvSpPr txBox="1"/>
            <p:nvPr/>
          </p:nvSpPr>
          <p:spPr>
            <a:xfrm>
              <a:off x="3118" y="2905"/>
              <a:ext cx="1495" cy="843"/>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程序</a:t>
              </a:r>
              <a:r>
                <a:rPr lang="en-US" altLang="x-none" sz="1400" b="0" dirty="0">
                  <a:solidFill>
                    <a:schemeClr val="tx1"/>
                  </a:solidFill>
                  <a:latin typeface="DejaVu Sans" panose="020B0603030804020204" charset="0"/>
                  <a:ea typeface="方正书宋_GBK" panose="02000000000000000000" charset="-122"/>
                </a:rPr>
                <a:t>A</a:t>
              </a:r>
              <a:endParaRPr lang="en-US" altLang="x-none" sz="1400" b="0" dirty="0">
                <a:solidFill>
                  <a:schemeClr val="tx1"/>
                </a:solidFill>
                <a:latin typeface="DejaVu Sans" panose="020B0603030804020204" charset="0"/>
                <a:ea typeface="方正书宋_GBK" panose="02000000000000000000" charset="-122"/>
              </a:endParaRPr>
            </a:p>
          </p:txBody>
        </p:sp>
        <p:sp>
          <p:nvSpPr>
            <p:cNvPr id="46109" name="文本框 38941"/>
            <p:cNvSpPr txBox="1"/>
            <p:nvPr/>
          </p:nvSpPr>
          <p:spPr>
            <a:xfrm>
              <a:off x="4988" y="2935"/>
              <a:ext cx="1553" cy="840"/>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程序</a:t>
              </a:r>
              <a:r>
                <a:rPr lang="en-US" altLang="x-none" sz="1400" b="0" dirty="0">
                  <a:solidFill>
                    <a:schemeClr val="tx1"/>
                  </a:solidFill>
                  <a:latin typeface="DejaVu Sans" panose="020B0603030804020204" charset="0"/>
                  <a:ea typeface="方正书宋_GBK" panose="02000000000000000000" charset="-122"/>
                </a:rPr>
                <a:t>B</a:t>
              </a:r>
              <a:endParaRPr lang="en-US" altLang="x-none" sz="1400" b="0" dirty="0">
                <a:solidFill>
                  <a:schemeClr val="tx1"/>
                </a:solidFill>
                <a:latin typeface="DejaVu Sans" panose="020B0603030804020204" charset="0"/>
                <a:ea typeface="方正书宋_GBK" panose="02000000000000000000" charset="-122"/>
              </a:endParaRPr>
            </a:p>
          </p:txBody>
        </p:sp>
        <p:sp>
          <p:nvSpPr>
            <p:cNvPr id="46110" name="直接连接符 38942"/>
            <p:cNvSpPr/>
            <p:nvPr/>
          </p:nvSpPr>
          <p:spPr>
            <a:xfrm>
              <a:off x="4365" y="3598"/>
              <a:ext cx="0" cy="1505"/>
            </a:xfrm>
            <a:prstGeom prst="line">
              <a:avLst/>
            </a:prstGeom>
            <a:ln w="9525" cap="flat" cmpd="sng">
              <a:solidFill>
                <a:srgbClr val="000000"/>
              </a:solidFill>
              <a:prstDash val="dash"/>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6111" name="文本框 38943"/>
            <p:cNvSpPr txBox="1"/>
            <p:nvPr/>
          </p:nvSpPr>
          <p:spPr>
            <a:xfrm>
              <a:off x="3393" y="4828"/>
              <a:ext cx="1043" cy="825"/>
            </a:xfrm>
            <a:prstGeom prst="rect">
              <a:avLst/>
            </a:prstGeom>
            <a:noFill/>
            <a:ln w="9525">
              <a:noFill/>
              <a:miter/>
            </a:ln>
          </p:spPr>
          <p:txBody>
            <a:bodyPr anchor="t"/>
            <a:p>
              <a:pPr lvl="0" algn="just"/>
              <a:r>
                <a:rPr lang="x-none" altLang="zh-CN" sz="1400" b="0" dirty="0">
                  <a:solidFill>
                    <a:schemeClr val="tx1"/>
                  </a:solidFill>
                  <a:latin typeface="DejaVu Sans" panose="020B0603030804020204" charset="0"/>
                  <a:ea typeface="方正书宋_GBK" panose="02000000000000000000" charset="-122"/>
                  <a:sym typeface="+mn-ea"/>
                </a:rPr>
                <a:t>请求</a:t>
              </a:r>
              <a:endParaRPr lang="x-none" altLang="zh-CN" sz="1400" b="0" dirty="0">
                <a:solidFill>
                  <a:schemeClr val="tx1"/>
                </a:solidFill>
                <a:latin typeface="DejaVu Sans" panose="020B0603030804020204" charset="0"/>
                <a:ea typeface="方正书宋_GBK" panose="02000000000000000000" charset="-122"/>
                <a:sym typeface="+mn-ea"/>
              </a:endParaRPr>
            </a:p>
            <a:p>
              <a:pPr lvl="0" algn="just"/>
              <a:r>
                <a:rPr lang="zh-CN" altLang="en-US" sz="1400" b="0" dirty="0">
                  <a:solidFill>
                    <a:schemeClr val="tx1"/>
                  </a:solidFill>
                  <a:latin typeface="DejaVu Sans" panose="020B0603030804020204" charset="0"/>
                  <a:ea typeface="方正书宋_GBK" panose="02000000000000000000" charset="-122"/>
                </a:rPr>
                <a:t>输入</a:t>
              </a:r>
              <a:endParaRPr lang="x-none" altLang="zh-CN" sz="1400" b="0" dirty="0">
                <a:solidFill>
                  <a:schemeClr val="tx1"/>
                </a:solidFill>
                <a:latin typeface="DejaVu Sans" panose="020B0603030804020204" charset="0"/>
                <a:ea typeface="方正书宋_GBK" panose="02000000000000000000" charset="-122"/>
              </a:endParaRPr>
            </a:p>
          </p:txBody>
        </p:sp>
        <p:sp>
          <p:nvSpPr>
            <p:cNvPr id="46112" name="直接连接符 38944"/>
            <p:cNvSpPr/>
            <p:nvPr/>
          </p:nvSpPr>
          <p:spPr>
            <a:xfrm>
              <a:off x="3118" y="3598"/>
              <a:ext cx="1248" cy="0"/>
            </a:xfrm>
            <a:prstGeom prst="line">
              <a:avLst/>
            </a:prstGeom>
            <a:ln w="76200"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6113" name="文本框 38945"/>
            <p:cNvSpPr txBox="1"/>
            <p:nvPr/>
          </p:nvSpPr>
          <p:spPr>
            <a:xfrm>
              <a:off x="1000" y="6588"/>
              <a:ext cx="1895" cy="898"/>
            </a:xfrm>
            <a:prstGeom prst="rect">
              <a:avLst/>
            </a:prstGeom>
            <a:noFill/>
            <a:ln w="9525">
              <a:noFill/>
              <a:miter/>
            </a:ln>
          </p:spPr>
          <p:txBody>
            <a:bodyPr anchor="t"/>
            <a:p>
              <a:pPr lvl="0" algn="just"/>
              <a:r>
                <a:rPr lang="zh-CN" altLang="en-US" sz="1400" b="0" dirty="0">
                  <a:solidFill>
                    <a:schemeClr val="tx1"/>
                  </a:solidFill>
                  <a:latin typeface="DejaVu Sans" panose="020B0603030804020204" charset="0"/>
                  <a:ea typeface="方正书宋_GBK" panose="02000000000000000000" charset="-122"/>
                </a:rPr>
                <a:t>外部设备</a:t>
              </a:r>
              <a:endParaRPr lang="zh-CN" altLang="en-US" sz="1400" b="0" dirty="0">
                <a:solidFill>
                  <a:schemeClr val="tx1"/>
                </a:solidFill>
                <a:latin typeface="DejaVu Sans" panose="020B0603030804020204" charset="0"/>
                <a:ea typeface="方正书宋_GBK" panose="02000000000000000000" charset="-122"/>
              </a:endParaRPr>
            </a:p>
          </p:txBody>
        </p:sp>
        <p:sp>
          <p:nvSpPr>
            <p:cNvPr id="46115" name="文本框 38946"/>
            <p:cNvSpPr txBox="1"/>
            <p:nvPr/>
          </p:nvSpPr>
          <p:spPr>
            <a:xfrm>
              <a:off x="6048" y="7815"/>
              <a:ext cx="3822" cy="530"/>
            </a:xfrm>
            <a:prstGeom prst="rect">
              <a:avLst/>
            </a:prstGeom>
            <a:noFill/>
            <a:ln w="9525">
              <a:noFill/>
              <a:miter/>
            </a:ln>
          </p:spPr>
          <p:txBody>
            <a:bodyPr anchor="t">
              <a:spAutoFit/>
            </a:bodyPr>
            <a:p>
              <a:pPr lvl="0">
                <a:spcBef>
                  <a:spcPct val="50000"/>
                </a:spcBef>
              </a:pPr>
              <a:r>
                <a:rPr lang="zh-CN" altLang="en-US" sz="1600" b="0" dirty="0">
                  <a:solidFill>
                    <a:schemeClr val="tx1"/>
                  </a:solidFill>
                  <a:latin typeface="DejaVu Sans" panose="020B0603030804020204" charset="0"/>
                  <a:ea typeface="方正书宋_GBK" panose="02000000000000000000" charset="-122"/>
                </a:rPr>
                <a:t>多道程序工作示例</a:t>
              </a:r>
              <a:endParaRPr lang="zh-CN" altLang="en-US" sz="1600" b="0" dirty="0">
                <a:solidFill>
                  <a:schemeClr val="tx1"/>
                </a:solidFill>
                <a:latin typeface="DejaVu Sans" panose="020B0603030804020204" charset="0"/>
                <a:ea typeface="方正书宋_GBK" panose="02000000000000000000" charset="-122"/>
              </a:endParaRPr>
            </a:p>
          </p:txBody>
        </p:sp>
        <p:sp>
          <p:nvSpPr>
            <p:cNvPr id="4" name="直接连接符 38929"/>
            <p:cNvSpPr/>
            <p:nvPr/>
          </p:nvSpPr>
          <p:spPr>
            <a:xfrm>
              <a:off x="6541" y="5103"/>
              <a:ext cx="600" cy="0"/>
            </a:xfrm>
            <a:prstGeom prst="line">
              <a:avLst/>
            </a:prstGeom>
            <a:ln w="38100" cap="flat" cmpd="sng">
              <a:solidFill>
                <a:schemeClr val="tx1">
                  <a:lumMod val="95000"/>
                  <a:lumOff val="5000"/>
                </a:schemeClr>
              </a:solidFill>
              <a:prstDash val="sysDot"/>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5" name="直接连接符 38929"/>
            <p:cNvSpPr/>
            <p:nvPr/>
          </p:nvSpPr>
          <p:spPr>
            <a:xfrm>
              <a:off x="8667" y="5103"/>
              <a:ext cx="600" cy="0"/>
            </a:xfrm>
            <a:prstGeom prst="line">
              <a:avLst/>
            </a:prstGeom>
            <a:ln w="38100" cap="flat" cmpd="sng">
              <a:solidFill>
                <a:schemeClr val="tx1">
                  <a:lumMod val="95000"/>
                  <a:lumOff val="5000"/>
                </a:schemeClr>
              </a:solidFill>
              <a:prstDash val="sysDot"/>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gr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4608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文本框 39937"/>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25</a:t>
            </a:r>
            <a:endParaRPr lang="zh-CN" altLang="en-US" sz="1400" b="0" dirty="0">
              <a:solidFill>
                <a:schemeClr val="tx2"/>
              </a:solidFill>
              <a:latin typeface="DejaVu Sans" panose="020B0603030804020204" charset="0"/>
              <a:ea typeface="方正书宋_GBK" panose="02000000000000000000" charset="-122"/>
            </a:endParaRPr>
          </a:p>
        </p:txBody>
      </p:sp>
      <p:sp>
        <p:nvSpPr>
          <p:cNvPr id="47107" name="矩形 39938"/>
          <p:cNvSpPr/>
          <p:nvPr/>
        </p:nvSpPr>
        <p:spPr>
          <a:xfrm>
            <a:off x="230823" y="981393"/>
            <a:ext cx="8555038" cy="1990725"/>
          </a:xfrm>
          <a:prstGeom prst="rect">
            <a:avLst/>
          </a:prstGeom>
          <a:noFill/>
          <a:ln w="9525">
            <a:noFill/>
            <a:miter/>
          </a:ln>
        </p:spPr>
        <p:txBody>
          <a:bodyPr>
            <a:spAutoFit/>
          </a:bodyPr>
          <a:p>
            <a:pPr marL="533400" lvl="0" indent="-533400" algn="l" fontAlgn="base">
              <a:lnSpc>
                <a:spcPct val="130000"/>
              </a:lnSpc>
              <a:spcBef>
                <a:spcPct val="30000"/>
              </a:spcBef>
              <a:buClr>
                <a:schemeClr val="tx2"/>
              </a:buClr>
              <a:buSzPct val="95000"/>
            </a:pPr>
            <a:r>
              <a:rPr lang="zh-CN" altLang="en-US" sz="2000" b="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cs typeface="+mn-ea"/>
              </a:rPr>
              <a:t>　　</a:t>
            </a: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在计算机主存中同时存放几道相互独立的程序。这些程序在管理程序控制之下，相互穿插地运行。当某道程序因某种原因不能继续运行下去时</a:t>
            </a:r>
            <a:r>
              <a:rPr lang="en-US" altLang="x-none"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如等待外部设备传输数据</a:t>
            </a:r>
            <a:r>
              <a:rPr lang="en-US" altLang="x-none"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，管理程序便将另一道程序投入运行。</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47108" name="矩形 39939"/>
          <p:cNvSpPr/>
          <p:nvPr/>
        </p:nvSpPr>
        <p:spPr>
          <a:xfrm>
            <a:off x="131763" y="522605"/>
            <a:ext cx="6302375" cy="566738"/>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③ </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什么是</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多道程序程序设计技术</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7109" name="矩形 39940"/>
          <p:cNvSpPr/>
          <p:nvPr/>
        </p:nvSpPr>
        <p:spPr>
          <a:xfrm>
            <a:off x="603250" y="3332480"/>
            <a:ext cx="7938770" cy="2710180"/>
          </a:xfrm>
          <a:prstGeom prst="rect">
            <a:avLst/>
          </a:prstGeom>
          <a:noFill/>
          <a:ln w="9525">
            <a:noFill/>
            <a:miter/>
          </a:ln>
        </p:spPr>
        <p:txBody>
          <a:bodyPr wrap="square">
            <a:spAutoFit/>
          </a:bodyPr>
          <a:p>
            <a:pPr lvl="0" algn="l" fontAlgn="base">
              <a:lnSpc>
                <a:spcPct val="130000"/>
              </a:lnSpc>
              <a:spcBef>
                <a:spcPct val="30000"/>
              </a:spcBef>
              <a:buClr>
                <a:schemeClr val="tx2"/>
              </a:buClr>
              <a:buSzPct val="95000"/>
              <a:buChar char="Ø"/>
            </a:pP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多道：同时存在几个相互独立的程序运行。</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lvl="0" algn="l" fontAlgn="base">
              <a:lnSpc>
                <a:spcPct val="130000"/>
              </a:lnSpc>
              <a:spcBef>
                <a:spcPct val="30000"/>
              </a:spcBef>
              <a:buClr>
                <a:schemeClr val="tx2"/>
              </a:buClr>
              <a:buSzPct val="95000"/>
              <a:buChar char="Ø"/>
            </a:pP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宏观上并行：每个作业都已开始进入系统运行，可以在不同的部件上进行操作，都在向前推进，但都尚未完成。</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lvl="0" algn="l" fontAlgn="base">
              <a:lnSpc>
                <a:spcPct val="130000"/>
              </a:lnSpc>
              <a:spcBef>
                <a:spcPct val="30000"/>
              </a:spcBef>
              <a:buClr>
                <a:schemeClr val="tx2"/>
              </a:buClr>
              <a:buSzPct val="95000"/>
              <a:buChar char="Ø"/>
            </a:pP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Symbol" panose="05050102010706020507" pitchFamily="2" charset="2"/>
              </a:rPr>
              <a:t>微</a:t>
            </a: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观上串行：在任一时刻，在单处理机上运行的作业只有一个</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47110" name="矩形 39941"/>
          <p:cNvSpPr/>
          <p:nvPr/>
        </p:nvSpPr>
        <p:spPr>
          <a:xfrm>
            <a:off x="119063" y="2871153"/>
            <a:ext cx="6302375" cy="566738"/>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④ </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多道运行的特征</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7111" name="矩形 39942"/>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47108" grpId="0" build="p"/>
      <p:bldP spid="47110"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8" name="矩形 39939"/>
          <p:cNvSpPr/>
          <p:nvPr/>
        </p:nvSpPr>
        <p:spPr>
          <a:xfrm>
            <a:off x="328930" y="1096010"/>
            <a:ext cx="8091170" cy="4518025"/>
          </a:xfrm>
          <a:prstGeom prst="rect">
            <a:avLst/>
          </a:prstGeom>
          <a:noFill/>
          <a:ln w="9525">
            <a:noFill/>
            <a:miter/>
          </a:ln>
        </p:spPr>
        <p:txBody>
          <a:bodyPr wrap="square">
            <a:spAutoFit/>
          </a:bodyPr>
          <a:p>
            <a:pPr marL="914400" lvl="1" indent="-457200" algn="l" fontAlgn="base">
              <a:lnSpc>
                <a:spcPct val="130000"/>
              </a:lnSpc>
              <a:spcBef>
                <a:spcPct val="30000"/>
              </a:spcBef>
              <a:buClr>
                <a:schemeClr val="tx2"/>
              </a:buClr>
              <a:buSzPct val="95000"/>
            </a:pPr>
            <a:r>
              <a:rPr lang="zh-CN" altLang="en-US" sz="2400" b="0" strike="noStrike" noProof="1" dirty="0">
                <a:solidFill>
                  <a:schemeClr val="tx1"/>
                </a:solidFill>
                <a:effectLst/>
                <a:latin typeface="DejaVu Sans" panose="020B0603030804020204" charset="0"/>
                <a:ea typeface="方正书宋_GBK" panose="02000000000000000000" charset="-122"/>
              </a:rPr>
              <a:t>早期人们使用计算机的方式是</a:t>
            </a:r>
            <a:r>
              <a:rPr lang="zh-CN" altLang="en-US" sz="2400" strike="noStrike" noProof="1" dirty="0">
                <a:solidFill>
                  <a:srgbClr val="C00000"/>
                </a:solidFill>
                <a:effectLst/>
                <a:latin typeface="DejaVu Sans" panose="020B0603030804020204" charset="0"/>
                <a:ea typeface="方正书宋_GBK" panose="02000000000000000000" charset="-122"/>
              </a:rPr>
              <a:t>脱机操作方式</a:t>
            </a:r>
            <a:r>
              <a:rPr lang="zh-CN" altLang="en-US" sz="2400" b="0" strike="noStrike" noProof="1" dirty="0">
                <a:solidFill>
                  <a:schemeClr val="tx1"/>
                </a:solidFill>
                <a:effectLst/>
                <a:latin typeface="DejaVu Sans" panose="020B0603030804020204" charset="0"/>
                <a:ea typeface="方正书宋_GBK" panose="02000000000000000000" charset="-122"/>
              </a:rPr>
              <a:t>（这里的脱机指的是用户使用计算机的操作方式）：程序运行过程中，用户不能直接实施控制，必须一次性把程序和数据一起提交给系统，等待运行结果（打印输出）。</a:t>
            </a:r>
            <a:endParaRPr lang="zh-CN" altLang="en-US" sz="2400" b="0" strike="noStrike" noProof="1" dirty="0">
              <a:solidFill>
                <a:schemeClr val="tx1"/>
              </a:solidFill>
              <a:effectLst/>
              <a:latin typeface="DejaVu Sans" panose="020B0603030804020204" charset="0"/>
              <a:ea typeface="方正书宋_GBK" panose="02000000000000000000" charset="-122"/>
            </a:endParaRPr>
          </a:p>
          <a:p>
            <a:pPr marL="914400" lvl="1" indent="-457200" algn="l" fontAlgn="base">
              <a:lnSpc>
                <a:spcPct val="130000"/>
              </a:lnSpc>
              <a:spcBef>
                <a:spcPct val="30000"/>
              </a:spcBef>
              <a:buClr>
                <a:schemeClr val="tx2"/>
              </a:buClr>
              <a:buSzPct val="95000"/>
            </a:pPr>
            <a:r>
              <a:rPr lang="zh-CN" altLang="en-US" sz="2400" b="0" strike="noStrike" noProof="1" dirty="0">
                <a:solidFill>
                  <a:schemeClr val="tx1"/>
                </a:solidFill>
                <a:effectLst/>
                <a:latin typeface="DejaVu Sans" panose="020B0603030804020204" charset="0"/>
                <a:ea typeface="方正书宋_GBK" panose="02000000000000000000" charset="-122"/>
              </a:rPr>
              <a:t>人们希望能够</a:t>
            </a:r>
            <a:r>
              <a:rPr lang="zh-CN" altLang="en-US" sz="2400" strike="noStrike" noProof="1" dirty="0">
                <a:solidFill>
                  <a:srgbClr val="C00000"/>
                </a:solidFill>
                <a:effectLst/>
                <a:latin typeface="DejaVu Sans" panose="020B0603030804020204" charset="0"/>
                <a:ea typeface="方正书宋_GBK" panose="02000000000000000000" charset="-122"/>
              </a:rPr>
              <a:t>联机操作方式</a:t>
            </a:r>
            <a:r>
              <a:rPr lang="zh-CN" altLang="en-US" sz="2400" b="0" strike="noStrike" noProof="1" dirty="0">
                <a:solidFill>
                  <a:schemeClr val="tx1"/>
                </a:solidFill>
                <a:effectLst/>
                <a:latin typeface="DejaVu Sans" panose="020B0603030804020204" charset="0"/>
                <a:ea typeface="方正书宋_GBK" panose="02000000000000000000" charset="-122"/>
              </a:rPr>
              <a:t>：直接控制程序的运行，通过终端向计算机发出控制命令，系统运行时输出必要信息，用户根据信息决定下一个的操作。用户和计算机之间可以</a:t>
            </a:r>
            <a:r>
              <a:rPr lang="en-US" altLang="zh-CN" sz="2400" b="0" strike="noStrike" noProof="1" dirty="0">
                <a:solidFill>
                  <a:schemeClr val="tx1"/>
                </a:solidFill>
                <a:effectLst/>
                <a:latin typeface="DejaVu Sans" panose="020B0603030804020204" charset="0"/>
                <a:ea typeface="方正书宋_GBK" panose="02000000000000000000" charset="-122"/>
              </a:rPr>
              <a:t>“</a:t>
            </a:r>
            <a:r>
              <a:rPr lang="zh-CN" altLang="en-US" sz="2400" b="0" strike="noStrike" noProof="1" dirty="0">
                <a:solidFill>
                  <a:schemeClr val="tx1"/>
                </a:solidFill>
                <a:effectLst/>
                <a:latin typeface="DejaVu Sans" panose="020B0603030804020204" charset="0"/>
                <a:ea typeface="方正书宋_GBK" panose="02000000000000000000" charset="-122"/>
              </a:rPr>
              <a:t>交互会话</a:t>
            </a:r>
            <a:r>
              <a:rPr lang="en-US" altLang="zh-CN" sz="2400" b="0" strike="noStrike" noProof="1" dirty="0">
                <a:solidFill>
                  <a:schemeClr val="tx1"/>
                </a:solidFill>
                <a:effectLst/>
                <a:latin typeface="DejaVu Sans" panose="020B0603030804020204" charset="0"/>
                <a:ea typeface="方正书宋_GBK" panose="02000000000000000000" charset="-122"/>
              </a:rPr>
              <a:t>”</a:t>
            </a:r>
            <a:r>
              <a:rPr lang="zh-CN" altLang="en-US" sz="2400" b="0" strike="noStrike" noProof="1" dirty="0">
                <a:solidFill>
                  <a:schemeClr val="tx1"/>
                </a:solidFill>
                <a:effectLst/>
                <a:latin typeface="DejaVu Sans" panose="020B0603030804020204" charset="0"/>
                <a:ea typeface="方正书宋_GBK" panose="02000000000000000000" charset="-122"/>
              </a:rPr>
              <a:t>。</a:t>
            </a:r>
            <a:endParaRPr lang="zh-CN" altLang="en-US" sz="2400" b="0" strike="noStrike" noProof="1" dirty="0">
              <a:solidFill>
                <a:schemeClr val="tx1"/>
              </a:solidFill>
              <a:effectLst/>
              <a:latin typeface="DejaVu Sans" panose="020B0603030804020204" charset="0"/>
              <a:ea typeface="方正书宋_GBK" panose="02000000000000000000" charset="-122"/>
            </a:endParaRPr>
          </a:p>
        </p:txBody>
      </p:sp>
      <p:sp>
        <p:nvSpPr>
          <p:cNvPr id="47111" name="矩形 39942"/>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47108"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5" name="矩形 40962"/>
          <p:cNvSpPr/>
          <p:nvPr/>
        </p:nvSpPr>
        <p:spPr>
          <a:xfrm>
            <a:off x="339090" y="1646238"/>
            <a:ext cx="8591550" cy="1371600"/>
          </a:xfrm>
          <a:prstGeom prst="rect">
            <a:avLst/>
          </a:prstGeom>
          <a:noFill/>
          <a:ln w="9525">
            <a:noFill/>
            <a:miter/>
          </a:ln>
        </p:spPr>
        <p:txBody>
          <a:bodyPr>
            <a:spAutoFit/>
          </a:bodyPr>
          <a:p>
            <a:pPr marL="914400" lvl="1" indent="-457200" algn="l" fontAlgn="base">
              <a:lnSpc>
                <a:spcPct val="120000"/>
              </a:lnSpc>
              <a:spcBef>
                <a:spcPct val="30000"/>
              </a:spcBef>
              <a:buClr>
                <a:schemeClr val="tx2"/>
              </a:buClr>
              <a:buSzPct val="95000"/>
            </a:pP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所谓分时技术，是把处理机时间划分成很短的时间片</a:t>
            </a:r>
            <a:r>
              <a:rPr lang="en-US" altLang="x-none"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如几百毫秒</a:t>
            </a:r>
            <a:r>
              <a:rPr lang="en-US" altLang="x-none"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轮地</a:t>
            </a:r>
            <a:endPar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914400" lvl="1" indent="-457200" algn="l" fontAlgn="base">
              <a:lnSpc>
                <a:spcPct val="120000"/>
              </a:lnSpc>
              <a:spcBef>
                <a:spcPct val="30000"/>
              </a:spcBef>
              <a:buClr>
                <a:schemeClr val="tx2"/>
              </a:buClr>
              <a:buSzPct val="95000"/>
            </a:pP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分配给各个</a:t>
            </a:r>
            <a:r>
              <a:rPr lang="x-none" altLang="zh-CN"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用户</a:t>
            </a: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程序使用，如果某个</a:t>
            </a:r>
            <a:r>
              <a:rPr lang="x-none" altLang="zh-CN"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用户</a:t>
            </a: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程序在分配的时间片用完之前</a:t>
            </a:r>
            <a:endPar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marL="914400" lvl="1" indent="-457200" algn="l" fontAlgn="base">
              <a:lnSpc>
                <a:spcPct val="120000"/>
              </a:lnSpc>
              <a:spcBef>
                <a:spcPct val="30000"/>
              </a:spcBef>
              <a:buClr>
                <a:schemeClr val="tx2"/>
              </a:buClr>
              <a:buSzPct val="95000"/>
            </a:pP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计算还未完成，该程序就暂时中断，等待下一轮继续计算。</a:t>
            </a:r>
            <a:endPar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grpSp>
        <p:nvGrpSpPr>
          <p:cNvPr id="49156" name="组合 49155"/>
          <p:cNvGrpSpPr/>
          <p:nvPr/>
        </p:nvGrpSpPr>
        <p:grpSpPr>
          <a:xfrm>
            <a:off x="1276668" y="3915093"/>
            <a:ext cx="5280025" cy="2524125"/>
            <a:chOff x="0" y="0"/>
            <a:chExt cx="5136" cy="3169"/>
          </a:xfrm>
        </p:grpSpPr>
        <p:pic>
          <p:nvPicPr>
            <p:cNvPr id="2" name="对象 40964"/>
            <p:cNvPicPr>
              <a:picLocks noChangeAspect="1"/>
            </p:cNvPicPr>
            <p:nvPr/>
          </p:nvPicPr>
          <p:blipFill>
            <a:blip r:embed="rId1"/>
            <a:stretch>
              <a:fillRect/>
            </a:stretch>
          </p:blipFill>
          <p:spPr>
            <a:xfrm>
              <a:off x="3346" y="0"/>
              <a:ext cx="1214" cy="2131"/>
            </a:xfrm>
            <a:prstGeom prst="rect">
              <a:avLst/>
            </a:prstGeom>
            <a:noFill/>
            <a:ln w="9525">
              <a:noFill/>
              <a:miter/>
            </a:ln>
          </p:spPr>
        </p:pic>
        <p:pic>
          <p:nvPicPr>
            <p:cNvPr id="49157" name="对象 40965"/>
            <p:cNvPicPr>
              <a:picLocks noChangeAspect="1"/>
            </p:cNvPicPr>
            <p:nvPr/>
          </p:nvPicPr>
          <p:blipFill>
            <a:blip r:embed="rId2"/>
            <a:stretch>
              <a:fillRect/>
            </a:stretch>
          </p:blipFill>
          <p:spPr>
            <a:xfrm>
              <a:off x="720" y="432"/>
              <a:ext cx="768" cy="625"/>
            </a:xfrm>
            <a:prstGeom prst="rect">
              <a:avLst/>
            </a:prstGeom>
            <a:noFill/>
            <a:ln w="9525">
              <a:noFill/>
              <a:miter/>
            </a:ln>
          </p:spPr>
        </p:pic>
        <p:pic>
          <p:nvPicPr>
            <p:cNvPr id="49158" name="对象 40966"/>
            <p:cNvPicPr>
              <a:picLocks noChangeAspect="1"/>
            </p:cNvPicPr>
            <p:nvPr/>
          </p:nvPicPr>
          <p:blipFill>
            <a:blip r:embed="rId2"/>
            <a:stretch>
              <a:fillRect/>
            </a:stretch>
          </p:blipFill>
          <p:spPr>
            <a:xfrm>
              <a:off x="720" y="1296"/>
              <a:ext cx="768" cy="625"/>
            </a:xfrm>
            <a:prstGeom prst="rect">
              <a:avLst/>
            </a:prstGeom>
            <a:noFill/>
            <a:ln w="9525">
              <a:noFill/>
              <a:miter/>
            </a:ln>
          </p:spPr>
        </p:pic>
        <p:pic>
          <p:nvPicPr>
            <p:cNvPr id="49159" name="对象 40967"/>
            <p:cNvPicPr>
              <a:picLocks noChangeAspect="1"/>
            </p:cNvPicPr>
            <p:nvPr/>
          </p:nvPicPr>
          <p:blipFill>
            <a:blip r:embed="rId2"/>
            <a:stretch>
              <a:fillRect/>
            </a:stretch>
          </p:blipFill>
          <p:spPr>
            <a:xfrm>
              <a:off x="720" y="2544"/>
              <a:ext cx="768" cy="625"/>
            </a:xfrm>
            <a:prstGeom prst="rect">
              <a:avLst/>
            </a:prstGeom>
            <a:noFill/>
            <a:ln w="9525">
              <a:noFill/>
              <a:miter/>
            </a:ln>
          </p:spPr>
        </p:pic>
        <p:sp>
          <p:nvSpPr>
            <p:cNvPr id="49160" name="文本框 40968"/>
            <p:cNvSpPr txBox="1"/>
            <p:nvPr/>
          </p:nvSpPr>
          <p:spPr>
            <a:xfrm>
              <a:off x="960" y="2065"/>
              <a:ext cx="288" cy="382"/>
            </a:xfrm>
            <a:prstGeom prst="rect">
              <a:avLst/>
            </a:prstGeom>
            <a:noFill/>
            <a:ln w="9525">
              <a:noFill/>
              <a:miter/>
            </a:ln>
          </p:spPr>
          <p:txBody>
            <a:bodyPr anchor="t">
              <a:spAutoFit/>
            </a:bodyPr>
            <a:p>
              <a:pPr lvl="0">
                <a:spcBef>
                  <a:spcPct val="50000"/>
                </a:spcBef>
              </a:pPr>
              <a:r>
                <a:rPr lang="en-US" altLang="x-none" sz="1400" dirty="0">
                  <a:solidFill>
                    <a:schemeClr val="tx1"/>
                  </a:solidFill>
                  <a:latin typeface="方正书宋_GBK" panose="02000000000000000000" charset="-122"/>
                  <a:ea typeface="方正书宋_GBK" panose="02000000000000000000" charset="-122"/>
                  <a:sym typeface="MT Extra" panose="05050102010205020202" pitchFamily="2" charset="2"/>
                </a:rPr>
                <a:t>┇</a:t>
              </a:r>
              <a:endParaRPr lang="en-US" altLang="x-none" sz="1400" dirty="0">
                <a:solidFill>
                  <a:schemeClr val="tx1"/>
                </a:solidFill>
                <a:latin typeface="方正书宋_GBK" panose="02000000000000000000" charset="-122"/>
                <a:ea typeface="方正书宋_GBK" panose="02000000000000000000" charset="-122"/>
                <a:sym typeface="MT Extra" panose="05050102010205020202" pitchFamily="2" charset="2"/>
              </a:endParaRPr>
            </a:p>
          </p:txBody>
        </p:sp>
        <p:sp>
          <p:nvSpPr>
            <p:cNvPr id="49161" name="直接连接符 40969"/>
            <p:cNvSpPr/>
            <p:nvPr/>
          </p:nvSpPr>
          <p:spPr>
            <a:xfrm>
              <a:off x="3552" y="1920"/>
              <a:ext cx="0" cy="192"/>
            </a:xfrm>
            <a:prstGeom prst="line">
              <a:avLst/>
            </a:prstGeom>
            <a:ln w="2857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9162" name="直接连接符 40970"/>
            <p:cNvSpPr/>
            <p:nvPr/>
          </p:nvSpPr>
          <p:spPr>
            <a:xfrm>
              <a:off x="1440" y="1488"/>
              <a:ext cx="432"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9163" name="直接连接符 40971"/>
            <p:cNvSpPr/>
            <p:nvPr/>
          </p:nvSpPr>
          <p:spPr>
            <a:xfrm>
              <a:off x="1872" y="1488"/>
              <a:ext cx="0" cy="816"/>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9164" name="直接连接符 40972"/>
            <p:cNvSpPr/>
            <p:nvPr/>
          </p:nvSpPr>
          <p:spPr>
            <a:xfrm>
              <a:off x="1872" y="2304"/>
              <a:ext cx="1824"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9165" name="直接连接符 40973"/>
            <p:cNvSpPr/>
            <p:nvPr/>
          </p:nvSpPr>
          <p:spPr>
            <a:xfrm>
              <a:off x="3692" y="1920"/>
              <a:ext cx="0" cy="384"/>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9166" name="直接连接符 40974"/>
            <p:cNvSpPr/>
            <p:nvPr/>
          </p:nvSpPr>
          <p:spPr>
            <a:xfrm>
              <a:off x="1440" y="624"/>
              <a:ext cx="72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9167" name="直接连接符 40975"/>
            <p:cNvSpPr/>
            <p:nvPr/>
          </p:nvSpPr>
          <p:spPr>
            <a:xfrm>
              <a:off x="2160" y="624"/>
              <a:ext cx="0" cy="1488"/>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9168" name="直接连接符 40976"/>
            <p:cNvSpPr/>
            <p:nvPr/>
          </p:nvSpPr>
          <p:spPr>
            <a:xfrm>
              <a:off x="2160" y="2112"/>
              <a:ext cx="1392"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9169" name="直接连接符 40977"/>
            <p:cNvSpPr/>
            <p:nvPr/>
          </p:nvSpPr>
          <p:spPr>
            <a:xfrm>
              <a:off x="1440" y="2736"/>
              <a:ext cx="244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9170" name="直接连接符 40978"/>
            <p:cNvSpPr/>
            <p:nvPr/>
          </p:nvSpPr>
          <p:spPr>
            <a:xfrm>
              <a:off x="3888" y="1943"/>
              <a:ext cx="0" cy="793"/>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49171" name="文本框 40979"/>
            <p:cNvSpPr txBox="1"/>
            <p:nvPr/>
          </p:nvSpPr>
          <p:spPr>
            <a:xfrm>
              <a:off x="4512" y="383"/>
              <a:ext cx="624" cy="382"/>
            </a:xfrm>
            <a:prstGeom prst="rect">
              <a:avLst/>
            </a:prstGeom>
            <a:noFill/>
            <a:ln w="9525">
              <a:noFill/>
              <a:miter/>
            </a:ln>
          </p:spPr>
          <p:txBody>
            <a:bodyPr anchor="t">
              <a:spAutoFit/>
            </a:bodyPr>
            <a:p>
              <a:pPr lvl="0">
                <a:spcBef>
                  <a:spcPct val="50000"/>
                </a:spcBef>
              </a:pPr>
              <a:r>
                <a:rPr lang="zh-CN" altLang="en-US" sz="1400" b="0" dirty="0">
                  <a:solidFill>
                    <a:schemeClr val="tx1"/>
                  </a:solidFill>
                  <a:latin typeface="DejaVu Sans" panose="020B0603030804020204" charset="0"/>
                  <a:ea typeface="方正书宋_GBK" panose="02000000000000000000" charset="-122"/>
                </a:rPr>
                <a:t>主机</a:t>
              </a:r>
              <a:endParaRPr lang="zh-CN" altLang="en-US" sz="1400" b="0" dirty="0">
                <a:solidFill>
                  <a:schemeClr val="tx1"/>
                </a:solidFill>
                <a:latin typeface="DejaVu Sans" panose="020B0603030804020204" charset="0"/>
                <a:ea typeface="方正书宋_GBK" panose="02000000000000000000" charset="-122"/>
              </a:endParaRPr>
            </a:p>
          </p:txBody>
        </p:sp>
        <p:sp>
          <p:nvSpPr>
            <p:cNvPr id="49172" name="文本框 40980"/>
            <p:cNvSpPr txBox="1"/>
            <p:nvPr/>
          </p:nvSpPr>
          <p:spPr>
            <a:xfrm>
              <a:off x="0" y="624"/>
              <a:ext cx="672" cy="382"/>
            </a:xfrm>
            <a:prstGeom prst="rect">
              <a:avLst/>
            </a:prstGeom>
            <a:noFill/>
            <a:ln w="9525">
              <a:noFill/>
              <a:miter/>
            </a:ln>
          </p:spPr>
          <p:txBody>
            <a:bodyPr anchor="t">
              <a:spAutoFit/>
            </a:bodyPr>
            <a:p>
              <a:pPr lvl="0">
                <a:spcBef>
                  <a:spcPct val="50000"/>
                </a:spcBef>
              </a:pPr>
              <a:r>
                <a:rPr lang="zh-CN" altLang="en-US" sz="1400" b="0" dirty="0">
                  <a:solidFill>
                    <a:schemeClr val="tx1"/>
                  </a:solidFill>
                  <a:latin typeface="DejaVu Sans" panose="020B0603030804020204" charset="0"/>
                  <a:ea typeface="方正书宋_GBK" panose="02000000000000000000" charset="-122"/>
                </a:rPr>
                <a:t>终端 </a:t>
              </a:r>
              <a:r>
                <a:rPr lang="en-US" altLang="x-none" sz="1400" b="0" dirty="0">
                  <a:solidFill>
                    <a:schemeClr val="tx1"/>
                  </a:solidFill>
                  <a:latin typeface="DejaVu Sans" panose="020B0603030804020204" charset="0"/>
                  <a:ea typeface="方正书宋_GBK" panose="02000000000000000000" charset="-122"/>
                </a:rPr>
                <a:t>1</a:t>
              </a:r>
              <a:endParaRPr lang="en-US" altLang="x-none" sz="1400" b="0" dirty="0">
                <a:solidFill>
                  <a:schemeClr val="tx1"/>
                </a:solidFill>
                <a:latin typeface="DejaVu Sans" panose="020B0603030804020204" charset="0"/>
                <a:ea typeface="方正书宋_GBK" panose="02000000000000000000" charset="-122"/>
              </a:endParaRPr>
            </a:p>
          </p:txBody>
        </p:sp>
        <p:sp>
          <p:nvSpPr>
            <p:cNvPr id="49173" name="文本框 40981"/>
            <p:cNvSpPr txBox="1"/>
            <p:nvPr/>
          </p:nvSpPr>
          <p:spPr>
            <a:xfrm>
              <a:off x="0" y="1439"/>
              <a:ext cx="672" cy="383"/>
            </a:xfrm>
            <a:prstGeom prst="rect">
              <a:avLst/>
            </a:prstGeom>
            <a:noFill/>
            <a:ln w="9525">
              <a:noFill/>
              <a:miter/>
            </a:ln>
          </p:spPr>
          <p:txBody>
            <a:bodyPr anchor="t">
              <a:spAutoFit/>
            </a:bodyPr>
            <a:p>
              <a:pPr lvl="0">
                <a:spcBef>
                  <a:spcPct val="50000"/>
                </a:spcBef>
              </a:pPr>
              <a:r>
                <a:rPr lang="zh-CN" altLang="en-US" sz="1400" b="0" dirty="0">
                  <a:solidFill>
                    <a:schemeClr val="tx1"/>
                  </a:solidFill>
                  <a:latin typeface="DejaVu Sans" panose="020B0603030804020204" charset="0"/>
                  <a:ea typeface="方正书宋_GBK" panose="02000000000000000000" charset="-122"/>
                </a:rPr>
                <a:t>终端 </a:t>
              </a:r>
              <a:r>
                <a:rPr lang="en-US" altLang="x-none" sz="1400" b="0" dirty="0">
                  <a:solidFill>
                    <a:schemeClr val="tx1"/>
                  </a:solidFill>
                  <a:latin typeface="DejaVu Sans" panose="020B0603030804020204" charset="0"/>
                  <a:ea typeface="方正书宋_GBK" panose="02000000000000000000" charset="-122"/>
                </a:rPr>
                <a:t>2</a:t>
              </a:r>
              <a:endParaRPr lang="en-US" altLang="x-none" sz="1400" b="0" dirty="0">
                <a:solidFill>
                  <a:schemeClr val="tx1"/>
                </a:solidFill>
                <a:latin typeface="DejaVu Sans" panose="020B0603030804020204" charset="0"/>
                <a:ea typeface="方正书宋_GBK" panose="02000000000000000000" charset="-122"/>
              </a:endParaRPr>
            </a:p>
          </p:txBody>
        </p:sp>
        <p:sp>
          <p:nvSpPr>
            <p:cNvPr id="49174" name="文本框 40982"/>
            <p:cNvSpPr txBox="1"/>
            <p:nvPr/>
          </p:nvSpPr>
          <p:spPr>
            <a:xfrm>
              <a:off x="0" y="2639"/>
              <a:ext cx="672" cy="382"/>
            </a:xfrm>
            <a:prstGeom prst="rect">
              <a:avLst/>
            </a:prstGeom>
            <a:noFill/>
            <a:ln w="9525">
              <a:noFill/>
              <a:miter/>
            </a:ln>
          </p:spPr>
          <p:txBody>
            <a:bodyPr anchor="t">
              <a:spAutoFit/>
            </a:bodyPr>
            <a:p>
              <a:pPr lvl="0">
                <a:spcBef>
                  <a:spcPct val="50000"/>
                </a:spcBef>
              </a:pPr>
              <a:r>
                <a:rPr lang="zh-CN" altLang="en-US" sz="1400" b="0" dirty="0">
                  <a:solidFill>
                    <a:schemeClr val="tx1"/>
                  </a:solidFill>
                  <a:latin typeface="DejaVu Sans" panose="020B0603030804020204" charset="0"/>
                  <a:ea typeface="方正书宋_GBK" panose="02000000000000000000" charset="-122"/>
                </a:rPr>
                <a:t>终端 </a:t>
              </a:r>
              <a:r>
                <a:rPr lang="en-US" altLang="x-none" sz="1400" b="0" dirty="0">
                  <a:solidFill>
                    <a:schemeClr val="tx1"/>
                  </a:solidFill>
                  <a:latin typeface="DejaVu Sans" panose="020B0603030804020204" charset="0"/>
                  <a:ea typeface="方正书宋_GBK" panose="02000000000000000000" charset="-122"/>
                </a:rPr>
                <a:t>n</a:t>
              </a:r>
              <a:endParaRPr lang="en-US" altLang="x-none" sz="1400" b="0" dirty="0">
                <a:solidFill>
                  <a:schemeClr val="tx1"/>
                </a:solidFill>
                <a:latin typeface="DejaVu Sans" panose="020B0603030804020204" charset="0"/>
                <a:ea typeface="方正书宋_GBK" panose="02000000000000000000" charset="-122"/>
              </a:endParaRPr>
            </a:p>
          </p:txBody>
        </p:sp>
      </p:grpSp>
      <p:sp>
        <p:nvSpPr>
          <p:cNvPr id="49176" name="文本框 40983"/>
          <p:cNvSpPr txBox="1"/>
          <p:nvPr/>
        </p:nvSpPr>
        <p:spPr>
          <a:xfrm>
            <a:off x="5828030" y="5983605"/>
            <a:ext cx="2398713" cy="336550"/>
          </a:xfrm>
          <a:prstGeom prst="rect">
            <a:avLst/>
          </a:prstGeom>
          <a:noFill/>
          <a:ln w="9525">
            <a:noFill/>
            <a:miter/>
          </a:ln>
        </p:spPr>
        <p:txBody>
          <a:bodyPr anchor="t">
            <a:spAutoFit/>
          </a:bodyPr>
          <a:p>
            <a:pPr lvl="0">
              <a:spcBef>
                <a:spcPct val="50000"/>
              </a:spcBef>
            </a:pPr>
            <a:r>
              <a:rPr lang="zh-CN" altLang="en-US" sz="1600" b="0" dirty="0">
                <a:solidFill>
                  <a:schemeClr val="tx1"/>
                </a:solidFill>
                <a:latin typeface="DejaVu Sans" panose="020B0603030804020204" charset="0"/>
                <a:ea typeface="方正书宋_GBK" panose="02000000000000000000" charset="-122"/>
              </a:rPr>
              <a:t>一个分时系统示例</a:t>
            </a:r>
            <a:endParaRPr lang="zh-CN" altLang="en-US" sz="1600" b="0" dirty="0">
              <a:solidFill>
                <a:schemeClr val="tx1"/>
              </a:solidFill>
              <a:latin typeface="DejaVu Sans" panose="020B0603030804020204" charset="0"/>
              <a:ea typeface="方正书宋_GBK" panose="02000000000000000000" charset="-122"/>
            </a:endParaRPr>
          </a:p>
        </p:txBody>
      </p:sp>
      <p:sp>
        <p:nvSpPr>
          <p:cNvPr id="49177" name="矩形 40984"/>
          <p:cNvSpPr/>
          <p:nvPr/>
        </p:nvSpPr>
        <p:spPr>
          <a:xfrm>
            <a:off x="665163" y="549275"/>
            <a:ext cx="4459288"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分时技术</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9178" name="矩形 40985"/>
          <p:cNvSpPr/>
          <p:nvPr/>
        </p:nvSpPr>
        <p:spPr>
          <a:xfrm>
            <a:off x="119063" y="1079500"/>
            <a:ext cx="6302375" cy="566738"/>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① </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什么是分时技术</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9179" name="矩形 40986"/>
          <p:cNvSpPr/>
          <p:nvPr/>
        </p:nvSpPr>
        <p:spPr>
          <a:xfrm>
            <a:off x="193993" y="3488055"/>
            <a:ext cx="8591550" cy="457200"/>
          </a:xfrm>
          <a:prstGeom prst="rect">
            <a:avLst/>
          </a:prstGeom>
          <a:noFill/>
          <a:ln w="9525">
            <a:noFill/>
            <a:miter/>
          </a:ln>
        </p:spPr>
        <p:txBody>
          <a:bodyPr>
            <a:spAutoFit/>
          </a:bodyPr>
          <a:p>
            <a:pPr marL="914400" lvl="1" indent="-457200" algn="l" fontAlgn="base">
              <a:lnSpc>
                <a:spcPct val="120000"/>
              </a:lnSpc>
              <a:spcBef>
                <a:spcPct val="20000"/>
              </a:spcBef>
              <a:buClr>
                <a:schemeClr val="tx2"/>
              </a:buClr>
              <a:buSzPct val="95000"/>
            </a:pPr>
            <a:r>
              <a:rPr lang="en-US" altLang="x-none"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a:t>
            </a:r>
            <a:r>
              <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一台计算机与许多终端设备连接，终端用户以联机方式使用计算机。</a:t>
            </a:r>
            <a:r>
              <a:rPr lang="zh-CN" altLang="en-US" sz="1800" b="0" i="1"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cs typeface="+mn-ea"/>
              </a:rPr>
              <a:t>　</a:t>
            </a:r>
            <a:endParaRPr lang="zh-CN" altLang="en-US" sz="1800" b="0" i="1"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9180" name="矩形 40987"/>
          <p:cNvSpPr/>
          <p:nvPr/>
        </p:nvSpPr>
        <p:spPr>
          <a:xfrm>
            <a:off x="120650" y="2938463"/>
            <a:ext cx="6302375" cy="566738"/>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② </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分时处理</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9181" name="矩形 40988"/>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49155" grpId="0"/>
      <p:bldP spid="49176" grpId="0"/>
      <p:bldP spid="49177" grpId="0"/>
      <p:bldP spid="49178" grpId="0"/>
      <p:bldP spid="49179" grpId="0"/>
      <p:bldP spid="4918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9" name="矩形 41986"/>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 name="矩形 41987"/>
          <p:cNvSpPr/>
          <p:nvPr/>
        </p:nvSpPr>
        <p:spPr>
          <a:xfrm>
            <a:off x="461645" y="935355"/>
            <a:ext cx="7863205" cy="5408295"/>
          </a:xfrm>
          <a:prstGeom prst="rect">
            <a:avLst/>
          </a:prstGeom>
          <a:noFill/>
          <a:ln w="9525">
            <a:noFill/>
            <a:miter/>
          </a:ln>
        </p:spPr>
        <p:txBody>
          <a:bodyPr anchor="t"/>
          <a:p>
            <a:pPr marL="571500" lvl="0" indent="-571500" algn="just">
              <a:spcBef>
                <a:spcPct val="20000"/>
              </a:spcBef>
              <a:buClr>
                <a:schemeClr val="accent1"/>
              </a:buClr>
              <a:buSzPct val="80000"/>
              <a:buFont typeface="Arial" panose="020B0604020202020204" pitchFamily="34" charset="0"/>
              <a:buChar char="•"/>
            </a:pPr>
            <a:r>
              <a:rPr lang="en-US" altLang="x-none" b="0" dirty="0">
                <a:solidFill>
                  <a:schemeClr val="tx1"/>
                </a:solidFill>
                <a:latin typeface="DejaVu Sans" panose="020B0603030804020204" charset="0"/>
                <a:ea typeface="方正书宋_GBK" panose="02000000000000000000" charset="-122"/>
              </a:rPr>
              <a:t>      1962</a:t>
            </a:r>
            <a:r>
              <a:rPr lang="zh-CN" altLang="en-US" b="0" dirty="0">
                <a:solidFill>
                  <a:schemeClr val="tx1"/>
                </a:solidFill>
                <a:latin typeface="DejaVu Sans" panose="020B0603030804020204" charset="0"/>
                <a:ea typeface="方正书宋_GBK" panose="02000000000000000000" charset="-122"/>
              </a:rPr>
              <a:t>年第一个分时系统</a:t>
            </a:r>
            <a:r>
              <a:rPr lang="en-US" altLang="x-none" b="0" dirty="0">
                <a:solidFill>
                  <a:schemeClr val="tx1"/>
                </a:solidFill>
                <a:latin typeface="DejaVu Sans" panose="020B0603030804020204" charset="0"/>
                <a:ea typeface="方正书宋_GBK" panose="02000000000000000000" charset="-122"/>
              </a:rPr>
              <a:t>CTSS</a:t>
            </a:r>
            <a:r>
              <a:rPr lang="zh-CN" altLang="en-US" b="0" dirty="0">
                <a:solidFill>
                  <a:schemeClr val="tx1"/>
                </a:solidFill>
                <a:latin typeface="DejaVu Sans" panose="020B0603030804020204" charset="0"/>
                <a:ea typeface="方正书宋_GBK" panose="02000000000000000000" charset="-122"/>
              </a:rPr>
              <a:t>，运行在</a:t>
            </a:r>
            <a:r>
              <a:rPr lang="en-US" altLang="x-none" b="0" dirty="0">
                <a:solidFill>
                  <a:schemeClr val="tx1"/>
                </a:solidFill>
                <a:latin typeface="DejaVu Sans" panose="020B0603030804020204" charset="0"/>
                <a:ea typeface="方正书宋_GBK" panose="02000000000000000000" charset="-122"/>
              </a:rPr>
              <a:t>IBM 7094</a:t>
            </a:r>
            <a:r>
              <a:rPr lang="zh-CN" altLang="en-US" b="0" dirty="0">
                <a:solidFill>
                  <a:schemeClr val="tx1"/>
                </a:solidFill>
                <a:latin typeface="DejaVu Sans" panose="020B0603030804020204" charset="0"/>
                <a:ea typeface="方正书宋_GBK" panose="02000000000000000000" charset="-122"/>
              </a:rPr>
              <a:t>机上，支持</a:t>
            </a:r>
            <a:r>
              <a:rPr lang="en-US" altLang="x-none" b="0" dirty="0">
                <a:solidFill>
                  <a:schemeClr val="tx1"/>
                </a:solidFill>
                <a:latin typeface="DejaVu Sans" panose="020B0603030804020204" charset="0"/>
                <a:ea typeface="方正书宋_GBK" panose="02000000000000000000" charset="-122"/>
              </a:rPr>
              <a:t>32</a:t>
            </a:r>
            <a:r>
              <a:rPr lang="zh-CN" altLang="en-US" b="0" dirty="0">
                <a:solidFill>
                  <a:schemeClr val="tx1"/>
                </a:solidFill>
                <a:latin typeface="DejaVu Sans" panose="020B0603030804020204" charset="0"/>
                <a:ea typeface="方正书宋_GBK" panose="02000000000000000000" charset="-122"/>
              </a:rPr>
              <a:t>个交互式用户同时工作。</a:t>
            </a:r>
            <a:endParaRPr lang="zh-CN" altLang="en-US" b="0" dirty="0">
              <a:solidFill>
                <a:schemeClr val="tx1"/>
              </a:solidFill>
              <a:latin typeface="DejaVu Sans" panose="020B0603030804020204" charset="0"/>
              <a:ea typeface="方正书宋_GBK" panose="02000000000000000000" charset="-122"/>
            </a:endParaRPr>
          </a:p>
          <a:p>
            <a:pPr marL="571500" lvl="0" indent="-571500" algn="just">
              <a:spcBef>
                <a:spcPct val="20000"/>
              </a:spcBef>
              <a:buClr>
                <a:schemeClr val="accent1"/>
              </a:buClr>
              <a:buSzPct val="80000"/>
              <a:buFont typeface="Arial" panose="020B0604020202020204" pitchFamily="34" charset="0"/>
              <a:buChar char="•"/>
            </a:pPr>
            <a:r>
              <a:rPr lang="en-US" altLang="x-none" b="0" dirty="0">
                <a:solidFill>
                  <a:schemeClr val="tx1"/>
                </a:solidFill>
                <a:latin typeface="DejaVu Sans" panose="020B0603030804020204" charset="0"/>
                <a:ea typeface="方正书宋_GBK" panose="02000000000000000000" charset="-122"/>
                <a:sym typeface="+mn-ea"/>
              </a:rPr>
              <a:t>       1965</a:t>
            </a:r>
            <a:r>
              <a:rPr lang="zh-CN" altLang="en-US" b="0" dirty="0">
                <a:solidFill>
                  <a:schemeClr val="tx1"/>
                </a:solidFill>
                <a:latin typeface="DejaVu Sans" panose="020B0603030804020204" charset="0"/>
                <a:ea typeface="方正书宋_GBK" panose="02000000000000000000" charset="-122"/>
                <a:sym typeface="+mn-ea"/>
              </a:rPr>
              <a:t>年在美国国防部支持下，</a:t>
            </a:r>
            <a:r>
              <a:rPr lang="en-US" altLang="x-none" b="0" dirty="0">
                <a:solidFill>
                  <a:schemeClr val="tx1"/>
                </a:solidFill>
                <a:latin typeface="DejaVu Sans" panose="020B0603030804020204" charset="0"/>
                <a:ea typeface="方正书宋_GBK" panose="02000000000000000000" charset="-122"/>
                <a:sym typeface="+mn-ea"/>
              </a:rPr>
              <a:t>MIT</a:t>
            </a:r>
            <a:r>
              <a:rPr lang="zh-CN" altLang="en-US" b="0" dirty="0">
                <a:solidFill>
                  <a:schemeClr val="tx1"/>
                </a:solidFill>
                <a:latin typeface="DejaVu Sans" panose="020B0603030804020204" charset="0"/>
                <a:ea typeface="方正书宋_GBK" panose="02000000000000000000" charset="-122"/>
                <a:sym typeface="+mn-ea"/>
              </a:rPr>
              <a:t>、</a:t>
            </a:r>
            <a:r>
              <a:rPr lang="en-US" altLang="x-none" b="0" dirty="0">
                <a:solidFill>
                  <a:schemeClr val="tx1"/>
                </a:solidFill>
                <a:latin typeface="DejaVu Sans" panose="020B0603030804020204" charset="0"/>
                <a:ea typeface="方正书宋_GBK" panose="02000000000000000000" charset="-122"/>
                <a:sym typeface="+mn-ea"/>
              </a:rPr>
              <a:t>BELL</a:t>
            </a:r>
            <a:r>
              <a:rPr lang="zh-CN" altLang="en-US" b="0" dirty="0">
                <a:solidFill>
                  <a:schemeClr val="tx1"/>
                </a:solidFill>
                <a:latin typeface="DejaVu Sans" panose="020B0603030804020204" charset="0"/>
                <a:ea typeface="方正书宋_GBK" panose="02000000000000000000" charset="-122"/>
                <a:sym typeface="+mn-ea"/>
              </a:rPr>
              <a:t>和</a:t>
            </a:r>
            <a:r>
              <a:rPr lang="en-US" altLang="x-none" b="0" dirty="0">
                <a:solidFill>
                  <a:schemeClr val="tx1"/>
                </a:solidFill>
                <a:latin typeface="DejaVu Sans" panose="020B0603030804020204" charset="0"/>
                <a:ea typeface="方正书宋_GBK" panose="02000000000000000000" charset="-122"/>
                <a:sym typeface="+mn-ea"/>
              </a:rPr>
              <a:t>GE</a:t>
            </a:r>
            <a:r>
              <a:rPr lang="zh-CN" altLang="en-US" b="0" dirty="0">
                <a:solidFill>
                  <a:schemeClr val="tx1"/>
                </a:solidFill>
                <a:latin typeface="DejaVu Sans" panose="020B0603030804020204" charset="0"/>
                <a:ea typeface="方正书宋_GBK" panose="02000000000000000000" charset="-122"/>
                <a:sym typeface="+mn-ea"/>
              </a:rPr>
              <a:t>公司开发“公用计算服务系统”，支持波士顿地区分时用户，这个系统就是</a:t>
            </a:r>
            <a:r>
              <a:rPr lang="en-US" altLang="x-none" b="0" dirty="0">
                <a:solidFill>
                  <a:schemeClr val="tx1"/>
                </a:solidFill>
                <a:latin typeface="DejaVu Sans" panose="020B0603030804020204" charset="0"/>
                <a:ea typeface="方正书宋_GBK" panose="02000000000000000000" charset="-122"/>
                <a:sym typeface="+mn-ea"/>
              </a:rPr>
              <a:t>MULTICS (MULTiplexed Information and Computing Service) </a:t>
            </a:r>
            <a:r>
              <a:rPr lang="zh-CN" altLang="en-US" b="0" dirty="0">
                <a:solidFill>
                  <a:schemeClr val="tx1"/>
                </a:solidFill>
                <a:latin typeface="DejaVu Sans" panose="020B0603030804020204" charset="0"/>
                <a:ea typeface="方正书宋_GBK" panose="02000000000000000000" charset="-122"/>
                <a:sym typeface="+mn-ea"/>
              </a:rPr>
              <a:t>。</a:t>
            </a:r>
            <a:endParaRPr lang="zh-CN" altLang="en-US" b="0" dirty="0">
              <a:solidFill>
                <a:schemeClr val="tx1"/>
              </a:solidFill>
              <a:latin typeface="DejaVu Sans" panose="020B0603030804020204" charset="0"/>
              <a:ea typeface="方正书宋_GBK" panose="02000000000000000000" charset="-122"/>
            </a:endParaRPr>
          </a:p>
          <a:p>
            <a:pPr marL="571500" lvl="0" indent="-571500" algn="ctr">
              <a:spcBef>
                <a:spcPct val="20000"/>
              </a:spcBef>
              <a:buClr>
                <a:schemeClr val="accent1"/>
              </a:buClr>
              <a:buSzPct val="80000"/>
              <a:buChar char="n"/>
            </a:pPr>
            <a:endParaRPr lang="zh-CN" altLang="en-US" sz="3600" b="0" dirty="0">
              <a:solidFill>
                <a:schemeClr val="tx1"/>
              </a:solidFill>
              <a:latin typeface="DejaVu Sans" panose="020B0603030804020204" charset="0"/>
              <a:ea typeface="方正书宋_GBK" panose="02000000000000000000" charset="-122"/>
            </a:endParaRPr>
          </a:p>
          <a:p>
            <a:pPr marL="342900" lvl="0" indent="-342900" algn="ctr">
              <a:spcBef>
                <a:spcPct val="20000"/>
              </a:spcBef>
              <a:buClr>
                <a:schemeClr val="accent1"/>
              </a:buClr>
              <a:buSzPct val="80000"/>
              <a:buChar char="n"/>
            </a:pPr>
            <a:endParaRPr lang="zh-CN" altLang="en-US" sz="3600" b="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文本框 44033"/>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29</a:t>
            </a:r>
            <a:endParaRPr lang="zh-CN" altLang="en-US" sz="1400" b="0" dirty="0">
              <a:solidFill>
                <a:schemeClr val="tx2"/>
              </a:solidFill>
              <a:latin typeface="DejaVu Sans" panose="020B0603030804020204" charset="0"/>
              <a:ea typeface="方正书宋_GBK" panose="02000000000000000000" charset="-122"/>
            </a:endParaRPr>
          </a:p>
        </p:txBody>
      </p:sp>
      <p:sp>
        <p:nvSpPr>
          <p:cNvPr id="52227" name="矩形 44034"/>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 name="矩形 44035"/>
          <p:cNvSpPr/>
          <p:nvPr/>
        </p:nvSpPr>
        <p:spPr>
          <a:xfrm>
            <a:off x="579120" y="1219200"/>
            <a:ext cx="7802880" cy="4572000"/>
          </a:xfrm>
          <a:prstGeom prst="rect">
            <a:avLst/>
          </a:prstGeom>
          <a:noFill/>
          <a:ln w="9525">
            <a:noFill/>
            <a:miter/>
          </a:ln>
        </p:spPr>
        <p:txBody>
          <a:bodyPr anchor="t"/>
          <a:p>
            <a:pPr marL="342900" lvl="0" indent="-342900" algn="just">
              <a:spcBef>
                <a:spcPct val="20000"/>
              </a:spcBef>
              <a:buClr>
                <a:schemeClr val="accent1"/>
              </a:buClr>
              <a:buSzPct val="80000"/>
            </a:pPr>
            <a:r>
              <a:rPr lang="en-US" altLang="x-none" sz="2800" b="0" dirty="0">
                <a:solidFill>
                  <a:schemeClr val="tx1"/>
                </a:solidFill>
                <a:latin typeface="DejaVu Sans" panose="020B0603030804020204" charset="0"/>
                <a:ea typeface="方正书宋_GBK" panose="02000000000000000000" charset="-122"/>
              </a:rPr>
              <a:t>          </a:t>
            </a:r>
            <a:r>
              <a:rPr lang="en-US" altLang="x-none" b="0" dirty="0">
                <a:solidFill>
                  <a:schemeClr val="tx1"/>
                </a:solidFill>
                <a:latin typeface="DejaVu Sans" panose="020B0603030804020204" charset="0"/>
                <a:ea typeface="方正书宋_GBK" panose="02000000000000000000" charset="-122"/>
              </a:rPr>
              <a:t>MULTICS</a:t>
            </a:r>
            <a:r>
              <a:rPr lang="zh-CN" altLang="en-US" b="0" dirty="0">
                <a:solidFill>
                  <a:schemeClr val="tx1"/>
                </a:solidFill>
                <a:latin typeface="DejaVu Sans" panose="020B0603030804020204" charset="0"/>
                <a:ea typeface="方正书宋_GBK" panose="02000000000000000000" charset="-122"/>
              </a:rPr>
              <a:t>引入许多现代操作系统概念雏形</a:t>
            </a:r>
            <a:r>
              <a:rPr lang="en-US" altLang="x-none" b="0" dirty="0">
                <a:solidFill>
                  <a:schemeClr val="tx1"/>
                </a:solidFill>
                <a:latin typeface="DejaVu Sans" panose="020B0603030804020204" charset="0"/>
                <a:ea typeface="方正书宋_GBK" panose="02000000000000000000" charset="-122"/>
              </a:rPr>
              <a:t>,</a:t>
            </a:r>
            <a:r>
              <a:rPr lang="zh-CN" altLang="en-US" b="0" dirty="0">
                <a:solidFill>
                  <a:schemeClr val="tx1"/>
                </a:solidFill>
                <a:latin typeface="DejaVu Sans" panose="020B0603030804020204" charset="0"/>
                <a:ea typeface="方正书宋_GBK" panose="02000000000000000000" charset="-122"/>
              </a:rPr>
              <a:t>如分时处理、远程联机、段页式虚拟存储器、文件系统、多级反馈调度、保护环安全机制、多</a:t>
            </a:r>
            <a:r>
              <a:rPr lang="en-US" altLang="x-none" b="0" dirty="0">
                <a:solidFill>
                  <a:schemeClr val="tx1"/>
                </a:solidFill>
                <a:latin typeface="DejaVu Sans" panose="020B0603030804020204" charset="0"/>
                <a:ea typeface="方正书宋_GBK" panose="02000000000000000000" charset="-122"/>
              </a:rPr>
              <a:t>CPU</a:t>
            </a:r>
            <a:r>
              <a:rPr lang="zh-CN" altLang="en-US" b="0" dirty="0">
                <a:solidFill>
                  <a:schemeClr val="tx1"/>
                </a:solidFill>
                <a:latin typeface="DejaVu Sans" panose="020B0603030804020204" charset="0"/>
                <a:ea typeface="方正书宋_GBK" panose="02000000000000000000" charset="-122"/>
              </a:rPr>
              <a:t>管理，多种程序设计环境等，对后来操作系统设计有着极大影响</a:t>
            </a:r>
            <a:endParaRPr lang="zh-CN" altLang="en-US" b="0" dirty="0">
              <a:solidFill>
                <a:schemeClr val="tx1"/>
              </a:solidFill>
              <a:latin typeface="DejaVu Sans" panose="020B0603030804020204" charset="0"/>
              <a:ea typeface="方正书宋_GBK" panose="02000000000000000000" charset="-122"/>
            </a:endParaRPr>
          </a:p>
          <a:p>
            <a:pPr marL="342900" lvl="0" indent="-342900" algn="ctr">
              <a:spcBef>
                <a:spcPct val="20000"/>
              </a:spcBef>
              <a:buClr>
                <a:schemeClr val="accent1"/>
              </a:buClr>
              <a:buSzPct val="80000"/>
              <a:buChar char="n"/>
            </a:pPr>
            <a:endParaRPr lang="zh-CN" altLang="en-US" b="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文本框 44033"/>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29</a:t>
            </a:r>
            <a:endParaRPr lang="zh-CN" altLang="en-US" sz="1400" b="0" dirty="0">
              <a:solidFill>
                <a:schemeClr val="tx2"/>
              </a:solidFill>
              <a:latin typeface="DejaVu Sans" panose="020B0603030804020204" charset="0"/>
              <a:ea typeface="方正书宋_GBK" panose="02000000000000000000" charset="-122"/>
            </a:endParaRPr>
          </a:p>
        </p:txBody>
      </p:sp>
      <p:sp>
        <p:nvSpPr>
          <p:cNvPr id="53251" name="矩形 44034"/>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 name="矩形 44035"/>
          <p:cNvSpPr/>
          <p:nvPr/>
        </p:nvSpPr>
        <p:spPr>
          <a:xfrm>
            <a:off x="758190" y="1226820"/>
            <a:ext cx="7623810" cy="4572000"/>
          </a:xfrm>
          <a:prstGeom prst="rect">
            <a:avLst/>
          </a:prstGeom>
          <a:noFill/>
          <a:ln w="9525">
            <a:noFill/>
            <a:miter/>
          </a:ln>
        </p:spPr>
        <p:txBody>
          <a:bodyPr anchor="t"/>
          <a:p>
            <a:pPr marL="342900" lvl="0" indent="-342900" algn="just">
              <a:spcBef>
                <a:spcPct val="20000"/>
              </a:spcBef>
              <a:buClr>
                <a:schemeClr val="accent1"/>
              </a:buClr>
              <a:buSzPct val="80000"/>
            </a:pPr>
            <a:r>
              <a:rPr lang="zh-CN" altLang="en-US" b="0" dirty="0">
                <a:solidFill>
                  <a:schemeClr val="tx1"/>
                </a:solidFill>
                <a:latin typeface="DejaVu Sans" panose="020B0603030804020204" charset="0"/>
                <a:ea typeface="方正书宋_GBK" panose="02000000000000000000" charset="-122"/>
              </a:rPr>
              <a:t>   分时操作系统和多道批处理操作系统的出现标志着操作系统的初步形成</a:t>
            </a:r>
            <a:endParaRPr lang="zh-CN" altLang="en-US" sz="3600" b="0" dirty="0">
              <a:solidFill>
                <a:schemeClr val="tx1"/>
              </a:solidFill>
              <a:latin typeface="DejaVu Sans" panose="020B0603030804020204" charset="0"/>
              <a:ea typeface="方正书宋_GBK" panose="02000000000000000000" charset="-122"/>
            </a:endParaRPr>
          </a:p>
          <a:p>
            <a:pPr marL="342900" lvl="0" indent="-342900" algn="ctr">
              <a:spcBef>
                <a:spcPct val="20000"/>
              </a:spcBef>
              <a:buClr>
                <a:schemeClr val="accent1"/>
              </a:buClr>
              <a:buSzPct val="80000"/>
              <a:buChar char="n"/>
            </a:pPr>
            <a:endParaRPr lang="zh-CN" altLang="en-US" sz="3600" b="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7" name="矩形 30722"/>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6868" name="文本框 30723"/>
          <p:cNvSpPr txBox="1"/>
          <p:nvPr/>
        </p:nvSpPr>
        <p:spPr>
          <a:xfrm>
            <a:off x="2284413" y="669925"/>
            <a:ext cx="4383087" cy="530225"/>
          </a:xfrm>
          <a:prstGeom prst="rect">
            <a:avLst/>
          </a:prstGeom>
          <a:noFill/>
          <a:ln w="9525">
            <a:noFill/>
            <a:miter/>
          </a:ln>
        </p:spPr>
        <p:txBody>
          <a:bodyPr anchor="t">
            <a:spAutoFit/>
          </a:bodyPr>
          <a:p>
            <a:pPr marL="914400" lvl="0" indent="-340995">
              <a:lnSpc>
                <a:spcPct val="120000"/>
              </a:lnSpc>
              <a:spcBef>
                <a:spcPct val="50000"/>
              </a:spcBef>
              <a:buClr>
                <a:schemeClr val="tx2"/>
              </a:buClr>
              <a:buSzPct val="95000"/>
            </a:pPr>
            <a:r>
              <a:rPr lang="zh-CN" altLang="en-US" sz="2400" dirty="0">
                <a:solidFill>
                  <a:schemeClr val="tx1"/>
                </a:solidFill>
                <a:latin typeface="DejaVu Sans" panose="020B0603030804020204" charset="0"/>
                <a:ea typeface="方正书宋_GBK" panose="02000000000000000000" charset="-122"/>
              </a:rPr>
              <a:t>操作系统形成与发展过程</a:t>
            </a:r>
            <a:endParaRPr lang="zh-CN" altLang="en-US" sz="2400" dirty="0">
              <a:solidFill>
                <a:schemeClr val="tx1"/>
              </a:solidFill>
              <a:latin typeface="DejaVu Sans" panose="020B0603030804020204" charset="0"/>
              <a:ea typeface="方正书宋_GBK" panose="02000000000000000000" charset="-122"/>
            </a:endParaRPr>
          </a:p>
        </p:txBody>
      </p:sp>
      <p:grpSp>
        <p:nvGrpSpPr>
          <p:cNvPr id="36869" name="组合 36868"/>
          <p:cNvGrpSpPr/>
          <p:nvPr/>
        </p:nvGrpSpPr>
        <p:grpSpPr>
          <a:xfrm>
            <a:off x="430213" y="1323975"/>
            <a:ext cx="8472487" cy="5087938"/>
            <a:chOff x="0" y="0"/>
            <a:chExt cx="5337" cy="3205"/>
          </a:xfrm>
        </p:grpSpPr>
        <p:sp>
          <p:nvSpPr>
            <p:cNvPr id="2" name="文本框 30725"/>
            <p:cNvSpPr txBox="1"/>
            <p:nvPr/>
          </p:nvSpPr>
          <p:spPr>
            <a:xfrm>
              <a:off x="2906" y="1531"/>
              <a:ext cx="2159" cy="1674"/>
            </a:xfrm>
            <a:prstGeom prst="rect">
              <a:avLst/>
            </a:prstGeom>
            <a:solidFill>
              <a:srgbClr val="CCECFF"/>
            </a:solidFill>
            <a:ln w="9525" cap="flat" cmpd="sng">
              <a:solidFill>
                <a:schemeClr val="tx1"/>
              </a:solidFill>
              <a:prstDash val="solid"/>
              <a:miter/>
              <a:headEnd type="none" w="med" len="med"/>
              <a:tailEnd type="none" w="med" len="med"/>
            </a:ln>
          </p:spPr>
          <p:txBody>
            <a:bodyPr anchor="t">
              <a:spAutoFit/>
            </a:bodyPr>
            <a:p>
              <a:pPr lvl="0">
                <a:spcBef>
                  <a:spcPct val="50000"/>
                </a:spcBef>
              </a:pPr>
              <a:endParaRPr lang="en-US" altLang="x-none" sz="2400" b="0" dirty="0">
                <a:solidFill>
                  <a:schemeClr val="tx1"/>
                </a:solidFill>
                <a:latin typeface="DejaVu Sans" panose="020B0603030804020204" charset="0"/>
                <a:ea typeface="方正书宋_GBK" panose="02000000000000000000" charset="-122"/>
              </a:endParaRPr>
            </a:p>
            <a:p>
              <a:pPr lvl="0">
                <a:spcBef>
                  <a:spcPct val="50000"/>
                </a:spcBef>
              </a:pPr>
              <a:endParaRPr lang="en-US" altLang="x-none" sz="2400" b="0" dirty="0">
                <a:solidFill>
                  <a:schemeClr val="tx1"/>
                </a:solidFill>
                <a:latin typeface="DejaVu Sans" panose="020B0603030804020204" charset="0"/>
                <a:ea typeface="方正书宋_GBK" panose="02000000000000000000" charset="-122"/>
              </a:endParaRPr>
            </a:p>
            <a:p>
              <a:pPr lvl="0">
                <a:spcBef>
                  <a:spcPct val="50000"/>
                </a:spcBef>
              </a:pPr>
              <a:endParaRPr lang="en-US" altLang="x-none" sz="2400" b="0" dirty="0">
                <a:solidFill>
                  <a:schemeClr val="tx1"/>
                </a:solidFill>
                <a:latin typeface="DejaVu Sans" panose="020B0603030804020204" charset="0"/>
                <a:ea typeface="方正书宋_GBK" panose="02000000000000000000" charset="-122"/>
              </a:endParaRPr>
            </a:p>
            <a:p>
              <a:pPr lvl="0">
                <a:spcBef>
                  <a:spcPct val="50000"/>
                </a:spcBef>
              </a:pPr>
              <a:endParaRPr lang="en-US" altLang="x-none" sz="2400" b="0" dirty="0">
                <a:solidFill>
                  <a:schemeClr val="tx1"/>
                </a:solidFill>
                <a:latin typeface="DejaVu Sans" panose="020B0603030804020204" charset="0"/>
                <a:ea typeface="方正书宋_GBK" panose="02000000000000000000" charset="-122"/>
              </a:endParaRPr>
            </a:p>
            <a:p>
              <a:pPr lvl="0">
                <a:spcBef>
                  <a:spcPct val="50000"/>
                </a:spcBef>
              </a:pPr>
              <a:endParaRPr lang="en-US" altLang="x-none" sz="2400" b="0" dirty="0">
                <a:solidFill>
                  <a:schemeClr val="tx1"/>
                </a:solidFill>
                <a:latin typeface="DejaVu Sans" panose="020B0603030804020204" charset="0"/>
                <a:ea typeface="方正书宋_GBK" panose="02000000000000000000" charset="-122"/>
              </a:endParaRPr>
            </a:p>
          </p:txBody>
        </p:sp>
        <p:sp>
          <p:nvSpPr>
            <p:cNvPr id="36870" name="文本框 30726"/>
            <p:cNvSpPr txBox="1"/>
            <p:nvPr/>
          </p:nvSpPr>
          <p:spPr>
            <a:xfrm>
              <a:off x="1809" y="49"/>
              <a:ext cx="3171" cy="972"/>
            </a:xfrm>
            <a:prstGeom prst="rect">
              <a:avLst/>
            </a:prstGeom>
            <a:solidFill>
              <a:srgbClr val="FFCCFF"/>
            </a:solidFill>
            <a:ln w="9525" cap="flat" cmpd="sng">
              <a:solidFill>
                <a:schemeClr val="tx1"/>
              </a:solidFill>
              <a:prstDash val="solid"/>
              <a:miter/>
              <a:headEnd type="none" w="med" len="med"/>
              <a:tailEnd type="none" w="med" len="med"/>
            </a:ln>
          </p:spPr>
          <p:txBody>
            <a:bodyPr anchor="t"/>
            <a:p>
              <a:pPr lvl="0">
                <a:spcBef>
                  <a:spcPct val="20000"/>
                </a:spcBef>
              </a:pPr>
              <a:r>
                <a:rPr lang="en-US" altLang="x-none" sz="2400" b="0" dirty="0">
                  <a:solidFill>
                    <a:schemeClr val="tx1"/>
                  </a:solidFill>
                  <a:latin typeface="DejaVu Sans" panose="020B0603030804020204" charset="0"/>
                  <a:ea typeface="方正书宋_GBK" panose="02000000000000000000" charset="-122"/>
                </a:rPr>
                <a:t>   </a:t>
              </a:r>
              <a:r>
                <a:rPr lang="zh-CN" altLang="en-US" sz="2000" b="0" dirty="0">
                  <a:solidFill>
                    <a:schemeClr val="tx1"/>
                  </a:solidFill>
                  <a:latin typeface="DejaVu Sans" panose="020B0603030804020204" charset="0"/>
                  <a:ea typeface="方正书宋_GBK" panose="02000000000000000000" charset="-122"/>
                </a:rPr>
                <a:t>操作系统初期阶段</a:t>
              </a:r>
              <a:endParaRPr lang="zh-CN" altLang="en-US" sz="2000" b="0" dirty="0">
                <a:solidFill>
                  <a:schemeClr val="tx1"/>
                </a:solidFill>
                <a:latin typeface="DejaVu Sans" panose="020B0603030804020204" charset="0"/>
                <a:ea typeface="方正书宋_GBK" panose="02000000000000000000" charset="-122"/>
              </a:endParaRPr>
            </a:p>
            <a:p>
              <a:pPr lvl="0">
                <a:spcBef>
                  <a:spcPct val="20000"/>
                </a:spcBef>
              </a:pPr>
              <a:endParaRPr lang="zh-CN" altLang="en-US" sz="2000" b="0" dirty="0">
                <a:solidFill>
                  <a:schemeClr val="tx1"/>
                </a:solidFill>
                <a:latin typeface="DejaVu Sans" panose="020B0603030804020204" charset="0"/>
                <a:ea typeface="方正书宋_GBK" panose="02000000000000000000" charset="-122"/>
              </a:endParaRPr>
            </a:p>
            <a:p>
              <a:pPr lvl="0">
                <a:spcBef>
                  <a:spcPct val="20000"/>
                </a:spcBef>
              </a:pPr>
              <a:endParaRPr lang="zh-CN" altLang="en-US" sz="2000" b="0" dirty="0">
                <a:solidFill>
                  <a:schemeClr val="tx1"/>
                </a:solidFill>
                <a:latin typeface="DejaVu Sans" panose="020B0603030804020204" charset="0"/>
                <a:ea typeface="方正书宋_GBK" panose="02000000000000000000" charset="-122"/>
              </a:endParaRPr>
            </a:p>
          </p:txBody>
        </p:sp>
        <p:sp>
          <p:nvSpPr>
            <p:cNvPr id="36871" name="文本框 30727"/>
            <p:cNvSpPr txBox="1"/>
            <p:nvPr/>
          </p:nvSpPr>
          <p:spPr>
            <a:xfrm>
              <a:off x="537" y="1521"/>
              <a:ext cx="1858" cy="1674"/>
            </a:xfrm>
            <a:prstGeom prst="rect">
              <a:avLst/>
            </a:prstGeom>
            <a:solidFill>
              <a:srgbClr val="CCECFF"/>
            </a:solidFill>
            <a:ln w="9525" cap="flat" cmpd="sng">
              <a:solidFill>
                <a:schemeClr val="tx1"/>
              </a:solidFill>
              <a:prstDash val="solid"/>
              <a:miter/>
              <a:headEnd type="none" w="med" len="med"/>
              <a:tailEnd type="none" w="med" len="med"/>
            </a:ln>
          </p:spPr>
          <p:txBody>
            <a:bodyPr anchor="t">
              <a:spAutoFit/>
            </a:bodyPr>
            <a:p>
              <a:pPr lvl="0">
                <a:spcBef>
                  <a:spcPct val="50000"/>
                </a:spcBef>
              </a:pPr>
              <a:endParaRPr lang="en-US" altLang="x-none" sz="2400" b="0" dirty="0">
                <a:solidFill>
                  <a:schemeClr val="tx1"/>
                </a:solidFill>
                <a:latin typeface="DejaVu Sans" panose="020B0603030804020204" charset="0"/>
                <a:ea typeface="方正书宋_GBK" panose="02000000000000000000" charset="-122"/>
              </a:endParaRPr>
            </a:p>
            <a:p>
              <a:pPr lvl="0">
                <a:spcBef>
                  <a:spcPct val="50000"/>
                </a:spcBef>
              </a:pPr>
              <a:endParaRPr lang="en-US" altLang="x-none" sz="2400" b="0" dirty="0">
                <a:solidFill>
                  <a:schemeClr val="tx1"/>
                </a:solidFill>
                <a:latin typeface="DejaVu Sans" panose="020B0603030804020204" charset="0"/>
                <a:ea typeface="方正书宋_GBK" panose="02000000000000000000" charset="-122"/>
              </a:endParaRPr>
            </a:p>
            <a:p>
              <a:pPr lvl="0">
                <a:spcBef>
                  <a:spcPct val="50000"/>
                </a:spcBef>
              </a:pPr>
              <a:endParaRPr lang="en-US" altLang="x-none" sz="2400" b="0" dirty="0">
                <a:solidFill>
                  <a:schemeClr val="tx1"/>
                </a:solidFill>
                <a:latin typeface="DejaVu Sans" panose="020B0603030804020204" charset="0"/>
                <a:ea typeface="方正书宋_GBK" panose="02000000000000000000" charset="-122"/>
              </a:endParaRPr>
            </a:p>
            <a:p>
              <a:pPr lvl="0">
                <a:spcBef>
                  <a:spcPct val="50000"/>
                </a:spcBef>
              </a:pPr>
              <a:endParaRPr lang="en-US" altLang="x-none" sz="2400" b="0" dirty="0">
                <a:solidFill>
                  <a:schemeClr val="tx1"/>
                </a:solidFill>
                <a:latin typeface="DejaVu Sans" panose="020B0603030804020204" charset="0"/>
                <a:ea typeface="方正书宋_GBK" panose="02000000000000000000" charset="-122"/>
              </a:endParaRPr>
            </a:p>
            <a:p>
              <a:pPr lvl="0">
                <a:spcBef>
                  <a:spcPct val="50000"/>
                </a:spcBef>
              </a:pPr>
              <a:endParaRPr lang="en-US" altLang="x-none" sz="2400" b="0" dirty="0">
                <a:solidFill>
                  <a:schemeClr val="tx1"/>
                </a:solidFill>
                <a:latin typeface="DejaVu Sans" panose="020B0603030804020204" charset="0"/>
                <a:ea typeface="方正书宋_GBK" panose="02000000000000000000" charset="-122"/>
              </a:endParaRPr>
            </a:p>
          </p:txBody>
        </p:sp>
        <p:sp>
          <p:nvSpPr>
            <p:cNvPr id="36872" name="文本框 30728"/>
            <p:cNvSpPr txBox="1"/>
            <p:nvPr/>
          </p:nvSpPr>
          <p:spPr>
            <a:xfrm>
              <a:off x="514" y="0"/>
              <a:ext cx="4544" cy="1329"/>
            </a:xfrm>
            <a:prstGeom prst="rect">
              <a:avLst/>
            </a:prstGeom>
            <a:solidFill>
              <a:srgbClr val="CCECFF"/>
            </a:solidFill>
            <a:ln w="9525" cap="flat" cmpd="sng">
              <a:solidFill>
                <a:schemeClr val="tx1"/>
              </a:solidFill>
              <a:prstDash val="solid"/>
              <a:miter/>
              <a:headEnd type="none" w="med" len="med"/>
              <a:tailEnd type="none" w="med" len="med"/>
            </a:ln>
          </p:spPr>
          <p:txBody>
            <a:bodyPr anchor="t">
              <a:spAutoFit/>
            </a:bodyPr>
            <a:p>
              <a:pPr lvl="0">
                <a:spcBef>
                  <a:spcPct val="50000"/>
                </a:spcBef>
              </a:pPr>
              <a:endParaRPr lang="en-US" altLang="x-none" sz="2400" b="0" dirty="0">
                <a:solidFill>
                  <a:schemeClr val="tx1"/>
                </a:solidFill>
                <a:latin typeface="DejaVu Sans" panose="020B0603030804020204" charset="0"/>
                <a:ea typeface="方正书宋_GBK" panose="02000000000000000000" charset="-122"/>
              </a:endParaRPr>
            </a:p>
            <a:p>
              <a:pPr lvl="0">
                <a:spcBef>
                  <a:spcPct val="50000"/>
                </a:spcBef>
              </a:pPr>
              <a:endParaRPr lang="en-US" altLang="x-none" sz="2400" b="0" dirty="0">
                <a:solidFill>
                  <a:schemeClr val="tx1"/>
                </a:solidFill>
                <a:latin typeface="DejaVu Sans" panose="020B0603030804020204" charset="0"/>
                <a:ea typeface="方正书宋_GBK" panose="02000000000000000000" charset="-122"/>
              </a:endParaRPr>
            </a:p>
            <a:p>
              <a:pPr lvl="0">
                <a:spcBef>
                  <a:spcPct val="50000"/>
                </a:spcBef>
              </a:pPr>
              <a:r>
                <a:rPr lang="en-US" altLang="x-none" sz="2400" b="0" dirty="0">
                  <a:solidFill>
                    <a:schemeClr val="tx1"/>
                  </a:solidFill>
                  <a:latin typeface="DejaVu Sans" panose="020B0603030804020204" charset="0"/>
                  <a:ea typeface="方正书宋_GBK" panose="02000000000000000000" charset="-122"/>
                </a:rPr>
                <a:t>                         </a:t>
              </a:r>
              <a:endParaRPr lang="en-US" altLang="x-none" sz="2400" b="0" dirty="0">
                <a:solidFill>
                  <a:schemeClr val="tx1"/>
                </a:solidFill>
                <a:latin typeface="DejaVu Sans" panose="020B0603030804020204" charset="0"/>
                <a:ea typeface="方正书宋_GBK" panose="02000000000000000000" charset="-122"/>
              </a:endParaRPr>
            </a:p>
            <a:p>
              <a:pPr lvl="0">
                <a:spcBef>
                  <a:spcPct val="50000"/>
                </a:spcBef>
              </a:pPr>
              <a:r>
                <a:rPr lang="en-US" altLang="x-none" sz="2400" dirty="0">
                  <a:solidFill>
                    <a:schemeClr val="tx1"/>
                  </a:solidFill>
                  <a:latin typeface="DejaVu Sans" panose="020B0603030804020204" charset="0"/>
                  <a:ea typeface="方正书宋_GBK" panose="02000000000000000000" charset="-122"/>
                </a:rPr>
                <a:t>                           </a:t>
              </a:r>
              <a:r>
                <a:rPr lang="zh-CN" altLang="en-US" sz="2400" dirty="0">
                  <a:solidFill>
                    <a:schemeClr val="tx1"/>
                  </a:solidFill>
                  <a:latin typeface="DejaVu Sans" panose="020B0603030804020204" charset="0"/>
                  <a:ea typeface="方正书宋_GBK" panose="02000000000000000000" charset="-122"/>
                </a:rPr>
                <a:t>操作系统发展的初期阶段</a:t>
              </a:r>
              <a:endParaRPr lang="zh-CN" altLang="en-US" sz="2400" dirty="0">
                <a:solidFill>
                  <a:schemeClr val="tx1"/>
                </a:solidFill>
                <a:latin typeface="DejaVu Sans" panose="020B0603030804020204" charset="0"/>
                <a:ea typeface="方正书宋_GBK" panose="02000000000000000000" charset="-122"/>
              </a:endParaRPr>
            </a:p>
          </p:txBody>
        </p:sp>
        <p:sp>
          <p:nvSpPr>
            <p:cNvPr id="36873" name="直接连接符 30729"/>
            <p:cNvSpPr/>
            <p:nvPr/>
          </p:nvSpPr>
          <p:spPr>
            <a:xfrm>
              <a:off x="1458" y="534"/>
              <a:ext cx="528"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6874" name="直接连接符 30730"/>
            <p:cNvSpPr/>
            <p:nvPr/>
          </p:nvSpPr>
          <p:spPr>
            <a:xfrm>
              <a:off x="2754" y="534"/>
              <a:ext cx="288"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6875" name="直接连接符 30731"/>
            <p:cNvSpPr/>
            <p:nvPr/>
          </p:nvSpPr>
          <p:spPr>
            <a:xfrm>
              <a:off x="3810" y="534"/>
              <a:ext cx="288"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6876" name="文本框 30732"/>
            <p:cNvSpPr txBox="1"/>
            <p:nvPr/>
          </p:nvSpPr>
          <p:spPr>
            <a:xfrm>
              <a:off x="675" y="258"/>
              <a:ext cx="912" cy="524"/>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spcBef>
                  <a:spcPct val="20000"/>
                </a:spcBef>
              </a:pPr>
              <a:r>
                <a:rPr lang="en-US" altLang="x-none" sz="2400" b="0" dirty="0">
                  <a:solidFill>
                    <a:schemeClr val="tx1"/>
                  </a:solidFill>
                  <a:latin typeface="DejaVu Sans" panose="020B0603030804020204" charset="0"/>
                  <a:ea typeface="方正书宋_GBK" panose="02000000000000000000" charset="-122"/>
                </a:rPr>
                <a:t>  </a:t>
              </a:r>
              <a:r>
                <a:rPr lang="zh-CN" altLang="en-US" sz="2000" b="0" dirty="0">
                  <a:solidFill>
                    <a:schemeClr val="tx1"/>
                  </a:solidFill>
                  <a:latin typeface="DejaVu Sans" panose="020B0603030804020204" charset="0"/>
                  <a:ea typeface="方正书宋_GBK" panose="02000000000000000000" charset="-122"/>
                </a:rPr>
                <a:t>手工操作</a:t>
              </a:r>
              <a:endParaRPr lang="zh-CN" altLang="en-US" sz="2000" b="0" dirty="0">
                <a:solidFill>
                  <a:schemeClr val="tx1"/>
                </a:solidFill>
                <a:latin typeface="DejaVu Sans" panose="020B0603030804020204" charset="0"/>
                <a:ea typeface="方正书宋_GBK" panose="02000000000000000000" charset="-122"/>
              </a:endParaRPr>
            </a:p>
            <a:p>
              <a:pPr lvl="0">
                <a:spcBef>
                  <a:spcPct val="20000"/>
                </a:spcBef>
              </a:pPr>
              <a:r>
                <a:rPr lang="zh-CN" altLang="en-US" sz="2000" b="0" dirty="0">
                  <a:solidFill>
                    <a:schemeClr val="tx1"/>
                  </a:solidFill>
                  <a:latin typeface="DejaVu Sans" panose="020B0603030804020204" charset="0"/>
                  <a:ea typeface="方正书宋_GBK" panose="02000000000000000000" charset="-122"/>
                </a:rPr>
                <a:t>      阶段</a:t>
              </a:r>
              <a:endParaRPr lang="zh-CN" altLang="en-US" sz="2000" b="0" dirty="0">
                <a:solidFill>
                  <a:schemeClr val="tx1"/>
                </a:solidFill>
                <a:latin typeface="DejaVu Sans" panose="020B0603030804020204" charset="0"/>
                <a:ea typeface="方正书宋_GBK" panose="02000000000000000000" charset="-122"/>
              </a:endParaRPr>
            </a:p>
          </p:txBody>
        </p:sp>
        <p:sp>
          <p:nvSpPr>
            <p:cNvPr id="36877" name="文本框 30733"/>
            <p:cNvSpPr txBox="1"/>
            <p:nvPr/>
          </p:nvSpPr>
          <p:spPr>
            <a:xfrm>
              <a:off x="1986" y="249"/>
              <a:ext cx="768" cy="524"/>
            </a:xfrm>
            <a:prstGeom prst="rect">
              <a:avLst/>
            </a:prstGeom>
            <a:solidFill>
              <a:schemeClr val="accent1"/>
            </a:solidFill>
            <a:ln w="9525" cap="flat" cmpd="sng">
              <a:solidFill>
                <a:schemeClr val="tx1"/>
              </a:solidFill>
              <a:prstDash val="solid"/>
              <a:miter/>
              <a:headEnd type="none" w="med" len="med"/>
              <a:tailEnd type="none" w="med" len="med"/>
            </a:ln>
          </p:spPr>
          <p:txBody>
            <a:bodyPr anchor="t">
              <a:spAutoFit/>
            </a:bodyPr>
            <a:p>
              <a:pPr lvl="0">
                <a:spcBef>
                  <a:spcPct val="20000"/>
                </a:spcBef>
              </a:pPr>
              <a:r>
                <a:rPr lang="en-US" altLang="x-none" sz="2400" b="0" dirty="0">
                  <a:solidFill>
                    <a:schemeClr val="tx1"/>
                  </a:solidFill>
                  <a:latin typeface="DejaVu Sans" panose="020B0603030804020204" charset="0"/>
                  <a:ea typeface="方正书宋_GBK" panose="02000000000000000000" charset="-122"/>
                </a:rPr>
                <a:t>   </a:t>
              </a:r>
              <a:r>
                <a:rPr lang="zh-CN" altLang="en-US" sz="2000" b="0" dirty="0">
                  <a:solidFill>
                    <a:schemeClr val="tx1"/>
                  </a:solidFill>
                  <a:latin typeface="DejaVu Sans" panose="020B0603030804020204" charset="0"/>
                  <a:ea typeface="方正书宋_GBK" panose="02000000000000000000" charset="-122"/>
                </a:rPr>
                <a:t>联机</a:t>
              </a:r>
              <a:endParaRPr lang="zh-CN" altLang="en-US" sz="2000" b="0" dirty="0">
                <a:solidFill>
                  <a:schemeClr val="tx1"/>
                </a:solidFill>
                <a:latin typeface="DejaVu Sans" panose="020B0603030804020204" charset="0"/>
                <a:ea typeface="方正书宋_GBK" panose="02000000000000000000" charset="-122"/>
              </a:endParaRPr>
            </a:p>
            <a:p>
              <a:pPr lvl="0">
                <a:spcBef>
                  <a:spcPct val="20000"/>
                </a:spcBef>
              </a:pPr>
              <a:r>
                <a:rPr lang="zh-CN" altLang="en-US" sz="2000" b="0" dirty="0">
                  <a:solidFill>
                    <a:schemeClr val="tx1"/>
                  </a:solidFill>
                  <a:latin typeface="DejaVu Sans" panose="020B0603030804020204" charset="0"/>
                  <a:ea typeface="方正书宋_GBK" panose="02000000000000000000" charset="-122"/>
                </a:rPr>
                <a:t> 批处理</a:t>
              </a:r>
              <a:endParaRPr lang="zh-CN" altLang="en-US" sz="2000" b="0" dirty="0">
                <a:solidFill>
                  <a:schemeClr val="tx1"/>
                </a:solidFill>
                <a:latin typeface="DejaVu Sans" panose="020B0603030804020204" charset="0"/>
                <a:ea typeface="方正书宋_GBK" panose="02000000000000000000" charset="-122"/>
              </a:endParaRPr>
            </a:p>
          </p:txBody>
        </p:sp>
        <p:sp>
          <p:nvSpPr>
            <p:cNvPr id="36878" name="文本框 30734"/>
            <p:cNvSpPr txBox="1"/>
            <p:nvPr/>
          </p:nvSpPr>
          <p:spPr>
            <a:xfrm>
              <a:off x="3042" y="249"/>
              <a:ext cx="768" cy="524"/>
            </a:xfrm>
            <a:prstGeom prst="rect">
              <a:avLst/>
            </a:prstGeom>
            <a:solidFill>
              <a:schemeClr val="accent1"/>
            </a:solidFill>
            <a:ln w="9525" cap="flat" cmpd="sng">
              <a:solidFill>
                <a:schemeClr val="tx1"/>
              </a:solidFill>
              <a:prstDash val="solid"/>
              <a:miter/>
              <a:headEnd type="none" w="med" len="med"/>
              <a:tailEnd type="none" w="med" len="med"/>
            </a:ln>
          </p:spPr>
          <p:txBody>
            <a:bodyPr anchor="t">
              <a:spAutoFit/>
            </a:bodyPr>
            <a:p>
              <a:pPr lvl="0">
                <a:spcBef>
                  <a:spcPct val="20000"/>
                </a:spcBef>
              </a:pPr>
              <a:r>
                <a:rPr lang="en-US" altLang="x-none" sz="2400" b="0" dirty="0">
                  <a:solidFill>
                    <a:schemeClr val="tx1"/>
                  </a:solidFill>
                  <a:latin typeface="DejaVu Sans" panose="020B0603030804020204" charset="0"/>
                  <a:ea typeface="方正书宋_GBK" panose="02000000000000000000" charset="-122"/>
                </a:rPr>
                <a:t>   </a:t>
              </a:r>
              <a:r>
                <a:rPr lang="zh-CN" altLang="en-US" sz="2000" b="0" dirty="0">
                  <a:solidFill>
                    <a:schemeClr val="tx1"/>
                  </a:solidFill>
                  <a:latin typeface="DejaVu Sans" panose="020B0603030804020204" charset="0"/>
                  <a:ea typeface="方正书宋_GBK" panose="02000000000000000000" charset="-122"/>
                </a:rPr>
                <a:t>脱机</a:t>
              </a:r>
              <a:endParaRPr lang="zh-CN" altLang="en-US" sz="2000" b="0" dirty="0">
                <a:solidFill>
                  <a:schemeClr val="tx1"/>
                </a:solidFill>
                <a:latin typeface="DejaVu Sans" panose="020B0603030804020204" charset="0"/>
                <a:ea typeface="方正书宋_GBK" panose="02000000000000000000" charset="-122"/>
              </a:endParaRPr>
            </a:p>
            <a:p>
              <a:pPr lvl="0">
                <a:spcBef>
                  <a:spcPct val="20000"/>
                </a:spcBef>
              </a:pPr>
              <a:r>
                <a:rPr lang="zh-CN" altLang="en-US" sz="2000" b="0" dirty="0">
                  <a:solidFill>
                    <a:schemeClr val="tx1"/>
                  </a:solidFill>
                  <a:latin typeface="DejaVu Sans" panose="020B0603030804020204" charset="0"/>
                  <a:ea typeface="方正书宋_GBK" panose="02000000000000000000" charset="-122"/>
                </a:rPr>
                <a:t> 批处理</a:t>
              </a:r>
              <a:endParaRPr lang="zh-CN" altLang="en-US" sz="2000" b="0" dirty="0">
                <a:solidFill>
                  <a:schemeClr val="tx1"/>
                </a:solidFill>
                <a:latin typeface="DejaVu Sans" panose="020B0603030804020204" charset="0"/>
                <a:ea typeface="方正书宋_GBK" panose="02000000000000000000" charset="-122"/>
              </a:endParaRPr>
            </a:p>
          </p:txBody>
        </p:sp>
        <p:sp>
          <p:nvSpPr>
            <p:cNvPr id="36879" name="文本框 30735"/>
            <p:cNvSpPr txBox="1"/>
            <p:nvPr/>
          </p:nvSpPr>
          <p:spPr>
            <a:xfrm>
              <a:off x="4098" y="249"/>
              <a:ext cx="768" cy="524"/>
            </a:xfrm>
            <a:prstGeom prst="rect">
              <a:avLst/>
            </a:prstGeom>
            <a:solidFill>
              <a:schemeClr val="accent1"/>
            </a:solidFill>
            <a:ln w="9525" cap="flat" cmpd="sng">
              <a:solidFill>
                <a:schemeClr val="tx1"/>
              </a:solidFill>
              <a:prstDash val="solid"/>
              <a:miter/>
              <a:headEnd type="none" w="med" len="med"/>
              <a:tailEnd type="none" w="med" len="med"/>
            </a:ln>
          </p:spPr>
          <p:txBody>
            <a:bodyPr anchor="t">
              <a:spAutoFit/>
            </a:bodyPr>
            <a:p>
              <a:pPr lvl="0">
                <a:spcBef>
                  <a:spcPct val="20000"/>
                </a:spcBef>
              </a:pPr>
              <a:r>
                <a:rPr lang="en-US" altLang="x-none" sz="2400" b="0" dirty="0">
                  <a:solidFill>
                    <a:schemeClr val="tx1"/>
                  </a:solidFill>
                  <a:latin typeface="DejaVu Sans" panose="020B0603030804020204" charset="0"/>
                  <a:ea typeface="方正书宋_GBK" panose="02000000000000000000" charset="-122"/>
                </a:rPr>
                <a:t>   </a:t>
              </a:r>
              <a:r>
                <a:rPr lang="zh-CN" altLang="en-US" sz="2000" b="0" dirty="0">
                  <a:solidFill>
                    <a:schemeClr val="tx1"/>
                  </a:solidFill>
                  <a:latin typeface="DejaVu Sans" panose="020B0603030804020204" charset="0"/>
                  <a:ea typeface="方正书宋_GBK" panose="02000000000000000000" charset="-122"/>
                </a:rPr>
                <a:t>执行</a:t>
              </a:r>
              <a:endParaRPr lang="zh-CN" altLang="en-US" sz="2000" b="0" dirty="0">
                <a:solidFill>
                  <a:schemeClr val="tx1"/>
                </a:solidFill>
                <a:latin typeface="DejaVu Sans" panose="020B0603030804020204" charset="0"/>
                <a:ea typeface="方正书宋_GBK" panose="02000000000000000000" charset="-122"/>
              </a:endParaRPr>
            </a:p>
            <a:p>
              <a:pPr lvl="0">
                <a:spcBef>
                  <a:spcPct val="20000"/>
                </a:spcBef>
              </a:pPr>
              <a:r>
                <a:rPr lang="zh-CN" altLang="en-US" sz="2000" b="0" dirty="0">
                  <a:solidFill>
                    <a:schemeClr val="tx1"/>
                  </a:solidFill>
                  <a:latin typeface="DejaVu Sans" panose="020B0603030804020204" charset="0"/>
                  <a:ea typeface="方正书宋_GBK" panose="02000000000000000000" charset="-122"/>
                </a:rPr>
                <a:t>   系统</a:t>
              </a:r>
              <a:endParaRPr lang="zh-CN" altLang="en-US" sz="2000" b="0" dirty="0">
                <a:solidFill>
                  <a:schemeClr val="tx1"/>
                </a:solidFill>
                <a:latin typeface="DejaVu Sans" panose="020B0603030804020204" charset="0"/>
                <a:ea typeface="方正书宋_GBK" panose="02000000000000000000" charset="-122"/>
              </a:endParaRPr>
            </a:p>
          </p:txBody>
        </p:sp>
        <p:sp>
          <p:nvSpPr>
            <p:cNvPr id="36880" name="直接连接符 30736"/>
            <p:cNvSpPr/>
            <p:nvPr/>
          </p:nvSpPr>
          <p:spPr>
            <a:xfrm>
              <a:off x="0" y="2352"/>
              <a:ext cx="528" cy="0"/>
            </a:xfrm>
            <a:prstGeom prst="line">
              <a:avLst/>
            </a:prstGeom>
            <a:ln w="25400"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6881" name="文本框 30737"/>
            <p:cNvSpPr txBox="1"/>
            <p:nvPr/>
          </p:nvSpPr>
          <p:spPr>
            <a:xfrm>
              <a:off x="3207" y="1642"/>
              <a:ext cx="1679" cy="256"/>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spcBef>
                  <a:spcPct val="50000"/>
                </a:spcBef>
              </a:pPr>
              <a:r>
                <a:rPr lang="zh-CN" altLang="en-US" sz="2000" b="0" dirty="0">
                  <a:solidFill>
                    <a:schemeClr val="tx1"/>
                  </a:solidFill>
                  <a:latin typeface="DejaVu Sans" panose="020B0603030804020204" charset="0"/>
                  <a:ea typeface="方正书宋_GBK" panose="02000000000000000000" charset="-122"/>
                </a:rPr>
                <a:t>个人计算机操作系统</a:t>
              </a:r>
              <a:endParaRPr lang="zh-CN" altLang="en-US" sz="2000" b="0" dirty="0">
                <a:solidFill>
                  <a:schemeClr val="tx1"/>
                </a:solidFill>
                <a:latin typeface="DejaVu Sans" panose="020B0603030804020204" charset="0"/>
                <a:ea typeface="方正书宋_GBK" panose="02000000000000000000" charset="-122"/>
              </a:endParaRPr>
            </a:p>
          </p:txBody>
        </p:sp>
        <p:sp>
          <p:nvSpPr>
            <p:cNvPr id="36882" name="文本框 30738"/>
            <p:cNvSpPr txBox="1"/>
            <p:nvPr/>
          </p:nvSpPr>
          <p:spPr>
            <a:xfrm>
              <a:off x="3431" y="2082"/>
              <a:ext cx="1230" cy="256"/>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spcBef>
                  <a:spcPct val="50000"/>
                </a:spcBef>
              </a:pPr>
              <a:r>
                <a:rPr lang="en-US" altLang="x-none" sz="2000" b="0" dirty="0">
                  <a:solidFill>
                    <a:schemeClr val="tx1"/>
                  </a:solidFill>
                  <a:latin typeface="DejaVu Sans" panose="020B0603030804020204" charset="0"/>
                  <a:ea typeface="方正书宋_GBK" panose="02000000000000000000" charset="-122"/>
                </a:rPr>
                <a:t>   </a:t>
              </a:r>
              <a:r>
                <a:rPr lang="zh-CN" altLang="en-US" sz="2000" b="0" dirty="0">
                  <a:solidFill>
                    <a:schemeClr val="tx1"/>
                  </a:solidFill>
                  <a:latin typeface="DejaVu Sans" panose="020B0603030804020204" charset="0"/>
                  <a:ea typeface="方正书宋_GBK" panose="02000000000000000000" charset="-122"/>
                </a:rPr>
                <a:t>网络操作系统</a:t>
              </a:r>
              <a:endParaRPr lang="zh-CN" altLang="en-US" sz="2000" b="0" dirty="0">
                <a:solidFill>
                  <a:schemeClr val="tx1"/>
                </a:solidFill>
                <a:latin typeface="DejaVu Sans" panose="020B0603030804020204" charset="0"/>
                <a:ea typeface="方正书宋_GBK" panose="02000000000000000000" charset="-122"/>
              </a:endParaRPr>
            </a:p>
          </p:txBody>
        </p:sp>
        <p:sp>
          <p:nvSpPr>
            <p:cNvPr id="36883" name="文本框 30739"/>
            <p:cNvSpPr txBox="1"/>
            <p:nvPr/>
          </p:nvSpPr>
          <p:spPr>
            <a:xfrm>
              <a:off x="3390" y="2543"/>
              <a:ext cx="1312" cy="256"/>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spcBef>
                  <a:spcPct val="50000"/>
                </a:spcBef>
              </a:pPr>
              <a:r>
                <a:rPr lang="zh-CN" altLang="en-US" sz="2000" b="0" dirty="0">
                  <a:solidFill>
                    <a:schemeClr val="tx1"/>
                  </a:solidFill>
                  <a:latin typeface="DejaVu Sans" panose="020B0603030804020204" charset="0"/>
                  <a:ea typeface="方正书宋_GBK" panose="02000000000000000000" charset="-122"/>
                </a:rPr>
                <a:t>分布式操作系统</a:t>
              </a:r>
              <a:endParaRPr lang="zh-CN" altLang="en-US" sz="2000" b="0" dirty="0">
                <a:solidFill>
                  <a:schemeClr val="tx1"/>
                </a:solidFill>
                <a:latin typeface="DejaVu Sans" panose="020B0603030804020204" charset="0"/>
                <a:ea typeface="方正书宋_GBK" panose="02000000000000000000" charset="-122"/>
              </a:endParaRPr>
            </a:p>
          </p:txBody>
        </p:sp>
        <p:sp>
          <p:nvSpPr>
            <p:cNvPr id="36884" name="文本框 30740"/>
            <p:cNvSpPr txBox="1"/>
            <p:nvPr/>
          </p:nvSpPr>
          <p:spPr>
            <a:xfrm>
              <a:off x="918" y="2511"/>
              <a:ext cx="1056" cy="256"/>
            </a:xfrm>
            <a:prstGeom prst="rect">
              <a:avLst/>
            </a:prstGeom>
            <a:solidFill>
              <a:schemeClr val="accent1"/>
            </a:solidFill>
            <a:ln w="9525" cap="flat" cmpd="sng">
              <a:solidFill>
                <a:schemeClr val="tx1"/>
              </a:solidFill>
              <a:prstDash val="solid"/>
              <a:miter/>
              <a:headEnd type="none" w="med" len="med"/>
              <a:tailEnd type="none" w="med" len="med"/>
            </a:ln>
          </p:spPr>
          <p:txBody>
            <a:bodyPr anchor="t">
              <a:spAutoFit/>
            </a:bodyPr>
            <a:p>
              <a:pPr lvl="0">
                <a:spcBef>
                  <a:spcPct val="50000"/>
                </a:spcBef>
              </a:pPr>
              <a:r>
                <a:rPr lang="en-US" altLang="x-none" sz="2000" b="0" dirty="0">
                  <a:solidFill>
                    <a:schemeClr val="tx1"/>
                  </a:solidFill>
                  <a:latin typeface="DejaVu Sans" panose="020B0603030804020204" charset="0"/>
                  <a:ea typeface="方正书宋_GBK" panose="02000000000000000000" charset="-122"/>
                </a:rPr>
                <a:t>   </a:t>
              </a:r>
              <a:r>
                <a:rPr lang="zh-CN" altLang="en-US" sz="2000" b="0" dirty="0">
                  <a:solidFill>
                    <a:schemeClr val="tx1"/>
                  </a:solidFill>
                  <a:latin typeface="DejaVu Sans" panose="020B0603030804020204" charset="0"/>
                  <a:ea typeface="方正书宋_GBK" panose="02000000000000000000" charset="-122"/>
                </a:rPr>
                <a:t>实时系统</a:t>
              </a:r>
              <a:endParaRPr lang="zh-CN" altLang="en-US" sz="2000" b="0" dirty="0">
                <a:solidFill>
                  <a:schemeClr val="tx1"/>
                </a:solidFill>
                <a:latin typeface="DejaVu Sans" panose="020B0603030804020204" charset="0"/>
                <a:ea typeface="方正书宋_GBK" panose="02000000000000000000" charset="-122"/>
              </a:endParaRPr>
            </a:p>
          </p:txBody>
        </p:sp>
        <p:grpSp>
          <p:nvGrpSpPr>
            <p:cNvPr id="36885" name="组合 36885"/>
            <p:cNvGrpSpPr/>
            <p:nvPr/>
          </p:nvGrpSpPr>
          <p:grpSpPr>
            <a:xfrm>
              <a:off x="681" y="1641"/>
              <a:ext cx="1550" cy="716"/>
              <a:chOff x="0" y="0"/>
              <a:chExt cx="1440" cy="716"/>
            </a:xfrm>
          </p:grpSpPr>
          <p:sp>
            <p:nvSpPr>
              <p:cNvPr id="36886" name="文本框 30742"/>
              <p:cNvSpPr txBox="1"/>
              <p:nvPr/>
            </p:nvSpPr>
            <p:spPr>
              <a:xfrm>
                <a:off x="0" y="0"/>
                <a:ext cx="1440" cy="716"/>
              </a:xfrm>
              <a:prstGeom prst="rect">
                <a:avLst/>
              </a:prstGeom>
              <a:solidFill>
                <a:schemeClr val="accent1"/>
              </a:solidFill>
              <a:ln w="9525" cap="flat" cmpd="sng">
                <a:solidFill>
                  <a:schemeClr val="tx1"/>
                </a:solidFill>
                <a:prstDash val="solid"/>
                <a:miter/>
                <a:headEnd type="none" w="med" len="med"/>
                <a:tailEnd type="none" w="med" len="med"/>
              </a:ln>
            </p:spPr>
            <p:txBody>
              <a:bodyPr anchor="t">
                <a:spAutoFit/>
              </a:bodyPr>
              <a:p>
                <a:pPr lvl="0">
                  <a:spcBef>
                    <a:spcPct val="50000"/>
                  </a:spcBef>
                </a:pPr>
                <a:r>
                  <a:rPr lang="en-US" altLang="x-none" sz="2000" dirty="0">
                    <a:solidFill>
                      <a:schemeClr val="tx1"/>
                    </a:solidFill>
                    <a:latin typeface="DejaVu Sans" panose="020B0603030804020204" charset="0"/>
                    <a:ea typeface="方正书宋_GBK" panose="02000000000000000000" charset="-122"/>
                  </a:rPr>
                  <a:t>   </a:t>
                </a:r>
                <a:r>
                  <a:rPr lang="zh-CN" altLang="en-US" sz="2000" dirty="0">
                    <a:solidFill>
                      <a:schemeClr val="tx1"/>
                    </a:solidFill>
                    <a:latin typeface="DejaVu Sans" panose="020B0603030804020204" charset="0"/>
                    <a:ea typeface="方正书宋_GBK" panose="02000000000000000000" charset="-122"/>
                  </a:rPr>
                  <a:t>多道程序系统</a:t>
                </a:r>
                <a:endParaRPr lang="zh-CN" altLang="en-US" sz="2000" dirty="0">
                  <a:solidFill>
                    <a:schemeClr val="tx1"/>
                  </a:solidFill>
                  <a:latin typeface="DejaVu Sans" panose="020B0603030804020204" charset="0"/>
                  <a:ea typeface="方正书宋_GBK" panose="02000000000000000000" charset="-122"/>
                </a:endParaRPr>
              </a:p>
              <a:p>
                <a:pPr lvl="0">
                  <a:spcBef>
                    <a:spcPct val="20000"/>
                  </a:spcBef>
                </a:pPr>
                <a:r>
                  <a:rPr lang="zh-CN" altLang="en-US" sz="2000" b="0" dirty="0">
                    <a:solidFill>
                      <a:schemeClr val="tx1"/>
                    </a:solidFill>
                    <a:latin typeface="DejaVu Sans" panose="020B0603030804020204" charset="0"/>
                    <a:ea typeface="方正书宋_GBK" panose="02000000000000000000" charset="-122"/>
                  </a:rPr>
                  <a:t>   多道批         分时</a:t>
                </a:r>
                <a:endParaRPr lang="zh-CN" altLang="en-US" sz="2000" b="0" dirty="0">
                  <a:solidFill>
                    <a:schemeClr val="tx1"/>
                  </a:solidFill>
                  <a:latin typeface="DejaVu Sans" panose="020B0603030804020204" charset="0"/>
                  <a:ea typeface="方正书宋_GBK" panose="02000000000000000000" charset="-122"/>
                </a:endParaRPr>
              </a:p>
              <a:p>
                <a:pPr lvl="0">
                  <a:spcBef>
                    <a:spcPct val="20000"/>
                  </a:spcBef>
                </a:pPr>
                <a:r>
                  <a:rPr lang="zh-CN" altLang="en-US" sz="2000" b="0" dirty="0">
                    <a:solidFill>
                      <a:schemeClr val="tx1"/>
                    </a:solidFill>
                    <a:latin typeface="DejaVu Sans" panose="020B0603030804020204" charset="0"/>
                    <a:ea typeface="方正书宋_GBK" panose="02000000000000000000" charset="-122"/>
                  </a:rPr>
                  <a:t>  处理系统      系统</a:t>
                </a:r>
                <a:endParaRPr lang="zh-CN" altLang="en-US" sz="2000" b="0" dirty="0">
                  <a:solidFill>
                    <a:schemeClr val="tx1"/>
                  </a:solidFill>
                  <a:latin typeface="DejaVu Sans" panose="020B0603030804020204" charset="0"/>
                  <a:ea typeface="方正书宋_GBK" panose="02000000000000000000" charset="-122"/>
                </a:endParaRPr>
              </a:p>
            </p:txBody>
          </p:sp>
          <p:sp>
            <p:nvSpPr>
              <p:cNvPr id="36887" name="直接连接符 30743"/>
              <p:cNvSpPr/>
              <p:nvPr/>
            </p:nvSpPr>
            <p:spPr>
              <a:xfrm>
                <a:off x="0" y="264"/>
                <a:ext cx="144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6888" name="直接连接符 30744"/>
              <p:cNvSpPr/>
              <p:nvPr/>
            </p:nvSpPr>
            <p:spPr>
              <a:xfrm>
                <a:off x="846" y="255"/>
                <a:ext cx="0" cy="453"/>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grpSp>
        <p:sp>
          <p:nvSpPr>
            <p:cNvPr id="36889" name="直接连接符 30745"/>
            <p:cNvSpPr/>
            <p:nvPr/>
          </p:nvSpPr>
          <p:spPr>
            <a:xfrm>
              <a:off x="5058" y="544"/>
              <a:ext cx="279" cy="0"/>
            </a:xfrm>
            <a:prstGeom prst="line">
              <a:avLst/>
            </a:prstGeom>
            <a:ln w="25400"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6890" name="文本框 30746"/>
            <p:cNvSpPr txBox="1"/>
            <p:nvPr/>
          </p:nvSpPr>
          <p:spPr>
            <a:xfrm>
              <a:off x="1725" y="79"/>
              <a:ext cx="3227" cy="946"/>
            </a:xfrm>
            <a:prstGeom prst="rect">
              <a:avLst/>
            </a:prstGeom>
            <a:noFill/>
            <a:ln w="9525" cap="flat" cmpd="sng">
              <a:solidFill>
                <a:schemeClr val="tx1"/>
              </a:solidFill>
              <a:prstDash val="solid"/>
              <a:miter/>
              <a:headEnd type="none" w="med" len="med"/>
              <a:tailEnd type="none" w="med" len="med"/>
            </a:ln>
          </p:spPr>
          <p:txBody>
            <a:bodyPr anchor="t">
              <a:spAutoFit/>
            </a:bodyPr>
            <a:p>
              <a:pPr marL="914400" lvl="0" indent="-340995">
                <a:lnSpc>
                  <a:spcPct val="120000"/>
                </a:lnSpc>
                <a:spcBef>
                  <a:spcPct val="50000"/>
                </a:spcBef>
                <a:buClr>
                  <a:schemeClr val="tx2"/>
                </a:buClr>
                <a:buSzPct val="95000"/>
              </a:pPr>
              <a:endParaRPr lang="en-US" altLang="x-none" sz="2000" dirty="0">
                <a:solidFill>
                  <a:schemeClr val="tx1"/>
                </a:solidFill>
                <a:latin typeface="DejaVu Sans" panose="020B0603030804020204" charset="0"/>
                <a:ea typeface="方正书宋_GBK" panose="02000000000000000000" charset="-122"/>
              </a:endParaRPr>
            </a:p>
            <a:p>
              <a:pPr marL="914400" lvl="0" indent="-340995">
                <a:lnSpc>
                  <a:spcPct val="120000"/>
                </a:lnSpc>
                <a:spcBef>
                  <a:spcPct val="50000"/>
                </a:spcBef>
                <a:buClr>
                  <a:schemeClr val="tx2"/>
                </a:buClr>
                <a:buSzPct val="95000"/>
              </a:pPr>
              <a:endParaRPr lang="en-US" altLang="x-none" sz="2000" dirty="0">
                <a:solidFill>
                  <a:schemeClr val="tx1"/>
                </a:solidFill>
                <a:latin typeface="DejaVu Sans" panose="020B0603030804020204" charset="0"/>
                <a:ea typeface="方正书宋_GBK" panose="02000000000000000000" charset="-122"/>
              </a:endParaRPr>
            </a:p>
            <a:p>
              <a:pPr marL="914400" lvl="0" indent="-340995">
                <a:lnSpc>
                  <a:spcPct val="120000"/>
                </a:lnSpc>
                <a:spcBef>
                  <a:spcPct val="50000"/>
                </a:spcBef>
                <a:buClr>
                  <a:schemeClr val="tx2"/>
                </a:buClr>
                <a:buSzPct val="95000"/>
              </a:pPr>
              <a:r>
                <a:rPr lang="en-US" altLang="x-none" sz="2000" b="0" dirty="0">
                  <a:solidFill>
                    <a:schemeClr val="tx1"/>
                  </a:solidFill>
                  <a:latin typeface="DejaVu Sans" panose="020B0603030804020204" charset="0"/>
                  <a:ea typeface="方正书宋_GBK" panose="02000000000000000000" charset="-122"/>
                </a:rPr>
                <a:t>                   </a:t>
              </a:r>
              <a:r>
                <a:rPr lang="zh-CN" altLang="en-US" sz="2000" b="0" dirty="0">
                  <a:solidFill>
                    <a:schemeClr val="tx1"/>
                  </a:solidFill>
                  <a:latin typeface="DejaVu Sans" panose="020B0603030804020204" charset="0"/>
                  <a:ea typeface="方正书宋_GBK" panose="02000000000000000000" charset="-122"/>
                </a:rPr>
                <a:t>早期批处理</a:t>
              </a:r>
              <a:endParaRPr lang="zh-CN" altLang="en-US" sz="2000" b="0" dirty="0">
                <a:solidFill>
                  <a:schemeClr val="tx1"/>
                </a:solidFill>
                <a:latin typeface="DejaVu Sans" panose="020B0603030804020204" charset="0"/>
                <a:ea typeface="方正书宋_GBK" panose="02000000000000000000" charset="-122"/>
              </a:endParaRPr>
            </a:p>
          </p:txBody>
        </p:sp>
        <p:sp>
          <p:nvSpPr>
            <p:cNvPr id="36891" name="文本框 30747"/>
            <p:cNvSpPr txBox="1"/>
            <p:nvPr/>
          </p:nvSpPr>
          <p:spPr>
            <a:xfrm>
              <a:off x="2615" y="2832"/>
              <a:ext cx="2478" cy="334"/>
            </a:xfrm>
            <a:prstGeom prst="rect">
              <a:avLst/>
            </a:prstGeom>
            <a:noFill/>
            <a:ln w="9525">
              <a:noFill/>
              <a:miter/>
            </a:ln>
          </p:spPr>
          <p:txBody>
            <a:bodyPr anchor="t">
              <a:spAutoFit/>
            </a:bodyPr>
            <a:p>
              <a:pPr marL="914400" lvl="0" indent="-340995">
                <a:lnSpc>
                  <a:spcPct val="120000"/>
                </a:lnSpc>
                <a:spcBef>
                  <a:spcPct val="50000"/>
                </a:spcBef>
                <a:buClr>
                  <a:schemeClr val="tx2"/>
                </a:buClr>
                <a:buSzPct val="95000"/>
              </a:pPr>
              <a:r>
                <a:rPr lang="zh-CN" altLang="en-US" sz="2400" dirty="0">
                  <a:solidFill>
                    <a:schemeClr val="tx1"/>
                  </a:solidFill>
                  <a:latin typeface="DejaVu Sans" panose="020B0603030804020204" charset="0"/>
                  <a:ea typeface="方正书宋_GBK" panose="02000000000000000000" charset="-122"/>
                </a:rPr>
                <a:t>操作系统的进一步发展</a:t>
              </a:r>
              <a:endParaRPr lang="zh-CN" altLang="en-US" sz="2400" dirty="0">
                <a:solidFill>
                  <a:schemeClr val="tx1"/>
                </a:solidFill>
                <a:latin typeface="DejaVu Sans" panose="020B0603030804020204" charset="0"/>
                <a:ea typeface="方正书宋_GBK" panose="02000000000000000000" charset="-122"/>
              </a:endParaRPr>
            </a:p>
          </p:txBody>
        </p:sp>
        <p:sp>
          <p:nvSpPr>
            <p:cNvPr id="36892" name="直接连接符 30748"/>
            <p:cNvSpPr/>
            <p:nvPr/>
          </p:nvSpPr>
          <p:spPr>
            <a:xfrm>
              <a:off x="2385" y="2342"/>
              <a:ext cx="528" cy="0"/>
            </a:xfrm>
            <a:prstGeom prst="line">
              <a:avLst/>
            </a:prstGeom>
            <a:ln w="25400"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36893" name="文本框 30749"/>
            <p:cNvSpPr txBox="1"/>
            <p:nvPr/>
          </p:nvSpPr>
          <p:spPr>
            <a:xfrm>
              <a:off x="355" y="2832"/>
              <a:ext cx="1911" cy="334"/>
            </a:xfrm>
            <a:prstGeom prst="rect">
              <a:avLst/>
            </a:prstGeom>
            <a:noFill/>
            <a:ln w="9525">
              <a:noFill/>
              <a:miter/>
            </a:ln>
          </p:spPr>
          <p:txBody>
            <a:bodyPr anchor="t">
              <a:spAutoFit/>
            </a:bodyPr>
            <a:p>
              <a:pPr marL="914400" lvl="0" indent="-340995">
                <a:lnSpc>
                  <a:spcPct val="120000"/>
                </a:lnSpc>
                <a:spcBef>
                  <a:spcPct val="50000"/>
                </a:spcBef>
                <a:buClr>
                  <a:schemeClr val="tx2"/>
                </a:buClr>
                <a:buSzPct val="95000"/>
              </a:pPr>
              <a:r>
                <a:rPr lang="zh-CN" altLang="en-US" sz="2400" dirty="0">
                  <a:solidFill>
                    <a:schemeClr val="tx1"/>
                  </a:solidFill>
                  <a:latin typeface="DejaVu Sans" panose="020B0603030804020204" charset="0"/>
                  <a:ea typeface="方正书宋_GBK" panose="02000000000000000000" charset="-122"/>
                </a:rPr>
                <a:t>操作系统的形成</a:t>
              </a:r>
              <a:endParaRPr lang="zh-CN" altLang="en-US" sz="2400" dirty="0">
                <a:solidFill>
                  <a:schemeClr val="tx1"/>
                </a:solidFill>
                <a:latin typeface="DejaVu Sans" panose="020B0603030804020204" charset="0"/>
                <a:ea typeface="方正书宋_GBK" panose="02000000000000000000" charset="-122"/>
              </a:endParaRPr>
            </a:p>
          </p:txBody>
        </p:sp>
      </p:gr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3686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文本占位符 46081"/>
          <p:cNvSpPr>
            <a:spLocks noGrp="1"/>
          </p:cNvSpPr>
          <p:nvPr>
            <p:ph type="body"/>
          </p:nvPr>
        </p:nvSpPr>
        <p:spPr>
          <a:xfrm>
            <a:off x="133350" y="1214120"/>
            <a:ext cx="8869045" cy="5158740"/>
          </a:xfrm>
        </p:spPr>
        <p:txBody>
          <a:bodyPr wrap="square" anchor="t">
            <a:spAutoFit/>
          </a:bodyPr>
          <a:p>
            <a:pPr lvl="0">
              <a:lnSpc>
                <a:spcPct val="120000"/>
              </a:lnSpc>
              <a:buChar char="Ø"/>
            </a:pPr>
            <a:r>
              <a:rPr lang="zh-CN" altLang="en-US" sz="2800" b="1" dirty="0">
                <a:solidFill>
                  <a:srgbClr val="A50021"/>
                </a:solidFill>
              </a:rPr>
              <a:t> PC (personal computer):</a:t>
            </a:r>
            <a:r>
              <a:rPr lang="zh-CN" altLang="en-US" sz="2800" dirty="0">
                <a:solidFill>
                  <a:schemeClr val="tx1"/>
                </a:solidFill>
              </a:rPr>
              <a:t>随着微电子技术的发展,个人计算机出现于20世纪70年代。</a:t>
            </a:r>
            <a:endParaRPr lang="zh-CN" altLang="en-US" sz="2800" dirty="0">
              <a:solidFill>
                <a:schemeClr val="tx1"/>
              </a:solidFill>
            </a:endParaRPr>
          </a:p>
          <a:p>
            <a:pPr lvl="0">
              <a:lnSpc>
                <a:spcPct val="120000"/>
              </a:lnSpc>
              <a:buChar char="Ø"/>
            </a:pPr>
            <a:r>
              <a:rPr lang="zh-CN" altLang="en-US" sz="2800" dirty="0">
                <a:solidFill>
                  <a:schemeClr val="tx1"/>
                </a:solidFill>
              </a:rPr>
              <a:t>个人计算机操作系统得益于大型机操作系统的研制成果。另一方面微型计算机硬件费用很低，有些技术实现可相对简单。</a:t>
            </a:r>
            <a:r>
              <a:rPr lang="zh-CN" altLang="en-US" sz="2800" dirty="0">
                <a:solidFill>
                  <a:schemeClr val="tx1"/>
                </a:solidFill>
                <a:sym typeface="+mn-ea"/>
              </a:rPr>
              <a:t>个人计算机操作系统侧重于用户使用的方便性和响应速度。</a:t>
            </a:r>
            <a:endParaRPr lang="zh-CN" altLang="en-US" sz="2800" dirty="0">
              <a:solidFill>
                <a:schemeClr val="tx1"/>
              </a:solidFill>
            </a:endParaRPr>
          </a:p>
          <a:p>
            <a:pPr lvl="0">
              <a:lnSpc>
                <a:spcPct val="110000"/>
              </a:lnSpc>
              <a:spcAft>
                <a:spcPct val="20000"/>
              </a:spcAft>
              <a:buChar char="Ø"/>
            </a:pPr>
            <a:r>
              <a:rPr lang="zh-CN" altLang="en-US" sz="2800" dirty="0">
                <a:solidFill>
                  <a:schemeClr val="tx1"/>
                </a:solidFill>
              </a:rPr>
              <a:t>MS-DOS，Windows</a:t>
            </a:r>
            <a:endParaRPr lang="zh-CN" altLang="en-US" sz="2800" dirty="0">
              <a:solidFill>
                <a:schemeClr val="tx1"/>
              </a:solidFill>
            </a:endParaRPr>
          </a:p>
          <a:p>
            <a:pPr lvl="0">
              <a:lnSpc>
                <a:spcPct val="90000"/>
              </a:lnSpc>
              <a:spcAft>
                <a:spcPct val="20000"/>
              </a:spcAft>
              <a:buChar char="Ø"/>
            </a:pPr>
            <a:r>
              <a:rPr lang="en-US" altLang="zh-CN" sz="2800" dirty="0">
                <a:solidFill>
                  <a:schemeClr val="tx1"/>
                </a:solidFill>
              </a:rPr>
              <a:t>Mac OS</a:t>
            </a:r>
            <a:endParaRPr lang="en-US" altLang="zh-CN" sz="2800" dirty="0">
              <a:solidFill>
                <a:schemeClr val="tx1"/>
              </a:solidFill>
            </a:endParaRPr>
          </a:p>
          <a:p>
            <a:pPr lvl="0">
              <a:lnSpc>
                <a:spcPct val="90000"/>
              </a:lnSpc>
              <a:spcAft>
                <a:spcPct val="20000"/>
              </a:spcAft>
              <a:buChar char="Ø"/>
            </a:pPr>
            <a:r>
              <a:rPr lang="en-US" altLang="zh-CN" sz="2800" dirty="0">
                <a:solidFill>
                  <a:schemeClr val="tx1"/>
                </a:solidFill>
              </a:rPr>
              <a:t>Linux</a:t>
            </a:r>
            <a:endParaRPr lang="en-US" altLang="zh-CN" sz="2800" dirty="0">
              <a:solidFill>
                <a:schemeClr val="tx1"/>
              </a:solidFill>
            </a:endParaRPr>
          </a:p>
        </p:txBody>
      </p:sp>
      <p:sp>
        <p:nvSpPr>
          <p:cNvPr id="2" name="文本框 46082"/>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31</a:t>
            </a:r>
            <a:endParaRPr lang="zh-CN" altLang="en-US" sz="1400" b="0" dirty="0">
              <a:solidFill>
                <a:schemeClr val="tx2"/>
              </a:solidFill>
              <a:latin typeface="DejaVu Sans" panose="020B0603030804020204" charset="0"/>
              <a:ea typeface="方正书宋_GBK" panose="02000000000000000000" charset="-122"/>
            </a:endParaRPr>
          </a:p>
        </p:txBody>
      </p:sp>
      <p:sp>
        <p:nvSpPr>
          <p:cNvPr id="55300" name="矩形 46083"/>
          <p:cNvSpPr/>
          <p:nvPr/>
        </p:nvSpPr>
        <p:spPr>
          <a:xfrm>
            <a:off x="176213" y="638810"/>
            <a:ext cx="8734425" cy="681990"/>
          </a:xfrm>
          <a:prstGeom prst="rect">
            <a:avLst/>
          </a:prstGeom>
          <a:noFill/>
          <a:ln w="9525">
            <a:noFill/>
            <a:miter/>
          </a:ln>
        </p:spPr>
        <p:txBody>
          <a:bodyPr anchor="t">
            <a:spAutoFit/>
          </a:bodyPr>
          <a:p>
            <a:pPr marL="533400" lvl="0" indent="-533400" algn="ctr">
              <a:lnSpc>
                <a:spcPct val="120000"/>
              </a:lnSpc>
              <a:spcBef>
                <a:spcPct val="30000"/>
              </a:spcBef>
              <a:buClr>
                <a:schemeClr val="tx2"/>
              </a:buClr>
              <a:buSzPct val="95000"/>
            </a:pPr>
            <a:r>
              <a:rPr lang="en-US" altLang="zh-CN" dirty="0">
                <a:solidFill>
                  <a:srgbClr val="990000"/>
                </a:solidFill>
                <a:latin typeface="DejaVu Sans" panose="020B0603030804020204" charset="0"/>
                <a:ea typeface="方正书宋_GBK" panose="02000000000000000000" charset="-122"/>
              </a:rPr>
              <a:t>5</a:t>
            </a:r>
            <a:r>
              <a:rPr lang="zh-CN" altLang="en-US" dirty="0">
                <a:solidFill>
                  <a:srgbClr val="990000"/>
                </a:solidFill>
                <a:latin typeface="DejaVu Sans" panose="020B0603030804020204" charset="0"/>
                <a:ea typeface="方正书宋_GBK" panose="02000000000000000000" charset="-122"/>
              </a:rPr>
              <a:t>. </a:t>
            </a:r>
            <a:r>
              <a:rPr lang="zh-CN" altLang="en-US" dirty="0">
                <a:solidFill>
                  <a:schemeClr val="tx2"/>
                </a:solidFill>
                <a:latin typeface="DejaVu Sans" panose="020B0603030804020204" charset="0"/>
                <a:ea typeface="方正书宋_GBK" panose="02000000000000000000" charset="-122"/>
              </a:rPr>
              <a:t>操作系统的进一步发展-</a:t>
            </a:r>
            <a:r>
              <a:rPr lang="zh-CN" altLang="en-US" dirty="0">
                <a:solidFill>
                  <a:srgbClr val="990000"/>
                </a:solidFill>
                <a:latin typeface="DejaVu Sans" panose="020B0603030804020204" charset="0"/>
                <a:ea typeface="方正书宋_GBK" panose="02000000000000000000" charset="-122"/>
              </a:rPr>
              <a:t>个人计算机操作系统</a:t>
            </a:r>
            <a:endParaRPr lang="zh-CN" altLang="en-US" dirty="0">
              <a:solidFill>
                <a:srgbClr val="990000"/>
              </a:solidFill>
              <a:latin typeface="DejaVu Sans" panose="020B0603030804020204" charset="0"/>
              <a:ea typeface="方正书宋_GBK" panose="02000000000000000000" charset="-122"/>
            </a:endParaRPr>
          </a:p>
        </p:txBody>
      </p:sp>
      <p:sp>
        <p:nvSpPr>
          <p:cNvPr id="55301" name="矩形 46084"/>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5530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文本占位符 48129"/>
          <p:cNvSpPr>
            <a:spLocks noGrp="1"/>
          </p:cNvSpPr>
          <p:nvPr>
            <p:ph type="body"/>
          </p:nvPr>
        </p:nvSpPr>
        <p:spPr>
          <a:xfrm>
            <a:off x="138113" y="500063"/>
            <a:ext cx="7999412" cy="811530"/>
          </a:xfrm>
        </p:spPr>
        <p:txBody>
          <a:bodyPr wrap="square" anchor="t">
            <a:spAutoFit/>
          </a:bodyPr>
          <a:p>
            <a:pPr lvl="0">
              <a:lnSpc>
                <a:spcPct val="130000"/>
              </a:lnSpc>
              <a:buNone/>
            </a:pPr>
            <a:r>
              <a:rPr lang="en-US" altLang="zh-CN" b="1" dirty="0">
                <a:solidFill>
                  <a:srgbClr val="990000"/>
                </a:solidFill>
              </a:rPr>
              <a:t>5</a:t>
            </a:r>
            <a:r>
              <a:rPr lang="zh-CN" altLang="en-US" b="1" dirty="0">
                <a:solidFill>
                  <a:srgbClr val="990000"/>
                </a:solidFill>
              </a:rPr>
              <a:t>. </a:t>
            </a:r>
            <a:r>
              <a:rPr lang="zh-CN" altLang="en-US" sz="3600" b="1" dirty="0">
                <a:solidFill>
                  <a:schemeClr val="tx2"/>
                </a:solidFill>
              </a:rPr>
              <a:t>操作系统的进一步发展-</a:t>
            </a:r>
            <a:r>
              <a:rPr lang="zh-CN" altLang="en-US" b="1" dirty="0">
                <a:solidFill>
                  <a:srgbClr val="990000"/>
                </a:solidFill>
              </a:rPr>
              <a:t>网络操作系统</a:t>
            </a:r>
            <a:endParaRPr lang="zh-CN" altLang="en-US" b="1" dirty="0">
              <a:solidFill>
                <a:srgbClr val="990000"/>
              </a:solidFill>
            </a:endParaRPr>
          </a:p>
        </p:txBody>
      </p:sp>
      <p:sp>
        <p:nvSpPr>
          <p:cNvPr id="2" name="文本框 48130"/>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33</a:t>
            </a:r>
            <a:endParaRPr lang="zh-CN" altLang="en-US" sz="1400" b="0" dirty="0">
              <a:solidFill>
                <a:schemeClr val="tx2"/>
              </a:solidFill>
              <a:latin typeface="DejaVu Sans" panose="020B0603030804020204" charset="0"/>
              <a:ea typeface="方正书宋_GBK" panose="02000000000000000000" charset="-122"/>
            </a:endParaRPr>
          </a:p>
        </p:txBody>
      </p:sp>
      <p:pic>
        <p:nvPicPr>
          <p:cNvPr id="57348" name="图片 48131" descr="Drawing3"/>
          <p:cNvPicPr>
            <a:picLocks noChangeAspect="1"/>
          </p:cNvPicPr>
          <p:nvPr/>
        </p:nvPicPr>
        <p:blipFill>
          <a:blip r:embed="rId1"/>
          <a:stretch>
            <a:fillRect/>
          </a:stretch>
        </p:blipFill>
        <p:spPr>
          <a:xfrm>
            <a:off x="1426528" y="2879090"/>
            <a:ext cx="5602287" cy="3176588"/>
          </a:xfrm>
          <a:prstGeom prst="rect">
            <a:avLst/>
          </a:prstGeom>
          <a:solidFill>
            <a:schemeClr val="accent1"/>
          </a:solidFill>
          <a:ln w="9525">
            <a:noFill/>
            <a:miter/>
          </a:ln>
        </p:spPr>
      </p:pic>
      <p:sp>
        <p:nvSpPr>
          <p:cNvPr id="57349" name="文本框 48132"/>
          <p:cNvSpPr txBox="1"/>
          <p:nvPr/>
        </p:nvSpPr>
        <p:spPr>
          <a:xfrm>
            <a:off x="3416618" y="6077585"/>
            <a:ext cx="1947862" cy="336550"/>
          </a:xfrm>
          <a:prstGeom prst="rect">
            <a:avLst/>
          </a:prstGeom>
          <a:noFill/>
          <a:ln w="9525">
            <a:noFill/>
            <a:miter/>
          </a:ln>
        </p:spPr>
        <p:txBody>
          <a:bodyPr anchor="t">
            <a:spAutoFit/>
          </a:bodyPr>
          <a:p>
            <a:pPr lvl="0" algn="ctr">
              <a:spcBef>
                <a:spcPct val="50000"/>
              </a:spcBef>
            </a:pPr>
            <a:r>
              <a:rPr lang="zh-CN" altLang="en-US" sz="1600" b="0" dirty="0">
                <a:solidFill>
                  <a:schemeClr val="tx1"/>
                </a:solidFill>
                <a:latin typeface="DejaVu Sans" panose="020B0603030804020204" charset="0"/>
                <a:ea typeface="方正书宋_GBK" panose="02000000000000000000" charset="-122"/>
              </a:rPr>
              <a:t>计算机网络示意图</a:t>
            </a:r>
            <a:endParaRPr lang="zh-CN" altLang="en-US" sz="1600" b="0" dirty="0">
              <a:solidFill>
                <a:schemeClr val="tx1"/>
              </a:solidFill>
              <a:latin typeface="DejaVu Sans" panose="020B0603030804020204" charset="0"/>
              <a:ea typeface="方正书宋_GBK" panose="02000000000000000000" charset="-122"/>
            </a:endParaRPr>
          </a:p>
        </p:txBody>
      </p:sp>
      <p:sp>
        <p:nvSpPr>
          <p:cNvPr id="57350" name="矩形 48133"/>
          <p:cNvSpPr/>
          <p:nvPr/>
        </p:nvSpPr>
        <p:spPr>
          <a:xfrm>
            <a:off x="380365" y="1809750"/>
            <a:ext cx="8549640" cy="977265"/>
          </a:xfrm>
          <a:prstGeom prst="rect">
            <a:avLst/>
          </a:prstGeom>
          <a:noFill/>
          <a:ln w="9525">
            <a:noFill/>
            <a:miter/>
          </a:ln>
        </p:spPr>
        <p:txBody>
          <a:bodyPr wrap="square">
            <a:spAutoFit/>
          </a:bodyPr>
          <a:p>
            <a:pPr marL="571500" lvl="0" indent="-571500" algn="l" fontAlgn="base">
              <a:lnSpc>
                <a:spcPct val="120000"/>
              </a:lnSpc>
              <a:spcBef>
                <a:spcPct val="20000"/>
              </a:spcBef>
              <a:buClr>
                <a:schemeClr val="tx2"/>
              </a:buClr>
              <a:buSzPct val="95000"/>
            </a:pPr>
            <a:r>
              <a:rPr lang="en-US" altLang="x-none"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a:t>
            </a: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利用通讯线路将一些独立自治的计算机相互连接形成的一个集合体称为计算机网络</a:t>
            </a: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Symbol" panose="05050102010706020507" pitchFamily="2" charset="2"/>
              </a:rPr>
              <a:t>。</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sym typeface="Symbol" panose="05050102010706020507" pitchFamily="2" charset="2"/>
            </a:endParaRPr>
          </a:p>
        </p:txBody>
      </p:sp>
      <p:sp>
        <p:nvSpPr>
          <p:cNvPr id="57351" name="矩形 48134"/>
          <p:cNvSpPr/>
          <p:nvPr/>
        </p:nvSpPr>
        <p:spPr>
          <a:xfrm>
            <a:off x="665163" y="1235075"/>
            <a:ext cx="440055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计算机网络的定义</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57354" name="矩形 48137"/>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57346" grpId="0" build="p"/>
      <p:bldP spid="57349" grpId="0"/>
      <p:bldP spid="57350" grpId="0"/>
      <p:bldP spid="5735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文本占位符 49153"/>
          <p:cNvSpPr>
            <a:spLocks noGrp="1"/>
          </p:cNvSpPr>
          <p:nvPr>
            <p:ph type="body"/>
          </p:nvPr>
        </p:nvSpPr>
        <p:spPr>
          <a:xfrm>
            <a:off x="518160" y="1257300"/>
            <a:ext cx="8239760" cy="2599690"/>
          </a:xfrm>
        </p:spPr>
        <p:txBody>
          <a:bodyPr wrap="square" anchor="t">
            <a:spAutoFit/>
          </a:bodyPr>
          <a:p>
            <a:pPr lvl="0">
              <a:lnSpc>
                <a:spcPct val="130000"/>
              </a:lnSpc>
              <a:buNone/>
            </a:pPr>
            <a:r>
              <a:rPr lang="zh-CN" altLang="en-US" sz="2400" dirty="0">
                <a:solidFill>
                  <a:schemeClr val="tx1"/>
                </a:solidFill>
                <a:sym typeface="Symbol" panose="05050102010706020507" pitchFamily="2" charset="2"/>
              </a:rPr>
              <a:t>网络操作系统除了具备一般操作系统应具有的功能模块外(如系统核心、设备管理、存储管理、文件系统等)，还要增加一个网络通信模块。</a:t>
            </a:r>
            <a:endParaRPr lang="zh-CN" altLang="en-US" sz="2400" dirty="0">
              <a:solidFill>
                <a:schemeClr val="tx1"/>
              </a:solidFill>
              <a:sym typeface="Symbol" panose="05050102010706020507" pitchFamily="2" charset="2"/>
            </a:endParaRPr>
          </a:p>
          <a:p>
            <a:pPr lvl="0">
              <a:lnSpc>
                <a:spcPct val="130000"/>
              </a:lnSpc>
              <a:buNone/>
            </a:pPr>
            <a:r>
              <a:rPr lang="zh-CN" altLang="en-US" sz="2400" dirty="0">
                <a:solidFill>
                  <a:schemeClr val="tx1"/>
                </a:solidFill>
                <a:sym typeface="Symbol" panose="05050102010706020507" pitchFamily="2" charset="2"/>
              </a:rPr>
              <a:t>该模块由通信接口中断处理程序、通信控制程序以及各级网络协议软件组成。 </a:t>
            </a:r>
            <a:endParaRPr lang="zh-CN" altLang="en-US" sz="2400" dirty="0">
              <a:solidFill>
                <a:schemeClr val="tx1"/>
              </a:solidFill>
              <a:sym typeface="Symbol" panose="05050102010706020507" pitchFamily="2" charset="2"/>
            </a:endParaRPr>
          </a:p>
        </p:txBody>
      </p:sp>
      <p:sp>
        <p:nvSpPr>
          <p:cNvPr id="58372" name="矩形 49155"/>
          <p:cNvSpPr/>
          <p:nvPr/>
        </p:nvSpPr>
        <p:spPr>
          <a:xfrm>
            <a:off x="666750" y="636588"/>
            <a:ext cx="4400550" cy="60769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网络操作系统</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58374" name="矩形 49158"/>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操作系统的基本类型</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5837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矩形 61441"/>
          <p:cNvSpPr/>
          <p:nvPr/>
        </p:nvSpPr>
        <p:spPr>
          <a:xfrm>
            <a:off x="1006475" y="1562100"/>
            <a:ext cx="7129463" cy="2066925"/>
          </a:xfrm>
          <a:prstGeom prst="rect">
            <a:avLst/>
          </a:prstGeom>
          <a:noFill/>
          <a:ln w="9525">
            <a:noFill/>
            <a:miter/>
          </a:ln>
        </p:spPr>
        <p:txBody>
          <a:bodyPr>
            <a:spAutoFit/>
          </a:bodyPr>
          <a:p>
            <a:pPr marL="533400" lvl="0" indent="-533400" algn="ctr" fontAlgn="base">
              <a:lnSpc>
                <a:spcPct val="120000"/>
              </a:lnSpc>
              <a:buClr>
                <a:schemeClr val="tx2"/>
              </a:buClr>
              <a:buSzPct val="95000"/>
            </a:pPr>
            <a:endParaRPr lang="en-US" altLang="x-none" sz="280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ctr" fontAlgn="base">
              <a:lnSpc>
                <a:spcPct val="120000"/>
              </a:lnSpc>
              <a:buClr>
                <a:schemeClr val="tx2"/>
              </a:buClr>
              <a:buSzPct val="95000"/>
            </a:pPr>
            <a:r>
              <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cs typeface="+mn-ea"/>
              </a:rPr>
              <a:t>操作系统的基本类型</a:t>
            </a:r>
            <a:endPar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ctr" fontAlgn="base">
              <a:lnSpc>
                <a:spcPct val="120000"/>
              </a:lnSpc>
              <a:buClr>
                <a:schemeClr val="tx2"/>
              </a:buClr>
              <a:buSzPct val="95000"/>
            </a:pPr>
            <a:endPar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endParaRPr>
          </a:p>
        </p:txBody>
      </p:sp>
      <p:pic>
        <p:nvPicPr>
          <p:cNvPr id="2" name="内容占位符 61442"/>
          <p:cNvPicPr>
            <a:picLocks noGrp="1" noChangeAspect="1"/>
          </p:cNvPicPr>
          <p:nvPr>
            <p:ph idx="2147483647"/>
          </p:nvPr>
        </p:nvPicPr>
        <p:blipFill>
          <a:blip r:embed="rId1"/>
          <a:stretch>
            <a:fillRect/>
          </a:stretch>
        </p:blipFill>
        <p:spPr>
          <a:xfrm>
            <a:off x="0" y="0"/>
            <a:ext cx="838200" cy="517525"/>
          </a:xfrm>
        </p:spPr>
      </p:pic>
      <p:sp>
        <p:nvSpPr>
          <p:cNvPr id="81924" name="矩形 61443"/>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操作系统的基本类型</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81922"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文本占位符 62465"/>
          <p:cNvSpPr>
            <a:spLocks noGrp="1"/>
          </p:cNvSpPr>
          <p:nvPr>
            <p:ph type="body"/>
          </p:nvPr>
        </p:nvSpPr>
        <p:spPr>
          <a:xfrm>
            <a:off x="117475" y="1700213"/>
            <a:ext cx="8478838" cy="2558415"/>
          </a:xfrm>
        </p:spPr>
        <p:txBody>
          <a:bodyPr wrap="square" anchor="t">
            <a:spAutoFit/>
          </a:bodyPr>
          <a:p>
            <a:pPr lvl="0">
              <a:lnSpc>
                <a:spcPct val="120000"/>
              </a:lnSpc>
              <a:buNone/>
            </a:pPr>
            <a:r>
              <a:rPr lang="zh-CN" altLang="en-US" sz="2700" dirty="0">
                <a:solidFill>
                  <a:schemeClr val="tx1"/>
                </a:solidFill>
              </a:rPr>
              <a:t>	批量操作系统是操作系统的一种类型。该系统把用户提交的程序组织成作业形式。作业成批送入计算机，然后由作业调度程序自动选择作业，在系统内多道运行。	FMS(FORTRAN Monitor System ) 			IBMSYS(IBM  7094 机配备)</a:t>
            </a:r>
            <a:endParaRPr lang="zh-CN" altLang="en-US" sz="2700" dirty="0">
              <a:solidFill>
                <a:schemeClr val="tx1"/>
              </a:solidFill>
            </a:endParaRPr>
          </a:p>
        </p:txBody>
      </p:sp>
      <p:sp>
        <p:nvSpPr>
          <p:cNvPr id="2" name="文本框 62466"/>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44</a:t>
            </a:r>
            <a:endParaRPr lang="zh-CN" altLang="en-US" sz="1400" b="0" dirty="0">
              <a:solidFill>
                <a:schemeClr val="tx2"/>
              </a:solidFill>
              <a:latin typeface="DejaVu Sans" panose="020B0603030804020204" charset="0"/>
              <a:ea typeface="方正书宋_GBK" panose="02000000000000000000" charset="-122"/>
            </a:endParaRPr>
          </a:p>
        </p:txBody>
      </p:sp>
      <p:sp>
        <p:nvSpPr>
          <p:cNvPr id="82948" name="矩形 62467"/>
          <p:cNvSpPr/>
          <p:nvPr/>
        </p:nvSpPr>
        <p:spPr>
          <a:xfrm>
            <a:off x="271463" y="515938"/>
            <a:ext cx="3890963" cy="67627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批量操作系统</a:t>
            </a:r>
            <a:endPar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82949" name="矩形 62468"/>
          <p:cNvSpPr/>
          <p:nvPr/>
        </p:nvSpPr>
        <p:spPr>
          <a:xfrm>
            <a:off x="665163" y="1177925"/>
            <a:ext cx="440055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什么是批量操作系统</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82950" name="矩形 62469"/>
          <p:cNvSpPr/>
          <p:nvPr/>
        </p:nvSpPr>
        <p:spPr>
          <a:xfrm>
            <a:off x="681038" y="4051300"/>
            <a:ext cx="440055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批量操作系统的特点</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grpSp>
        <p:nvGrpSpPr>
          <p:cNvPr id="82951" name="组合 82950"/>
          <p:cNvGrpSpPr/>
          <p:nvPr/>
        </p:nvGrpSpPr>
        <p:grpSpPr>
          <a:xfrm>
            <a:off x="119063" y="4665663"/>
            <a:ext cx="6318250" cy="1725612"/>
            <a:chOff x="0" y="0"/>
            <a:chExt cx="3980" cy="1087"/>
          </a:xfrm>
        </p:grpSpPr>
        <p:sp>
          <p:nvSpPr>
            <p:cNvPr id="82952" name="矩形 62471"/>
            <p:cNvSpPr/>
            <p:nvPr/>
          </p:nvSpPr>
          <p:spPr>
            <a:xfrm>
              <a:off x="13" y="401"/>
              <a:ext cx="3915" cy="334"/>
            </a:xfrm>
            <a:prstGeom prst="rect">
              <a:avLst/>
            </a:prstGeom>
            <a:noFill/>
            <a:ln w="9525">
              <a:noFill/>
              <a:miter/>
            </a:ln>
          </p:spPr>
          <p:txBody>
            <a:bodyPr>
              <a:spAutoFit/>
            </a:bodyPr>
            <a:p>
              <a:pPr marL="1428750" lvl="2" indent="-398145" algn="l" fontAlgn="base">
                <a:lnSpc>
                  <a:spcPct val="120000"/>
                </a:lnSpc>
                <a:spcBef>
                  <a:spcPct val="30000"/>
                </a:spcBef>
                <a:buClr>
                  <a:schemeClr val="tx2"/>
                </a:buClr>
                <a:buSzPct val="95000"/>
              </a:pP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脱机操作   多道运行    合理搭配作业</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82953" name="矩形 62472"/>
            <p:cNvSpPr/>
            <p:nvPr/>
          </p:nvSpPr>
          <p:spPr>
            <a:xfrm>
              <a:off x="0" y="0"/>
              <a:ext cx="3970" cy="357"/>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① </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系统吞吐率高</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82954" name="矩形 62473"/>
            <p:cNvSpPr/>
            <p:nvPr/>
          </p:nvSpPr>
          <p:spPr>
            <a:xfrm>
              <a:off x="10" y="730"/>
              <a:ext cx="3970" cy="357"/>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② </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sym typeface="Symbol" panose="05050102010706020507" pitchFamily="2" charset="2"/>
                </a:rPr>
                <a:t>作业周转时间长，用户使用不方便</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sym typeface="Symbol" panose="05050102010706020507" pitchFamily="2" charset="2"/>
              </a:endParaRPr>
            </a:p>
          </p:txBody>
        </p:sp>
      </p:grpSp>
      <p:sp>
        <p:nvSpPr>
          <p:cNvPr id="82955" name="矩形 62474"/>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操作系统的基本类型</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82946" grpId="0" build="p"/>
      <p:bldP spid="82948" grpId="0"/>
      <p:bldP spid="82949" grpId="0"/>
      <p:bldP spid="8295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文本占位符 63489"/>
          <p:cNvSpPr>
            <a:spLocks noGrp="1"/>
          </p:cNvSpPr>
          <p:nvPr>
            <p:ph type="body"/>
          </p:nvPr>
        </p:nvSpPr>
        <p:spPr>
          <a:xfrm>
            <a:off x="218123" y="1714500"/>
            <a:ext cx="8677275" cy="2063750"/>
          </a:xfrm>
        </p:spPr>
        <p:txBody>
          <a:bodyPr wrap="square" anchor="t">
            <a:spAutoFit/>
          </a:bodyPr>
          <a:p>
            <a:pPr lvl="1" indent="-455295">
              <a:lnSpc>
                <a:spcPct val="120000"/>
              </a:lnSpc>
              <a:spcBef>
                <a:spcPct val="20000"/>
              </a:spcBef>
              <a:buNone/>
            </a:pPr>
            <a:r>
              <a:rPr lang="zh-CN" altLang="en-US" sz="2400" dirty="0">
                <a:solidFill>
                  <a:schemeClr val="tx1"/>
                </a:solidFill>
              </a:rPr>
              <a:t>分时操作系统是操作系统的另一种类型。它一般采用时间</a:t>
            </a:r>
            <a:endParaRPr lang="zh-CN" altLang="en-US" sz="2400" dirty="0">
              <a:solidFill>
                <a:schemeClr val="tx1"/>
              </a:solidFill>
            </a:endParaRPr>
          </a:p>
          <a:p>
            <a:pPr lvl="1" indent="-455295">
              <a:lnSpc>
                <a:spcPct val="120000"/>
              </a:lnSpc>
              <a:spcBef>
                <a:spcPct val="20000"/>
              </a:spcBef>
              <a:buNone/>
            </a:pPr>
            <a:r>
              <a:rPr lang="zh-CN" altLang="en-US" sz="2400" dirty="0">
                <a:solidFill>
                  <a:schemeClr val="tx1"/>
                </a:solidFill>
              </a:rPr>
              <a:t>片轮转的办法，使一台计算机同时为多个终端用户服务。</a:t>
            </a:r>
            <a:endParaRPr lang="zh-CN" altLang="en-US" sz="2400" dirty="0">
              <a:solidFill>
                <a:schemeClr val="tx1"/>
              </a:solidFill>
            </a:endParaRPr>
          </a:p>
          <a:p>
            <a:pPr lvl="1" indent="-455295">
              <a:lnSpc>
                <a:spcPct val="120000"/>
              </a:lnSpc>
              <a:spcBef>
                <a:spcPct val="20000"/>
              </a:spcBef>
              <a:buNone/>
            </a:pPr>
            <a:r>
              <a:rPr lang="zh-CN" altLang="en-US" sz="2400" dirty="0">
                <a:solidFill>
                  <a:schemeClr val="tx1"/>
                </a:solidFill>
              </a:rPr>
              <a:t>该系统对每个用户都能保证足够快的响应时间，并提供交</a:t>
            </a:r>
            <a:endParaRPr lang="zh-CN" altLang="en-US" sz="2400" dirty="0">
              <a:solidFill>
                <a:schemeClr val="tx1"/>
              </a:solidFill>
            </a:endParaRPr>
          </a:p>
          <a:p>
            <a:pPr lvl="1" indent="-455295">
              <a:lnSpc>
                <a:spcPct val="120000"/>
              </a:lnSpc>
              <a:spcBef>
                <a:spcPct val="20000"/>
              </a:spcBef>
              <a:buNone/>
            </a:pPr>
            <a:r>
              <a:rPr lang="zh-CN" altLang="en-US" sz="2400" dirty="0">
                <a:solidFill>
                  <a:schemeClr val="tx1"/>
                </a:solidFill>
              </a:rPr>
              <a:t>互会话功能。</a:t>
            </a:r>
            <a:endParaRPr lang="zh-CN" altLang="en-US" sz="2400" dirty="0">
              <a:solidFill>
                <a:schemeClr val="tx1"/>
              </a:solidFill>
            </a:endParaRPr>
          </a:p>
        </p:txBody>
      </p:sp>
      <p:sp>
        <p:nvSpPr>
          <p:cNvPr id="2" name="文本框 63490"/>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45</a:t>
            </a:r>
            <a:endParaRPr lang="zh-CN" altLang="en-US" sz="1400" b="0" dirty="0">
              <a:solidFill>
                <a:schemeClr val="tx2"/>
              </a:solidFill>
              <a:latin typeface="DejaVu Sans" panose="020B0603030804020204" charset="0"/>
              <a:ea typeface="方正书宋_GBK" panose="02000000000000000000" charset="-122"/>
            </a:endParaRPr>
          </a:p>
        </p:txBody>
      </p:sp>
      <p:sp>
        <p:nvSpPr>
          <p:cNvPr id="83972" name="矩形 63491"/>
          <p:cNvSpPr/>
          <p:nvPr/>
        </p:nvSpPr>
        <p:spPr>
          <a:xfrm>
            <a:off x="271463" y="515938"/>
            <a:ext cx="3890963" cy="67627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分时操作系统</a:t>
            </a:r>
            <a:endPar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83973" name="矩形 63492"/>
          <p:cNvSpPr/>
          <p:nvPr/>
        </p:nvSpPr>
        <p:spPr>
          <a:xfrm>
            <a:off x="665163" y="1177925"/>
            <a:ext cx="440055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什么是分时操作系统</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83974" name="矩形 63493"/>
          <p:cNvSpPr/>
          <p:nvPr/>
        </p:nvSpPr>
        <p:spPr>
          <a:xfrm>
            <a:off x="681038" y="3736975"/>
            <a:ext cx="440055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分时操作系统的特点</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83975" name="矩形 63494"/>
          <p:cNvSpPr/>
          <p:nvPr/>
        </p:nvSpPr>
        <p:spPr>
          <a:xfrm>
            <a:off x="538480" y="4452620"/>
            <a:ext cx="5205413" cy="1735138"/>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① </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并行性</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② </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独占性</a:t>
            </a:r>
            <a:endPar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endParaRPr>
          </a:p>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③ </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交互性  </a:t>
            </a:r>
            <a:endPar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endParaRPr>
          </a:p>
        </p:txBody>
      </p:sp>
      <p:sp>
        <p:nvSpPr>
          <p:cNvPr id="83976" name="矩形 63495"/>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操作系统的基本类型</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83970" grpId="0" build="p"/>
      <p:bldP spid="83972" grpId="0"/>
      <p:bldP spid="83973" grpId="0"/>
      <p:bldP spid="83974" grpId="0"/>
      <p:bldP spid="8397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文本框 45057"/>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30</a:t>
            </a:r>
            <a:endParaRPr lang="zh-CN" altLang="en-US" sz="1400" b="0" dirty="0">
              <a:solidFill>
                <a:schemeClr val="tx2"/>
              </a:solidFill>
              <a:latin typeface="DejaVu Sans" panose="020B0603030804020204" charset="0"/>
              <a:ea typeface="方正书宋_GBK" panose="02000000000000000000" charset="-122"/>
            </a:endParaRPr>
          </a:p>
        </p:txBody>
      </p:sp>
      <p:sp>
        <p:nvSpPr>
          <p:cNvPr id="54276" name="矩形 45059"/>
          <p:cNvSpPr/>
          <p:nvPr/>
        </p:nvSpPr>
        <p:spPr>
          <a:xfrm>
            <a:off x="519430" y="577850"/>
            <a:ext cx="4989830" cy="681990"/>
          </a:xfrm>
          <a:prstGeom prst="rect">
            <a:avLst/>
          </a:prstGeom>
          <a:noFill/>
          <a:ln w="9525">
            <a:noFill/>
            <a:miter/>
          </a:ln>
        </p:spPr>
        <p:txBody>
          <a:bodyPr wrap="square">
            <a:spAutoFit/>
          </a:bodyPr>
          <a:p>
            <a:pPr marL="533400" lvl="0" indent="-533400" algn="l" fontAlgn="base">
              <a:lnSpc>
                <a:spcPct val="120000"/>
              </a:lnSpc>
              <a:spcBef>
                <a:spcPct val="30000"/>
              </a:spcBef>
              <a:buClr>
                <a:schemeClr val="tx2"/>
              </a:buClr>
              <a:buSzPct val="95000"/>
            </a:pPr>
            <a:r>
              <a:rPr lang="en-US" altLang="zh-CN"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3</a:t>
            </a:r>
            <a:r>
              <a:rPr lang="zh-CN" altLang="en-US"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、实时操作系统</a:t>
            </a:r>
            <a:endParaRPr lang="zh-CN" altLang="en-US"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54277" name="矩形 45060"/>
          <p:cNvSpPr/>
          <p:nvPr/>
        </p:nvSpPr>
        <p:spPr>
          <a:xfrm>
            <a:off x="217170" y="1183640"/>
            <a:ext cx="8656320" cy="5320665"/>
          </a:xfrm>
          <a:prstGeom prst="rect">
            <a:avLst/>
          </a:prstGeom>
          <a:noFill/>
          <a:ln w="9525">
            <a:noFill/>
            <a:miter/>
          </a:ln>
        </p:spPr>
        <p:txBody>
          <a:bodyPr wrap="square">
            <a:spAutoFit/>
          </a:bodyPr>
          <a:p>
            <a:pPr lvl="0" indent="-457200" algn="l" fontAlgn="base">
              <a:lnSpc>
                <a:spcPct val="130000"/>
              </a:lnSpc>
              <a:spcBef>
                <a:spcPct val="30000"/>
              </a:spcBef>
              <a:buClr>
                <a:schemeClr val="tx2"/>
              </a:buClr>
              <a:buSzPct val="95000"/>
            </a:pP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在计算机的发展过程中，形成了一类特殊的系统：</a:t>
            </a:r>
            <a:endPar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endParaRPr>
          </a:p>
          <a:p>
            <a:pPr lvl="0" indent="-457200" algn="l" fontAlgn="base">
              <a:lnSpc>
                <a:spcPct val="130000"/>
              </a:lnSpc>
              <a:spcBef>
                <a:spcPct val="30000"/>
              </a:spcBef>
              <a:buClr>
                <a:schemeClr val="tx2"/>
              </a:buClr>
              <a:buSzPct val="95000"/>
            </a:pPr>
            <a:r>
              <a:rPr lang="zh-CN" altLang="en-US" sz="2400" dirty="0">
                <a:solidFill>
                  <a:srgbClr val="000066"/>
                </a:solidFill>
                <a:latin typeface="DejaVu Sans" panose="020B0603030804020204" charset="0"/>
                <a:ea typeface="方正书宋_GBK" panose="02000000000000000000" charset="-122"/>
                <a:sym typeface="Arial" panose="020B0604020202020204" pitchFamily="34" charset="0"/>
              </a:rPr>
              <a:t>     </a:t>
            </a:r>
            <a:r>
              <a:rPr lang="zh-CN" altLang="en-US" sz="2400" b="0" dirty="0">
                <a:solidFill>
                  <a:srgbClr val="000066"/>
                </a:solidFill>
                <a:latin typeface="DejaVu Sans" panose="020B0603030804020204" charset="0"/>
                <a:ea typeface="方正书宋_GBK" panose="02000000000000000000" charset="-122"/>
                <a:sym typeface="Arial" panose="020B0604020202020204" pitchFamily="34" charset="0"/>
              </a:rPr>
              <a:t> </a:t>
            </a:r>
            <a:r>
              <a:rPr lang="zh-CN" altLang="en-US" sz="2000" b="0" dirty="0">
                <a:solidFill>
                  <a:srgbClr val="000066"/>
                </a:solidFill>
                <a:latin typeface="DejaVu Sans" panose="020B0603030804020204" charset="0"/>
                <a:ea typeface="方正书宋_GBK" panose="02000000000000000000" charset="-122"/>
                <a:sym typeface="Arial" panose="020B0604020202020204" pitchFamily="34" charset="0"/>
              </a:rPr>
              <a:t>系统必须在一个给定的时间期限之前完成计算任务，否则就会发生灾难性的后果。这些系统通常是嵌入式系统，用于监视、响应和控制外部环境。比如：生产制造、汽车控制系统，飞行控制，核能设备监控。</a:t>
            </a:r>
            <a:r>
              <a:rPr lang="zh-CN" altLang="en-US" sz="2000" dirty="0">
                <a:solidFill>
                  <a:srgbClr val="FF0000"/>
                </a:solidFill>
                <a:latin typeface="DejaVu Sans" panose="020B0603030804020204" charset="0"/>
                <a:ea typeface="方正书宋_GBK" panose="02000000000000000000" charset="-122"/>
                <a:cs typeface="+mn-ea"/>
                <a:sym typeface="+mn-ea"/>
              </a:rPr>
              <a:t>计算的正确性不仅取决于程序的</a:t>
            </a:r>
            <a:r>
              <a:rPr lang="x-none" altLang="zh-CN" sz="2000" dirty="0">
                <a:solidFill>
                  <a:srgbClr val="FF0000"/>
                </a:solidFill>
                <a:latin typeface="DejaVu Sans" panose="020B0603030804020204" charset="0"/>
                <a:ea typeface="方正书宋_GBK" panose="02000000000000000000" charset="-122"/>
                <a:cs typeface="+mn-ea"/>
                <a:sym typeface="+mn-ea"/>
              </a:rPr>
              <a:t>结果</a:t>
            </a:r>
            <a:r>
              <a:rPr lang="zh-CN" altLang="en-US" sz="2000" dirty="0">
                <a:solidFill>
                  <a:srgbClr val="FF0000"/>
                </a:solidFill>
                <a:latin typeface="DejaVu Sans" panose="020B0603030804020204" charset="0"/>
                <a:ea typeface="方正书宋_GBK" panose="02000000000000000000" charset="-122"/>
                <a:cs typeface="+mn-ea"/>
                <a:sym typeface="+mn-ea"/>
              </a:rPr>
              <a:t>正确，也取决于结果产生的时间。</a:t>
            </a:r>
            <a:endParaRPr lang="zh-CN" altLang="en-US" sz="2000" dirty="0">
              <a:solidFill>
                <a:srgbClr val="000066"/>
              </a:solidFill>
              <a:latin typeface="DejaVu Sans" panose="020B0603030804020204" charset="0"/>
              <a:ea typeface="方正书宋_GBK" panose="02000000000000000000" charset="-122"/>
              <a:sym typeface="Arial" panose="020B0604020202020204" pitchFamily="34" charset="0"/>
            </a:endParaRPr>
          </a:p>
          <a:p>
            <a:pPr lvl="0" indent="-457200" algn="l" fontAlgn="base">
              <a:lnSpc>
                <a:spcPct val="130000"/>
              </a:lnSpc>
              <a:spcBef>
                <a:spcPct val="30000"/>
              </a:spcBef>
              <a:buClr>
                <a:schemeClr val="tx2"/>
              </a:buClr>
              <a:buSzPct val="95000"/>
            </a:pPr>
            <a:r>
              <a:rPr lang="en-US" altLang="x-none" sz="20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        </a:t>
            </a:r>
            <a:r>
              <a:rPr lang="zh-CN" altLang="en-US" sz="2000" b="0" strike="noStrike" noProof="1" dirty="0">
                <a:solidFill>
                  <a:srgbClr val="000066"/>
                </a:solidFill>
                <a:latin typeface="DejaVu Sans" panose="020B0603030804020204" charset="0"/>
                <a:ea typeface="方正书宋_GBK" panose="02000000000000000000" charset="-122"/>
                <a:cs typeface="+mn-ea"/>
              </a:rPr>
              <a:t>实时系统中配置的操作系统被称为实时操作系统（</a:t>
            </a:r>
            <a:r>
              <a:rPr lang="zh-CN" altLang="en-US" sz="2000" b="0" dirty="0">
                <a:solidFill>
                  <a:srgbClr val="000066"/>
                </a:solidFill>
                <a:latin typeface="DejaVu Sans" panose="020B0603030804020204" charset="0"/>
                <a:ea typeface="方正书宋_GBK" panose="02000000000000000000" charset="-122"/>
                <a:cs typeface="+mn-ea"/>
                <a:sym typeface="+mn-ea"/>
              </a:rPr>
              <a:t>RTOS）</a:t>
            </a:r>
            <a:endParaRPr lang="zh-CN" altLang="en-US" sz="2000" b="0" dirty="0">
              <a:solidFill>
                <a:srgbClr val="000066"/>
              </a:solidFill>
              <a:latin typeface="DejaVu Sans" panose="020B0603030804020204" charset="0"/>
              <a:ea typeface="方正书宋_GBK" panose="02000000000000000000" charset="-122"/>
              <a:cs typeface="+mn-ea"/>
              <a:sym typeface="+mn-ea"/>
            </a:endParaRPr>
          </a:p>
          <a:p>
            <a:pPr lvl="0" indent="-457200" algn="l" fontAlgn="base">
              <a:lnSpc>
                <a:spcPct val="130000"/>
              </a:lnSpc>
              <a:spcBef>
                <a:spcPct val="30000"/>
              </a:spcBef>
              <a:buClr>
                <a:schemeClr val="tx2"/>
              </a:buClr>
              <a:buSzPct val="95000"/>
            </a:pP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实时操作系统的特点：</a:t>
            </a:r>
            <a:endParaRPr lang="zh-CN" altLang="en-US" sz="2400" strike="noStrike" noProof="1" dirty="0">
              <a:solidFill>
                <a:srgbClr val="000066"/>
              </a:solidFill>
              <a:latin typeface="DejaVu Sans" panose="020B0603030804020204" charset="0"/>
              <a:ea typeface="方正书宋_GBK" panose="02000000000000000000" charset="-122"/>
              <a:cs typeface="+mn-ea"/>
            </a:endParaRPr>
          </a:p>
          <a:p>
            <a:pPr marL="914400" lvl="1" indent="-457200" algn="l" fontAlgn="base">
              <a:lnSpc>
                <a:spcPct val="130000"/>
              </a:lnSpc>
              <a:spcBef>
                <a:spcPct val="30000"/>
              </a:spcBef>
              <a:buClr>
                <a:schemeClr val="tx2"/>
              </a:buClr>
              <a:buSzPct val="95000"/>
            </a:pPr>
            <a:r>
              <a:rPr lang="en-US" altLang="zh-CN"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1 </a:t>
            </a:r>
            <a:r>
              <a:rPr lang="zh-CN" altLang="en-US"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实时响应：对外部输入的实时信号能够在规定的时间（截止期限，</a:t>
            </a:r>
            <a:r>
              <a:rPr lang="en-US" altLang="zh-CN"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deadline</a:t>
            </a:r>
            <a:r>
              <a:rPr lang="zh-CN" altLang="en-US"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）之内处理完毕并作出反应。</a:t>
            </a:r>
            <a:endParaRPr lang="zh-CN" altLang="en-US" sz="20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914400" lvl="1" indent="-457200" algn="l" fontAlgn="base">
              <a:lnSpc>
                <a:spcPct val="130000"/>
              </a:lnSpc>
              <a:spcBef>
                <a:spcPct val="30000"/>
              </a:spcBef>
              <a:buClr>
                <a:schemeClr val="tx2"/>
              </a:buClr>
              <a:buSzPct val="95000"/>
            </a:pPr>
            <a:r>
              <a:rPr lang="en-US" altLang="zh-CN"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2 </a:t>
            </a:r>
            <a:r>
              <a:rPr lang="zh-CN" altLang="en-US"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具有高可靠性和安全性。</a:t>
            </a:r>
            <a:endParaRPr lang="zh-CN" altLang="en-US"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endParaRPr>
          </a:p>
          <a:p>
            <a:pPr marL="0" lvl="1" indent="-457200" algn="l" fontAlgn="base">
              <a:lnSpc>
                <a:spcPct val="130000"/>
              </a:lnSpc>
              <a:spcBef>
                <a:spcPct val="30000"/>
              </a:spcBef>
              <a:buClr>
                <a:schemeClr val="tx2"/>
              </a:buClr>
              <a:buSzPct val="95000"/>
            </a:pPr>
            <a:r>
              <a:rPr lang="x-none" altLang="en-US"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     </a:t>
            </a:r>
            <a:r>
              <a:rPr lang="en-US" altLang="zh-CN"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3 具有</a:t>
            </a:r>
            <a:r>
              <a:rPr lang="zh-CN" altLang="en-US"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可预测性。 </a:t>
            </a:r>
            <a:r>
              <a:rPr lang="x-none" altLang="zh-CN"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a:t>
            </a:r>
            <a:r>
              <a:rPr lang="zh-CN" altLang="en-US"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实时系统采用各种算法和策略</a:t>
            </a:r>
            <a:r>
              <a:rPr lang="x-none" altLang="zh-CN"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rPr>
              <a:t>保证可预测性)</a:t>
            </a:r>
            <a:endParaRPr lang="x-none" altLang="zh-CN" sz="2000" b="0" i="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mn-ea"/>
            </a:endParaRPr>
          </a:p>
        </p:txBody>
      </p:sp>
      <p:sp>
        <p:nvSpPr>
          <p:cNvPr id="54280" name="矩形 45063"/>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操作系统的形成与发展</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54276" grpId="0"/>
      <p:bldP spid="5427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文本占位符 65537"/>
          <p:cNvSpPr>
            <a:spLocks noGrp="1"/>
          </p:cNvSpPr>
          <p:nvPr>
            <p:ph type="body"/>
          </p:nvPr>
        </p:nvSpPr>
        <p:spPr>
          <a:xfrm>
            <a:off x="381000" y="1939290"/>
            <a:ext cx="7383145" cy="1494155"/>
          </a:xfrm>
        </p:spPr>
        <p:txBody>
          <a:bodyPr wrap="square" anchor="t">
            <a:spAutoFit/>
          </a:bodyPr>
          <a:p>
            <a:pPr lvl="0">
              <a:lnSpc>
                <a:spcPct val="120000"/>
              </a:lnSpc>
              <a:spcBef>
                <a:spcPct val="20000"/>
              </a:spcBef>
              <a:buNone/>
            </a:pPr>
            <a:r>
              <a:rPr lang="en-US" altLang="x-none" sz="2400" dirty="0">
                <a:solidFill>
                  <a:schemeClr val="tx1"/>
                </a:solidFill>
              </a:rPr>
              <a:t>            </a:t>
            </a:r>
            <a:r>
              <a:rPr lang="x-none" altLang="zh-CN" sz="2400" dirty="0">
                <a:solidFill>
                  <a:schemeClr val="tx1"/>
                </a:solidFill>
              </a:rPr>
              <a:t>常用的个人计算机操作系统windows为什么不是实时操作系统</a:t>
            </a:r>
            <a:r>
              <a:rPr lang="zh-CN" altLang="x-none" sz="2400" dirty="0">
                <a:solidFill>
                  <a:schemeClr val="tx1"/>
                </a:solidFill>
              </a:rPr>
              <a:t>？</a:t>
            </a:r>
            <a:endParaRPr lang="zh-CN" altLang="x-none" sz="2400" dirty="0">
              <a:solidFill>
                <a:schemeClr val="tx1"/>
              </a:solidFill>
            </a:endParaRPr>
          </a:p>
          <a:p>
            <a:pPr lvl="0">
              <a:lnSpc>
                <a:spcPct val="120000"/>
              </a:lnSpc>
              <a:spcBef>
                <a:spcPct val="20000"/>
              </a:spcBef>
              <a:buNone/>
            </a:pPr>
            <a:r>
              <a:rPr lang="en-US" altLang="zh-CN" sz="2400" dirty="0">
                <a:solidFill>
                  <a:schemeClr val="tx1"/>
                </a:solidFill>
              </a:rPr>
              <a:t>	</a:t>
            </a:r>
            <a:r>
              <a:rPr lang="x-none" altLang="en-US" sz="2400" dirty="0">
                <a:solidFill>
                  <a:schemeClr val="tx1"/>
                </a:solidFill>
              </a:rPr>
              <a:t>	</a:t>
            </a:r>
            <a:r>
              <a:rPr lang="en-US" altLang="x-none" sz="2400" dirty="0">
                <a:solidFill>
                  <a:schemeClr val="tx1"/>
                </a:solidFill>
              </a:rPr>
              <a:t>   </a:t>
            </a:r>
            <a:r>
              <a:rPr lang="x-none" altLang="zh-CN" sz="2400" dirty="0">
                <a:solidFill>
                  <a:schemeClr val="tx1"/>
                </a:solidFill>
              </a:rPr>
              <a:t>不能满足实时性</a:t>
            </a:r>
            <a:r>
              <a:rPr lang="zh-CN" altLang="x-none" sz="2400" dirty="0">
                <a:solidFill>
                  <a:schemeClr val="tx1"/>
                </a:solidFill>
              </a:rPr>
              <a:t>和可预测性</a:t>
            </a:r>
            <a:endParaRPr lang="en-US" altLang="zh-CN" sz="2400" dirty="0">
              <a:solidFill>
                <a:schemeClr val="tx1"/>
              </a:solidFill>
            </a:endParaRPr>
          </a:p>
        </p:txBody>
      </p:sp>
      <p:sp>
        <p:nvSpPr>
          <p:cNvPr id="86020" name="矩形 65539"/>
          <p:cNvSpPr/>
          <p:nvPr/>
        </p:nvSpPr>
        <p:spPr>
          <a:xfrm>
            <a:off x="681355" y="1210945"/>
            <a:ext cx="6247130" cy="566420"/>
          </a:xfrm>
          <a:prstGeom prst="rect">
            <a:avLst/>
          </a:prstGeom>
          <a:noFill/>
          <a:ln w="9525">
            <a:noFill/>
            <a:miter/>
          </a:ln>
        </p:spPr>
        <p:txBody>
          <a:bodyPr wrap="square">
            <a:spAutoFit/>
          </a:bodyPr>
          <a:p>
            <a:pPr marL="533400" lvl="0" indent="-533400" algn="l" fontAlgn="base">
              <a:lnSpc>
                <a:spcPct val="130000"/>
              </a:lnSpc>
              <a:spcBef>
                <a:spcPct val="30000"/>
              </a:spcBef>
              <a:buClr>
                <a:schemeClr val="tx2"/>
              </a:buClr>
              <a:buSzPct val="95000"/>
            </a:pPr>
            <a:r>
              <a:rPr lang="en-US" altLang="x-none" sz="2400"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① </a:t>
            </a:r>
            <a:r>
              <a:rPr lang="x-none" altLang="zh-CN"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实时操作系统和非实时操作系统的区别</a:t>
            </a:r>
            <a:endParaRPr lang="x-none" altLang="zh-CN"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endParaRPr>
          </a:p>
        </p:txBody>
      </p:sp>
      <p:sp>
        <p:nvSpPr>
          <p:cNvPr id="86023" name="矩形 65542"/>
          <p:cNvSpPr/>
          <p:nvPr/>
        </p:nvSpPr>
        <p:spPr>
          <a:xfrm>
            <a:off x="676275" y="4025900"/>
            <a:ext cx="5128260" cy="570865"/>
          </a:xfrm>
          <a:prstGeom prst="rect">
            <a:avLst/>
          </a:prstGeom>
          <a:noFill/>
          <a:ln w="9525">
            <a:noFill/>
            <a:miter/>
          </a:ln>
        </p:spPr>
        <p:txBody>
          <a:bodyPr wrap="square">
            <a:spAutoFit/>
          </a:bodyPr>
          <a:p>
            <a:pPr marL="533400" lvl="0" indent="-533400" algn="l" fontAlgn="base">
              <a:lnSpc>
                <a:spcPct val="130000"/>
              </a:lnSpc>
              <a:spcBef>
                <a:spcPct val="30000"/>
              </a:spcBef>
              <a:buClr>
                <a:schemeClr val="tx2"/>
              </a:buClr>
              <a:buSzPct val="95000"/>
            </a:pPr>
            <a:r>
              <a:rPr lang="en-US" altLang="x-none" sz="2400"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② </a:t>
            </a:r>
            <a:r>
              <a:rPr lang="x-none" altLang="en-US" sz="2400"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实时系统必须理论证明</a:t>
            </a:r>
            <a:endParaRPr lang="x-none" altLang="en-US" sz="2400"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endParaRPr>
          </a:p>
        </p:txBody>
      </p:sp>
      <p:sp>
        <p:nvSpPr>
          <p:cNvPr id="86025" name="矩形 65544"/>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操作系统的基本类型</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3" name="文本占位符 20482"/>
          <p:cNvSpPr>
            <a:spLocks noGrp="1"/>
          </p:cNvSpPr>
          <p:nvPr>
            <p:ph type="body" idx="1"/>
          </p:nvPr>
        </p:nvSpPr>
        <p:spPr>
          <a:xfrm>
            <a:off x="245110" y="615950"/>
            <a:ext cx="8433435" cy="5661025"/>
          </a:xfrm>
        </p:spPr>
        <p:txBody>
          <a:bodyPr wrap="square"/>
          <a:p>
            <a:pPr>
              <a:lnSpc>
                <a:spcPct val="80000"/>
              </a:lnSpc>
            </a:pPr>
            <a:r>
              <a:rPr lang="zh-CN" altLang="en-US" sz="3100" dirty="0">
                <a:solidFill>
                  <a:schemeClr val="tx1"/>
                </a:solidFill>
              </a:rPr>
              <a:t>硬实时周期任务</a:t>
            </a:r>
            <a:endParaRPr lang="zh-CN" altLang="en-US" sz="3100" dirty="0">
              <a:solidFill>
                <a:schemeClr val="tx1"/>
              </a:solidFill>
            </a:endParaRPr>
          </a:p>
          <a:p>
            <a:pPr lvl="1">
              <a:lnSpc>
                <a:spcPct val="80000"/>
              </a:lnSpc>
            </a:pPr>
            <a:r>
              <a:rPr lang="zh-CN" altLang="en-US" sz="2700" dirty="0">
                <a:solidFill>
                  <a:schemeClr val="tx1"/>
                </a:solidFill>
              </a:rPr>
              <a:t>某个计算任务以固定的时间间隔反复不断的执行；适用于确定性的工作负荷；</a:t>
            </a:r>
            <a:endParaRPr lang="zh-CN" altLang="en-US" sz="2700" dirty="0">
              <a:solidFill>
                <a:schemeClr val="tx1"/>
              </a:solidFill>
            </a:endParaRPr>
          </a:p>
          <a:p>
            <a:pPr lvl="1">
              <a:lnSpc>
                <a:spcPct val="80000"/>
              </a:lnSpc>
            </a:pPr>
            <a:r>
              <a:rPr lang="zh-CN" altLang="en-US" dirty="0">
                <a:solidFill>
                  <a:schemeClr val="tx1"/>
                </a:solidFill>
              </a:rPr>
              <a:t>参数</a:t>
            </a:r>
            <a:endParaRPr lang="zh-CN" altLang="en-US" dirty="0">
              <a:solidFill>
                <a:schemeClr val="tx1"/>
              </a:solidFill>
            </a:endParaRPr>
          </a:p>
          <a:p>
            <a:pPr lvl="2">
              <a:lnSpc>
                <a:spcPct val="80000"/>
              </a:lnSpc>
            </a:pPr>
            <a:r>
              <a:rPr lang="zh-CN" altLang="en-US" dirty="0">
                <a:solidFill>
                  <a:schemeClr val="tx1"/>
                </a:solidFill>
              </a:rPr>
              <a:t>周期T：作业释放的固定时间间隔，</a:t>
            </a:r>
            <a:endParaRPr lang="zh-CN" altLang="en-US" dirty="0">
              <a:solidFill>
                <a:schemeClr val="tx1"/>
              </a:solidFill>
            </a:endParaRPr>
          </a:p>
          <a:p>
            <a:pPr lvl="2">
              <a:lnSpc>
                <a:spcPct val="80000"/>
              </a:lnSpc>
            </a:pPr>
            <a:r>
              <a:rPr lang="zh-CN" altLang="en-US" dirty="0">
                <a:solidFill>
                  <a:schemeClr val="tx1"/>
                </a:solidFill>
              </a:rPr>
              <a:t>执行时间C：作业的最大执行时间，</a:t>
            </a:r>
            <a:endParaRPr lang="zh-CN" altLang="en-US" dirty="0">
              <a:solidFill>
                <a:schemeClr val="tx1"/>
              </a:solidFill>
            </a:endParaRPr>
          </a:p>
          <a:p>
            <a:pPr lvl="2">
              <a:lnSpc>
                <a:spcPct val="80000"/>
              </a:lnSpc>
            </a:pPr>
            <a:r>
              <a:rPr lang="zh-CN" altLang="en-US" dirty="0">
                <a:solidFill>
                  <a:schemeClr val="tx1"/>
                </a:solidFill>
              </a:rPr>
              <a:t>截止时间D：作业必须在释放时间点之后多久完成，</a:t>
            </a:r>
            <a:endParaRPr lang="zh-CN" altLang="en-US" dirty="0">
              <a:solidFill>
                <a:schemeClr val="tx1"/>
              </a:solidFill>
            </a:endParaRPr>
          </a:p>
          <a:p>
            <a:pPr marL="573405" lvl="1" indent="0">
              <a:lnSpc>
                <a:spcPct val="80000"/>
              </a:lnSpc>
              <a:buNone/>
            </a:pPr>
            <a:endParaRPr lang="zh-CN" altLang="en-US" dirty="0">
              <a:solidFill>
                <a:schemeClr val="tx1"/>
              </a:solidFill>
            </a:endParaRPr>
          </a:p>
          <a:p>
            <a:pPr marL="573405" lvl="1" indent="0">
              <a:lnSpc>
                <a:spcPct val="80000"/>
              </a:lnSpc>
              <a:buNone/>
            </a:pPr>
            <a:r>
              <a:rPr lang="zh-CN" altLang="en-US" dirty="0">
                <a:solidFill>
                  <a:schemeClr val="tx1"/>
                </a:solidFill>
              </a:rPr>
              <a:t>一个</a:t>
            </a:r>
            <a:r>
              <a:rPr lang="zh-CN" altLang="en-US" dirty="0">
                <a:solidFill>
                  <a:schemeClr val="tx1"/>
                </a:solidFill>
                <a:sym typeface="+mn-ea"/>
              </a:rPr>
              <a:t>硬实时周期任务的</a:t>
            </a:r>
            <a:r>
              <a:rPr lang="zh-CN" altLang="en-US" dirty="0">
                <a:solidFill>
                  <a:schemeClr val="tx1"/>
                </a:solidFill>
              </a:rPr>
              <a:t>第j次执行最迟必须在（j*T+D）时刻完成。</a:t>
            </a:r>
            <a:endParaRPr lang="zh-CN" altLang="en-US" dirty="0">
              <a:solidFill>
                <a:schemeClr val="tx1"/>
              </a:solidFill>
            </a:endParaRPr>
          </a:p>
          <a:p>
            <a:pPr marL="573405" lvl="1" indent="0">
              <a:lnSpc>
                <a:spcPct val="80000"/>
              </a:lnSpc>
              <a:buNone/>
            </a:pPr>
            <a:endParaRPr lang="zh-CN" altLang="en-US" dirty="0">
              <a:solidFill>
                <a:schemeClr val="tx1"/>
              </a:solidFill>
            </a:endParaRPr>
          </a:p>
          <a:p>
            <a:pPr marL="573405" lvl="1" indent="0">
              <a:lnSpc>
                <a:spcPct val="80000"/>
              </a:lnSpc>
              <a:buNone/>
            </a:pPr>
            <a:r>
              <a:rPr lang="zh-CN" altLang="en-US" dirty="0">
                <a:solidFill>
                  <a:schemeClr val="tx1"/>
                </a:solidFill>
              </a:rPr>
              <a:t>一般: 0 &lt; C &lt; D = T</a:t>
            </a:r>
            <a:endParaRPr lang="zh-CN" altLang="en-US" dirty="0">
              <a:solidFill>
                <a:schemeClr val="tx1"/>
              </a:solidFill>
            </a:endParaRPr>
          </a:p>
          <a:p>
            <a:pPr marL="573405" lvl="1" indent="0">
              <a:lnSpc>
                <a:spcPct val="80000"/>
              </a:lnSpc>
              <a:buNone/>
            </a:pPr>
            <a:r>
              <a:rPr lang="zh-CN" altLang="en-US" dirty="0">
                <a:solidFill>
                  <a:schemeClr val="tx1"/>
                </a:solidFill>
              </a:rPr>
              <a:t>即 </a:t>
            </a:r>
            <a:r>
              <a:rPr lang="zh-CN" altLang="en-US" dirty="0">
                <a:solidFill>
                  <a:schemeClr val="tx1"/>
                </a:solidFill>
                <a:sym typeface="+mn-ea"/>
              </a:rPr>
              <a:t>第j次执行最迟必须在第</a:t>
            </a:r>
            <a:r>
              <a:rPr lang="en-US" altLang="zh-CN" dirty="0">
                <a:solidFill>
                  <a:schemeClr val="tx1"/>
                </a:solidFill>
                <a:sym typeface="+mn-ea"/>
              </a:rPr>
              <a:t>j+1</a:t>
            </a:r>
            <a:r>
              <a:rPr lang="zh-CN" altLang="en-US" dirty="0">
                <a:solidFill>
                  <a:schemeClr val="tx1"/>
                </a:solidFill>
                <a:sym typeface="+mn-ea"/>
              </a:rPr>
              <a:t>次到来之前完成。</a:t>
            </a:r>
            <a:endParaRPr lang="zh-CN" altLang="en-US" dirty="0">
              <a:solidFill>
                <a:schemeClr val="tx1"/>
              </a:solidFill>
              <a:sym typeface="+mn-ea"/>
            </a:endParaRPr>
          </a:p>
        </p:txBody>
      </p:sp>
      <p:sp>
        <p:nvSpPr>
          <p:cNvPr id="19458" name="标题 19457"/>
          <p:cNvSpPr>
            <a:spLocks noGrp="1"/>
          </p:cNvSpPr>
          <p:nvPr>
            <p:ph type="title"/>
          </p:nvPr>
        </p:nvSpPr>
        <p:spPr>
          <a:xfrm>
            <a:off x="4032885" y="76835"/>
            <a:ext cx="4858385" cy="423545"/>
          </a:xfrm>
        </p:spPr>
        <p:txBody>
          <a:bodyPr wrap="square" anchor="ctr"/>
          <a:p>
            <a:pPr algn="r"/>
            <a:r>
              <a:rPr lang="zh-CN" altLang="en-US" sz="2400" b="1" dirty="0">
                <a:effectLst>
                  <a:outerShdw blurRad="38100" dist="38100" dir="2700000">
                    <a:srgbClr val="000000"/>
                  </a:outerShdw>
                </a:effectLst>
                <a:ea typeface="方正书宋_GBK" panose="02000000000000000000" charset="-122"/>
                <a:cs typeface="+mn-ea"/>
              </a:rPr>
              <a:t>实时系统参考模型</a:t>
            </a:r>
            <a:endParaRPr lang="zh-CN" altLang="en-US" sz="2400" b="1" dirty="0">
              <a:effectLst>
                <a:outerShdw blurRad="38100" dist="38100" dir="2700000">
                  <a:srgbClr val="000000"/>
                </a:outerShdw>
              </a:effectLst>
              <a:ea typeface="方正书宋_GBK" panose="02000000000000000000"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9457"/>
          <p:cNvSpPr>
            <a:spLocks noGrp="1"/>
          </p:cNvSpPr>
          <p:nvPr>
            <p:ph type="title"/>
          </p:nvPr>
        </p:nvSpPr>
        <p:spPr>
          <a:xfrm>
            <a:off x="4032885" y="76835"/>
            <a:ext cx="4858385" cy="423545"/>
          </a:xfrm>
        </p:spPr>
        <p:txBody>
          <a:bodyPr wrap="square" anchor="ctr"/>
          <a:p>
            <a:pPr algn="r"/>
            <a:r>
              <a:rPr lang="zh-CN" altLang="en-US" sz="2400" b="1" dirty="0">
                <a:effectLst>
                  <a:outerShdw blurRad="38100" dist="38100" dir="2700000">
                    <a:srgbClr val="000000"/>
                  </a:outerShdw>
                </a:effectLst>
                <a:ea typeface="方正书宋_GBK" panose="02000000000000000000" charset="-122"/>
                <a:cs typeface="+mn-ea"/>
              </a:rPr>
              <a:t>实时系统参考模型</a:t>
            </a:r>
            <a:endParaRPr lang="zh-CN" altLang="en-US" sz="2400" b="1" dirty="0">
              <a:effectLst>
                <a:outerShdw blurRad="38100" dist="38100" dir="2700000">
                  <a:srgbClr val="000000"/>
                </a:outerShdw>
              </a:effectLst>
              <a:ea typeface="方正书宋_GBK" panose="02000000000000000000" charset="-122"/>
              <a:cs typeface="+mn-ea"/>
            </a:endParaRPr>
          </a:p>
        </p:txBody>
      </p:sp>
      <p:pic>
        <p:nvPicPr>
          <p:cNvPr id="2" name="图片 -2147482605" descr="3_5"/>
          <p:cNvPicPr>
            <a:picLocks noChangeAspect="1"/>
          </p:cNvPicPr>
          <p:nvPr/>
        </p:nvPicPr>
        <p:blipFill>
          <a:blip r:embed="rId1"/>
          <a:stretch>
            <a:fillRect/>
          </a:stretch>
        </p:blipFill>
        <p:spPr>
          <a:xfrm>
            <a:off x="554355" y="779145"/>
            <a:ext cx="4305300" cy="2190750"/>
          </a:xfrm>
          <a:prstGeom prst="rect">
            <a:avLst/>
          </a:prstGeom>
          <a:noFill/>
          <a:ln w="9525">
            <a:noFill/>
          </a:ln>
        </p:spPr>
      </p:pic>
      <p:pic>
        <p:nvPicPr>
          <p:cNvPr id="3" name="图片 -2147482618" descr="3_1"/>
          <p:cNvPicPr>
            <a:picLocks noChangeAspect="1"/>
          </p:cNvPicPr>
          <p:nvPr/>
        </p:nvPicPr>
        <p:blipFill>
          <a:blip r:embed="rId2"/>
          <a:stretch>
            <a:fillRect/>
          </a:stretch>
        </p:blipFill>
        <p:spPr>
          <a:xfrm>
            <a:off x="288925" y="3726815"/>
            <a:ext cx="5162550" cy="2057400"/>
          </a:xfrm>
          <a:prstGeom prst="rect">
            <a:avLst/>
          </a:prstGeom>
          <a:noFill/>
          <a:ln w="9525">
            <a:noFill/>
          </a:ln>
        </p:spPr>
      </p:pic>
      <p:sp>
        <p:nvSpPr>
          <p:cNvPr id="4" name="文本框 3"/>
          <p:cNvSpPr txBox="1"/>
          <p:nvPr/>
        </p:nvSpPr>
        <p:spPr>
          <a:xfrm>
            <a:off x="5712460" y="1475740"/>
            <a:ext cx="3088640" cy="2245360"/>
          </a:xfrm>
          <a:prstGeom prst="rect">
            <a:avLst/>
          </a:prstGeom>
          <a:noFill/>
        </p:spPr>
        <p:txBody>
          <a:bodyPr wrap="square" rtlCol="0" anchor="t">
            <a:spAutoFit/>
          </a:bodyPr>
          <a:p>
            <a:r>
              <a:rPr lang="zh-CN" altLang="en-US" sz="2000" dirty="0">
                <a:solidFill>
                  <a:schemeClr val="tx1"/>
                </a:solidFill>
                <a:latin typeface="DejaVu Sans" panose="020B0603030804020204" charset="0"/>
                <a:ea typeface="方正书宋_GBK" panose="02000000000000000000" charset="-122"/>
                <a:sym typeface="+mn-ea"/>
              </a:rPr>
              <a:t>可以提出那些调度方案？</a:t>
            </a:r>
            <a:endParaRPr lang="zh-CN" altLang="en-US" sz="2000" dirty="0">
              <a:solidFill>
                <a:schemeClr val="tx1"/>
              </a:solidFill>
              <a:latin typeface="DejaVu Sans" panose="020B0603030804020204" charset="0"/>
              <a:ea typeface="方正书宋_GBK" panose="02000000000000000000" charset="-122"/>
              <a:sym typeface="+mn-ea"/>
            </a:endParaRPr>
          </a:p>
          <a:p>
            <a:endParaRPr lang="zh-CN" altLang="en-US" sz="2000" dirty="0">
              <a:solidFill>
                <a:schemeClr val="tx1"/>
              </a:solidFill>
              <a:latin typeface="DejaVu Sans" panose="020B0603030804020204" charset="0"/>
              <a:ea typeface="方正书宋_GBK" panose="02000000000000000000" charset="-122"/>
              <a:sym typeface="+mn-ea"/>
            </a:endParaRPr>
          </a:p>
          <a:p>
            <a:r>
              <a:rPr lang="en-US" altLang="zh-CN" sz="2000" dirty="0">
                <a:solidFill>
                  <a:schemeClr val="tx1"/>
                </a:solidFill>
                <a:latin typeface="DejaVu Sans" panose="020B0603030804020204" charset="0"/>
                <a:ea typeface="方正书宋_GBK" panose="02000000000000000000" charset="-122"/>
                <a:sym typeface="+mn-ea"/>
              </a:rPr>
              <a:t>  1</a:t>
            </a:r>
            <a:r>
              <a:rPr lang="zh-CN" altLang="en-US" sz="2000" dirty="0">
                <a:solidFill>
                  <a:schemeClr val="tx1"/>
                </a:solidFill>
                <a:latin typeface="DejaVu Sans" panose="020B0603030804020204" charset="0"/>
                <a:ea typeface="方正书宋_GBK" panose="02000000000000000000" charset="-122"/>
                <a:sym typeface="+mn-ea"/>
              </a:rPr>
              <a:t>、</a:t>
            </a:r>
            <a:endParaRPr lang="zh-CN" altLang="en-US" sz="2000" dirty="0">
              <a:solidFill>
                <a:schemeClr val="tx1"/>
              </a:solidFill>
              <a:latin typeface="DejaVu Sans" panose="020B0603030804020204" charset="0"/>
              <a:ea typeface="方正书宋_GBK" panose="02000000000000000000" charset="-122"/>
              <a:sym typeface="+mn-ea"/>
            </a:endParaRPr>
          </a:p>
          <a:p>
            <a:endParaRPr lang="en-US" altLang="zh-CN" sz="2000" dirty="0">
              <a:solidFill>
                <a:schemeClr val="tx1"/>
              </a:solidFill>
              <a:latin typeface="DejaVu Sans" panose="020B0603030804020204" charset="0"/>
              <a:ea typeface="方正书宋_GBK" panose="02000000000000000000" charset="-122"/>
              <a:sym typeface="+mn-ea"/>
            </a:endParaRPr>
          </a:p>
          <a:p>
            <a:r>
              <a:rPr lang="en-US" altLang="zh-CN" sz="2000" dirty="0">
                <a:solidFill>
                  <a:schemeClr val="tx1"/>
                </a:solidFill>
                <a:latin typeface="DejaVu Sans" panose="020B0603030804020204" charset="0"/>
                <a:ea typeface="方正书宋_GBK" panose="02000000000000000000" charset="-122"/>
                <a:sym typeface="+mn-ea"/>
              </a:rPr>
              <a:t>  2</a:t>
            </a:r>
            <a:r>
              <a:rPr lang="zh-CN" altLang="en-US" sz="2000" dirty="0">
                <a:solidFill>
                  <a:schemeClr val="tx1"/>
                </a:solidFill>
                <a:latin typeface="DejaVu Sans" panose="020B0603030804020204" charset="0"/>
                <a:ea typeface="方正书宋_GBK" panose="02000000000000000000" charset="-122"/>
                <a:sym typeface="+mn-ea"/>
              </a:rPr>
              <a:t>、</a:t>
            </a:r>
            <a:endParaRPr lang="zh-CN" altLang="en-US" sz="2000" dirty="0">
              <a:solidFill>
                <a:schemeClr val="tx1"/>
              </a:solidFill>
              <a:latin typeface="DejaVu Sans" panose="020B0603030804020204" charset="0"/>
              <a:ea typeface="方正书宋_GBK" panose="02000000000000000000" charset="-122"/>
              <a:sym typeface="+mn-ea"/>
            </a:endParaRPr>
          </a:p>
          <a:p>
            <a:endParaRPr lang="en-US" altLang="zh-CN" sz="2000" dirty="0">
              <a:solidFill>
                <a:schemeClr val="tx1"/>
              </a:solidFill>
              <a:latin typeface="DejaVu Sans" panose="020B0603030804020204" charset="0"/>
              <a:ea typeface="方正书宋_GBK" panose="02000000000000000000" charset="-122"/>
              <a:sym typeface="+mn-ea"/>
            </a:endParaRPr>
          </a:p>
          <a:p>
            <a:r>
              <a:rPr lang="en-US" altLang="zh-CN" sz="2000" dirty="0">
                <a:solidFill>
                  <a:schemeClr val="tx1"/>
                </a:solidFill>
                <a:latin typeface="DejaVu Sans" panose="020B0603030804020204" charset="0"/>
                <a:ea typeface="方正书宋_GBK" panose="02000000000000000000" charset="-122"/>
                <a:sym typeface="+mn-ea"/>
              </a:rPr>
              <a:t>  3</a:t>
            </a:r>
            <a:r>
              <a:rPr lang="zh-CN" altLang="en-US" sz="2000" dirty="0">
                <a:solidFill>
                  <a:schemeClr val="tx1"/>
                </a:solidFill>
                <a:latin typeface="DejaVu Sans" panose="020B0603030804020204" charset="0"/>
                <a:ea typeface="方正书宋_GBK" panose="02000000000000000000" charset="-122"/>
                <a:sym typeface="+mn-ea"/>
              </a:rPr>
              <a:t>、</a:t>
            </a:r>
            <a:endParaRPr lang="zh-CN" altLang="en-US" sz="2000" dirty="0">
              <a:solidFill>
                <a:schemeClr val="tx1"/>
              </a:solidFill>
              <a:latin typeface="DejaVu Sans" panose="020B0603030804020204" charset="0"/>
              <a:ea typeface="方正书宋_GBK" panose="020000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21505"/>
          <p:cNvSpPr>
            <a:spLocks noGrp="1"/>
          </p:cNvSpPr>
          <p:nvPr>
            <p:ph type="title"/>
          </p:nvPr>
        </p:nvSpPr>
        <p:spPr>
          <a:xfrm>
            <a:off x="3890963" y="69533"/>
            <a:ext cx="5129212" cy="414655"/>
          </a:xfrm>
        </p:spPr>
        <p:txBody>
          <a:bodyPr wrap="square" lIns="82440" tIns="41400" rIns="82440" bIns="41400" anchor="t"/>
          <a:p>
            <a:pPr algn="r" defTabSz="914400"/>
            <a:r>
              <a:rPr lang="zh-CN" altLang="en-US" sz="2400" dirty="0">
                <a:effectLst>
                  <a:outerShdw blurRad="38100" dist="38100" dir="2700000">
                    <a:srgbClr val="000000"/>
                  </a:outerShdw>
                </a:effectLst>
                <a:ea typeface="方正书宋_GBK" panose="02000000000000000000" charset="-122"/>
                <a:cs typeface="+mn-ea"/>
                <a:sym typeface="Arial" panose="020B0604020202020204" pitchFamily="34" charset="0"/>
              </a:rPr>
              <a:t>实时任务调度算法 </a:t>
            </a:r>
            <a:endParaRPr lang="zh-CN" altLang="en-US" sz="2400" dirty="0">
              <a:effectLst>
                <a:outerShdw blurRad="38100" dist="38100" dir="2700000">
                  <a:srgbClr val="000000"/>
                </a:outerShdw>
              </a:effectLst>
              <a:ea typeface="方正书宋_GBK" panose="02000000000000000000" charset="-122"/>
              <a:cs typeface="+mn-ea"/>
              <a:sym typeface="Arial" panose="020B0604020202020204" pitchFamily="34" charset="0"/>
            </a:endParaRPr>
          </a:p>
        </p:txBody>
      </p:sp>
      <p:sp>
        <p:nvSpPr>
          <p:cNvPr id="21507" name="文本框 21506"/>
          <p:cNvSpPr txBox="1"/>
          <p:nvPr/>
        </p:nvSpPr>
        <p:spPr>
          <a:xfrm>
            <a:off x="331470" y="1073150"/>
            <a:ext cx="8480425" cy="2472055"/>
          </a:xfrm>
          <a:prstGeom prst="rect">
            <a:avLst/>
          </a:prstGeom>
          <a:noFill/>
          <a:ln w="9525">
            <a:noFill/>
          </a:ln>
        </p:spPr>
        <p:txBody>
          <a:bodyPr lIns="82440" tIns="41400" rIns="82440" bIns="41400"/>
          <a:p>
            <a:pPr marL="252730" indent="-252730" defTabSz="0">
              <a:spcBef>
                <a:spcPts val="1500"/>
              </a:spcBef>
              <a:buClr>
                <a:srgbClr val="000066"/>
              </a:buClr>
              <a:buFont typeface="Wingdings" panose="05000000000000000000" pitchFamily="2" charset="2"/>
              <a:buChar char=""/>
              <a:tabLst>
                <a:tab pos="675005" algn="l"/>
                <a:tab pos="1352550" algn="l"/>
                <a:tab pos="2030730" algn="l"/>
                <a:tab pos="2708275" algn="l"/>
                <a:tab pos="3386455" algn="l"/>
                <a:tab pos="4064000" algn="l"/>
                <a:tab pos="4742180" algn="l"/>
                <a:tab pos="5419725" algn="l"/>
                <a:tab pos="6099175" algn="l"/>
                <a:tab pos="6775450" algn="l"/>
                <a:tab pos="7453630" algn="l"/>
                <a:tab pos="8131175" algn="l"/>
                <a:tab pos="8809355" algn="l"/>
                <a:tab pos="9486900" algn="l"/>
                <a:tab pos="10165080" algn="l"/>
                <a:tab pos="10842625" algn="l"/>
              </a:tabLst>
            </a:pPr>
            <a:r>
              <a:rPr lang="zh-CN" altLang="en-US" sz="2400" dirty="0">
                <a:solidFill>
                  <a:srgbClr val="000066"/>
                </a:solidFill>
                <a:latin typeface="DejaVu Sans" panose="020B0603030804020204" charset="0"/>
                <a:ea typeface="方正书宋_GBK" panose="02000000000000000000" charset="-122"/>
              </a:rPr>
              <a:t>静态优先级调度算法</a:t>
            </a:r>
            <a:endParaRPr lang="zh-CN" altLang="en-US" sz="2400" dirty="0">
              <a:solidFill>
                <a:srgbClr val="000066"/>
              </a:solidFill>
              <a:latin typeface="DejaVu Sans" panose="020B0603030804020204" charset="0"/>
              <a:ea typeface="方正书宋_GBK" panose="02000000000000000000" charset="-122"/>
            </a:endParaRPr>
          </a:p>
          <a:p>
            <a:pPr lvl="1" defTabSz="0">
              <a:spcBef>
                <a:spcPts val="1500"/>
              </a:spcBef>
              <a:buClr>
                <a:srgbClr val="000066"/>
              </a:buClr>
              <a:buFont typeface="Wingdings" panose="05000000000000000000" pitchFamily="2" charset="2"/>
              <a:buChar char=""/>
              <a:tabLst>
                <a:tab pos="675005" algn="l"/>
                <a:tab pos="1352550" algn="l"/>
                <a:tab pos="2030730" algn="l"/>
                <a:tab pos="2708275" algn="l"/>
                <a:tab pos="3386455" algn="l"/>
                <a:tab pos="4064000" algn="l"/>
                <a:tab pos="4742180" algn="l"/>
                <a:tab pos="5419725" algn="l"/>
                <a:tab pos="6099175" algn="l"/>
                <a:tab pos="6775450" algn="l"/>
                <a:tab pos="7453630" algn="l"/>
                <a:tab pos="8131175" algn="l"/>
                <a:tab pos="8809355" algn="l"/>
                <a:tab pos="9486900" algn="l"/>
                <a:tab pos="10165080" algn="l"/>
                <a:tab pos="10842625" algn="l"/>
              </a:tabLst>
            </a:pPr>
            <a:r>
              <a:rPr lang="zh-CN" altLang="en-US" sz="2400" b="1" dirty="0">
                <a:solidFill>
                  <a:srgbClr val="000066"/>
                </a:solidFill>
                <a:latin typeface="DejaVu Sans" panose="020B0603030804020204" charset="0"/>
                <a:ea typeface="方正书宋_GBK" panose="02000000000000000000" charset="-122"/>
              </a:rPr>
              <a:t>速率单调调度算法（RM）</a:t>
            </a:r>
            <a:endParaRPr lang="zh-CN" altLang="en-US" sz="2400" b="1" dirty="0">
              <a:solidFill>
                <a:srgbClr val="000066"/>
              </a:solidFill>
              <a:latin typeface="DejaVu Sans" panose="020B0603030804020204" charset="0"/>
              <a:ea typeface="方正书宋_GBK" panose="02000000000000000000" charset="-122"/>
            </a:endParaRPr>
          </a:p>
          <a:p>
            <a:pPr lvl="1" defTabSz="0">
              <a:spcBef>
                <a:spcPts val="1500"/>
              </a:spcBef>
              <a:buClr>
                <a:srgbClr val="000066"/>
              </a:buClr>
              <a:buFont typeface="Wingdings" panose="05000000000000000000" pitchFamily="2" charset="2"/>
              <a:buChar char=""/>
              <a:tabLst>
                <a:tab pos="675005" algn="l"/>
                <a:tab pos="1352550" algn="l"/>
                <a:tab pos="2030730" algn="l"/>
                <a:tab pos="2708275" algn="l"/>
                <a:tab pos="3386455" algn="l"/>
                <a:tab pos="4064000" algn="l"/>
                <a:tab pos="4742180" algn="l"/>
                <a:tab pos="5419725" algn="l"/>
                <a:tab pos="6099175" algn="l"/>
                <a:tab pos="6775450" algn="l"/>
                <a:tab pos="7453630" algn="l"/>
                <a:tab pos="8131175" algn="l"/>
                <a:tab pos="8809355" algn="l"/>
                <a:tab pos="9486900" algn="l"/>
                <a:tab pos="10165080" algn="l"/>
                <a:tab pos="10842625" algn="l"/>
              </a:tabLst>
            </a:pPr>
            <a:r>
              <a:rPr lang="zh-CN" altLang="en-US" sz="2400" b="1" dirty="0">
                <a:solidFill>
                  <a:srgbClr val="000066"/>
                </a:solidFill>
                <a:latin typeface="DejaVu Sans" panose="020B0603030804020204" charset="0"/>
                <a:ea typeface="方正书宋_GBK" panose="02000000000000000000" charset="-122"/>
              </a:rPr>
              <a:t>最优</a:t>
            </a:r>
            <a:endParaRPr lang="zh-CN" altLang="en-US" sz="2400" b="1" dirty="0">
              <a:solidFill>
                <a:srgbClr val="000066"/>
              </a:solidFill>
              <a:latin typeface="DejaVu Sans" panose="020B0603030804020204" charset="0"/>
              <a:ea typeface="方正书宋_GBK" panose="02000000000000000000" charset="-122"/>
            </a:endParaRPr>
          </a:p>
          <a:p>
            <a:pPr lvl="1" defTabSz="0">
              <a:spcBef>
                <a:spcPts val="1500"/>
              </a:spcBef>
              <a:buClr>
                <a:srgbClr val="000066"/>
              </a:buClr>
              <a:buFont typeface="Wingdings" panose="05000000000000000000" pitchFamily="2" charset="2"/>
              <a:buChar char=""/>
              <a:tabLst>
                <a:tab pos="675005" algn="l"/>
                <a:tab pos="1352550" algn="l"/>
                <a:tab pos="2030730" algn="l"/>
                <a:tab pos="2708275" algn="l"/>
                <a:tab pos="3386455" algn="l"/>
                <a:tab pos="4064000" algn="l"/>
                <a:tab pos="4742180" algn="l"/>
                <a:tab pos="5419725" algn="l"/>
                <a:tab pos="6099175" algn="l"/>
                <a:tab pos="6775450" algn="l"/>
                <a:tab pos="7453630" algn="l"/>
                <a:tab pos="8131175" algn="l"/>
                <a:tab pos="8809355" algn="l"/>
                <a:tab pos="9486900" algn="l"/>
                <a:tab pos="10165080" algn="l"/>
                <a:tab pos="10842625" algn="l"/>
              </a:tabLst>
            </a:pPr>
            <a:r>
              <a:rPr lang="zh-CN" altLang="en-US" sz="2400" b="1" dirty="0">
                <a:solidFill>
                  <a:srgbClr val="000066"/>
                </a:solidFill>
                <a:latin typeface="DejaVu Sans" panose="020B0603030804020204" charset="0"/>
                <a:ea typeface="方正书宋_GBK" panose="02000000000000000000" charset="-122"/>
              </a:rPr>
              <a:t>U &lt;=                        --&gt;  ln2 ~ 69</a:t>
            </a:r>
            <a:r>
              <a:rPr lang="en-US" altLang="zh-CN" sz="2400" b="1" dirty="0">
                <a:solidFill>
                  <a:srgbClr val="000066"/>
                </a:solidFill>
                <a:latin typeface="DejaVu Sans" panose="020B0603030804020204" charset="0"/>
                <a:ea typeface="方正书宋_GBK" panose="02000000000000000000" charset="-122"/>
              </a:rPr>
              <a:t>.3</a:t>
            </a:r>
            <a:r>
              <a:rPr lang="zh-CN" altLang="en-US" sz="2400" b="1" dirty="0">
                <a:solidFill>
                  <a:srgbClr val="000066"/>
                </a:solidFill>
                <a:latin typeface="DejaVu Sans" panose="020B0603030804020204" charset="0"/>
                <a:ea typeface="方正书宋_GBK" panose="02000000000000000000" charset="-122"/>
              </a:rPr>
              <a:t>%</a:t>
            </a:r>
            <a:endParaRPr lang="zh-CN" altLang="en-US" sz="2400" b="1" dirty="0">
              <a:solidFill>
                <a:srgbClr val="000066"/>
              </a:solidFill>
              <a:latin typeface="DejaVu Sans" panose="020B0603030804020204" charset="0"/>
              <a:ea typeface="方正书宋_GBK" panose="02000000000000000000" charset="-122"/>
            </a:endParaRPr>
          </a:p>
          <a:p>
            <a:pPr lvl="1" defTabSz="0">
              <a:spcBef>
                <a:spcPts val="1500"/>
              </a:spcBef>
              <a:buClr>
                <a:srgbClr val="000066"/>
              </a:buClr>
              <a:buFont typeface="Wingdings" panose="05000000000000000000" pitchFamily="2" charset="2"/>
              <a:buChar char=""/>
              <a:tabLst>
                <a:tab pos="675005" algn="l"/>
                <a:tab pos="1352550" algn="l"/>
                <a:tab pos="2030730" algn="l"/>
                <a:tab pos="2708275" algn="l"/>
                <a:tab pos="3386455" algn="l"/>
                <a:tab pos="4064000" algn="l"/>
                <a:tab pos="4742180" algn="l"/>
                <a:tab pos="5419725" algn="l"/>
                <a:tab pos="6099175" algn="l"/>
                <a:tab pos="6775450" algn="l"/>
                <a:tab pos="7453630" algn="l"/>
                <a:tab pos="8131175" algn="l"/>
                <a:tab pos="8809355" algn="l"/>
                <a:tab pos="9486900" algn="l"/>
                <a:tab pos="10165080" algn="l"/>
                <a:tab pos="10842625" algn="l"/>
              </a:tabLst>
            </a:pPr>
            <a:endParaRPr lang="zh-CN" altLang="en-US" sz="2400" b="1" dirty="0">
              <a:solidFill>
                <a:srgbClr val="000066"/>
              </a:solidFill>
              <a:latin typeface="DejaVu Sans" panose="020B0603030804020204" charset="0"/>
              <a:ea typeface="方正书宋_GBK" panose="02000000000000000000" charset="-122"/>
            </a:endParaRPr>
          </a:p>
        </p:txBody>
      </p:sp>
      <p:sp>
        <p:nvSpPr>
          <p:cNvPr id="86024" name="矩形 65543"/>
          <p:cNvSpPr/>
          <p:nvPr/>
        </p:nvSpPr>
        <p:spPr>
          <a:xfrm>
            <a:off x="322580" y="3886835"/>
            <a:ext cx="8322310" cy="2065020"/>
          </a:xfrm>
          <a:prstGeom prst="rect">
            <a:avLst/>
          </a:prstGeom>
          <a:noFill/>
          <a:ln w="9525">
            <a:noFill/>
            <a:miter/>
          </a:ln>
        </p:spPr>
        <p:txBody>
          <a:bodyPr wrap="square">
            <a:spAutoFit/>
          </a:bodyPr>
          <a:p>
            <a:pPr marL="1428750" lvl="2" indent="-398145" algn="l" fontAlgn="base">
              <a:lnSpc>
                <a:spcPct val="120000"/>
              </a:lnSpc>
              <a:spcBef>
                <a:spcPct val="30000"/>
              </a:spcBef>
              <a:buClr>
                <a:schemeClr val="tx2"/>
              </a:buClr>
              <a:buSzPct val="95000"/>
            </a:pPr>
            <a:r>
              <a:rPr lang="x-none"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rPr>
              <a:t>Scheduling algorithms for multiprogramming in a hard-real-time environment.</a:t>
            </a:r>
            <a:endParaRPr lang="x-none"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1428750" lvl="2" indent="-398145" algn="l" fontAlgn="base">
              <a:lnSpc>
                <a:spcPct val="120000"/>
              </a:lnSpc>
              <a:spcBef>
                <a:spcPct val="30000"/>
              </a:spcBef>
              <a:buClr>
                <a:schemeClr val="tx2"/>
              </a:buClr>
              <a:buSzPct val="95000"/>
            </a:pPr>
            <a:r>
              <a:rPr lang="x-none"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rPr>
              <a:t>Journal of ACM,1973,20(1):174~189</a:t>
            </a:r>
            <a:endParaRPr lang="x-none"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1428750" lvl="2" indent="-398145" algn="l" fontAlgn="base">
              <a:lnSpc>
                <a:spcPct val="120000"/>
              </a:lnSpc>
              <a:spcBef>
                <a:spcPct val="30000"/>
              </a:spcBef>
              <a:buClr>
                <a:schemeClr val="tx2"/>
              </a:buClr>
              <a:buSzPct val="95000"/>
            </a:pPr>
            <a:r>
              <a:rPr lang="x-none"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rPr>
              <a:t>Liu CL, Layland JW.</a:t>
            </a:r>
            <a:endParaRPr lang="x-none" altLang="zh-CN"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pic>
        <p:nvPicPr>
          <p:cNvPr id="5" name="图片 4" descr="图片1"/>
          <p:cNvPicPr>
            <a:picLocks noChangeAspect="1"/>
          </p:cNvPicPr>
          <p:nvPr/>
        </p:nvPicPr>
        <p:blipFill>
          <a:blip r:embed="rId1"/>
          <a:stretch>
            <a:fillRect/>
          </a:stretch>
        </p:blipFill>
        <p:spPr>
          <a:xfrm>
            <a:off x="6008370" y="1186180"/>
            <a:ext cx="1426210" cy="956945"/>
          </a:xfrm>
          <a:prstGeom prst="rect">
            <a:avLst/>
          </a:prstGeom>
        </p:spPr>
      </p:pic>
      <p:pic>
        <p:nvPicPr>
          <p:cNvPr id="6" name="图片 5" descr="图片2"/>
          <p:cNvPicPr>
            <a:picLocks noChangeAspect="1"/>
          </p:cNvPicPr>
          <p:nvPr/>
        </p:nvPicPr>
        <p:blipFill>
          <a:blip r:embed="rId2"/>
          <a:stretch>
            <a:fillRect/>
          </a:stretch>
        </p:blipFill>
        <p:spPr>
          <a:xfrm>
            <a:off x="2056130" y="2647315"/>
            <a:ext cx="1670050" cy="5791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1" name="文本框 22530"/>
          <p:cNvSpPr txBox="1"/>
          <p:nvPr/>
        </p:nvSpPr>
        <p:spPr>
          <a:xfrm>
            <a:off x="322580" y="1057910"/>
            <a:ext cx="8480425" cy="3397885"/>
          </a:xfrm>
          <a:prstGeom prst="rect">
            <a:avLst/>
          </a:prstGeom>
          <a:noFill/>
          <a:ln w="9525">
            <a:noFill/>
          </a:ln>
        </p:spPr>
        <p:txBody>
          <a:bodyPr lIns="82440" tIns="41400" rIns="82440" bIns="41400"/>
          <a:p>
            <a:pPr marL="252730" indent="-252730" defTabSz="0">
              <a:spcBef>
                <a:spcPts val="1500"/>
              </a:spcBef>
              <a:buClr>
                <a:srgbClr val="000066"/>
              </a:buClr>
              <a:buFont typeface="Wingdings" panose="05000000000000000000" pitchFamily="2" charset="2"/>
              <a:buChar char=""/>
              <a:tabLst>
                <a:tab pos="675005" algn="l"/>
                <a:tab pos="1352550" algn="l"/>
                <a:tab pos="2030730" algn="l"/>
                <a:tab pos="2708275" algn="l"/>
                <a:tab pos="3386455" algn="l"/>
                <a:tab pos="4064000" algn="l"/>
                <a:tab pos="4742180" algn="l"/>
                <a:tab pos="5419725" algn="l"/>
                <a:tab pos="6099175" algn="l"/>
                <a:tab pos="6775450" algn="l"/>
                <a:tab pos="7453630" algn="l"/>
                <a:tab pos="8131175" algn="l"/>
                <a:tab pos="8809355" algn="l"/>
                <a:tab pos="9486900" algn="l"/>
                <a:tab pos="10165080" algn="l"/>
                <a:tab pos="10842625" algn="l"/>
              </a:tabLst>
            </a:pPr>
            <a:r>
              <a:rPr lang="zh-CN" altLang="en-US" sz="2400" b="1" dirty="0">
                <a:solidFill>
                  <a:srgbClr val="000066"/>
                </a:solidFill>
                <a:latin typeface="DejaVu Sans" panose="020B0603030804020204" charset="0"/>
                <a:ea typeface="方正书宋_GBK" panose="02000000000000000000" charset="-122"/>
              </a:rPr>
              <a:t>动态优先级调度算法</a:t>
            </a:r>
            <a:endParaRPr lang="zh-CN" altLang="en-US" sz="2400" b="1" dirty="0">
              <a:solidFill>
                <a:srgbClr val="000066"/>
              </a:solidFill>
              <a:latin typeface="DejaVu Sans" panose="020B0603030804020204" charset="0"/>
              <a:ea typeface="方正书宋_GBK" panose="02000000000000000000" charset="-122"/>
            </a:endParaRPr>
          </a:p>
          <a:p>
            <a:pPr lvl="1" defTabSz="0">
              <a:spcBef>
                <a:spcPts val="1500"/>
              </a:spcBef>
              <a:buClr>
                <a:srgbClr val="000066"/>
              </a:buClr>
              <a:buFont typeface="Wingdings" panose="05000000000000000000" pitchFamily="2" charset="2"/>
              <a:buChar char=""/>
              <a:tabLst>
                <a:tab pos="675005" algn="l"/>
                <a:tab pos="1352550" algn="l"/>
                <a:tab pos="2030730" algn="l"/>
                <a:tab pos="2708275" algn="l"/>
                <a:tab pos="3386455" algn="l"/>
                <a:tab pos="4064000" algn="l"/>
                <a:tab pos="4742180" algn="l"/>
                <a:tab pos="5419725" algn="l"/>
                <a:tab pos="6099175" algn="l"/>
                <a:tab pos="6775450" algn="l"/>
                <a:tab pos="7453630" algn="l"/>
                <a:tab pos="8131175" algn="l"/>
                <a:tab pos="8809355" algn="l"/>
                <a:tab pos="9486900" algn="l"/>
                <a:tab pos="10165080" algn="l"/>
                <a:tab pos="10842625" algn="l"/>
              </a:tabLst>
            </a:pPr>
            <a:r>
              <a:rPr lang="zh-CN" altLang="en-US" sz="2400" b="1" dirty="0">
                <a:solidFill>
                  <a:srgbClr val="000066"/>
                </a:solidFill>
                <a:latin typeface="DejaVu Sans" panose="020B0603030804020204" charset="0"/>
                <a:ea typeface="方正书宋_GBK" panose="02000000000000000000" charset="-122"/>
              </a:rPr>
              <a:t>最早截止期优先调度算法（EDF）</a:t>
            </a:r>
            <a:endParaRPr lang="zh-CN" altLang="en-US" sz="2400" b="1" dirty="0">
              <a:solidFill>
                <a:srgbClr val="000066"/>
              </a:solidFill>
              <a:latin typeface="DejaVu Sans" panose="020B0603030804020204" charset="0"/>
              <a:ea typeface="方正书宋_GBK" panose="02000000000000000000" charset="-122"/>
            </a:endParaRPr>
          </a:p>
          <a:p>
            <a:pPr lvl="1" defTabSz="0">
              <a:spcBef>
                <a:spcPts val="1500"/>
              </a:spcBef>
              <a:buClr>
                <a:srgbClr val="000066"/>
              </a:buClr>
              <a:buFont typeface="Wingdings" panose="05000000000000000000" pitchFamily="2" charset="2"/>
              <a:buChar char=""/>
              <a:tabLst>
                <a:tab pos="675005" algn="l"/>
                <a:tab pos="1352550" algn="l"/>
                <a:tab pos="2030730" algn="l"/>
                <a:tab pos="2708275" algn="l"/>
                <a:tab pos="3386455" algn="l"/>
                <a:tab pos="4064000" algn="l"/>
                <a:tab pos="4742180" algn="l"/>
                <a:tab pos="5419725" algn="l"/>
                <a:tab pos="6099175" algn="l"/>
                <a:tab pos="6775450" algn="l"/>
                <a:tab pos="7453630" algn="l"/>
                <a:tab pos="8131175" algn="l"/>
                <a:tab pos="8809355" algn="l"/>
                <a:tab pos="9486900" algn="l"/>
                <a:tab pos="10165080" algn="l"/>
                <a:tab pos="10842625" algn="l"/>
              </a:tabLst>
            </a:pPr>
            <a:r>
              <a:rPr lang="zh-CN" altLang="en-US" sz="2400" b="1" dirty="0">
                <a:solidFill>
                  <a:srgbClr val="000066"/>
                </a:solidFill>
                <a:latin typeface="DejaVu Sans" panose="020B0603030804020204" charset="0"/>
                <a:ea typeface="方正书宋_GBK" panose="02000000000000000000" charset="-122"/>
              </a:rPr>
              <a:t>最优</a:t>
            </a:r>
            <a:endParaRPr lang="zh-CN" altLang="en-US" sz="2400" b="1" dirty="0">
              <a:solidFill>
                <a:srgbClr val="000066"/>
              </a:solidFill>
              <a:latin typeface="DejaVu Sans" panose="020B0603030804020204" charset="0"/>
              <a:ea typeface="方正书宋_GBK" panose="02000000000000000000" charset="-122"/>
            </a:endParaRPr>
          </a:p>
          <a:p>
            <a:pPr lvl="1" defTabSz="0">
              <a:spcBef>
                <a:spcPts val="1500"/>
              </a:spcBef>
              <a:buClr>
                <a:srgbClr val="000066"/>
              </a:buClr>
              <a:buFont typeface="Wingdings" panose="05000000000000000000" pitchFamily="2" charset="2"/>
              <a:buChar char=""/>
              <a:tabLst>
                <a:tab pos="675005" algn="l"/>
                <a:tab pos="1352550" algn="l"/>
                <a:tab pos="2030730" algn="l"/>
                <a:tab pos="2708275" algn="l"/>
                <a:tab pos="3386455" algn="l"/>
                <a:tab pos="4064000" algn="l"/>
                <a:tab pos="4742180" algn="l"/>
                <a:tab pos="5419725" algn="l"/>
                <a:tab pos="6099175" algn="l"/>
                <a:tab pos="6775450" algn="l"/>
                <a:tab pos="7453630" algn="l"/>
                <a:tab pos="8131175" algn="l"/>
                <a:tab pos="8809355" algn="l"/>
                <a:tab pos="9486900" algn="l"/>
                <a:tab pos="10165080" algn="l"/>
                <a:tab pos="10842625" algn="l"/>
              </a:tabLst>
            </a:pPr>
            <a:r>
              <a:rPr lang="zh-CN" altLang="en-US" sz="2400" b="1" dirty="0">
                <a:solidFill>
                  <a:srgbClr val="000066"/>
                </a:solidFill>
                <a:latin typeface="DejaVu Sans" panose="020B0603030804020204" charset="0"/>
                <a:ea typeface="方正书宋_GBK" panose="02000000000000000000" charset="-122"/>
              </a:rPr>
              <a:t>U &lt;= 100%</a:t>
            </a:r>
            <a:endParaRPr lang="zh-CN" altLang="en-US" sz="2400" b="1" dirty="0">
              <a:solidFill>
                <a:srgbClr val="000066"/>
              </a:solidFill>
              <a:latin typeface="DejaVu Sans" panose="020B0603030804020204" charset="0"/>
              <a:ea typeface="方正书宋_GBK" panose="02000000000000000000" charset="-122"/>
            </a:endParaRPr>
          </a:p>
        </p:txBody>
      </p:sp>
      <p:sp>
        <p:nvSpPr>
          <p:cNvPr id="21506" name="标题 21505"/>
          <p:cNvSpPr>
            <a:spLocks noGrp="1"/>
          </p:cNvSpPr>
          <p:nvPr>
            <p:ph type="title"/>
          </p:nvPr>
        </p:nvSpPr>
        <p:spPr>
          <a:xfrm>
            <a:off x="3890963" y="69533"/>
            <a:ext cx="5129212" cy="414655"/>
          </a:xfrm>
        </p:spPr>
        <p:txBody>
          <a:bodyPr wrap="square" lIns="82440" tIns="41400" rIns="82440" bIns="41400" anchor="t"/>
          <a:p>
            <a:pPr algn="r" defTabSz="914400"/>
            <a:r>
              <a:rPr lang="zh-CN" altLang="en-US" sz="2400" dirty="0">
                <a:effectLst>
                  <a:outerShdw blurRad="38100" dist="38100" dir="2700000">
                    <a:srgbClr val="000000"/>
                  </a:outerShdw>
                </a:effectLst>
                <a:ea typeface="方正书宋_GBK" panose="02000000000000000000" charset="-122"/>
                <a:cs typeface="+mn-ea"/>
                <a:sym typeface="Arial" panose="020B0604020202020204" pitchFamily="34" charset="0"/>
              </a:rPr>
              <a:t>实时任务调度算法 </a:t>
            </a:r>
            <a:endParaRPr lang="zh-CN" altLang="en-US" sz="2400" dirty="0">
              <a:effectLst>
                <a:outerShdw blurRad="38100" dist="38100" dir="2700000">
                  <a:srgbClr val="000000"/>
                </a:outerShdw>
              </a:effectLst>
              <a:ea typeface="方正书宋_GBK" panose="02000000000000000000"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矩形 52225"/>
          <p:cNvSpPr/>
          <p:nvPr/>
        </p:nvSpPr>
        <p:spPr>
          <a:xfrm>
            <a:off x="1006475" y="1562100"/>
            <a:ext cx="7129463" cy="2139950"/>
          </a:xfrm>
          <a:prstGeom prst="rect">
            <a:avLst/>
          </a:prstGeom>
          <a:noFill/>
          <a:ln w="9525">
            <a:noFill/>
            <a:miter/>
          </a:ln>
        </p:spPr>
        <p:txBody>
          <a:bodyPr>
            <a:spAutoFit/>
          </a:bodyPr>
          <a:p>
            <a:pPr marL="533400" lvl="0" indent="-533400" algn="ctr" fontAlgn="base">
              <a:lnSpc>
                <a:spcPct val="120000"/>
              </a:lnSpc>
              <a:buClr>
                <a:schemeClr val="tx2"/>
              </a:buClr>
              <a:buSzPct val="95000"/>
            </a:pPr>
            <a:endParaRPr lang="en-US" altLang="x-none" sz="280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ctr" fontAlgn="base">
              <a:lnSpc>
                <a:spcPct val="120000"/>
              </a:lnSpc>
              <a:buClr>
                <a:schemeClr val="tx2"/>
              </a:buClr>
              <a:buSzPct val="95000"/>
            </a:pPr>
            <a:r>
              <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cs typeface="+mn-ea"/>
              </a:rPr>
              <a:t>操作系统的定义和特性</a:t>
            </a:r>
            <a:endPar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ctr" fontAlgn="base">
              <a:lnSpc>
                <a:spcPct val="120000"/>
              </a:lnSpc>
              <a:buClr>
                <a:schemeClr val="tx2"/>
              </a:buClr>
              <a:buSzPct val="95000"/>
            </a:pPr>
            <a:endPar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endParaRPr>
          </a:p>
        </p:txBody>
      </p:sp>
      <p:pic>
        <p:nvPicPr>
          <p:cNvPr id="2" name="内容占位符 52226"/>
          <p:cNvPicPr>
            <a:picLocks noGrp="1" noChangeAspect="1"/>
          </p:cNvPicPr>
          <p:nvPr>
            <p:ph idx="2147483647"/>
          </p:nvPr>
        </p:nvPicPr>
        <p:blipFill>
          <a:blip r:embed="rId1"/>
          <a:stretch>
            <a:fillRect/>
          </a:stretch>
        </p:blipFill>
        <p:spPr>
          <a:xfrm>
            <a:off x="0" y="0"/>
            <a:ext cx="838200" cy="517525"/>
          </a:xfrm>
        </p:spPr>
      </p:pic>
      <p:sp>
        <p:nvSpPr>
          <p:cNvPr id="59396" name="矩形 52227"/>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操作系统的定义和特性</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59394"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0417" name="内容占位符 52226"/>
          <p:cNvPicPr>
            <a:picLocks noGrp="1" noChangeAspect="1"/>
          </p:cNvPicPr>
          <p:nvPr>
            <p:ph idx="2147483647"/>
          </p:nvPr>
        </p:nvPicPr>
        <p:blipFill>
          <a:blip r:embed="rId1"/>
          <a:stretch>
            <a:fillRect/>
          </a:stretch>
        </p:blipFill>
        <p:spPr>
          <a:xfrm>
            <a:off x="0" y="0"/>
            <a:ext cx="838200" cy="517525"/>
          </a:xfrm>
        </p:spPr>
      </p:pic>
      <p:sp>
        <p:nvSpPr>
          <p:cNvPr id="60419" name="矩形 52227"/>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操作系统的定义和特性</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grpSp>
        <p:nvGrpSpPr>
          <p:cNvPr id="2" name="组合 60419"/>
          <p:cNvGrpSpPr/>
          <p:nvPr/>
        </p:nvGrpSpPr>
        <p:grpSpPr>
          <a:xfrm>
            <a:off x="1189038" y="1670050"/>
            <a:ext cx="6705600" cy="4724400"/>
            <a:chOff x="0" y="0"/>
            <a:chExt cx="3600" cy="2492"/>
          </a:xfrm>
        </p:grpSpPr>
        <p:sp>
          <p:nvSpPr>
            <p:cNvPr id="60420" name="文本框 60420"/>
            <p:cNvSpPr txBox="1"/>
            <p:nvPr/>
          </p:nvSpPr>
          <p:spPr>
            <a:xfrm>
              <a:off x="124" y="0"/>
              <a:ext cx="373" cy="227"/>
            </a:xfrm>
            <a:prstGeom prst="rect">
              <a:avLst/>
            </a:prstGeom>
            <a:no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用户</a:t>
              </a:r>
              <a:r>
                <a:rPr lang="en-US" altLang="x-none" sz="1800" b="0" dirty="0">
                  <a:solidFill>
                    <a:srgbClr val="009900"/>
                  </a:solidFill>
                  <a:latin typeface="DejaVu Sans" panose="020B0603030804020204" charset="0"/>
                  <a:ea typeface="方正书宋_GBK" panose="02000000000000000000" charset="-122"/>
                </a:rPr>
                <a:t>1</a:t>
              </a:r>
              <a:endParaRPr lang="en-US" altLang="x-none" sz="1800" b="0" dirty="0">
                <a:solidFill>
                  <a:srgbClr val="009900"/>
                </a:solidFill>
                <a:latin typeface="DejaVu Sans" panose="020B0603030804020204" charset="0"/>
                <a:ea typeface="方正书宋_GBK" panose="02000000000000000000" charset="-122"/>
              </a:endParaRPr>
            </a:p>
          </p:txBody>
        </p:sp>
        <p:sp>
          <p:nvSpPr>
            <p:cNvPr id="60421" name="文本框 60421"/>
            <p:cNvSpPr txBox="1"/>
            <p:nvPr/>
          </p:nvSpPr>
          <p:spPr>
            <a:xfrm>
              <a:off x="745" y="0"/>
              <a:ext cx="372" cy="227"/>
            </a:xfrm>
            <a:prstGeom prst="rect">
              <a:avLst/>
            </a:prstGeom>
            <a:no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用户</a:t>
              </a:r>
              <a:r>
                <a:rPr lang="en-US" altLang="x-none" sz="1800" b="0" dirty="0">
                  <a:solidFill>
                    <a:srgbClr val="009900"/>
                  </a:solidFill>
                  <a:latin typeface="DejaVu Sans" panose="020B0603030804020204" charset="0"/>
                  <a:ea typeface="方正书宋_GBK" panose="02000000000000000000" charset="-122"/>
                </a:rPr>
                <a:t>2</a:t>
              </a:r>
              <a:endParaRPr lang="en-US" altLang="x-none" sz="1800" b="0" dirty="0">
                <a:solidFill>
                  <a:srgbClr val="009900"/>
                </a:solidFill>
                <a:latin typeface="DejaVu Sans" panose="020B0603030804020204" charset="0"/>
                <a:ea typeface="方正书宋_GBK" panose="02000000000000000000" charset="-122"/>
              </a:endParaRPr>
            </a:p>
          </p:txBody>
        </p:sp>
        <p:sp>
          <p:nvSpPr>
            <p:cNvPr id="60422" name="文本框 60422"/>
            <p:cNvSpPr txBox="1"/>
            <p:nvPr/>
          </p:nvSpPr>
          <p:spPr>
            <a:xfrm>
              <a:off x="1363" y="0"/>
              <a:ext cx="373" cy="227"/>
            </a:xfrm>
            <a:prstGeom prst="rect">
              <a:avLst/>
            </a:prstGeom>
            <a:no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用户</a:t>
              </a:r>
              <a:r>
                <a:rPr lang="en-US" altLang="x-none" sz="1800" b="0" dirty="0">
                  <a:solidFill>
                    <a:srgbClr val="009900"/>
                  </a:solidFill>
                  <a:latin typeface="DejaVu Sans" panose="020B0603030804020204" charset="0"/>
                  <a:ea typeface="方正书宋_GBK" panose="02000000000000000000" charset="-122"/>
                </a:rPr>
                <a:t>3</a:t>
              </a:r>
              <a:endParaRPr lang="en-US" altLang="x-none" sz="1800" b="0" dirty="0">
                <a:solidFill>
                  <a:srgbClr val="009900"/>
                </a:solidFill>
                <a:latin typeface="DejaVu Sans" panose="020B0603030804020204" charset="0"/>
                <a:ea typeface="方正书宋_GBK" panose="02000000000000000000" charset="-122"/>
              </a:endParaRPr>
            </a:p>
          </p:txBody>
        </p:sp>
        <p:sp>
          <p:nvSpPr>
            <p:cNvPr id="60423" name="文本框 60423"/>
            <p:cNvSpPr txBox="1"/>
            <p:nvPr/>
          </p:nvSpPr>
          <p:spPr>
            <a:xfrm>
              <a:off x="1986" y="0"/>
              <a:ext cx="373" cy="227"/>
            </a:xfrm>
            <a:prstGeom prst="rect">
              <a:avLst/>
            </a:prstGeom>
            <a:no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用户</a:t>
              </a:r>
              <a:r>
                <a:rPr lang="en-US" altLang="x-none" sz="1800" b="0" dirty="0">
                  <a:solidFill>
                    <a:srgbClr val="009900"/>
                  </a:solidFill>
                  <a:latin typeface="DejaVu Sans" panose="020B0603030804020204" charset="0"/>
                  <a:ea typeface="方正书宋_GBK" panose="02000000000000000000" charset="-122"/>
                </a:rPr>
                <a:t>4</a:t>
              </a:r>
              <a:endParaRPr lang="en-US" altLang="x-none" sz="1800" b="0" dirty="0">
                <a:solidFill>
                  <a:srgbClr val="009900"/>
                </a:solidFill>
                <a:latin typeface="DejaVu Sans" panose="020B0603030804020204" charset="0"/>
                <a:ea typeface="方正书宋_GBK" panose="02000000000000000000" charset="-122"/>
              </a:endParaRPr>
            </a:p>
          </p:txBody>
        </p:sp>
        <p:sp>
          <p:nvSpPr>
            <p:cNvPr id="60424" name="文本框 60424"/>
            <p:cNvSpPr txBox="1"/>
            <p:nvPr/>
          </p:nvSpPr>
          <p:spPr>
            <a:xfrm>
              <a:off x="2979" y="0"/>
              <a:ext cx="373" cy="227"/>
            </a:xfrm>
            <a:prstGeom prst="rect">
              <a:avLst/>
            </a:prstGeom>
            <a:no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用户</a:t>
              </a:r>
              <a:r>
                <a:rPr lang="en-US" altLang="x-none" sz="1800" b="0" dirty="0">
                  <a:solidFill>
                    <a:srgbClr val="009900"/>
                  </a:solidFill>
                  <a:latin typeface="DejaVu Sans" panose="020B0603030804020204" charset="0"/>
                  <a:ea typeface="方正书宋_GBK" panose="02000000000000000000" charset="-122"/>
                </a:rPr>
                <a:t>n</a:t>
              </a:r>
              <a:endParaRPr lang="en-US" altLang="x-none" sz="1800" b="0" dirty="0">
                <a:solidFill>
                  <a:srgbClr val="009900"/>
                </a:solidFill>
                <a:latin typeface="DejaVu Sans" panose="020B0603030804020204" charset="0"/>
                <a:ea typeface="方正书宋_GBK" panose="02000000000000000000" charset="-122"/>
              </a:endParaRPr>
            </a:p>
          </p:txBody>
        </p:sp>
        <p:sp>
          <p:nvSpPr>
            <p:cNvPr id="60425" name="矩形 60425"/>
            <p:cNvSpPr/>
            <p:nvPr/>
          </p:nvSpPr>
          <p:spPr>
            <a:xfrm>
              <a:off x="0" y="572"/>
              <a:ext cx="3600" cy="907"/>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endParaRPr lang="zh-CN" altLang="en-US">
                <a:latin typeface="DejaVu Sans" panose="020B0603030804020204" charset="0"/>
                <a:ea typeface="方正书宋_GBK" panose="02000000000000000000" charset="-122"/>
              </a:endParaRPr>
            </a:p>
          </p:txBody>
        </p:sp>
        <p:sp>
          <p:nvSpPr>
            <p:cNvPr id="60426" name="文本框 60426"/>
            <p:cNvSpPr txBox="1"/>
            <p:nvPr/>
          </p:nvSpPr>
          <p:spPr>
            <a:xfrm>
              <a:off x="0" y="566"/>
              <a:ext cx="621" cy="227"/>
            </a:xfrm>
            <a:prstGeom prst="rect">
              <a:avLst/>
            </a:prstGeom>
            <a:noFill/>
            <a:ln w="9525">
              <a:noFill/>
              <a:miter/>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财务系统</a:t>
              </a:r>
              <a:endParaRPr lang="zh-CN" altLang="en-US" sz="1800" b="0" dirty="0">
                <a:solidFill>
                  <a:srgbClr val="009900"/>
                </a:solidFill>
                <a:latin typeface="DejaVu Sans" panose="020B0603030804020204" charset="0"/>
                <a:ea typeface="方正书宋_GBK" panose="02000000000000000000" charset="-122"/>
              </a:endParaRPr>
            </a:p>
          </p:txBody>
        </p:sp>
        <p:sp>
          <p:nvSpPr>
            <p:cNvPr id="60427" name="文本框 60427"/>
            <p:cNvSpPr txBox="1"/>
            <p:nvPr/>
          </p:nvSpPr>
          <p:spPr>
            <a:xfrm>
              <a:off x="621" y="566"/>
              <a:ext cx="620" cy="227"/>
            </a:xfrm>
            <a:prstGeom prst="rect">
              <a:avLst/>
            </a:prstGeom>
            <a:noFill/>
            <a:ln w="9525">
              <a:noFill/>
              <a:miter/>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航空订票</a:t>
              </a:r>
              <a:endParaRPr lang="zh-CN" altLang="en-US" sz="1800" b="0" dirty="0">
                <a:solidFill>
                  <a:srgbClr val="009900"/>
                </a:solidFill>
                <a:latin typeface="DejaVu Sans" panose="020B0603030804020204" charset="0"/>
                <a:ea typeface="方正书宋_GBK" panose="02000000000000000000" charset="-122"/>
              </a:endParaRPr>
            </a:p>
          </p:txBody>
        </p:sp>
        <p:sp>
          <p:nvSpPr>
            <p:cNvPr id="60428" name="文本框 60428"/>
            <p:cNvSpPr txBox="1"/>
            <p:nvPr/>
          </p:nvSpPr>
          <p:spPr>
            <a:xfrm>
              <a:off x="1241" y="566"/>
              <a:ext cx="621" cy="227"/>
            </a:xfrm>
            <a:prstGeom prst="rect">
              <a:avLst/>
            </a:prstGeom>
            <a:noFill/>
            <a:ln w="9525">
              <a:noFill/>
              <a:miter/>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上网浏览</a:t>
              </a:r>
              <a:endParaRPr lang="zh-CN" altLang="en-US" sz="1800" b="0" dirty="0">
                <a:solidFill>
                  <a:srgbClr val="009900"/>
                </a:solidFill>
                <a:latin typeface="DejaVu Sans" panose="020B0603030804020204" charset="0"/>
                <a:ea typeface="方正书宋_GBK" panose="02000000000000000000" charset="-122"/>
              </a:endParaRPr>
            </a:p>
          </p:txBody>
        </p:sp>
        <p:sp>
          <p:nvSpPr>
            <p:cNvPr id="60429" name="文本框 60429"/>
            <p:cNvSpPr txBox="1"/>
            <p:nvPr/>
          </p:nvSpPr>
          <p:spPr>
            <a:xfrm>
              <a:off x="1862" y="566"/>
              <a:ext cx="621" cy="227"/>
            </a:xfrm>
            <a:prstGeom prst="rect">
              <a:avLst/>
            </a:prstGeom>
            <a:noFill/>
            <a:ln w="9525">
              <a:noFill/>
              <a:miter/>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电子商务</a:t>
              </a:r>
              <a:endParaRPr lang="zh-CN" altLang="en-US" sz="1800" b="0" dirty="0">
                <a:solidFill>
                  <a:srgbClr val="009900"/>
                </a:solidFill>
                <a:latin typeface="DejaVu Sans" panose="020B0603030804020204" charset="0"/>
                <a:ea typeface="方正书宋_GBK" panose="02000000000000000000" charset="-122"/>
              </a:endParaRPr>
            </a:p>
          </p:txBody>
        </p:sp>
        <p:sp>
          <p:nvSpPr>
            <p:cNvPr id="60430" name="文本框 60430"/>
            <p:cNvSpPr txBox="1"/>
            <p:nvPr/>
          </p:nvSpPr>
          <p:spPr>
            <a:xfrm>
              <a:off x="2855" y="566"/>
              <a:ext cx="621" cy="227"/>
            </a:xfrm>
            <a:prstGeom prst="rect">
              <a:avLst/>
            </a:prstGeom>
            <a:noFill/>
            <a:ln w="9525">
              <a:noFill/>
              <a:miter/>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科学计算</a:t>
              </a:r>
              <a:endParaRPr lang="zh-CN" altLang="en-US" sz="1800" b="0" dirty="0">
                <a:solidFill>
                  <a:srgbClr val="009900"/>
                </a:solidFill>
                <a:latin typeface="DejaVu Sans" panose="020B0603030804020204" charset="0"/>
                <a:ea typeface="方正书宋_GBK" panose="02000000000000000000" charset="-122"/>
              </a:endParaRPr>
            </a:p>
          </p:txBody>
        </p:sp>
        <p:sp>
          <p:nvSpPr>
            <p:cNvPr id="60431" name="矩形 60431"/>
            <p:cNvSpPr/>
            <p:nvPr/>
          </p:nvSpPr>
          <p:spPr>
            <a:xfrm>
              <a:off x="248" y="1133"/>
              <a:ext cx="3104" cy="679"/>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endParaRPr lang="zh-CN" altLang="en-US">
                <a:latin typeface="DejaVu Sans" panose="020B0603030804020204" charset="0"/>
                <a:ea typeface="方正书宋_GBK" panose="02000000000000000000" charset="-122"/>
              </a:endParaRPr>
            </a:p>
          </p:txBody>
        </p:sp>
        <p:sp>
          <p:nvSpPr>
            <p:cNvPr id="60432" name="文本框 60432"/>
            <p:cNvSpPr txBox="1"/>
            <p:nvPr/>
          </p:nvSpPr>
          <p:spPr>
            <a:xfrm>
              <a:off x="1318" y="906"/>
              <a:ext cx="890" cy="194"/>
            </a:xfrm>
            <a:prstGeom prst="rect">
              <a:avLst/>
            </a:prstGeom>
            <a:noFill/>
            <a:ln w="9525">
              <a:noFill/>
              <a:miter/>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（应用程序）</a:t>
              </a:r>
              <a:endParaRPr lang="zh-CN" altLang="en-US" sz="1800" b="0" dirty="0">
                <a:solidFill>
                  <a:srgbClr val="009900"/>
                </a:solidFill>
                <a:latin typeface="DejaVu Sans" panose="020B0603030804020204" charset="0"/>
                <a:ea typeface="方正书宋_GBK" panose="02000000000000000000" charset="-122"/>
              </a:endParaRPr>
            </a:p>
          </p:txBody>
        </p:sp>
        <p:sp>
          <p:nvSpPr>
            <p:cNvPr id="60433" name="文本框 60433"/>
            <p:cNvSpPr txBox="1"/>
            <p:nvPr/>
          </p:nvSpPr>
          <p:spPr>
            <a:xfrm>
              <a:off x="372" y="1133"/>
              <a:ext cx="621" cy="226"/>
            </a:xfrm>
            <a:prstGeom prst="rect">
              <a:avLst/>
            </a:prstGeom>
            <a:noFill/>
            <a:ln w="9525">
              <a:noFill/>
              <a:miter/>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编译程序</a:t>
              </a:r>
              <a:endParaRPr lang="zh-CN" altLang="en-US" sz="1800" b="0" dirty="0">
                <a:solidFill>
                  <a:srgbClr val="009900"/>
                </a:solidFill>
                <a:latin typeface="DejaVu Sans" panose="020B0603030804020204" charset="0"/>
                <a:ea typeface="方正书宋_GBK" panose="02000000000000000000" charset="-122"/>
              </a:endParaRPr>
            </a:p>
          </p:txBody>
        </p:sp>
        <p:sp>
          <p:nvSpPr>
            <p:cNvPr id="60434" name="文本框 60434"/>
            <p:cNvSpPr txBox="1"/>
            <p:nvPr/>
          </p:nvSpPr>
          <p:spPr>
            <a:xfrm>
              <a:off x="993" y="1133"/>
              <a:ext cx="621" cy="226"/>
            </a:xfrm>
            <a:prstGeom prst="rect">
              <a:avLst/>
            </a:prstGeom>
            <a:noFill/>
            <a:ln w="9525">
              <a:noFill/>
              <a:miter/>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汇编程序</a:t>
              </a:r>
              <a:endParaRPr lang="zh-CN" altLang="en-US" sz="1800" b="0" dirty="0">
                <a:solidFill>
                  <a:srgbClr val="009900"/>
                </a:solidFill>
                <a:latin typeface="DejaVu Sans" panose="020B0603030804020204" charset="0"/>
                <a:ea typeface="方正书宋_GBK" panose="02000000000000000000" charset="-122"/>
              </a:endParaRPr>
            </a:p>
          </p:txBody>
        </p:sp>
        <p:sp>
          <p:nvSpPr>
            <p:cNvPr id="60435" name="文本框 60435"/>
            <p:cNvSpPr txBox="1"/>
            <p:nvPr/>
          </p:nvSpPr>
          <p:spPr>
            <a:xfrm>
              <a:off x="1738" y="1133"/>
              <a:ext cx="621" cy="226"/>
            </a:xfrm>
            <a:prstGeom prst="rect">
              <a:avLst/>
            </a:prstGeom>
            <a:noFill/>
            <a:ln w="9525">
              <a:noFill/>
              <a:miter/>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编辑程序</a:t>
              </a:r>
              <a:endParaRPr lang="zh-CN" altLang="en-US" sz="1800" b="0" dirty="0">
                <a:solidFill>
                  <a:srgbClr val="009900"/>
                </a:solidFill>
                <a:latin typeface="DejaVu Sans" panose="020B0603030804020204" charset="0"/>
                <a:ea typeface="方正书宋_GBK" panose="02000000000000000000" charset="-122"/>
              </a:endParaRPr>
            </a:p>
          </p:txBody>
        </p:sp>
        <p:sp>
          <p:nvSpPr>
            <p:cNvPr id="60436" name="文本框 60436"/>
            <p:cNvSpPr txBox="1"/>
            <p:nvPr/>
          </p:nvSpPr>
          <p:spPr>
            <a:xfrm>
              <a:off x="2832" y="1133"/>
              <a:ext cx="497" cy="226"/>
            </a:xfrm>
            <a:prstGeom prst="rect">
              <a:avLst/>
            </a:prstGeom>
            <a:noFill/>
            <a:ln w="9525">
              <a:noFill/>
              <a:miter/>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数据库</a:t>
              </a:r>
              <a:endParaRPr lang="zh-CN" altLang="en-US" sz="1800" b="0" dirty="0">
                <a:solidFill>
                  <a:srgbClr val="009900"/>
                </a:solidFill>
                <a:latin typeface="DejaVu Sans" panose="020B0603030804020204" charset="0"/>
                <a:ea typeface="方正书宋_GBK" panose="02000000000000000000" charset="-122"/>
              </a:endParaRPr>
            </a:p>
          </p:txBody>
        </p:sp>
        <p:sp>
          <p:nvSpPr>
            <p:cNvPr id="60437" name="矩形 60437"/>
            <p:cNvSpPr/>
            <p:nvPr/>
          </p:nvSpPr>
          <p:spPr>
            <a:xfrm>
              <a:off x="1117" y="1699"/>
              <a:ext cx="1242" cy="453"/>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endParaRPr lang="zh-CN" altLang="en-US">
                <a:latin typeface="DejaVu Sans" panose="020B0603030804020204" charset="0"/>
                <a:ea typeface="方正书宋_GBK" panose="02000000000000000000" charset="-122"/>
              </a:endParaRPr>
            </a:p>
          </p:txBody>
        </p:sp>
        <p:sp>
          <p:nvSpPr>
            <p:cNvPr id="60438" name="文本框 60438"/>
            <p:cNvSpPr txBox="1"/>
            <p:nvPr/>
          </p:nvSpPr>
          <p:spPr>
            <a:xfrm>
              <a:off x="1248" y="1473"/>
              <a:ext cx="986" cy="203"/>
            </a:xfrm>
            <a:prstGeom prst="rect">
              <a:avLst/>
            </a:prstGeom>
            <a:noFill/>
            <a:ln w="9525">
              <a:noFill/>
              <a:miter/>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（系统程序）</a:t>
              </a:r>
              <a:endParaRPr lang="zh-CN" altLang="en-US" sz="1800" b="0" dirty="0">
                <a:solidFill>
                  <a:srgbClr val="009900"/>
                </a:solidFill>
                <a:latin typeface="DejaVu Sans" panose="020B0603030804020204" charset="0"/>
                <a:ea typeface="方正书宋_GBK" panose="02000000000000000000" charset="-122"/>
              </a:endParaRPr>
            </a:p>
          </p:txBody>
        </p:sp>
        <p:sp>
          <p:nvSpPr>
            <p:cNvPr id="60439" name="文本框 60439"/>
            <p:cNvSpPr txBox="1"/>
            <p:nvPr/>
          </p:nvSpPr>
          <p:spPr>
            <a:xfrm>
              <a:off x="1241" y="1812"/>
              <a:ext cx="869" cy="227"/>
            </a:xfrm>
            <a:prstGeom prst="rect">
              <a:avLst/>
            </a:prstGeom>
            <a:noFill/>
            <a:ln w="9525">
              <a:noFill/>
              <a:miter/>
            </a:ln>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操作系统</a:t>
              </a:r>
              <a:endParaRPr lang="zh-CN" altLang="en-US" sz="1800" b="0" dirty="0">
                <a:solidFill>
                  <a:srgbClr val="009900"/>
                </a:solidFill>
                <a:latin typeface="DejaVu Sans" panose="020B0603030804020204" charset="0"/>
                <a:ea typeface="方正书宋_GBK" panose="02000000000000000000" charset="-122"/>
              </a:endParaRPr>
            </a:p>
          </p:txBody>
        </p:sp>
        <p:sp>
          <p:nvSpPr>
            <p:cNvPr id="60440" name="文本框 60440"/>
            <p:cNvSpPr txBox="1"/>
            <p:nvPr/>
          </p:nvSpPr>
          <p:spPr>
            <a:xfrm>
              <a:off x="1366" y="2039"/>
              <a:ext cx="620" cy="453"/>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nchor="t"/>
            <a:p>
              <a:pPr lvl="0" algn="ctr" eaLnBrk="0" hangingPunct="0"/>
              <a:r>
                <a:rPr lang="zh-CN" altLang="en-US" sz="1800" b="0" dirty="0">
                  <a:solidFill>
                    <a:srgbClr val="009900"/>
                  </a:solidFill>
                  <a:latin typeface="DejaVu Sans" panose="020B0603030804020204" charset="0"/>
                  <a:ea typeface="方正书宋_GBK" panose="02000000000000000000" charset="-122"/>
                </a:rPr>
                <a:t>计算机</a:t>
              </a:r>
              <a:endParaRPr lang="zh-CN" altLang="en-US" sz="1800" b="0" dirty="0">
                <a:solidFill>
                  <a:srgbClr val="009900"/>
                </a:solidFill>
                <a:latin typeface="DejaVu Sans" panose="020B0603030804020204" charset="0"/>
                <a:ea typeface="方正书宋_GBK" panose="02000000000000000000" charset="-122"/>
              </a:endParaRPr>
            </a:p>
            <a:p>
              <a:pPr lvl="0" algn="ctr" eaLnBrk="0" hangingPunct="0"/>
              <a:r>
                <a:rPr lang="zh-CN" altLang="en-US" sz="1800" b="0" dirty="0">
                  <a:solidFill>
                    <a:srgbClr val="009900"/>
                  </a:solidFill>
                  <a:latin typeface="DejaVu Sans" panose="020B0603030804020204" charset="0"/>
                  <a:ea typeface="方正书宋_GBK" panose="02000000000000000000" charset="-122"/>
                </a:rPr>
                <a:t>硬件</a:t>
              </a:r>
              <a:endParaRPr lang="zh-CN" altLang="en-US" sz="1800" b="0" dirty="0">
                <a:solidFill>
                  <a:srgbClr val="009900"/>
                </a:solidFill>
                <a:latin typeface="DejaVu Sans" panose="020B0603030804020204" charset="0"/>
                <a:ea typeface="方正书宋_GBK" panose="02000000000000000000" charset="-122"/>
              </a:endParaRPr>
            </a:p>
          </p:txBody>
        </p:sp>
        <p:sp>
          <p:nvSpPr>
            <p:cNvPr id="60441" name="文本框 60441"/>
            <p:cNvSpPr txBox="1"/>
            <p:nvPr/>
          </p:nvSpPr>
          <p:spPr>
            <a:xfrm>
              <a:off x="2483" y="0"/>
              <a:ext cx="372" cy="227"/>
            </a:xfrm>
            <a:prstGeom prst="rect">
              <a:avLst/>
            </a:prstGeom>
            <a:noFill/>
            <a:ln w="9525">
              <a:noFill/>
              <a:miter/>
            </a:ln>
          </p:spPr>
          <p:txBody>
            <a:bodyPr anchor="t"/>
            <a:p>
              <a:pPr lvl="0" algn="just" eaLnBrk="0" hangingPunct="0"/>
              <a:r>
                <a:rPr lang="en-US" altLang="x-none" sz="1200" b="0" dirty="0">
                  <a:solidFill>
                    <a:srgbClr val="009900"/>
                  </a:solidFill>
                  <a:latin typeface="方正书宋_GBK" panose="02000000000000000000" charset="-122"/>
                  <a:ea typeface="方正书宋_GBK" panose="02000000000000000000" charset="-122"/>
                </a:rPr>
                <a:t>…</a:t>
              </a:r>
              <a:endParaRPr lang="en-US" altLang="x-none" sz="1200" b="0" dirty="0">
                <a:solidFill>
                  <a:srgbClr val="009900"/>
                </a:solidFill>
                <a:latin typeface="DejaVu Sans" panose="020B0603030804020204" charset="0"/>
                <a:ea typeface="方正书宋_GBK" panose="02000000000000000000" charset="-122"/>
              </a:endParaRPr>
            </a:p>
          </p:txBody>
        </p:sp>
        <p:sp>
          <p:nvSpPr>
            <p:cNvPr id="60442" name="文本框 60442"/>
            <p:cNvSpPr txBox="1"/>
            <p:nvPr/>
          </p:nvSpPr>
          <p:spPr>
            <a:xfrm>
              <a:off x="2483" y="566"/>
              <a:ext cx="372" cy="227"/>
            </a:xfrm>
            <a:prstGeom prst="rect">
              <a:avLst/>
            </a:prstGeom>
            <a:noFill/>
            <a:ln w="9525">
              <a:noFill/>
              <a:miter/>
            </a:ln>
          </p:spPr>
          <p:txBody>
            <a:bodyPr anchor="t"/>
            <a:p>
              <a:pPr lvl="0" algn="just" eaLnBrk="0" hangingPunct="0"/>
              <a:r>
                <a:rPr lang="en-US" altLang="x-none" sz="1400" b="0" dirty="0">
                  <a:solidFill>
                    <a:srgbClr val="009900"/>
                  </a:solidFill>
                  <a:latin typeface="方正书宋_GBK" panose="02000000000000000000" charset="-122"/>
                  <a:ea typeface="方正书宋_GBK" panose="02000000000000000000" charset="-122"/>
                </a:rPr>
                <a:t>…</a:t>
              </a:r>
              <a:endParaRPr lang="en-US" altLang="x-none" sz="1400" b="0" dirty="0">
                <a:solidFill>
                  <a:srgbClr val="009900"/>
                </a:solidFill>
                <a:latin typeface="DejaVu Sans" panose="020B0603030804020204" charset="0"/>
                <a:ea typeface="方正书宋_GBK" panose="02000000000000000000" charset="-122"/>
              </a:endParaRPr>
            </a:p>
          </p:txBody>
        </p:sp>
        <p:sp>
          <p:nvSpPr>
            <p:cNvPr id="60443" name="文本框 60443"/>
            <p:cNvSpPr txBox="1"/>
            <p:nvPr/>
          </p:nvSpPr>
          <p:spPr>
            <a:xfrm>
              <a:off x="2359" y="1133"/>
              <a:ext cx="372" cy="226"/>
            </a:xfrm>
            <a:prstGeom prst="rect">
              <a:avLst/>
            </a:prstGeom>
            <a:noFill/>
            <a:ln w="9525">
              <a:noFill/>
              <a:miter/>
            </a:ln>
          </p:spPr>
          <p:txBody>
            <a:bodyPr anchor="t"/>
            <a:p>
              <a:pPr lvl="0" algn="just" eaLnBrk="0" hangingPunct="0"/>
              <a:r>
                <a:rPr lang="en-US" altLang="x-none" sz="1200" b="0" dirty="0">
                  <a:solidFill>
                    <a:srgbClr val="009900"/>
                  </a:solidFill>
                  <a:latin typeface="方正书宋_GBK" panose="02000000000000000000" charset="-122"/>
                  <a:ea typeface="方正书宋_GBK" panose="02000000000000000000" charset="-122"/>
                </a:rPr>
                <a:t>…</a:t>
              </a:r>
              <a:endParaRPr lang="en-US" altLang="x-none" sz="1200" b="0" dirty="0">
                <a:solidFill>
                  <a:srgbClr val="009900"/>
                </a:solidFill>
                <a:latin typeface="DejaVu Sans" panose="020B0603030804020204" charset="0"/>
                <a:ea typeface="方正书宋_GBK" panose="02000000000000000000" charset="-122"/>
              </a:endParaRPr>
            </a:p>
          </p:txBody>
        </p:sp>
        <p:sp>
          <p:nvSpPr>
            <p:cNvPr id="60444" name="直接连接符 60444"/>
            <p:cNvSpPr/>
            <p:nvPr/>
          </p:nvSpPr>
          <p:spPr>
            <a:xfrm>
              <a:off x="248" y="227"/>
              <a:ext cx="0" cy="339"/>
            </a:xfrm>
            <a:prstGeom prst="line">
              <a:avLst/>
            </a:prstGeom>
            <a:ln w="9525" cap="flat" cmpd="sng">
              <a:solidFill>
                <a:srgbClr val="000000"/>
              </a:solidFill>
              <a:prstDash val="solid"/>
              <a:round/>
              <a:headEnd type="none" w="med" len="med"/>
              <a:tailEnd type="stealth" w="med" len="med"/>
            </a:ln>
          </p:spPr>
          <p:txBody>
            <a:bodyPr anchor="t"/>
            <a:p>
              <a:pPr lvl="0"/>
              <a:endParaRPr lang="zh-CN" altLang="en-US">
                <a:latin typeface="DejaVu Sans" panose="020B0603030804020204" charset="0"/>
                <a:ea typeface="方正书宋_GBK" panose="02000000000000000000" charset="-122"/>
              </a:endParaRPr>
            </a:p>
          </p:txBody>
        </p:sp>
        <p:sp>
          <p:nvSpPr>
            <p:cNvPr id="60445" name="直接连接符 60445"/>
            <p:cNvSpPr/>
            <p:nvPr/>
          </p:nvSpPr>
          <p:spPr>
            <a:xfrm>
              <a:off x="869" y="227"/>
              <a:ext cx="0" cy="339"/>
            </a:xfrm>
            <a:prstGeom prst="line">
              <a:avLst/>
            </a:prstGeom>
            <a:ln w="9525" cap="flat" cmpd="sng">
              <a:solidFill>
                <a:srgbClr val="000000"/>
              </a:solidFill>
              <a:prstDash val="solid"/>
              <a:round/>
              <a:headEnd type="none" w="med" len="med"/>
              <a:tailEnd type="stealth" w="med" len="med"/>
            </a:ln>
          </p:spPr>
          <p:txBody>
            <a:bodyPr anchor="t"/>
            <a:p>
              <a:pPr lvl="0"/>
              <a:endParaRPr lang="zh-CN" altLang="en-US">
                <a:latin typeface="DejaVu Sans" panose="020B0603030804020204" charset="0"/>
                <a:ea typeface="方正书宋_GBK" panose="02000000000000000000" charset="-122"/>
              </a:endParaRPr>
            </a:p>
          </p:txBody>
        </p:sp>
        <p:sp>
          <p:nvSpPr>
            <p:cNvPr id="60446" name="直接连接符 60446"/>
            <p:cNvSpPr/>
            <p:nvPr/>
          </p:nvSpPr>
          <p:spPr>
            <a:xfrm>
              <a:off x="1490" y="227"/>
              <a:ext cx="0" cy="339"/>
            </a:xfrm>
            <a:prstGeom prst="line">
              <a:avLst/>
            </a:prstGeom>
            <a:ln w="9525" cap="flat" cmpd="sng">
              <a:solidFill>
                <a:srgbClr val="000000"/>
              </a:solidFill>
              <a:prstDash val="solid"/>
              <a:round/>
              <a:headEnd type="none" w="med" len="med"/>
              <a:tailEnd type="stealth" w="med" len="med"/>
            </a:ln>
          </p:spPr>
          <p:txBody>
            <a:bodyPr anchor="t"/>
            <a:p>
              <a:pPr lvl="0"/>
              <a:endParaRPr lang="zh-CN" altLang="en-US">
                <a:latin typeface="DejaVu Sans" panose="020B0603030804020204" charset="0"/>
                <a:ea typeface="方正书宋_GBK" panose="02000000000000000000" charset="-122"/>
              </a:endParaRPr>
            </a:p>
          </p:txBody>
        </p:sp>
        <p:sp>
          <p:nvSpPr>
            <p:cNvPr id="60447" name="直接连接符 60447"/>
            <p:cNvSpPr/>
            <p:nvPr/>
          </p:nvSpPr>
          <p:spPr>
            <a:xfrm>
              <a:off x="2110" y="227"/>
              <a:ext cx="0" cy="339"/>
            </a:xfrm>
            <a:prstGeom prst="line">
              <a:avLst/>
            </a:prstGeom>
            <a:ln w="9525" cap="flat" cmpd="sng">
              <a:solidFill>
                <a:srgbClr val="000000"/>
              </a:solidFill>
              <a:prstDash val="solid"/>
              <a:round/>
              <a:headEnd type="none" w="med" len="med"/>
              <a:tailEnd type="stealth" w="med" len="med"/>
            </a:ln>
          </p:spPr>
          <p:txBody>
            <a:bodyPr anchor="t"/>
            <a:p>
              <a:pPr lvl="0"/>
              <a:endParaRPr lang="zh-CN" altLang="en-US">
                <a:latin typeface="DejaVu Sans" panose="020B0603030804020204" charset="0"/>
                <a:ea typeface="方正书宋_GBK" panose="02000000000000000000" charset="-122"/>
              </a:endParaRPr>
            </a:p>
          </p:txBody>
        </p:sp>
        <p:sp>
          <p:nvSpPr>
            <p:cNvPr id="60448" name="直接连接符 60448"/>
            <p:cNvSpPr/>
            <p:nvPr/>
          </p:nvSpPr>
          <p:spPr>
            <a:xfrm>
              <a:off x="3103" y="227"/>
              <a:ext cx="0" cy="339"/>
            </a:xfrm>
            <a:prstGeom prst="line">
              <a:avLst/>
            </a:prstGeom>
            <a:ln w="9525" cap="flat" cmpd="sng">
              <a:solidFill>
                <a:srgbClr val="000000"/>
              </a:solidFill>
              <a:prstDash val="solid"/>
              <a:round/>
              <a:headEnd type="none" w="med" len="med"/>
              <a:tailEnd type="stealth" w="med" len="med"/>
            </a:ln>
          </p:spPr>
          <p:txBody>
            <a:bodyPr anchor="t"/>
            <a:p>
              <a:pPr lvl="0"/>
              <a:endParaRPr lang="zh-CN" altLang="en-US">
                <a:latin typeface="DejaVu Sans" panose="020B0603030804020204" charset="0"/>
                <a:ea typeface="方正书宋_GBK" panose="02000000000000000000" charset="-122"/>
              </a:endParaRPr>
            </a:p>
          </p:txBody>
        </p:sp>
      </p:grpSp>
      <p:sp>
        <p:nvSpPr>
          <p:cNvPr id="60450" name="矩形 60449"/>
          <p:cNvSpPr/>
          <p:nvPr/>
        </p:nvSpPr>
        <p:spPr>
          <a:xfrm>
            <a:off x="1201738" y="749300"/>
            <a:ext cx="4264025" cy="579438"/>
          </a:xfrm>
          <a:prstGeom prst="rect">
            <a:avLst/>
          </a:prstGeom>
          <a:noFill/>
          <a:ln w="9525">
            <a:noFill/>
            <a:miter/>
          </a:ln>
        </p:spPr>
        <p:txBody>
          <a:bodyPr wrap="none" anchor="t">
            <a:spAutoFit/>
          </a:bodyPr>
          <a:p>
            <a:pPr lvl="0" algn="l" fontAlgn="base"/>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计算机系统的层次结构</a:t>
            </a:r>
            <a:endPar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41" name="内容占位符 52226"/>
          <p:cNvPicPr>
            <a:picLocks noGrp="1" noChangeAspect="1"/>
          </p:cNvPicPr>
          <p:nvPr>
            <p:ph idx="2147483647"/>
          </p:nvPr>
        </p:nvPicPr>
        <p:blipFill>
          <a:blip r:embed="rId1"/>
          <a:stretch>
            <a:fillRect/>
          </a:stretch>
        </p:blipFill>
        <p:spPr>
          <a:xfrm>
            <a:off x="0" y="0"/>
            <a:ext cx="838200" cy="517525"/>
          </a:xfrm>
        </p:spPr>
      </p:pic>
      <p:sp>
        <p:nvSpPr>
          <p:cNvPr id="61443" name="矩形 52227"/>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操作系统的定义和特性</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61444" name="矩形 61443"/>
          <p:cNvSpPr/>
          <p:nvPr/>
        </p:nvSpPr>
        <p:spPr>
          <a:xfrm>
            <a:off x="1173163" y="652463"/>
            <a:ext cx="5953125" cy="660400"/>
          </a:xfrm>
          <a:prstGeom prst="rect">
            <a:avLst/>
          </a:prstGeom>
          <a:noFill/>
          <a:ln w="9525">
            <a:noFill/>
            <a:miter/>
          </a:ln>
        </p:spPr>
        <p:txBody>
          <a:bodyPr anchor="ctr"/>
          <a:lst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0" i="0" u="none" kern="1200" baseline="0">
                <a:solidFill>
                  <a:schemeClr val="tx2"/>
                </a:solidFill>
                <a:latin typeface="Arial" panose="020B0604020202020204" pitchFamily="34" charset="0"/>
                <a:ea typeface="宋体" pitchFamily="2" charset="-122"/>
              </a:defRPr>
            </a:lvl1pPr>
          </a:lstStyle>
          <a:p>
            <a:pPr lvl="0" fontAlgn="base"/>
            <a:r>
              <a:rPr lang="zh-CN" altLang="en-US" sz="32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为什么引入操作系统（目的）</a:t>
            </a:r>
            <a:endParaRPr lang="en-US" altLang="zh-CN" sz="32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endParaRPr>
          </a:p>
        </p:txBody>
      </p:sp>
      <p:sp>
        <p:nvSpPr>
          <p:cNvPr id="61445" name="矩形 61444"/>
          <p:cNvSpPr/>
          <p:nvPr/>
        </p:nvSpPr>
        <p:spPr>
          <a:xfrm>
            <a:off x="927100" y="1489075"/>
            <a:ext cx="7200900" cy="4608513"/>
          </a:xfrm>
          <a:prstGeom prst="rect">
            <a:avLst/>
          </a:prstGeom>
          <a:noFill/>
          <a:ln w="9525">
            <a:noFill/>
            <a:miter/>
          </a:ln>
        </p:spPr>
        <p:txBody>
          <a:bodyPr anchor="t"/>
          <a:p>
            <a:pPr marL="571500" lvl="0" indent="-571500">
              <a:lnSpc>
                <a:spcPct val="105000"/>
              </a:lnSpc>
              <a:spcBef>
                <a:spcPct val="30000"/>
              </a:spcBef>
              <a:buClr>
                <a:schemeClr val="tx2"/>
              </a:buClr>
              <a:buSzPct val="95000"/>
              <a:buFont typeface="Wingdings" panose="05000000000000000000" pitchFamily="2" charset="2"/>
              <a:buChar char="l"/>
            </a:pPr>
            <a:r>
              <a:rPr lang="zh-CN" altLang="en-US" b="0" dirty="0">
                <a:solidFill>
                  <a:schemeClr val="tx1"/>
                </a:solidFill>
                <a:latin typeface="DejaVu Sans" panose="020B0603030804020204" charset="0"/>
                <a:ea typeface="方正书宋_GBK" panose="02000000000000000000" charset="-122"/>
              </a:rPr>
              <a:t>提供良好的、一致的用户接口，屏蔽不同硬件的差别，方便程序或用户操作硬件。</a:t>
            </a:r>
            <a:endParaRPr lang="zh-CN" altLang="en-US" sz="2800" b="0" dirty="0">
              <a:solidFill>
                <a:schemeClr val="tx1"/>
              </a:solidFill>
              <a:latin typeface="DejaVu Sans" panose="020B0603030804020204" charset="0"/>
              <a:ea typeface="方正书宋_GBK" panose="02000000000000000000" charset="-122"/>
            </a:endParaRPr>
          </a:p>
          <a:p>
            <a:pPr marL="571500" lvl="0" indent="-571500">
              <a:lnSpc>
                <a:spcPct val="105000"/>
              </a:lnSpc>
              <a:spcBef>
                <a:spcPct val="30000"/>
              </a:spcBef>
              <a:buClr>
                <a:schemeClr val="tx2"/>
              </a:buClr>
              <a:buSzPct val="95000"/>
              <a:buFont typeface="Wingdings" panose="05000000000000000000" pitchFamily="2" charset="2"/>
              <a:buChar char="l"/>
            </a:pPr>
            <a:r>
              <a:rPr lang="zh-CN" altLang="en-US" b="0" dirty="0">
                <a:solidFill>
                  <a:schemeClr val="tx1"/>
                </a:solidFill>
                <a:latin typeface="DejaVu Sans" panose="020B0603030804020204" charset="0"/>
                <a:ea typeface="方正书宋_GBK" panose="02000000000000000000" charset="-122"/>
              </a:rPr>
              <a:t>扩展硬件的功能</a:t>
            </a:r>
            <a:endParaRPr lang="zh-CN" altLang="en-US" b="0" dirty="0">
              <a:solidFill>
                <a:schemeClr val="tx1"/>
              </a:solidFill>
              <a:latin typeface="DejaVu Sans" panose="020B0603030804020204" charset="0"/>
              <a:ea typeface="方正书宋_GBK" panose="02000000000000000000" charset="-122"/>
            </a:endParaRPr>
          </a:p>
          <a:p>
            <a:pPr marL="571500" lvl="0" indent="-571500">
              <a:lnSpc>
                <a:spcPct val="105000"/>
              </a:lnSpc>
              <a:spcBef>
                <a:spcPct val="30000"/>
              </a:spcBef>
              <a:buClr>
                <a:schemeClr val="tx2"/>
              </a:buClr>
              <a:buSzPct val="95000"/>
              <a:buFont typeface="Wingdings" panose="05000000000000000000" pitchFamily="2" charset="2"/>
              <a:buChar char="l"/>
            </a:pPr>
            <a:r>
              <a:rPr lang="zh-CN" altLang="en-US" dirty="0">
                <a:solidFill>
                  <a:schemeClr val="tx1"/>
                </a:solidFill>
                <a:latin typeface="DejaVu Sans" panose="020B0603030804020204" charset="0"/>
                <a:ea typeface="方正书宋_GBK" panose="02000000000000000000" charset="-122"/>
              </a:rPr>
              <a:t>提高计算机系统的资源利用率</a:t>
            </a:r>
            <a:endParaRPr lang="zh-CN" altLang="en-US" dirty="0">
              <a:solidFill>
                <a:schemeClr val="tx1"/>
              </a:solidFill>
              <a:latin typeface="DejaVu Sans" panose="020B0603030804020204" charset="0"/>
              <a:ea typeface="方正书宋_GBK" panose="02000000000000000000" charset="-122"/>
            </a:endParaRPr>
          </a:p>
          <a:p>
            <a:pPr marL="1028700" lvl="1" indent="-455295" algn="l" eaLnBrk="1" fontAlgn="base" latinLnBrk="0" hangingPunct="1">
              <a:lnSpc>
                <a:spcPct val="105000"/>
              </a:lnSpc>
              <a:spcBef>
                <a:spcPct val="30000"/>
              </a:spcBef>
              <a:spcAft>
                <a:spcPct val="0"/>
              </a:spcAft>
              <a:buClr>
                <a:schemeClr val="tx2"/>
              </a:buClr>
              <a:buSzPct val="95000"/>
              <a:buFont typeface="Wingdings" panose="05000000000000000000" pitchFamily="2" charset="2"/>
              <a:buNone/>
            </a:pPr>
            <a:r>
              <a:rPr lang="zh-CN" altLang="en-US" sz="2800" b="0" i="1" u="none" baseline="0" dirty="0">
                <a:solidFill>
                  <a:schemeClr val="tx1"/>
                </a:solidFill>
                <a:latin typeface="DejaVu Sans" panose="020B0603030804020204" charset="0"/>
                <a:ea typeface="方正书宋_GBK" panose="02000000000000000000" charset="-122"/>
              </a:rPr>
              <a:t>          一个程序或用户独占，计算机系统资源的利用率很低的，必须多个程序或用户同时使用计算机－－并发</a:t>
            </a:r>
            <a:endParaRPr lang="zh-CN" altLang="en-US" sz="2800" b="0" i="1" u="none" baseline="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6144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2465" name="内容占位符 52226"/>
          <p:cNvPicPr>
            <a:picLocks noGrp="1" noChangeAspect="1"/>
          </p:cNvPicPr>
          <p:nvPr>
            <p:ph idx="2147483647"/>
          </p:nvPr>
        </p:nvPicPr>
        <p:blipFill>
          <a:blip r:embed="rId1"/>
          <a:stretch>
            <a:fillRect/>
          </a:stretch>
        </p:blipFill>
        <p:spPr>
          <a:xfrm>
            <a:off x="0" y="0"/>
            <a:ext cx="838200" cy="517525"/>
          </a:xfrm>
        </p:spPr>
      </p:pic>
      <p:sp>
        <p:nvSpPr>
          <p:cNvPr id="62467" name="矩形 52227"/>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操作系统的定义和特性</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 name="矩形 62467"/>
          <p:cNvSpPr/>
          <p:nvPr/>
        </p:nvSpPr>
        <p:spPr>
          <a:xfrm>
            <a:off x="539750" y="900113"/>
            <a:ext cx="7924800" cy="5432425"/>
          </a:xfrm>
          <a:prstGeom prst="rect">
            <a:avLst/>
          </a:prstGeom>
          <a:noFill/>
          <a:ln w="9525">
            <a:noFill/>
            <a:miter/>
          </a:ln>
        </p:spPr>
        <p:txBody>
          <a:bodyPr anchor="t"/>
          <a:p>
            <a:pPr marL="342900" lvl="0" indent="-342900">
              <a:spcBef>
                <a:spcPct val="20000"/>
              </a:spcBef>
              <a:buClr>
                <a:schemeClr val="accent1"/>
              </a:buClr>
              <a:buSzPct val="80000"/>
              <a:buChar char="n"/>
            </a:pPr>
            <a:r>
              <a:rPr lang="zh-CN" altLang="en-US" b="0" dirty="0">
                <a:solidFill>
                  <a:schemeClr val="tx1"/>
                </a:solidFill>
                <a:latin typeface="DejaVu Sans" panose="020B0603030804020204" charset="0"/>
                <a:ea typeface="方正书宋_GBK" panose="02000000000000000000" charset="-122"/>
              </a:rPr>
              <a:t>例</a:t>
            </a:r>
            <a:r>
              <a:rPr lang="en-US" altLang="x-none" b="0" dirty="0">
                <a:solidFill>
                  <a:schemeClr val="tx1"/>
                </a:solidFill>
                <a:latin typeface="方正书宋_GBK" panose="02000000000000000000" charset="-122"/>
                <a:ea typeface="方正书宋_GBK" panose="02000000000000000000" charset="-122"/>
              </a:rPr>
              <a:t>1</a:t>
            </a:r>
            <a:r>
              <a:rPr lang="zh-CN" altLang="en-US" b="0" dirty="0">
                <a:solidFill>
                  <a:schemeClr val="tx1"/>
                </a:solidFill>
                <a:latin typeface="方正书宋_GBK" panose="02000000000000000000" charset="-122"/>
                <a:ea typeface="方正书宋_GBK" panose="02000000000000000000" charset="-122"/>
              </a:rPr>
              <a:t>，用户想把一批信息存储到某个设备上，必须先弄清楚该设备的存储格式、读写命令和各种情况下的中断处理步骤。而让用户了解设备的物理细节将会十分困难，甚至束手无策。</a:t>
            </a:r>
            <a:endParaRPr lang="zh-CN" altLang="en-US" b="0" dirty="0">
              <a:solidFill>
                <a:schemeClr val="tx1"/>
              </a:solidFill>
              <a:latin typeface="方正书宋_GBK" panose="02000000000000000000" charset="-122"/>
              <a:ea typeface="方正书宋_GBK" panose="02000000000000000000" charset="-122"/>
            </a:endParaRPr>
          </a:p>
          <a:p>
            <a:pPr marL="342900" lvl="0" indent="-342900">
              <a:spcBef>
                <a:spcPct val="20000"/>
              </a:spcBef>
              <a:buClr>
                <a:schemeClr val="accent1"/>
              </a:buClr>
              <a:buSzPct val="80000"/>
              <a:buChar char="n"/>
            </a:pPr>
            <a:endParaRPr lang="zh-CN" altLang="en-US" b="0" dirty="0">
              <a:solidFill>
                <a:schemeClr val="tx1"/>
              </a:solidFill>
              <a:latin typeface="方正书宋_GBK" panose="02000000000000000000" charset="-122"/>
              <a:ea typeface="方正书宋_GBK" panose="02000000000000000000" charset="-122"/>
            </a:endParaRPr>
          </a:p>
          <a:p>
            <a:pPr marL="342900" lvl="0" indent="-342900">
              <a:spcBef>
                <a:spcPct val="20000"/>
              </a:spcBef>
              <a:buClr>
                <a:schemeClr val="accent1"/>
              </a:buClr>
              <a:buSzPct val="80000"/>
              <a:buChar char="n"/>
            </a:pPr>
            <a:r>
              <a:rPr lang="zh-CN" altLang="en-US" b="0" dirty="0">
                <a:solidFill>
                  <a:schemeClr val="tx1"/>
                </a:solidFill>
                <a:latin typeface="方正书宋_GBK" panose="02000000000000000000" charset="-122"/>
                <a:ea typeface="方正书宋_GBK" panose="02000000000000000000" charset="-122"/>
              </a:rPr>
              <a:t>例</a:t>
            </a:r>
            <a:r>
              <a:rPr lang="en-US" altLang="x-none" b="0" dirty="0">
                <a:solidFill>
                  <a:schemeClr val="tx1"/>
                </a:solidFill>
                <a:latin typeface="方正书宋_GBK" panose="02000000000000000000" charset="-122"/>
                <a:ea typeface="方正书宋_GBK" panose="02000000000000000000" charset="-122"/>
              </a:rPr>
              <a:t>2</a:t>
            </a:r>
            <a:r>
              <a:rPr lang="zh-CN" altLang="en-US" b="0" dirty="0">
                <a:solidFill>
                  <a:schemeClr val="tx1"/>
                </a:solidFill>
                <a:latin typeface="方正书宋_GBK" panose="02000000000000000000" charset="-122"/>
                <a:ea typeface="方正书宋_GBK" panose="02000000000000000000" charset="-122"/>
              </a:rPr>
              <a:t>，三个需要打印输出信息的应用程序在同时运行，打印机上三个程序的输出结果会交错夹杂、混乱不堪。</a:t>
            </a:r>
            <a:endParaRPr lang="zh-CN" altLang="en-US" b="0" dirty="0">
              <a:solidFill>
                <a:schemeClr val="tx1"/>
              </a:solidFill>
              <a:latin typeface="方正书宋_GBK" panose="02000000000000000000" charset="-122"/>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3489" name="内容占位符 52226"/>
          <p:cNvPicPr>
            <a:picLocks noGrp="1" noChangeAspect="1"/>
          </p:cNvPicPr>
          <p:nvPr>
            <p:ph idx="2147483647"/>
          </p:nvPr>
        </p:nvPicPr>
        <p:blipFill>
          <a:blip r:embed="rId1"/>
          <a:stretch>
            <a:fillRect/>
          </a:stretch>
        </p:blipFill>
        <p:spPr>
          <a:xfrm>
            <a:off x="0" y="0"/>
            <a:ext cx="838200" cy="517525"/>
          </a:xfrm>
        </p:spPr>
      </p:pic>
      <p:sp>
        <p:nvSpPr>
          <p:cNvPr id="63491" name="矩形 52227"/>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操作系统的定义和特性</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 name="矩形 63491"/>
          <p:cNvSpPr/>
          <p:nvPr/>
        </p:nvSpPr>
        <p:spPr>
          <a:xfrm>
            <a:off x="795338" y="1092200"/>
            <a:ext cx="7391400" cy="4478338"/>
          </a:xfrm>
          <a:prstGeom prst="rect">
            <a:avLst/>
          </a:prstGeom>
          <a:noFill/>
          <a:ln w="9525">
            <a:noFill/>
            <a:miter/>
          </a:ln>
        </p:spPr>
        <p:txBody>
          <a:bodyPr anchor="t">
            <a:spAutoFit/>
          </a:bodyPr>
          <a:p>
            <a:pPr lvl="0">
              <a:buChar char="•"/>
            </a:pPr>
            <a:r>
              <a:rPr lang="zh-CN" altLang="en-US" b="0" dirty="0">
                <a:solidFill>
                  <a:schemeClr val="tx1"/>
                </a:solidFill>
                <a:latin typeface="DejaVu Sans" panose="020B0603030804020204" charset="0"/>
                <a:ea typeface="方正书宋_GBK" panose="02000000000000000000" charset="-122"/>
              </a:rPr>
              <a:t>例</a:t>
            </a:r>
            <a:r>
              <a:rPr lang="en-US" altLang="x-none" b="0" dirty="0">
                <a:solidFill>
                  <a:schemeClr val="tx1"/>
                </a:solidFill>
                <a:latin typeface="DejaVu Sans" panose="020B0603030804020204" charset="0"/>
                <a:ea typeface="方正书宋_GBK" panose="02000000000000000000" charset="-122"/>
              </a:rPr>
              <a:t>3</a:t>
            </a:r>
            <a:r>
              <a:rPr lang="zh-CN" altLang="en-US" b="0" dirty="0">
                <a:solidFill>
                  <a:schemeClr val="tx1"/>
                </a:solidFill>
                <a:latin typeface="DejaVu Sans" panose="020B0603030804020204" charset="0"/>
                <a:ea typeface="方正书宋_GBK" panose="02000000000000000000" charset="-122"/>
              </a:rPr>
              <a:t>，在裸机上加上虚拟存储管理软件，用户就可有硕大的编程空间，不必涉及物理存储空间的容量、地址转换、程序重定位等物理细节。</a:t>
            </a:r>
            <a:endParaRPr lang="zh-CN" altLang="en-US" b="0" dirty="0">
              <a:solidFill>
                <a:schemeClr val="tx1"/>
              </a:solidFill>
              <a:latin typeface="DejaVu Sans" panose="020B0603030804020204" charset="0"/>
              <a:ea typeface="方正书宋_GBK" panose="02000000000000000000" charset="-122"/>
            </a:endParaRPr>
          </a:p>
          <a:p>
            <a:pPr lvl="0">
              <a:buChar char="•"/>
            </a:pPr>
            <a:endParaRPr lang="zh-CN" altLang="en-US" b="0" dirty="0">
              <a:solidFill>
                <a:schemeClr val="tx1"/>
              </a:solidFill>
              <a:latin typeface="DejaVu Sans" panose="020B0603030804020204" charset="0"/>
              <a:ea typeface="方正书宋_GBK" panose="02000000000000000000" charset="-122"/>
            </a:endParaRPr>
          </a:p>
          <a:p>
            <a:pPr lvl="0">
              <a:buChar char="•"/>
            </a:pPr>
            <a:r>
              <a:rPr lang="zh-CN" altLang="en-US" sz="2800" b="0" dirty="0">
                <a:solidFill>
                  <a:schemeClr val="tx1"/>
                </a:solidFill>
                <a:latin typeface="DejaVu Sans" panose="020B0603030804020204" charset="0"/>
                <a:ea typeface="方正书宋_GBK" panose="02000000000000000000" charset="-122"/>
              </a:rPr>
              <a:t>例</a:t>
            </a:r>
            <a:r>
              <a:rPr lang="en-US" altLang="x-none" sz="2800" b="0" dirty="0">
                <a:solidFill>
                  <a:schemeClr val="tx1"/>
                </a:solidFill>
                <a:latin typeface="DejaVu Sans" panose="020B0603030804020204" charset="0"/>
                <a:ea typeface="方正书宋_GBK" panose="02000000000000000000" charset="-122"/>
              </a:rPr>
              <a:t>4</a:t>
            </a:r>
            <a:r>
              <a:rPr lang="zh-CN" altLang="en-US" sz="2800" b="0" dirty="0">
                <a:solidFill>
                  <a:schemeClr val="tx1"/>
                </a:solidFill>
                <a:latin typeface="DejaVu Sans" panose="020B0603030804020204" charset="0"/>
                <a:ea typeface="方正书宋_GBK" panose="02000000000000000000" charset="-122"/>
              </a:rPr>
              <a:t>，</a:t>
            </a:r>
            <a:r>
              <a:rPr lang="zh-CN" altLang="en-US" b="0" dirty="0">
                <a:solidFill>
                  <a:schemeClr val="tx1"/>
                </a:solidFill>
                <a:latin typeface="DejaVu Sans" panose="020B0603030804020204" charset="0"/>
                <a:ea typeface="方正书宋_GBK" panose="02000000000000000000" charset="-122"/>
              </a:rPr>
              <a:t>加上窗口管理软件，由该软件把一台物理屏幕改造成多窗口，每个应用可以在各自的窗口中操作，用户可以在窗口环境中方便地与计算机交互。</a:t>
            </a:r>
            <a:endParaRPr lang="zh-CN" altLang="en-US" b="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4513" name="内容占位符 52226"/>
          <p:cNvPicPr>
            <a:picLocks noGrp="1" noChangeAspect="1"/>
          </p:cNvPicPr>
          <p:nvPr>
            <p:ph idx="2147483647"/>
          </p:nvPr>
        </p:nvPicPr>
        <p:blipFill>
          <a:blip r:embed="rId1"/>
          <a:stretch>
            <a:fillRect/>
          </a:stretch>
        </p:blipFill>
        <p:spPr>
          <a:xfrm>
            <a:off x="0" y="0"/>
            <a:ext cx="838200" cy="517525"/>
          </a:xfrm>
        </p:spPr>
      </p:pic>
      <p:sp>
        <p:nvSpPr>
          <p:cNvPr id="64515" name="矩形 52227"/>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操作系统的定义和特性</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grpSp>
        <p:nvGrpSpPr>
          <p:cNvPr id="64516" name="组合 64515"/>
          <p:cNvGrpSpPr/>
          <p:nvPr/>
        </p:nvGrpSpPr>
        <p:grpSpPr>
          <a:xfrm>
            <a:off x="939800" y="981075"/>
            <a:ext cx="7091363" cy="4870450"/>
            <a:chOff x="-147" y="0"/>
            <a:chExt cx="4467" cy="3068"/>
          </a:xfrm>
        </p:grpSpPr>
        <p:sp>
          <p:nvSpPr>
            <p:cNvPr id="2" name="文本框 64516"/>
            <p:cNvSpPr txBox="1"/>
            <p:nvPr/>
          </p:nvSpPr>
          <p:spPr>
            <a:xfrm>
              <a:off x="2448" y="0"/>
              <a:ext cx="768" cy="524"/>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lgn="ctr">
                <a:spcBef>
                  <a:spcPct val="50000"/>
                </a:spcBef>
              </a:pPr>
              <a:r>
                <a:rPr lang="zh-CN" altLang="en-US" sz="2400" dirty="0">
                  <a:solidFill>
                    <a:schemeClr val="tx1"/>
                  </a:solidFill>
                  <a:latin typeface="DejaVu Sans" panose="020B0603030804020204" charset="0"/>
                  <a:ea typeface="方正书宋_GBK" panose="02000000000000000000" charset="-122"/>
                </a:rPr>
                <a:t>  中央</a:t>
              </a:r>
              <a:endParaRPr lang="zh-CN" altLang="en-US" sz="2400" dirty="0">
                <a:solidFill>
                  <a:schemeClr val="tx1"/>
                </a:solidFill>
                <a:latin typeface="DejaVu Sans" panose="020B0603030804020204" charset="0"/>
                <a:ea typeface="方正书宋_GBK" panose="02000000000000000000" charset="-122"/>
              </a:endParaRPr>
            </a:p>
            <a:p>
              <a:pPr lvl="0" algn="ctr">
                <a:lnSpc>
                  <a:spcPct val="50000"/>
                </a:lnSpc>
                <a:spcBef>
                  <a:spcPct val="50000"/>
                </a:spcBef>
              </a:pPr>
              <a:r>
                <a:rPr lang="zh-CN" altLang="en-US" sz="2400" dirty="0">
                  <a:solidFill>
                    <a:schemeClr val="tx1"/>
                  </a:solidFill>
                  <a:latin typeface="DejaVu Sans" panose="020B0603030804020204" charset="0"/>
                  <a:ea typeface="方正书宋_GBK" panose="02000000000000000000" charset="-122"/>
                </a:rPr>
                <a:t>处理机</a:t>
              </a:r>
              <a:endParaRPr lang="zh-CN" altLang="en-US" sz="2400" dirty="0">
                <a:solidFill>
                  <a:schemeClr val="tx1"/>
                </a:solidFill>
                <a:latin typeface="DejaVu Sans" panose="020B0603030804020204" charset="0"/>
                <a:ea typeface="方正书宋_GBK" panose="02000000000000000000" charset="-122"/>
              </a:endParaRPr>
            </a:p>
          </p:txBody>
        </p:sp>
        <p:sp>
          <p:nvSpPr>
            <p:cNvPr id="64517" name="文本框 64517"/>
            <p:cNvSpPr txBox="1"/>
            <p:nvPr/>
          </p:nvSpPr>
          <p:spPr>
            <a:xfrm>
              <a:off x="3504" y="67"/>
              <a:ext cx="816" cy="409"/>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lgn="ctr">
                <a:lnSpc>
                  <a:spcPct val="150000"/>
                </a:lnSpc>
                <a:spcBef>
                  <a:spcPct val="30000"/>
                </a:spcBef>
                <a:spcAft>
                  <a:spcPct val="30000"/>
                </a:spcAft>
              </a:pPr>
              <a:r>
                <a:rPr lang="zh-CN" altLang="en-US" sz="2400" dirty="0">
                  <a:solidFill>
                    <a:schemeClr val="tx1"/>
                  </a:solidFill>
                  <a:latin typeface="DejaVu Sans" panose="020B0603030804020204" charset="0"/>
                  <a:ea typeface="方正书宋_GBK" panose="02000000000000000000" charset="-122"/>
                </a:rPr>
                <a:t> 存储器</a:t>
              </a:r>
              <a:endParaRPr lang="zh-CN" altLang="en-US" sz="2400" dirty="0">
                <a:solidFill>
                  <a:schemeClr val="tx1"/>
                </a:solidFill>
                <a:latin typeface="DejaVu Sans" panose="020B0603030804020204" charset="0"/>
                <a:ea typeface="方正书宋_GBK" panose="02000000000000000000" charset="-122"/>
              </a:endParaRPr>
            </a:p>
          </p:txBody>
        </p:sp>
        <p:sp>
          <p:nvSpPr>
            <p:cNvPr id="64518" name="文本框 64518"/>
            <p:cNvSpPr txBox="1"/>
            <p:nvPr/>
          </p:nvSpPr>
          <p:spPr>
            <a:xfrm>
              <a:off x="3504" y="595"/>
              <a:ext cx="816" cy="409"/>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lgn="ctr">
                <a:lnSpc>
                  <a:spcPct val="150000"/>
                </a:lnSpc>
                <a:spcBef>
                  <a:spcPct val="30000"/>
                </a:spcBef>
                <a:spcAft>
                  <a:spcPct val="30000"/>
                </a:spcAft>
              </a:pPr>
              <a:r>
                <a:rPr lang="zh-CN" altLang="en-US" sz="2400" dirty="0">
                  <a:solidFill>
                    <a:schemeClr val="tx1"/>
                  </a:solidFill>
                  <a:latin typeface="DejaVu Sans" panose="020B0603030804020204" charset="0"/>
                  <a:ea typeface="方正书宋_GBK" panose="02000000000000000000" charset="-122"/>
                </a:rPr>
                <a:t> 绘图仪</a:t>
              </a:r>
              <a:endParaRPr lang="zh-CN" altLang="en-US" sz="2400" dirty="0">
                <a:solidFill>
                  <a:schemeClr val="tx1"/>
                </a:solidFill>
                <a:latin typeface="DejaVu Sans" panose="020B0603030804020204" charset="0"/>
                <a:ea typeface="方正书宋_GBK" panose="02000000000000000000" charset="-122"/>
              </a:endParaRPr>
            </a:p>
          </p:txBody>
        </p:sp>
        <p:sp>
          <p:nvSpPr>
            <p:cNvPr id="64519" name="文本框 64519"/>
            <p:cNvSpPr txBox="1"/>
            <p:nvPr/>
          </p:nvSpPr>
          <p:spPr>
            <a:xfrm>
              <a:off x="2424" y="643"/>
              <a:ext cx="816" cy="409"/>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lgn="ctr">
                <a:lnSpc>
                  <a:spcPct val="150000"/>
                </a:lnSpc>
                <a:spcBef>
                  <a:spcPct val="30000"/>
                </a:spcBef>
                <a:spcAft>
                  <a:spcPct val="30000"/>
                </a:spcAft>
              </a:pPr>
              <a:r>
                <a:rPr lang="zh-CN" altLang="en-US" sz="2400" dirty="0">
                  <a:solidFill>
                    <a:schemeClr val="tx1"/>
                  </a:solidFill>
                  <a:latin typeface="DejaVu Sans" panose="020B0603030804020204" charset="0"/>
                  <a:ea typeface="方正书宋_GBK" panose="02000000000000000000" charset="-122"/>
                </a:rPr>
                <a:t> 打印机</a:t>
              </a:r>
              <a:endParaRPr lang="zh-CN" altLang="en-US" sz="2400" dirty="0">
                <a:solidFill>
                  <a:schemeClr val="tx1"/>
                </a:solidFill>
                <a:latin typeface="DejaVu Sans" panose="020B0603030804020204" charset="0"/>
                <a:ea typeface="方正书宋_GBK" panose="02000000000000000000" charset="-122"/>
              </a:endParaRPr>
            </a:p>
          </p:txBody>
        </p:sp>
        <p:sp>
          <p:nvSpPr>
            <p:cNvPr id="64520" name="文本框 64520"/>
            <p:cNvSpPr txBox="1"/>
            <p:nvPr/>
          </p:nvSpPr>
          <p:spPr>
            <a:xfrm>
              <a:off x="2424" y="1148"/>
              <a:ext cx="816" cy="409"/>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lgn="ctr">
                <a:lnSpc>
                  <a:spcPct val="150000"/>
                </a:lnSpc>
                <a:spcBef>
                  <a:spcPct val="30000"/>
                </a:spcBef>
                <a:spcAft>
                  <a:spcPct val="30000"/>
                </a:spcAft>
              </a:pPr>
              <a:r>
                <a:rPr lang="zh-CN" altLang="en-US" sz="2400" dirty="0">
                  <a:solidFill>
                    <a:schemeClr val="tx1"/>
                  </a:solidFill>
                  <a:latin typeface="DejaVu Sans" panose="020B0603030804020204" charset="0"/>
                  <a:ea typeface="方正书宋_GBK" panose="02000000000000000000" charset="-122"/>
                </a:rPr>
                <a:t> 显示器</a:t>
              </a:r>
              <a:endParaRPr lang="zh-CN" altLang="en-US" sz="2400" dirty="0">
                <a:solidFill>
                  <a:schemeClr val="tx1"/>
                </a:solidFill>
                <a:latin typeface="DejaVu Sans" panose="020B0603030804020204" charset="0"/>
                <a:ea typeface="方正书宋_GBK" panose="02000000000000000000" charset="-122"/>
              </a:endParaRPr>
            </a:p>
          </p:txBody>
        </p:sp>
        <p:sp>
          <p:nvSpPr>
            <p:cNvPr id="64521" name="文本框 64521"/>
            <p:cNvSpPr txBox="1"/>
            <p:nvPr/>
          </p:nvSpPr>
          <p:spPr>
            <a:xfrm>
              <a:off x="3504" y="1171"/>
              <a:ext cx="816" cy="409"/>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lgn="ctr">
                <a:lnSpc>
                  <a:spcPct val="150000"/>
                </a:lnSpc>
                <a:spcBef>
                  <a:spcPct val="30000"/>
                </a:spcBef>
                <a:spcAft>
                  <a:spcPct val="30000"/>
                </a:spcAft>
              </a:pPr>
              <a:r>
                <a:rPr lang="zh-CN" altLang="en-US" sz="2400" dirty="0">
                  <a:solidFill>
                    <a:schemeClr val="tx1"/>
                  </a:solidFill>
                  <a:latin typeface="DejaVu Sans" panose="020B0603030804020204" charset="0"/>
                  <a:ea typeface="方正书宋_GBK" panose="02000000000000000000" charset="-122"/>
                </a:rPr>
                <a:t> 键   盘</a:t>
              </a:r>
              <a:endParaRPr lang="zh-CN" altLang="en-US" sz="2400" dirty="0">
                <a:solidFill>
                  <a:schemeClr val="tx1"/>
                </a:solidFill>
                <a:latin typeface="DejaVu Sans" panose="020B0603030804020204" charset="0"/>
                <a:ea typeface="方正书宋_GBK" panose="02000000000000000000" charset="-122"/>
              </a:endParaRPr>
            </a:p>
          </p:txBody>
        </p:sp>
        <p:sp>
          <p:nvSpPr>
            <p:cNvPr id="64522" name="文本框 64522"/>
            <p:cNvSpPr txBox="1"/>
            <p:nvPr/>
          </p:nvSpPr>
          <p:spPr>
            <a:xfrm>
              <a:off x="3504" y="1699"/>
              <a:ext cx="816" cy="409"/>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lgn="ctr">
                <a:lnSpc>
                  <a:spcPct val="150000"/>
                </a:lnSpc>
                <a:spcBef>
                  <a:spcPct val="30000"/>
                </a:spcBef>
                <a:spcAft>
                  <a:spcPct val="30000"/>
                </a:spcAft>
              </a:pPr>
              <a:r>
                <a:rPr lang="zh-CN" altLang="en-US" sz="2400" dirty="0">
                  <a:solidFill>
                    <a:schemeClr val="tx1"/>
                  </a:solidFill>
                  <a:latin typeface="DejaVu Sans" panose="020B0603030804020204" charset="0"/>
                  <a:ea typeface="方正书宋_GBK" panose="02000000000000000000" charset="-122"/>
                </a:rPr>
                <a:t> 网  卡</a:t>
              </a:r>
              <a:endParaRPr lang="zh-CN" altLang="en-US" sz="2400" dirty="0">
                <a:solidFill>
                  <a:schemeClr val="tx1"/>
                </a:solidFill>
                <a:latin typeface="DejaVu Sans" panose="020B0603030804020204" charset="0"/>
                <a:ea typeface="方正书宋_GBK" panose="02000000000000000000" charset="-122"/>
              </a:endParaRPr>
            </a:p>
          </p:txBody>
        </p:sp>
        <p:sp>
          <p:nvSpPr>
            <p:cNvPr id="64523" name="文本框 64523"/>
            <p:cNvSpPr txBox="1"/>
            <p:nvPr/>
          </p:nvSpPr>
          <p:spPr>
            <a:xfrm>
              <a:off x="2424" y="1651"/>
              <a:ext cx="816" cy="403"/>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lgn="ctr">
                <a:lnSpc>
                  <a:spcPct val="150000"/>
                </a:lnSpc>
                <a:spcBef>
                  <a:spcPct val="30000"/>
                </a:spcBef>
                <a:spcAft>
                  <a:spcPct val="30000"/>
                </a:spcAft>
              </a:pPr>
              <a:r>
                <a:rPr lang="zh-CN" altLang="en-US" sz="2400" dirty="0">
                  <a:solidFill>
                    <a:schemeClr val="tx1"/>
                  </a:solidFill>
                  <a:latin typeface="DejaVu Sans" panose="020B0603030804020204" charset="0"/>
                  <a:ea typeface="方正书宋_GBK" panose="02000000000000000000" charset="-122"/>
                </a:rPr>
                <a:t>鼠标</a:t>
              </a:r>
              <a:endParaRPr lang="zh-CN" altLang="en-US" sz="2400" dirty="0">
                <a:solidFill>
                  <a:schemeClr val="tx1"/>
                </a:solidFill>
                <a:latin typeface="DejaVu Sans" panose="020B0603030804020204" charset="0"/>
                <a:ea typeface="方正书宋_GBK" panose="02000000000000000000" charset="-122"/>
              </a:endParaRPr>
            </a:p>
          </p:txBody>
        </p:sp>
        <p:sp>
          <p:nvSpPr>
            <p:cNvPr id="64524" name="文本框 64524"/>
            <p:cNvSpPr txBox="1"/>
            <p:nvPr/>
          </p:nvSpPr>
          <p:spPr>
            <a:xfrm>
              <a:off x="3504" y="2227"/>
              <a:ext cx="816" cy="409"/>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lgn="ctr">
                <a:lnSpc>
                  <a:spcPct val="150000"/>
                </a:lnSpc>
                <a:spcBef>
                  <a:spcPct val="30000"/>
                </a:spcBef>
                <a:spcAft>
                  <a:spcPct val="30000"/>
                </a:spcAft>
              </a:pPr>
              <a:r>
                <a:rPr lang="zh-CN" altLang="en-US" sz="2400" dirty="0">
                  <a:solidFill>
                    <a:schemeClr val="tx1"/>
                  </a:solidFill>
                  <a:latin typeface="DejaVu Sans" panose="020B0603030804020204" charset="0"/>
                  <a:ea typeface="方正书宋_GBK" panose="02000000000000000000" charset="-122"/>
                </a:rPr>
                <a:t> 文   件</a:t>
              </a:r>
              <a:endParaRPr lang="zh-CN" altLang="en-US" sz="2400" dirty="0">
                <a:solidFill>
                  <a:schemeClr val="tx1"/>
                </a:solidFill>
                <a:latin typeface="DejaVu Sans" panose="020B0603030804020204" charset="0"/>
                <a:ea typeface="方正书宋_GBK" panose="02000000000000000000" charset="-122"/>
              </a:endParaRPr>
            </a:p>
          </p:txBody>
        </p:sp>
        <p:sp>
          <p:nvSpPr>
            <p:cNvPr id="64525" name="文本框 64525"/>
            <p:cNvSpPr txBox="1"/>
            <p:nvPr/>
          </p:nvSpPr>
          <p:spPr>
            <a:xfrm>
              <a:off x="2448" y="2156"/>
              <a:ext cx="768" cy="524"/>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lvl="0" algn="ctr">
                <a:spcBef>
                  <a:spcPct val="50000"/>
                </a:spcBef>
              </a:pPr>
              <a:r>
                <a:rPr lang="zh-CN" altLang="en-US" sz="2400" dirty="0">
                  <a:solidFill>
                    <a:schemeClr val="tx1"/>
                  </a:solidFill>
                  <a:latin typeface="DejaVu Sans" panose="020B0603030804020204" charset="0"/>
                  <a:ea typeface="方正书宋_GBK" panose="02000000000000000000" charset="-122"/>
                </a:rPr>
                <a:t>  应  用</a:t>
              </a:r>
              <a:endParaRPr lang="zh-CN" altLang="en-US" sz="2400" dirty="0">
                <a:solidFill>
                  <a:schemeClr val="tx1"/>
                </a:solidFill>
                <a:latin typeface="DejaVu Sans" panose="020B0603030804020204" charset="0"/>
                <a:ea typeface="方正书宋_GBK" panose="02000000000000000000" charset="-122"/>
              </a:endParaRPr>
            </a:p>
            <a:p>
              <a:pPr lvl="0" algn="ctr">
                <a:lnSpc>
                  <a:spcPct val="50000"/>
                </a:lnSpc>
                <a:spcBef>
                  <a:spcPct val="50000"/>
                </a:spcBef>
              </a:pPr>
              <a:r>
                <a:rPr lang="zh-CN" altLang="en-US" sz="2400" dirty="0">
                  <a:solidFill>
                    <a:schemeClr val="tx1"/>
                  </a:solidFill>
                  <a:latin typeface="DejaVu Sans" panose="020B0603030804020204" charset="0"/>
                  <a:ea typeface="方正书宋_GBK" panose="02000000000000000000" charset="-122"/>
                </a:rPr>
                <a:t>  程  序</a:t>
              </a:r>
              <a:endParaRPr lang="zh-CN" altLang="en-US" sz="2400" dirty="0">
                <a:solidFill>
                  <a:schemeClr val="tx1"/>
                </a:solidFill>
                <a:latin typeface="DejaVu Sans" panose="020B0603030804020204" charset="0"/>
                <a:ea typeface="方正书宋_GBK" panose="02000000000000000000" charset="-122"/>
              </a:endParaRPr>
            </a:p>
          </p:txBody>
        </p:sp>
        <p:sp>
          <p:nvSpPr>
            <p:cNvPr id="64526" name="直接连接符 64526"/>
            <p:cNvSpPr/>
            <p:nvPr/>
          </p:nvSpPr>
          <p:spPr>
            <a:xfrm>
              <a:off x="2112" y="31"/>
              <a:ext cx="0" cy="2749"/>
            </a:xfrm>
            <a:prstGeom prst="line">
              <a:avLst/>
            </a:prstGeom>
            <a:ln w="57150" cap="flat" cmpd="sng">
              <a:solidFill>
                <a:schemeClr val="tx1"/>
              </a:solidFill>
              <a:prstDash val="solid"/>
              <a:round/>
              <a:headEnd type="none" w="med" len="med"/>
              <a:tailEnd type="none" w="med" len="med"/>
            </a:ln>
          </p:spPr>
          <p:txBody>
            <a:bodyPr anchor="t"/>
            <a:p>
              <a:pPr lvl="0"/>
              <a:endParaRPr lang="zh-CN" altLang="en-US">
                <a:latin typeface="DejaVu Sans" panose="020B0603030804020204" charset="0"/>
                <a:ea typeface="方正书宋_GBK" panose="02000000000000000000" charset="-122"/>
              </a:endParaRPr>
            </a:p>
          </p:txBody>
        </p:sp>
        <p:sp>
          <p:nvSpPr>
            <p:cNvPr id="64527" name="文本框 64527"/>
            <p:cNvSpPr txBox="1"/>
            <p:nvPr/>
          </p:nvSpPr>
          <p:spPr>
            <a:xfrm>
              <a:off x="1632" y="2780"/>
              <a:ext cx="960" cy="288"/>
            </a:xfrm>
            <a:prstGeom prst="rect">
              <a:avLst/>
            </a:prstGeom>
            <a:noFill/>
            <a:ln w="9525">
              <a:noFill/>
              <a:miter/>
            </a:ln>
          </p:spPr>
          <p:txBody>
            <a:bodyPr anchor="t">
              <a:spAutoFit/>
            </a:bodyPr>
            <a:p>
              <a:pPr lvl="0" algn="ctr"/>
              <a:r>
                <a:rPr lang="zh-CN" altLang="en-US" sz="2400" dirty="0">
                  <a:solidFill>
                    <a:schemeClr val="tx1"/>
                  </a:solidFill>
                  <a:latin typeface="DejaVu Sans" panose="020B0603030804020204" charset="0"/>
                  <a:ea typeface="方正书宋_GBK" panose="02000000000000000000" charset="-122"/>
                </a:rPr>
                <a:t>操作系统</a:t>
              </a:r>
              <a:endParaRPr lang="zh-CN" altLang="en-US" sz="2400" dirty="0">
                <a:solidFill>
                  <a:schemeClr val="tx1"/>
                </a:solidFill>
                <a:latin typeface="DejaVu Sans" panose="020B0603030804020204" charset="0"/>
                <a:ea typeface="方正书宋_GBK" panose="02000000000000000000" charset="-122"/>
              </a:endParaRPr>
            </a:p>
          </p:txBody>
        </p:sp>
        <p:sp>
          <p:nvSpPr>
            <p:cNvPr id="64528" name="文本框 64528"/>
            <p:cNvSpPr txBox="1"/>
            <p:nvPr/>
          </p:nvSpPr>
          <p:spPr>
            <a:xfrm>
              <a:off x="-78" y="1628"/>
              <a:ext cx="1182" cy="290"/>
            </a:xfrm>
            <a:prstGeom prst="rect">
              <a:avLst/>
            </a:prstGeom>
            <a:noFill/>
            <a:ln w="9525">
              <a:noFill/>
              <a:miter/>
            </a:ln>
          </p:spPr>
          <p:txBody>
            <a:bodyPr wrap="square" anchor="t">
              <a:spAutoFit/>
            </a:bodyPr>
            <a:p>
              <a:pPr lvl="0" algn="ctr"/>
              <a:r>
                <a:rPr lang="zh-CN" altLang="en-US" sz="2400" dirty="0">
                  <a:solidFill>
                    <a:schemeClr val="tx1"/>
                  </a:solidFill>
                  <a:latin typeface="DejaVu Sans" panose="020B0603030804020204" charset="0"/>
                  <a:ea typeface="方正书宋_GBK" panose="02000000000000000000" charset="-122"/>
                </a:rPr>
                <a:t> 应用程序 </a:t>
              </a:r>
              <a:r>
                <a:rPr lang="en-US" altLang="x-none" sz="2400" dirty="0">
                  <a:solidFill>
                    <a:schemeClr val="tx1"/>
                  </a:solidFill>
                  <a:latin typeface="DejaVu Sans" panose="020B0603030804020204" charset="0"/>
                  <a:ea typeface="方正书宋_GBK" panose="02000000000000000000" charset="-122"/>
                </a:rPr>
                <a:t>1</a:t>
              </a:r>
              <a:endParaRPr lang="en-US" altLang="x-none" sz="2400" dirty="0">
                <a:solidFill>
                  <a:schemeClr val="tx1"/>
                </a:solidFill>
                <a:latin typeface="DejaVu Sans" panose="020B0603030804020204" charset="0"/>
                <a:ea typeface="方正书宋_GBK" panose="02000000000000000000" charset="-122"/>
              </a:endParaRPr>
            </a:p>
          </p:txBody>
        </p:sp>
        <p:sp>
          <p:nvSpPr>
            <p:cNvPr id="64529" name="文本框 64529"/>
            <p:cNvSpPr txBox="1"/>
            <p:nvPr/>
          </p:nvSpPr>
          <p:spPr>
            <a:xfrm>
              <a:off x="-147" y="2444"/>
              <a:ext cx="1252" cy="290"/>
            </a:xfrm>
            <a:prstGeom prst="rect">
              <a:avLst/>
            </a:prstGeom>
            <a:noFill/>
            <a:ln w="9525">
              <a:noFill/>
              <a:miter/>
            </a:ln>
          </p:spPr>
          <p:txBody>
            <a:bodyPr wrap="square" anchor="t">
              <a:spAutoFit/>
            </a:bodyPr>
            <a:p>
              <a:pPr lvl="0" algn="ctr"/>
              <a:r>
                <a:rPr lang="zh-CN" altLang="en-US" sz="2400" dirty="0">
                  <a:solidFill>
                    <a:schemeClr val="tx1"/>
                  </a:solidFill>
                  <a:latin typeface="DejaVu Sans" panose="020B0603030804020204" charset="0"/>
                  <a:ea typeface="方正书宋_GBK" panose="02000000000000000000" charset="-122"/>
                </a:rPr>
                <a:t> 应用程序 </a:t>
              </a:r>
              <a:r>
                <a:rPr lang="en-US" altLang="x-none" sz="2400" dirty="0">
                  <a:solidFill>
                    <a:schemeClr val="tx1"/>
                  </a:solidFill>
                  <a:latin typeface="DejaVu Sans" panose="020B0603030804020204" charset="0"/>
                  <a:ea typeface="方正书宋_GBK" panose="02000000000000000000" charset="-122"/>
                </a:rPr>
                <a:t>n</a:t>
              </a:r>
              <a:endParaRPr lang="en-US" altLang="x-none" sz="2400" dirty="0">
                <a:solidFill>
                  <a:schemeClr val="tx1"/>
                </a:solidFill>
                <a:latin typeface="DejaVu Sans" panose="020B0603030804020204" charset="0"/>
                <a:ea typeface="方正书宋_GBK" panose="02000000000000000000" charset="-122"/>
              </a:endParaRPr>
            </a:p>
          </p:txBody>
        </p:sp>
        <p:sp>
          <p:nvSpPr>
            <p:cNvPr id="64530" name="文本框 64530"/>
            <p:cNvSpPr txBox="1"/>
            <p:nvPr/>
          </p:nvSpPr>
          <p:spPr>
            <a:xfrm>
              <a:off x="79" y="236"/>
              <a:ext cx="929" cy="290"/>
            </a:xfrm>
            <a:prstGeom prst="rect">
              <a:avLst/>
            </a:prstGeom>
            <a:noFill/>
            <a:ln w="9525">
              <a:noFill/>
              <a:miter/>
            </a:ln>
          </p:spPr>
          <p:txBody>
            <a:bodyPr wrap="square" anchor="t">
              <a:spAutoFit/>
            </a:bodyPr>
            <a:p>
              <a:pPr lvl="0" algn="ctr"/>
              <a:r>
                <a:rPr lang="zh-CN" altLang="en-US" sz="2400" dirty="0">
                  <a:solidFill>
                    <a:schemeClr val="tx1"/>
                  </a:solidFill>
                  <a:latin typeface="DejaVu Sans" panose="020B0603030804020204" charset="0"/>
                  <a:ea typeface="方正书宋_GBK" panose="02000000000000000000" charset="-122"/>
                </a:rPr>
                <a:t> 用 户 </a:t>
              </a:r>
              <a:r>
                <a:rPr lang="en-US" altLang="x-none" sz="2400" dirty="0">
                  <a:solidFill>
                    <a:schemeClr val="tx1"/>
                  </a:solidFill>
                  <a:latin typeface="DejaVu Sans" panose="020B0603030804020204" charset="0"/>
                  <a:ea typeface="方正书宋_GBK" panose="02000000000000000000" charset="-122"/>
                </a:rPr>
                <a:t>1</a:t>
              </a:r>
              <a:endParaRPr lang="en-US" altLang="x-none" sz="2400" dirty="0">
                <a:solidFill>
                  <a:schemeClr val="tx1"/>
                </a:solidFill>
                <a:latin typeface="DejaVu Sans" panose="020B0603030804020204" charset="0"/>
                <a:ea typeface="方正书宋_GBK" panose="02000000000000000000" charset="-122"/>
              </a:endParaRPr>
            </a:p>
          </p:txBody>
        </p:sp>
        <p:sp>
          <p:nvSpPr>
            <p:cNvPr id="64531" name="文本框 64531"/>
            <p:cNvSpPr txBox="1"/>
            <p:nvPr/>
          </p:nvSpPr>
          <p:spPr>
            <a:xfrm>
              <a:off x="88" y="1052"/>
              <a:ext cx="920" cy="290"/>
            </a:xfrm>
            <a:prstGeom prst="rect">
              <a:avLst/>
            </a:prstGeom>
            <a:noFill/>
            <a:ln w="9525">
              <a:noFill/>
              <a:miter/>
            </a:ln>
          </p:spPr>
          <p:txBody>
            <a:bodyPr wrap="square" anchor="t">
              <a:spAutoFit/>
            </a:bodyPr>
            <a:p>
              <a:pPr lvl="0" algn="ctr"/>
              <a:r>
                <a:rPr lang="zh-CN" altLang="en-US" sz="2400" dirty="0">
                  <a:solidFill>
                    <a:schemeClr val="tx1"/>
                  </a:solidFill>
                  <a:latin typeface="DejaVu Sans" panose="020B0603030804020204" charset="0"/>
                  <a:ea typeface="方正书宋_GBK" panose="02000000000000000000" charset="-122"/>
                </a:rPr>
                <a:t> 用 户 </a:t>
              </a:r>
              <a:r>
                <a:rPr lang="en-US" altLang="x-none" sz="2400" dirty="0">
                  <a:solidFill>
                    <a:schemeClr val="tx1"/>
                  </a:solidFill>
                  <a:latin typeface="DejaVu Sans" panose="020B0603030804020204" charset="0"/>
                  <a:ea typeface="方正书宋_GBK" panose="02000000000000000000" charset="-122"/>
                </a:rPr>
                <a:t>n</a:t>
              </a:r>
              <a:endParaRPr lang="en-US" altLang="x-none" sz="2400" dirty="0">
                <a:solidFill>
                  <a:schemeClr val="tx1"/>
                </a:solidFill>
                <a:latin typeface="DejaVu Sans" panose="020B0603030804020204" charset="0"/>
                <a:ea typeface="方正书宋_GBK" panose="02000000000000000000" charset="-122"/>
              </a:endParaRPr>
            </a:p>
          </p:txBody>
        </p:sp>
        <p:sp>
          <p:nvSpPr>
            <p:cNvPr id="64532" name="文本框 64532"/>
            <p:cNvSpPr txBox="1"/>
            <p:nvPr/>
          </p:nvSpPr>
          <p:spPr>
            <a:xfrm>
              <a:off x="384" y="476"/>
              <a:ext cx="480" cy="484"/>
            </a:xfrm>
            <a:prstGeom prst="rect">
              <a:avLst/>
            </a:prstGeom>
            <a:noFill/>
            <a:ln w="9525">
              <a:noFill/>
              <a:miter/>
            </a:ln>
          </p:spPr>
          <p:txBody>
            <a:bodyPr anchor="t">
              <a:spAutoFit/>
            </a:bodyPr>
            <a:p>
              <a:pPr lvl="0" algn="ctr"/>
              <a:r>
                <a:rPr lang="zh-CN" altLang="en-US" sz="2400" dirty="0">
                  <a:solidFill>
                    <a:schemeClr val="tx1"/>
                  </a:solidFill>
                  <a:latin typeface="DejaVu Sans" panose="020B0603030804020204" charset="0"/>
                  <a:ea typeface="方正书宋_GBK" panose="02000000000000000000" charset="-122"/>
                </a:rPr>
                <a:t> </a:t>
              </a:r>
              <a:r>
                <a:rPr lang="en-US" altLang="zh-CN" sz="2400" dirty="0">
                  <a:solidFill>
                    <a:schemeClr val="tx1"/>
                  </a:solidFill>
                  <a:latin typeface="DejaVu Sans" panose="020B0603030804020204" charset="0"/>
                  <a:ea typeface="方正书宋_GBK" panose="02000000000000000000" charset="-122"/>
                </a:rPr>
                <a:t>.</a:t>
              </a:r>
              <a:r>
                <a:rPr lang="zh-CN" altLang="en-US" sz="2000" dirty="0">
                  <a:solidFill>
                    <a:schemeClr val="tx1"/>
                  </a:solidFill>
                  <a:latin typeface="DejaVu Sans" panose="020B0603030804020204" charset="0"/>
                  <a:ea typeface="方正书宋_GBK" panose="02000000000000000000" charset="-122"/>
                </a:rPr>
                <a:t> </a:t>
              </a:r>
              <a:endParaRPr lang="zh-CN" altLang="en-US" sz="2000" dirty="0">
                <a:solidFill>
                  <a:schemeClr val="tx1"/>
                </a:solidFill>
                <a:latin typeface="DejaVu Sans" panose="020B0603030804020204" charset="0"/>
                <a:ea typeface="方正书宋_GBK" panose="02000000000000000000" charset="-122"/>
              </a:endParaRPr>
            </a:p>
            <a:p>
              <a:pPr lvl="0" algn="ctr"/>
              <a:r>
                <a:rPr lang="zh-CN" altLang="en-US" sz="2000" dirty="0">
                  <a:solidFill>
                    <a:schemeClr val="tx1"/>
                  </a:solidFill>
                  <a:latin typeface="DejaVu Sans" panose="020B0603030804020204" charset="0"/>
                  <a:ea typeface="方正书宋_GBK" panose="02000000000000000000" charset="-122"/>
                </a:rPr>
                <a:t> </a:t>
              </a:r>
              <a:r>
                <a:rPr lang="en-US" altLang="zh-CN" sz="2000" dirty="0">
                  <a:solidFill>
                    <a:schemeClr val="tx1"/>
                  </a:solidFill>
                  <a:latin typeface="DejaVu Sans" panose="020B0603030804020204" charset="0"/>
                  <a:ea typeface="方正书宋_GBK" panose="02000000000000000000" charset="-122"/>
                </a:rPr>
                <a:t>.</a:t>
              </a:r>
              <a:endParaRPr lang="en-US" altLang="zh-CN" sz="2000" dirty="0">
                <a:solidFill>
                  <a:schemeClr val="tx1"/>
                </a:solidFill>
                <a:latin typeface="DejaVu Sans" panose="020B0603030804020204" charset="0"/>
                <a:ea typeface="方正书宋_GBK" panose="02000000000000000000" charset="-122"/>
                <a:sym typeface="Symbol" panose="05050102010706020507" pitchFamily="2" charset="2"/>
              </a:endParaRPr>
            </a:p>
          </p:txBody>
        </p:sp>
        <p:sp>
          <p:nvSpPr>
            <p:cNvPr id="64533" name="直接连接符 64533"/>
            <p:cNvSpPr/>
            <p:nvPr/>
          </p:nvSpPr>
          <p:spPr>
            <a:xfrm>
              <a:off x="1152" y="476"/>
              <a:ext cx="816" cy="0"/>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DejaVu Sans" panose="020B0603030804020204" charset="0"/>
                <a:ea typeface="方正书宋_GBK" panose="02000000000000000000" charset="-122"/>
              </a:endParaRPr>
            </a:p>
          </p:txBody>
        </p:sp>
        <p:sp>
          <p:nvSpPr>
            <p:cNvPr id="64534" name="直接连接符 64534"/>
            <p:cNvSpPr/>
            <p:nvPr/>
          </p:nvSpPr>
          <p:spPr>
            <a:xfrm>
              <a:off x="1152" y="1196"/>
              <a:ext cx="816" cy="0"/>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DejaVu Sans" panose="020B0603030804020204" charset="0"/>
                <a:ea typeface="方正书宋_GBK" panose="02000000000000000000" charset="-122"/>
              </a:endParaRPr>
            </a:p>
          </p:txBody>
        </p:sp>
        <p:sp>
          <p:nvSpPr>
            <p:cNvPr id="64535" name="文本框 64535"/>
            <p:cNvSpPr txBox="1"/>
            <p:nvPr/>
          </p:nvSpPr>
          <p:spPr>
            <a:xfrm>
              <a:off x="1056" y="188"/>
              <a:ext cx="960" cy="288"/>
            </a:xfrm>
            <a:prstGeom prst="rect">
              <a:avLst/>
            </a:prstGeom>
            <a:noFill/>
            <a:ln w="9525">
              <a:noFill/>
              <a:miter/>
            </a:ln>
          </p:spPr>
          <p:txBody>
            <a:bodyPr anchor="t">
              <a:spAutoFit/>
            </a:bodyPr>
            <a:p>
              <a:pPr lvl="0" algn="ctr"/>
              <a:r>
                <a:rPr lang="zh-CN" altLang="en-US" sz="2400" dirty="0">
                  <a:solidFill>
                    <a:schemeClr val="tx1"/>
                  </a:solidFill>
                  <a:latin typeface="DejaVu Sans" panose="020B0603030804020204" charset="0"/>
                  <a:ea typeface="方正书宋_GBK" panose="02000000000000000000" charset="-122"/>
                </a:rPr>
                <a:t> 操作命令 </a:t>
              </a:r>
              <a:endParaRPr lang="zh-CN" altLang="en-US" sz="2400" dirty="0">
                <a:solidFill>
                  <a:schemeClr val="tx1"/>
                </a:solidFill>
                <a:latin typeface="DejaVu Sans" panose="020B0603030804020204" charset="0"/>
                <a:ea typeface="方正书宋_GBK" panose="02000000000000000000" charset="-122"/>
              </a:endParaRPr>
            </a:p>
          </p:txBody>
        </p:sp>
        <p:sp>
          <p:nvSpPr>
            <p:cNvPr id="64536" name="文本框 64536"/>
            <p:cNvSpPr txBox="1"/>
            <p:nvPr/>
          </p:nvSpPr>
          <p:spPr>
            <a:xfrm>
              <a:off x="384" y="1820"/>
              <a:ext cx="480" cy="484"/>
            </a:xfrm>
            <a:prstGeom prst="rect">
              <a:avLst/>
            </a:prstGeom>
            <a:noFill/>
            <a:ln w="9525">
              <a:noFill/>
              <a:miter/>
            </a:ln>
          </p:spPr>
          <p:txBody>
            <a:bodyPr anchor="t">
              <a:spAutoFit/>
            </a:bodyPr>
            <a:p>
              <a:pPr lvl="0" algn="ctr"/>
              <a:r>
                <a:rPr lang="zh-CN" altLang="en-US" sz="2400" dirty="0">
                  <a:solidFill>
                    <a:schemeClr val="tx1"/>
                  </a:solidFill>
                  <a:latin typeface="DejaVu Sans" panose="020B0603030804020204" charset="0"/>
                  <a:ea typeface="方正书宋_GBK" panose="02000000000000000000" charset="-122"/>
                </a:rPr>
                <a:t> </a:t>
              </a:r>
              <a:r>
                <a:rPr lang="en-US" altLang="zh-CN" sz="2400" dirty="0">
                  <a:solidFill>
                    <a:schemeClr val="tx1"/>
                  </a:solidFill>
                  <a:latin typeface="DejaVu Sans" panose="020B0603030804020204" charset="0"/>
                  <a:ea typeface="方正书宋_GBK" panose="02000000000000000000" charset="-122"/>
                </a:rPr>
                <a:t>.</a:t>
              </a:r>
              <a:endParaRPr lang="zh-CN" altLang="en-US" sz="2000" dirty="0">
                <a:solidFill>
                  <a:schemeClr val="tx1"/>
                </a:solidFill>
                <a:latin typeface="DejaVu Sans" panose="020B0603030804020204" charset="0"/>
                <a:ea typeface="方正书宋_GBK" panose="02000000000000000000" charset="-122"/>
                <a:sym typeface="MT Extra" panose="05050102010205020202" pitchFamily="2" charset="2"/>
              </a:endParaRPr>
            </a:p>
            <a:p>
              <a:pPr lvl="0" algn="ctr"/>
              <a:r>
                <a:rPr lang="zh-CN" altLang="en-US" sz="2000" dirty="0">
                  <a:solidFill>
                    <a:schemeClr val="tx1"/>
                  </a:solidFill>
                  <a:latin typeface="DejaVu Sans" panose="020B0603030804020204" charset="0"/>
                  <a:ea typeface="方正书宋_GBK" panose="02000000000000000000" charset="-122"/>
                  <a:sym typeface="MT Extra" panose="05050102010205020202" pitchFamily="2" charset="2"/>
                </a:rPr>
                <a:t> </a:t>
              </a:r>
              <a:r>
                <a:rPr lang="en-US" altLang="zh-CN" sz="2000" dirty="0">
                  <a:solidFill>
                    <a:schemeClr val="tx1"/>
                  </a:solidFill>
                  <a:latin typeface="DejaVu Sans" panose="020B0603030804020204" charset="0"/>
                  <a:ea typeface="方正书宋_GBK" panose="02000000000000000000" charset="-122"/>
                  <a:sym typeface="MT Extra" panose="05050102010205020202" pitchFamily="2" charset="2"/>
                </a:rPr>
                <a:t>.</a:t>
              </a:r>
              <a:endParaRPr lang="en-US" altLang="zh-CN" sz="2000" dirty="0">
                <a:solidFill>
                  <a:schemeClr val="tx1"/>
                </a:solidFill>
                <a:latin typeface="DejaVu Sans" panose="020B0603030804020204" charset="0"/>
                <a:ea typeface="方正书宋_GBK" panose="02000000000000000000" charset="-122"/>
                <a:sym typeface="MT Extra" panose="05050102010205020202" pitchFamily="2" charset="2"/>
              </a:endParaRPr>
            </a:p>
          </p:txBody>
        </p:sp>
        <p:sp>
          <p:nvSpPr>
            <p:cNvPr id="64537" name="直接连接符 64537"/>
            <p:cNvSpPr/>
            <p:nvPr/>
          </p:nvSpPr>
          <p:spPr>
            <a:xfrm>
              <a:off x="1152" y="1868"/>
              <a:ext cx="816" cy="0"/>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DejaVu Sans" panose="020B0603030804020204" charset="0"/>
                <a:ea typeface="方正书宋_GBK" panose="02000000000000000000" charset="-122"/>
              </a:endParaRPr>
            </a:p>
          </p:txBody>
        </p:sp>
        <p:sp>
          <p:nvSpPr>
            <p:cNvPr id="64538" name="直接连接符 64538"/>
            <p:cNvSpPr/>
            <p:nvPr/>
          </p:nvSpPr>
          <p:spPr>
            <a:xfrm>
              <a:off x="1152" y="2588"/>
              <a:ext cx="816" cy="0"/>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DejaVu Sans" panose="020B0603030804020204" charset="0"/>
                <a:ea typeface="方正书宋_GBK" panose="02000000000000000000" charset="-122"/>
              </a:endParaRPr>
            </a:p>
          </p:txBody>
        </p:sp>
        <p:sp>
          <p:nvSpPr>
            <p:cNvPr id="64539" name="文本框 64539"/>
            <p:cNvSpPr txBox="1"/>
            <p:nvPr/>
          </p:nvSpPr>
          <p:spPr>
            <a:xfrm>
              <a:off x="1056" y="1532"/>
              <a:ext cx="1008" cy="288"/>
            </a:xfrm>
            <a:prstGeom prst="rect">
              <a:avLst/>
            </a:prstGeom>
            <a:noFill/>
            <a:ln w="9525">
              <a:noFill/>
              <a:miter/>
            </a:ln>
          </p:spPr>
          <p:txBody>
            <a:bodyPr anchor="t">
              <a:spAutoFit/>
            </a:bodyPr>
            <a:p>
              <a:pPr lvl="0" algn="ctr"/>
              <a:r>
                <a:rPr lang="zh-CN" altLang="en-US" sz="2400" dirty="0">
                  <a:solidFill>
                    <a:schemeClr val="tx1"/>
                  </a:solidFill>
                  <a:latin typeface="DejaVu Sans" panose="020B0603030804020204" charset="0"/>
                  <a:ea typeface="方正书宋_GBK" panose="02000000000000000000" charset="-122"/>
                </a:rPr>
                <a:t> 系统调用 </a:t>
              </a:r>
              <a:endParaRPr lang="zh-CN" altLang="en-US" sz="2400" dirty="0">
                <a:solidFill>
                  <a:schemeClr val="tx1"/>
                </a:solidFill>
                <a:latin typeface="DejaVu Sans" panose="020B0603030804020204" charset="0"/>
                <a:ea typeface="方正书宋_GBK" panose="02000000000000000000" charset="-122"/>
              </a:endParaRPr>
            </a:p>
          </p:txBody>
        </p:sp>
        <p:sp>
          <p:nvSpPr>
            <p:cNvPr id="64540" name="文本框 64540"/>
            <p:cNvSpPr txBox="1"/>
            <p:nvPr/>
          </p:nvSpPr>
          <p:spPr>
            <a:xfrm>
              <a:off x="1056" y="860"/>
              <a:ext cx="960" cy="288"/>
            </a:xfrm>
            <a:prstGeom prst="rect">
              <a:avLst/>
            </a:prstGeom>
            <a:noFill/>
            <a:ln w="9525">
              <a:noFill/>
              <a:miter/>
            </a:ln>
          </p:spPr>
          <p:txBody>
            <a:bodyPr anchor="t">
              <a:spAutoFit/>
            </a:bodyPr>
            <a:p>
              <a:pPr lvl="0" algn="ctr"/>
              <a:r>
                <a:rPr lang="zh-CN" altLang="en-US" sz="2400" dirty="0">
                  <a:solidFill>
                    <a:schemeClr val="tx1"/>
                  </a:solidFill>
                  <a:latin typeface="DejaVu Sans" panose="020B0603030804020204" charset="0"/>
                  <a:ea typeface="方正书宋_GBK" panose="02000000000000000000" charset="-122"/>
                </a:rPr>
                <a:t> 操作命令 </a:t>
              </a:r>
              <a:endParaRPr lang="zh-CN" altLang="en-US" sz="2400" dirty="0">
                <a:solidFill>
                  <a:schemeClr val="tx1"/>
                </a:solidFill>
                <a:latin typeface="DejaVu Sans" panose="020B0603030804020204" charset="0"/>
                <a:ea typeface="方正书宋_GBK" panose="02000000000000000000" charset="-122"/>
              </a:endParaRPr>
            </a:p>
          </p:txBody>
        </p:sp>
        <p:sp>
          <p:nvSpPr>
            <p:cNvPr id="64541" name="文本框 64541"/>
            <p:cNvSpPr txBox="1"/>
            <p:nvPr/>
          </p:nvSpPr>
          <p:spPr>
            <a:xfrm>
              <a:off x="1056" y="2252"/>
              <a:ext cx="1008" cy="288"/>
            </a:xfrm>
            <a:prstGeom prst="rect">
              <a:avLst/>
            </a:prstGeom>
            <a:noFill/>
            <a:ln w="9525">
              <a:noFill/>
              <a:miter/>
            </a:ln>
          </p:spPr>
          <p:txBody>
            <a:bodyPr anchor="t">
              <a:spAutoFit/>
            </a:bodyPr>
            <a:p>
              <a:pPr lvl="0" algn="ctr"/>
              <a:r>
                <a:rPr lang="zh-CN" altLang="en-US" sz="2400" dirty="0">
                  <a:solidFill>
                    <a:schemeClr val="tx1"/>
                  </a:solidFill>
                  <a:latin typeface="DejaVu Sans" panose="020B0603030804020204" charset="0"/>
                  <a:ea typeface="方正书宋_GBK" panose="02000000000000000000" charset="-122"/>
                </a:rPr>
                <a:t> 系统调用 </a:t>
              </a:r>
              <a:endParaRPr lang="zh-CN" altLang="en-US" sz="2400" dirty="0">
                <a:solidFill>
                  <a:schemeClr val="tx1"/>
                </a:solidFill>
                <a:latin typeface="DejaVu Sans" panose="020B0603030804020204" charset="0"/>
                <a:ea typeface="方正书宋_GBK" panose="02000000000000000000" charset="-122"/>
              </a:endParaRPr>
            </a:p>
          </p:txBody>
        </p:sp>
      </p:gr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5537" name="内容占位符 52226"/>
          <p:cNvPicPr>
            <a:picLocks noGrp="1" noChangeAspect="1"/>
          </p:cNvPicPr>
          <p:nvPr>
            <p:ph idx="2147483647"/>
          </p:nvPr>
        </p:nvPicPr>
        <p:blipFill>
          <a:blip r:embed="rId1"/>
          <a:stretch>
            <a:fillRect/>
          </a:stretch>
        </p:blipFill>
        <p:spPr>
          <a:xfrm>
            <a:off x="0" y="0"/>
            <a:ext cx="838200" cy="517525"/>
          </a:xfrm>
        </p:spPr>
      </p:pic>
      <p:sp>
        <p:nvSpPr>
          <p:cNvPr id="65539" name="矩形 52227"/>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操作系统的定义和特性</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65540" name="矩形 65539"/>
          <p:cNvSpPr/>
          <p:nvPr/>
        </p:nvSpPr>
        <p:spPr>
          <a:xfrm>
            <a:off x="808038" y="719138"/>
            <a:ext cx="6781800" cy="728663"/>
          </a:xfrm>
          <a:prstGeom prst="rect">
            <a:avLst/>
          </a:prstGeom>
          <a:noFill/>
          <a:ln w="9525">
            <a:noFill/>
            <a:miter/>
          </a:ln>
        </p:spPr>
        <p:txBody>
          <a:bodyPr anchor="ctr"/>
          <a:lst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0" i="0" u="none" kern="1200" baseline="0">
                <a:solidFill>
                  <a:schemeClr val="tx2"/>
                </a:solidFill>
                <a:latin typeface="Arial" panose="020B0604020202020204" pitchFamily="34" charset="0"/>
                <a:ea typeface="宋体" pitchFamily="2" charset="-122"/>
              </a:defRPr>
            </a:lvl1pPr>
          </a:lstStyle>
          <a:p>
            <a:pPr lvl="0" fontAlgn="base"/>
            <a:r>
              <a:rPr lang="zh-CN" altLang="en-US" sz="32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操作系统的定义</a:t>
            </a:r>
            <a:endParaRPr lang="zh-CN" altLang="en-US" sz="3200"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65541" name="矩形 65540"/>
          <p:cNvSpPr/>
          <p:nvPr/>
        </p:nvSpPr>
        <p:spPr>
          <a:xfrm>
            <a:off x="838200" y="1490980"/>
            <a:ext cx="7822565" cy="4808855"/>
          </a:xfrm>
          <a:prstGeom prst="rect">
            <a:avLst/>
          </a:prstGeom>
          <a:noFill/>
          <a:ln w="9525">
            <a:noFill/>
            <a:miter/>
          </a:ln>
        </p:spPr>
        <p: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3200" b="0" i="0" u="none" kern="1200" baseline="0">
                <a:solidFill>
                  <a:schemeClr val="bg2"/>
                </a:solidFill>
                <a:latin typeface="Arial" panose="020B0604020202020204" pitchFamily="34" charset="0"/>
                <a:ea typeface="宋体" pitchFamily="2" charset="-122"/>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800" b="0" i="0" u="none" kern="1200" baseline="0">
                <a:solidFill>
                  <a:schemeClr val="bg2"/>
                </a:solidFill>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400" b="0" i="0" u="none" kern="1200" baseline="0">
                <a:solidFill>
                  <a:schemeClr val="bg2"/>
                </a:solidFill>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000" b="0" i="0" u="none" kern="1200" baseline="0">
                <a:solidFill>
                  <a:schemeClr val="bg2"/>
                </a:solidFill>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2"/>
              </a:buBlip>
              <a:defRPr sz="2000" b="0" i="0" u="none" kern="1200" baseline="0">
                <a:solidFill>
                  <a:schemeClr val="bg2"/>
                </a:solidFill>
                <a:latin typeface="+mn-lt"/>
                <a:ea typeface="+mn-ea"/>
                <a:cs typeface="+mn-cs"/>
              </a:defRPr>
            </a:lvl5pPr>
          </a:lstStyle>
          <a:p>
            <a:pPr lvl="0" fontAlgn="base">
              <a:spcAft>
                <a:spcPct val="20000"/>
              </a:spcAft>
            </a:pPr>
            <a:r>
              <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操作系统是一个大型的系统程序，它负责计算机的全部软、硬资源的分配、调度工作，控制和协调并发活动，实现信息的存取和保护。它提供用户接口，使用户获得良好的工作环境。</a:t>
            </a:r>
            <a:endPar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lvl="0" fontAlgn="base">
              <a:spcAft>
                <a:spcPct val="20000"/>
              </a:spcAft>
            </a:pPr>
            <a:r>
              <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操作系统使整个计算机系统实现高度自动化、高效率、高利用率、高可靠性。</a:t>
            </a:r>
            <a:endPar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lvl="0" fontAlgn="base">
              <a:spcAft>
                <a:spcPct val="20000"/>
              </a:spcAft>
            </a:pPr>
            <a:r>
              <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操作系统是整个计算机系统的核心。</a:t>
            </a:r>
            <a:endPar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lvl="0" fontAlgn="base">
              <a:spcAft>
                <a:spcPct val="20000"/>
              </a:spcAft>
            </a:pPr>
            <a:r>
              <a:rPr lang="zh-CN" altLang="en-US" sz="2800" strike="noStrike" noProof="1" dirty="0">
                <a:solidFill>
                  <a:srgbClr val="FF0000"/>
                </a:solidFill>
                <a:effectLst>
                  <a:outerShdw blurRad="38100" dist="38100" dir="2700000">
                    <a:srgbClr val="FFFFFF"/>
                  </a:outerShdw>
                </a:effectLst>
                <a:latin typeface="DejaVu Sans" panose="020B0603030804020204" charset="0"/>
                <a:ea typeface="方正书宋_GBK" panose="02000000000000000000" charset="-122"/>
                <a:cs typeface="+mn-ea"/>
                <a:sym typeface="Symbol" panose="05050102010706020507" pitchFamily="2" charset="2"/>
              </a:rPr>
              <a:t>操作系统的宗旨：</a:t>
            </a:r>
            <a:r>
              <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sym typeface="Symbol" panose="05050102010706020507" pitchFamily="2" charset="2"/>
              </a:rPr>
              <a:t>提高计算机的使用效率，方便用户使用。</a:t>
            </a:r>
            <a:r>
              <a:rPr lang="zh-CN" altLang="en-US" b="1" strike="noStrike" noProof="1" dirty="0">
                <a:solidFill>
                  <a:schemeClr val="tx1"/>
                </a:solidFill>
                <a:latin typeface="DejaVu Sans" panose="020B0603030804020204" charset="0"/>
                <a:ea typeface="方正书宋_GBK" panose="02000000000000000000" charset="-122"/>
                <a:cs typeface="+mn-ea"/>
                <a:sym typeface="Symbol" panose="05050102010706020507" pitchFamily="2" charset="2"/>
              </a:rPr>
              <a:t> </a:t>
            </a:r>
            <a:endParaRPr lang="zh-CN" altLang="en-US" b="1" strike="noStrike" noProof="1" dirty="0">
              <a:solidFill>
                <a:schemeClr val="tx1"/>
              </a:solidFill>
              <a:latin typeface="DejaVu Sans" panose="020B0603030804020204" charset="0"/>
              <a:ea typeface="方正书宋_GBK" panose="02000000000000000000" charset="-122"/>
              <a:cs typeface="+mn-ea"/>
              <a:sym typeface="Symbol" panose="05050102010706020507" pitchFamily="2" charset="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65541"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6561" name="内容占位符 55298"/>
          <p:cNvPicPr>
            <a:picLocks noGrp="1" noChangeAspect="1"/>
          </p:cNvPicPr>
          <p:nvPr>
            <p:ph idx="2147483647"/>
          </p:nvPr>
        </p:nvPicPr>
        <p:blipFill>
          <a:blip r:embed="rId1"/>
          <a:stretch>
            <a:fillRect/>
          </a:stretch>
        </p:blipFill>
        <p:spPr>
          <a:xfrm>
            <a:off x="0" y="0"/>
            <a:ext cx="838200" cy="517525"/>
          </a:xfrm>
        </p:spPr>
      </p:pic>
      <p:sp>
        <p:nvSpPr>
          <p:cNvPr id="66563" name="矩形 55299"/>
          <p:cNvSpPr/>
          <p:nvPr/>
        </p:nvSpPr>
        <p:spPr>
          <a:xfrm>
            <a:off x="381000" y="42863"/>
            <a:ext cx="8393113" cy="423545"/>
          </a:xfrm>
          <a:prstGeom prst="rect">
            <a:avLst/>
          </a:prstGeom>
          <a:noFill/>
          <a:ln w="9525">
            <a:noFill/>
            <a:miter/>
          </a:ln>
        </p:spPr>
        <p:txBody>
          <a:bodyPr>
            <a:spAutoFit/>
          </a:bodyPr>
          <a:p>
            <a:pPr lvl="0" algn="r" fontAlgn="base">
              <a:lnSpc>
                <a:spcPct val="90000"/>
              </a:lnSpc>
            </a:pPr>
            <a:r>
              <a:rPr lang="zh-CN" altLang="en-US" sz="2400"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绪论</a:t>
            </a:r>
            <a:r>
              <a:rPr lang="en-US" altLang="x-none" sz="2400"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a:t>
            </a:r>
            <a:r>
              <a:rPr lang="zh-CN" altLang="en-US" sz="2400"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操作系统的定义和特性</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 name="矩形 66563"/>
          <p:cNvSpPr/>
          <p:nvPr/>
        </p:nvSpPr>
        <p:spPr>
          <a:xfrm>
            <a:off x="767715" y="1372235"/>
            <a:ext cx="7321550" cy="4648200"/>
          </a:xfrm>
          <a:prstGeom prst="rect">
            <a:avLst/>
          </a:prstGeom>
          <a:noFill/>
          <a:ln w="9525">
            <a:noFill/>
            <a:miter/>
          </a:ln>
        </p:spPr>
        <p:txBody>
          <a:bodyPr anchor="t"/>
          <a:p>
            <a:pPr lvl="0">
              <a:spcBef>
                <a:spcPct val="20000"/>
              </a:spcBef>
              <a:buClr>
                <a:schemeClr val="accent1"/>
              </a:buClr>
              <a:buSzPct val="80000"/>
              <a:buFont typeface="Arial" panose="020B0604020202020204" pitchFamily="34" charset="0"/>
            </a:pPr>
            <a:r>
              <a:rPr lang="en-US" altLang="zh-CN" sz="2800" dirty="0">
                <a:solidFill>
                  <a:schemeClr val="tx1"/>
                </a:solidFill>
                <a:latin typeface="方正书宋_GBK" panose="02000000000000000000" charset="-122"/>
                <a:ea typeface="方正书宋_GBK" panose="02000000000000000000" charset="-122"/>
              </a:rPr>
              <a:t>1</a:t>
            </a:r>
            <a:r>
              <a:rPr lang="zh-CN" altLang="en-US" sz="2800" dirty="0">
                <a:solidFill>
                  <a:schemeClr val="tx1"/>
                </a:solidFill>
                <a:latin typeface="方正书宋_GBK" panose="02000000000000000000" charset="-122"/>
                <a:ea typeface="方正书宋_GBK" panose="02000000000000000000" charset="-122"/>
              </a:rPr>
              <a:t>、并发性（</a:t>
            </a:r>
            <a:r>
              <a:rPr lang="en-US" altLang="x-none" sz="2800" dirty="0">
                <a:solidFill>
                  <a:schemeClr val="tx1"/>
                </a:solidFill>
                <a:latin typeface="方正书宋_GBK" panose="02000000000000000000" charset="-122"/>
                <a:ea typeface="方正书宋_GBK" panose="02000000000000000000" charset="-122"/>
              </a:rPr>
              <a:t>Concurrence</a:t>
            </a:r>
            <a:r>
              <a:rPr lang="zh-CN" altLang="en-US" sz="2800" dirty="0">
                <a:solidFill>
                  <a:schemeClr val="tx1"/>
                </a:solidFill>
                <a:latin typeface="方正书宋_GBK" panose="02000000000000000000" charset="-122"/>
                <a:ea typeface="方正书宋_GBK" panose="02000000000000000000" charset="-122"/>
              </a:rPr>
              <a:t>）指两个或两个以上的事件或活动在同一时间间隔内发生</a:t>
            </a:r>
            <a:r>
              <a:rPr lang="x-none" altLang="zh-CN" sz="2800" dirty="0">
                <a:solidFill>
                  <a:schemeClr val="tx1"/>
                </a:solidFill>
                <a:latin typeface="方正书宋_GBK" panose="02000000000000000000" charset="-122"/>
                <a:ea typeface="方正书宋_GBK" panose="02000000000000000000" charset="-122"/>
              </a:rPr>
              <a:t>。</a:t>
            </a:r>
            <a:endParaRPr lang="x-none" altLang="zh-CN" sz="2800" dirty="0">
              <a:solidFill>
                <a:schemeClr val="tx1"/>
              </a:solidFill>
              <a:latin typeface="方正书宋_GBK" panose="02000000000000000000" charset="-122"/>
              <a:ea typeface="方正书宋_GBK" panose="02000000000000000000" charset="-122"/>
            </a:endParaRPr>
          </a:p>
          <a:p>
            <a:pPr marL="457200" lvl="0" indent="-457200">
              <a:spcBef>
                <a:spcPct val="20000"/>
              </a:spcBef>
              <a:buClr>
                <a:schemeClr val="accent1"/>
              </a:buClr>
              <a:buSzPct val="80000"/>
              <a:buFont typeface="Arial" panose="020B0604020202020204" pitchFamily="34" charset="0"/>
              <a:buChar char="•"/>
            </a:pPr>
            <a:r>
              <a:rPr lang="x-none" altLang="zh-CN" sz="2800" b="0" dirty="0">
                <a:solidFill>
                  <a:schemeClr val="tx1"/>
                </a:solidFill>
                <a:latin typeface="方正书宋_GBK" panose="02000000000000000000" charset="-122"/>
                <a:ea typeface="方正书宋_GBK" panose="02000000000000000000" charset="-122"/>
              </a:rPr>
              <a:t>单机操作系统的并发性(切换，保护，同步)；</a:t>
            </a:r>
            <a:endParaRPr lang="x-none" altLang="zh-CN" sz="2800" b="0" dirty="0">
              <a:solidFill>
                <a:schemeClr val="tx1"/>
              </a:solidFill>
              <a:latin typeface="方正书宋_GBK" panose="02000000000000000000" charset="-122"/>
              <a:ea typeface="方正书宋_GBK" panose="02000000000000000000" charset="-122"/>
            </a:endParaRPr>
          </a:p>
          <a:p>
            <a:pPr marL="457200" lvl="0" indent="-457200">
              <a:spcBef>
                <a:spcPct val="20000"/>
              </a:spcBef>
              <a:buClr>
                <a:schemeClr val="accent1"/>
              </a:buClr>
              <a:buSzPct val="80000"/>
              <a:buFont typeface="Arial" panose="020B0604020202020204" pitchFamily="34" charset="0"/>
              <a:buChar char="•"/>
            </a:pPr>
            <a:r>
              <a:rPr lang="x-none" altLang="zh-CN" sz="2800" b="0" dirty="0">
                <a:solidFill>
                  <a:schemeClr val="tx1"/>
                </a:solidFill>
                <a:latin typeface="方正书宋_GBK" panose="02000000000000000000" charset="-122"/>
                <a:ea typeface="方正书宋_GBK" panose="02000000000000000000" charset="-122"/>
              </a:rPr>
              <a:t>多处理器系统的并发性；</a:t>
            </a:r>
            <a:endParaRPr lang="zh-CN" altLang="en-US" sz="2800" b="0" dirty="0">
              <a:solidFill>
                <a:schemeClr val="tx1"/>
              </a:solidFill>
              <a:latin typeface="方正书宋_GBK" panose="02000000000000000000" charset="-122"/>
              <a:ea typeface="方正书宋_GBK" panose="02000000000000000000" charset="-122"/>
            </a:endParaRPr>
          </a:p>
          <a:p>
            <a:pPr marL="457200" lvl="0" indent="-457200">
              <a:spcBef>
                <a:spcPct val="20000"/>
              </a:spcBef>
              <a:buClr>
                <a:schemeClr val="accent1"/>
              </a:buClr>
              <a:buSzPct val="80000"/>
              <a:buFont typeface="Arial" panose="020B0604020202020204" pitchFamily="34" charset="0"/>
              <a:buChar char="•"/>
            </a:pPr>
            <a:r>
              <a:rPr lang="zh-CN" altLang="en-US" sz="2800" b="0" dirty="0">
                <a:solidFill>
                  <a:schemeClr val="tx1"/>
                </a:solidFill>
                <a:latin typeface="方正书宋_GBK" panose="02000000000000000000" charset="-122"/>
                <a:ea typeface="方正书宋_GBK" panose="02000000000000000000" charset="-122"/>
              </a:rPr>
              <a:t>并发性能够消除系统中部件和部件之间的等待，有效地改善系统资源的利用率，改进系统的吞吐率，提高系统效率。</a:t>
            </a:r>
            <a:endParaRPr lang="zh-CN" altLang="en-US" b="0" dirty="0">
              <a:solidFill>
                <a:schemeClr val="tx1"/>
              </a:solidFill>
              <a:latin typeface="方正书宋_GBK" panose="02000000000000000000" charset="-122"/>
              <a:ea typeface="方正书宋_GBK" panose="02000000000000000000" charset="-122"/>
            </a:endParaRPr>
          </a:p>
          <a:p>
            <a:pPr marL="342900" lvl="0" indent="-342900">
              <a:spcBef>
                <a:spcPct val="20000"/>
              </a:spcBef>
              <a:buClr>
                <a:schemeClr val="accent1"/>
              </a:buClr>
              <a:buSzPct val="80000"/>
            </a:pPr>
            <a:endParaRPr lang="zh-CN" altLang="en-US" b="0" dirty="0">
              <a:solidFill>
                <a:schemeClr val="tx1"/>
              </a:solidFill>
              <a:latin typeface="方正书宋_GBK" panose="02000000000000000000" charset="-122"/>
              <a:ea typeface="方正书宋_GBK" panose="02000000000000000000" charset="-122"/>
            </a:endParaRPr>
          </a:p>
        </p:txBody>
      </p:sp>
      <p:sp>
        <p:nvSpPr>
          <p:cNvPr id="66565" name="矩形 66564"/>
          <p:cNvSpPr/>
          <p:nvPr/>
        </p:nvSpPr>
        <p:spPr>
          <a:xfrm>
            <a:off x="838200" y="474663"/>
            <a:ext cx="6061075" cy="896938"/>
          </a:xfrm>
          <a:prstGeom prst="rect">
            <a:avLst/>
          </a:prstGeom>
          <a:noFill/>
          <a:ln w="9525">
            <a:noFill/>
            <a:miter/>
          </a:ln>
        </p:spPr>
        <p:txBody>
          <a:bodyPr anchor="ctr"/>
          <a:p>
            <a:pPr lvl="0" algn="l" fontAlgn="base"/>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操作系统的特性</a:t>
            </a:r>
            <a:endPar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7585" name="内容占位符 55298"/>
          <p:cNvPicPr>
            <a:picLocks noGrp="1" noChangeAspect="1"/>
          </p:cNvPicPr>
          <p:nvPr>
            <p:ph idx="2147483647"/>
          </p:nvPr>
        </p:nvPicPr>
        <p:blipFill>
          <a:blip r:embed="rId1"/>
          <a:stretch>
            <a:fillRect/>
          </a:stretch>
        </p:blipFill>
        <p:spPr>
          <a:xfrm>
            <a:off x="0" y="0"/>
            <a:ext cx="838200" cy="517525"/>
          </a:xfrm>
        </p:spPr>
      </p:pic>
      <p:sp>
        <p:nvSpPr>
          <p:cNvPr id="67587" name="矩形 55299"/>
          <p:cNvSpPr/>
          <p:nvPr/>
        </p:nvSpPr>
        <p:spPr>
          <a:xfrm>
            <a:off x="381000" y="42863"/>
            <a:ext cx="8393113" cy="423545"/>
          </a:xfrm>
          <a:prstGeom prst="rect">
            <a:avLst/>
          </a:prstGeom>
          <a:noFill/>
          <a:ln w="9525">
            <a:noFill/>
            <a:miter/>
          </a:ln>
        </p:spPr>
        <p:txBody>
          <a:bodyPr>
            <a:spAutoFit/>
          </a:bodyPr>
          <a:p>
            <a:pPr lvl="0" algn="r" fontAlgn="base">
              <a:lnSpc>
                <a:spcPct val="90000"/>
              </a:lnSpc>
            </a:pPr>
            <a:r>
              <a:rPr lang="zh-CN" altLang="en-US" sz="2400"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绪论</a:t>
            </a:r>
            <a:r>
              <a:rPr lang="en-US" altLang="x-none" sz="2400"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a:t>
            </a:r>
            <a:r>
              <a:rPr lang="zh-CN" altLang="en-US" sz="2400"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操作系统的定义和特性</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67588" name="矩形 67587"/>
          <p:cNvSpPr/>
          <p:nvPr/>
        </p:nvSpPr>
        <p:spPr>
          <a:xfrm>
            <a:off x="542925" y="855663"/>
            <a:ext cx="7696200" cy="5181600"/>
          </a:xfrm>
          <a:prstGeom prst="rect">
            <a:avLst/>
          </a:prstGeom>
          <a:noFill/>
          <a:ln w="9525">
            <a:noFill/>
            <a:miter/>
          </a:ln>
        </p:spPr>
        <p:txBody>
          <a:bodyPr/>
          <a:p>
            <a:pPr lvl="0" algn="l" fontAlgn="base">
              <a:spcBef>
                <a:spcPct val="20000"/>
              </a:spcBef>
              <a:buClr>
                <a:schemeClr val="accent1"/>
              </a:buClr>
              <a:buSzPct val="80000"/>
              <a:buFont typeface="Arial" panose="020B0604020202020204" pitchFamily="34" charset="0"/>
            </a:pPr>
            <a:r>
              <a:rPr lang="en-US" altLang="zh-CN"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2</a:t>
            </a:r>
            <a:r>
              <a:rPr lang="zh-CN" altLang="en-US" sz="28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、共享</a:t>
            </a:r>
            <a:r>
              <a:rPr lang="zh-CN" altLang="en-US" sz="2800" strike="noStrike" noProof="1" dirty="0">
                <a:solidFill>
                  <a:schemeClr val="tx1"/>
                </a:solidFill>
                <a:latin typeface="DejaVu Sans" panose="020B0603030804020204" charset="0"/>
                <a:ea typeface="方正书宋_GBK" panose="02000000000000000000" charset="-122"/>
                <a:cs typeface="+mn-ea"/>
              </a:rPr>
              <a:t>：</a:t>
            </a:r>
            <a:r>
              <a:rPr lang="x-none" altLang="zh-CN" sz="2800" strike="noStrike" noProof="1" dirty="0">
                <a:solidFill>
                  <a:schemeClr val="tx1"/>
                </a:solidFill>
                <a:latin typeface="DejaVu Sans" panose="020B0603030804020204" charset="0"/>
                <a:ea typeface="方正书宋_GBK" panose="02000000000000000000" charset="-122"/>
                <a:cs typeface="+mn-ea"/>
              </a:rPr>
              <a:t>多个计算任务</a:t>
            </a:r>
            <a:r>
              <a:rPr lang="zh-CN" altLang="en-US" sz="2800" strike="noStrike" noProof="1" dirty="0">
                <a:solidFill>
                  <a:schemeClr val="tx1"/>
                </a:solidFill>
                <a:latin typeface="DejaVu Sans" panose="020B0603030804020204" charset="0"/>
                <a:ea typeface="方正书宋_GBK" panose="02000000000000000000" charset="-122"/>
                <a:cs typeface="+mn-ea"/>
              </a:rPr>
              <a:t>共同使用计算机系统中的资源。</a:t>
            </a:r>
            <a:r>
              <a:rPr lang="x-none" altLang="zh-CN" sz="2800" b="0" strike="noStrike" noProof="1" dirty="0">
                <a:solidFill>
                  <a:schemeClr val="tx1"/>
                </a:solidFill>
                <a:latin typeface="DejaVu Sans" panose="020B0603030804020204" charset="0"/>
                <a:ea typeface="方正书宋_GBK" panose="02000000000000000000" charset="-122"/>
                <a:cs typeface="+mn-ea"/>
              </a:rPr>
              <a:t>比如CPU资源，内存资源，磁盘文件，其他硬件设备等</a:t>
            </a:r>
            <a:endParaRPr lang="x-none" altLang="zh-CN" sz="2800" b="0" strike="noStrike" noProof="1" dirty="0">
              <a:solidFill>
                <a:schemeClr val="tx1"/>
              </a:solidFill>
              <a:latin typeface="DejaVu Sans" panose="020B0603030804020204" charset="0"/>
              <a:ea typeface="方正书宋_GBK" panose="02000000000000000000" charset="-122"/>
              <a:cs typeface="+mn-ea"/>
            </a:endParaRPr>
          </a:p>
          <a:p>
            <a:pPr marL="457200" lvl="0" indent="-457200" algn="l" fontAlgn="base">
              <a:spcBef>
                <a:spcPct val="20000"/>
              </a:spcBef>
              <a:buClr>
                <a:schemeClr val="accent1"/>
              </a:buClr>
              <a:buSzPct val="80000"/>
              <a:buFont typeface="Arial" panose="020B0604020202020204" pitchFamily="34" charset="0"/>
              <a:buChar char="•"/>
            </a:pPr>
            <a:r>
              <a:rPr lang="zh-CN" altLang="en-US" sz="2800" b="0" strike="noStrike" noProof="1" dirty="0">
                <a:solidFill>
                  <a:schemeClr val="tx1"/>
                </a:solidFill>
                <a:latin typeface="DejaVu Sans" panose="020B0603030804020204" charset="0"/>
                <a:ea typeface="方正书宋_GBK" panose="02000000000000000000" charset="-122"/>
                <a:cs typeface="+mn-ea"/>
              </a:rPr>
              <a:t>与共享性有关的问题是资源分配、信息保护、存取控制等，必须要妥善解决好这些问题。</a:t>
            </a:r>
            <a:endParaRPr lang="zh-CN" altLang="en-US" sz="2800" b="0" strike="noStrike" noProof="1" dirty="0">
              <a:solidFill>
                <a:schemeClr val="tx1"/>
              </a:solidFill>
              <a:latin typeface="DejaVu Sans" panose="020B0603030804020204" charset="0"/>
              <a:ea typeface="方正书宋_GBK" panose="02000000000000000000" charset="-122"/>
              <a:cs typeface="+mn-ea"/>
            </a:endParaRPr>
          </a:p>
          <a:p>
            <a:pPr marL="457200" lvl="0" indent="-457200" algn="l" fontAlgn="base">
              <a:spcBef>
                <a:spcPct val="20000"/>
              </a:spcBef>
              <a:buClr>
                <a:schemeClr val="accent1"/>
              </a:buClr>
              <a:buSzPct val="80000"/>
              <a:buFont typeface="Arial" panose="020B0604020202020204" pitchFamily="34" charset="0"/>
              <a:buChar char="•"/>
            </a:pPr>
            <a:r>
              <a:rPr lang="x-none" altLang="zh-CN" sz="2800" b="0" dirty="0">
                <a:solidFill>
                  <a:schemeClr val="tx1"/>
                </a:solidFill>
                <a:latin typeface="DejaVu Sans" panose="020B0603030804020204" charset="0"/>
                <a:ea typeface="方正书宋_GBK" panose="02000000000000000000" charset="-122"/>
                <a:sym typeface="+mn-ea"/>
              </a:rPr>
              <a:t>并发和共享是同时存在的，程序的并发执行必然要求对资源的共享。</a:t>
            </a:r>
            <a:endParaRPr lang="x-none" altLang="zh-CN" sz="2800" b="0" strike="noStrike" noProof="1" dirty="0">
              <a:solidFill>
                <a:schemeClr val="tx1"/>
              </a:solidFill>
              <a:latin typeface="DejaVu Sans" panose="020B0603030804020204" charset="0"/>
              <a:ea typeface="方正书宋_GBK" panose="020000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8609" name="内容占位符 55298"/>
          <p:cNvPicPr>
            <a:picLocks noGrp="1" noChangeAspect="1"/>
          </p:cNvPicPr>
          <p:nvPr>
            <p:ph idx="2147483647"/>
          </p:nvPr>
        </p:nvPicPr>
        <p:blipFill>
          <a:blip r:embed="rId1"/>
          <a:stretch>
            <a:fillRect/>
          </a:stretch>
        </p:blipFill>
        <p:spPr>
          <a:xfrm>
            <a:off x="0" y="0"/>
            <a:ext cx="838200" cy="517525"/>
          </a:xfrm>
        </p:spPr>
      </p:pic>
      <p:sp>
        <p:nvSpPr>
          <p:cNvPr id="68611" name="矩形 55299"/>
          <p:cNvSpPr/>
          <p:nvPr/>
        </p:nvSpPr>
        <p:spPr>
          <a:xfrm>
            <a:off x="381000" y="42863"/>
            <a:ext cx="8393113" cy="423545"/>
          </a:xfrm>
          <a:prstGeom prst="rect">
            <a:avLst/>
          </a:prstGeom>
          <a:noFill/>
          <a:ln w="9525">
            <a:noFill/>
            <a:miter/>
          </a:ln>
        </p:spPr>
        <p:txBody>
          <a:bodyPr>
            <a:spAutoFit/>
          </a:bodyPr>
          <a:p>
            <a:pPr lvl="0" algn="r" fontAlgn="base">
              <a:lnSpc>
                <a:spcPct val="90000"/>
              </a:lnSpc>
            </a:pPr>
            <a:r>
              <a:rPr lang="zh-CN" altLang="en-US" sz="2400"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绪论</a:t>
            </a:r>
            <a:r>
              <a:rPr lang="en-US" altLang="x-none" sz="2400"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a:t>
            </a:r>
            <a:r>
              <a:rPr lang="zh-CN" altLang="en-US" sz="2400"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sym typeface="+mn-ea"/>
              </a:rPr>
              <a:t>操作系统的定义和特性</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 name="矩形 68611"/>
          <p:cNvSpPr/>
          <p:nvPr/>
        </p:nvSpPr>
        <p:spPr>
          <a:xfrm>
            <a:off x="354330" y="666750"/>
            <a:ext cx="8474075" cy="4178935"/>
          </a:xfrm>
          <a:prstGeom prst="rect">
            <a:avLst/>
          </a:prstGeom>
          <a:noFill/>
          <a:ln w="9525">
            <a:noFill/>
            <a:miter/>
          </a:ln>
        </p:spPr>
        <p:txBody>
          <a:bodyPr anchor="t"/>
          <a:p>
            <a:pPr marL="342900" lvl="0" indent="-342900">
              <a:spcBef>
                <a:spcPct val="20000"/>
              </a:spcBef>
              <a:buClr>
                <a:schemeClr val="accent1"/>
              </a:buClr>
              <a:buSzPct val="80000"/>
            </a:pPr>
            <a:r>
              <a:rPr lang="en-US" altLang="zh-CN" sz="2800" dirty="0">
                <a:solidFill>
                  <a:schemeClr val="tx1"/>
                </a:solidFill>
                <a:latin typeface="DejaVu Sans" panose="020B0603030804020204" charset="0"/>
                <a:ea typeface="方正书宋_GBK" panose="02000000000000000000" charset="-122"/>
              </a:rPr>
              <a:t>3</a:t>
            </a:r>
            <a:r>
              <a:rPr lang="zh-CN" altLang="en-US" sz="2800" dirty="0">
                <a:solidFill>
                  <a:schemeClr val="tx1"/>
                </a:solidFill>
                <a:latin typeface="DejaVu Sans" panose="020B0603030804020204" charset="0"/>
                <a:ea typeface="方正书宋_GBK" panose="02000000000000000000" charset="-122"/>
              </a:rPr>
              <a:t>、不确定性：</a:t>
            </a:r>
            <a:r>
              <a:rPr lang="zh-CN" altLang="en-US" sz="2800" dirty="0">
                <a:solidFill>
                  <a:schemeClr val="tx1"/>
                </a:solidFill>
                <a:latin typeface="方正楷体_GBK" panose="02000000000000000000" charset="-122"/>
                <a:ea typeface="方正书宋_GBK" panose="02000000000000000000" charset="-122"/>
              </a:rPr>
              <a:t>操作系统必须随时对以不可预测的次序发生的事件进行响应</a:t>
            </a:r>
            <a:endParaRPr lang="zh-CN" altLang="en-US" sz="2800" dirty="0">
              <a:solidFill>
                <a:schemeClr val="tx1"/>
              </a:solidFill>
              <a:latin typeface="方正楷体_GBK" panose="02000000000000000000" charset="-122"/>
              <a:ea typeface="方正书宋_GBK" panose="02000000000000000000" charset="-122"/>
            </a:endParaRPr>
          </a:p>
          <a:p>
            <a:pPr marL="342900" lvl="0" indent="-342900" algn="l">
              <a:spcBef>
                <a:spcPct val="20000"/>
              </a:spcBef>
              <a:buClr>
                <a:schemeClr val="accent1"/>
              </a:buClr>
              <a:buSzPct val="80000"/>
            </a:pPr>
            <a:r>
              <a:rPr lang="zh-CN" altLang="en-US" b="0" dirty="0">
                <a:solidFill>
                  <a:schemeClr val="tx1"/>
                </a:solidFill>
                <a:latin typeface="方正书宋_GBK" panose="02000000000000000000" charset="-122"/>
                <a:ea typeface="方正书宋_GBK" panose="02000000000000000000" charset="-122"/>
                <a:cs typeface="+mn-ea"/>
              </a:rPr>
              <a:t>操作系统中</a:t>
            </a:r>
            <a:r>
              <a:rPr lang="zh-CN" altLang="en-US" sz="3200" b="0" dirty="0">
                <a:solidFill>
                  <a:schemeClr val="tx1"/>
                </a:solidFill>
                <a:latin typeface="方正书宋_GBK" panose="02000000000000000000" charset="-122"/>
                <a:ea typeface="方正书宋_GBK" panose="02000000000000000000" charset="-122"/>
                <a:cs typeface="+mn-ea"/>
              </a:rPr>
              <a:t>不确定性</a:t>
            </a:r>
            <a:r>
              <a:rPr lang="zh-CN" altLang="en-US" b="0" dirty="0">
                <a:solidFill>
                  <a:schemeClr val="tx1"/>
                </a:solidFill>
                <a:latin typeface="方正书宋_GBK" panose="02000000000000000000" charset="-122"/>
                <a:ea typeface="方正书宋_GBK" panose="02000000000000000000" charset="-122"/>
                <a:cs typeface="+mn-ea"/>
              </a:rPr>
              <a:t>的例子：</a:t>
            </a:r>
            <a:endParaRPr lang="zh-CN" altLang="en-US" b="0" dirty="0">
              <a:solidFill>
                <a:schemeClr val="tx1"/>
              </a:solidFill>
              <a:latin typeface="方正书宋_GBK" panose="02000000000000000000" charset="-122"/>
              <a:ea typeface="方正书宋_GBK" panose="02000000000000000000" charset="-122"/>
              <a:cs typeface="+mn-ea"/>
            </a:endParaRPr>
          </a:p>
          <a:p>
            <a:pPr marL="342900" lvl="0" indent="-342900" algn="l">
              <a:spcBef>
                <a:spcPct val="20000"/>
              </a:spcBef>
              <a:buClr>
                <a:schemeClr val="accent1"/>
              </a:buClr>
              <a:buSzPct val="80000"/>
            </a:pPr>
            <a:r>
              <a:rPr lang="zh-CN" altLang="en-US" sz="3200" b="0" dirty="0">
                <a:solidFill>
                  <a:schemeClr val="tx1"/>
                </a:solidFill>
                <a:latin typeface="方正书宋_GBK" panose="02000000000000000000" charset="-122"/>
                <a:ea typeface="方正书宋_GBK" panose="02000000000000000000" charset="-122"/>
                <a:cs typeface="+mn-ea"/>
              </a:rPr>
              <a:t> (1)作业到达系统的类型和时间是随机的；</a:t>
            </a:r>
            <a:endParaRPr lang="zh-CN" altLang="en-US" sz="3200" b="0" dirty="0">
              <a:solidFill>
                <a:schemeClr val="tx1"/>
              </a:solidFill>
              <a:latin typeface="方正书宋_GBK" panose="02000000000000000000" charset="-122"/>
              <a:ea typeface="方正书宋_GBK" panose="02000000000000000000" charset="-122"/>
              <a:cs typeface="+mn-ea"/>
            </a:endParaRPr>
          </a:p>
          <a:p>
            <a:pPr marL="342900" lvl="0" indent="-342900" algn="l">
              <a:spcBef>
                <a:spcPct val="20000"/>
              </a:spcBef>
              <a:buClr>
                <a:schemeClr val="accent1"/>
              </a:buClr>
              <a:buSzPct val="80000"/>
            </a:pPr>
            <a:r>
              <a:rPr lang="zh-CN" altLang="en-US" sz="3200" b="0" dirty="0">
                <a:solidFill>
                  <a:schemeClr val="tx1"/>
                </a:solidFill>
                <a:latin typeface="方正书宋_GBK" panose="02000000000000000000" charset="-122"/>
                <a:ea typeface="方正书宋_GBK" panose="02000000000000000000" charset="-122"/>
                <a:cs typeface="+mn-ea"/>
              </a:rPr>
              <a:t> (2)操作员发出命令或按按钮的时刻是随机的;</a:t>
            </a:r>
            <a:endParaRPr lang="zh-CN" altLang="en-US" sz="3200" b="0" dirty="0">
              <a:solidFill>
                <a:schemeClr val="tx1"/>
              </a:solidFill>
              <a:latin typeface="方正书宋_GBK" panose="02000000000000000000" charset="-122"/>
              <a:ea typeface="方正书宋_GBK" panose="02000000000000000000" charset="-122"/>
              <a:cs typeface="+mn-ea"/>
            </a:endParaRPr>
          </a:p>
          <a:p>
            <a:pPr marL="342900" lvl="0" indent="-342900" algn="l">
              <a:spcBef>
                <a:spcPct val="20000"/>
              </a:spcBef>
              <a:buClr>
                <a:schemeClr val="accent1"/>
              </a:buClr>
              <a:buSzPct val="80000"/>
            </a:pPr>
            <a:r>
              <a:rPr lang="zh-CN" altLang="en-US" sz="3200" b="0" dirty="0">
                <a:solidFill>
                  <a:schemeClr val="tx1"/>
                </a:solidFill>
                <a:latin typeface="方正书宋_GBK" panose="02000000000000000000" charset="-122"/>
                <a:ea typeface="方正书宋_GBK" panose="02000000000000000000" charset="-122"/>
                <a:cs typeface="+mn-ea"/>
              </a:rPr>
              <a:t> (3)程序运行发生错误或异常的时刻是随机的;</a:t>
            </a:r>
            <a:endParaRPr lang="zh-CN" altLang="en-US" sz="3200" b="0" dirty="0">
              <a:solidFill>
                <a:schemeClr val="tx1"/>
              </a:solidFill>
              <a:latin typeface="方正书宋_GBK" panose="02000000000000000000" charset="-122"/>
              <a:ea typeface="方正书宋_GBK" panose="02000000000000000000" charset="-122"/>
              <a:cs typeface="+mn-ea"/>
            </a:endParaRPr>
          </a:p>
          <a:p>
            <a:pPr marL="342900" lvl="0" indent="-342900" algn="l">
              <a:spcBef>
                <a:spcPct val="20000"/>
              </a:spcBef>
              <a:buClr>
                <a:schemeClr val="accent1"/>
              </a:buClr>
              <a:buSzPct val="80000"/>
            </a:pPr>
            <a:r>
              <a:rPr lang="zh-CN" altLang="en-US" sz="3200" b="0" dirty="0">
                <a:solidFill>
                  <a:schemeClr val="tx1"/>
                </a:solidFill>
                <a:latin typeface="方正书宋_GBK" panose="02000000000000000000" charset="-122"/>
                <a:ea typeface="方正书宋_GBK" panose="02000000000000000000" charset="-122"/>
                <a:cs typeface="+mn-ea"/>
              </a:rPr>
              <a:t> (4)各种各样硬件和软件中断事件发生的时刻是随机的 。</a:t>
            </a:r>
            <a:endParaRPr lang="zh-CN" altLang="en-US" sz="3200" b="0" dirty="0">
              <a:solidFill>
                <a:schemeClr val="tx1"/>
              </a:solidFill>
              <a:latin typeface="方正书宋_GBK" panose="02000000000000000000" charset="-122"/>
              <a:ea typeface="方正书宋_GBK" panose="02000000000000000000"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矩形 55297"/>
          <p:cNvSpPr/>
          <p:nvPr/>
        </p:nvSpPr>
        <p:spPr>
          <a:xfrm>
            <a:off x="1006475" y="1562100"/>
            <a:ext cx="7129463" cy="2139950"/>
          </a:xfrm>
          <a:prstGeom prst="rect">
            <a:avLst/>
          </a:prstGeom>
          <a:noFill/>
          <a:ln w="9525">
            <a:noFill/>
            <a:miter/>
          </a:ln>
        </p:spPr>
        <p:txBody>
          <a:bodyPr>
            <a:spAutoFit/>
          </a:bodyPr>
          <a:p>
            <a:pPr marL="533400" lvl="0" indent="-533400" algn="ctr" fontAlgn="base">
              <a:lnSpc>
                <a:spcPct val="120000"/>
              </a:lnSpc>
              <a:buClr>
                <a:schemeClr val="tx2"/>
              </a:buClr>
              <a:buSzPct val="95000"/>
            </a:pPr>
            <a:endParaRPr lang="en-US" altLang="x-none" sz="2800" strike="noStrike" noProof="1" dirty="0">
              <a:solidFill>
                <a:schemeClr val="bg2"/>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ctr" fontAlgn="base">
              <a:lnSpc>
                <a:spcPct val="120000"/>
              </a:lnSpc>
              <a:buClr>
                <a:schemeClr val="tx2"/>
              </a:buClr>
              <a:buSzPct val="95000"/>
            </a:pPr>
            <a:r>
              <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cs typeface="+mn-ea"/>
              </a:rPr>
              <a:t>操作系统的资源管理功能</a:t>
            </a:r>
            <a:endPar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ctr" fontAlgn="base">
              <a:lnSpc>
                <a:spcPct val="120000"/>
              </a:lnSpc>
              <a:buClr>
                <a:schemeClr val="tx2"/>
              </a:buClr>
              <a:buSzPct val="95000"/>
            </a:pPr>
            <a:endPar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endParaRPr>
          </a:p>
        </p:txBody>
      </p:sp>
      <p:pic>
        <p:nvPicPr>
          <p:cNvPr id="2" name="内容占位符 55298"/>
          <p:cNvPicPr>
            <a:picLocks noGrp="1" noChangeAspect="1"/>
          </p:cNvPicPr>
          <p:nvPr>
            <p:ph idx="2147483647"/>
          </p:nvPr>
        </p:nvPicPr>
        <p:blipFill>
          <a:blip r:embed="rId1"/>
          <a:stretch>
            <a:fillRect/>
          </a:stretch>
        </p:blipFill>
        <p:spPr>
          <a:xfrm>
            <a:off x="0" y="0"/>
            <a:ext cx="838200" cy="517525"/>
          </a:xfrm>
        </p:spPr>
      </p:pic>
      <p:sp>
        <p:nvSpPr>
          <p:cNvPr id="69636" name="矩形 55299"/>
          <p:cNvSpPr/>
          <p:nvPr/>
        </p:nvSpPr>
        <p:spPr>
          <a:xfrm>
            <a:off x="381000" y="49848"/>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操作系统的资源管理功能</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69634"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9" name="矩形 53250"/>
          <p:cNvSpPr/>
          <p:nvPr/>
        </p:nvSpPr>
        <p:spPr>
          <a:xfrm>
            <a:off x="643255" y="729615"/>
            <a:ext cx="5364480" cy="681990"/>
          </a:xfrm>
          <a:prstGeom prst="rect">
            <a:avLst/>
          </a:prstGeom>
          <a:noFill/>
          <a:ln w="9525">
            <a:noFill/>
            <a:miter/>
          </a:ln>
        </p:spPr>
        <p:txBody>
          <a:bodyPr wrap="square">
            <a:spAutoFit/>
          </a:bodyPr>
          <a:p>
            <a:pPr marL="533400" lvl="0" indent="-533400" algn="l" fontAlgn="base">
              <a:lnSpc>
                <a:spcPct val="120000"/>
              </a:lnSpc>
              <a:spcBef>
                <a:spcPct val="30000"/>
              </a:spcBef>
              <a:buClr>
                <a:schemeClr val="tx2"/>
              </a:buClr>
              <a:buSzPct val="95000"/>
            </a:pPr>
            <a:r>
              <a:rPr lang="x-none" altLang="zh-CN" strike="noStrike" noProof="1" dirty="0">
                <a:solidFill>
                  <a:srgbClr val="990000"/>
                </a:solidFill>
                <a:effectLst/>
                <a:latin typeface="DejaVu Sans" panose="020B0603030804020204" charset="0"/>
                <a:ea typeface="方正书宋_GBK" panose="02000000000000000000" charset="-122"/>
                <a:cs typeface="+mn-ea"/>
              </a:rPr>
              <a:t>操作系统的主要功能</a:t>
            </a:r>
            <a:endParaRPr lang="x-none" altLang="zh-CN" strike="noStrike" noProof="1" dirty="0">
              <a:solidFill>
                <a:srgbClr val="990000"/>
              </a:solidFill>
              <a:effectLst/>
              <a:latin typeface="DejaVu Sans" panose="020B0603030804020204" charset="0"/>
              <a:ea typeface="方正书宋_GBK" panose="02000000000000000000" charset="-122"/>
              <a:cs typeface="+mn-ea"/>
            </a:endParaRPr>
          </a:p>
        </p:txBody>
      </p:sp>
      <p:sp>
        <p:nvSpPr>
          <p:cNvPr id="70695" name="矩形 53286"/>
          <p:cNvSpPr/>
          <p:nvPr/>
        </p:nvSpPr>
        <p:spPr>
          <a:xfrm>
            <a:off x="758190" y="1353185"/>
            <a:ext cx="5448300" cy="162623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x-none" altLang="zh-CN"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1 控制和协调并发活动</a:t>
            </a:r>
            <a:endParaRPr lang="x-none" altLang="zh-CN"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marL="533400" lvl="0" indent="-533400" algn="l" fontAlgn="base">
              <a:lnSpc>
                <a:spcPct val="120000"/>
              </a:lnSpc>
              <a:spcBef>
                <a:spcPct val="30000"/>
              </a:spcBef>
              <a:buClr>
                <a:schemeClr val="tx2"/>
              </a:buClr>
              <a:buSzPct val="95000"/>
            </a:pPr>
            <a:r>
              <a:rPr lang="x-none" altLang="zh-CN"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rPr>
              <a:t>2 对系统资源进行管理和调度</a:t>
            </a:r>
            <a:endParaRPr lang="x-none" altLang="zh-CN"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20000"/>
              </a:lnSpc>
              <a:spcBef>
                <a:spcPct val="30000"/>
              </a:spcBef>
              <a:buClr>
                <a:schemeClr val="tx2"/>
              </a:buClr>
              <a:buSzPct val="95000"/>
            </a:pPr>
            <a:r>
              <a:rPr lang="x-none" altLang="zh-CN"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rPr>
              <a:t>3 提供用户接口</a:t>
            </a:r>
            <a:endParaRPr lang="x-none" altLang="zh-CN" sz="240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69636" name="矩形 55299"/>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操作系统的资源管理功能</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2" name="矩形 1"/>
          <p:cNvSpPr/>
          <p:nvPr/>
        </p:nvSpPr>
        <p:spPr>
          <a:xfrm>
            <a:off x="381000" y="3515995"/>
            <a:ext cx="8209915" cy="2813050"/>
          </a:xfrm>
          <a:prstGeom prst="rect">
            <a:avLst/>
          </a:prstGeom>
          <a:noFill/>
          <a:ln w="9525">
            <a:noFill/>
            <a:miter/>
          </a:ln>
        </p:spPr>
        <p:txBody>
          <a:bodyPr anchor="t"/>
          <a:p>
            <a:pPr marL="571500" lvl="0" indent="-571500" eaLnBrk="0" hangingPunct="0">
              <a:lnSpc>
                <a:spcPct val="90000"/>
              </a:lnSpc>
              <a:spcBef>
                <a:spcPct val="50000"/>
              </a:spcBef>
              <a:buClr>
                <a:schemeClr val="tx2"/>
              </a:buClr>
              <a:buFont typeface="Wingdings" panose="05000000000000000000" pitchFamily="2" charset="2"/>
              <a:buNone/>
            </a:pPr>
            <a:r>
              <a:rPr lang="zh-CN" altLang="en-US" sz="2400" b="0" dirty="0">
                <a:solidFill>
                  <a:schemeClr val="tx1"/>
                </a:solidFill>
                <a:latin typeface="DejaVu Sans" panose="020B0603030804020204" charset="0"/>
                <a:ea typeface="方正书宋_GBK" panose="02000000000000000000" charset="-122"/>
                <a:sym typeface="+mn-ea"/>
              </a:rPr>
              <a:t>并发程序在活动过程中动态申请</a:t>
            </a:r>
            <a:r>
              <a:rPr lang="en-US" altLang="zh-CN" sz="2400" b="0" dirty="0">
                <a:solidFill>
                  <a:schemeClr val="tx1"/>
                </a:solidFill>
                <a:latin typeface="DejaVu Sans" panose="020B0603030804020204" charset="0"/>
                <a:ea typeface="方正书宋_GBK" panose="02000000000000000000" charset="-122"/>
                <a:sym typeface="+mn-ea"/>
              </a:rPr>
              <a:t>/</a:t>
            </a:r>
            <a:r>
              <a:rPr lang="zh-CN" altLang="en-US" sz="2400" b="0" dirty="0">
                <a:solidFill>
                  <a:schemeClr val="tx1"/>
                </a:solidFill>
                <a:latin typeface="DejaVu Sans" panose="020B0603030804020204" charset="0"/>
                <a:ea typeface="方正书宋_GBK" panose="02000000000000000000" charset="-122"/>
                <a:sym typeface="+mn-ea"/>
              </a:rPr>
              <a:t>释放系统公共资源，</a:t>
            </a:r>
            <a:br>
              <a:rPr lang="zh-CN" altLang="en-US" sz="2400" b="0" dirty="0">
                <a:solidFill>
                  <a:schemeClr val="tx1"/>
                </a:solidFill>
                <a:latin typeface="DejaVu Sans" panose="020B0603030804020204" charset="0"/>
                <a:ea typeface="方正书宋_GBK" panose="02000000000000000000" charset="-122"/>
                <a:sym typeface="+mn-ea"/>
              </a:rPr>
            </a:br>
            <a:r>
              <a:rPr lang="zh-CN" altLang="en-US" sz="2400" b="0" dirty="0">
                <a:solidFill>
                  <a:schemeClr val="tx1"/>
                </a:solidFill>
                <a:latin typeface="DejaVu Sans" panose="020B0603030804020204" charset="0"/>
                <a:ea typeface="方正书宋_GBK" panose="02000000000000000000" charset="-122"/>
                <a:sym typeface="+mn-ea"/>
              </a:rPr>
              <a:t>比如：处理器</a:t>
            </a:r>
            <a:r>
              <a:rPr lang="en-US" altLang="zh-CN" sz="2400" b="0" dirty="0">
                <a:solidFill>
                  <a:schemeClr val="tx1"/>
                </a:solidFill>
                <a:latin typeface="DejaVu Sans" panose="020B0603030804020204" charset="0"/>
                <a:ea typeface="方正书宋_GBK" panose="02000000000000000000" charset="-122"/>
                <a:sym typeface="+mn-ea"/>
              </a:rPr>
              <a:t>CPU</a:t>
            </a:r>
            <a:r>
              <a:rPr lang="zh-CN" altLang="en-US" sz="2400" b="0" dirty="0">
                <a:solidFill>
                  <a:schemeClr val="tx1"/>
                </a:solidFill>
                <a:latin typeface="DejaVu Sans" panose="020B0603030804020204" charset="0"/>
                <a:ea typeface="方正书宋_GBK" panose="02000000000000000000" charset="-122"/>
                <a:sym typeface="+mn-ea"/>
              </a:rPr>
              <a:t>，主存，各种输入</a:t>
            </a:r>
            <a:r>
              <a:rPr lang="en-US" altLang="zh-CN" sz="2400" b="0" dirty="0">
                <a:solidFill>
                  <a:schemeClr val="tx1"/>
                </a:solidFill>
                <a:latin typeface="DejaVu Sans" panose="020B0603030804020204" charset="0"/>
                <a:ea typeface="方正书宋_GBK" panose="02000000000000000000" charset="-122"/>
                <a:sym typeface="+mn-ea"/>
              </a:rPr>
              <a:t>/</a:t>
            </a:r>
            <a:r>
              <a:rPr lang="zh-CN" altLang="en-US" sz="2400" b="0" dirty="0">
                <a:solidFill>
                  <a:schemeClr val="tx1"/>
                </a:solidFill>
                <a:latin typeface="DejaVu Sans" panose="020B0603030804020204" charset="0"/>
                <a:ea typeface="方正书宋_GBK" panose="02000000000000000000" charset="-122"/>
                <a:sym typeface="+mn-ea"/>
              </a:rPr>
              <a:t>输出设备。</a:t>
            </a:r>
            <a:endParaRPr lang="zh-CN" altLang="en-US" sz="2400" b="0" dirty="0">
              <a:solidFill>
                <a:schemeClr val="tx1"/>
              </a:solidFill>
              <a:latin typeface="DejaVu Sans" panose="020B0603030804020204" charset="0"/>
              <a:ea typeface="方正书宋_GBK" panose="02000000000000000000" charset="-122"/>
            </a:endParaRPr>
          </a:p>
          <a:p>
            <a:pPr marL="571500" lvl="0" indent="-571500" eaLnBrk="0" hangingPunct="0">
              <a:lnSpc>
                <a:spcPct val="90000"/>
              </a:lnSpc>
              <a:spcBef>
                <a:spcPct val="50000"/>
              </a:spcBef>
              <a:buClr>
                <a:schemeClr val="tx2"/>
              </a:buClr>
              <a:buFont typeface="Wingdings" panose="05000000000000000000" pitchFamily="2" charset="2"/>
              <a:buNone/>
            </a:pPr>
            <a:r>
              <a:rPr lang="zh-CN" altLang="en-US" sz="2400" b="0" dirty="0">
                <a:solidFill>
                  <a:schemeClr val="tx1"/>
                </a:solidFill>
                <a:latin typeface="DejaVu Sans" panose="020B0603030804020204" charset="0"/>
                <a:ea typeface="方正书宋_GBK" panose="02000000000000000000" charset="-122"/>
              </a:rPr>
              <a:t>系统资源管理和并发活动控制</a:t>
            </a:r>
            <a:r>
              <a:rPr lang="en-US" altLang="zh-CN" sz="2400" b="0" dirty="0">
                <a:solidFill>
                  <a:schemeClr val="tx1"/>
                </a:solidFill>
                <a:latin typeface="DejaVu Sans" panose="020B0603030804020204" charset="0"/>
                <a:ea typeface="方正书宋_GBK" panose="02000000000000000000" charset="-122"/>
              </a:rPr>
              <a:t>(</a:t>
            </a:r>
            <a:r>
              <a:rPr lang="zh-CN" altLang="en-US" sz="2400" b="0" dirty="0">
                <a:solidFill>
                  <a:schemeClr val="tx1"/>
                </a:solidFill>
                <a:latin typeface="DejaVu Sans" panose="020B0603030804020204" charset="0"/>
                <a:ea typeface="方正书宋_GBK" panose="02000000000000000000" charset="-122"/>
              </a:rPr>
              <a:t>进程管理</a:t>
            </a:r>
            <a:r>
              <a:rPr lang="en-US" altLang="zh-CN" sz="2400" b="0" dirty="0">
                <a:solidFill>
                  <a:schemeClr val="tx1"/>
                </a:solidFill>
                <a:latin typeface="DejaVu Sans" panose="020B0603030804020204" charset="0"/>
                <a:ea typeface="方正书宋_GBK" panose="02000000000000000000" charset="-122"/>
              </a:rPr>
              <a:t>)</a:t>
            </a:r>
            <a:r>
              <a:rPr lang="zh-CN" altLang="en-US" sz="2400" b="0" dirty="0">
                <a:solidFill>
                  <a:schemeClr val="tx1"/>
                </a:solidFill>
                <a:latin typeface="DejaVu Sans" panose="020B0603030804020204" charset="0"/>
                <a:ea typeface="方正书宋_GBK" panose="02000000000000000000" charset="-122"/>
              </a:rPr>
              <a:t>是操作系统的核心功能，这两部分是互相联系，不可分割的。</a:t>
            </a:r>
            <a:endParaRPr lang="zh-CN" altLang="en-US" sz="2400" b="0" dirty="0">
              <a:solidFill>
                <a:schemeClr val="tx1"/>
              </a:solidFill>
              <a:latin typeface="DejaVu Sans" panose="020B0603030804020204" charset="0"/>
              <a:ea typeface="方正书宋_GBK" panose="02000000000000000000" charset="-122"/>
            </a:endParaRPr>
          </a:p>
          <a:p>
            <a:pPr marL="571500" lvl="0" indent="-571500" eaLnBrk="0" hangingPunct="0">
              <a:lnSpc>
                <a:spcPct val="90000"/>
              </a:lnSpc>
              <a:spcBef>
                <a:spcPct val="50000"/>
              </a:spcBef>
              <a:buClr>
                <a:schemeClr val="tx2"/>
              </a:buClr>
              <a:buFont typeface="Wingdings" panose="05000000000000000000" pitchFamily="2" charset="2"/>
              <a:buNone/>
            </a:pPr>
            <a:r>
              <a:rPr lang="zh-CN" altLang="en-US" sz="2400" b="0" dirty="0">
                <a:solidFill>
                  <a:schemeClr val="tx1"/>
                </a:solidFill>
                <a:latin typeface="DejaVu Sans" panose="020B0603030804020204" charset="0"/>
                <a:ea typeface="方正书宋_GBK" panose="02000000000000000000" charset="-122"/>
              </a:rPr>
              <a:t>操作系统资源管理的目标和操作系统的宗旨是一致的，</a:t>
            </a:r>
            <a:br>
              <a:rPr lang="zh-CN" altLang="en-US" sz="2400" b="0" dirty="0">
                <a:solidFill>
                  <a:schemeClr val="tx1"/>
                </a:solidFill>
                <a:latin typeface="DejaVu Sans" panose="020B0603030804020204" charset="0"/>
                <a:ea typeface="方正书宋_GBK" panose="02000000000000000000" charset="-122"/>
              </a:rPr>
            </a:br>
            <a:r>
              <a:rPr lang="zh-CN" altLang="en-US" sz="2400" b="0" dirty="0">
                <a:solidFill>
                  <a:schemeClr val="tx1"/>
                </a:solidFill>
                <a:latin typeface="DejaVu Sans" panose="020B0603030804020204" charset="0"/>
                <a:ea typeface="方正书宋_GBK" panose="02000000000000000000" charset="-122"/>
              </a:rPr>
              <a:t>都是提高系统资源的利用率和方便用户使用。</a:t>
            </a:r>
            <a:endParaRPr lang="zh-CN" altLang="en-US" sz="2400" b="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70659" grpId="0" build="p"/>
      <p:bldP spid="70695"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文本框 60417"/>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43</a:t>
            </a:r>
            <a:endParaRPr lang="zh-CN" altLang="en-US" sz="1400" b="0" dirty="0">
              <a:solidFill>
                <a:schemeClr val="tx2"/>
              </a:solidFill>
              <a:latin typeface="DejaVu Sans" panose="020B0603030804020204" charset="0"/>
              <a:ea typeface="方正书宋_GBK" panose="02000000000000000000" charset="-122"/>
            </a:endParaRPr>
          </a:p>
        </p:txBody>
      </p:sp>
      <p:grpSp>
        <p:nvGrpSpPr>
          <p:cNvPr id="71683" name="组合 71682"/>
          <p:cNvGrpSpPr/>
          <p:nvPr/>
        </p:nvGrpSpPr>
        <p:grpSpPr>
          <a:xfrm>
            <a:off x="442913" y="3627120"/>
            <a:ext cx="7154862" cy="747713"/>
            <a:chOff x="0" y="0"/>
            <a:chExt cx="4059" cy="471"/>
          </a:xfrm>
        </p:grpSpPr>
        <p:sp>
          <p:nvSpPr>
            <p:cNvPr id="2" name="文本框 60419"/>
            <p:cNvSpPr txBox="1"/>
            <p:nvPr/>
          </p:nvSpPr>
          <p:spPr>
            <a:xfrm>
              <a:off x="0" y="0"/>
              <a:ext cx="743" cy="439"/>
            </a:xfrm>
            <a:prstGeom prst="rect">
              <a:avLst/>
            </a:prstGeom>
            <a:noFill/>
            <a:ln w="9525">
              <a:noFill/>
              <a:miter/>
            </a:ln>
          </p:spPr>
          <p:txBody>
            <a:bodyPr anchor="t">
              <a:spAutoFit/>
            </a:bodyPr>
            <a:p>
              <a:pPr lvl="0">
                <a:spcBef>
                  <a:spcPct val="20000"/>
                </a:spcBef>
              </a:pPr>
              <a:r>
                <a:rPr lang="zh-CN" altLang="en-US" sz="1800" dirty="0">
                  <a:solidFill>
                    <a:schemeClr val="tx1"/>
                  </a:solidFill>
                  <a:latin typeface="DejaVu Sans" panose="020B0603030804020204" charset="0"/>
                  <a:ea typeface="方正书宋_GBK" panose="02000000000000000000" charset="-122"/>
                </a:rPr>
                <a:t>操作系统</a:t>
              </a:r>
              <a:endParaRPr lang="zh-CN" altLang="en-US" sz="1800" dirty="0">
                <a:solidFill>
                  <a:schemeClr val="tx1"/>
                </a:solidFill>
                <a:latin typeface="DejaVu Sans" panose="020B0603030804020204" charset="0"/>
                <a:ea typeface="方正书宋_GBK" panose="02000000000000000000" charset="-122"/>
              </a:endParaRPr>
            </a:p>
            <a:p>
              <a:pPr lvl="0">
                <a:spcBef>
                  <a:spcPct val="20000"/>
                </a:spcBef>
              </a:pPr>
              <a:r>
                <a:rPr lang="zh-CN" altLang="en-US" sz="1800" dirty="0">
                  <a:solidFill>
                    <a:schemeClr val="tx1"/>
                  </a:solidFill>
                  <a:latin typeface="DejaVu Sans" panose="020B0603030804020204" charset="0"/>
                  <a:ea typeface="方正书宋_GBK" panose="02000000000000000000" charset="-122"/>
                </a:rPr>
                <a:t>功能模块</a:t>
              </a:r>
              <a:endParaRPr lang="zh-CN" altLang="en-US" sz="1800" dirty="0">
                <a:solidFill>
                  <a:schemeClr val="tx1"/>
                </a:solidFill>
                <a:latin typeface="DejaVu Sans" panose="020B0603030804020204" charset="0"/>
                <a:ea typeface="方正书宋_GBK" panose="02000000000000000000" charset="-122"/>
              </a:endParaRPr>
            </a:p>
          </p:txBody>
        </p:sp>
        <p:sp>
          <p:nvSpPr>
            <p:cNvPr id="71684" name="文本框 60420"/>
            <p:cNvSpPr txBox="1"/>
            <p:nvPr/>
          </p:nvSpPr>
          <p:spPr>
            <a:xfrm>
              <a:off x="863" y="11"/>
              <a:ext cx="527" cy="460"/>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20000"/>
                </a:spcBef>
                <a:spcAft>
                  <a:spcPct val="10000"/>
                </a:spcAft>
              </a:pPr>
              <a:r>
                <a:rPr lang="zh-CN" altLang="en-US" sz="1800" dirty="0">
                  <a:solidFill>
                    <a:schemeClr val="tx1"/>
                  </a:solidFill>
                  <a:latin typeface="DejaVu Sans" panose="020B0603030804020204" charset="0"/>
                  <a:ea typeface="方正书宋_GBK" panose="02000000000000000000" charset="-122"/>
                </a:rPr>
                <a:t>处理机</a:t>
              </a:r>
              <a:endParaRPr lang="zh-CN" altLang="en-US" sz="1800" dirty="0">
                <a:solidFill>
                  <a:schemeClr val="tx1"/>
                </a:solidFill>
                <a:latin typeface="DejaVu Sans" panose="020B0603030804020204" charset="0"/>
                <a:ea typeface="方正书宋_GBK" panose="02000000000000000000" charset="-122"/>
              </a:endParaRPr>
            </a:p>
            <a:p>
              <a:pPr lvl="0">
                <a:spcBef>
                  <a:spcPct val="20000"/>
                </a:spcBef>
                <a:spcAft>
                  <a:spcPct val="10000"/>
                </a:spcAft>
              </a:pPr>
              <a:r>
                <a:rPr lang="zh-CN" altLang="en-US" sz="1800" dirty="0">
                  <a:solidFill>
                    <a:schemeClr val="tx1"/>
                  </a:solidFill>
                  <a:latin typeface="DejaVu Sans" panose="020B0603030804020204" charset="0"/>
                  <a:ea typeface="方正书宋_GBK" panose="02000000000000000000" charset="-122"/>
                </a:rPr>
                <a:t>管  理</a:t>
              </a:r>
              <a:endParaRPr lang="zh-CN" altLang="en-US" sz="1800" dirty="0">
                <a:solidFill>
                  <a:schemeClr val="tx1"/>
                </a:solidFill>
                <a:latin typeface="DejaVu Sans" panose="020B0603030804020204" charset="0"/>
                <a:ea typeface="方正书宋_GBK" panose="02000000000000000000" charset="-122"/>
              </a:endParaRPr>
            </a:p>
          </p:txBody>
        </p:sp>
        <p:sp>
          <p:nvSpPr>
            <p:cNvPr id="71685" name="文本框 60421"/>
            <p:cNvSpPr txBox="1"/>
            <p:nvPr/>
          </p:nvSpPr>
          <p:spPr>
            <a:xfrm>
              <a:off x="1738" y="11"/>
              <a:ext cx="518" cy="460"/>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20000"/>
                </a:spcBef>
                <a:spcAft>
                  <a:spcPct val="10000"/>
                </a:spcAft>
              </a:pPr>
              <a:r>
                <a:rPr lang="zh-CN" altLang="en-US" sz="1800" dirty="0">
                  <a:solidFill>
                    <a:schemeClr val="tx1"/>
                  </a:solidFill>
                  <a:latin typeface="DejaVu Sans" panose="020B0603030804020204" charset="0"/>
                  <a:ea typeface="方正书宋_GBK" panose="02000000000000000000" charset="-122"/>
                </a:rPr>
                <a:t>存储器</a:t>
              </a:r>
              <a:endParaRPr lang="zh-CN" altLang="en-US" sz="1800" dirty="0">
                <a:solidFill>
                  <a:schemeClr val="tx1"/>
                </a:solidFill>
                <a:latin typeface="DejaVu Sans" panose="020B0603030804020204" charset="0"/>
                <a:ea typeface="方正书宋_GBK" panose="02000000000000000000" charset="-122"/>
              </a:endParaRPr>
            </a:p>
            <a:p>
              <a:pPr lvl="0">
                <a:spcBef>
                  <a:spcPct val="20000"/>
                </a:spcBef>
                <a:spcAft>
                  <a:spcPct val="10000"/>
                </a:spcAft>
              </a:pPr>
              <a:r>
                <a:rPr lang="zh-CN" altLang="en-US" sz="1800" dirty="0">
                  <a:solidFill>
                    <a:schemeClr val="tx1"/>
                  </a:solidFill>
                  <a:latin typeface="DejaVu Sans" panose="020B0603030804020204" charset="0"/>
                  <a:ea typeface="方正书宋_GBK" panose="02000000000000000000" charset="-122"/>
                </a:rPr>
                <a:t>管   理</a:t>
              </a:r>
              <a:endParaRPr lang="zh-CN" altLang="en-US" sz="1800" dirty="0">
                <a:solidFill>
                  <a:schemeClr val="tx1"/>
                </a:solidFill>
                <a:latin typeface="DejaVu Sans" panose="020B0603030804020204" charset="0"/>
                <a:ea typeface="方正书宋_GBK" panose="02000000000000000000" charset="-122"/>
              </a:endParaRPr>
            </a:p>
          </p:txBody>
        </p:sp>
        <p:sp>
          <p:nvSpPr>
            <p:cNvPr id="71686" name="文本框 60422"/>
            <p:cNvSpPr txBox="1"/>
            <p:nvPr/>
          </p:nvSpPr>
          <p:spPr>
            <a:xfrm>
              <a:off x="2687" y="11"/>
              <a:ext cx="498" cy="460"/>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20000"/>
                </a:spcBef>
                <a:spcAft>
                  <a:spcPct val="10000"/>
                </a:spcAft>
              </a:pPr>
              <a:r>
                <a:rPr lang="zh-CN" altLang="en-US" sz="1800" dirty="0">
                  <a:solidFill>
                    <a:schemeClr val="tx1"/>
                  </a:solidFill>
                  <a:latin typeface="DejaVu Sans" panose="020B0603030804020204" charset="0"/>
                  <a:ea typeface="方正书宋_GBK" panose="02000000000000000000" charset="-122"/>
                </a:rPr>
                <a:t>设 备</a:t>
              </a:r>
              <a:endParaRPr lang="zh-CN" altLang="en-US" sz="1800" dirty="0">
                <a:solidFill>
                  <a:schemeClr val="tx1"/>
                </a:solidFill>
                <a:latin typeface="DejaVu Sans" panose="020B0603030804020204" charset="0"/>
                <a:ea typeface="方正书宋_GBK" panose="02000000000000000000" charset="-122"/>
              </a:endParaRPr>
            </a:p>
            <a:p>
              <a:pPr lvl="0">
                <a:spcBef>
                  <a:spcPct val="20000"/>
                </a:spcBef>
                <a:spcAft>
                  <a:spcPct val="10000"/>
                </a:spcAft>
              </a:pPr>
              <a:r>
                <a:rPr lang="zh-CN" altLang="en-US" sz="1800" dirty="0">
                  <a:solidFill>
                    <a:schemeClr val="tx1"/>
                  </a:solidFill>
                  <a:latin typeface="DejaVu Sans" panose="020B0603030804020204" charset="0"/>
                  <a:ea typeface="方正书宋_GBK" panose="02000000000000000000" charset="-122"/>
                </a:rPr>
                <a:t>管 理</a:t>
              </a:r>
              <a:endParaRPr lang="zh-CN" altLang="en-US" sz="1800" dirty="0">
                <a:solidFill>
                  <a:schemeClr val="tx1"/>
                </a:solidFill>
                <a:latin typeface="DejaVu Sans" panose="020B0603030804020204" charset="0"/>
                <a:ea typeface="方正书宋_GBK" panose="02000000000000000000" charset="-122"/>
              </a:endParaRPr>
            </a:p>
          </p:txBody>
        </p:sp>
        <p:sp>
          <p:nvSpPr>
            <p:cNvPr id="71687" name="文本框 60423"/>
            <p:cNvSpPr txBox="1"/>
            <p:nvPr/>
          </p:nvSpPr>
          <p:spPr>
            <a:xfrm>
              <a:off x="3602" y="11"/>
              <a:ext cx="457" cy="460"/>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20000"/>
                </a:spcBef>
                <a:spcAft>
                  <a:spcPct val="10000"/>
                </a:spcAft>
              </a:pPr>
              <a:r>
                <a:rPr lang="zh-CN" altLang="en-US" sz="1800" dirty="0">
                  <a:solidFill>
                    <a:schemeClr val="tx1"/>
                  </a:solidFill>
                  <a:latin typeface="DejaVu Sans" panose="020B0603030804020204" charset="0"/>
                  <a:ea typeface="方正书宋_GBK" panose="02000000000000000000" charset="-122"/>
                </a:rPr>
                <a:t>文 件</a:t>
              </a:r>
              <a:endParaRPr lang="zh-CN" altLang="en-US" sz="1800" dirty="0">
                <a:solidFill>
                  <a:schemeClr val="tx1"/>
                </a:solidFill>
                <a:latin typeface="DejaVu Sans" panose="020B0603030804020204" charset="0"/>
                <a:ea typeface="方正书宋_GBK" panose="02000000000000000000" charset="-122"/>
              </a:endParaRPr>
            </a:p>
            <a:p>
              <a:pPr lvl="0">
                <a:spcBef>
                  <a:spcPct val="20000"/>
                </a:spcBef>
                <a:spcAft>
                  <a:spcPct val="10000"/>
                </a:spcAft>
              </a:pPr>
              <a:r>
                <a:rPr lang="zh-CN" altLang="en-US" sz="1800" dirty="0">
                  <a:solidFill>
                    <a:schemeClr val="tx1"/>
                  </a:solidFill>
                  <a:latin typeface="DejaVu Sans" panose="020B0603030804020204" charset="0"/>
                  <a:ea typeface="方正书宋_GBK" panose="02000000000000000000" charset="-122"/>
                </a:rPr>
                <a:t>系 统</a:t>
              </a:r>
              <a:endParaRPr lang="zh-CN" altLang="en-US" sz="1800" dirty="0">
                <a:solidFill>
                  <a:schemeClr val="tx1"/>
                </a:solidFill>
                <a:latin typeface="DejaVu Sans" panose="020B0603030804020204" charset="0"/>
                <a:ea typeface="方正书宋_GBK" panose="02000000000000000000" charset="-122"/>
              </a:endParaRPr>
            </a:p>
          </p:txBody>
        </p:sp>
      </p:grpSp>
      <p:grpSp>
        <p:nvGrpSpPr>
          <p:cNvPr id="71689" name="组合 71688"/>
          <p:cNvGrpSpPr/>
          <p:nvPr/>
        </p:nvGrpSpPr>
        <p:grpSpPr>
          <a:xfrm>
            <a:off x="2463800" y="2773045"/>
            <a:ext cx="4670425" cy="685800"/>
            <a:chOff x="0" y="0"/>
            <a:chExt cx="2942" cy="432"/>
          </a:xfrm>
        </p:grpSpPr>
        <p:sp>
          <p:nvSpPr>
            <p:cNvPr id="3" name="直接连接符 60425"/>
            <p:cNvSpPr/>
            <p:nvPr/>
          </p:nvSpPr>
          <p:spPr>
            <a:xfrm flipV="1">
              <a:off x="0" y="0"/>
              <a:ext cx="0" cy="432"/>
            </a:xfrm>
            <a:prstGeom prst="line">
              <a:avLst/>
            </a:prstGeom>
            <a:ln w="25400"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71690" name="直接连接符 60426"/>
            <p:cNvSpPr/>
            <p:nvPr/>
          </p:nvSpPr>
          <p:spPr>
            <a:xfrm flipV="1">
              <a:off x="933" y="0"/>
              <a:ext cx="0" cy="432"/>
            </a:xfrm>
            <a:prstGeom prst="line">
              <a:avLst/>
            </a:prstGeom>
            <a:ln w="25400"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71691" name="直接连接符 60427"/>
            <p:cNvSpPr/>
            <p:nvPr/>
          </p:nvSpPr>
          <p:spPr>
            <a:xfrm flipV="1">
              <a:off x="1958" y="0"/>
              <a:ext cx="0" cy="432"/>
            </a:xfrm>
            <a:prstGeom prst="line">
              <a:avLst/>
            </a:prstGeom>
            <a:ln w="25400"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71692" name="直接连接符 60428"/>
            <p:cNvSpPr/>
            <p:nvPr/>
          </p:nvSpPr>
          <p:spPr>
            <a:xfrm flipV="1">
              <a:off x="2942" y="0"/>
              <a:ext cx="0" cy="432"/>
            </a:xfrm>
            <a:prstGeom prst="line">
              <a:avLst/>
            </a:prstGeom>
            <a:ln w="25400" cap="flat" cmpd="sng">
              <a:solidFill>
                <a:schemeClr val="tx1"/>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grpSp>
      <p:grpSp>
        <p:nvGrpSpPr>
          <p:cNvPr id="71694" name="组合 71693"/>
          <p:cNvGrpSpPr/>
          <p:nvPr/>
        </p:nvGrpSpPr>
        <p:grpSpPr>
          <a:xfrm>
            <a:off x="742950" y="1933258"/>
            <a:ext cx="6769100" cy="733425"/>
            <a:chOff x="0" y="0"/>
            <a:chExt cx="4264" cy="462"/>
          </a:xfrm>
        </p:grpSpPr>
        <p:sp>
          <p:nvSpPr>
            <p:cNvPr id="4" name="文本框 60430"/>
            <p:cNvSpPr txBox="1"/>
            <p:nvPr/>
          </p:nvSpPr>
          <p:spPr>
            <a:xfrm>
              <a:off x="0" y="0"/>
              <a:ext cx="613" cy="439"/>
            </a:xfrm>
            <a:prstGeom prst="rect">
              <a:avLst/>
            </a:prstGeom>
            <a:noFill/>
            <a:ln w="9525">
              <a:noFill/>
              <a:miter/>
            </a:ln>
          </p:spPr>
          <p:txBody>
            <a:bodyPr anchor="t">
              <a:spAutoFit/>
            </a:bodyPr>
            <a:p>
              <a:pPr lvl="0">
                <a:spcBef>
                  <a:spcPct val="20000"/>
                </a:spcBef>
              </a:pPr>
              <a:r>
                <a:rPr lang="zh-CN" altLang="en-US" sz="1800" dirty="0">
                  <a:solidFill>
                    <a:schemeClr val="tx1"/>
                  </a:solidFill>
                  <a:latin typeface="DejaVu Sans" panose="020B0603030804020204" charset="0"/>
                  <a:ea typeface="方正书宋_GBK" panose="02000000000000000000" charset="-122"/>
                </a:rPr>
                <a:t>系  统</a:t>
              </a:r>
              <a:endParaRPr lang="zh-CN" altLang="en-US" sz="1800" dirty="0">
                <a:solidFill>
                  <a:schemeClr val="tx1"/>
                </a:solidFill>
                <a:latin typeface="DejaVu Sans" panose="020B0603030804020204" charset="0"/>
                <a:ea typeface="方正书宋_GBK" panose="02000000000000000000" charset="-122"/>
              </a:endParaRPr>
            </a:p>
            <a:p>
              <a:pPr lvl="0">
                <a:spcBef>
                  <a:spcPct val="20000"/>
                </a:spcBef>
              </a:pPr>
              <a:r>
                <a:rPr lang="zh-CN" altLang="en-US" sz="1800" dirty="0">
                  <a:solidFill>
                    <a:schemeClr val="tx1"/>
                  </a:solidFill>
                  <a:latin typeface="DejaVu Sans" panose="020B0603030804020204" charset="0"/>
                  <a:ea typeface="方正书宋_GBK" panose="02000000000000000000" charset="-122"/>
                </a:rPr>
                <a:t>资  源</a:t>
              </a:r>
              <a:endParaRPr lang="zh-CN" altLang="en-US" sz="1800" dirty="0">
                <a:solidFill>
                  <a:schemeClr val="tx1"/>
                </a:solidFill>
                <a:latin typeface="DejaVu Sans" panose="020B0603030804020204" charset="0"/>
                <a:ea typeface="方正书宋_GBK" panose="02000000000000000000" charset="-122"/>
              </a:endParaRPr>
            </a:p>
          </p:txBody>
        </p:sp>
        <p:sp>
          <p:nvSpPr>
            <p:cNvPr id="71695" name="文本框 60431"/>
            <p:cNvSpPr txBox="1"/>
            <p:nvPr/>
          </p:nvSpPr>
          <p:spPr>
            <a:xfrm>
              <a:off x="773" y="94"/>
              <a:ext cx="582" cy="272"/>
            </a:xfrm>
            <a:prstGeom prst="rect">
              <a:avLst/>
            </a:prstGeom>
            <a:noFill/>
            <a:ln w="9525" cap="flat" cmpd="sng">
              <a:solidFill>
                <a:schemeClr val="tx1"/>
              </a:solidFill>
              <a:prstDash val="solid"/>
              <a:miter/>
              <a:headEnd type="none" w="med" len="med"/>
              <a:tailEnd type="none" w="med" len="med"/>
            </a:ln>
          </p:spPr>
          <p:txBody>
            <a:bodyPr anchor="t">
              <a:spAutoFit/>
            </a:bodyPr>
            <a:p>
              <a:pPr lvl="0" algn="ctr">
                <a:lnSpc>
                  <a:spcPct val="120000"/>
                </a:lnSpc>
                <a:spcBef>
                  <a:spcPct val="100000"/>
                </a:spcBef>
                <a:spcAft>
                  <a:spcPct val="100000"/>
                </a:spcAft>
              </a:pPr>
              <a:r>
                <a:rPr lang="zh-CN" altLang="en-US" sz="1800" dirty="0">
                  <a:solidFill>
                    <a:schemeClr val="tx1"/>
                  </a:solidFill>
                  <a:latin typeface="DejaVu Sans" panose="020B0603030804020204" charset="0"/>
                  <a:ea typeface="方正书宋_GBK" panose="02000000000000000000" charset="-122"/>
                </a:rPr>
                <a:t>处理机</a:t>
              </a:r>
              <a:endParaRPr lang="zh-CN" altLang="en-US" sz="1800" dirty="0">
                <a:solidFill>
                  <a:schemeClr val="tx1"/>
                </a:solidFill>
                <a:latin typeface="DejaVu Sans" panose="020B0603030804020204" charset="0"/>
                <a:ea typeface="方正书宋_GBK" panose="02000000000000000000" charset="-122"/>
              </a:endParaRPr>
            </a:p>
          </p:txBody>
        </p:sp>
        <p:sp>
          <p:nvSpPr>
            <p:cNvPr id="71696" name="文本框 60432"/>
            <p:cNvSpPr txBox="1"/>
            <p:nvPr/>
          </p:nvSpPr>
          <p:spPr>
            <a:xfrm>
              <a:off x="2832" y="18"/>
              <a:ext cx="451" cy="444"/>
            </a:xfrm>
            <a:prstGeom prst="rect">
              <a:avLst/>
            </a:prstGeom>
            <a:noFill/>
            <a:ln w="9525" cap="flat" cmpd="sng">
              <a:solidFill>
                <a:schemeClr val="tx1"/>
              </a:solidFill>
              <a:prstDash val="solid"/>
              <a:miter/>
              <a:headEnd type="none" w="med" len="med"/>
              <a:tailEnd type="none" w="med" len="med"/>
            </a:ln>
          </p:spPr>
          <p:txBody>
            <a:bodyPr anchor="t">
              <a:spAutoFit/>
            </a:bodyPr>
            <a:p>
              <a:pPr lvl="0" algn="ctr">
                <a:spcBef>
                  <a:spcPct val="40000"/>
                </a:spcBef>
                <a:spcAft>
                  <a:spcPct val="10000"/>
                </a:spcAft>
              </a:pPr>
              <a:r>
                <a:rPr lang="en-US" altLang="x-none" sz="1800" dirty="0">
                  <a:solidFill>
                    <a:schemeClr val="tx1"/>
                  </a:solidFill>
                  <a:latin typeface="DejaVu Sans" panose="020B0603030804020204" charset="0"/>
                  <a:ea typeface="方正书宋_GBK" panose="02000000000000000000" charset="-122"/>
                </a:rPr>
                <a:t>I/O</a:t>
              </a:r>
              <a:endParaRPr lang="en-US" altLang="x-none" sz="1800" dirty="0">
                <a:solidFill>
                  <a:schemeClr val="tx1"/>
                </a:solidFill>
                <a:latin typeface="DejaVu Sans" panose="020B0603030804020204" charset="0"/>
                <a:ea typeface="方正书宋_GBK" panose="02000000000000000000" charset="-122"/>
              </a:endParaRPr>
            </a:p>
            <a:p>
              <a:pPr lvl="0" algn="ctr">
                <a:spcBef>
                  <a:spcPct val="10000"/>
                </a:spcBef>
                <a:spcAft>
                  <a:spcPct val="10000"/>
                </a:spcAft>
              </a:pPr>
              <a:r>
                <a:rPr lang="zh-CN" altLang="en-US" sz="1800" dirty="0">
                  <a:solidFill>
                    <a:schemeClr val="tx1"/>
                  </a:solidFill>
                  <a:latin typeface="DejaVu Sans" panose="020B0603030804020204" charset="0"/>
                  <a:ea typeface="方正书宋_GBK" panose="02000000000000000000" charset="-122"/>
                </a:rPr>
                <a:t>设备</a:t>
              </a:r>
              <a:endParaRPr lang="zh-CN" altLang="en-US" sz="1800" dirty="0">
                <a:solidFill>
                  <a:schemeClr val="tx1"/>
                </a:solidFill>
                <a:latin typeface="DejaVu Sans" panose="020B0603030804020204" charset="0"/>
                <a:ea typeface="方正书宋_GBK" panose="02000000000000000000" charset="-122"/>
              </a:endParaRPr>
            </a:p>
          </p:txBody>
        </p:sp>
        <p:sp>
          <p:nvSpPr>
            <p:cNvPr id="71697" name="文本框 60433"/>
            <p:cNvSpPr txBox="1"/>
            <p:nvPr/>
          </p:nvSpPr>
          <p:spPr>
            <a:xfrm>
              <a:off x="3843" y="18"/>
              <a:ext cx="421" cy="444"/>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40000"/>
                </a:spcBef>
                <a:spcAft>
                  <a:spcPct val="10000"/>
                </a:spcAft>
              </a:pPr>
              <a:r>
                <a:rPr lang="zh-CN" altLang="en-US" sz="1800" dirty="0">
                  <a:solidFill>
                    <a:schemeClr val="tx1"/>
                  </a:solidFill>
                  <a:latin typeface="DejaVu Sans" panose="020B0603030804020204" charset="0"/>
                  <a:ea typeface="方正书宋_GBK" panose="02000000000000000000" charset="-122"/>
                </a:rPr>
                <a:t>软件</a:t>
              </a:r>
              <a:endParaRPr lang="zh-CN" altLang="en-US" sz="1800" dirty="0">
                <a:solidFill>
                  <a:schemeClr val="tx1"/>
                </a:solidFill>
                <a:latin typeface="DejaVu Sans" panose="020B0603030804020204" charset="0"/>
                <a:ea typeface="方正书宋_GBK" panose="02000000000000000000" charset="-122"/>
              </a:endParaRPr>
            </a:p>
            <a:p>
              <a:pPr lvl="0">
                <a:spcBef>
                  <a:spcPct val="10000"/>
                </a:spcBef>
                <a:spcAft>
                  <a:spcPct val="10000"/>
                </a:spcAft>
              </a:pPr>
              <a:r>
                <a:rPr lang="zh-CN" altLang="en-US" sz="1800" dirty="0">
                  <a:solidFill>
                    <a:schemeClr val="tx1"/>
                  </a:solidFill>
                  <a:latin typeface="DejaVu Sans" panose="020B0603030804020204" charset="0"/>
                  <a:ea typeface="方正书宋_GBK" panose="02000000000000000000" charset="-122"/>
                </a:rPr>
                <a:t>资源</a:t>
              </a:r>
              <a:endParaRPr lang="zh-CN" altLang="en-US" sz="1800" dirty="0">
                <a:solidFill>
                  <a:schemeClr val="tx1"/>
                </a:solidFill>
                <a:latin typeface="DejaVu Sans" panose="020B0603030804020204" charset="0"/>
                <a:ea typeface="方正书宋_GBK" panose="02000000000000000000" charset="-122"/>
              </a:endParaRPr>
            </a:p>
          </p:txBody>
        </p:sp>
        <p:sp>
          <p:nvSpPr>
            <p:cNvPr id="71698" name="文本框 60434"/>
            <p:cNvSpPr txBox="1"/>
            <p:nvPr/>
          </p:nvSpPr>
          <p:spPr>
            <a:xfrm>
              <a:off x="1725" y="94"/>
              <a:ext cx="582" cy="272"/>
            </a:xfrm>
            <a:prstGeom prst="rect">
              <a:avLst/>
            </a:prstGeom>
            <a:noFill/>
            <a:ln w="9525" cap="flat" cmpd="sng">
              <a:solidFill>
                <a:schemeClr val="tx1"/>
              </a:solidFill>
              <a:prstDash val="solid"/>
              <a:miter/>
              <a:headEnd type="none" w="med" len="med"/>
              <a:tailEnd type="none" w="med" len="med"/>
            </a:ln>
          </p:spPr>
          <p:txBody>
            <a:bodyPr anchor="t">
              <a:spAutoFit/>
            </a:bodyPr>
            <a:p>
              <a:pPr lvl="0" algn="ctr">
                <a:lnSpc>
                  <a:spcPct val="120000"/>
                </a:lnSpc>
                <a:spcBef>
                  <a:spcPct val="100000"/>
                </a:spcBef>
                <a:spcAft>
                  <a:spcPct val="100000"/>
                </a:spcAft>
              </a:pPr>
              <a:r>
                <a:rPr lang="zh-CN" altLang="en-US" sz="1800" dirty="0">
                  <a:solidFill>
                    <a:schemeClr val="tx1"/>
                  </a:solidFill>
                  <a:latin typeface="DejaVu Sans" panose="020B0603030804020204" charset="0"/>
                  <a:ea typeface="方正书宋_GBK" panose="02000000000000000000" charset="-122"/>
                </a:rPr>
                <a:t>存储器</a:t>
              </a:r>
              <a:endParaRPr lang="zh-CN" altLang="en-US" sz="1800" dirty="0">
                <a:solidFill>
                  <a:schemeClr val="tx1"/>
                </a:solidFill>
                <a:latin typeface="DejaVu Sans" panose="020B0603030804020204" charset="0"/>
                <a:ea typeface="方正书宋_GBK" panose="02000000000000000000" charset="-122"/>
              </a:endParaRPr>
            </a:p>
          </p:txBody>
        </p:sp>
      </p:grpSp>
      <p:sp>
        <p:nvSpPr>
          <p:cNvPr id="71701" name="矩形 60436"/>
          <p:cNvSpPr/>
          <p:nvPr/>
        </p:nvSpPr>
        <p:spPr>
          <a:xfrm>
            <a:off x="242888" y="701675"/>
            <a:ext cx="6475413" cy="67627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操作系统的资源管理模块</a:t>
            </a:r>
            <a:endPar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1702" name="矩形 60437"/>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操作系统的资源管理功能</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7170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文本框 56321"/>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39</a:t>
            </a:r>
            <a:endParaRPr lang="zh-CN" altLang="en-US" sz="1400" b="0" dirty="0">
              <a:solidFill>
                <a:schemeClr val="tx2"/>
              </a:solidFill>
              <a:latin typeface="DejaVu Sans" panose="020B0603030804020204" charset="0"/>
              <a:ea typeface="方正书宋_GBK" panose="02000000000000000000" charset="-122"/>
            </a:endParaRPr>
          </a:p>
        </p:txBody>
      </p:sp>
      <p:sp>
        <p:nvSpPr>
          <p:cNvPr id="72707" name="矩形 56322"/>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操作系统的资源管理功能</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2708" name="矩形 56323"/>
          <p:cNvSpPr/>
          <p:nvPr/>
        </p:nvSpPr>
        <p:spPr>
          <a:xfrm>
            <a:off x="706755" y="1756410"/>
            <a:ext cx="7319010" cy="1042035"/>
          </a:xfrm>
          <a:prstGeom prst="rect">
            <a:avLst/>
          </a:prstGeom>
          <a:noFill/>
          <a:ln w="9525">
            <a:noFill/>
            <a:miter/>
          </a:ln>
        </p:spPr>
        <p:txBody>
          <a:bodyPr wrap="square">
            <a:spAutoFit/>
          </a:bodyPr>
          <a:p>
            <a:pPr marL="533400" lvl="0" indent="-533400" algn="l" fontAlgn="base">
              <a:lnSpc>
                <a:spcPct val="120000"/>
              </a:lnSpc>
              <a:spcBef>
                <a:spcPct val="20000"/>
              </a:spcBef>
              <a:buClr>
                <a:schemeClr val="tx2"/>
              </a:buClr>
              <a:buSzPct val="95000"/>
            </a:pPr>
            <a:r>
              <a:rPr lang="x-none" altLang="zh-CN"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多个进程竞争一个CPU时，决定</a:t>
            </a: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先</a:t>
            </a:r>
            <a:r>
              <a:rPr lang="x-none" altLang="zh-CN"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运行</a:t>
            </a: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哪个</a:t>
            </a:r>
            <a:r>
              <a:rPr lang="x-none" altLang="zh-CN"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进程;</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marL="533400" lvl="0" indent="-533400" algn="l" fontAlgn="base">
              <a:lnSpc>
                <a:spcPct val="120000"/>
              </a:lnSpc>
              <a:spcBef>
                <a:spcPct val="20000"/>
              </a:spcBef>
              <a:buClr>
                <a:schemeClr val="tx2"/>
              </a:buClr>
              <a:buSzPct val="95000"/>
            </a:pP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它占用多长时间，</a:t>
            </a:r>
            <a:r>
              <a:rPr lang="x-none" altLang="zh-CN"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如何让出CPU;</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72709" name="矩形 56324"/>
          <p:cNvSpPr/>
          <p:nvPr/>
        </p:nvSpPr>
        <p:spPr>
          <a:xfrm>
            <a:off x="157163" y="501650"/>
            <a:ext cx="6475413" cy="67627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处理机管理</a:t>
            </a:r>
            <a:endPar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2710" name="矩形 56325"/>
          <p:cNvSpPr/>
          <p:nvPr/>
        </p:nvSpPr>
        <p:spPr>
          <a:xfrm>
            <a:off x="665163" y="1120775"/>
            <a:ext cx="414020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提出进程调度策略</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2711" name="矩形 56326"/>
          <p:cNvSpPr/>
          <p:nvPr/>
        </p:nvSpPr>
        <p:spPr>
          <a:xfrm>
            <a:off x="1106488" y="4314825"/>
            <a:ext cx="6188075" cy="566738"/>
          </a:xfrm>
          <a:prstGeom prst="rect">
            <a:avLst/>
          </a:prstGeom>
          <a:noFill/>
          <a:ln w="9525">
            <a:noFill/>
            <a:miter/>
          </a:ln>
        </p:spPr>
        <p:txBody>
          <a:bodyPr>
            <a:spAutoFit/>
          </a:bodyPr>
          <a:p>
            <a:pPr marL="533400" lvl="0" indent="-533400" algn="l" fontAlgn="base">
              <a:lnSpc>
                <a:spcPct val="130000"/>
              </a:lnSpc>
              <a:spcBef>
                <a:spcPct val="30000"/>
              </a:spcBef>
              <a:buClr>
                <a:schemeClr val="tx2"/>
              </a:buClr>
              <a:buSzPct val="95000"/>
            </a:pP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在调度时机到来时，进行处理机分派。</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72712" name="矩形 56327"/>
          <p:cNvSpPr/>
          <p:nvPr/>
        </p:nvSpPr>
        <p:spPr>
          <a:xfrm>
            <a:off x="681038" y="2922588"/>
            <a:ext cx="414020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给出进程调度算法</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2713" name="矩形 56328"/>
          <p:cNvSpPr/>
          <p:nvPr/>
        </p:nvSpPr>
        <p:spPr>
          <a:xfrm>
            <a:off x="682625" y="3652838"/>
            <a:ext cx="414020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(3)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进行处理机的分派</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72708" grpId="0"/>
      <p:bldP spid="72709" grpId="0"/>
      <p:bldP spid="72710" grpId="0"/>
      <p:bldP spid="72711" grpId="0"/>
      <p:bldP spid="72712" grpId="0"/>
      <p:bldP spid="7271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文本框 57345"/>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40</a:t>
            </a:r>
            <a:endParaRPr lang="zh-CN" altLang="en-US" sz="1400" b="0" dirty="0">
              <a:solidFill>
                <a:schemeClr val="tx2"/>
              </a:solidFill>
              <a:latin typeface="DejaVu Sans" panose="020B0603030804020204" charset="0"/>
              <a:ea typeface="方正书宋_GBK" panose="02000000000000000000" charset="-122"/>
            </a:endParaRPr>
          </a:p>
        </p:txBody>
      </p:sp>
      <p:sp>
        <p:nvSpPr>
          <p:cNvPr id="73731" name="矩形 57346"/>
          <p:cNvSpPr/>
          <p:nvPr/>
        </p:nvSpPr>
        <p:spPr>
          <a:xfrm>
            <a:off x="1119188" y="1727200"/>
            <a:ext cx="8024813" cy="1407795"/>
          </a:xfrm>
          <a:prstGeom prst="rect">
            <a:avLst/>
          </a:prstGeom>
          <a:noFill/>
          <a:ln w="9525">
            <a:noFill/>
            <a:miter/>
          </a:ln>
        </p:spPr>
        <p:txBody>
          <a:bodyPr>
            <a:spAutoFit/>
          </a:bodyPr>
          <a:p>
            <a:pPr marL="533400" lvl="0" indent="-533400" algn="l" fontAlgn="base">
              <a:lnSpc>
                <a:spcPct val="120000"/>
              </a:lnSpc>
              <a:spcBef>
                <a:spcPct val="20000"/>
              </a:spcBef>
              <a:buClr>
                <a:schemeClr val="tx2"/>
              </a:buClr>
              <a:buSzPct val="95000"/>
            </a:pPr>
            <a:r>
              <a:rPr lang="x-none" altLang="zh-CN"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多个程序在系统中运行，程序指令和数据都要占用和分配内存。程序无法预知</a:t>
            </a: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在主存中的位置及所占区域的大小；</a:t>
            </a:r>
            <a:r>
              <a:rPr lang="x-none" altLang="zh-CN"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并且</a:t>
            </a: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程序</a:t>
            </a:r>
            <a:r>
              <a:rPr lang="x-none" altLang="zh-CN"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也希望</a:t>
            </a: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无需关心存储细节。</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73732" name="矩形 57347"/>
          <p:cNvSpPr/>
          <p:nvPr/>
        </p:nvSpPr>
        <p:spPr>
          <a:xfrm>
            <a:off x="157163" y="501650"/>
            <a:ext cx="6475413" cy="67627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存储器管理</a:t>
            </a:r>
            <a:endPar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3733" name="矩形 57348"/>
          <p:cNvSpPr/>
          <p:nvPr/>
        </p:nvSpPr>
        <p:spPr>
          <a:xfrm>
            <a:off x="666750" y="1120775"/>
            <a:ext cx="5089525" cy="603250"/>
          </a:xfrm>
          <a:prstGeom prst="rect">
            <a:avLst/>
          </a:prstGeom>
          <a:noFill/>
          <a:ln w="9525">
            <a:noFill/>
            <a:miter/>
          </a:ln>
        </p:spPr>
        <p:txBody>
          <a:bodyPr wrap="square">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存储分配和存储无关性</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3734" name="矩形 57349"/>
          <p:cNvSpPr/>
          <p:nvPr/>
        </p:nvSpPr>
        <p:spPr>
          <a:xfrm>
            <a:off x="1106488" y="3914775"/>
            <a:ext cx="8024813" cy="1150620"/>
          </a:xfrm>
          <a:prstGeom prst="rect">
            <a:avLst/>
          </a:prstGeom>
          <a:noFill/>
          <a:ln w="9525">
            <a:noFill/>
            <a:miter/>
          </a:ln>
        </p:spPr>
        <p:txBody>
          <a:bodyPr>
            <a:spAutoFit/>
          </a:bodyPr>
          <a:p>
            <a:pPr marL="533400" lvl="0" indent="-533400" algn="l" fontAlgn="base">
              <a:lnSpc>
                <a:spcPct val="130000"/>
              </a:lnSpc>
              <a:spcBef>
                <a:spcPct val="30000"/>
              </a:spcBef>
              <a:buClr>
                <a:schemeClr val="tx2"/>
              </a:buClr>
              <a:buSzPct val="95000"/>
            </a:pPr>
            <a:r>
              <a:rPr lang="x-none" altLang="zh-CN"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程序只能访问自己的存储空间，</a:t>
            </a: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隔离。</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30000"/>
              </a:spcBef>
              <a:buClr>
                <a:schemeClr val="tx2"/>
              </a:buClr>
              <a:buSzPct val="95000"/>
            </a:pPr>
            <a:r>
              <a:rPr lang="x-none" altLang="zh-CN"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rPr>
              <a:t>企图访问非法信息时，系统能够捕获。</a:t>
            </a:r>
            <a:endParaRPr lang="x-none" altLang="zh-CN"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73735" name="矩形 57350"/>
          <p:cNvSpPr/>
          <p:nvPr/>
        </p:nvSpPr>
        <p:spPr>
          <a:xfrm>
            <a:off x="681038" y="3279775"/>
            <a:ext cx="440055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存储保护</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3736" name="矩形 57351"/>
          <p:cNvSpPr/>
          <p:nvPr/>
        </p:nvSpPr>
        <p:spPr>
          <a:xfrm>
            <a:off x="1136650" y="5859463"/>
            <a:ext cx="6791325" cy="566738"/>
          </a:xfrm>
          <a:prstGeom prst="rect">
            <a:avLst/>
          </a:prstGeom>
          <a:noFill/>
          <a:ln w="9525">
            <a:noFill/>
            <a:miter/>
          </a:ln>
        </p:spPr>
        <p:txBody>
          <a:bodyPr>
            <a:spAutoFit/>
          </a:bodyPr>
          <a:p>
            <a:pPr marL="533400" lvl="0" indent="-533400" algn="l" fontAlgn="base">
              <a:lnSpc>
                <a:spcPct val="130000"/>
              </a:lnSpc>
              <a:spcBef>
                <a:spcPct val="30000"/>
              </a:spcBef>
              <a:buClr>
                <a:schemeClr val="tx2"/>
              </a:buClr>
              <a:buSzPct val="95000"/>
            </a:pP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系统提供虚拟存储技术，扩大逻辑主存。</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73737" name="矩形 57352"/>
          <p:cNvSpPr/>
          <p:nvPr/>
        </p:nvSpPr>
        <p:spPr>
          <a:xfrm>
            <a:off x="696913" y="5195888"/>
            <a:ext cx="440055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(3)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存储扩充</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3738" name="矩形 57353"/>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操作系统的资源管理功能</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73731" grpId="0"/>
      <p:bldP spid="73732" grpId="0"/>
      <p:bldP spid="73733" grpId="0"/>
      <p:bldP spid="73734" grpId="0"/>
      <p:bldP spid="73735" grpId="0"/>
      <p:bldP spid="73736" grpId="0"/>
      <p:bldP spid="7373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文本框 58369"/>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41</a:t>
            </a:r>
            <a:endParaRPr lang="zh-CN" altLang="en-US" sz="1400" b="0" dirty="0">
              <a:solidFill>
                <a:schemeClr val="tx2"/>
              </a:solidFill>
              <a:latin typeface="DejaVu Sans" panose="020B0603030804020204" charset="0"/>
              <a:ea typeface="方正书宋_GBK" panose="02000000000000000000" charset="-122"/>
            </a:endParaRPr>
          </a:p>
        </p:txBody>
      </p:sp>
      <p:sp>
        <p:nvSpPr>
          <p:cNvPr id="74755" name="矩形 58370"/>
          <p:cNvSpPr/>
          <p:nvPr/>
        </p:nvSpPr>
        <p:spPr>
          <a:xfrm>
            <a:off x="1147763" y="1684338"/>
            <a:ext cx="7996238" cy="1041400"/>
          </a:xfrm>
          <a:prstGeom prst="rect">
            <a:avLst/>
          </a:prstGeom>
          <a:noFill/>
          <a:ln w="9525">
            <a:noFill/>
            <a:miter/>
          </a:ln>
        </p:spPr>
        <p:txBody>
          <a:bodyPr>
            <a:spAutoFit/>
          </a:bodyPr>
          <a:p>
            <a:pPr marL="533400" lvl="0" indent="-533400" algn="l" fontAlgn="base">
              <a:lnSpc>
                <a:spcPct val="120000"/>
              </a:lnSpc>
              <a:spcBef>
                <a:spcPct val="20000"/>
              </a:spcBef>
              <a:buClr>
                <a:schemeClr val="tx2"/>
              </a:buClr>
              <a:buSzPct val="95000"/>
            </a:pP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设备无关性是指用户向系统申请和使用的设备与实际操作</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20000"/>
              </a:lnSpc>
              <a:spcBef>
                <a:spcPct val="20000"/>
              </a:spcBef>
              <a:buClr>
                <a:schemeClr val="tx2"/>
              </a:buClr>
              <a:buSzPct val="95000"/>
            </a:pP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的设备无关，以达到方便用户、提高设备利用率的目的。</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74756" name="矩形 58371"/>
          <p:cNvSpPr/>
          <p:nvPr/>
        </p:nvSpPr>
        <p:spPr>
          <a:xfrm>
            <a:off x="157163" y="501650"/>
            <a:ext cx="6475413" cy="67627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3.  </a:t>
            </a: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设备管理</a:t>
            </a:r>
            <a:endPar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4757" name="矩形 58372"/>
          <p:cNvSpPr/>
          <p:nvPr/>
        </p:nvSpPr>
        <p:spPr>
          <a:xfrm>
            <a:off x="665163" y="1120775"/>
            <a:ext cx="440055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(1)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设备无关性</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4758" name="矩形 58373"/>
          <p:cNvSpPr/>
          <p:nvPr/>
        </p:nvSpPr>
        <p:spPr>
          <a:xfrm>
            <a:off x="1177925" y="3414713"/>
            <a:ext cx="7996238" cy="1041400"/>
          </a:xfrm>
          <a:prstGeom prst="rect">
            <a:avLst/>
          </a:prstGeom>
          <a:noFill/>
          <a:ln w="9525">
            <a:noFill/>
            <a:miter/>
          </a:ln>
        </p:spPr>
        <p:txBody>
          <a:bodyPr>
            <a:spAutoFit/>
          </a:bodyPr>
          <a:p>
            <a:pPr marL="533400" lvl="0" indent="-533400" algn="l" fontAlgn="base">
              <a:lnSpc>
                <a:spcPct val="120000"/>
              </a:lnSpc>
              <a:spcBef>
                <a:spcPct val="20000"/>
              </a:spcBef>
              <a:buClr>
                <a:schemeClr val="tx2"/>
              </a:buClr>
              <a:buSzPct val="95000"/>
            </a:pP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操作系统为各应用程序和运行实体分配各种设备。设备分</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20000"/>
              </a:lnSpc>
              <a:spcBef>
                <a:spcPct val="20000"/>
              </a:spcBef>
              <a:buClr>
                <a:schemeClr val="tx2"/>
              </a:buClr>
              <a:buSzPct val="95000"/>
            </a:pP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配通常采用三种基本技术：独享、共享及虚拟技术。</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74759" name="矩形 58374"/>
          <p:cNvSpPr/>
          <p:nvPr/>
        </p:nvSpPr>
        <p:spPr>
          <a:xfrm>
            <a:off x="681038" y="2736850"/>
            <a:ext cx="440055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(2)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设备分配</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4760" name="矩形 58375"/>
          <p:cNvSpPr/>
          <p:nvPr/>
        </p:nvSpPr>
        <p:spPr>
          <a:xfrm>
            <a:off x="1193800" y="5173663"/>
            <a:ext cx="7720013" cy="1150620"/>
          </a:xfrm>
          <a:prstGeom prst="rect">
            <a:avLst/>
          </a:prstGeom>
          <a:noFill/>
          <a:ln w="9525">
            <a:noFill/>
            <a:miter/>
          </a:ln>
        </p:spPr>
        <p:txBody>
          <a:bodyPr>
            <a:spAutoFit/>
          </a:bodyPr>
          <a:p>
            <a:pPr marL="533400" lvl="0" indent="-533400" algn="l" fontAlgn="base">
              <a:lnSpc>
                <a:spcPct val="130000"/>
              </a:lnSpc>
              <a:spcBef>
                <a:spcPct val="30000"/>
              </a:spcBef>
              <a:buClr>
                <a:schemeClr val="tx2"/>
              </a:buClr>
              <a:buSzPct val="95000"/>
            </a:pP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设备的传输控制包括：启动设备、中断处理、结束处理</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30000"/>
              </a:lnSpc>
              <a:spcBef>
                <a:spcPct val="30000"/>
              </a:spcBef>
              <a:buClr>
                <a:schemeClr val="tx2"/>
              </a:buClr>
              <a:buSzPct val="95000"/>
            </a:pP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三个方面</a:t>
            </a:r>
            <a:r>
              <a:rPr lang="x-none" altLang="zh-CN"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a:t>
            </a:r>
            <a:endParaRPr lang="x-none" altLang="zh-CN"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p:txBody>
      </p:sp>
      <p:sp>
        <p:nvSpPr>
          <p:cNvPr id="74761" name="矩形 58376"/>
          <p:cNvSpPr/>
          <p:nvPr/>
        </p:nvSpPr>
        <p:spPr>
          <a:xfrm>
            <a:off x="696913" y="4567238"/>
            <a:ext cx="4400550" cy="604838"/>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(3)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设备的传输控制</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4762" name="矩形 58377"/>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操作系统的资源管理功能</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74755" grpId="0"/>
      <p:bldP spid="74756" grpId="0"/>
      <p:bldP spid="74757" grpId="0"/>
      <p:bldP spid="74758" grpId="0"/>
      <p:bldP spid="74759" grpId="0"/>
      <p:bldP spid="74760" grpId="0"/>
      <p:bldP spid="7476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文本框 59393"/>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zh-CN" altLang="en-US" sz="1400" b="0" dirty="0">
                <a:solidFill>
                  <a:schemeClr val="tx2"/>
                </a:solidFill>
                <a:latin typeface="DejaVu Sans" panose="020B0603030804020204" charset="0"/>
                <a:ea typeface="方正书宋_GBK" panose="02000000000000000000" charset="-122"/>
              </a:rPr>
              <a:t>42</a:t>
            </a:r>
            <a:endParaRPr lang="zh-CN" altLang="en-US" sz="1400" b="0" dirty="0">
              <a:solidFill>
                <a:schemeClr val="tx2"/>
              </a:solidFill>
              <a:latin typeface="DejaVu Sans" panose="020B0603030804020204" charset="0"/>
              <a:ea typeface="方正书宋_GBK" panose="02000000000000000000" charset="-122"/>
            </a:endParaRPr>
          </a:p>
        </p:txBody>
      </p:sp>
      <p:sp>
        <p:nvSpPr>
          <p:cNvPr id="75779" name="矩形 59394"/>
          <p:cNvSpPr/>
          <p:nvPr/>
        </p:nvSpPr>
        <p:spPr>
          <a:xfrm>
            <a:off x="646113" y="1284288"/>
            <a:ext cx="8321675" cy="4546600"/>
          </a:xfrm>
          <a:prstGeom prst="rect">
            <a:avLst/>
          </a:prstGeom>
          <a:noFill/>
          <a:ln w="9525">
            <a:noFill/>
            <a:miter/>
          </a:ln>
        </p:spPr>
        <p:txBody>
          <a:bodyPr>
            <a:spAutoFit/>
          </a:bodyPr>
          <a:p>
            <a:pPr marL="533400" lvl="0" indent="-533400" algn="l" fontAlgn="base">
              <a:lnSpc>
                <a:spcPct val="120000"/>
              </a:lnSpc>
              <a:spcBef>
                <a:spcPct val="20000"/>
              </a:spcBef>
              <a:buClr>
                <a:schemeClr val="tx2"/>
              </a:buClr>
              <a:buSzPct val="95000"/>
            </a:pP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文件系统为用户提供一种简便的、统一的存取和管理信息的</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20000"/>
              </a:lnSpc>
              <a:spcBef>
                <a:spcPct val="20000"/>
              </a:spcBef>
              <a:buClr>
                <a:schemeClr val="tx2"/>
              </a:buClr>
              <a:buSzPct val="95000"/>
            </a:pPr>
            <a:r>
              <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方法，并解决信息的共享、数据的存取控制和保密等问题。</a:t>
            </a:r>
            <a:endParaRPr lang="zh-CN" altLang="en-US" sz="24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33400" lvl="0" indent="-533400" algn="l" fontAlgn="base">
              <a:lnSpc>
                <a:spcPct val="130000"/>
              </a:lnSpc>
              <a:spcBef>
                <a:spcPct val="30000"/>
              </a:spcBef>
              <a:buClr>
                <a:schemeClr val="tx2"/>
              </a:buClr>
              <a:buSzPct val="95000"/>
              <a:buChar char="l"/>
            </a:pPr>
            <a:r>
              <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信息组织</a:t>
            </a:r>
            <a:endPar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l" fontAlgn="base">
              <a:lnSpc>
                <a:spcPct val="130000"/>
              </a:lnSpc>
              <a:spcBef>
                <a:spcPct val="30000"/>
              </a:spcBef>
              <a:buClr>
                <a:schemeClr val="tx2"/>
              </a:buClr>
              <a:buSzPct val="95000"/>
              <a:buChar char="l"/>
            </a:pPr>
            <a:r>
              <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存取方法</a:t>
            </a:r>
            <a:endPar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l" fontAlgn="base">
              <a:lnSpc>
                <a:spcPct val="130000"/>
              </a:lnSpc>
              <a:spcBef>
                <a:spcPct val="30000"/>
              </a:spcBef>
              <a:buClr>
                <a:schemeClr val="tx2"/>
              </a:buClr>
              <a:buSzPct val="95000"/>
              <a:buChar char="l"/>
            </a:pPr>
            <a:r>
              <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文件共享</a:t>
            </a:r>
            <a:endPar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l" fontAlgn="base">
              <a:lnSpc>
                <a:spcPct val="130000"/>
              </a:lnSpc>
              <a:spcBef>
                <a:spcPct val="30000"/>
              </a:spcBef>
              <a:buClr>
                <a:schemeClr val="tx2"/>
              </a:buClr>
              <a:buSzPct val="95000"/>
              <a:buChar char="l"/>
            </a:pPr>
            <a:r>
              <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文件安全</a:t>
            </a:r>
            <a:endPar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l" fontAlgn="base">
              <a:lnSpc>
                <a:spcPct val="130000"/>
              </a:lnSpc>
              <a:spcBef>
                <a:spcPct val="30000"/>
              </a:spcBef>
              <a:buClr>
                <a:schemeClr val="tx2"/>
              </a:buClr>
              <a:buSzPct val="95000"/>
              <a:buChar char="l"/>
            </a:pPr>
            <a:r>
              <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文件完整性</a:t>
            </a:r>
            <a:endPar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l" fontAlgn="base">
              <a:lnSpc>
                <a:spcPct val="130000"/>
              </a:lnSpc>
              <a:spcBef>
                <a:spcPct val="30000"/>
              </a:spcBef>
              <a:buClr>
                <a:schemeClr val="tx2"/>
              </a:buClr>
              <a:buSzPct val="95000"/>
              <a:buChar char="l"/>
            </a:pPr>
            <a:r>
              <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磁盘空间分配</a:t>
            </a:r>
            <a:endParaRPr lang="zh-CN" altLang="en-US" sz="24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5780" name="矩形 59395"/>
          <p:cNvSpPr/>
          <p:nvPr/>
        </p:nvSpPr>
        <p:spPr>
          <a:xfrm>
            <a:off x="157163" y="544513"/>
            <a:ext cx="6475413" cy="676275"/>
          </a:xfrm>
          <a:prstGeom prst="rect">
            <a:avLst/>
          </a:prstGeom>
          <a:noFill/>
          <a:ln w="9525">
            <a:noFill/>
            <a:miter/>
          </a:ln>
        </p:spPr>
        <p:txBody>
          <a:bodyPr>
            <a:spAutoFit/>
          </a:bodyPr>
          <a:p>
            <a:pPr marL="533400" lvl="0" indent="-533400" algn="l" fontAlgn="base">
              <a:lnSpc>
                <a:spcPct val="120000"/>
              </a:lnSpc>
              <a:spcBef>
                <a:spcPct val="30000"/>
              </a:spcBef>
              <a:buClr>
                <a:schemeClr val="tx2"/>
              </a:buClr>
              <a:buSzPct val="95000"/>
            </a:pP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4.  </a:t>
            </a: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信息管理</a:t>
            </a: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文件系统</a:t>
            </a:r>
            <a:r>
              <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cs typeface="+mn-ea"/>
              </a:rPr>
              <a:t>)</a:t>
            </a:r>
            <a:endParaRPr lang="en-US" altLang="x-none" strike="noStrike" noProof="1" dirty="0">
              <a:solidFill>
                <a:srgbClr val="99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5781" name="矩形 59396"/>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操作系统的资源管理功能</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75779" grpId="0"/>
      <p:bldP spid="7578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6" name="矩形 55299"/>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操作系统的资源管理功能</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76804" name="矩形 76803"/>
          <p:cNvSpPr/>
          <p:nvPr/>
        </p:nvSpPr>
        <p:spPr>
          <a:xfrm>
            <a:off x="381000" y="551180"/>
            <a:ext cx="5834380" cy="720725"/>
          </a:xfrm>
          <a:prstGeom prst="rect">
            <a:avLst/>
          </a:prstGeom>
          <a:noFill/>
          <a:ln w="9525">
            <a:noFill/>
            <a:miter/>
          </a:ln>
        </p:spPr>
        <p:txBody>
          <a:bodyPr anchor="ctr"/>
          <a:lst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0" i="0" u="none" kern="1200" baseline="0">
                <a:solidFill>
                  <a:schemeClr val="tx2"/>
                </a:solidFill>
                <a:latin typeface="Arial" panose="020B0604020202020204" pitchFamily="34" charset="0"/>
                <a:ea typeface="宋体" pitchFamily="2" charset="-122"/>
              </a:defRPr>
            </a:lvl1pPr>
          </a:lstStyle>
          <a:p>
            <a:pPr marL="533400" lvl="0" indent="-533400" algn="l" fontAlgn="base">
              <a:lnSpc>
                <a:spcPct val="120000"/>
              </a:lnSpc>
              <a:spcBef>
                <a:spcPct val="30000"/>
              </a:spcBef>
              <a:buClr>
                <a:schemeClr val="tx2"/>
              </a:buClr>
              <a:buSzPct val="95000"/>
            </a:pPr>
            <a:r>
              <a:rPr lang="x-none" altLang="zh-CN" sz="3200" b="1" strike="noStrike" noProof="1" dirty="0">
                <a:solidFill>
                  <a:srgbClr val="990000"/>
                </a:solidFill>
                <a:effectLst/>
                <a:latin typeface="DejaVu Sans" panose="020B0603030804020204" charset="0"/>
                <a:ea typeface="方正书宋_GBK" panose="02000000000000000000" charset="-122"/>
                <a:cs typeface="+mn-ea"/>
              </a:rPr>
              <a:t>操作系统应解决的基本问题</a:t>
            </a:r>
            <a:endParaRPr lang="x-none" altLang="zh-CN" sz="3200" b="1" strike="noStrike" noProof="1" dirty="0">
              <a:solidFill>
                <a:srgbClr val="990000"/>
              </a:solidFill>
              <a:effectLst/>
              <a:latin typeface="DejaVu Sans" panose="020B0603030804020204" charset="0"/>
              <a:ea typeface="方正书宋_GBK" panose="02000000000000000000" charset="-122"/>
              <a:cs typeface="+mn-ea"/>
            </a:endParaRPr>
          </a:p>
        </p:txBody>
      </p:sp>
      <p:sp>
        <p:nvSpPr>
          <p:cNvPr id="76805" name="矩形 76804"/>
          <p:cNvSpPr/>
          <p:nvPr/>
        </p:nvSpPr>
        <p:spPr>
          <a:xfrm>
            <a:off x="1233170" y="1989455"/>
            <a:ext cx="5412105" cy="2219325"/>
          </a:xfrm>
          <a:prstGeom prst="rect">
            <a:avLst/>
          </a:prstGeom>
          <a:noFill/>
          <a:ln w="9525">
            <a:noFill/>
            <a:miter/>
          </a:ln>
        </p:spPr>
        <p:txBody>
          <a:bodyPr anchor="t"/>
          <a:p>
            <a:pPr marL="571500" lvl="0" indent="-571500" eaLnBrk="0" hangingPunct="0">
              <a:lnSpc>
                <a:spcPct val="90000"/>
              </a:lnSpc>
              <a:spcBef>
                <a:spcPct val="50000"/>
              </a:spcBef>
              <a:buClr>
                <a:schemeClr val="tx2"/>
              </a:buClr>
              <a:buFont typeface="Wingdings" panose="05000000000000000000" pitchFamily="2" charset="2"/>
              <a:buNone/>
            </a:pPr>
            <a:r>
              <a:rPr lang="zh-CN" altLang="en-US" sz="2400" dirty="0">
                <a:solidFill>
                  <a:schemeClr val="tx1"/>
                </a:solidFill>
                <a:latin typeface="DejaVu Sans" panose="020B0603030804020204" charset="0"/>
                <a:ea typeface="方正书宋_GBK" panose="02000000000000000000" charset="-122"/>
              </a:rPr>
              <a:t>1、资源分配的策略和方法</a:t>
            </a:r>
            <a:endParaRPr lang="zh-CN" altLang="en-US" sz="2400" dirty="0">
              <a:solidFill>
                <a:schemeClr val="tx1"/>
              </a:solidFill>
              <a:latin typeface="DejaVu Sans" panose="020B0603030804020204" charset="0"/>
              <a:ea typeface="方正书宋_GBK" panose="02000000000000000000" charset="-122"/>
            </a:endParaRPr>
          </a:p>
          <a:p>
            <a:pPr marL="571500" lvl="0" indent="-571500" eaLnBrk="0" hangingPunct="0">
              <a:lnSpc>
                <a:spcPct val="90000"/>
              </a:lnSpc>
              <a:spcBef>
                <a:spcPct val="50000"/>
              </a:spcBef>
              <a:buClr>
                <a:schemeClr val="tx2"/>
              </a:buClr>
              <a:buFont typeface="Wingdings" panose="05000000000000000000" pitchFamily="2" charset="2"/>
              <a:buNone/>
            </a:pPr>
            <a:r>
              <a:rPr lang="zh-CN" altLang="en-US" sz="2400" dirty="0">
                <a:solidFill>
                  <a:schemeClr val="tx1"/>
                </a:solidFill>
                <a:latin typeface="DejaVu Sans" panose="020B0603030804020204" charset="0"/>
                <a:ea typeface="方正书宋_GBK" panose="02000000000000000000" charset="-122"/>
              </a:rPr>
              <a:t>2、协调并发活动的关系</a:t>
            </a:r>
            <a:endParaRPr lang="zh-CN" altLang="en-US" sz="2400" dirty="0">
              <a:solidFill>
                <a:schemeClr val="tx1"/>
              </a:solidFill>
              <a:latin typeface="DejaVu Sans" panose="020B0603030804020204" charset="0"/>
              <a:ea typeface="方正书宋_GBK" panose="02000000000000000000" charset="-122"/>
            </a:endParaRPr>
          </a:p>
          <a:p>
            <a:pPr marL="571500" lvl="0" indent="-571500" eaLnBrk="0" hangingPunct="0">
              <a:lnSpc>
                <a:spcPct val="90000"/>
              </a:lnSpc>
              <a:spcBef>
                <a:spcPct val="50000"/>
              </a:spcBef>
              <a:buClr>
                <a:schemeClr val="tx2"/>
              </a:buClr>
              <a:buFont typeface="Wingdings" panose="05000000000000000000" pitchFamily="2" charset="2"/>
              <a:buNone/>
            </a:pPr>
            <a:r>
              <a:rPr lang="zh-CN" altLang="en-US" sz="2400" dirty="0">
                <a:solidFill>
                  <a:schemeClr val="tx1"/>
                </a:solidFill>
                <a:latin typeface="DejaVu Sans" panose="020B0603030804020204" charset="0"/>
                <a:ea typeface="方正书宋_GBK" panose="02000000000000000000" charset="-122"/>
              </a:rPr>
              <a:t>3、保证数据的一致性</a:t>
            </a:r>
            <a:endParaRPr lang="zh-CN" altLang="en-US" sz="2400" dirty="0">
              <a:solidFill>
                <a:schemeClr val="tx1"/>
              </a:solidFill>
              <a:latin typeface="DejaVu Sans" panose="020B0603030804020204" charset="0"/>
              <a:ea typeface="方正书宋_GBK" panose="02000000000000000000" charset="-122"/>
            </a:endParaRPr>
          </a:p>
          <a:p>
            <a:pPr marL="571500" lvl="0" indent="-571500" eaLnBrk="0" hangingPunct="0">
              <a:lnSpc>
                <a:spcPct val="90000"/>
              </a:lnSpc>
              <a:spcBef>
                <a:spcPct val="50000"/>
              </a:spcBef>
              <a:buClr>
                <a:schemeClr val="tx2"/>
              </a:buClr>
              <a:buFont typeface="Wingdings" panose="05000000000000000000" pitchFamily="2" charset="2"/>
              <a:buNone/>
            </a:pPr>
            <a:r>
              <a:rPr lang="zh-CN" altLang="en-US" sz="2400" dirty="0">
                <a:solidFill>
                  <a:schemeClr val="tx1"/>
                </a:solidFill>
                <a:latin typeface="DejaVu Sans" panose="020B0603030804020204" charset="0"/>
                <a:ea typeface="方正书宋_GBK" panose="02000000000000000000" charset="-122"/>
              </a:rPr>
              <a:t>4、实现数据存取控制（权限管理）</a:t>
            </a:r>
            <a:endParaRPr lang="zh-CN" altLang="en-US" sz="240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76805"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矩形 13313"/>
          <p:cNvSpPr/>
          <p:nvPr/>
        </p:nvSpPr>
        <p:spPr>
          <a:xfrm>
            <a:off x="140653" y="700405"/>
            <a:ext cx="8682038" cy="2287270"/>
          </a:xfrm>
          <a:prstGeom prst="rect">
            <a:avLst/>
          </a:prstGeom>
          <a:noFill/>
          <a:ln w="9525">
            <a:noFill/>
            <a:miter/>
          </a:ln>
        </p:spPr>
        <p:txBody>
          <a:bodyPr>
            <a:spAutoFit/>
          </a:bodyPr>
          <a:p>
            <a:pPr marL="533400" lvl="0" indent="-533400" algn="l" fontAlgn="base">
              <a:lnSpc>
                <a:spcPct val="130000"/>
              </a:lnSpc>
              <a:spcBef>
                <a:spcPct val="10000"/>
              </a:spcBef>
              <a:buClr>
                <a:schemeClr val="tx2"/>
              </a:buClr>
              <a:buSzPct val="95000"/>
            </a:pPr>
            <a:r>
              <a:rPr lang="en-US" altLang="x-none"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      </a:t>
            </a:r>
            <a:r>
              <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操作系统采用的关键技术</a:t>
            </a:r>
            <a:endParaRPr lang="zh-CN" altLang="en-US" sz="28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a:p>
            <a:pPr marL="533400" lvl="0" indent="-533400" algn="l" fontAlgn="base">
              <a:lnSpc>
                <a:spcPct val="120000"/>
              </a:lnSpc>
              <a:spcBef>
                <a:spcPct val="20000"/>
              </a:spcBef>
              <a:buClr>
                <a:schemeClr val="tx2"/>
              </a:buClr>
              <a:buSzPct val="95000"/>
            </a:pPr>
            <a:r>
              <a:rPr lang="zh-CN" altLang="en-US" sz="2800"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            </a:t>
            </a:r>
            <a:r>
              <a:rPr lang="zh-CN" altLang="en-US" sz="2800" strike="noStrike" noProof="1" dirty="0">
                <a:solidFill>
                  <a:srgbClr val="000000"/>
                </a:solidFill>
                <a:latin typeface="DejaVu Sans" panose="020B0603030804020204" charset="0"/>
                <a:ea typeface="方正书宋_GBK" panose="02000000000000000000" charset="-122"/>
                <a:cs typeface="+mn-ea"/>
              </a:rPr>
              <a:t>操作系统采用了大量的先进技术</a:t>
            </a:r>
            <a:r>
              <a:rPr lang="x-none" altLang="zh-CN" sz="2800" strike="noStrike" noProof="1" dirty="0">
                <a:solidFill>
                  <a:srgbClr val="000000"/>
                </a:solidFill>
                <a:latin typeface="DejaVu Sans" panose="020B0603030804020204" charset="0"/>
                <a:ea typeface="方正书宋_GBK" panose="02000000000000000000" charset="-122"/>
                <a:cs typeface="+mn-ea"/>
              </a:rPr>
              <a:t>，包括设计精巧的数据结构和先进的算法，</a:t>
            </a:r>
            <a:r>
              <a:rPr lang="zh-CN" altLang="en-US" sz="2800" strike="noStrike" noProof="1" dirty="0">
                <a:solidFill>
                  <a:srgbClr val="000000"/>
                </a:solidFill>
                <a:latin typeface="DejaVu Sans" panose="020B0603030804020204" charset="0"/>
                <a:ea typeface="方正书宋_GBK" panose="02000000000000000000" charset="-122"/>
                <a:cs typeface="+mn-ea"/>
              </a:rPr>
              <a:t>并行处理技术，虚拟技术</a:t>
            </a:r>
            <a:r>
              <a:rPr lang="x-none" altLang="zh-CN" sz="2800" strike="noStrike" noProof="1" dirty="0">
                <a:solidFill>
                  <a:srgbClr val="000000"/>
                </a:solidFill>
                <a:latin typeface="DejaVu Sans" panose="020B0603030804020204" charset="0"/>
                <a:ea typeface="方正书宋_GBK" panose="02000000000000000000" charset="-122"/>
                <a:cs typeface="+mn-ea"/>
              </a:rPr>
              <a:t>。</a:t>
            </a:r>
            <a:endParaRPr lang="x-none" altLang="zh-CN" sz="2800" strike="noStrike" noProof="1" dirty="0">
              <a:solidFill>
                <a:srgbClr val="000000"/>
              </a:solidFill>
              <a:effectLst>
                <a:outerShdw blurRad="38100" dist="38100" dir="2700000">
                  <a:srgbClr val="000000"/>
                </a:outerShdw>
              </a:effectLst>
              <a:latin typeface="DejaVu Sans" panose="020B0603030804020204" charset="0"/>
              <a:ea typeface="方正书宋_GBK" panose="02000000000000000000" charset="-122"/>
              <a:cs typeface="+mn-ea"/>
            </a:endParaRPr>
          </a:p>
        </p:txBody>
      </p:sp>
      <p:pic>
        <p:nvPicPr>
          <p:cNvPr id="2" name="内容占位符 13314"/>
          <p:cNvPicPr>
            <a:picLocks noGrp="1" noChangeAspect="1"/>
          </p:cNvPicPr>
          <p:nvPr>
            <p:ph idx="2147483647"/>
          </p:nvPr>
        </p:nvPicPr>
        <p:blipFill>
          <a:blip r:embed="rId1"/>
          <a:stretch>
            <a:fillRect/>
          </a:stretch>
        </p:blipFill>
        <p:spPr>
          <a:xfrm>
            <a:off x="0" y="0"/>
            <a:ext cx="838200" cy="517525"/>
          </a:xfrm>
        </p:spPr>
      </p:pic>
      <p:sp>
        <p:nvSpPr>
          <p:cNvPr id="78853" name="矩形 13316"/>
          <p:cNvSpPr/>
          <p:nvPr/>
        </p:nvSpPr>
        <p:spPr>
          <a:xfrm>
            <a:off x="432435" y="2997200"/>
            <a:ext cx="8099425" cy="2930525"/>
          </a:xfrm>
          <a:prstGeom prst="rect">
            <a:avLst/>
          </a:prstGeom>
          <a:noFill/>
          <a:ln w="9525">
            <a:noFill/>
            <a:miter/>
          </a:ln>
        </p:spPr>
        <p:txBody>
          <a:bodyPr wrap="square">
            <a:spAutoFit/>
          </a:bodyPr>
          <a:p>
            <a:pPr marL="914400" lvl="1" indent="-457200" algn="l" fontAlgn="base">
              <a:lnSpc>
                <a:spcPct val="130000"/>
              </a:lnSpc>
              <a:spcBef>
                <a:spcPct val="30000"/>
              </a:spcBef>
              <a:buClr>
                <a:schemeClr val="tx2"/>
              </a:buClr>
              <a:buSzPct val="95000"/>
            </a:pPr>
            <a:r>
              <a:rPr lang="x-none" altLang="zh-CN"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linux kernel中的数据结构，编程技巧</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a:p>
            <a:pPr marL="1295400" lvl="2" indent="-381000" algn="l" fontAlgn="base">
              <a:lnSpc>
                <a:spcPct val="130000"/>
              </a:lnSpc>
              <a:spcBef>
                <a:spcPct val="30000"/>
              </a:spcBef>
              <a:buClr>
                <a:schemeClr val="tx2"/>
              </a:buClr>
              <a:buSzPct val="95000"/>
            </a:pPr>
            <a:r>
              <a:rPr lang="x-none" altLang="zh-CN" sz="2400" b="0" strike="noStrike" noProof="1" dirty="0">
                <a:solidFill>
                  <a:srgbClr val="000000"/>
                </a:solidFill>
                <a:effectLst>
                  <a:outerShdw blurRad="38100" dist="38100" dir="2700000">
                    <a:srgbClr val="FFFFFF"/>
                  </a:outerShdw>
                </a:effectLst>
                <a:latin typeface="DejaVu Sans" panose="020B0603030804020204" charset="0"/>
                <a:ea typeface="方正书宋_GBK" panose="02000000000000000000" charset="-122"/>
              </a:rPr>
              <a:t>1、零长度的数组</a:t>
            </a:r>
            <a:endParaRPr lang="x-none" altLang="zh-CN" sz="2400" b="0" strike="noStrike" noProof="1" dirty="0">
              <a:solidFill>
                <a:srgbClr val="000000"/>
              </a:solidFill>
              <a:effectLst>
                <a:outerShdw blurRad="38100" dist="38100" dir="2700000">
                  <a:srgbClr val="FFFFFF"/>
                </a:outerShdw>
              </a:effectLst>
              <a:latin typeface="DejaVu Sans" panose="020B0603030804020204" charset="0"/>
              <a:ea typeface="方正书宋_GBK" panose="02000000000000000000" charset="-122"/>
            </a:endParaRPr>
          </a:p>
          <a:p>
            <a:pPr marL="1295400" lvl="2" indent="-381000" algn="l" fontAlgn="base">
              <a:lnSpc>
                <a:spcPct val="130000"/>
              </a:lnSpc>
              <a:spcBef>
                <a:spcPct val="30000"/>
              </a:spcBef>
              <a:buClr>
                <a:schemeClr val="tx2"/>
              </a:buClr>
              <a:buSzPct val="95000"/>
            </a:pPr>
            <a:r>
              <a:rPr lang="x-none" altLang="zh-CN" sz="2400" b="0" strike="noStrike" noProof="1" dirty="0">
                <a:solidFill>
                  <a:srgbClr val="000000"/>
                </a:solidFill>
                <a:effectLst>
                  <a:outerShdw blurRad="38100" dist="38100" dir="2700000">
                    <a:srgbClr val="FFFFFF"/>
                  </a:outerShdw>
                </a:effectLst>
                <a:latin typeface="DejaVu Sans" panose="020B0603030804020204" charset="0"/>
                <a:ea typeface="方正书宋_GBK" panose="02000000000000000000" charset="-122"/>
              </a:rPr>
              <a:t>2、链表</a:t>
            </a:r>
            <a:endParaRPr lang="x-none" altLang="zh-CN" sz="2400" b="0" strike="noStrike" noProof="1" dirty="0">
              <a:solidFill>
                <a:srgbClr val="000000"/>
              </a:solidFill>
              <a:effectLst>
                <a:outerShdw blurRad="38100" dist="38100" dir="2700000">
                  <a:srgbClr val="FFFFFF"/>
                </a:outerShdw>
              </a:effectLst>
              <a:latin typeface="DejaVu Sans" panose="020B0603030804020204" charset="0"/>
              <a:ea typeface="方正书宋_GBK" panose="02000000000000000000" charset="-122"/>
            </a:endParaRPr>
          </a:p>
          <a:p>
            <a:pPr marL="1295400" lvl="2" indent="-381000" algn="l" fontAlgn="base">
              <a:lnSpc>
                <a:spcPct val="130000"/>
              </a:lnSpc>
              <a:spcBef>
                <a:spcPct val="30000"/>
              </a:spcBef>
              <a:buClr>
                <a:schemeClr val="tx2"/>
              </a:buClr>
              <a:buSzPct val="95000"/>
            </a:pPr>
            <a:r>
              <a:rPr lang="x-none" altLang="zh-CN" sz="2400" b="0" strike="noStrike" noProof="1" dirty="0">
                <a:solidFill>
                  <a:srgbClr val="000000"/>
                </a:solidFill>
                <a:effectLst>
                  <a:outerShdw blurRad="38100" dist="38100" dir="2700000">
                    <a:srgbClr val="FFFFFF"/>
                  </a:outerShdw>
                </a:effectLst>
                <a:latin typeface="DejaVu Sans" panose="020B0603030804020204" charset="0"/>
                <a:ea typeface="方正书宋_GBK" panose="02000000000000000000" charset="-122"/>
              </a:rPr>
              <a:t>3、红黑树</a:t>
            </a:r>
            <a:endParaRPr lang="x-none" altLang="zh-CN" sz="2400" b="0" strike="noStrike" noProof="1" dirty="0">
              <a:solidFill>
                <a:srgbClr val="000000"/>
              </a:solidFill>
              <a:effectLst>
                <a:outerShdw blurRad="38100" dist="38100" dir="2700000">
                  <a:srgbClr val="FFFFFF"/>
                </a:outerShdw>
              </a:effectLst>
              <a:latin typeface="DejaVu Sans" panose="020B0603030804020204" charset="0"/>
              <a:ea typeface="方正书宋_GBK" panose="02000000000000000000" charset="-122"/>
            </a:endParaRPr>
          </a:p>
          <a:p>
            <a:pPr marL="1295400" lvl="2" indent="-381000" algn="l" fontAlgn="base">
              <a:lnSpc>
                <a:spcPct val="130000"/>
              </a:lnSpc>
              <a:spcBef>
                <a:spcPct val="30000"/>
              </a:spcBef>
              <a:buClr>
                <a:schemeClr val="tx2"/>
              </a:buClr>
              <a:buSzPct val="95000"/>
            </a:pPr>
            <a:r>
              <a:rPr lang="x-none" altLang="zh-CN" sz="2400" b="0" strike="noStrike" noProof="1" dirty="0">
                <a:solidFill>
                  <a:srgbClr val="000000"/>
                </a:solidFill>
                <a:effectLst>
                  <a:outerShdw blurRad="38100" dist="38100" dir="2700000">
                    <a:srgbClr val="FFFFFF"/>
                  </a:outerShdw>
                </a:effectLst>
                <a:latin typeface="DejaVu Sans" panose="020B0603030804020204" charset="0"/>
                <a:ea typeface="方正书宋_GBK" panose="02000000000000000000" charset="-122"/>
              </a:rPr>
              <a:t>4、哈希函数</a:t>
            </a:r>
            <a:endParaRPr lang="x-none" altLang="zh-CN" sz="2400" b="0" strike="noStrike" noProof="1" dirty="0">
              <a:solidFill>
                <a:srgbClr val="000000"/>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78856" name="矩形 13319"/>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rgbClr val="CC0000"/>
                </a:solidFill>
                <a:effectLst>
                  <a:outerShdw blurRad="38100" dist="38100" dir="2700000">
                    <a:srgbClr val="000000"/>
                  </a:outerShdw>
                </a:effectLst>
                <a:latin typeface="DejaVu Sans" panose="020B0603030804020204" charset="0"/>
                <a:ea typeface="方正书宋_GBK" panose="02000000000000000000" charset="-122"/>
                <a:cs typeface="+mn-ea"/>
              </a:rPr>
              <a:t>前言</a:t>
            </a:r>
            <a:endParaRPr lang="zh-CN" altLang="en-US" sz="2400" strike="noStrike" noProof="1" dirty="0">
              <a:solidFill>
                <a:srgbClr val="CC0000"/>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矩形 13313"/>
          <p:cNvSpPr/>
          <p:nvPr/>
        </p:nvSpPr>
        <p:spPr>
          <a:xfrm>
            <a:off x="108585" y="598170"/>
            <a:ext cx="4068445" cy="2774950"/>
          </a:xfrm>
          <a:prstGeom prst="rect">
            <a:avLst/>
          </a:prstGeom>
          <a:noFill/>
          <a:ln w="9525">
            <a:noFill/>
            <a:miter/>
          </a:ln>
        </p:spPr>
        <p:txBody>
          <a:bodyPr wrap="square">
            <a:spAutoFit/>
          </a:bodyPr>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struct student {</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char *name;</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int age;</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struct student *next;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a:t>
            </a:r>
            <a:r>
              <a:rPr lang="en-US" altLang="x-none" sz="1800" b="0" dirty="0">
                <a:solidFill>
                  <a:schemeClr val="tx1"/>
                </a:solidFill>
                <a:effectLst/>
                <a:latin typeface="DejaVu Sans" panose="020B0603030804020204" charset="0"/>
                <a:ea typeface="方正书宋_GBK" panose="02000000000000000000" charset="-122"/>
                <a:cs typeface="+mn-ea"/>
                <a:sym typeface="+mn-ea"/>
              </a:rPr>
              <a:t>struct student *prev;</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struct student *st_head=NULL;</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p:txBody>
      </p:sp>
      <p:pic>
        <p:nvPicPr>
          <p:cNvPr id="2" name="内容占位符 13314"/>
          <p:cNvPicPr>
            <a:picLocks noGrp="1" noChangeAspect="1"/>
          </p:cNvPicPr>
          <p:nvPr>
            <p:ph idx="2147483647"/>
          </p:nvPr>
        </p:nvPicPr>
        <p:blipFill>
          <a:blip r:embed="rId1"/>
          <a:stretch>
            <a:fillRect/>
          </a:stretch>
        </p:blipFill>
        <p:spPr>
          <a:xfrm>
            <a:off x="0" y="0"/>
            <a:ext cx="838200" cy="517525"/>
          </a:xfrm>
        </p:spPr>
      </p:pic>
      <p:sp>
        <p:nvSpPr>
          <p:cNvPr id="78856" name="矩形 13319"/>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rgbClr val="CC0000"/>
                </a:solidFill>
                <a:effectLst>
                  <a:outerShdw blurRad="38100" dist="38100" dir="2700000">
                    <a:srgbClr val="000000"/>
                  </a:outerShdw>
                </a:effectLst>
                <a:latin typeface="DejaVu Sans" panose="020B0603030804020204" charset="0"/>
                <a:ea typeface="方正书宋_GBK" panose="02000000000000000000" charset="-122"/>
                <a:cs typeface="+mn-ea"/>
              </a:rPr>
              <a:t>前言</a:t>
            </a:r>
            <a:endParaRPr lang="zh-CN" altLang="en-US" sz="2400" strike="noStrike" noProof="1" dirty="0">
              <a:solidFill>
                <a:srgbClr val="CC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4" name="矩形 13313"/>
          <p:cNvSpPr/>
          <p:nvPr/>
        </p:nvSpPr>
        <p:spPr>
          <a:xfrm>
            <a:off x="4705985" y="733425"/>
            <a:ext cx="4068445" cy="3161665"/>
          </a:xfrm>
          <a:prstGeom prst="rect">
            <a:avLst/>
          </a:prstGeom>
          <a:noFill/>
          <a:ln w="9525">
            <a:noFill/>
            <a:miter/>
          </a:ln>
        </p:spPr>
        <p:txBody>
          <a:bodyPr wrap="square">
            <a:spAutoFit/>
          </a:bodyPr>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add_student ( ... )</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a:t>
            </a:r>
            <a:r>
              <a:rPr lang="en-US" altLang="x-none" sz="1800" b="0" dirty="0">
                <a:solidFill>
                  <a:schemeClr val="tx1"/>
                </a:solidFill>
                <a:effectLst/>
                <a:latin typeface="DejaVu Sans" panose="020B0603030804020204" charset="0"/>
                <a:ea typeface="方正书宋_GBK" panose="02000000000000000000" charset="-122"/>
                <a:cs typeface="+mn-ea"/>
                <a:sym typeface="+mn-ea"/>
              </a:rPr>
              <a:t>struct student *st;</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st=malloc(sizeof(*st));</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st-&gt;next = st_head;</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st_head = st;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p:txBody>
      </p:sp>
      <p:pic>
        <p:nvPicPr>
          <p:cNvPr id="5" name="图片 4" descr="1361366548"/>
          <p:cNvPicPr>
            <a:picLocks noChangeAspect="1"/>
          </p:cNvPicPr>
          <p:nvPr/>
        </p:nvPicPr>
        <p:blipFill>
          <a:blip r:embed="rId2"/>
          <a:stretch>
            <a:fillRect/>
          </a:stretch>
        </p:blipFill>
        <p:spPr>
          <a:xfrm>
            <a:off x="230505" y="3895090"/>
            <a:ext cx="5278755" cy="2548890"/>
          </a:xfrm>
          <a:prstGeom prst="rect">
            <a:avLst/>
          </a:prstGeom>
        </p:spPr>
      </p:pic>
      <p:sp>
        <p:nvSpPr>
          <p:cNvPr id="6" name="文本框 5"/>
          <p:cNvSpPr txBox="1"/>
          <p:nvPr/>
        </p:nvSpPr>
        <p:spPr>
          <a:xfrm>
            <a:off x="6193790" y="4585335"/>
            <a:ext cx="1612900" cy="521970"/>
          </a:xfrm>
          <a:prstGeom prst="rect">
            <a:avLst/>
          </a:prstGeom>
          <a:noFill/>
        </p:spPr>
        <p:txBody>
          <a:bodyPr wrap="none" rtlCol="0" anchor="t">
            <a:spAutoFit/>
          </a:bodyPr>
          <a:p>
            <a:r>
              <a:rPr lang="zh-CN" altLang="en-US" sz="2800">
                <a:latin typeface="DejaVu Sans" panose="020B0603030804020204" charset="0"/>
                <a:ea typeface="方正书宋_GBK" panose="02000000000000000000" charset="-122"/>
              </a:rPr>
              <a:t>单向链表</a:t>
            </a:r>
            <a:endParaRPr lang="zh-CN" altLang="en-US" sz="2800">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矩形 13313"/>
          <p:cNvSpPr/>
          <p:nvPr/>
        </p:nvSpPr>
        <p:spPr>
          <a:xfrm>
            <a:off x="108585" y="598170"/>
            <a:ext cx="4068445" cy="3161665"/>
          </a:xfrm>
          <a:prstGeom prst="rect">
            <a:avLst/>
          </a:prstGeom>
          <a:noFill/>
          <a:ln w="9525">
            <a:noFill/>
            <a:miter/>
          </a:ln>
        </p:spPr>
        <p:txBody>
          <a:bodyPr wrap="square">
            <a:spAutoFit/>
          </a:bodyPr>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struct student {</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char *name;</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int age;</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struct student *next;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a:t>
            </a:r>
            <a:r>
              <a:rPr lang="en-US" altLang="x-none" sz="1800" b="0" dirty="0">
                <a:solidFill>
                  <a:schemeClr val="tx1"/>
                </a:solidFill>
                <a:effectLst/>
                <a:latin typeface="DejaVu Sans" panose="020B0603030804020204" charset="0"/>
                <a:ea typeface="方正书宋_GBK" panose="02000000000000000000" charset="-122"/>
                <a:cs typeface="+mn-ea"/>
                <a:sym typeface="+mn-ea"/>
              </a:rPr>
              <a:t>struct student *prev;</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struct student *st_head=NULL;</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struct student *st_tail=NULL;</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p:txBody>
      </p:sp>
      <p:pic>
        <p:nvPicPr>
          <p:cNvPr id="2" name="内容占位符 13314"/>
          <p:cNvPicPr>
            <a:picLocks noGrp="1" noChangeAspect="1"/>
          </p:cNvPicPr>
          <p:nvPr>
            <p:ph idx="2147483647"/>
          </p:nvPr>
        </p:nvPicPr>
        <p:blipFill>
          <a:blip r:embed="rId1"/>
          <a:stretch>
            <a:fillRect/>
          </a:stretch>
        </p:blipFill>
        <p:spPr>
          <a:xfrm>
            <a:off x="0" y="0"/>
            <a:ext cx="838200" cy="517525"/>
          </a:xfrm>
        </p:spPr>
      </p:pic>
      <p:sp>
        <p:nvSpPr>
          <p:cNvPr id="78856" name="矩形 13319"/>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rgbClr val="CC0000"/>
                </a:solidFill>
                <a:effectLst>
                  <a:outerShdw blurRad="38100" dist="38100" dir="2700000">
                    <a:srgbClr val="000000"/>
                  </a:outerShdw>
                </a:effectLst>
                <a:latin typeface="DejaVu Sans" panose="020B0603030804020204" charset="0"/>
                <a:ea typeface="方正书宋_GBK" panose="02000000000000000000" charset="-122"/>
                <a:cs typeface="+mn-ea"/>
              </a:rPr>
              <a:t>前言</a:t>
            </a:r>
            <a:endParaRPr lang="zh-CN" altLang="en-US" sz="2400" strike="noStrike" noProof="1" dirty="0">
              <a:solidFill>
                <a:srgbClr val="CC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 name="矩形 13313"/>
          <p:cNvSpPr/>
          <p:nvPr/>
        </p:nvSpPr>
        <p:spPr>
          <a:xfrm>
            <a:off x="5262880" y="678180"/>
            <a:ext cx="3511550" cy="4711065"/>
          </a:xfrm>
          <a:prstGeom prst="rect">
            <a:avLst/>
          </a:prstGeom>
          <a:noFill/>
          <a:ln w="9525">
            <a:noFill/>
            <a:miter/>
          </a:ln>
        </p:spPr>
        <p:txBody>
          <a:bodyPr wrap="square">
            <a:spAutoFit/>
          </a:bodyPr>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add_student ( ... )</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a:t>
            </a:r>
            <a:r>
              <a:rPr lang="en-US" altLang="x-none" sz="1800" b="0" dirty="0">
                <a:solidFill>
                  <a:schemeClr val="tx1"/>
                </a:solidFill>
                <a:effectLst/>
                <a:latin typeface="DejaVu Sans" panose="020B0603030804020204" charset="0"/>
                <a:ea typeface="方正书宋_GBK" panose="02000000000000000000" charset="-122"/>
                <a:cs typeface="+mn-ea"/>
                <a:sym typeface="+mn-ea"/>
              </a:rPr>
              <a:t>struct student *st;</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st=malloc(sizeof(*st));</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if(st_head != NULL)</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st_head-&gt;prev = st;</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st-&gt;next = st_head;</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st-&gt;prev = NULL;</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if(st_tail == NULL);</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st_tail = st;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p:txBody>
      </p:sp>
      <p:pic>
        <p:nvPicPr>
          <p:cNvPr id="4" name="图片 3" descr="1361366548 (复件)"/>
          <p:cNvPicPr>
            <a:picLocks noChangeAspect="1"/>
          </p:cNvPicPr>
          <p:nvPr/>
        </p:nvPicPr>
        <p:blipFill>
          <a:blip r:embed="rId2"/>
          <a:stretch>
            <a:fillRect/>
          </a:stretch>
        </p:blipFill>
        <p:spPr>
          <a:xfrm>
            <a:off x="230505" y="3836035"/>
            <a:ext cx="4635500" cy="2457450"/>
          </a:xfrm>
          <a:prstGeom prst="rect">
            <a:avLst/>
          </a:prstGeom>
        </p:spPr>
      </p:pic>
      <p:sp>
        <p:nvSpPr>
          <p:cNvPr id="6" name="文本框 5"/>
          <p:cNvSpPr txBox="1"/>
          <p:nvPr/>
        </p:nvSpPr>
        <p:spPr>
          <a:xfrm>
            <a:off x="5621020" y="5534660"/>
            <a:ext cx="1612900" cy="521970"/>
          </a:xfrm>
          <a:prstGeom prst="rect">
            <a:avLst/>
          </a:prstGeom>
          <a:noFill/>
        </p:spPr>
        <p:txBody>
          <a:bodyPr wrap="none" rtlCol="0" anchor="t">
            <a:spAutoFit/>
          </a:bodyPr>
          <a:p>
            <a:r>
              <a:rPr lang="zh-CN" altLang="en-US" sz="2800">
                <a:latin typeface="DejaVu Sans" panose="020B0603030804020204" charset="0"/>
                <a:ea typeface="方正书宋_GBK" panose="02000000000000000000" charset="-122"/>
              </a:rPr>
              <a:t>双向链表</a:t>
            </a:r>
            <a:endParaRPr lang="zh-CN" altLang="en-US" sz="2800">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矩形 13313"/>
          <p:cNvSpPr/>
          <p:nvPr/>
        </p:nvSpPr>
        <p:spPr>
          <a:xfrm>
            <a:off x="265430" y="548640"/>
            <a:ext cx="3773805" cy="3161665"/>
          </a:xfrm>
          <a:prstGeom prst="rect">
            <a:avLst/>
          </a:prstGeom>
          <a:noFill/>
          <a:ln w="9525">
            <a:noFill/>
            <a:miter/>
          </a:ln>
        </p:spPr>
        <p:txBody>
          <a:bodyPr wrap="square">
            <a:spAutoFit/>
          </a:bodyPr>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typedef struct list {</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struct list *next;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a:t>
            </a:r>
            <a:r>
              <a:rPr lang="en-US" altLang="x-none" sz="1800" b="0" dirty="0">
                <a:solidFill>
                  <a:schemeClr val="tx1"/>
                </a:solidFill>
                <a:effectLst/>
                <a:latin typeface="DejaVu Sans" panose="020B0603030804020204" charset="0"/>
                <a:ea typeface="方正书宋_GBK" panose="02000000000000000000" charset="-122"/>
                <a:cs typeface="+mn-ea"/>
                <a:sym typeface="+mn-ea"/>
              </a:rPr>
              <a:t>struct list *prev;</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List;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List head={</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.next = &amp;head;</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.prev = &amp;head;</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p:txBody>
      </p:sp>
      <p:pic>
        <p:nvPicPr>
          <p:cNvPr id="2" name="内容占位符 13314"/>
          <p:cNvPicPr>
            <a:picLocks noGrp="1" noChangeAspect="1"/>
          </p:cNvPicPr>
          <p:nvPr>
            <p:ph idx="2147483647"/>
          </p:nvPr>
        </p:nvPicPr>
        <p:blipFill>
          <a:blip r:embed="rId1"/>
          <a:stretch>
            <a:fillRect/>
          </a:stretch>
        </p:blipFill>
        <p:spPr>
          <a:xfrm>
            <a:off x="0" y="0"/>
            <a:ext cx="838200" cy="517525"/>
          </a:xfrm>
        </p:spPr>
      </p:pic>
      <p:sp>
        <p:nvSpPr>
          <p:cNvPr id="3" name="矩形 13313"/>
          <p:cNvSpPr/>
          <p:nvPr/>
        </p:nvSpPr>
        <p:spPr>
          <a:xfrm>
            <a:off x="3627120" y="548640"/>
            <a:ext cx="5382895" cy="3549015"/>
          </a:xfrm>
          <a:prstGeom prst="rect">
            <a:avLst/>
          </a:prstGeom>
          <a:noFill/>
          <a:ln w="9525">
            <a:noFill/>
            <a:miter/>
          </a:ln>
        </p:spPr>
        <p:txBody>
          <a:bodyPr wrap="square">
            <a:spAutoFit/>
          </a:bodyPr>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list_insert(List *me, List *prev, TList *next) {</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a:t>
            </a:r>
            <a:r>
              <a:rPr lang="en-US" altLang="x-none" sz="1800" b="0" dirty="0">
                <a:solidFill>
                  <a:schemeClr val="tx1"/>
                </a:solidFill>
                <a:effectLst/>
                <a:latin typeface="DejaVu Sans" panose="020B0603030804020204" charset="0"/>
                <a:ea typeface="方正书宋_GBK" panose="02000000000000000000" charset="-122"/>
                <a:cs typeface="+mn-ea"/>
                <a:sym typeface="+mn-ea"/>
              </a:rPr>
              <a:t>me</a:t>
            </a:r>
            <a:r>
              <a:rPr lang="en-US" altLang="x-none" sz="1800" b="0" strike="noStrike" noProof="1" dirty="0">
                <a:solidFill>
                  <a:schemeClr val="tx1"/>
                </a:solidFill>
                <a:effectLst/>
                <a:latin typeface="DejaVu Sans" panose="020B0603030804020204" charset="0"/>
                <a:ea typeface="方正书宋_GBK" panose="02000000000000000000" charset="-122"/>
                <a:cs typeface="+mn-ea"/>
              </a:rPr>
              <a:t>-&gt;next = next;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a:t>
            </a:r>
            <a:r>
              <a:rPr lang="en-US" altLang="x-none" sz="1800" b="0" dirty="0">
                <a:solidFill>
                  <a:schemeClr val="tx1"/>
                </a:solidFill>
                <a:effectLst/>
                <a:latin typeface="DejaVu Sans" panose="020B0603030804020204" charset="0"/>
                <a:ea typeface="方正书宋_GBK" panose="02000000000000000000" charset="-122"/>
                <a:cs typeface="+mn-ea"/>
                <a:sym typeface="+mn-ea"/>
              </a:rPr>
              <a:t>me</a:t>
            </a:r>
            <a:r>
              <a:rPr lang="en-US" altLang="x-none" sz="1800" b="0" strike="noStrike" noProof="1" dirty="0">
                <a:solidFill>
                  <a:schemeClr val="tx1"/>
                </a:solidFill>
                <a:effectLst/>
                <a:latin typeface="DejaVu Sans" panose="020B0603030804020204" charset="0"/>
                <a:ea typeface="方正书宋_GBK" panose="02000000000000000000" charset="-122"/>
                <a:cs typeface="+mn-ea"/>
              </a:rPr>
              <a:t>-&gt;prev = prev;</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prev-&gt;next = </a:t>
            </a:r>
            <a:r>
              <a:rPr lang="en-US" altLang="x-none" sz="1800" b="0" dirty="0">
                <a:solidFill>
                  <a:schemeClr val="tx1"/>
                </a:solidFill>
                <a:effectLst/>
                <a:latin typeface="DejaVu Sans" panose="020B0603030804020204" charset="0"/>
                <a:ea typeface="方正书宋_GBK" panose="02000000000000000000" charset="-122"/>
                <a:cs typeface="+mn-ea"/>
                <a:sym typeface="+mn-ea"/>
              </a:rPr>
              <a:t>me</a:t>
            </a: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next-&gt;prev = </a:t>
            </a:r>
            <a:r>
              <a:rPr lang="en-US" altLang="x-none" sz="1800" b="0" dirty="0">
                <a:solidFill>
                  <a:schemeClr val="tx1"/>
                </a:solidFill>
                <a:effectLst/>
                <a:latin typeface="DejaVu Sans" panose="020B0603030804020204" charset="0"/>
                <a:ea typeface="方正书宋_GBK" panose="02000000000000000000" charset="-122"/>
                <a:cs typeface="+mn-ea"/>
                <a:sym typeface="+mn-ea"/>
              </a:rPr>
              <a:t>me</a:t>
            </a: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list_add(List *me) {</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a:t>
            </a:r>
            <a:r>
              <a:rPr lang="en-US" altLang="x-none" sz="1800" b="0" dirty="0">
                <a:solidFill>
                  <a:schemeClr val="tx1"/>
                </a:solidFill>
                <a:effectLst/>
                <a:latin typeface="DejaVu Sans" panose="020B0603030804020204" charset="0"/>
                <a:ea typeface="方正书宋_GBK" panose="02000000000000000000" charset="-122"/>
                <a:cs typeface="+mn-ea"/>
                <a:sym typeface="+mn-ea"/>
              </a:rPr>
              <a:t>list_insert(me, head, head-&gt;next);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p:txBody>
      </p:sp>
      <p:sp>
        <p:nvSpPr>
          <p:cNvPr id="6" name="文本框 5"/>
          <p:cNvSpPr txBox="1"/>
          <p:nvPr/>
        </p:nvSpPr>
        <p:spPr>
          <a:xfrm>
            <a:off x="5311140" y="4958715"/>
            <a:ext cx="3587115" cy="521970"/>
          </a:xfrm>
          <a:prstGeom prst="rect">
            <a:avLst/>
          </a:prstGeom>
          <a:noFill/>
        </p:spPr>
        <p:txBody>
          <a:bodyPr wrap="none" rtlCol="0" anchor="t">
            <a:spAutoFit/>
          </a:bodyPr>
          <a:p>
            <a:r>
              <a:rPr lang="en-US" altLang="zh-CN" sz="2800">
                <a:latin typeface="DejaVu Sans" panose="020B0603030804020204" charset="0"/>
                <a:ea typeface="方正书宋_GBK" panose="02000000000000000000" charset="-122"/>
              </a:rPr>
              <a:t>kernel</a:t>
            </a:r>
            <a:r>
              <a:rPr lang="zh-CN" altLang="en-US" sz="2800">
                <a:latin typeface="DejaVu Sans" panose="020B0603030804020204" charset="0"/>
                <a:ea typeface="方正书宋_GBK" panose="02000000000000000000" charset="-122"/>
              </a:rPr>
              <a:t>双向循环链表</a:t>
            </a:r>
            <a:endParaRPr lang="zh-CN" altLang="en-US" sz="2800">
              <a:latin typeface="DejaVu Sans" panose="020B0603030804020204" charset="0"/>
              <a:ea typeface="方正书宋_GBK" panose="02000000000000000000" charset="-122"/>
            </a:endParaRPr>
          </a:p>
        </p:txBody>
      </p:sp>
      <p:pic>
        <p:nvPicPr>
          <p:cNvPr id="5" name="图片 4" descr="653873334"/>
          <p:cNvPicPr>
            <a:picLocks noChangeAspect="1"/>
          </p:cNvPicPr>
          <p:nvPr/>
        </p:nvPicPr>
        <p:blipFill>
          <a:blip r:embed="rId2"/>
          <a:stretch>
            <a:fillRect/>
          </a:stretch>
        </p:blipFill>
        <p:spPr>
          <a:xfrm>
            <a:off x="72390" y="4065270"/>
            <a:ext cx="4890770" cy="26879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矩形 13313"/>
          <p:cNvSpPr/>
          <p:nvPr/>
        </p:nvSpPr>
        <p:spPr>
          <a:xfrm>
            <a:off x="108585" y="598170"/>
            <a:ext cx="4068445" cy="2387600"/>
          </a:xfrm>
          <a:prstGeom prst="rect">
            <a:avLst/>
          </a:prstGeom>
          <a:noFill/>
          <a:ln w="9525">
            <a:noFill/>
            <a:miter/>
          </a:ln>
        </p:spPr>
        <p:txBody>
          <a:bodyPr wrap="square">
            <a:spAutoFit/>
          </a:bodyPr>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struct student {</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char *name;</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int age;</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a:t>
            </a:r>
            <a:r>
              <a:rPr lang="en-US" altLang="x-none" sz="1800" b="0" strike="noStrike" noProof="1" dirty="0">
                <a:solidFill>
                  <a:srgbClr val="C00000"/>
                </a:solidFill>
                <a:effectLst/>
                <a:latin typeface="DejaVu Sans" panose="020B0603030804020204" charset="0"/>
                <a:ea typeface="方正书宋_GBK" panose="02000000000000000000" charset="-122"/>
                <a:cs typeface="+mn-ea"/>
              </a:rPr>
              <a:t>List list</a:t>
            </a:r>
            <a:r>
              <a:rPr lang="en-US" altLang="x-none" sz="1800" b="0" dirty="0">
                <a:solidFill>
                  <a:srgbClr val="C00000"/>
                </a:solidFill>
                <a:effectLst/>
                <a:latin typeface="DejaVu Sans" panose="020B0603030804020204" charset="0"/>
                <a:ea typeface="方正书宋_GBK" panose="02000000000000000000" charset="-122"/>
                <a:cs typeface="+mn-ea"/>
                <a:sym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List head={&amp;head, &amp;head};</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p:txBody>
      </p:sp>
      <p:pic>
        <p:nvPicPr>
          <p:cNvPr id="2" name="内容占位符 13314"/>
          <p:cNvPicPr>
            <a:picLocks noGrp="1" noChangeAspect="1"/>
          </p:cNvPicPr>
          <p:nvPr>
            <p:ph idx="2147483647"/>
          </p:nvPr>
        </p:nvPicPr>
        <p:blipFill>
          <a:blip r:embed="rId1"/>
          <a:stretch>
            <a:fillRect/>
          </a:stretch>
        </p:blipFill>
        <p:spPr>
          <a:xfrm>
            <a:off x="0" y="0"/>
            <a:ext cx="838200" cy="517525"/>
          </a:xfrm>
        </p:spPr>
      </p:pic>
      <p:sp>
        <p:nvSpPr>
          <p:cNvPr id="78856" name="矩形 13319"/>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rgbClr val="CC0000"/>
                </a:solidFill>
                <a:effectLst>
                  <a:outerShdw blurRad="38100" dist="38100" dir="2700000">
                    <a:srgbClr val="000000"/>
                  </a:outerShdw>
                </a:effectLst>
                <a:latin typeface="DejaVu Sans" panose="020B0603030804020204" charset="0"/>
                <a:ea typeface="方正书宋_GBK" panose="02000000000000000000" charset="-122"/>
                <a:cs typeface="+mn-ea"/>
              </a:rPr>
              <a:t>前言</a:t>
            </a:r>
            <a:endParaRPr lang="zh-CN" altLang="en-US" sz="2400" strike="noStrike" noProof="1" dirty="0">
              <a:solidFill>
                <a:srgbClr val="CC0000"/>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3" name="矩形 13313"/>
          <p:cNvSpPr/>
          <p:nvPr/>
        </p:nvSpPr>
        <p:spPr>
          <a:xfrm>
            <a:off x="4509770" y="598170"/>
            <a:ext cx="4264660" cy="2387600"/>
          </a:xfrm>
          <a:prstGeom prst="rect">
            <a:avLst/>
          </a:prstGeom>
          <a:noFill/>
          <a:ln w="9525">
            <a:noFill/>
            <a:miter/>
          </a:ln>
        </p:spPr>
        <p:txBody>
          <a:bodyPr wrap="square">
            <a:spAutoFit/>
          </a:bodyPr>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add_student ( ... ) {</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a:t>
            </a:r>
            <a:r>
              <a:rPr lang="en-US" altLang="x-none" sz="1800" b="0" dirty="0">
                <a:solidFill>
                  <a:schemeClr val="tx1"/>
                </a:solidFill>
                <a:effectLst/>
                <a:latin typeface="DejaVu Sans" panose="020B0603030804020204" charset="0"/>
                <a:ea typeface="方正书宋_GBK" panose="02000000000000000000" charset="-122"/>
                <a:cs typeface="+mn-ea"/>
                <a:sym typeface="+mn-ea"/>
              </a:rPr>
              <a:t>struct student *st;</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st=malloc(sizeof(*st));</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a:t>
            </a:r>
            <a:endParaRPr lang="en-US" altLang="x-none" sz="1800" b="0" dirty="0">
              <a:solidFill>
                <a:schemeClr val="tx1"/>
              </a:solidFill>
              <a:effectLst/>
              <a:latin typeface="DejaVu Sans" panose="020B0603030804020204" charset="0"/>
              <a:ea typeface="方正书宋_GBK" panose="02000000000000000000" charset="-122"/>
              <a:cs typeface="+mn-ea"/>
              <a:sym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      list_add(&amp;(st-&gt;list))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p:txBody>
      </p:sp>
      <p:pic>
        <p:nvPicPr>
          <p:cNvPr id="7" name="图片 6" descr="timg"/>
          <p:cNvPicPr>
            <a:picLocks noChangeAspect="1"/>
          </p:cNvPicPr>
          <p:nvPr/>
        </p:nvPicPr>
        <p:blipFill>
          <a:blip r:embed="rId2"/>
          <a:stretch>
            <a:fillRect/>
          </a:stretch>
        </p:blipFill>
        <p:spPr>
          <a:xfrm>
            <a:off x="85725" y="3261995"/>
            <a:ext cx="7094220" cy="3438525"/>
          </a:xfrm>
          <a:prstGeom prst="rect">
            <a:avLst/>
          </a:prstGeom>
        </p:spPr>
      </p:pic>
      <p:sp>
        <p:nvSpPr>
          <p:cNvPr id="5" name="文本框 4"/>
          <p:cNvSpPr txBox="1"/>
          <p:nvPr/>
        </p:nvSpPr>
        <p:spPr>
          <a:xfrm>
            <a:off x="5826760" y="4573905"/>
            <a:ext cx="3100070" cy="460375"/>
          </a:xfrm>
          <a:prstGeom prst="rect">
            <a:avLst/>
          </a:prstGeom>
          <a:noFill/>
        </p:spPr>
        <p:txBody>
          <a:bodyPr wrap="none" rtlCol="0" anchor="t">
            <a:spAutoFit/>
          </a:bodyPr>
          <a:p>
            <a:r>
              <a:rPr lang="en-US" altLang="zh-CN" sz="2400">
                <a:latin typeface="DejaVu Sans" panose="020B0603030804020204" charset="0"/>
                <a:ea typeface="方正书宋_GBK" panose="02000000000000000000" charset="-122"/>
              </a:rPr>
              <a:t>kernel</a:t>
            </a:r>
            <a:r>
              <a:rPr lang="zh-CN" altLang="en-US" sz="2400">
                <a:latin typeface="DejaVu Sans" panose="020B0603030804020204" charset="0"/>
                <a:ea typeface="方正书宋_GBK" panose="02000000000000000000" charset="-122"/>
              </a:rPr>
              <a:t>双向循环链表</a:t>
            </a:r>
            <a:endParaRPr lang="zh-CN" altLang="en-US" sz="2400">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内容占位符 13314"/>
          <p:cNvPicPr>
            <a:picLocks noGrp="1" noChangeAspect="1"/>
          </p:cNvPicPr>
          <p:nvPr>
            <p:ph idx="2147483647"/>
          </p:nvPr>
        </p:nvPicPr>
        <p:blipFill>
          <a:blip r:embed="rId1"/>
          <a:stretch>
            <a:fillRect/>
          </a:stretch>
        </p:blipFill>
        <p:spPr>
          <a:xfrm>
            <a:off x="0" y="0"/>
            <a:ext cx="838200" cy="517525"/>
          </a:xfrm>
        </p:spPr>
      </p:pic>
      <p:sp>
        <p:nvSpPr>
          <p:cNvPr id="3" name="矩形 13313"/>
          <p:cNvSpPr/>
          <p:nvPr/>
        </p:nvSpPr>
        <p:spPr>
          <a:xfrm>
            <a:off x="396875" y="3376295"/>
            <a:ext cx="8086090" cy="3161665"/>
          </a:xfrm>
          <a:prstGeom prst="rect">
            <a:avLst/>
          </a:prstGeom>
          <a:noFill/>
          <a:ln w="9525">
            <a:noFill/>
            <a:miter/>
          </a:ln>
        </p:spPr>
        <p:txBody>
          <a:bodyPr wrap="square">
            <a:spAutoFit/>
          </a:bodyPr>
          <a:p>
            <a:pPr marL="533400" lvl="0" indent="-533400" algn="l" fontAlgn="base">
              <a:lnSpc>
                <a:spcPct val="130000"/>
              </a:lnSpc>
              <a:spcBef>
                <a:spcPct val="10000"/>
              </a:spcBef>
              <a:buClr>
                <a:schemeClr val="tx2"/>
              </a:buClr>
              <a:buSzPct val="95000"/>
            </a:pPr>
            <a:r>
              <a:rPr lang="zh-CN" altLang="en-US" sz="1800" b="0" strike="noStrike" noProof="1" dirty="0">
                <a:solidFill>
                  <a:schemeClr val="tx1"/>
                </a:solidFill>
                <a:effectLst/>
                <a:latin typeface="DejaVu Sans" panose="020B0603030804020204" charset="0"/>
                <a:ea typeface="方正书宋_GBK" panose="02000000000000000000" charset="-122"/>
                <a:cs typeface="+mn-ea"/>
              </a:rPr>
              <a:t>遍历链表：</a:t>
            </a:r>
            <a:endParaRPr lang="zh-CN" altLang="en-US"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struct student</a:t>
            </a:r>
            <a:r>
              <a:rPr lang="zh-CN" altLang="en-US" sz="1800" b="0" strike="noStrike" noProof="1" dirty="0">
                <a:solidFill>
                  <a:schemeClr val="tx1"/>
                </a:solidFill>
                <a:effectLst/>
                <a:latin typeface="DejaVu Sans" panose="020B0603030804020204" charset="0"/>
                <a:ea typeface="方正书宋_GBK" panose="02000000000000000000" charset="-122"/>
                <a:cs typeface="+mn-ea"/>
              </a:rPr>
              <a:t> </a:t>
            </a:r>
            <a:r>
              <a:rPr lang="en-US" altLang="zh-CN" sz="1800" b="0" strike="noStrike" noProof="1" dirty="0">
                <a:solidFill>
                  <a:schemeClr val="tx1"/>
                </a:solidFill>
                <a:effectLst/>
                <a:latin typeface="DejaVu Sans" panose="020B0603030804020204" charset="0"/>
                <a:ea typeface="方正书宋_GBK" panose="02000000000000000000" charset="-122"/>
                <a:cs typeface="+mn-ea"/>
              </a:rPr>
              <a:t>*st;</a:t>
            </a:r>
            <a:endParaRPr lang="zh-CN" altLang="en-US"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dirty="0">
                <a:solidFill>
                  <a:srgbClr val="C00000"/>
                </a:solidFill>
                <a:effectLst/>
                <a:latin typeface="DejaVu Sans" panose="020B0603030804020204" charset="0"/>
                <a:ea typeface="方正书宋_GBK" panose="02000000000000000000" charset="-122"/>
                <a:cs typeface="+mn-ea"/>
                <a:sym typeface="+mn-ea"/>
              </a:rPr>
              <a:t>List *plist;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for(plist=head-&gt;next; plist != head; plist=plist-&gt;next)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st = (</a:t>
            </a:r>
            <a:r>
              <a:rPr lang="en-US" altLang="x-none" sz="1800" b="0" dirty="0">
                <a:solidFill>
                  <a:schemeClr val="tx1"/>
                </a:solidFill>
                <a:effectLst/>
                <a:latin typeface="DejaVu Sans" panose="020B0603030804020204" charset="0"/>
                <a:ea typeface="方正书宋_GBK" panose="02000000000000000000" charset="-122"/>
                <a:cs typeface="+mn-ea"/>
                <a:sym typeface="+mn-ea"/>
              </a:rPr>
              <a:t>struct student</a:t>
            </a:r>
            <a:r>
              <a:rPr lang="en-US" altLang="x-none" sz="1800" b="0" strike="noStrike" noProof="1" dirty="0">
                <a:solidFill>
                  <a:schemeClr val="tx1"/>
                </a:solidFill>
                <a:effectLst/>
                <a:latin typeface="DejaVu Sans" panose="020B0603030804020204" charset="0"/>
                <a:ea typeface="方正书宋_GBK" panose="02000000000000000000" charset="-122"/>
                <a:cs typeface="+mn-ea"/>
              </a:rPr>
              <a:t> *)((char *)(</a:t>
            </a:r>
            <a:r>
              <a:rPr lang="en-US" altLang="x-none" sz="1800" b="0" dirty="0">
                <a:solidFill>
                  <a:schemeClr val="tx1"/>
                </a:solidFill>
                <a:effectLst/>
                <a:latin typeface="DejaVu Sans" panose="020B0603030804020204" charset="0"/>
                <a:ea typeface="方正书宋_GBK" panose="02000000000000000000" charset="-122"/>
                <a:cs typeface="+mn-ea"/>
                <a:sym typeface="+mn-ea"/>
              </a:rPr>
              <a:t>plist</a:t>
            </a:r>
            <a:r>
              <a:rPr lang="en-US" altLang="x-none" sz="1800" b="0" strike="noStrike" noProof="1" dirty="0">
                <a:solidFill>
                  <a:schemeClr val="tx1"/>
                </a:solidFill>
                <a:effectLst/>
                <a:latin typeface="DejaVu Sans" panose="020B0603030804020204" charset="0"/>
                <a:ea typeface="方正书宋_GBK" panose="02000000000000000000" charset="-122"/>
                <a:cs typeface="+mn-ea"/>
              </a:rPr>
              <a:t>) - </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((int)</a:t>
            </a:r>
            <a:r>
              <a:rPr lang="en-US" altLang="x-none" sz="1800" b="0" strike="noStrike" noProof="1" dirty="0">
                <a:solidFill>
                  <a:srgbClr val="C00000"/>
                </a:solidFill>
                <a:effectLst/>
                <a:latin typeface="DejaVu Sans" panose="020B0603030804020204" charset="0"/>
                <a:ea typeface="方正书宋_GBK" panose="02000000000000000000" charset="-122"/>
                <a:cs typeface="+mn-ea"/>
              </a:rPr>
              <a:t>&amp;(((</a:t>
            </a:r>
            <a:r>
              <a:rPr lang="en-US" altLang="x-none" sz="1800" b="0" dirty="0">
                <a:solidFill>
                  <a:srgbClr val="C00000"/>
                </a:solidFill>
                <a:effectLst/>
                <a:latin typeface="DejaVu Sans" panose="020B0603030804020204" charset="0"/>
                <a:ea typeface="方正书宋_GBK" panose="02000000000000000000" charset="-122"/>
                <a:cs typeface="+mn-ea"/>
                <a:sym typeface="+mn-ea"/>
              </a:rPr>
              <a:t>struct student</a:t>
            </a:r>
            <a:r>
              <a:rPr lang="en-US" altLang="x-none" sz="1800" b="0" strike="noStrike" noProof="1" dirty="0">
                <a:solidFill>
                  <a:srgbClr val="C00000"/>
                </a:solidFill>
                <a:effectLst/>
                <a:latin typeface="DejaVu Sans" panose="020B0603030804020204" charset="0"/>
                <a:ea typeface="方正书宋_GBK" panose="02000000000000000000" charset="-122"/>
                <a:cs typeface="+mn-ea"/>
              </a:rPr>
              <a:t>*)0)-&gt;list)</a:t>
            </a: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p:txBody>
      </p:sp>
      <p:sp>
        <p:nvSpPr>
          <p:cNvPr id="4" name="矩形 13313"/>
          <p:cNvSpPr/>
          <p:nvPr/>
        </p:nvSpPr>
        <p:spPr>
          <a:xfrm>
            <a:off x="435610" y="551815"/>
            <a:ext cx="4068445" cy="2387600"/>
          </a:xfrm>
          <a:prstGeom prst="rect">
            <a:avLst/>
          </a:prstGeom>
          <a:noFill/>
          <a:ln w="9525">
            <a:noFill/>
            <a:miter/>
          </a:ln>
        </p:spPr>
        <p:txBody>
          <a:bodyPr wrap="square">
            <a:spAutoFit/>
          </a:bodyPr>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struct student {</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char *name;</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int age;</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	</a:t>
            </a:r>
            <a:r>
              <a:rPr lang="en-US" altLang="x-none" sz="1800" b="0" strike="noStrike" noProof="1" dirty="0">
                <a:solidFill>
                  <a:srgbClr val="C00000"/>
                </a:solidFill>
                <a:effectLst/>
                <a:latin typeface="DejaVu Sans" panose="020B0603030804020204" charset="0"/>
                <a:ea typeface="方正书宋_GBK" panose="02000000000000000000" charset="-122"/>
                <a:cs typeface="+mn-ea"/>
              </a:rPr>
              <a:t>List list</a:t>
            </a:r>
            <a:r>
              <a:rPr lang="en-US" altLang="x-none" sz="1800" b="0" dirty="0">
                <a:solidFill>
                  <a:srgbClr val="C00000"/>
                </a:solidFill>
                <a:effectLst/>
                <a:latin typeface="DejaVu Sans" panose="020B0603030804020204" charset="0"/>
                <a:ea typeface="方正书宋_GBK" panose="02000000000000000000" charset="-122"/>
                <a:cs typeface="+mn-ea"/>
                <a:sym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strike="noStrike" noProof="1" dirty="0">
                <a:solidFill>
                  <a:schemeClr val="tx1"/>
                </a:solidFill>
                <a:effectLst/>
                <a:latin typeface="DejaVu Sans" panose="020B0603030804020204" charset="0"/>
                <a:ea typeface="方正书宋_GBK" panose="02000000000000000000" charset="-122"/>
                <a:cs typeface="+mn-ea"/>
              </a:rPr>
              <a:t>};</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a:p>
            <a:pPr marL="533400" lvl="0" indent="-533400" algn="l" fontAlgn="base">
              <a:lnSpc>
                <a:spcPct val="130000"/>
              </a:lnSpc>
              <a:spcBef>
                <a:spcPct val="10000"/>
              </a:spcBef>
              <a:buClr>
                <a:schemeClr val="tx2"/>
              </a:buClr>
              <a:buSzPct val="95000"/>
            </a:pPr>
            <a:r>
              <a:rPr lang="en-US" altLang="x-none" sz="1800" b="0" dirty="0">
                <a:solidFill>
                  <a:schemeClr val="tx1"/>
                </a:solidFill>
                <a:effectLst/>
                <a:latin typeface="DejaVu Sans" panose="020B0603030804020204" charset="0"/>
                <a:ea typeface="方正书宋_GBK" panose="02000000000000000000" charset="-122"/>
                <a:cs typeface="+mn-ea"/>
                <a:sym typeface="+mn-ea"/>
              </a:rPr>
              <a:t>List head={&amp;head, &amp;head};</a:t>
            </a:r>
            <a:endParaRPr lang="en-US" altLang="x-none" sz="1800" b="0" strike="noStrike" noProof="1" dirty="0">
              <a:solidFill>
                <a:schemeClr val="tx1"/>
              </a:solidFill>
              <a:effectLst/>
              <a:latin typeface="DejaVu Sans" panose="020B0603030804020204" charset="0"/>
              <a:ea typeface="方正书宋_GBK" panose="02000000000000000000" charset="-122"/>
              <a:cs typeface="+mn-ea"/>
            </a:endParaRPr>
          </a:p>
        </p:txBody>
      </p:sp>
      <p:pic>
        <p:nvPicPr>
          <p:cNvPr id="7" name="图片 6" descr="302354135"/>
          <p:cNvPicPr>
            <a:picLocks noChangeAspect="1"/>
          </p:cNvPicPr>
          <p:nvPr/>
        </p:nvPicPr>
        <p:blipFill>
          <a:blip r:embed="rId2"/>
          <a:stretch>
            <a:fillRect/>
          </a:stretch>
        </p:blipFill>
        <p:spPr>
          <a:xfrm>
            <a:off x="4778375" y="589280"/>
            <a:ext cx="3434080" cy="32124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内容占位符 13314"/>
          <p:cNvPicPr>
            <a:picLocks noGrp="1" noChangeAspect="1"/>
          </p:cNvPicPr>
          <p:nvPr>
            <p:ph idx="2147483647"/>
          </p:nvPr>
        </p:nvPicPr>
        <p:blipFill>
          <a:blip r:embed="rId1"/>
          <a:stretch>
            <a:fillRect/>
          </a:stretch>
        </p:blipFill>
        <p:spPr>
          <a:xfrm>
            <a:off x="0" y="0"/>
            <a:ext cx="838200" cy="517525"/>
          </a:xfrm>
        </p:spPr>
      </p:pic>
      <p:sp>
        <p:nvSpPr>
          <p:cNvPr id="78851" name="文本框 13315"/>
          <p:cNvSpPr txBox="1"/>
          <p:nvPr/>
        </p:nvSpPr>
        <p:spPr>
          <a:xfrm>
            <a:off x="8521700"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en-US" altLang="x-none" sz="1400" b="0" dirty="0">
                <a:solidFill>
                  <a:schemeClr val="tx2"/>
                </a:solidFill>
                <a:latin typeface="DejaVu Sans" panose="020B0603030804020204" charset="0"/>
                <a:ea typeface="方正书宋_GBK" panose="02000000000000000000" charset="-122"/>
              </a:rPr>
              <a:t>2</a:t>
            </a:r>
            <a:endParaRPr lang="en-US" altLang="x-none" sz="1400" b="0" dirty="0">
              <a:solidFill>
                <a:schemeClr val="tx2"/>
              </a:solidFill>
              <a:latin typeface="DejaVu Sans" panose="020B0603030804020204" charset="0"/>
              <a:ea typeface="方正书宋_GBK" panose="02000000000000000000" charset="-122"/>
            </a:endParaRPr>
          </a:p>
        </p:txBody>
      </p:sp>
      <p:sp>
        <p:nvSpPr>
          <p:cNvPr id="78853" name="矩形 13316"/>
          <p:cNvSpPr/>
          <p:nvPr/>
        </p:nvSpPr>
        <p:spPr>
          <a:xfrm>
            <a:off x="880745" y="1091565"/>
            <a:ext cx="7147560" cy="4369435"/>
          </a:xfrm>
          <a:prstGeom prst="rect">
            <a:avLst/>
          </a:prstGeom>
          <a:noFill/>
          <a:ln w="9525">
            <a:noFill/>
            <a:miter/>
          </a:ln>
        </p:spPr>
        <p:txBody>
          <a:bodyPr wrap="square">
            <a:spAutoFit/>
          </a:bodyPr>
          <a:p>
            <a:pPr lvl="0"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① </a:t>
            </a:r>
            <a:r>
              <a:rPr lang="zh-CN" altLang="en-US"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操作系统中的</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并行处理技术</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a:p>
            <a:pPr marL="838200" lvl="1" indent="-381000" algn="l" fontAlgn="base">
              <a:lnSpc>
                <a:spcPct val="130000"/>
              </a:lnSpc>
              <a:spcBef>
                <a:spcPct val="30000"/>
              </a:spcBef>
              <a:buClr>
                <a:schemeClr val="tx2"/>
              </a:buClr>
              <a:buSzPct val="95000"/>
            </a:pPr>
            <a:r>
              <a:rPr lang="x-none" altLang="zh-CN" sz="2400" b="0" dirty="0">
                <a:solidFill>
                  <a:srgbClr val="000000"/>
                </a:solidFill>
                <a:latin typeface="DejaVu Sans" panose="020B0603030804020204" charset="0"/>
                <a:ea typeface="方正书宋_GBK" panose="02000000000000000000" charset="-122"/>
                <a:sym typeface="+mn-ea"/>
              </a:rPr>
              <a:t>操作系统中存在大量的并行活动，也存在各种硬件资源（CPU，内存，外设），实现进程的并行运行，硬件资源的并行工作，最大限度提高系统效率采用的技术</a:t>
            </a:r>
            <a:r>
              <a:rPr lang="zh-CN" altLang="x-none" sz="2400" b="0" dirty="0">
                <a:solidFill>
                  <a:srgbClr val="000000"/>
                </a:solidFill>
                <a:latin typeface="DejaVu Sans" panose="020B0603030804020204" charset="0"/>
                <a:ea typeface="方正书宋_GBK" panose="02000000000000000000" charset="-122"/>
                <a:sym typeface="+mn-ea"/>
              </a:rPr>
              <a:t>：</a:t>
            </a:r>
            <a:endParaRPr lang="x-none" altLang="zh-CN" sz="2400" b="0" dirty="0">
              <a:solidFill>
                <a:srgbClr val="000000"/>
              </a:solidFill>
              <a:latin typeface="DejaVu Sans" panose="020B0603030804020204" charset="0"/>
              <a:ea typeface="方正书宋_GBK" panose="02000000000000000000" charset="-122"/>
              <a:sym typeface="+mn-ea"/>
            </a:endParaRPr>
          </a:p>
          <a:p>
            <a:pPr marL="838200" lvl="1" indent="-381000" algn="l" fontAlgn="base">
              <a:lnSpc>
                <a:spcPct val="130000"/>
              </a:lnSpc>
              <a:spcBef>
                <a:spcPct val="30000"/>
              </a:spcBef>
              <a:buClr>
                <a:schemeClr val="tx2"/>
              </a:buClr>
              <a:buSzPct val="95000"/>
            </a:pPr>
            <a:r>
              <a:rPr lang="x-none" altLang="zh-CN" sz="2400" b="0" dirty="0">
                <a:solidFill>
                  <a:srgbClr val="000000"/>
                </a:solidFill>
                <a:latin typeface="DejaVu Sans" panose="020B0603030804020204" charset="0"/>
                <a:ea typeface="方正书宋_GBK" panose="02000000000000000000" charset="-122"/>
                <a:sym typeface="+mn-ea"/>
              </a:rPr>
              <a:t>分时，通道，中断，资源动态分配，</a:t>
            </a:r>
            <a:endParaRPr lang="x-none" altLang="zh-CN" sz="2400" b="0" dirty="0">
              <a:solidFill>
                <a:srgbClr val="000000"/>
              </a:solidFill>
              <a:latin typeface="DejaVu Sans" panose="020B0603030804020204" charset="0"/>
              <a:ea typeface="方正书宋_GBK" panose="02000000000000000000" charset="-122"/>
              <a:sym typeface="+mn-ea"/>
            </a:endParaRPr>
          </a:p>
          <a:p>
            <a:pPr marL="838200" lvl="1" indent="-381000" algn="l" fontAlgn="base">
              <a:lnSpc>
                <a:spcPct val="130000"/>
              </a:lnSpc>
              <a:spcBef>
                <a:spcPct val="30000"/>
              </a:spcBef>
              <a:buClr>
                <a:schemeClr val="tx2"/>
              </a:buClr>
              <a:buSzPct val="95000"/>
            </a:pPr>
            <a:r>
              <a:rPr lang="zh-CN" altLang="x-none" sz="2400" b="0" dirty="0">
                <a:solidFill>
                  <a:srgbClr val="000000"/>
                </a:solidFill>
                <a:latin typeface="DejaVu Sans" panose="020B0603030804020204" charset="0"/>
                <a:ea typeface="方正书宋_GBK" panose="02000000000000000000" charset="-122"/>
                <a:sym typeface="+mn-ea"/>
              </a:rPr>
              <a:t>消息通讯，共享内存，</a:t>
            </a:r>
            <a:endParaRPr lang="zh-CN" altLang="x-none" sz="2400" b="0" dirty="0">
              <a:solidFill>
                <a:srgbClr val="000000"/>
              </a:solidFill>
              <a:latin typeface="DejaVu Sans" panose="020B0603030804020204" charset="0"/>
              <a:ea typeface="方正书宋_GBK" panose="02000000000000000000" charset="-122"/>
              <a:sym typeface="+mn-ea"/>
            </a:endParaRPr>
          </a:p>
          <a:p>
            <a:pPr marL="838200" lvl="1" indent="-381000" algn="l" fontAlgn="base">
              <a:lnSpc>
                <a:spcPct val="130000"/>
              </a:lnSpc>
              <a:spcBef>
                <a:spcPct val="30000"/>
              </a:spcBef>
              <a:buClr>
                <a:schemeClr val="tx2"/>
              </a:buClr>
              <a:buSzPct val="95000"/>
            </a:pPr>
            <a:r>
              <a:rPr lang="x-none" altLang="zh-CN" sz="2400" b="0" dirty="0">
                <a:solidFill>
                  <a:srgbClr val="000000"/>
                </a:solidFill>
                <a:latin typeface="DejaVu Sans" panose="020B0603030804020204" charset="0"/>
                <a:ea typeface="方正书宋_GBK" panose="02000000000000000000" charset="-122"/>
                <a:sym typeface="+mn-ea"/>
              </a:rPr>
              <a:t>同步互斥结构(锁，信号量)</a:t>
            </a:r>
            <a:endParaRPr lang="zh-CN" altLang="en-US" sz="2400" b="0" i="1" strike="noStrike" noProof="1" dirty="0">
              <a:solidFill>
                <a:srgbClr val="000000"/>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78856" name="矩形 13319"/>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rgbClr val="CC0000"/>
                </a:solidFill>
                <a:effectLst>
                  <a:outerShdw blurRad="38100" dist="38100" dir="2700000">
                    <a:srgbClr val="000000"/>
                  </a:outerShdw>
                </a:effectLst>
                <a:latin typeface="DejaVu Sans" panose="020B0603030804020204" charset="0"/>
                <a:ea typeface="方正书宋_GBK" panose="02000000000000000000" charset="-122"/>
                <a:cs typeface="+mn-ea"/>
              </a:rPr>
              <a:t>前言</a:t>
            </a:r>
            <a:endParaRPr lang="zh-CN" altLang="en-US" sz="2400" strike="noStrike" noProof="1" dirty="0">
              <a:solidFill>
                <a:srgbClr val="CC0000"/>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0897" name="内容占位符 16385"/>
          <p:cNvPicPr>
            <a:picLocks noGrp="1" noChangeAspect="1"/>
          </p:cNvPicPr>
          <p:nvPr>
            <p:ph idx="2147483647"/>
          </p:nvPr>
        </p:nvPicPr>
        <p:blipFill>
          <a:blip r:embed="rId1"/>
          <a:stretch>
            <a:fillRect/>
          </a:stretch>
        </p:blipFill>
        <p:spPr>
          <a:xfrm>
            <a:off x="0" y="0"/>
            <a:ext cx="838200" cy="517525"/>
          </a:xfrm>
        </p:spPr>
      </p:pic>
      <p:sp>
        <p:nvSpPr>
          <p:cNvPr id="80899" name="矩形 16386"/>
          <p:cNvSpPr/>
          <p:nvPr/>
        </p:nvSpPr>
        <p:spPr>
          <a:xfrm>
            <a:off x="136525" y="673100"/>
            <a:ext cx="8386763" cy="2174875"/>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en-US" altLang="x-none" sz="2400" b="0" i="1" strike="noStrike" noProof="1" dirty="0">
                <a:solidFill>
                  <a:srgbClr val="000099"/>
                </a:solidFill>
                <a:effectLst>
                  <a:outerShdw blurRad="38100" dist="38100" dir="2700000">
                    <a:srgbClr val="000000"/>
                  </a:outerShdw>
                </a:effectLst>
                <a:latin typeface="方正书宋_GBK" panose="02000000000000000000" charset="-122"/>
                <a:ea typeface="方正书宋_GBK" panose="02000000000000000000" charset="-122"/>
                <a:cs typeface="+mn-ea"/>
              </a:rPr>
              <a:t>② </a:t>
            </a:r>
            <a:r>
              <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cs typeface="+mn-ea"/>
              </a:rPr>
              <a:t>操作系统中的虚拟技术</a:t>
            </a:r>
            <a:endParaRPr lang="zh-CN" altLang="en-US" sz="2400" b="0" i="1" strike="noStrike" noProof="1" dirty="0">
              <a:solidFill>
                <a:srgbClr val="000099"/>
              </a:solidFill>
              <a:effectLst>
                <a:outerShdw blurRad="38100" dist="38100" dir="2700000">
                  <a:srgbClr val="000000"/>
                </a:outerShdw>
              </a:effectLst>
              <a:latin typeface="DejaVu Sans" panose="020B0603030804020204" charset="0"/>
              <a:ea typeface="方正书宋_GBK" panose="02000000000000000000" charset="-122"/>
            </a:endParaRPr>
          </a:p>
          <a:p>
            <a:pPr marL="1295400" lvl="2" indent="-381000" algn="l" fontAlgn="base">
              <a:lnSpc>
                <a:spcPct val="130000"/>
              </a:lnSpc>
              <a:spcBef>
                <a:spcPct val="30000"/>
              </a:spcBef>
              <a:buClr>
                <a:schemeClr val="tx2"/>
              </a:buClr>
              <a:buSzPct val="95000"/>
              <a:buChar char="§"/>
            </a:pP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用户的逻辑视图与操作系统所管理的物理视图分离</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1295400" lvl="2" indent="-381000" algn="l" fontAlgn="base">
              <a:lnSpc>
                <a:spcPct val="130000"/>
              </a:lnSpc>
              <a:spcBef>
                <a:spcPct val="30000"/>
              </a:spcBef>
              <a:buClr>
                <a:schemeClr val="tx2"/>
              </a:buClr>
              <a:buSzPct val="95000"/>
              <a:buChar char="§"/>
            </a:pPr>
            <a:r>
              <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逻辑视图与物理视图的映射</a:t>
            </a: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1295400" lvl="2" indent="-381000" algn="l" fontAlgn="base">
              <a:lnSpc>
                <a:spcPct val="130000"/>
              </a:lnSpc>
              <a:spcBef>
                <a:spcPct val="30000"/>
              </a:spcBef>
              <a:buClr>
                <a:schemeClr val="tx2"/>
              </a:buClr>
              <a:buSzPct val="95000"/>
            </a:pPr>
            <a:endParaRPr lang="zh-CN" altLang="en-US" sz="24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2" name="文本框 16387"/>
          <p:cNvSpPr txBox="1"/>
          <p:nvPr/>
        </p:nvSpPr>
        <p:spPr>
          <a:xfrm>
            <a:off x="8537575" y="6524625"/>
            <a:ext cx="376238" cy="347663"/>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pPr>
            <a:r>
              <a:rPr lang="en-US" altLang="x-none" sz="1400" b="0" dirty="0">
                <a:solidFill>
                  <a:schemeClr val="tx2"/>
                </a:solidFill>
                <a:latin typeface="DejaVu Sans" panose="020B0603030804020204" charset="0"/>
                <a:ea typeface="方正书宋_GBK" panose="02000000000000000000" charset="-122"/>
              </a:rPr>
              <a:t>5</a:t>
            </a:r>
            <a:endParaRPr lang="en-US" altLang="x-none" sz="1400" b="0" dirty="0">
              <a:solidFill>
                <a:schemeClr val="tx2"/>
              </a:solidFill>
              <a:latin typeface="DejaVu Sans" panose="020B0603030804020204" charset="0"/>
              <a:ea typeface="方正书宋_GBK" panose="02000000000000000000" charset="-122"/>
            </a:endParaRPr>
          </a:p>
        </p:txBody>
      </p:sp>
      <p:grpSp>
        <p:nvGrpSpPr>
          <p:cNvPr id="80901" name="组合 80900"/>
          <p:cNvGrpSpPr/>
          <p:nvPr/>
        </p:nvGrpSpPr>
        <p:grpSpPr>
          <a:xfrm>
            <a:off x="231775" y="2687638"/>
            <a:ext cx="8740775" cy="3667125"/>
            <a:chOff x="0" y="0"/>
            <a:chExt cx="5506" cy="2310"/>
          </a:xfrm>
        </p:grpSpPr>
        <p:sp>
          <p:nvSpPr>
            <p:cNvPr id="3" name="直接连接符 16389"/>
            <p:cNvSpPr/>
            <p:nvPr/>
          </p:nvSpPr>
          <p:spPr>
            <a:xfrm flipH="1" flipV="1">
              <a:off x="775" y="1095"/>
              <a:ext cx="251" cy="595"/>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80902" name="直接连接符 16390"/>
            <p:cNvSpPr/>
            <p:nvPr/>
          </p:nvSpPr>
          <p:spPr>
            <a:xfrm flipV="1">
              <a:off x="1062" y="1088"/>
              <a:ext cx="300" cy="628"/>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80904" name="左大括号 16391"/>
            <p:cNvSpPr/>
            <p:nvPr/>
          </p:nvSpPr>
          <p:spPr>
            <a:xfrm>
              <a:off x="232" y="836"/>
              <a:ext cx="150" cy="695"/>
            </a:xfrm>
            <a:prstGeom prst="leftBrace">
              <a:avLst>
                <a:gd name="adj1" fmla="val 38589"/>
                <a:gd name="adj2" fmla="val 50000"/>
              </a:avLst>
            </a:prstGeom>
            <a:no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Blip>
                  <a:blip r:embed="rId2"/>
                </a:buBlip>
              </a:pPr>
              <a:endParaRPr lang="zh-CN" altLang="en-US" strike="noStrike" noProof="1" dirty="0">
                <a:effectLst>
                  <a:outerShdw blurRad="38100" dist="38100" dir="2700000">
                    <a:srgbClr val="FFFFFF"/>
                  </a:outerShdw>
                </a:effectLst>
                <a:latin typeface="DejaVu Sans" panose="020B0603030804020204" charset="0"/>
                <a:ea typeface="方正书宋_GBK" panose="02000000000000000000" charset="-122"/>
              </a:endParaRPr>
            </a:p>
          </p:txBody>
        </p:sp>
        <p:sp>
          <p:nvSpPr>
            <p:cNvPr id="80905" name="左大括号 16392"/>
            <p:cNvSpPr/>
            <p:nvPr/>
          </p:nvSpPr>
          <p:spPr>
            <a:xfrm>
              <a:off x="282" y="1656"/>
              <a:ext cx="65" cy="377"/>
            </a:xfrm>
            <a:prstGeom prst="leftBrace">
              <a:avLst>
                <a:gd name="adj1" fmla="val 48306"/>
                <a:gd name="adj2" fmla="val 50000"/>
              </a:avLst>
            </a:prstGeom>
            <a:no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Blip>
                  <a:blip r:embed="rId2"/>
                </a:buBlip>
              </a:pPr>
              <a:endParaRPr lang="zh-CN" altLang="en-US" strike="noStrike" noProof="1" dirty="0">
                <a:effectLst>
                  <a:outerShdw blurRad="38100" dist="38100" dir="2700000">
                    <a:srgbClr val="FFFFFF"/>
                  </a:outerShdw>
                </a:effectLst>
                <a:latin typeface="DejaVu Sans" panose="020B0603030804020204" charset="0"/>
                <a:ea typeface="方正书宋_GBK" panose="02000000000000000000" charset="-122"/>
              </a:endParaRPr>
            </a:p>
          </p:txBody>
        </p:sp>
        <p:sp>
          <p:nvSpPr>
            <p:cNvPr id="4" name="直接连接符 16393"/>
            <p:cNvSpPr/>
            <p:nvPr/>
          </p:nvSpPr>
          <p:spPr>
            <a:xfrm>
              <a:off x="780" y="329"/>
              <a:ext cx="0" cy="492"/>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80906" name="直接连接符 16394"/>
            <p:cNvSpPr/>
            <p:nvPr/>
          </p:nvSpPr>
          <p:spPr>
            <a:xfrm flipH="1" flipV="1">
              <a:off x="2376" y="1095"/>
              <a:ext cx="386" cy="622"/>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80907" name="直接连接符 16395"/>
            <p:cNvSpPr/>
            <p:nvPr/>
          </p:nvSpPr>
          <p:spPr>
            <a:xfrm flipV="1">
              <a:off x="2798" y="1079"/>
              <a:ext cx="374" cy="639"/>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80908" name="直接连接符 16396"/>
            <p:cNvSpPr/>
            <p:nvPr/>
          </p:nvSpPr>
          <p:spPr>
            <a:xfrm flipH="1" flipV="1">
              <a:off x="4209" y="1085"/>
              <a:ext cx="378" cy="623"/>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80909" name="直接连接符 16397"/>
            <p:cNvSpPr/>
            <p:nvPr/>
          </p:nvSpPr>
          <p:spPr>
            <a:xfrm flipV="1">
              <a:off x="4578" y="1096"/>
              <a:ext cx="327" cy="648"/>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80910" name="直接连接符 16398"/>
            <p:cNvSpPr/>
            <p:nvPr/>
          </p:nvSpPr>
          <p:spPr>
            <a:xfrm>
              <a:off x="789" y="330"/>
              <a:ext cx="3355" cy="0"/>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80911" name="直接连接符 16399"/>
            <p:cNvSpPr/>
            <p:nvPr/>
          </p:nvSpPr>
          <p:spPr>
            <a:xfrm>
              <a:off x="2365" y="321"/>
              <a:ext cx="0" cy="492"/>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80912" name="直接连接符 16400"/>
            <p:cNvSpPr/>
            <p:nvPr/>
          </p:nvSpPr>
          <p:spPr>
            <a:xfrm>
              <a:off x="4157" y="322"/>
              <a:ext cx="0" cy="492"/>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dirty="0">
                <a:latin typeface="DejaVu Sans" panose="020B0603030804020204" charset="0"/>
                <a:ea typeface="方正书宋_GBK" panose="02000000000000000000" charset="-122"/>
              </a:endParaRPr>
            </a:p>
          </p:txBody>
        </p:sp>
        <p:sp>
          <p:nvSpPr>
            <p:cNvPr id="80913" name="文本框 16401"/>
            <p:cNvSpPr txBox="1"/>
            <p:nvPr/>
          </p:nvSpPr>
          <p:spPr>
            <a:xfrm>
              <a:off x="1265" y="0"/>
              <a:ext cx="2879" cy="212"/>
            </a:xfrm>
            <a:prstGeom prst="rect">
              <a:avLst/>
            </a:prstGeom>
            <a:noFill/>
            <a:ln w="9525">
              <a:noFill/>
              <a:miter/>
            </a:ln>
          </p:spPr>
          <p:txBody>
            <a:bodyPr wrap="square" anchor="t">
              <a:spAutoFit/>
            </a:bodyPr>
            <a:p>
              <a:pPr lvl="0">
                <a:spcBef>
                  <a:spcPct val="50000"/>
                </a:spcBef>
              </a:pPr>
              <a:r>
                <a:rPr lang="zh-CN" altLang="en-US" sz="1600" dirty="0">
                  <a:solidFill>
                    <a:schemeClr val="tx1"/>
                  </a:solidFill>
                  <a:latin typeface="DejaVu Sans" panose="020B0603030804020204" charset="0"/>
                  <a:ea typeface="方正书宋_GBK" panose="02000000000000000000" charset="-122"/>
                </a:rPr>
                <a:t>应用程序</a:t>
              </a:r>
              <a:r>
                <a:rPr lang="en-US" altLang="x-none" sz="1600" baseline="-25000" dirty="0">
                  <a:solidFill>
                    <a:schemeClr val="tx1"/>
                  </a:solidFill>
                  <a:latin typeface="DejaVu Sans" panose="020B0603030804020204" charset="0"/>
                  <a:ea typeface="方正书宋_GBK" panose="02000000000000000000" charset="-122"/>
                </a:rPr>
                <a:t>1</a:t>
              </a:r>
              <a:r>
                <a:rPr lang="zh-CN" altLang="en-US" sz="1600" dirty="0">
                  <a:solidFill>
                    <a:schemeClr val="tx1"/>
                  </a:solidFill>
                  <a:latin typeface="DejaVu Sans" panose="020B0603030804020204" charset="0"/>
                  <a:ea typeface="方正书宋_GBK" panose="02000000000000000000" charset="-122"/>
                </a:rPr>
                <a:t>，应用程序</a:t>
              </a:r>
              <a:r>
                <a:rPr lang="en-US" altLang="x-none" sz="1600" baseline="-25000" dirty="0">
                  <a:solidFill>
                    <a:schemeClr val="tx1"/>
                  </a:solidFill>
                  <a:latin typeface="DejaVu Sans" panose="020B0603030804020204" charset="0"/>
                  <a:ea typeface="方正书宋_GBK" panose="02000000000000000000" charset="-122"/>
                </a:rPr>
                <a:t>2</a:t>
              </a:r>
              <a:r>
                <a:rPr lang="zh-CN" altLang="en-US" sz="1600" dirty="0">
                  <a:solidFill>
                    <a:schemeClr val="tx1"/>
                  </a:solidFill>
                  <a:latin typeface="DejaVu Sans" panose="020B0603030804020204" charset="0"/>
                  <a:ea typeface="方正书宋_GBK" panose="02000000000000000000" charset="-122"/>
                </a:rPr>
                <a:t>，</a:t>
              </a:r>
              <a:r>
                <a:rPr lang="en-US" altLang="zh-CN" sz="1600" dirty="0">
                  <a:solidFill>
                    <a:schemeClr val="tx1"/>
                  </a:solidFill>
                  <a:latin typeface="DejaVu Sans" panose="020B0603030804020204" charset="0"/>
                  <a:ea typeface="方正书宋_GBK" panose="02000000000000000000" charset="-122"/>
                </a:rPr>
                <a:t>......</a:t>
              </a:r>
              <a:r>
                <a:rPr lang="en-US" altLang="x-none" sz="1600" dirty="0">
                  <a:solidFill>
                    <a:schemeClr val="tx1"/>
                  </a:solidFill>
                  <a:latin typeface="DejaVu Sans" panose="020B0603030804020204" charset="0"/>
                  <a:ea typeface="方正书宋_GBK" panose="02000000000000000000" charset="-122"/>
                  <a:sym typeface="MT Extra" panose="05050102010205020202" pitchFamily="2" charset="2"/>
                </a:rPr>
                <a:t>  </a:t>
              </a:r>
              <a:r>
                <a:rPr lang="zh-CN" altLang="en-US" sz="1600" dirty="0">
                  <a:solidFill>
                    <a:schemeClr val="tx1"/>
                  </a:solidFill>
                  <a:latin typeface="DejaVu Sans" panose="020B0603030804020204" charset="0"/>
                  <a:ea typeface="方正书宋_GBK" panose="02000000000000000000" charset="-122"/>
                </a:rPr>
                <a:t>应用程序</a:t>
              </a:r>
              <a:r>
                <a:rPr lang="en-US" altLang="x-none" sz="1600" baseline="-25000" dirty="0">
                  <a:solidFill>
                    <a:schemeClr val="tx1"/>
                  </a:solidFill>
                  <a:latin typeface="DejaVu Sans" panose="020B0603030804020204" charset="0"/>
                  <a:ea typeface="方正书宋_GBK" panose="02000000000000000000" charset="-122"/>
                </a:rPr>
                <a:t>n</a:t>
              </a:r>
              <a:endParaRPr lang="en-US" altLang="x-none" sz="1600" baseline="-25000" dirty="0">
                <a:solidFill>
                  <a:schemeClr val="tx1"/>
                </a:solidFill>
                <a:latin typeface="DejaVu Sans" panose="020B0603030804020204" charset="0"/>
                <a:ea typeface="方正书宋_GBK" panose="02000000000000000000" charset="-122"/>
              </a:endParaRPr>
            </a:p>
          </p:txBody>
        </p:sp>
        <p:grpSp>
          <p:nvGrpSpPr>
            <p:cNvPr id="80914" name="组合 80914"/>
            <p:cNvGrpSpPr/>
            <p:nvPr/>
          </p:nvGrpSpPr>
          <p:grpSpPr>
            <a:xfrm>
              <a:off x="492" y="819"/>
              <a:ext cx="567" cy="272"/>
              <a:chOff x="0" y="0"/>
              <a:chExt cx="567" cy="272"/>
            </a:xfrm>
          </p:grpSpPr>
          <p:sp>
            <p:nvSpPr>
              <p:cNvPr id="80915" name="矩形 16403"/>
              <p:cNvSpPr/>
              <p:nvPr/>
            </p:nvSpPr>
            <p:spPr>
              <a:xfrm>
                <a:off x="0" y="0"/>
                <a:ext cx="567" cy="272"/>
              </a:xfrm>
              <a:prstGeom prst="rect">
                <a:avLst/>
              </a:prstGeom>
              <a:solidFill>
                <a:schemeClr val="bg1"/>
              </a:solidFill>
              <a:ln w="9525" cap="flat" cmpd="sng">
                <a:solidFill>
                  <a:schemeClr val="tx1"/>
                </a:solidFill>
                <a:prstDash val="solid"/>
                <a:miter/>
                <a:headEnd type="none" w="med" len="med"/>
                <a:tailEnd type="none" w="med" len="med"/>
              </a:ln>
            </p:spPr>
            <p:txBody>
              <a:bodyPr anchor="ctr"/>
              <a:p>
                <a:pPr marL="914400" lvl="0" indent="-340995">
                  <a:lnSpc>
                    <a:spcPct val="150000"/>
                  </a:lnSpc>
                  <a:spcBef>
                    <a:spcPct val="30000"/>
                  </a:spcBef>
                  <a:spcAft>
                    <a:spcPct val="50000"/>
                  </a:spcAft>
                  <a:buClr>
                    <a:schemeClr val="tx2"/>
                  </a:buClr>
                  <a:buSzPct val="95000"/>
                </a:pPr>
                <a:endParaRPr lang="zh-CN" altLang="en-US" sz="1400" baseline="-25000" dirty="0">
                  <a:solidFill>
                    <a:schemeClr val="tx1"/>
                  </a:solidFill>
                  <a:latin typeface="DejaVu Sans" panose="020B0603030804020204" charset="0"/>
                  <a:ea typeface="方正书宋_GBK" panose="02000000000000000000" charset="-122"/>
                </a:endParaRPr>
              </a:p>
            </p:txBody>
          </p:sp>
          <p:sp>
            <p:nvSpPr>
              <p:cNvPr id="80916" name="文本框 16404"/>
              <p:cNvSpPr txBox="1"/>
              <p:nvPr/>
            </p:nvSpPr>
            <p:spPr>
              <a:xfrm>
                <a:off x="66" y="4"/>
                <a:ext cx="433" cy="212"/>
              </a:xfrm>
              <a:prstGeom prst="rect">
                <a:avLst/>
              </a:prstGeom>
              <a:noFill/>
              <a:ln w="9525">
                <a:noFill/>
                <a:miter/>
              </a:ln>
            </p:spPr>
            <p:txBody>
              <a:bodyPr anchor="t">
                <a:spAutoFit/>
              </a:bodyPr>
              <a:p>
                <a:pPr lvl="0">
                  <a:spcBef>
                    <a:spcPct val="50000"/>
                  </a:spcBef>
                </a:pPr>
                <a:r>
                  <a:rPr lang="en-US" altLang="x-none" sz="1600" b="0" dirty="0">
                    <a:solidFill>
                      <a:schemeClr val="tx1"/>
                    </a:solidFill>
                    <a:latin typeface="DejaVu Sans" panose="020B0603030804020204" charset="0"/>
                    <a:ea typeface="方正书宋_GBK" panose="02000000000000000000" charset="-122"/>
                  </a:rPr>
                  <a:t>CPU</a:t>
                </a:r>
                <a:r>
                  <a:rPr lang="en-US" altLang="x-none" sz="1600" b="0" baseline="-25000" dirty="0">
                    <a:solidFill>
                      <a:schemeClr val="tx1"/>
                    </a:solidFill>
                    <a:latin typeface="DejaVu Sans" panose="020B0603030804020204" charset="0"/>
                    <a:ea typeface="方正书宋_GBK" panose="02000000000000000000" charset="-122"/>
                  </a:rPr>
                  <a:t>1</a:t>
                </a:r>
                <a:endParaRPr lang="en-US" altLang="x-none" sz="1600" b="0" baseline="-25000" dirty="0">
                  <a:solidFill>
                    <a:schemeClr val="tx1"/>
                  </a:solidFill>
                  <a:latin typeface="DejaVu Sans" panose="020B0603030804020204" charset="0"/>
                  <a:ea typeface="方正书宋_GBK" panose="02000000000000000000" charset="-122"/>
                </a:endParaRPr>
              </a:p>
            </p:txBody>
          </p:sp>
        </p:grpSp>
        <p:grpSp>
          <p:nvGrpSpPr>
            <p:cNvPr id="80917" name="组合 80917"/>
            <p:cNvGrpSpPr/>
            <p:nvPr/>
          </p:nvGrpSpPr>
          <p:grpSpPr>
            <a:xfrm>
              <a:off x="1097" y="819"/>
              <a:ext cx="567" cy="272"/>
              <a:chOff x="0" y="0"/>
              <a:chExt cx="567" cy="272"/>
            </a:xfrm>
          </p:grpSpPr>
          <p:sp>
            <p:nvSpPr>
              <p:cNvPr id="80918" name="矩形 16406"/>
              <p:cNvSpPr/>
              <p:nvPr/>
            </p:nvSpPr>
            <p:spPr>
              <a:xfrm>
                <a:off x="0" y="0"/>
                <a:ext cx="567" cy="272"/>
              </a:xfrm>
              <a:prstGeom prst="rect">
                <a:avLst/>
              </a:prstGeom>
              <a:solidFill>
                <a:schemeClr val="bg1"/>
              </a:solidFill>
              <a:ln w="9525" cap="flat" cmpd="sng">
                <a:solidFill>
                  <a:schemeClr val="tx1"/>
                </a:solidFill>
                <a:prstDash val="solid"/>
                <a:miter/>
                <a:headEnd type="none" w="med" len="med"/>
                <a:tailEnd type="none" w="med" len="med"/>
              </a:ln>
            </p:spPr>
            <p:txBody>
              <a:bodyPr anchor="ctr"/>
              <a:p>
                <a:pPr marL="914400" lvl="0" indent="-340995">
                  <a:lnSpc>
                    <a:spcPct val="150000"/>
                  </a:lnSpc>
                  <a:spcBef>
                    <a:spcPct val="30000"/>
                  </a:spcBef>
                  <a:spcAft>
                    <a:spcPct val="50000"/>
                  </a:spcAft>
                  <a:buClr>
                    <a:schemeClr val="tx2"/>
                  </a:buClr>
                  <a:buSzPct val="95000"/>
                </a:pPr>
                <a:endParaRPr lang="zh-CN" altLang="en-US" sz="1400" baseline="-25000" dirty="0">
                  <a:solidFill>
                    <a:schemeClr val="tx1"/>
                  </a:solidFill>
                  <a:latin typeface="DejaVu Sans" panose="020B0603030804020204" charset="0"/>
                  <a:ea typeface="方正书宋_GBK" panose="02000000000000000000" charset="-122"/>
                </a:endParaRPr>
              </a:p>
            </p:txBody>
          </p:sp>
          <p:sp>
            <p:nvSpPr>
              <p:cNvPr id="80919" name="文本框 16407"/>
              <p:cNvSpPr txBox="1"/>
              <p:nvPr/>
            </p:nvSpPr>
            <p:spPr>
              <a:xfrm>
                <a:off x="66" y="4"/>
                <a:ext cx="433" cy="212"/>
              </a:xfrm>
              <a:prstGeom prst="rect">
                <a:avLst/>
              </a:prstGeom>
              <a:noFill/>
              <a:ln w="9525">
                <a:noFill/>
                <a:miter/>
              </a:ln>
            </p:spPr>
            <p:txBody>
              <a:bodyPr anchor="t">
                <a:spAutoFit/>
              </a:bodyPr>
              <a:p>
                <a:pPr lvl="0">
                  <a:spcBef>
                    <a:spcPct val="50000"/>
                  </a:spcBef>
                </a:pPr>
                <a:r>
                  <a:rPr lang="en-US" altLang="x-none" sz="1600" b="0" dirty="0">
                    <a:solidFill>
                      <a:schemeClr val="tx1"/>
                    </a:solidFill>
                    <a:latin typeface="DejaVu Sans" panose="020B0603030804020204" charset="0"/>
                    <a:ea typeface="方正书宋_GBK" panose="02000000000000000000" charset="-122"/>
                  </a:rPr>
                  <a:t>CPU</a:t>
                </a:r>
                <a:r>
                  <a:rPr lang="en-US" altLang="x-none" sz="1600" b="0" baseline="-25000" dirty="0">
                    <a:solidFill>
                      <a:schemeClr val="tx1"/>
                    </a:solidFill>
                    <a:latin typeface="DejaVu Sans" panose="020B0603030804020204" charset="0"/>
                    <a:ea typeface="方正书宋_GBK" panose="02000000000000000000" charset="-122"/>
                  </a:rPr>
                  <a:t>2</a:t>
                </a:r>
                <a:endParaRPr lang="en-US" altLang="x-none" sz="1600" b="0" baseline="-25000" dirty="0">
                  <a:solidFill>
                    <a:schemeClr val="tx1"/>
                  </a:solidFill>
                  <a:latin typeface="DejaVu Sans" panose="020B0603030804020204" charset="0"/>
                  <a:ea typeface="方正书宋_GBK" panose="02000000000000000000" charset="-122"/>
                </a:endParaRPr>
              </a:p>
            </p:txBody>
          </p:sp>
        </p:grpSp>
        <p:grpSp>
          <p:nvGrpSpPr>
            <p:cNvPr id="80920" name="组合 80920"/>
            <p:cNvGrpSpPr/>
            <p:nvPr/>
          </p:nvGrpSpPr>
          <p:grpSpPr>
            <a:xfrm>
              <a:off x="1924" y="819"/>
              <a:ext cx="786" cy="272"/>
              <a:chOff x="0" y="0"/>
              <a:chExt cx="786" cy="272"/>
            </a:xfrm>
          </p:grpSpPr>
          <p:sp>
            <p:nvSpPr>
              <p:cNvPr id="80921" name="矩形 16409"/>
              <p:cNvSpPr/>
              <p:nvPr/>
            </p:nvSpPr>
            <p:spPr>
              <a:xfrm>
                <a:off x="0" y="0"/>
                <a:ext cx="786" cy="272"/>
              </a:xfrm>
              <a:prstGeom prst="rect">
                <a:avLst/>
              </a:prstGeom>
              <a:solidFill>
                <a:schemeClr val="bg1"/>
              </a:solidFill>
              <a:ln w="9525" cap="flat" cmpd="sng">
                <a:solidFill>
                  <a:schemeClr val="tx1"/>
                </a:solidFill>
                <a:prstDash val="solid"/>
                <a:miter/>
                <a:headEnd type="none" w="med" len="med"/>
                <a:tailEnd type="none" w="med" len="med"/>
              </a:ln>
            </p:spPr>
            <p:txBody>
              <a:bodyPr anchor="ctr"/>
              <a:p>
                <a:pPr marL="914400" lvl="0" indent="-340995">
                  <a:lnSpc>
                    <a:spcPct val="150000"/>
                  </a:lnSpc>
                  <a:spcBef>
                    <a:spcPct val="30000"/>
                  </a:spcBef>
                  <a:spcAft>
                    <a:spcPct val="50000"/>
                  </a:spcAft>
                  <a:buClr>
                    <a:schemeClr val="tx2"/>
                  </a:buClr>
                  <a:buSzPct val="95000"/>
                </a:pPr>
                <a:endParaRPr lang="zh-CN" altLang="en-US" sz="1400" baseline="-25000" dirty="0">
                  <a:solidFill>
                    <a:schemeClr val="tx1"/>
                  </a:solidFill>
                  <a:latin typeface="DejaVu Sans" panose="020B0603030804020204" charset="0"/>
                  <a:ea typeface="方正书宋_GBK" panose="02000000000000000000" charset="-122"/>
                </a:endParaRPr>
              </a:p>
            </p:txBody>
          </p:sp>
          <p:sp>
            <p:nvSpPr>
              <p:cNvPr id="80922" name="文本框 16410"/>
              <p:cNvSpPr txBox="1"/>
              <p:nvPr/>
            </p:nvSpPr>
            <p:spPr>
              <a:xfrm>
                <a:off x="76" y="22"/>
                <a:ext cx="707" cy="212"/>
              </a:xfrm>
              <a:prstGeom prst="rect">
                <a:avLst/>
              </a:prstGeom>
              <a:noFill/>
              <a:ln w="9525">
                <a:noFill/>
                <a:miter/>
              </a:ln>
            </p:spPr>
            <p:txBody>
              <a:bodyPr anchor="t">
                <a:spAutoFit/>
              </a:bodyPr>
              <a:p>
                <a:pPr lvl="0">
                  <a:spcBef>
                    <a:spcPct val="50000"/>
                  </a:spcBef>
                </a:pPr>
                <a:r>
                  <a:rPr lang="zh-CN" altLang="en-US" sz="1600" b="0" dirty="0">
                    <a:solidFill>
                      <a:schemeClr val="tx1"/>
                    </a:solidFill>
                    <a:latin typeface="DejaVu Sans" panose="020B0603030804020204" charset="0"/>
                    <a:ea typeface="方正书宋_GBK" panose="02000000000000000000" charset="-122"/>
                  </a:rPr>
                  <a:t>虚拟主存</a:t>
                </a:r>
                <a:r>
                  <a:rPr lang="en-US" altLang="x-none" sz="1600" b="0" baseline="-25000" dirty="0">
                    <a:solidFill>
                      <a:schemeClr val="tx1"/>
                    </a:solidFill>
                    <a:latin typeface="DejaVu Sans" panose="020B0603030804020204" charset="0"/>
                    <a:ea typeface="方正书宋_GBK" panose="02000000000000000000" charset="-122"/>
                  </a:rPr>
                  <a:t>1</a:t>
                </a:r>
                <a:endParaRPr lang="en-US" altLang="x-none" sz="1600" b="0" baseline="-25000" dirty="0">
                  <a:solidFill>
                    <a:schemeClr val="tx1"/>
                  </a:solidFill>
                  <a:latin typeface="DejaVu Sans" panose="020B0603030804020204" charset="0"/>
                  <a:ea typeface="方正书宋_GBK" panose="02000000000000000000" charset="-122"/>
                </a:endParaRPr>
              </a:p>
            </p:txBody>
          </p:sp>
        </p:grpSp>
        <p:grpSp>
          <p:nvGrpSpPr>
            <p:cNvPr id="80924" name="组合 80924"/>
            <p:cNvGrpSpPr/>
            <p:nvPr/>
          </p:nvGrpSpPr>
          <p:grpSpPr>
            <a:xfrm>
              <a:off x="3808" y="819"/>
              <a:ext cx="686" cy="272"/>
              <a:chOff x="0" y="0"/>
              <a:chExt cx="686" cy="272"/>
            </a:xfrm>
          </p:grpSpPr>
          <p:sp>
            <p:nvSpPr>
              <p:cNvPr id="80925" name="矩形 16413"/>
              <p:cNvSpPr/>
              <p:nvPr/>
            </p:nvSpPr>
            <p:spPr>
              <a:xfrm>
                <a:off x="0" y="0"/>
                <a:ext cx="686" cy="272"/>
              </a:xfrm>
              <a:prstGeom prst="rect">
                <a:avLst/>
              </a:prstGeom>
              <a:solidFill>
                <a:schemeClr val="bg1"/>
              </a:solidFill>
              <a:ln w="9525" cap="flat" cmpd="sng">
                <a:solidFill>
                  <a:schemeClr val="tx1"/>
                </a:solidFill>
                <a:prstDash val="solid"/>
                <a:miter/>
                <a:headEnd type="none" w="med" len="med"/>
                <a:tailEnd type="none" w="med" len="med"/>
              </a:ln>
            </p:spPr>
            <p:txBody>
              <a:bodyPr anchor="ctr"/>
              <a:p>
                <a:pPr marL="914400" lvl="0" indent="-340995">
                  <a:lnSpc>
                    <a:spcPct val="150000"/>
                  </a:lnSpc>
                  <a:spcBef>
                    <a:spcPct val="30000"/>
                  </a:spcBef>
                  <a:spcAft>
                    <a:spcPct val="50000"/>
                  </a:spcAft>
                  <a:buClr>
                    <a:schemeClr val="tx2"/>
                  </a:buClr>
                  <a:buSzPct val="95000"/>
                </a:pPr>
                <a:endParaRPr lang="zh-CN" altLang="en-US" sz="1400" baseline="-25000" dirty="0">
                  <a:solidFill>
                    <a:schemeClr val="tx1"/>
                  </a:solidFill>
                  <a:latin typeface="DejaVu Sans" panose="020B0603030804020204" charset="0"/>
                  <a:ea typeface="方正书宋_GBK" panose="02000000000000000000" charset="-122"/>
                </a:endParaRPr>
              </a:p>
            </p:txBody>
          </p:sp>
          <p:sp>
            <p:nvSpPr>
              <p:cNvPr id="80926" name="文本框 16414"/>
              <p:cNvSpPr txBox="1"/>
              <p:nvPr/>
            </p:nvSpPr>
            <p:spPr>
              <a:xfrm>
                <a:off x="24" y="13"/>
                <a:ext cx="609" cy="211"/>
              </a:xfrm>
              <a:prstGeom prst="rect">
                <a:avLst/>
              </a:prstGeom>
              <a:noFill/>
              <a:ln w="9525">
                <a:noFill/>
                <a:miter/>
              </a:ln>
            </p:spPr>
            <p:txBody>
              <a:bodyPr wrap="square" anchor="t">
                <a:spAutoFit/>
              </a:bodyPr>
              <a:p>
                <a:pPr lvl="0">
                  <a:spcBef>
                    <a:spcPct val="50000"/>
                  </a:spcBef>
                </a:pPr>
                <a:r>
                  <a:rPr lang="zh-CN" altLang="en-US" sz="1600" b="0" dirty="0">
                    <a:solidFill>
                      <a:schemeClr val="tx1"/>
                    </a:solidFill>
                    <a:latin typeface="DejaVu Sans" panose="020B0603030804020204" charset="0"/>
                    <a:ea typeface="方正书宋_GBK" panose="02000000000000000000" charset="-122"/>
                  </a:rPr>
                  <a:t>打印机</a:t>
                </a:r>
                <a:r>
                  <a:rPr lang="en-US" altLang="x-none" sz="1600" b="0" baseline="-25000" dirty="0">
                    <a:solidFill>
                      <a:schemeClr val="tx1"/>
                    </a:solidFill>
                    <a:latin typeface="DejaVu Sans" panose="020B0603030804020204" charset="0"/>
                    <a:ea typeface="方正书宋_GBK" panose="02000000000000000000" charset="-122"/>
                  </a:rPr>
                  <a:t>1</a:t>
                </a:r>
                <a:endParaRPr lang="en-US" altLang="x-none" sz="1600" b="0" baseline="-25000" dirty="0">
                  <a:solidFill>
                    <a:schemeClr val="tx1"/>
                  </a:solidFill>
                  <a:latin typeface="DejaVu Sans" panose="020B0603030804020204" charset="0"/>
                  <a:ea typeface="方正书宋_GBK" panose="02000000000000000000" charset="-122"/>
                </a:endParaRPr>
              </a:p>
            </p:txBody>
          </p:sp>
        </p:grpSp>
        <p:grpSp>
          <p:nvGrpSpPr>
            <p:cNvPr id="80927" name="组合 80927"/>
            <p:cNvGrpSpPr/>
            <p:nvPr/>
          </p:nvGrpSpPr>
          <p:grpSpPr>
            <a:xfrm>
              <a:off x="4530" y="819"/>
              <a:ext cx="686" cy="272"/>
              <a:chOff x="0" y="0"/>
              <a:chExt cx="686" cy="272"/>
            </a:xfrm>
          </p:grpSpPr>
          <p:sp>
            <p:nvSpPr>
              <p:cNvPr id="80928" name="矩形 16416"/>
              <p:cNvSpPr/>
              <p:nvPr/>
            </p:nvSpPr>
            <p:spPr>
              <a:xfrm>
                <a:off x="0" y="0"/>
                <a:ext cx="686" cy="272"/>
              </a:xfrm>
              <a:prstGeom prst="rect">
                <a:avLst/>
              </a:prstGeom>
              <a:solidFill>
                <a:schemeClr val="bg1"/>
              </a:solidFill>
              <a:ln w="9525" cap="flat" cmpd="sng">
                <a:solidFill>
                  <a:schemeClr val="tx1"/>
                </a:solidFill>
                <a:prstDash val="solid"/>
                <a:miter/>
                <a:headEnd type="none" w="med" len="med"/>
                <a:tailEnd type="none" w="med" len="med"/>
              </a:ln>
            </p:spPr>
            <p:txBody>
              <a:bodyPr anchor="ctr"/>
              <a:p>
                <a:pPr marL="914400" lvl="0" indent="-340995">
                  <a:lnSpc>
                    <a:spcPct val="150000"/>
                  </a:lnSpc>
                  <a:spcBef>
                    <a:spcPct val="30000"/>
                  </a:spcBef>
                  <a:spcAft>
                    <a:spcPct val="50000"/>
                  </a:spcAft>
                  <a:buClr>
                    <a:schemeClr val="tx2"/>
                  </a:buClr>
                  <a:buSzPct val="95000"/>
                </a:pPr>
                <a:endParaRPr lang="zh-CN" altLang="en-US" sz="1400" baseline="-25000" dirty="0">
                  <a:solidFill>
                    <a:schemeClr val="tx1"/>
                  </a:solidFill>
                  <a:latin typeface="DejaVu Sans" panose="020B0603030804020204" charset="0"/>
                  <a:ea typeface="方正书宋_GBK" panose="02000000000000000000" charset="-122"/>
                </a:endParaRPr>
              </a:p>
            </p:txBody>
          </p:sp>
          <p:sp>
            <p:nvSpPr>
              <p:cNvPr id="80929" name="文本框 16417"/>
              <p:cNvSpPr txBox="1"/>
              <p:nvPr/>
            </p:nvSpPr>
            <p:spPr>
              <a:xfrm>
                <a:off x="56" y="13"/>
                <a:ext cx="608" cy="211"/>
              </a:xfrm>
              <a:prstGeom prst="rect">
                <a:avLst/>
              </a:prstGeom>
              <a:noFill/>
              <a:ln w="9525">
                <a:noFill/>
                <a:miter/>
              </a:ln>
            </p:spPr>
            <p:txBody>
              <a:bodyPr wrap="square" anchor="t">
                <a:spAutoFit/>
              </a:bodyPr>
              <a:p>
                <a:pPr lvl="0">
                  <a:spcBef>
                    <a:spcPct val="50000"/>
                  </a:spcBef>
                </a:pPr>
                <a:r>
                  <a:rPr lang="zh-CN" altLang="en-US" sz="1600" b="0" dirty="0">
                    <a:solidFill>
                      <a:schemeClr val="tx1"/>
                    </a:solidFill>
                    <a:latin typeface="DejaVu Sans" panose="020B0603030804020204" charset="0"/>
                    <a:ea typeface="方正书宋_GBK" panose="02000000000000000000" charset="-122"/>
                  </a:rPr>
                  <a:t>打印机</a:t>
                </a:r>
                <a:r>
                  <a:rPr lang="en-US" altLang="x-none" sz="1600" b="0" baseline="-25000" dirty="0">
                    <a:solidFill>
                      <a:schemeClr val="tx1"/>
                    </a:solidFill>
                    <a:latin typeface="DejaVu Sans" panose="020B0603030804020204" charset="0"/>
                    <a:ea typeface="方正书宋_GBK" panose="02000000000000000000" charset="-122"/>
                  </a:rPr>
                  <a:t>2</a:t>
                </a:r>
                <a:endParaRPr lang="en-US" altLang="x-none" sz="1600" b="0" baseline="-25000" dirty="0">
                  <a:solidFill>
                    <a:schemeClr val="tx1"/>
                  </a:solidFill>
                  <a:latin typeface="DejaVu Sans" panose="020B0603030804020204" charset="0"/>
                  <a:ea typeface="方正书宋_GBK" panose="02000000000000000000" charset="-122"/>
                </a:endParaRPr>
              </a:p>
            </p:txBody>
          </p:sp>
        </p:grpSp>
        <p:grpSp>
          <p:nvGrpSpPr>
            <p:cNvPr id="80930" name="组合 80930"/>
            <p:cNvGrpSpPr/>
            <p:nvPr/>
          </p:nvGrpSpPr>
          <p:grpSpPr>
            <a:xfrm>
              <a:off x="2773" y="819"/>
              <a:ext cx="786" cy="272"/>
              <a:chOff x="0" y="0"/>
              <a:chExt cx="786" cy="272"/>
            </a:xfrm>
          </p:grpSpPr>
          <p:sp>
            <p:nvSpPr>
              <p:cNvPr id="80931" name="矩形 16419"/>
              <p:cNvSpPr/>
              <p:nvPr/>
            </p:nvSpPr>
            <p:spPr>
              <a:xfrm>
                <a:off x="0" y="0"/>
                <a:ext cx="786" cy="272"/>
              </a:xfrm>
              <a:prstGeom prst="rect">
                <a:avLst/>
              </a:prstGeom>
              <a:solidFill>
                <a:schemeClr val="bg1"/>
              </a:solidFill>
              <a:ln w="9525" cap="flat" cmpd="sng">
                <a:solidFill>
                  <a:schemeClr val="tx1"/>
                </a:solidFill>
                <a:prstDash val="solid"/>
                <a:miter/>
                <a:headEnd type="none" w="med" len="med"/>
                <a:tailEnd type="none" w="med" len="med"/>
              </a:ln>
            </p:spPr>
            <p:txBody>
              <a:bodyPr anchor="ctr"/>
              <a:p>
                <a:pPr marL="914400" lvl="0" indent="-340995">
                  <a:lnSpc>
                    <a:spcPct val="150000"/>
                  </a:lnSpc>
                  <a:spcBef>
                    <a:spcPct val="30000"/>
                  </a:spcBef>
                  <a:spcAft>
                    <a:spcPct val="50000"/>
                  </a:spcAft>
                  <a:buClr>
                    <a:schemeClr val="tx2"/>
                  </a:buClr>
                  <a:buSzPct val="95000"/>
                </a:pPr>
                <a:endParaRPr lang="zh-CN" altLang="en-US" sz="1400" baseline="-25000" dirty="0">
                  <a:solidFill>
                    <a:schemeClr val="tx1"/>
                  </a:solidFill>
                  <a:latin typeface="DejaVu Sans" panose="020B0603030804020204" charset="0"/>
                  <a:ea typeface="方正书宋_GBK" panose="02000000000000000000" charset="-122"/>
                </a:endParaRPr>
              </a:p>
            </p:txBody>
          </p:sp>
          <p:sp>
            <p:nvSpPr>
              <p:cNvPr id="80932" name="文本框 16420"/>
              <p:cNvSpPr txBox="1"/>
              <p:nvPr/>
            </p:nvSpPr>
            <p:spPr>
              <a:xfrm>
                <a:off x="76" y="22"/>
                <a:ext cx="707" cy="212"/>
              </a:xfrm>
              <a:prstGeom prst="rect">
                <a:avLst/>
              </a:prstGeom>
              <a:noFill/>
              <a:ln w="9525">
                <a:noFill/>
                <a:miter/>
              </a:ln>
            </p:spPr>
            <p:txBody>
              <a:bodyPr anchor="t">
                <a:spAutoFit/>
              </a:bodyPr>
              <a:p>
                <a:pPr lvl="0">
                  <a:spcBef>
                    <a:spcPct val="50000"/>
                  </a:spcBef>
                </a:pPr>
                <a:r>
                  <a:rPr lang="zh-CN" altLang="en-US" sz="1600" b="0" dirty="0">
                    <a:solidFill>
                      <a:schemeClr val="tx1"/>
                    </a:solidFill>
                    <a:latin typeface="DejaVu Sans" panose="020B0603030804020204" charset="0"/>
                    <a:ea typeface="方正书宋_GBK" panose="02000000000000000000" charset="-122"/>
                  </a:rPr>
                  <a:t>虚拟主存</a:t>
                </a:r>
                <a:r>
                  <a:rPr lang="en-US" altLang="x-none" sz="1600" b="0" baseline="-25000" dirty="0">
                    <a:solidFill>
                      <a:schemeClr val="tx1"/>
                    </a:solidFill>
                    <a:latin typeface="DejaVu Sans" panose="020B0603030804020204" charset="0"/>
                    <a:ea typeface="方正书宋_GBK" panose="02000000000000000000" charset="-122"/>
                  </a:rPr>
                  <a:t>2</a:t>
                </a:r>
                <a:endParaRPr lang="en-US" altLang="x-none" sz="1600" b="0" baseline="-25000" dirty="0">
                  <a:solidFill>
                    <a:schemeClr val="tx1"/>
                  </a:solidFill>
                  <a:latin typeface="DejaVu Sans" panose="020B0603030804020204" charset="0"/>
                  <a:ea typeface="方正书宋_GBK" panose="02000000000000000000" charset="-122"/>
                </a:endParaRPr>
              </a:p>
            </p:txBody>
          </p:sp>
        </p:grpSp>
        <p:grpSp>
          <p:nvGrpSpPr>
            <p:cNvPr id="80934" name="组合 80934"/>
            <p:cNvGrpSpPr/>
            <p:nvPr/>
          </p:nvGrpSpPr>
          <p:grpSpPr>
            <a:xfrm>
              <a:off x="739" y="1710"/>
              <a:ext cx="589" cy="295"/>
              <a:chOff x="0" y="0"/>
              <a:chExt cx="589" cy="295"/>
            </a:xfrm>
          </p:grpSpPr>
          <p:sp>
            <p:nvSpPr>
              <p:cNvPr id="80935" name="矩形 16423"/>
              <p:cNvSpPr/>
              <p:nvPr/>
            </p:nvSpPr>
            <p:spPr>
              <a:xfrm>
                <a:off x="0" y="0"/>
                <a:ext cx="589" cy="295"/>
              </a:xfrm>
              <a:prstGeom prst="rect">
                <a:avLst/>
              </a:prstGeom>
              <a:solidFill>
                <a:schemeClr val="bg1"/>
              </a:solidFill>
              <a:ln w="9525" cap="flat" cmpd="sng">
                <a:solidFill>
                  <a:schemeClr val="tx1"/>
                </a:solidFill>
                <a:prstDash val="solid"/>
                <a:miter/>
                <a:headEnd type="none" w="med" len="med"/>
                <a:tailEnd type="none" w="med" len="med"/>
              </a:ln>
            </p:spPr>
            <p:txBody>
              <a:bodyPr anchor="ctr"/>
              <a:p>
                <a:pPr marL="914400" lvl="0" indent="-340995">
                  <a:lnSpc>
                    <a:spcPct val="150000"/>
                  </a:lnSpc>
                  <a:spcBef>
                    <a:spcPct val="30000"/>
                  </a:spcBef>
                  <a:spcAft>
                    <a:spcPct val="50000"/>
                  </a:spcAft>
                  <a:buClr>
                    <a:schemeClr val="tx2"/>
                  </a:buClr>
                  <a:buSzPct val="95000"/>
                </a:pPr>
                <a:endParaRPr lang="zh-CN" altLang="en-US" sz="1400" baseline="-25000" dirty="0">
                  <a:solidFill>
                    <a:schemeClr val="tx1"/>
                  </a:solidFill>
                  <a:latin typeface="DejaVu Sans" panose="020B0603030804020204" charset="0"/>
                  <a:ea typeface="方正书宋_GBK" panose="02000000000000000000" charset="-122"/>
                </a:endParaRPr>
              </a:p>
            </p:txBody>
          </p:sp>
          <p:sp>
            <p:nvSpPr>
              <p:cNvPr id="80936" name="文本框 16424"/>
              <p:cNvSpPr txBox="1"/>
              <p:nvPr/>
            </p:nvSpPr>
            <p:spPr>
              <a:xfrm>
                <a:off x="93" y="32"/>
                <a:ext cx="433" cy="212"/>
              </a:xfrm>
              <a:prstGeom prst="rect">
                <a:avLst/>
              </a:prstGeom>
              <a:noFill/>
              <a:ln w="9525">
                <a:noFill/>
                <a:miter/>
              </a:ln>
            </p:spPr>
            <p:txBody>
              <a:bodyPr anchor="t">
                <a:spAutoFit/>
              </a:bodyPr>
              <a:p>
                <a:pPr lvl="0">
                  <a:spcBef>
                    <a:spcPct val="50000"/>
                  </a:spcBef>
                </a:pPr>
                <a:r>
                  <a:rPr lang="en-US" altLang="x-none" sz="1600" dirty="0">
                    <a:solidFill>
                      <a:schemeClr val="tx1"/>
                    </a:solidFill>
                    <a:latin typeface="DejaVu Sans" panose="020B0603030804020204" charset="0"/>
                    <a:ea typeface="方正书宋_GBK" panose="02000000000000000000" charset="-122"/>
                  </a:rPr>
                  <a:t>CPU</a:t>
                </a:r>
                <a:endParaRPr lang="en-US" altLang="x-none" sz="1600" dirty="0">
                  <a:solidFill>
                    <a:schemeClr val="tx1"/>
                  </a:solidFill>
                  <a:latin typeface="DejaVu Sans" panose="020B0603030804020204" charset="0"/>
                  <a:ea typeface="方正书宋_GBK" panose="02000000000000000000" charset="-122"/>
                </a:endParaRPr>
              </a:p>
            </p:txBody>
          </p:sp>
        </p:grpSp>
        <p:grpSp>
          <p:nvGrpSpPr>
            <p:cNvPr id="80937" name="组合 80937"/>
            <p:cNvGrpSpPr/>
            <p:nvPr/>
          </p:nvGrpSpPr>
          <p:grpSpPr>
            <a:xfrm>
              <a:off x="2487" y="1710"/>
              <a:ext cx="589" cy="295"/>
              <a:chOff x="0" y="0"/>
              <a:chExt cx="589" cy="295"/>
            </a:xfrm>
          </p:grpSpPr>
          <p:sp>
            <p:nvSpPr>
              <p:cNvPr id="80938" name="矩形 16426"/>
              <p:cNvSpPr/>
              <p:nvPr/>
            </p:nvSpPr>
            <p:spPr>
              <a:xfrm>
                <a:off x="0" y="0"/>
                <a:ext cx="589" cy="295"/>
              </a:xfrm>
              <a:prstGeom prst="rect">
                <a:avLst/>
              </a:prstGeom>
              <a:solidFill>
                <a:schemeClr val="bg1"/>
              </a:solidFill>
              <a:ln w="9525" cap="flat" cmpd="sng">
                <a:solidFill>
                  <a:schemeClr val="tx1"/>
                </a:solidFill>
                <a:prstDash val="solid"/>
                <a:miter/>
                <a:headEnd type="none" w="med" len="med"/>
                <a:tailEnd type="none" w="med" len="med"/>
              </a:ln>
            </p:spPr>
            <p:txBody>
              <a:bodyPr anchor="ctr"/>
              <a:p>
                <a:pPr marL="914400" lvl="0" indent="-340995">
                  <a:lnSpc>
                    <a:spcPct val="150000"/>
                  </a:lnSpc>
                  <a:spcBef>
                    <a:spcPct val="30000"/>
                  </a:spcBef>
                  <a:spcAft>
                    <a:spcPct val="50000"/>
                  </a:spcAft>
                  <a:buClr>
                    <a:schemeClr val="tx2"/>
                  </a:buClr>
                  <a:buSzPct val="95000"/>
                </a:pPr>
                <a:endParaRPr lang="zh-CN" altLang="en-US" sz="1400" baseline="-25000" dirty="0">
                  <a:solidFill>
                    <a:schemeClr val="tx1"/>
                  </a:solidFill>
                  <a:latin typeface="DejaVu Sans" panose="020B0603030804020204" charset="0"/>
                  <a:ea typeface="方正书宋_GBK" panose="02000000000000000000" charset="-122"/>
                </a:endParaRPr>
              </a:p>
            </p:txBody>
          </p:sp>
          <p:sp>
            <p:nvSpPr>
              <p:cNvPr id="80939" name="文本框 16427"/>
              <p:cNvSpPr txBox="1"/>
              <p:nvPr/>
            </p:nvSpPr>
            <p:spPr>
              <a:xfrm>
                <a:off x="93" y="32"/>
                <a:ext cx="433" cy="212"/>
              </a:xfrm>
              <a:prstGeom prst="rect">
                <a:avLst/>
              </a:prstGeom>
              <a:noFill/>
              <a:ln w="9525">
                <a:noFill/>
                <a:miter/>
              </a:ln>
            </p:spPr>
            <p:txBody>
              <a:bodyPr anchor="t">
                <a:spAutoFit/>
              </a:bodyPr>
              <a:p>
                <a:pPr lvl="0">
                  <a:spcBef>
                    <a:spcPct val="50000"/>
                  </a:spcBef>
                </a:pPr>
                <a:r>
                  <a:rPr lang="zh-CN" altLang="en-US" sz="1600" dirty="0">
                    <a:solidFill>
                      <a:schemeClr val="tx1"/>
                    </a:solidFill>
                    <a:latin typeface="DejaVu Sans" panose="020B0603030804020204" charset="0"/>
                    <a:ea typeface="方正书宋_GBK" panose="02000000000000000000" charset="-122"/>
                  </a:rPr>
                  <a:t>主存</a:t>
                </a:r>
                <a:endParaRPr lang="zh-CN" altLang="en-US" sz="1600" dirty="0">
                  <a:solidFill>
                    <a:schemeClr val="tx1"/>
                  </a:solidFill>
                  <a:latin typeface="DejaVu Sans" panose="020B0603030804020204" charset="0"/>
                  <a:ea typeface="方正书宋_GBK" panose="02000000000000000000" charset="-122"/>
                </a:endParaRPr>
              </a:p>
            </p:txBody>
          </p:sp>
        </p:grpSp>
        <p:grpSp>
          <p:nvGrpSpPr>
            <p:cNvPr id="80940" name="组合 80940"/>
            <p:cNvGrpSpPr/>
            <p:nvPr/>
          </p:nvGrpSpPr>
          <p:grpSpPr>
            <a:xfrm>
              <a:off x="4214" y="1710"/>
              <a:ext cx="717" cy="295"/>
              <a:chOff x="0" y="0"/>
              <a:chExt cx="589" cy="295"/>
            </a:xfrm>
          </p:grpSpPr>
          <p:sp>
            <p:nvSpPr>
              <p:cNvPr id="80941" name="矩形 16429"/>
              <p:cNvSpPr/>
              <p:nvPr/>
            </p:nvSpPr>
            <p:spPr>
              <a:xfrm>
                <a:off x="0" y="0"/>
                <a:ext cx="589" cy="295"/>
              </a:xfrm>
              <a:prstGeom prst="rect">
                <a:avLst/>
              </a:prstGeom>
              <a:solidFill>
                <a:schemeClr val="bg1"/>
              </a:solidFill>
              <a:ln w="9525" cap="flat" cmpd="sng">
                <a:solidFill>
                  <a:schemeClr val="tx1"/>
                </a:solidFill>
                <a:prstDash val="solid"/>
                <a:miter/>
                <a:headEnd type="none" w="med" len="med"/>
                <a:tailEnd type="none" w="med" len="med"/>
              </a:ln>
            </p:spPr>
            <p:txBody>
              <a:bodyPr anchor="ctr"/>
              <a:p>
                <a:pPr marL="914400" lvl="0" indent="-340995">
                  <a:lnSpc>
                    <a:spcPct val="150000"/>
                  </a:lnSpc>
                  <a:spcBef>
                    <a:spcPct val="30000"/>
                  </a:spcBef>
                  <a:spcAft>
                    <a:spcPct val="50000"/>
                  </a:spcAft>
                  <a:buClr>
                    <a:schemeClr val="tx2"/>
                  </a:buClr>
                  <a:buSzPct val="95000"/>
                </a:pPr>
                <a:endParaRPr lang="zh-CN" altLang="en-US" sz="1400" baseline="-25000" dirty="0">
                  <a:solidFill>
                    <a:schemeClr val="tx1"/>
                  </a:solidFill>
                  <a:latin typeface="DejaVu Sans" panose="020B0603030804020204" charset="0"/>
                  <a:ea typeface="方正书宋_GBK" panose="02000000000000000000" charset="-122"/>
                </a:endParaRPr>
              </a:p>
            </p:txBody>
          </p:sp>
          <p:sp>
            <p:nvSpPr>
              <p:cNvPr id="80942" name="文本框 16430"/>
              <p:cNvSpPr txBox="1"/>
              <p:nvPr/>
            </p:nvSpPr>
            <p:spPr>
              <a:xfrm>
                <a:off x="93" y="32"/>
                <a:ext cx="433" cy="212"/>
              </a:xfrm>
              <a:prstGeom prst="rect">
                <a:avLst/>
              </a:prstGeom>
              <a:noFill/>
              <a:ln w="9525">
                <a:noFill/>
                <a:miter/>
              </a:ln>
            </p:spPr>
            <p:txBody>
              <a:bodyPr anchor="t">
                <a:spAutoFit/>
              </a:bodyPr>
              <a:p>
                <a:pPr lvl="0">
                  <a:spcBef>
                    <a:spcPct val="50000"/>
                  </a:spcBef>
                </a:pPr>
                <a:r>
                  <a:rPr lang="zh-CN" altLang="en-US" sz="1600" dirty="0">
                    <a:solidFill>
                      <a:schemeClr val="tx1"/>
                    </a:solidFill>
                    <a:latin typeface="DejaVu Sans" panose="020B0603030804020204" charset="0"/>
                    <a:ea typeface="方正书宋_GBK" panose="02000000000000000000" charset="-122"/>
                  </a:rPr>
                  <a:t>打印机</a:t>
                </a:r>
                <a:endParaRPr lang="zh-CN" altLang="en-US" sz="1600" dirty="0">
                  <a:solidFill>
                    <a:schemeClr val="tx1"/>
                  </a:solidFill>
                  <a:latin typeface="DejaVu Sans" panose="020B0603030804020204" charset="0"/>
                  <a:ea typeface="方正书宋_GBK" panose="02000000000000000000" charset="-122"/>
                </a:endParaRPr>
              </a:p>
            </p:txBody>
          </p:sp>
        </p:grpSp>
        <p:sp>
          <p:nvSpPr>
            <p:cNvPr id="80943" name="文本框 16431"/>
            <p:cNvSpPr txBox="1"/>
            <p:nvPr/>
          </p:nvSpPr>
          <p:spPr>
            <a:xfrm>
              <a:off x="470" y="1261"/>
              <a:ext cx="443" cy="212"/>
            </a:xfrm>
            <a:prstGeom prst="rect">
              <a:avLst/>
            </a:prstGeom>
            <a:noFill/>
            <a:ln w="9525">
              <a:noFill/>
              <a:miter/>
            </a:ln>
          </p:spPr>
          <p:txBody>
            <a:bodyPr anchor="t">
              <a:spAutoFit/>
            </a:bodyPr>
            <a:p>
              <a:pPr lvl="0">
                <a:spcBef>
                  <a:spcPct val="50000"/>
                </a:spcBef>
              </a:pPr>
              <a:r>
                <a:rPr lang="zh-CN" altLang="en-US" sz="1600" b="0" dirty="0">
                  <a:solidFill>
                    <a:schemeClr val="tx1"/>
                  </a:solidFill>
                  <a:latin typeface="DejaVu Sans" panose="020B0603030804020204" charset="0"/>
                  <a:ea typeface="方正书宋_GBK" panose="02000000000000000000" charset="-122"/>
                  <a:sym typeface="MT Extra" panose="05050102010205020202" pitchFamily="2" charset="2"/>
                </a:rPr>
                <a:t>分时</a:t>
              </a:r>
              <a:endParaRPr lang="zh-CN" altLang="en-US" sz="1600" b="0" dirty="0">
                <a:solidFill>
                  <a:schemeClr val="tx1"/>
                </a:solidFill>
                <a:latin typeface="DejaVu Sans" panose="020B0603030804020204" charset="0"/>
                <a:ea typeface="方正书宋_GBK" panose="02000000000000000000" charset="-122"/>
                <a:sym typeface="MT Extra" panose="05050102010205020202" pitchFamily="2" charset="2"/>
              </a:endParaRPr>
            </a:p>
          </p:txBody>
        </p:sp>
        <p:sp>
          <p:nvSpPr>
            <p:cNvPr id="80944" name="文本框 16432"/>
            <p:cNvSpPr txBox="1"/>
            <p:nvPr/>
          </p:nvSpPr>
          <p:spPr>
            <a:xfrm>
              <a:off x="1951" y="1281"/>
              <a:ext cx="681" cy="212"/>
            </a:xfrm>
            <a:prstGeom prst="rect">
              <a:avLst/>
            </a:prstGeom>
            <a:noFill/>
            <a:ln w="9525">
              <a:noFill/>
              <a:miter/>
            </a:ln>
          </p:spPr>
          <p:txBody>
            <a:bodyPr anchor="t">
              <a:spAutoFit/>
            </a:bodyPr>
            <a:p>
              <a:pPr lvl="0">
                <a:spcBef>
                  <a:spcPct val="50000"/>
                </a:spcBef>
              </a:pPr>
              <a:r>
                <a:rPr lang="zh-CN" altLang="en-US" sz="1600" b="0" dirty="0">
                  <a:solidFill>
                    <a:schemeClr val="tx1"/>
                  </a:solidFill>
                  <a:latin typeface="DejaVu Sans" panose="020B0603030804020204" charset="0"/>
                  <a:ea typeface="方正书宋_GBK" panose="02000000000000000000" charset="-122"/>
                  <a:sym typeface="MT Extra" panose="05050102010205020202" pitchFamily="2" charset="2"/>
                </a:rPr>
                <a:t>主存管理</a:t>
              </a:r>
              <a:endParaRPr lang="zh-CN" altLang="en-US" sz="1600" b="0" dirty="0">
                <a:solidFill>
                  <a:schemeClr val="tx1"/>
                </a:solidFill>
                <a:latin typeface="DejaVu Sans" panose="020B0603030804020204" charset="0"/>
                <a:ea typeface="方正书宋_GBK" panose="02000000000000000000" charset="-122"/>
                <a:sym typeface="MT Extra" panose="05050102010205020202" pitchFamily="2" charset="2"/>
              </a:endParaRPr>
            </a:p>
          </p:txBody>
        </p:sp>
        <p:sp>
          <p:nvSpPr>
            <p:cNvPr id="80945" name="文本框 16433"/>
            <p:cNvSpPr txBox="1"/>
            <p:nvPr/>
          </p:nvSpPr>
          <p:spPr>
            <a:xfrm>
              <a:off x="3578" y="1262"/>
              <a:ext cx="791" cy="212"/>
            </a:xfrm>
            <a:prstGeom prst="rect">
              <a:avLst/>
            </a:prstGeom>
            <a:noFill/>
            <a:ln w="9525">
              <a:noFill/>
              <a:miter/>
            </a:ln>
          </p:spPr>
          <p:txBody>
            <a:bodyPr anchor="t">
              <a:spAutoFit/>
            </a:bodyPr>
            <a:p>
              <a:pPr lvl="0">
                <a:spcBef>
                  <a:spcPct val="50000"/>
                </a:spcBef>
              </a:pPr>
              <a:r>
                <a:rPr lang="zh-CN" altLang="en-US" sz="1600" b="0" dirty="0">
                  <a:solidFill>
                    <a:schemeClr val="tx1"/>
                  </a:solidFill>
                  <a:latin typeface="DejaVu Sans" panose="020B0603030804020204" charset="0"/>
                  <a:ea typeface="方正书宋_GBK" panose="02000000000000000000" charset="-122"/>
                  <a:sym typeface="MT Extra" panose="05050102010205020202" pitchFamily="2" charset="2"/>
                </a:rPr>
                <a:t>假脱机打印</a:t>
              </a:r>
              <a:endParaRPr lang="zh-CN" altLang="en-US" sz="1600" b="0" dirty="0">
                <a:solidFill>
                  <a:schemeClr val="tx1"/>
                </a:solidFill>
                <a:latin typeface="DejaVu Sans" panose="020B0603030804020204" charset="0"/>
                <a:ea typeface="方正书宋_GBK" panose="02000000000000000000" charset="-122"/>
                <a:sym typeface="MT Extra" panose="05050102010205020202" pitchFamily="2" charset="2"/>
              </a:endParaRPr>
            </a:p>
          </p:txBody>
        </p:sp>
        <p:sp>
          <p:nvSpPr>
            <p:cNvPr id="80946" name="文本框 16434"/>
            <p:cNvSpPr txBox="1"/>
            <p:nvPr/>
          </p:nvSpPr>
          <p:spPr>
            <a:xfrm>
              <a:off x="0" y="978"/>
              <a:ext cx="278" cy="366"/>
            </a:xfrm>
            <a:prstGeom prst="rect">
              <a:avLst/>
            </a:prstGeom>
            <a:noFill/>
            <a:ln w="9525">
              <a:noFill/>
              <a:miter/>
            </a:ln>
          </p:spPr>
          <p:txBody>
            <a:bodyPr anchor="t">
              <a:spAutoFit/>
            </a:bodyPr>
            <a:p>
              <a:pPr lvl="0">
                <a:spcBef>
                  <a:spcPct val="50000"/>
                </a:spcBef>
              </a:pPr>
              <a:r>
                <a:rPr lang="zh-CN" altLang="en-US" sz="1600" dirty="0">
                  <a:solidFill>
                    <a:schemeClr val="tx1"/>
                  </a:solidFill>
                  <a:latin typeface="DejaVu Sans" panose="020B0603030804020204" charset="0"/>
                  <a:ea typeface="方正书宋_GBK" panose="02000000000000000000" charset="-122"/>
                  <a:sym typeface="MT Extra" panose="05050102010205020202" pitchFamily="2" charset="2"/>
                </a:rPr>
                <a:t>软件</a:t>
              </a:r>
              <a:endParaRPr lang="zh-CN" altLang="en-US" sz="1600" dirty="0">
                <a:solidFill>
                  <a:schemeClr val="tx1"/>
                </a:solidFill>
                <a:latin typeface="DejaVu Sans" panose="020B0603030804020204" charset="0"/>
                <a:ea typeface="方正书宋_GBK" panose="02000000000000000000" charset="-122"/>
                <a:sym typeface="MT Extra" panose="05050102010205020202" pitchFamily="2" charset="2"/>
              </a:endParaRPr>
            </a:p>
          </p:txBody>
        </p:sp>
        <p:sp>
          <p:nvSpPr>
            <p:cNvPr id="80947" name="文本框 16435"/>
            <p:cNvSpPr txBox="1"/>
            <p:nvPr/>
          </p:nvSpPr>
          <p:spPr>
            <a:xfrm>
              <a:off x="9" y="1663"/>
              <a:ext cx="278" cy="366"/>
            </a:xfrm>
            <a:prstGeom prst="rect">
              <a:avLst/>
            </a:prstGeom>
            <a:noFill/>
            <a:ln w="9525">
              <a:noFill/>
              <a:miter/>
            </a:ln>
          </p:spPr>
          <p:txBody>
            <a:bodyPr anchor="t">
              <a:spAutoFit/>
            </a:bodyPr>
            <a:p>
              <a:pPr lvl="0">
                <a:spcBef>
                  <a:spcPct val="50000"/>
                </a:spcBef>
              </a:pPr>
              <a:r>
                <a:rPr lang="zh-CN" altLang="en-US" sz="1600" dirty="0">
                  <a:solidFill>
                    <a:schemeClr val="tx1"/>
                  </a:solidFill>
                  <a:latin typeface="DejaVu Sans" panose="020B0603030804020204" charset="0"/>
                  <a:ea typeface="方正书宋_GBK" panose="02000000000000000000" charset="-122"/>
                  <a:sym typeface="MT Extra" panose="05050102010205020202" pitchFamily="2" charset="2"/>
                </a:rPr>
                <a:t>硬件</a:t>
              </a:r>
              <a:endParaRPr lang="zh-CN" altLang="en-US" sz="1600" dirty="0">
                <a:solidFill>
                  <a:schemeClr val="tx1"/>
                </a:solidFill>
                <a:latin typeface="DejaVu Sans" panose="020B0603030804020204" charset="0"/>
                <a:ea typeface="方正书宋_GBK" panose="02000000000000000000" charset="-122"/>
                <a:sym typeface="MT Extra" panose="05050102010205020202" pitchFamily="2" charset="2"/>
              </a:endParaRPr>
            </a:p>
          </p:txBody>
        </p:sp>
        <p:sp>
          <p:nvSpPr>
            <p:cNvPr id="80948" name="文本框 16436"/>
            <p:cNvSpPr txBox="1"/>
            <p:nvPr/>
          </p:nvSpPr>
          <p:spPr>
            <a:xfrm>
              <a:off x="5191" y="831"/>
              <a:ext cx="315" cy="212"/>
            </a:xfrm>
            <a:prstGeom prst="rect">
              <a:avLst/>
            </a:prstGeom>
            <a:noFill/>
            <a:ln w="9525">
              <a:noFill/>
              <a:miter/>
            </a:ln>
          </p:spPr>
          <p:txBody>
            <a:bodyPr anchor="t">
              <a:spAutoFit/>
            </a:bodyPr>
            <a:p>
              <a:pPr lvl="0">
                <a:spcBef>
                  <a:spcPct val="50000"/>
                </a:spcBef>
              </a:pPr>
              <a:r>
                <a:rPr lang="en-US" altLang="x-none" sz="1600" dirty="0">
                  <a:solidFill>
                    <a:schemeClr val="tx1"/>
                  </a:solidFill>
                  <a:latin typeface="DejaVu Sans" panose="020B0603030804020204" charset="0"/>
                  <a:ea typeface="方正书宋_GBK" panose="02000000000000000000" charset="-122"/>
                  <a:sym typeface="MT Extra" panose="05050102010205020202" pitchFamily="2" charset="2"/>
                </a:rPr>
                <a:t></a:t>
              </a:r>
              <a:endParaRPr lang="en-US" altLang="x-none" sz="1600" dirty="0">
                <a:solidFill>
                  <a:schemeClr val="tx1"/>
                </a:solidFill>
                <a:latin typeface="DejaVu Sans" panose="020B0603030804020204" charset="0"/>
                <a:ea typeface="方正书宋_GBK" panose="02000000000000000000" charset="-122"/>
                <a:sym typeface="MT Extra" panose="05050102010205020202" pitchFamily="2" charset="2"/>
              </a:endParaRPr>
            </a:p>
          </p:txBody>
        </p:sp>
        <p:sp>
          <p:nvSpPr>
            <p:cNvPr id="80950" name="矩形 16437"/>
            <p:cNvSpPr/>
            <p:nvPr/>
          </p:nvSpPr>
          <p:spPr>
            <a:xfrm>
              <a:off x="1760" y="2052"/>
              <a:ext cx="1636" cy="258"/>
            </a:xfrm>
            <a:prstGeom prst="rect">
              <a:avLst/>
            </a:prstGeom>
            <a:noFill/>
            <a:ln w="9525">
              <a:noFill/>
              <a:miter/>
            </a:ln>
          </p:spPr>
          <p:txBody>
            <a:bodyPr>
              <a:spAutoFit/>
            </a:bodyPr>
            <a:p>
              <a:pPr marL="914400" lvl="1" indent="-457200" algn="l" fontAlgn="base">
                <a:lnSpc>
                  <a:spcPct val="130000"/>
                </a:lnSpc>
                <a:spcBef>
                  <a:spcPct val="30000"/>
                </a:spcBef>
                <a:buClr>
                  <a:schemeClr val="tx2"/>
                </a:buClr>
                <a:buSzPct val="95000"/>
              </a:pPr>
              <a:r>
                <a:rPr lang="zh-CN" altLang="en-US" sz="16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虚拟技术示意图</a:t>
              </a:r>
              <a:endParaRPr lang="zh-CN" altLang="en-US" sz="16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grpSp>
      <p:sp>
        <p:nvSpPr>
          <p:cNvPr id="80951" name="矩形 16438"/>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rgbClr val="CC0000"/>
                </a:solidFill>
                <a:effectLst>
                  <a:outerShdw blurRad="38100" dist="38100" dir="2700000">
                    <a:srgbClr val="000000"/>
                  </a:outerShdw>
                </a:effectLst>
                <a:latin typeface="DejaVu Sans" panose="020B0603030804020204" charset="0"/>
                <a:ea typeface="方正书宋_GBK" panose="02000000000000000000" charset="-122"/>
                <a:cs typeface="+mn-ea"/>
              </a:rPr>
              <a:t>前言</a:t>
            </a:r>
            <a:endParaRPr lang="zh-CN" altLang="en-US" sz="2400" strike="noStrike" noProof="1" dirty="0">
              <a:solidFill>
                <a:srgbClr val="CC0000"/>
              </a:solidFill>
              <a:effectLst>
                <a:outerShdw blurRad="38100" dist="38100" dir="2700000">
                  <a:srgbClr val="000000"/>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80899"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文本框 7577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DejaVu Sans" panose="020B0603030804020204" charset="0"/>
                <a:ea typeface="方正书宋_GBK" panose="02000000000000000000" charset="-122"/>
              </a:rPr>
              <a:t>2</a:t>
            </a:r>
            <a:endParaRPr lang="en-US" altLang="zh-CN" sz="1400" b="0">
              <a:solidFill>
                <a:schemeClr val="tx2"/>
              </a:solidFill>
              <a:latin typeface="DejaVu Sans" panose="020B0603030804020204" charset="0"/>
              <a:ea typeface="方正书宋_GBK" panose="02000000000000000000" charset="-122"/>
            </a:endParaRPr>
          </a:p>
        </p:txBody>
      </p:sp>
      <p:sp>
        <p:nvSpPr>
          <p:cNvPr id="75779" name="矩形 75778"/>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DejaVu Sans" panose="020B0603030804020204" charset="0"/>
                <a:ea typeface="方正书宋_GBK" panose="02000000000000000000" charset="-122"/>
                <a:cs typeface="+mn-ea"/>
              </a:rPr>
              <a:t>操作系统的结构和硬件支持</a:t>
            </a:r>
            <a:r>
              <a:rPr lang="en-US" altLang="zh-CN" sz="2400" strike="noStrike" noProof="1">
                <a:latin typeface="DejaVu Sans" panose="020B0603030804020204" charset="0"/>
                <a:ea typeface="方正书宋_GBK" panose="02000000000000000000" charset="-122"/>
                <a:cs typeface="+mn-ea"/>
              </a:rPr>
              <a:t>——</a:t>
            </a:r>
            <a:r>
              <a:rPr lang="zh-CN" altLang="en-US" sz="2400" strike="noStrike" noProof="1">
                <a:latin typeface="DejaVu Sans" panose="020B0603030804020204" charset="0"/>
                <a:ea typeface="方正书宋_GBK" panose="02000000000000000000" charset="-122"/>
                <a:cs typeface="+mn-ea"/>
              </a:rPr>
              <a:t>操作系统虚拟机</a:t>
            </a:r>
            <a:endParaRPr lang="zh-CN" altLang="en-US" sz="2400" strike="noStrike" noProof="1">
              <a:latin typeface="DejaVu Sans" panose="020B0603030804020204" charset="0"/>
              <a:ea typeface="方正书宋_GBK" panose="02000000000000000000" charset="-122"/>
            </a:endParaRPr>
          </a:p>
        </p:txBody>
      </p:sp>
      <p:sp>
        <p:nvSpPr>
          <p:cNvPr id="75780" name="矩形 75779"/>
          <p:cNvSpPr/>
          <p:nvPr/>
        </p:nvSpPr>
        <p:spPr>
          <a:xfrm>
            <a:off x="541338" y="752475"/>
            <a:ext cx="6915150" cy="611188"/>
          </a:xfrm>
          <a:prstGeom prst="rect">
            <a:avLst/>
          </a:prstGeom>
          <a:noFill/>
          <a:ln w="9525">
            <a:noFill/>
          </a:ln>
        </p:spPr>
        <p:txBody>
          <a:bodyPr anchor="ct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fontAlgn="base"/>
            <a:r>
              <a:rPr lang="zh-CN" altLang="en-US" sz="3200" strike="noStrike" noProof="1">
                <a:solidFill>
                  <a:srgbClr val="990000"/>
                </a:solidFill>
                <a:latin typeface="DejaVu Sans" panose="020B0603030804020204" charset="0"/>
                <a:ea typeface="方正书宋_GBK" panose="02000000000000000000" charset="-122"/>
                <a:cs typeface="+mn-ea"/>
              </a:rPr>
              <a:t>虚拟技术</a:t>
            </a:r>
            <a:endParaRPr lang="zh-CN" altLang="en-US" sz="3200" strike="noStrike" noProof="1">
              <a:solidFill>
                <a:srgbClr val="990000"/>
              </a:solidFill>
              <a:latin typeface="DejaVu Sans" panose="020B0603030804020204" charset="0"/>
              <a:ea typeface="方正书宋_GBK" panose="02000000000000000000" charset="-122"/>
            </a:endParaRPr>
          </a:p>
        </p:txBody>
      </p:sp>
      <p:sp>
        <p:nvSpPr>
          <p:cNvPr id="75781" name="矩形 75780"/>
          <p:cNvSpPr/>
          <p:nvPr/>
        </p:nvSpPr>
        <p:spPr>
          <a:xfrm>
            <a:off x="688975" y="1560513"/>
            <a:ext cx="7307263" cy="3827463"/>
          </a:xfrm>
          <a:prstGeom prst="rect">
            <a:avLst/>
          </a:prstGeom>
          <a:noFill/>
          <a:ln w="9525">
            <a:noFill/>
          </a:ln>
        </p:spPr>
        <p: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lvl="0" fontAlgn="base"/>
            <a:r>
              <a:rPr lang="en-US" altLang="zh-CN" sz="2400" strike="noStrike" noProof="1">
                <a:solidFill>
                  <a:schemeClr val="tx1"/>
                </a:solidFill>
                <a:effectLst/>
                <a:latin typeface="DejaVu Sans" panose="020B0603030804020204" charset="0"/>
                <a:ea typeface="方正书宋_GBK" panose="02000000000000000000" charset="-122"/>
                <a:cs typeface="+mn-ea"/>
              </a:rPr>
              <a:t>CPU</a:t>
            </a:r>
            <a:r>
              <a:rPr lang="zh-CN" altLang="en-US" sz="2400" strike="noStrike" noProof="1">
                <a:solidFill>
                  <a:schemeClr val="tx1"/>
                </a:solidFill>
                <a:effectLst/>
                <a:latin typeface="DejaVu Sans" panose="020B0603030804020204" charset="0"/>
                <a:ea typeface="方正书宋_GBK" panose="02000000000000000000" charset="-122"/>
                <a:cs typeface="+mn-ea"/>
              </a:rPr>
              <a:t>调度和分配（时间）</a:t>
            </a:r>
            <a:endParaRPr lang="zh-CN" altLang="en-US" sz="2400" strike="noStrike" noProof="1">
              <a:solidFill>
                <a:schemeClr val="tx1"/>
              </a:solidFill>
              <a:effectLst/>
              <a:latin typeface="DejaVu Sans" panose="020B0603030804020204" charset="0"/>
              <a:ea typeface="方正书宋_GBK" panose="02000000000000000000" charset="-122"/>
            </a:endParaRPr>
          </a:p>
          <a:p>
            <a:pPr lvl="1" fontAlgn="base"/>
            <a:r>
              <a:rPr lang="zh-CN" altLang="en-US" sz="2400" strike="noStrike" noProof="1">
                <a:solidFill>
                  <a:schemeClr val="tx1"/>
                </a:solidFill>
                <a:effectLst/>
                <a:latin typeface="+mn-lt"/>
                <a:ea typeface="方正书宋_GBK" panose="02000000000000000000" charset="-122"/>
                <a:cs typeface="DejaVu Sans" panose="020B0603030804020204" charset="0"/>
              </a:rPr>
              <a:t>分时技术，时间片，</a:t>
            </a:r>
            <a:endParaRPr lang="zh-CN" altLang="en-US" sz="2400" strike="noStrike" noProof="1">
              <a:solidFill>
                <a:schemeClr val="tx1"/>
              </a:solidFill>
              <a:effectLst/>
              <a:ea typeface="方正书宋_GBK" panose="02000000000000000000" charset="-122"/>
              <a:cs typeface="DejaVu Sans" panose="020B0603030804020204" charset="0"/>
            </a:endParaRPr>
          </a:p>
          <a:p>
            <a:pPr lvl="1" fontAlgn="base"/>
            <a:r>
              <a:rPr lang="zh-CN" altLang="en-US" sz="2400" strike="noStrike" noProof="1">
                <a:solidFill>
                  <a:schemeClr val="tx1"/>
                </a:solidFill>
                <a:effectLst/>
                <a:latin typeface="+mn-lt"/>
                <a:ea typeface="方正书宋_GBK" panose="02000000000000000000" charset="-122"/>
                <a:cs typeface="DejaVu Sans" panose="020B0603030804020204" charset="0"/>
              </a:rPr>
              <a:t>虚拟</a:t>
            </a:r>
            <a:r>
              <a:rPr lang="en-US" altLang="zh-CN" sz="2400" strike="noStrike" noProof="1">
                <a:solidFill>
                  <a:schemeClr val="tx1"/>
                </a:solidFill>
                <a:effectLst/>
                <a:latin typeface="+mn-lt"/>
                <a:ea typeface="方正书宋_GBK" panose="02000000000000000000" charset="-122"/>
                <a:cs typeface="DejaVu Sans" panose="020B0603030804020204" charset="0"/>
              </a:rPr>
              <a:t>cpu</a:t>
            </a:r>
            <a:r>
              <a:rPr lang="zh-CN" altLang="en-US" sz="2400" strike="noStrike" noProof="1">
                <a:solidFill>
                  <a:schemeClr val="tx1"/>
                </a:solidFill>
                <a:effectLst/>
                <a:latin typeface="+mn-lt"/>
                <a:ea typeface="方正书宋_GBK" panose="02000000000000000000" charset="-122"/>
                <a:cs typeface="DejaVu Sans" panose="020B0603030804020204" charset="0"/>
              </a:rPr>
              <a:t>，独占</a:t>
            </a:r>
            <a:endParaRPr lang="zh-CN" altLang="en-US" sz="2400" strike="noStrike" noProof="1">
              <a:solidFill>
                <a:schemeClr val="tx1"/>
              </a:solidFill>
              <a:effectLst/>
              <a:ea typeface="方正书宋_GBK" panose="02000000000000000000" charset="-122"/>
              <a:cs typeface="DejaVu Sans" panose="020B0603030804020204" charset="0"/>
            </a:endParaRPr>
          </a:p>
          <a:p>
            <a:pPr lvl="0" fontAlgn="base"/>
            <a:r>
              <a:rPr lang="zh-CN" altLang="en-US" sz="2400" strike="noStrike" noProof="1">
                <a:solidFill>
                  <a:schemeClr val="tx1"/>
                </a:solidFill>
                <a:effectLst/>
                <a:latin typeface="DejaVu Sans" panose="020B0603030804020204" charset="0"/>
                <a:ea typeface="方正书宋_GBK" panose="02000000000000000000" charset="-122"/>
                <a:cs typeface="+mn-ea"/>
              </a:rPr>
              <a:t>内存管理（空间）</a:t>
            </a:r>
            <a:endParaRPr lang="zh-CN" altLang="en-US" sz="2400" strike="noStrike" noProof="1">
              <a:solidFill>
                <a:schemeClr val="tx1"/>
              </a:solidFill>
              <a:effectLst/>
              <a:latin typeface="DejaVu Sans" panose="020B0603030804020204" charset="0"/>
              <a:ea typeface="方正书宋_GBK" panose="02000000000000000000" charset="-122"/>
            </a:endParaRPr>
          </a:p>
          <a:p>
            <a:pPr lvl="1" fontAlgn="base"/>
            <a:r>
              <a:rPr lang="zh-CN" altLang="en-US" sz="2400" strike="noStrike" noProof="1">
                <a:solidFill>
                  <a:schemeClr val="tx1"/>
                </a:solidFill>
                <a:effectLst/>
                <a:latin typeface="+mn-lt"/>
                <a:ea typeface="方正书宋_GBK" panose="02000000000000000000" charset="-122"/>
                <a:cs typeface="DejaVu Sans" panose="020B0603030804020204" charset="0"/>
              </a:rPr>
              <a:t>虚拟存储技术，虚拟地址－－物理地址</a:t>
            </a:r>
            <a:endParaRPr lang="zh-CN" altLang="en-US" sz="2400" strike="noStrike" noProof="1">
              <a:solidFill>
                <a:schemeClr val="tx1"/>
              </a:solidFill>
              <a:effectLst/>
              <a:ea typeface="方正书宋_GBK" panose="02000000000000000000" charset="-122"/>
              <a:cs typeface="DejaVu Sans" panose="020B0603030804020204" charset="0"/>
            </a:endParaRPr>
          </a:p>
          <a:p>
            <a:pPr lvl="1" fontAlgn="base"/>
            <a:r>
              <a:rPr lang="zh-CN" altLang="en-US" sz="2400" strike="noStrike" noProof="1">
                <a:solidFill>
                  <a:schemeClr val="tx1"/>
                </a:solidFill>
                <a:effectLst/>
                <a:latin typeface="+mn-lt"/>
                <a:ea typeface="方正书宋_GBK" panose="02000000000000000000" charset="-122"/>
                <a:cs typeface="DejaVu Sans" panose="020B0603030804020204" charset="0"/>
              </a:rPr>
              <a:t>虚拟地址空间</a:t>
            </a:r>
            <a:endParaRPr lang="zh-CN" altLang="en-US" sz="2400" strike="noStrike" noProof="1">
              <a:solidFill>
                <a:schemeClr val="tx1"/>
              </a:solidFill>
              <a:effectLst/>
              <a:ea typeface="方正书宋_GBK" panose="02000000000000000000" charset="-122"/>
              <a:cs typeface="DejaVu Sans" panose="020B0603030804020204" charset="0"/>
            </a:endParaRPr>
          </a:p>
          <a:p>
            <a:pPr lvl="0" fontAlgn="base"/>
            <a:r>
              <a:rPr lang="zh-CN" altLang="en-US" sz="2400" strike="noStrike" noProof="1">
                <a:solidFill>
                  <a:schemeClr val="tx1"/>
                </a:solidFill>
                <a:effectLst/>
                <a:latin typeface="DejaVu Sans" panose="020B0603030804020204" charset="0"/>
                <a:ea typeface="方正书宋_GBK" panose="02000000000000000000" charset="-122"/>
                <a:cs typeface="+mn-ea"/>
              </a:rPr>
              <a:t>设备管理</a:t>
            </a:r>
            <a:endParaRPr lang="zh-CN" altLang="en-US" sz="2400" strike="noStrike" noProof="1">
              <a:solidFill>
                <a:schemeClr val="tx1"/>
              </a:solidFill>
              <a:effectLst/>
              <a:latin typeface="DejaVu Sans" panose="020B0603030804020204" charset="0"/>
              <a:ea typeface="方正书宋_GBK" panose="02000000000000000000" charset="-122"/>
            </a:endParaRPr>
          </a:p>
          <a:p>
            <a:pPr lvl="1" fontAlgn="base"/>
            <a:r>
              <a:rPr lang="zh-CN" altLang="en-US" sz="2400" strike="noStrike" noProof="1">
                <a:solidFill>
                  <a:schemeClr val="tx1"/>
                </a:solidFill>
                <a:effectLst/>
                <a:latin typeface="+mn-lt"/>
                <a:ea typeface="方正书宋_GBK" panose="02000000000000000000" charset="-122"/>
                <a:cs typeface="DejaVu Sans" panose="020B0603030804020204" charset="0"/>
              </a:rPr>
              <a:t>虚拟设备（输入、输出），</a:t>
            </a:r>
            <a:r>
              <a:rPr lang="x-none" altLang="zh-CN" sz="2400" strike="noStrike" noProof="1">
                <a:solidFill>
                  <a:schemeClr val="tx1"/>
                </a:solidFill>
                <a:effectLst/>
                <a:latin typeface="+mn-lt"/>
                <a:ea typeface="方正书宋_GBK" panose="02000000000000000000" charset="-122"/>
                <a:cs typeface="DejaVu Sans" panose="020B0603030804020204" charset="0"/>
              </a:rPr>
              <a:t>虚拟分配</a:t>
            </a:r>
            <a:endParaRPr lang="x-none" altLang="zh-CN" sz="2400" strike="noStrike" noProof="1">
              <a:solidFill>
                <a:schemeClr val="tx1"/>
              </a:solidFill>
              <a:effectLst/>
              <a:latin typeface="+mn-lt"/>
              <a:ea typeface="方正书宋_GBK" panose="02000000000000000000" charset="-122"/>
              <a:cs typeface="DejaVu Sans" panose="020B0603030804020204" charset="0"/>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75781" grpId="0" animBg="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7041" name="内容占位符 67585"/>
          <p:cNvPicPr>
            <a:picLocks noGrp="1" noChangeAspect="1"/>
          </p:cNvPicPr>
          <p:nvPr>
            <p:ph idx="2147483647"/>
          </p:nvPr>
        </p:nvPicPr>
        <p:blipFill>
          <a:blip r:embed="rId1"/>
          <a:stretch>
            <a:fillRect/>
          </a:stretch>
        </p:blipFill>
        <p:spPr>
          <a:xfrm>
            <a:off x="0" y="0"/>
            <a:ext cx="838200" cy="517525"/>
          </a:xfrm>
        </p:spPr>
      </p:pic>
      <p:sp>
        <p:nvSpPr>
          <p:cNvPr id="87043" name="矩形 67586"/>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——UNIX</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系统</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87044" name="矩形 67587"/>
          <p:cNvSpPr>
            <a:spLocks noGrp="1"/>
          </p:cNvSpPr>
          <p:nvPr/>
        </p:nvSpPr>
        <p:spPr>
          <a:xfrm>
            <a:off x="265113" y="804863"/>
            <a:ext cx="8661400" cy="5278438"/>
          </a:xfrm>
          <a:prstGeom prst="rect">
            <a:avLst/>
          </a:prstGeom>
          <a:noFill/>
          <a:ln w="9525">
            <a:noFill/>
            <a:miter/>
          </a:ln>
        </p:spPr>
        <p:txBody>
          <a:bodyPr/>
          <a:p>
            <a:pPr marL="571500" lvl="0" indent="-571500" algn="l" fontAlgn="base">
              <a:lnSpc>
                <a:spcPct val="90000"/>
              </a:lnSpc>
              <a:spcBef>
                <a:spcPct val="30000"/>
              </a:spcBef>
              <a:buClr>
                <a:schemeClr val="tx2"/>
              </a:buClr>
              <a:buSzPct val="95000"/>
            </a:pPr>
            <a:r>
              <a:rPr lang="zh-CN" altLang="en-US" sz="4400" b="0" strike="noStrike" noProof="1" dirty="0">
                <a:solidFill>
                  <a:srgbClr val="FF3300"/>
                </a:solidFill>
                <a:effectLst>
                  <a:outerShdw blurRad="38100" dist="38100" dir="2700000">
                    <a:srgbClr val="000000"/>
                  </a:outerShdw>
                </a:effectLst>
                <a:latin typeface="方正书宋_GBK" panose="02000000000000000000" charset="-122"/>
                <a:ea typeface="方正书宋_GBK" panose="02000000000000000000" charset="-122"/>
                <a:cs typeface="+mn-ea"/>
              </a:rPr>
              <a:t>UNIX系统简介</a:t>
            </a:r>
            <a:endParaRPr lang="zh-CN" altLang="en-US" sz="4400" b="0" strike="noStrike" noProof="1" dirty="0">
              <a:solidFill>
                <a:srgbClr val="FF3300"/>
              </a:solidFill>
              <a:effectLst>
                <a:outerShdw blurRad="38100" dist="38100" dir="2700000">
                  <a:srgbClr val="000000"/>
                </a:outerShdw>
              </a:effectLst>
              <a:latin typeface="方正书宋_GBK" panose="02000000000000000000" charset="-122"/>
              <a:ea typeface="方正书宋_GBK" panose="02000000000000000000" charset="-122"/>
            </a:endParaRPr>
          </a:p>
          <a:p>
            <a:pPr marL="571500" lvl="0" indent="-571500" algn="l" fontAlgn="base">
              <a:lnSpc>
                <a:spcPct val="90000"/>
              </a:lnSpc>
              <a:spcBef>
                <a:spcPct val="30000"/>
              </a:spcBef>
              <a:buClr>
                <a:schemeClr val="tx2"/>
              </a:buClr>
              <a:buSzPct val="95000"/>
            </a:pPr>
            <a:r>
              <a:rPr lang="zh-CN" altLang="en-US" b="0" strike="noStrike" noProof="1" dirty="0">
                <a:solidFill>
                  <a:srgbClr val="FF3300"/>
                </a:solidFill>
                <a:effectLst>
                  <a:outerShdw blurRad="38100" dist="38100" dir="2700000">
                    <a:srgbClr val="000000"/>
                  </a:outerShdw>
                </a:effectLst>
                <a:latin typeface="方正书宋_GBK" panose="02000000000000000000" charset="-122"/>
                <a:ea typeface="方正书宋_GBK" panose="02000000000000000000" charset="-122"/>
                <a:cs typeface="+mn-ea"/>
              </a:rPr>
              <a:t>	UNIX是一个交互式的多用户的分时操作系统</a:t>
            </a:r>
            <a:endParaRPr lang="zh-CN" altLang="en-US" b="0" strike="noStrike" noProof="1" dirty="0">
              <a:solidFill>
                <a:srgbClr val="FF3300"/>
              </a:solidFill>
              <a:effectLst>
                <a:outerShdw blurRad="38100" dist="38100" dir="2700000">
                  <a:srgbClr val="000000"/>
                </a:outerShdw>
              </a:effectLst>
              <a:latin typeface="方正书宋_GBK" panose="02000000000000000000" charset="-122"/>
              <a:ea typeface="方正书宋_GBK" panose="02000000000000000000" charset="-122"/>
            </a:endParaRPr>
          </a:p>
          <a:p>
            <a:pPr marL="571500" lvl="0" indent="-571500" algn="l" fontAlgn="base">
              <a:lnSpc>
                <a:spcPct val="90000"/>
              </a:lnSpc>
              <a:spcBef>
                <a:spcPct val="30000"/>
              </a:spcBef>
              <a:buClr>
                <a:schemeClr val="tx2"/>
              </a:buClr>
              <a:buSzPct val="95000"/>
              <a:buChar char="l"/>
            </a:pPr>
            <a:r>
              <a:rPr lang="zh-CN" altLang="en-US" b="0" strike="noStrike" noProof="1" dirty="0">
                <a:solidFill>
                  <a:schemeClr val="tx1"/>
                </a:solidFill>
                <a:effectLst>
                  <a:outerShdw blurRad="38100" dist="38100" dir="2700000">
                    <a:srgbClr val="FFFFFF"/>
                  </a:outerShdw>
                </a:effectLst>
                <a:latin typeface="方正书宋_GBK" panose="02000000000000000000" charset="-122"/>
                <a:ea typeface="方正书宋_GBK" panose="02000000000000000000" charset="-122"/>
                <a:cs typeface="+mn-ea"/>
              </a:rPr>
              <a:t>UNIX操作系统的发展</a:t>
            </a:r>
            <a:endParaRPr lang="zh-CN" altLang="en-US" b="0" strike="noStrike" noProof="1" dirty="0">
              <a:solidFill>
                <a:schemeClr val="tx1"/>
              </a:solidFill>
              <a:effectLst>
                <a:outerShdw blurRad="38100" dist="38100" dir="2700000">
                  <a:srgbClr val="FFFFFF"/>
                </a:outerShdw>
              </a:effectLst>
              <a:latin typeface="方正书宋_GBK" panose="02000000000000000000" charset="-122"/>
              <a:ea typeface="方正书宋_GBK" panose="02000000000000000000" charset="-122"/>
            </a:endParaRPr>
          </a:p>
          <a:p>
            <a:pPr marL="1028700" lvl="1" indent="-455295" algn="l" fontAlgn="base">
              <a:lnSpc>
                <a:spcPct val="90000"/>
              </a:lnSpc>
              <a:spcBef>
                <a:spcPct val="30000"/>
              </a:spcBef>
              <a:buClr>
                <a:schemeClr val="tx2"/>
              </a:buClr>
              <a:buSzPct val="95000"/>
              <a:buChar char="•"/>
            </a:pPr>
            <a:r>
              <a:rPr lang="zh-CN" altLang="en-US" b="0" i="1" strike="noStrike" noProof="1" dirty="0">
                <a:solidFill>
                  <a:schemeClr val="tx1"/>
                </a:solidFill>
                <a:effectLst>
                  <a:outerShdw blurRad="38100" dist="38100" dir="2700000">
                    <a:srgbClr val="FFFFFF"/>
                  </a:outerShdw>
                </a:effectLst>
                <a:latin typeface="方正书宋_GBK" panose="02000000000000000000" charset="-122"/>
                <a:ea typeface="方正书宋_GBK" panose="02000000000000000000" charset="-122"/>
                <a:cs typeface="+mn-ea"/>
              </a:rPr>
              <a:t>1965年：麻省理工大学、BELL实验室、通用电器公司组成MAC课题组联合研制Multics操作系统。</a:t>
            </a:r>
            <a:endParaRPr lang="zh-CN" altLang="en-US" b="0" i="1" strike="noStrike" noProof="1" dirty="0">
              <a:solidFill>
                <a:schemeClr val="tx1"/>
              </a:solidFill>
              <a:effectLst>
                <a:outerShdw blurRad="38100" dist="38100" dir="2700000">
                  <a:srgbClr val="FFFFFF"/>
                </a:outerShdw>
              </a:effectLst>
              <a:latin typeface="方正书宋_GBK" panose="02000000000000000000" charset="-122"/>
              <a:ea typeface="方正书宋_GBK" panose="02000000000000000000" charset="-122"/>
            </a:endParaRPr>
          </a:p>
          <a:p>
            <a:pPr marL="1028700" lvl="1" indent="-455295" algn="l" fontAlgn="base">
              <a:lnSpc>
                <a:spcPct val="90000"/>
              </a:lnSpc>
              <a:spcBef>
                <a:spcPct val="30000"/>
              </a:spcBef>
              <a:buClr>
                <a:schemeClr val="tx2"/>
              </a:buClr>
              <a:buSzPct val="95000"/>
              <a:buChar char="•"/>
            </a:pPr>
            <a:r>
              <a:rPr lang="zh-CN" altLang="en-US" b="0" i="1" strike="noStrike" noProof="1" dirty="0">
                <a:solidFill>
                  <a:schemeClr val="tx1"/>
                </a:solidFill>
                <a:effectLst>
                  <a:outerShdw blurRad="38100" dist="38100" dir="2700000">
                    <a:srgbClr val="FFFFFF"/>
                  </a:outerShdw>
                </a:effectLst>
                <a:latin typeface="方正书宋_GBK" panose="02000000000000000000" charset="-122"/>
                <a:ea typeface="方正书宋_GBK" panose="02000000000000000000" charset="-122"/>
                <a:cs typeface="+mn-ea"/>
              </a:rPr>
              <a:t>Multics操作系统设计目标是要向大的用户团体提供对计算机的同时访问，支持强大的计算能力与数据存储，以及允许用户在需要的时候容易共享他们的数据。</a:t>
            </a:r>
            <a:endParaRPr lang="zh-CN" altLang="en-US" b="0" i="1" strike="noStrike" noProof="1" dirty="0">
              <a:solidFill>
                <a:schemeClr val="tx1"/>
              </a:solidFill>
              <a:effectLst>
                <a:outerShdw blurRad="38100" dist="38100" dir="2700000">
                  <a:srgbClr val="FFFFFF"/>
                </a:outerShdw>
              </a:effectLst>
              <a:latin typeface="方正书宋_GBK" panose="02000000000000000000" charset="-122"/>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87044" grpId="0" bldLvl="2" animBg="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8065" name="内容占位符 68609"/>
          <p:cNvPicPr>
            <a:picLocks noGrp="1" noChangeAspect="1"/>
          </p:cNvPicPr>
          <p:nvPr>
            <p:ph idx="2147483647"/>
          </p:nvPr>
        </p:nvPicPr>
        <p:blipFill>
          <a:blip r:embed="rId1"/>
          <a:stretch>
            <a:fillRect/>
          </a:stretch>
        </p:blipFill>
        <p:spPr>
          <a:xfrm>
            <a:off x="0" y="0"/>
            <a:ext cx="838200" cy="517525"/>
          </a:xfrm>
        </p:spPr>
      </p:pic>
      <p:sp>
        <p:nvSpPr>
          <p:cNvPr id="88067" name="矩形 68610"/>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——UNIX</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系统</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88068" name="矩形 68611"/>
          <p:cNvSpPr>
            <a:spLocks noGrp="1"/>
          </p:cNvSpPr>
          <p:nvPr/>
        </p:nvSpPr>
        <p:spPr>
          <a:xfrm>
            <a:off x="341313" y="1311275"/>
            <a:ext cx="8670925" cy="4972050"/>
          </a:xfrm>
          <a:prstGeom prst="rect">
            <a:avLst/>
          </a:prstGeom>
          <a:noFill/>
          <a:ln w="9525">
            <a:noFill/>
            <a:miter/>
          </a:ln>
        </p:spPr>
        <p:txBody>
          <a:bodyPr anchor="t"/>
          <a:p>
            <a:pPr marL="1028700" lvl="1" indent="-455295" algn="l" eaLnBrk="1" fontAlgn="base" latinLnBrk="0" hangingPunct="1">
              <a:lnSpc>
                <a:spcPct val="90000"/>
              </a:lnSpc>
              <a:spcBef>
                <a:spcPct val="30000"/>
              </a:spcBef>
              <a:spcAft>
                <a:spcPct val="20000"/>
              </a:spcAft>
              <a:buClr>
                <a:schemeClr val="tx2"/>
              </a:buClr>
              <a:buSzPct val="95000"/>
              <a:buFont typeface="Arial" panose="020B0604020202020204" pitchFamily="34" charset="0"/>
              <a:buChar char="•"/>
            </a:pPr>
            <a:r>
              <a:rPr lang="en-US" altLang="x-none" sz="3200" b="0" i="1" u="none" baseline="0" dirty="0">
                <a:solidFill>
                  <a:schemeClr val="tx1"/>
                </a:solidFill>
                <a:latin typeface="DejaVu Sans" panose="020B0603030804020204" charset="0"/>
                <a:ea typeface="方正书宋_GBK" panose="02000000000000000000" charset="-122"/>
              </a:rPr>
              <a:t>1969</a:t>
            </a:r>
            <a:r>
              <a:rPr lang="zh-CN" altLang="en-US" sz="3200" b="0" i="1" u="none" baseline="0" dirty="0">
                <a:solidFill>
                  <a:schemeClr val="tx1"/>
                </a:solidFill>
                <a:latin typeface="DejaVu Sans" panose="020B0603030804020204" charset="0"/>
                <a:ea typeface="方正书宋_GBK" panose="02000000000000000000" charset="-122"/>
              </a:rPr>
              <a:t>年</a:t>
            </a:r>
            <a:r>
              <a:rPr lang="en-US" altLang="x-none" sz="3200" b="0" i="1" u="none" baseline="0" dirty="0">
                <a:solidFill>
                  <a:schemeClr val="tx1"/>
                </a:solidFill>
                <a:latin typeface="DejaVu Sans" panose="020B0603030804020204" charset="0"/>
                <a:ea typeface="方正书宋_GBK" panose="02000000000000000000" charset="-122"/>
              </a:rPr>
              <a:t>Multics</a:t>
            </a:r>
            <a:r>
              <a:rPr lang="zh-CN" altLang="en-US" sz="3200" b="0" i="1" u="none" baseline="0" dirty="0">
                <a:solidFill>
                  <a:schemeClr val="tx1"/>
                </a:solidFill>
                <a:latin typeface="DejaVu Sans" panose="020B0603030804020204" charset="0"/>
                <a:ea typeface="方正书宋_GBK" panose="02000000000000000000" charset="-122"/>
              </a:rPr>
              <a:t>在</a:t>
            </a:r>
            <a:r>
              <a:rPr lang="en-US" altLang="x-none" sz="3200" b="0" i="1" u="none" baseline="0" dirty="0">
                <a:solidFill>
                  <a:schemeClr val="tx1"/>
                </a:solidFill>
                <a:latin typeface="DejaVu Sans" panose="020B0603030804020204" charset="0"/>
                <a:ea typeface="方正书宋_GBK" panose="02000000000000000000" charset="-122"/>
              </a:rPr>
              <a:t>GE645</a:t>
            </a:r>
            <a:r>
              <a:rPr lang="zh-CN" altLang="en-US" sz="3200" b="0" i="1" u="none" baseline="0" dirty="0">
                <a:solidFill>
                  <a:schemeClr val="tx1"/>
                </a:solidFill>
                <a:latin typeface="DejaVu Sans" panose="020B0603030804020204" charset="0"/>
                <a:ea typeface="方正书宋_GBK" panose="02000000000000000000" charset="-122"/>
              </a:rPr>
              <a:t>计算机上运行了，但它既没有能提供预定的综合计算服务，而且连它自己也不清楚究竟什么时候算达到开发的目标。</a:t>
            </a:r>
            <a:endParaRPr lang="zh-CN" altLang="en-US" sz="3200" b="0" i="1" u="none" baseline="0" dirty="0">
              <a:solidFill>
                <a:schemeClr val="tx1"/>
              </a:solidFill>
              <a:latin typeface="DejaVu Sans" panose="020B0603030804020204" charset="0"/>
              <a:ea typeface="方正书宋_GBK" panose="02000000000000000000" charset="-122"/>
            </a:endParaRPr>
          </a:p>
          <a:p>
            <a:pPr marL="1028700" lvl="1" indent="-455295" algn="l" eaLnBrk="1" fontAlgn="base" latinLnBrk="0" hangingPunct="1">
              <a:lnSpc>
                <a:spcPct val="90000"/>
              </a:lnSpc>
              <a:spcBef>
                <a:spcPct val="30000"/>
              </a:spcBef>
              <a:spcAft>
                <a:spcPct val="20000"/>
              </a:spcAft>
              <a:buClr>
                <a:schemeClr val="tx2"/>
              </a:buClr>
              <a:buSzPct val="95000"/>
              <a:buFont typeface="Arial" panose="020B0604020202020204" pitchFamily="34" charset="0"/>
              <a:buChar char="•"/>
            </a:pPr>
            <a:r>
              <a:rPr lang="en-US" altLang="x-none" sz="3200" b="0" i="1" u="none" baseline="0" dirty="0">
                <a:solidFill>
                  <a:srgbClr val="FF3300"/>
                </a:solidFill>
                <a:latin typeface="DejaVu Sans" panose="020B0603030804020204" charset="0"/>
                <a:ea typeface="方正书宋_GBK" panose="02000000000000000000" charset="-122"/>
              </a:rPr>
              <a:t>BELL</a:t>
            </a:r>
            <a:r>
              <a:rPr lang="zh-CN" altLang="en-US" sz="3200" b="0" i="1" u="none" baseline="0" dirty="0">
                <a:solidFill>
                  <a:srgbClr val="FF3300"/>
                </a:solidFill>
                <a:latin typeface="DejaVu Sans" panose="020B0603030804020204" charset="0"/>
                <a:ea typeface="方正书宋_GBK" panose="02000000000000000000" charset="-122"/>
              </a:rPr>
              <a:t>实验室退出了该课题组。</a:t>
            </a:r>
            <a:endParaRPr lang="zh-CN" altLang="en-US" sz="3200" b="0" i="1" u="none" baseline="0" dirty="0">
              <a:solidFill>
                <a:srgbClr val="FF3300"/>
              </a:solidFill>
              <a:latin typeface="DejaVu Sans" panose="020B0603030804020204" charset="0"/>
              <a:ea typeface="方正书宋_GBK" panose="02000000000000000000" charset="-122"/>
            </a:endParaRPr>
          </a:p>
          <a:p>
            <a:pPr marL="1028700" lvl="1" indent="-455295" algn="l" eaLnBrk="1" fontAlgn="base" latinLnBrk="0" hangingPunct="1">
              <a:lnSpc>
                <a:spcPct val="90000"/>
              </a:lnSpc>
              <a:spcBef>
                <a:spcPct val="30000"/>
              </a:spcBef>
              <a:spcAft>
                <a:spcPct val="20000"/>
              </a:spcAft>
              <a:buClr>
                <a:schemeClr val="tx2"/>
              </a:buClr>
              <a:buSzPct val="95000"/>
              <a:buFont typeface="Arial" panose="020B0604020202020204" pitchFamily="34" charset="0"/>
              <a:buChar char="•"/>
            </a:pPr>
            <a:r>
              <a:rPr lang="en-US" altLang="x-none" sz="3200" b="0" i="1" u="none" baseline="0" dirty="0">
                <a:solidFill>
                  <a:schemeClr val="tx1"/>
                </a:solidFill>
                <a:latin typeface="DejaVu Sans" panose="020B0603030804020204" charset="0"/>
                <a:ea typeface="方正书宋_GBK" panose="02000000000000000000" charset="-122"/>
              </a:rPr>
              <a:t>Multics</a:t>
            </a:r>
            <a:r>
              <a:rPr lang="zh-CN" altLang="en-US" sz="3200" b="0" i="1" u="none" baseline="0" dirty="0">
                <a:solidFill>
                  <a:schemeClr val="tx1"/>
                </a:solidFill>
                <a:latin typeface="DejaVu Sans" panose="020B0603030804020204" charset="0"/>
                <a:ea typeface="方正书宋_GBK" panose="02000000000000000000" charset="-122"/>
              </a:rPr>
              <a:t>操作系统开发失败的原因是当时操作系统设计的指导思想所导致的。</a:t>
            </a:r>
            <a:endParaRPr lang="zh-CN" altLang="en-US" sz="3200" b="0" i="1" u="none" baseline="0" dirty="0">
              <a:solidFill>
                <a:schemeClr val="tx1"/>
              </a:solidFill>
              <a:latin typeface="DejaVu Sans" panose="020B0603030804020204" charset="0"/>
              <a:ea typeface="方正书宋_GBK" panose="02000000000000000000" charset="-122"/>
            </a:endParaRPr>
          </a:p>
          <a:p>
            <a:pPr marL="1028700" lvl="1" indent="-455295" algn="l" eaLnBrk="1" fontAlgn="base" latinLnBrk="0" hangingPunct="1">
              <a:lnSpc>
                <a:spcPct val="90000"/>
              </a:lnSpc>
              <a:spcBef>
                <a:spcPct val="30000"/>
              </a:spcBef>
              <a:spcAft>
                <a:spcPct val="20000"/>
              </a:spcAft>
              <a:buClr>
                <a:schemeClr val="tx2"/>
              </a:buClr>
              <a:buSzPct val="95000"/>
              <a:buFont typeface="Arial" panose="020B0604020202020204" pitchFamily="34" charset="0"/>
              <a:buChar char="•"/>
            </a:pPr>
            <a:r>
              <a:rPr lang="zh-CN" altLang="en-US" sz="3200" b="0" i="1" u="none" baseline="0" dirty="0">
                <a:solidFill>
                  <a:schemeClr val="tx1"/>
                </a:solidFill>
                <a:latin typeface="DejaVu Sans" panose="020B0603030804020204" charset="0"/>
                <a:ea typeface="方正书宋_GBK" panose="02000000000000000000" charset="-122"/>
              </a:rPr>
              <a:t>当时操作系统设计的指导思想是“满足所有用户的所有要求”。</a:t>
            </a:r>
            <a:endParaRPr lang="zh-CN" altLang="en-US" sz="3200" b="0" i="1" u="none" baseline="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88068" grpId="0" bldLvl="2" animBg="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9089" name="内容占位符 69633"/>
          <p:cNvPicPr>
            <a:picLocks noGrp="1" noChangeAspect="1"/>
          </p:cNvPicPr>
          <p:nvPr>
            <p:ph idx="2147483647"/>
          </p:nvPr>
        </p:nvPicPr>
        <p:blipFill>
          <a:blip r:embed="rId1"/>
          <a:stretch>
            <a:fillRect/>
          </a:stretch>
        </p:blipFill>
        <p:spPr>
          <a:xfrm>
            <a:off x="0" y="0"/>
            <a:ext cx="838200" cy="517525"/>
          </a:xfrm>
        </p:spPr>
      </p:pic>
      <p:sp>
        <p:nvSpPr>
          <p:cNvPr id="89091" name="矩形 69634"/>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——UNIX</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系统</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89092" name="矩形 69635"/>
          <p:cNvSpPr>
            <a:spLocks noGrp="1"/>
          </p:cNvSpPr>
          <p:nvPr/>
        </p:nvSpPr>
        <p:spPr>
          <a:xfrm>
            <a:off x="158750" y="568325"/>
            <a:ext cx="8632825" cy="5986463"/>
          </a:xfrm>
          <a:prstGeom prst="rect">
            <a:avLst/>
          </a:prstGeom>
          <a:noFill/>
          <a:ln w="9525">
            <a:noFill/>
            <a:miter/>
          </a:ln>
        </p:spPr>
        <p:txBody>
          <a:bodyPr anchor="t"/>
          <a:p>
            <a:pPr marL="1028700" lvl="1" indent="-455295" algn="l" eaLnBrk="1" fontAlgn="base" latinLnBrk="0" hangingPunct="1">
              <a:lnSpc>
                <a:spcPct val="90000"/>
              </a:lnSpc>
              <a:spcBef>
                <a:spcPct val="30000"/>
              </a:spcBef>
              <a:spcAft>
                <a:spcPct val="20000"/>
              </a:spcAft>
              <a:buClr>
                <a:schemeClr val="tx2"/>
              </a:buClr>
              <a:buSzPct val="95000"/>
              <a:buFont typeface="Arial" panose="020B0604020202020204" pitchFamily="34" charset="0"/>
              <a:buChar char="•"/>
            </a:pPr>
            <a:r>
              <a:rPr lang="en-US" altLang="x-none" sz="3200" b="0" i="1" u="none" baseline="0" dirty="0">
                <a:solidFill>
                  <a:schemeClr val="tx1"/>
                </a:solidFill>
                <a:latin typeface="DejaVu Sans" panose="020B0603030804020204" charset="0"/>
                <a:ea typeface="方正书宋_GBK" panose="02000000000000000000" charset="-122"/>
              </a:rPr>
              <a:t>UNIX</a:t>
            </a:r>
            <a:r>
              <a:rPr lang="zh-CN" altLang="en-US" sz="3200" b="0" i="1" u="none" baseline="0" dirty="0">
                <a:solidFill>
                  <a:schemeClr val="tx1"/>
                </a:solidFill>
                <a:latin typeface="DejaVu Sans" panose="020B0603030804020204" charset="0"/>
                <a:ea typeface="方正书宋_GBK" panose="02000000000000000000" charset="-122"/>
              </a:rPr>
              <a:t>系统的作者认为：操作系统的设计不应也不可能做到“满足所有用户的所有要求”，而应为广大的计算机用户提供一种良好的程序设计环境。</a:t>
            </a:r>
            <a:endParaRPr lang="zh-CN" altLang="en-US" sz="3200" b="0" i="1" u="none" baseline="0" dirty="0">
              <a:solidFill>
                <a:schemeClr val="tx1"/>
              </a:solidFill>
              <a:latin typeface="DejaVu Sans" panose="020B0603030804020204" charset="0"/>
              <a:ea typeface="方正书宋_GBK" panose="02000000000000000000" charset="-122"/>
            </a:endParaRPr>
          </a:p>
          <a:p>
            <a:pPr marL="1028700" lvl="1" indent="-455295" algn="l" eaLnBrk="1" fontAlgn="base" latinLnBrk="0" hangingPunct="1">
              <a:lnSpc>
                <a:spcPct val="90000"/>
              </a:lnSpc>
              <a:spcBef>
                <a:spcPct val="30000"/>
              </a:spcBef>
              <a:spcAft>
                <a:spcPct val="0"/>
              </a:spcAft>
              <a:buClr>
                <a:schemeClr val="tx2"/>
              </a:buClr>
              <a:buSzPct val="95000"/>
              <a:buFont typeface="Arial" panose="020B0604020202020204" pitchFamily="34" charset="0"/>
              <a:buChar char="•"/>
            </a:pPr>
            <a:r>
              <a:rPr lang="en-US" altLang="x-none" sz="3200" b="0" i="1" u="none" baseline="0" dirty="0">
                <a:solidFill>
                  <a:schemeClr val="tx1"/>
                </a:solidFill>
                <a:latin typeface="DejaVu Sans" panose="020B0603030804020204" charset="0"/>
                <a:ea typeface="方正书宋_GBK" panose="02000000000000000000" charset="-122"/>
              </a:rPr>
              <a:t>1969</a:t>
            </a:r>
            <a:r>
              <a:rPr lang="zh-CN" altLang="en-US" sz="3200" b="0" i="1" u="none" baseline="0" dirty="0">
                <a:solidFill>
                  <a:schemeClr val="tx1"/>
                </a:solidFill>
                <a:latin typeface="DejaVu Sans" panose="020B0603030804020204" charset="0"/>
                <a:ea typeface="方正书宋_GBK" panose="02000000000000000000" charset="-122"/>
              </a:rPr>
              <a:t>年</a:t>
            </a:r>
            <a:r>
              <a:rPr lang="en-US" altLang="x-none" sz="3200" b="0" i="1" u="none" baseline="0" dirty="0">
                <a:solidFill>
                  <a:schemeClr val="tx1"/>
                </a:solidFill>
                <a:latin typeface="DejaVu Sans" panose="020B0603030804020204" charset="0"/>
                <a:ea typeface="方正书宋_GBK" panose="02000000000000000000" charset="-122"/>
              </a:rPr>
              <a:t>K.  Thompson</a:t>
            </a:r>
            <a:r>
              <a:rPr lang="zh-CN" altLang="en-US" sz="3200" b="0" i="1" u="none" baseline="0" dirty="0">
                <a:solidFill>
                  <a:schemeClr val="tx1"/>
                </a:solidFill>
                <a:latin typeface="DejaVu Sans" panose="020B0603030804020204" charset="0"/>
                <a:ea typeface="方正书宋_GBK" panose="02000000000000000000" charset="-122"/>
              </a:rPr>
              <a:t>和 </a:t>
            </a:r>
            <a:r>
              <a:rPr lang="en-US" altLang="x-none" sz="3200" b="0" i="1" u="none" baseline="0" dirty="0">
                <a:solidFill>
                  <a:schemeClr val="tx1"/>
                </a:solidFill>
                <a:latin typeface="DejaVu Sans" panose="020B0603030804020204" charset="0"/>
                <a:ea typeface="方正书宋_GBK" panose="02000000000000000000" charset="-122"/>
              </a:rPr>
              <a:t>D. Ritchie </a:t>
            </a:r>
            <a:r>
              <a:rPr lang="zh-CN" altLang="en-US" sz="3200" b="0" i="1" u="none" baseline="0" dirty="0">
                <a:solidFill>
                  <a:schemeClr val="tx1"/>
                </a:solidFill>
                <a:latin typeface="DejaVu Sans" panose="020B0603030804020204" charset="0"/>
                <a:ea typeface="方正书宋_GBK" panose="02000000000000000000" charset="-122"/>
              </a:rPr>
              <a:t>为了改善他们的程序设计环境，设计了一个纸面的文件系统设计，这个设计后来演化成</a:t>
            </a:r>
            <a:r>
              <a:rPr lang="en-US" altLang="x-none" sz="3200" b="0" i="1" u="none" baseline="0" dirty="0">
                <a:solidFill>
                  <a:schemeClr val="tx1"/>
                </a:solidFill>
                <a:latin typeface="DejaVu Sans" panose="020B0603030804020204" charset="0"/>
                <a:ea typeface="方正书宋_GBK" panose="02000000000000000000" charset="-122"/>
              </a:rPr>
              <a:t>UNIX</a:t>
            </a:r>
            <a:r>
              <a:rPr lang="zh-CN" altLang="en-US" sz="3200" b="0" i="1" u="none" baseline="0" dirty="0">
                <a:solidFill>
                  <a:schemeClr val="tx1"/>
                </a:solidFill>
                <a:latin typeface="DejaVu Sans" panose="020B0603030804020204" charset="0"/>
                <a:ea typeface="方正书宋_GBK" panose="02000000000000000000" charset="-122"/>
              </a:rPr>
              <a:t>系统早期的版本，并在</a:t>
            </a:r>
            <a:r>
              <a:rPr lang="en-US" altLang="x-none" sz="3200" b="0" i="1" u="none" baseline="0" dirty="0">
                <a:solidFill>
                  <a:schemeClr val="tx1"/>
                </a:solidFill>
                <a:latin typeface="DejaVu Sans" panose="020B0603030804020204" charset="0"/>
                <a:ea typeface="方正书宋_GBK" panose="02000000000000000000" charset="-122"/>
              </a:rPr>
              <a:t>PDP</a:t>
            </a:r>
            <a:r>
              <a:rPr lang="zh-CN" altLang="en-US" sz="3200" b="0" i="1" u="none" baseline="0" dirty="0">
                <a:solidFill>
                  <a:schemeClr val="tx1"/>
                </a:solidFill>
                <a:latin typeface="DejaVu Sans" panose="020B0603030804020204" charset="0"/>
                <a:ea typeface="方正书宋_GBK" panose="02000000000000000000" charset="-122"/>
              </a:rPr>
              <a:t>－</a:t>
            </a:r>
            <a:r>
              <a:rPr lang="en-US" altLang="x-none" sz="3200" b="0" i="1" u="none" baseline="0" dirty="0">
                <a:solidFill>
                  <a:schemeClr val="tx1"/>
                </a:solidFill>
                <a:latin typeface="DejaVu Sans" panose="020B0603030804020204" charset="0"/>
                <a:ea typeface="方正书宋_GBK" panose="02000000000000000000" charset="-122"/>
              </a:rPr>
              <a:t>11</a:t>
            </a:r>
            <a:r>
              <a:rPr lang="zh-CN" altLang="en-US" sz="3200" b="0" i="1" u="none" baseline="0" dirty="0">
                <a:solidFill>
                  <a:schemeClr val="tx1"/>
                </a:solidFill>
                <a:latin typeface="DejaVu Sans" panose="020B0603030804020204" charset="0"/>
                <a:ea typeface="方正书宋_GBK" panose="02000000000000000000" charset="-122"/>
              </a:rPr>
              <a:t>计算机上实现。</a:t>
            </a:r>
            <a:endParaRPr lang="zh-CN" altLang="en-US" sz="3200" b="0" i="1" u="none" baseline="0" dirty="0">
              <a:solidFill>
                <a:schemeClr val="tx1"/>
              </a:solidFill>
              <a:latin typeface="DejaVu Sans" panose="020B0603030804020204" charset="0"/>
              <a:ea typeface="方正书宋_GBK" panose="02000000000000000000" charset="-122"/>
            </a:endParaRPr>
          </a:p>
          <a:p>
            <a:pPr marL="1028700" lvl="1" indent="-455295" algn="l" eaLnBrk="1" fontAlgn="base" latinLnBrk="0" hangingPunct="1">
              <a:lnSpc>
                <a:spcPct val="90000"/>
              </a:lnSpc>
              <a:spcBef>
                <a:spcPct val="30000"/>
              </a:spcBef>
              <a:spcAft>
                <a:spcPct val="0"/>
              </a:spcAft>
              <a:buClr>
                <a:schemeClr val="tx2"/>
              </a:buClr>
              <a:buSzPct val="95000"/>
              <a:buFont typeface="Arial" panose="020B0604020202020204" pitchFamily="34" charset="0"/>
              <a:buChar char="•"/>
            </a:pPr>
            <a:r>
              <a:rPr lang="en-US" altLang="x-none" sz="2800" b="0" i="1" u="none" baseline="0" dirty="0">
                <a:solidFill>
                  <a:schemeClr val="tx1"/>
                </a:solidFill>
                <a:latin typeface="DejaVu Sans" panose="020B0603030804020204" charset="0"/>
                <a:ea typeface="方正书宋_GBK" panose="02000000000000000000" charset="-122"/>
              </a:rPr>
              <a:t>D. Ritchie</a:t>
            </a:r>
            <a:r>
              <a:rPr lang="zh-CN" altLang="en-US" sz="2800" b="0" i="1" u="none" baseline="0" dirty="0">
                <a:solidFill>
                  <a:schemeClr val="tx1"/>
                </a:solidFill>
                <a:latin typeface="DejaVu Sans" panose="020B0603030804020204" charset="0"/>
                <a:ea typeface="方正书宋_GBK" panose="02000000000000000000" charset="-122"/>
              </a:rPr>
              <a:t>创造了</a:t>
            </a:r>
            <a:r>
              <a:rPr lang="en-US" altLang="x-none" sz="2800" b="0" i="1" u="none" baseline="0" dirty="0">
                <a:solidFill>
                  <a:schemeClr val="tx1"/>
                </a:solidFill>
                <a:latin typeface="DejaVu Sans" panose="020B0603030804020204" charset="0"/>
                <a:ea typeface="方正书宋_GBK" panose="02000000000000000000" charset="-122"/>
              </a:rPr>
              <a:t>C</a:t>
            </a:r>
            <a:r>
              <a:rPr lang="zh-CN" altLang="en-US" sz="2800" b="0" i="1" u="none" baseline="0" dirty="0">
                <a:solidFill>
                  <a:schemeClr val="tx1"/>
                </a:solidFill>
                <a:latin typeface="DejaVu Sans" panose="020B0603030804020204" charset="0"/>
                <a:ea typeface="方正书宋_GBK" panose="02000000000000000000" charset="-122"/>
              </a:rPr>
              <a:t>语言，并用</a:t>
            </a:r>
            <a:r>
              <a:rPr lang="en-US" altLang="x-none" sz="2800" b="0" i="1" u="none" baseline="0" dirty="0">
                <a:solidFill>
                  <a:schemeClr val="tx1"/>
                </a:solidFill>
                <a:latin typeface="DejaVu Sans" panose="020B0603030804020204" charset="0"/>
                <a:ea typeface="方正书宋_GBK" panose="02000000000000000000" charset="-122"/>
              </a:rPr>
              <a:t>C</a:t>
            </a:r>
            <a:r>
              <a:rPr lang="zh-CN" altLang="en-US" sz="2800" b="0" i="1" u="none" baseline="0" dirty="0">
                <a:solidFill>
                  <a:schemeClr val="tx1"/>
                </a:solidFill>
                <a:latin typeface="DejaVu Sans" panose="020B0603030804020204" charset="0"/>
                <a:ea typeface="方正书宋_GBK" panose="02000000000000000000" charset="-122"/>
              </a:rPr>
              <a:t>语言改写了早期的</a:t>
            </a:r>
            <a:r>
              <a:rPr lang="en-US" altLang="x-none" sz="2800" b="0" i="1" u="none" baseline="0" dirty="0">
                <a:solidFill>
                  <a:schemeClr val="tx1"/>
                </a:solidFill>
                <a:latin typeface="DejaVu Sans" panose="020B0603030804020204" charset="0"/>
                <a:ea typeface="方正书宋_GBK" panose="02000000000000000000" charset="-122"/>
              </a:rPr>
              <a:t>UNIX</a:t>
            </a:r>
            <a:r>
              <a:rPr lang="zh-CN" altLang="en-US" sz="2800" b="0" i="1" u="none" baseline="0" dirty="0">
                <a:solidFill>
                  <a:schemeClr val="tx1"/>
                </a:solidFill>
                <a:latin typeface="DejaVu Sans" panose="020B0603030804020204" charset="0"/>
                <a:ea typeface="方正书宋_GBK" panose="02000000000000000000" charset="-122"/>
              </a:rPr>
              <a:t>系统。</a:t>
            </a:r>
            <a:r>
              <a:rPr lang="en-US" altLang="x-none" sz="2800" b="0" i="1" u="none" baseline="0" dirty="0">
                <a:solidFill>
                  <a:schemeClr val="tx1"/>
                </a:solidFill>
                <a:latin typeface="DejaVu Sans" panose="020B0603030804020204" charset="0"/>
                <a:ea typeface="方正书宋_GBK" panose="02000000000000000000" charset="-122"/>
              </a:rPr>
              <a:t>1974</a:t>
            </a:r>
            <a:r>
              <a:rPr lang="zh-CN" altLang="en-US" sz="2800" b="0" i="1" u="none" baseline="0" dirty="0">
                <a:solidFill>
                  <a:schemeClr val="tx1"/>
                </a:solidFill>
                <a:latin typeface="DejaVu Sans" panose="020B0603030804020204" charset="0"/>
                <a:ea typeface="方正书宋_GBK" panose="02000000000000000000" charset="-122"/>
              </a:rPr>
              <a:t>年在</a:t>
            </a:r>
            <a:r>
              <a:rPr lang="en-US" altLang="x-none" sz="2800" b="0" i="1" u="none" baseline="0" dirty="0">
                <a:solidFill>
                  <a:schemeClr val="tx1"/>
                </a:solidFill>
                <a:latin typeface="DejaVu Sans" panose="020B0603030804020204" charset="0"/>
                <a:ea typeface="方正书宋_GBK" panose="02000000000000000000" charset="-122"/>
              </a:rPr>
              <a:t>《ACM</a:t>
            </a:r>
            <a:r>
              <a:rPr lang="zh-CN" altLang="en-US" sz="2800" b="0" i="1" u="none" baseline="0" dirty="0">
                <a:solidFill>
                  <a:schemeClr val="tx1"/>
                </a:solidFill>
                <a:latin typeface="DejaVu Sans" panose="020B0603030804020204" charset="0"/>
                <a:ea typeface="方正书宋_GBK" panose="02000000000000000000" charset="-122"/>
              </a:rPr>
              <a:t>通信</a:t>
            </a:r>
            <a:r>
              <a:rPr lang="en-US" altLang="x-none" sz="2800" b="0" i="1" u="none" baseline="0" dirty="0">
                <a:solidFill>
                  <a:schemeClr val="tx1"/>
                </a:solidFill>
                <a:latin typeface="DejaVu Sans" panose="020B0603030804020204" charset="0"/>
                <a:ea typeface="方正书宋_GBK" panose="02000000000000000000" charset="-122"/>
              </a:rPr>
              <a:t>》</a:t>
            </a:r>
            <a:r>
              <a:rPr lang="zh-CN" altLang="en-US" sz="2800" b="0" i="1" u="none" baseline="0" dirty="0">
                <a:solidFill>
                  <a:schemeClr val="tx1"/>
                </a:solidFill>
                <a:latin typeface="DejaVu Sans" panose="020B0603030804020204" charset="0"/>
                <a:ea typeface="方正书宋_GBK" panose="02000000000000000000" charset="-122"/>
              </a:rPr>
              <a:t>上发表了“</a:t>
            </a:r>
            <a:r>
              <a:rPr lang="en-US" altLang="x-none" sz="2800" b="0" i="1" u="none" baseline="0" dirty="0">
                <a:solidFill>
                  <a:schemeClr val="tx1"/>
                </a:solidFill>
                <a:latin typeface="DejaVu Sans" panose="020B0603030804020204" charset="0"/>
                <a:ea typeface="方正书宋_GBK" panose="02000000000000000000" charset="-122"/>
              </a:rPr>
              <a:t>The UNIX Time-Sharing System”</a:t>
            </a:r>
            <a:r>
              <a:rPr lang="zh-CN" altLang="en-US" sz="2800" b="0" i="1" u="none" baseline="0" dirty="0">
                <a:solidFill>
                  <a:schemeClr val="tx1"/>
                </a:solidFill>
                <a:latin typeface="DejaVu Sans" panose="020B0603030804020204" charset="0"/>
                <a:ea typeface="方正书宋_GBK" panose="02000000000000000000" charset="-122"/>
              </a:rPr>
              <a:t>的论文，</a:t>
            </a:r>
            <a:r>
              <a:rPr lang="en-US" altLang="x-none" sz="2800" b="0" i="1" u="none" baseline="0" dirty="0">
                <a:solidFill>
                  <a:schemeClr val="tx1"/>
                </a:solidFill>
                <a:latin typeface="DejaVu Sans" panose="020B0603030804020204" charset="0"/>
                <a:ea typeface="方正书宋_GBK" panose="02000000000000000000" charset="-122"/>
              </a:rPr>
              <a:t>UNIX</a:t>
            </a:r>
            <a:r>
              <a:rPr lang="zh-CN" altLang="en-US" sz="2800" b="0" i="1" u="none" baseline="0" dirty="0">
                <a:solidFill>
                  <a:schemeClr val="tx1"/>
                </a:solidFill>
                <a:latin typeface="DejaVu Sans" panose="020B0603030804020204" charset="0"/>
                <a:ea typeface="方正书宋_GBK" panose="02000000000000000000" charset="-122"/>
              </a:rPr>
              <a:t>正式公布于世。</a:t>
            </a:r>
            <a:endParaRPr lang="zh-CN" altLang="en-US" sz="2800" b="0" i="1" u="none" baseline="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89092" grpId="0" bldLvl="2" animBg="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0113" name="内容占位符 70657"/>
          <p:cNvPicPr>
            <a:picLocks noGrp="1" noChangeAspect="1"/>
          </p:cNvPicPr>
          <p:nvPr>
            <p:ph idx="2147483647"/>
          </p:nvPr>
        </p:nvPicPr>
        <p:blipFill>
          <a:blip r:embed="rId1"/>
          <a:stretch>
            <a:fillRect/>
          </a:stretch>
        </p:blipFill>
        <p:spPr>
          <a:xfrm>
            <a:off x="0" y="0"/>
            <a:ext cx="838200" cy="517525"/>
          </a:xfrm>
        </p:spPr>
      </p:pic>
      <p:sp>
        <p:nvSpPr>
          <p:cNvPr id="90115" name="矩形 70658"/>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——UNIX</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系统</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90116" name="矩形 70659"/>
          <p:cNvSpPr>
            <a:spLocks noGrp="1"/>
          </p:cNvSpPr>
          <p:nvPr/>
        </p:nvSpPr>
        <p:spPr>
          <a:xfrm>
            <a:off x="146050" y="615950"/>
            <a:ext cx="8783638" cy="1092200"/>
          </a:xfrm>
          <a:prstGeom prst="rect">
            <a:avLst/>
          </a:prstGeom>
          <a:noFill/>
          <a:ln w="9525">
            <a:noFill/>
            <a:miter/>
          </a:ln>
        </p:spPr>
        <p:txBody>
          <a:bodyPr/>
          <a:p>
            <a:pPr marL="1028700" lvl="1" indent="-455295" algn="l" fontAlgn="base">
              <a:lnSpc>
                <a:spcPct val="90000"/>
              </a:lnSpc>
              <a:spcBef>
                <a:spcPct val="30000"/>
              </a:spcBef>
              <a:spcAft>
                <a:spcPct val="20000"/>
              </a:spcAft>
              <a:buClr>
                <a:schemeClr val="tx2"/>
              </a:buClr>
              <a:buSzPct val="95000"/>
              <a:buChar char="l"/>
            </a:pPr>
            <a:r>
              <a:rPr lang="zh-CN" altLang="en-US" sz="2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由于</a:t>
            </a:r>
            <a:r>
              <a:rPr lang="en-US" altLang="x-none" sz="2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UNIX</a:t>
            </a:r>
            <a:r>
              <a:rPr lang="zh-CN" altLang="en-US" sz="2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生逢其时、品质优秀，很快风靡全球，成为各种计算机系统的主流操作系统。</a:t>
            </a:r>
            <a:endParaRPr lang="zh-CN" altLang="en-US" sz="2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
        <p:nvSpPr>
          <p:cNvPr id="90117" name="矩形 70660"/>
          <p:cNvSpPr>
            <a:spLocks noGrp="1"/>
          </p:cNvSpPr>
          <p:nvPr/>
        </p:nvSpPr>
        <p:spPr>
          <a:xfrm>
            <a:off x="508000" y="1550988"/>
            <a:ext cx="8286750" cy="4995863"/>
          </a:xfrm>
          <a:prstGeom prst="rect">
            <a:avLst/>
          </a:prstGeom>
          <a:noFill/>
          <a:ln w="9525">
            <a:noFill/>
            <a:miter/>
          </a:ln>
        </p:spPr>
        <p:txBody>
          <a:bodyPr/>
          <a:p>
            <a:pPr marL="571500" lvl="0" indent="-571500" algn="l" fontAlgn="base">
              <a:lnSpc>
                <a:spcPct val="90000"/>
              </a:lnSpc>
              <a:spcBef>
                <a:spcPct val="30000"/>
              </a:spcBef>
              <a:buClr>
                <a:schemeClr val="tx2"/>
              </a:buClr>
              <a:buSzPct val="95000"/>
              <a:buChar char="Ø"/>
            </a:pPr>
            <a:r>
              <a:rPr lang="zh-CN" altLang="en-US"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三大分类:</a:t>
            </a:r>
            <a:endParaRPr lang="zh-CN" altLang="en-US"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71500" lvl="0" indent="-571500" algn="l" fontAlgn="base">
              <a:lnSpc>
                <a:spcPct val="90000"/>
              </a:lnSpc>
              <a:spcBef>
                <a:spcPct val="30000"/>
              </a:spcBef>
              <a:buClr>
                <a:schemeClr val="tx2"/>
              </a:buClr>
              <a:buSzPct val="95000"/>
            </a:pPr>
            <a:r>
              <a:rPr lang="zh-CN" altLang="en-US"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BSD UNIX  </a:t>
            </a:r>
            <a:endParaRPr lang="zh-CN" altLang="en-US"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71500" lvl="0" indent="-571500" algn="l" fontAlgn="base">
              <a:lnSpc>
                <a:spcPct val="90000"/>
              </a:lnSpc>
              <a:spcBef>
                <a:spcPct val="30000"/>
              </a:spcBef>
              <a:buClr>
                <a:schemeClr val="tx2"/>
              </a:buClr>
              <a:buSzPct val="95000"/>
            </a:pPr>
            <a:r>
              <a:rPr lang="zh-CN" altLang="en-US"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AT&amp;T UNIX SVR 4.X</a:t>
            </a:r>
            <a:endParaRPr lang="zh-CN" altLang="en-US"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71500" lvl="0" indent="-571500" algn="l" fontAlgn="base">
              <a:lnSpc>
                <a:spcPct val="90000"/>
              </a:lnSpc>
              <a:spcBef>
                <a:spcPct val="30000"/>
              </a:spcBef>
              <a:buClr>
                <a:schemeClr val="tx2"/>
              </a:buClr>
              <a:buSzPct val="95000"/>
            </a:pPr>
            <a:r>
              <a:rPr lang="zh-CN" altLang="en-US"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SCO UNIX</a:t>
            </a:r>
            <a:endParaRPr lang="zh-CN" altLang="en-US"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71500" lvl="0" indent="-571500" algn="l" fontAlgn="base">
              <a:lnSpc>
                <a:spcPct val="90000"/>
              </a:lnSpc>
              <a:spcBef>
                <a:spcPct val="30000"/>
              </a:spcBef>
              <a:buClr>
                <a:schemeClr val="tx2"/>
              </a:buClr>
              <a:buSzPct val="95000"/>
              <a:buChar char="Ø"/>
            </a:pPr>
            <a:r>
              <a:rPr lang="zh-CN" altLang="en-US"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厂商发布:</a:t>
            </a:r>
            <a:endParaRPr lang="zh-CN" altLang="en-US"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1030605" lvl="1" indent="-457200" algn="l" fontAlgn="base">
              <a:lnSpc>
                <a:spcPct val="90000"/>
              </a:lnSpc>
              <a:spcBef>
                <a:spcPct val="30000"/>
              </a:spcBef>
              <a:buClr>
                <a:schemeClr val="tx2"/>
              </a:buClr>
              <a:buSzPct val="95000"/>
              <a:buFont typeface="Arial" panose="020B0604020202020204" pitchFamily="34" charset="0"/>
              <a:buChar char="•"/>
            </a:pPr>
            <a:r>
              <a:rPr lang="zh-CN" altLang="en-US" sz="2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惠普计算机上的HP-UX　</a:t>
            </a:r>
            <a:endParaRPr lang="zh-CN" altLang="en-US" sz="2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1030605" lvl="1" indent="-457200" algn="l" fontAlgn="base">
              <a:lnSpc>
                <a:spcPct val="90000"/>
              </a:lnSpc>
              <a:spcBef>
                <a:spcPct val="30000"/>
              </a:spcBef>
              <a:buClr>
                <a:schemeClr val="tx2"/>
              </a:buClr>
              <a:buSzPct val="95000"/>
              <a:buFont typeface="Arial" panose="020B0604020202020204" pitchFamily="34" charset="0"/>
              <a:buChar char="•"/>
            </a:pPr>
            <a:r>
              <a:rPr lang="zh-CN" altLang="en-US" sz="2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IBM小型机上的AIX　</a:t>
            </a:r>
            <a:endParaRPr lang="zh-CN" altLang="en-US" sz="2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1030605" lvl="1" indent="-457200" algn="l" fontAlgn="base">
              <a:lnSpc>
                <a:spcPct val="90000"/>
              </a:lnSpc>
              <a:spcBef>
                <a:spcPct val="30000"/>
              </a:spcBef>
              <a:buClr>
                <a:schemeClr val="tx2"/>
              </a:buClr>
              <a:buSzPct val="95000"/>
              <a:buFont typeface="Arial" panose="020B0604020202020204" pitchFamily="34" charset="0"/>
              <a:buChar char="•"/>
            </a:pPr>
            <a:r>
              <a:rPr lang="zh-CN" altLang="en-US" sz="2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苹果Mac上的AUX　</a:t>
            </a:r>
            <a:endParaRPr lang="zh-CN" altLang="en-US" sz="2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1030605" lvl="1" indent="-457200" algn="l" fontAlgn="base">
              <a:lnSpc>
                <a:spcPct val="90000"/>
              </a:lnSpc>
              <a:spcBef>
                <a:spcPct val="30000"/>
              </a:spcBef>
              <a:buClr>
                <a:schemeClr val="tx2"/>
              </a:buClr>
              <a:buSzPct val="95000"/>
              <a:buFont typeface="Arial" panose="020B0604020202020204" pitchFamily="34" charset="0"/>
              <a:buChar char="•"/>
            </a:pPr>
            <a:r>
              <a:rPr lang="zh-CN" altLang="en-US" sz="2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SUN 工作站的Solaris</a:t>
            </a:r>
            <a:endParaRPr lang="zh-CN" altLang="en-US" sz="2800" b="0" i="1"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90116" grpId="0" bldLvl="2" animBg="1" build="p"/>
      <p:bldP spid="9011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矩形 71681"/>
          <p:cNvSpPr/>
          <p:nvPr/>
        </p:nvSpPr>
        <p:spPr>
          <a:xfrm>
            <a:off x="441325" y="647700"/>
            <a:ext cx="7129463" cy="823913"/>
          </a:xfrm>
          <a:prstGeom prst="rect">
            <a:avLst/>
          </a:prstGeom>
          <a:noFill/>
          <a:ln w="9525">
            <a:noFill/>
            <a:miter/>
          </a:ln>
        </p:spPr>
        <p:txBody>
          <a:bodyPr>
            <a:spAutoFit/>
          </a:bodyPr>
          <a:p>
            <a:pPr marL="533400" lvl="0" indent="-533400" algn="l" fontAlgn="base">
              <a:lnSpc>
                <a:spcPct val="120000"/>
              </a:lnSpc>
              <a:buClr>
                <a:schemeClr val="tx2"/>
              </a:buClr>
              <a:buSzPct val="95000"/>
            </a:pPr>
            <a:r>
              <a:rPr lang="en-US" altLang="x-none"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cs typeface="+mn-ea"/>
              </a:rPr>
              <a:t>UNIX</a:t>
            </a:r>
            <a:r>
              <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cs typeface="+mn-ea"/>
              </a:rPr>
              <a:t>操作系统的主要特点</a:t>
            </a:r>
            <a:endParaRPr lang="zh-CN" altLang="en-US" sz="4000" strike="noStrike" noProof="1" dirty="0">
              <a:solidFill>
                <a:srgbClr val="663300"/>
              </a:solidFill>
              <a:effectLst>
                <a:outerShdw blurRad="38100" dist="38100" dir="2700000">
                  <a:srgbClr val="000000"/>
                </a:outerShdw>
              </a:effectLst>
              <a:latin typeface="DejaVu Sans" panose="020B0603030804020204" charset="0"/>
              <a:ea typeface="方正书宋_GBK" panose="02000000000000000000" charset="-122"/>
            </a:endParaRPr>
          </a:p>
        </p:txBody>
      </p:sp>
      <p:pic>
        <p:nvPicPr>
          <p:cNvPr id="2" name="内容占位符 71682"/>
          <p:cNvPicPr>
            <a:picLocks noGrp="1" noChangeAspect="1"/>
          </p:cNvPicPr>
          <p:nvPr>
            <p:ph idx="2147483647"/>
          </p:nvPr>
        </p:nvPicPr>
        <p:blipFill>
          <a:blip r:embed="rId1"/>
          <a:stretch>
            <a:fillRect/>
          </a:stretch>
        </p:blipFill>
        <p:spPr>
          <a:xfrm>
            <a:off x="0" y="0"/>
            <a:ext cx="838200" cy="517525"/>
          </a:xfrm>
        </p:spPr>
      </p:pic>
      <p:sp>
        <p:nvSpPr>
          <p:cNvPr id="91140" name="矩形 71683"/>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——UNIX</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系统</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91141" name="矩形 71684"/>
          <p:cNvSpPr>
            <a:spLocks noGrp="1"/>
          </p:cNvSpPr>
          <p:nvPr/>
        </p:nvSpPr>
        <p:spPr>
          <a:xfrm>
            <a:off x="733425" y="1617663"/>
            <a:ext cx="7772400" cy="4114800"/>
          </a:xfrm>
          <a:prstGeom prst="rect">
            <a:avLst/>
          </a:prstGeom>
          <a:noFill/>
          <a:ln w="9525">
            <a:noFill/>
            <a:miter/>
          </a:ln>
        </p:spPr>
        <p:txBody>
          <a:bodyPr/>
          <a:p>
            <a:pPr marL="571500" lvl="0" indent="-571500" algn="l" fontAlgn="base">
              <a:lnSpc>
                <a:spcPct val="90000"/>
              </a:lnSpc>
              <a:spcBef>
                <a:spcPct val="30000"/>
              </a:spcBef>
              <a:buClr>
                <a:schemeClr val="tx2"/>
              </a:buClr>
              <a:buSzPct val="95000"/>
              <a:buChar char="l"/>
            </a:pPr>
            <a:r>
              <a:rPr lang="zh-CN" altLang="en-US"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该系统用</a:t>
            </a:r>
            <a:r>
              <a:rPr lang="en-US" altLang="zh-CN"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C</a:t>
            </a:r>
            <a:r>
              <a:rPr lang="zh-CN" altLang="en-US"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语言编写，易读、易懂、易修改、易移植到别的计算机上。</a:t>
            </a:r>
            <a:endParaRPr lang="zh-CN" altLang="en-US"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71500" lvl="0" indent="-571500" algn="l" fontAlgn="base">
              <a:lnSpc>
                <a:spcPct val="90000"/>
              </a:lnSpc>
              <a:spcBef>
                <a:spcPct val="30000"/>
              </a:spcBef>
              <a:buClr>
                <a:schemeClr val="tx2"/>
              </a:buClr>
              <a:buSzPct val="95000"/>
              <a:buChar char="l"/>
            </a:pPr>
            <a:r>
              <a:rPr lang="zh-CN" altLang="en-US"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它有一个简单的用户界面 </a:t>
            </a:r>
            <a:r>
              <a:rPr lang="en-US" altLang="x-none"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 shell</a:t>
            </a:r>
            <a:endParaRPr lang="en-US" altLang="x-none"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71500" lvl="0" indent="-571500" algn="l" fontAlgn="base">
              <a:lnSpc>
                <a:spcPct val="90000"/>
              </a:lnSpc>
              <a:spcBef>
                <a:spcPct val="30000"/>
              </a:spcBef>
              <a:buClr>
                <a:schemeClr val="tx2"/>
              </a:buClr>
              <a:buSzPct val="95000"/>
              <a:buChar char="l"/>
            </a:pPr>
            <a:r>
              <a:rPr lang="zh-CN" altLang="en-US"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采用树形目录结构组织文件系统。</a:t>
            </a:r>
            <a:endParaRPr lang="zh-CN" altLang="en-US"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a:p>
            <a:pPr marL="571500" lvl="0" indent="-571500" algn="l" fontAlgn="base">
              <a:lnSpc>
                <a:spcPct val="90000"/>
              </a:lnSpc>
              <a:spcBef>
                <a:spcPct val="30000"/>
              </a:spcBef>
              <a:buClr>
                <a:schemeClr val="tx2"/>
              </a:buClr>
              <a:buSzPct val="95000"/>
              <a:buChar char="l"/>
            </a:pPr>
            <a:r>
              <a:rPr lang="zh-CN" altLang="en-US"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文件、设备统一处理</a:t>
            </a:r>
            <a:endParaRPr lang="zh-CN" altLang="en-US"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marL="571500" lvl="0" indent="-571500" algn="l" fontAlgn="base">
              <a:lnSpc>
                <a:spcPct val="90000"/>
              </a:lnSpc>
              <a:spcBef>
                <a:spcPct val="30000"/>
              </a:spcBef>
              <a:buClr>
                <a:schemeClr val="tx2"/>
              </a:buClr>
              <a:buSzPct val="95000"/>
              <a:buChar char="l"/>
            </a:pPr>
            <a:r>
              <a:rPr lang="zh-CN" altLang="en-US"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多任务，分时系统</a:t>
            </a:r>
            <a:endParaRPr lang="zh-CN" altLang="en-US"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endParaRPr>
          </a:p>
          <a:p>
            <a:pPr marL="571500" lvl="0" indent="-571500" algn="l" fontAlgn="base">
              <a:lnSpc>
                <a:spcPct val="90000"/>
              </a:lnSpc>
              <a:spcBef>
                <a:spcPct val="30000"/>
              </a:spcBef>
              <a:buClr>
                <a:schemeClr val="tx2"/>
              </a:buClr>
              <a:buSzPct val="95000"/>
              <a:buChar char="l"/>
            </a:pPr>
            <a:r>
              <a:rPr lang="zh-CN" altLang="en-US"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cs typeface="+mn-ea"/>
              </a:rPr>
              <a:t>虚拟内存</a:t>
            </a:r>
            <a:endParaRPr lang="zh-CN" altLang="en-US" sz="2800" b="0" strike="noStrike" noProof="1" dirty="0">
              <a:solidFill>
                <a:schemeClr val="tx1"/>
              </a:solidFill>
              <a:effectLst>
                <a:outerShdw blurRad="38100" dist="38100" dir="2700000">
                  <a:srgbClr val="FFFFFF"/>
                </a:outerShdw>
              </a:effectLst>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91141" grpId="0" animBg="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61" name="内容占位符 76802"/>
          <p:cNvPicPr>
            <a:picLocks noGrp="1" noChangeAspect="1"/>
          </p:cNvPicPr>
          <p:nvPr>
            <p:ph idx="2147483647"/>
          </p:nvPr>
        </p:nvPicPr>
        <p:blipFill>
          <a:blip r:embed="rId1"/>
          <a:stretch>
            <a:fillRect/>
          </a:stretch>
        </p:blipFill>
        <p:spPr>
          <a:xfrm>
            <a:off x="0" y="0"/>
            <a:ext cx="838200" cy="517525"/>
          </a:xfrm>
        </p:spPr>
      </p:pic>
      <p:sp>
        <p:nvSpPr>
          <p:cNvPr id="92163" name="矩形 76803"/>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小结</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92164" name="矩形 92163"/>
          <p:cNvSpPr/>
          <p:nvPr/>
        </p:nvSpPr>
        <p:spPr>
          <a:xfrm>
            <a:off x="723900" y="828675"/>
            <a:ext cx="5156200" cy="881063"/>
          </a:xfrm>
          <a:prstGeom prst="rect">
            <a:avLst/>
          </a:prstGeom>
          <a:noFill/>
          <a:ln w="9525">
            <a:noFill/>
            <a:miter/>
          </a:ln>
        </p:spPr>
        <p:txBody>
          <a:bodyPr anchor="ctr"/>
          <a:lstStyle>
            <a:lvl1pPr marL="0" lvl="0" indent="0" algn="l" defTabSz="914400" eaLnBrk="1" fontAlgn="base" latinLnBrk="0" hangingPunct="1">
              <a:lnSpc>
                <a:spcPct val="90000"/>
              </a:lnSpc>
              <a:spcBef>
                <a:spcPct val="0"/>
              </a:spcBef>
              <a:spcAft>
                <a:spcPct val="0"/>
              </a:spcAft>
              <a:buFont typeface="Arial" panose="020B0604020202020204" pitchFamily="34" charset="0"/>
              <a:buNone/>
              <a:defRPr sz="4800" b="0" i="0" u="none" kern="1200" baseline="0">
                <a:solidFill>
                  <a:schemeClr val="tx2"/>
                </a:solidFill>
                <a:latin typeface="Arial" panose="020B0604020202020204" pitchFamily="34" charset="0"/>
                <a:ea typeface="宋体" pitchFamily="2" charset="-122"/>
              </a:defRPr>
            </a:lvl1pPr>
          </a:lstStyle>
          <a:p>
            <a:pPr lvl="0" fontAlgn="base"/>
            <a:r>
              <a:rPr lang="zh-CN" altLang="en-US" sz="44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cs typeface="+mn-ea"/>
              </a:rPr>
              <a:t>本章小结</a:t>
            </a:r>
            <a:endParaRPr lang="zh-CN" altLang="en-US" sz="4400" strike="noStrike" noProof="1" dirty="0">
              <a:solidFill>
                <a:srgbClr val="A50021"/>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92165" name="矩形 92164"/>
          <p:cNvSpPr/>
          <p:nvPr/>
        </p:nvSpPr>
        <p:spPr>
          <a:xfrm>
            <a:off x="1173163" y="1981200"/>
            <a:ext cx="7504112" cy="4114800"/>
          </a:xfrm>
          <a:prstGeom prst="rect">
            <a:avLst/>
          </a:prstGeom>
          <a:noFill/>
          <a:ln w="9525">
            <a:noFill/>
            <a:miter/>
          </a:ln>
        </p:spPr>
        <p:txBody>
          <a:bodyPr anchor="t"/>
          <a:p>
            <a:pPr marL="571500" lvl="0" indent="-571500" algn="l">
              <a:lnSpc>
                <a:spcPct val="90000"/>
              </a:lnSpc>
              <a:spcBef>
                <a:spcPct val="30000"/>
              </a:spcBef>
              <a:buClr>
                <a:schemeClr val="tx2"/>
              </a:buClr>
              <a:buSzPct val="95000"/>
              <a:buFont typeface="Wingdings" panose="05000000000000000000" pitchFamily="2" charset="2"/>
              <a:buNone/>
            </a:pPr>
            <a:r>
              <a:rPr lang="zh-CN" altLang="en-US" dirty="0">
                <a:solidFill>
                  <a:schemeClr val="tx1"/>
                </a:solidFill>
                <a:latin typeface="DejaVu Sans" panose="020B0603030804020204" charset="0"/>
                <a:ea typeface="方正书宋_GBK" panose="02000000000000000000" charset="-122"/>
              </a:rPr>
              <a:t>1. 操作系统的产生和发展（多道程序，分时技术）。</a:t>
            </a:r>
            <a:endParaRPr lang="zh-CN" altLang="en-US" dirty="0">
              <a:solidFill>
                <a:schemeClr val="tx1"/>
              </a:solidFill>
              <a:latin typeface="DejaVu Sans" panose="020B0603030804020204" charset="0"/>
              <a:ea typeface="方正书宋_GBK" panose="02000000000000000000" charset="-122"/>
            </a:endParaRPr>
          </a:p>
          <a:p>
            <a:pPr marL="571500" lvl="0" indent="-571500" algn="l">
              <a:lnSpc>
                <a:spcPct val="90000"/>
              </a:lnSpc>
              <a:spcBef>
                <a:spcPct val="30000"/>
              </a:spcBef>
              <a:buClr>
                <a:schemeClr val="tx2"/>
              </a:buClr>
              <a:buSzPct val="95000"/>
              <a:buFont typeface="Wingdings" panose="05000000000000000000" pitchFamily="2" charset="2"/>
              <a:buNone/>
            </a:pPr>
            <a:r>
              <a:rPr lang="zh-CN" altLang="en-US" dirty="0">
                <a:solidFill>
                  <a:schemeClr val="tx1"/>
                </a:solidFill>
                <a:latin typeface="DejaVu Sans" panose="020B0603030804020204" charset="0"/>
                <a:ea typeface="方正书宋_GBK" panose="02000000000000000000" charset="-122"/>
              </a:rPr>
              <a:t>2. 操作系统在计算机系统中的地位。</a:t>
            </a:r>
            <a:endParaRPr lang="zh-CN" altLang="en-US" dirty="0">
              <a:solidFill>
                <a:schemeClr val="tx1"/>
              </a:solidFill>
              <a:latin typeface="DejaVu Sans" panose="020B0603030804020204" charset="0"/>
              <a:ea typeface="方正书宋_GBK" panose="02000000000000000000" charset="-122"/>
            </a:endParaRPr>
          </a:p>
          <a:p>
            <a:pPr marL="571500" lvl="0" indent="-571500" algn="l">
              <a:lnSpc>
                <a:spcPct val="90000"/>
              </a:lnSpc>
              <a:spcBef>
                <a:spcPct val="30000"/>
              </a:spcBef>
              <a:buClr>
                <a:schemeClr val="tx2"/>
              </a:buClr>
              <a:buSzPct val="95000"/>
              <a:buFont typeface="Wingdings" panose="05000000000000000000" pitchFamily="2" charset="2"/>
              <a:buNone/>
            </a:pPr>
            <a:r>
              <a:rPr lang="zh-CN" altLang="en-US" dirty="0">
                <a:solidFill>
                  <a:schemeClr val="tx1"/>
                </a:solidFill>
                <a:latin typeface="DejaVu Sans" panose="020B0603030804020204" charset="0"/>
                <a:ea typeface="方正书宋_GBK" panose="02000000000000000000" charset="-122"/>
              </a:rPr>
              <a:t>3. 为什么需要操作系统。</a:t>
            </a:r>
            <a:endParaRPr lang="zh-CN" altLang="en-US" dirty="0">
              <a:solidFill>
                <a:schemeClr val="tx1"/>
              </a:solidFill>
              <a:latin typeface="DejaVu Sans" panose="020B0603030804020204" charset="0"/>
              <a:ea typeface="方正书宋_GBK" panose="02000000000000000000" charset="-122"/>
            </a:endParaRPr>
          </a:p>
          <a:p>
            <a:pPr marL="571500" lvl="0" indent="-571500" algn="l">
              <a:lnSpc>
                <a:spcPct val="90000"/>
              </a:lnSpc>
              <a:spcBef>
                <a:spcPct val="30000"/>
              </a:spcBef>
              <a:buClr>
                <a:schemeClr val="tx2"/>
              </a:buClr>
              <a:buSzPct val="95000"/>
              <a:buFont typeface="Wingdings" panose="05000000000000000000" pitchFamily="2" charset="2"/>
              <a:buNone/>
            </a:pPr>
            <a:r>
              <a:rPr lang="zh-CN" altLang="en-US" dirty="0">
                <a:solidFill>
                  <a:schemeClr val="tx1"/>
                </a:solidFill>
                <a:latin typeface="DejaVu Sans" panose="020B0603030804020204" charset="0"/>
                <a:ea typeface="方正书宋_GBK" panose="02000000000000000000" charset="-122"/>
              </a:rPr>
              <a:t>4. 操作系统的定义与特征</a:t>
            </a:r>
            <a:endParaRPr lang="zh-CN" altLang="en-US" dirty="0">
              <a:solidFill>
                <a:schemeClr val="tx1"/>
              </a:solidFill>
              <a:latin typeface="DejaVu Sans" panose="020B0603030804020204" charset="0"/>
              <a:ea typeface="方正书宋_GBK" panose="02000000000000000000" charset="-122"/>
            </a:endParaRPr>
          </a:p>
          <a:p>
            <a:pPr marL="571500" lvl="0" indent="-571500" algn="l">
              <a:lnSpc>
                <a:spcPct val="90000"/>
              </a:lnSpc>
              <a:spcBef>
                <a:spcPct val="30000"/>
              </a:spcBef>
              <a:buClr>
                <a:schemeClr val="tx2"/>
              </a:buClr>
              <a:buSzPct val="95000"/>
              <a:buFont typeface="Wingdings" panose="05000000000000000000" pitchFamily="2" charset="2"/>
              <a:buNone/>
            </a:pPr>
            <a:r>
              <a:rPr lang="zh-CN" altLang="en-US" dirty="0">
                <a:solidFill>
                  <a:schemeClr val="tx1"/>
                </a:solidFill>
                <a:latin typeface="DejaVu Sans" panose="020B0603030804020204" charset="0"/>
                <a:ea typeface="方正书宋_GBK" panose="02000000000000000000" charset="-122"/>
              </a:rPr>
              <a:t>5. 操作系统的基本功能。</a:t>
            </a:r>
            <a:endParaRPr lang="zh-CN" altLang="en-US"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92165"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61" name="内容占位符 76802"/>
          <p:cNvPicPr>
            <a:picLocks noGrp="1" noChangeAspect="1"/>
          </p:cNvPicPr>
          <p:nvPr>
            <p:ph idx="2147483647"/>
          </p:nvPr>
        </p:nvPicPr>
        <p:blipFill>
          <a:blip r:embed="rId1"/>
          <a:stretch>
            <a:fillRect/>
          </a:stretch>
        </p:blipFill>
        <p:spPr>
          <a:xfrm>
            <a:off x="0" y="0"/>
            <a:ext cx="838200" cy="517525"/>
          </a:xfrm>
        </p:spPr>
      </p:pic>
      <p:sp>
        <p:nvSpPr>
          <p:cNvPr id="92163" name="矩形 76803"/>
          <p:cNvSpPr/>
          <p:nvPr/>
        </p:nvSpPr>
        <p:spPr>
          <a:xfrm>
            <a:off x="381000" y="42863"/>
            <a:ext cx="8393113" cy="420688"/>
          </a:xfrm>
          <a:prstGeom prst="rect">
            <a:avLst/>
          </a:prstGeom>
          <a:noFill/>
          <a:ln w="9525">
            <a:noFill/>
            <a:miter/>
          </a:ln>
        </p:spPr>
        <p:txBody>
          <a:bodyPr>
            <a:spAutoFit/>
          </a:bodyPr>
          <a:p>
            <a:pPr lvl="0" algn="r" fontAlgn="base">
              <a:lnSpc>
                <a:spcPct val="90000"/>
              </a:lnSpc>
            </a:pP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绪论</a:t>
            </a:r>
            <a:r>
              <a:rPr lang="en-US" altLang="x-none"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a:t>
            </a:r>
            <a:r>
              <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cs typeface="+mn-ea"/>
              </a:rPr>
              <a:t>小结</a:t>
            </a:r>
            <a:endParaRPr lang="zh-CN" altLang="en-US" sz="2400" strike="noStrike" noProof="1" dirty="0">
              <a:solidFill>
                <a:schemeClr val="tx2"/>
              </a:solidFill>
              <a:effectLst>
                <a:outerShdw blurRad="38100" dist="38100" dir="2700000">
                  <a:srgbClr val="000000"/>
                </a:outerShdw>
              </a:effectLst>
              <a:latin typeface="DejaVu Sans" panose="020B0603030804020204" charset="0"/>
              <a:ea typeface="方正书宋_GBK" panose="02000000000000000000" charset="-122"/>
            </a:endParaRPr>
          </a:p>
        </p:txBody>
      </p:sp>
      <p:sp>
        <p:nvSpPr>
          <p:cNvPr id="92165" name="矩形 92164"/>
          <p:cNvSpPr/>
          <p:nvPr/>
        </p:nvSpPr>
        <p:spPr>
          <a:xfrm>
            <a:off x="265430" y="876300"/>
            <a:ext cx="8509000" cy="4652645"/>
          </a:xfrm>
          <a:prstGeom prst="rect">
            <a:avLst/>
          </a:prstGeom>
          <a:noFill/>
          <a:ln w="9525">
            <a:noFill/>
            <a:miter/>
          </a:ln>
        </p:spPr>
        <p:txBody>
          <a:bodyPr anchor="t"/>
          <a:p>
            <a:pPr marL="571500" lvl="0" indent="-571500" algn="l">
              <a:lnSpc>
                <a:spcPct val="90000"/>
              </a:lnSpc>
              <a:spcBef>
                <a:spcPct val="30000"/>
              </a:spcBef>
              <a:buClr>
                <a:schemeClr val="tx2"/>
              </a:buClr>
              <a:buSzPct val="95000"/>
              <a:buFont typeface="Wingdings" panose="05000000000000000000" pitchFamily="2" charset="2"/>
              <a:buNone/>
            </a:pPr>
            <a:r>
              <a:rPr lang="zh-CN" altLang="en-US" sz="2400" dirty="0">
                <a:solidFill>
                  <a:schemeClr val="tx1"/>
                </a:solidFill>
                <a:latin typeface="DejaVu Sans" panose="020B0603030804020204" charset="0"/>
                <a:ea typeface="方正书宋_GBK" panose="02000000000000000000" charset="-122"/>
              </a:rPr>
              <a:t>1</a:t>
            </a:r>
            <a:r>
              <a:rPr lang="en-US" altLang="zh-CN" sz="2400" dirty="0">
                <a:solidFill>
                  <a:schemeClr val="tx1"/>
                </a:solidFill>
                <a:latin typeface="DejaVu Sans" panose="020B0603030804020204" charset="0"/>
                <a:ea typeface="方正书宋_GBK" panose="02000000000000000000" charset="-122"/>
              </a:rPr>
              <a:t>-9 </a:t>
            </a:r>
            <a:r>
              <a:rPr lang="zh-CN" altLang="en-US" sz="2400" dirty="0">
                <a:solidFill>
                  <a:schemeClr val="tx1"/>
                </a:solidFill>
                <a:latin typeface="DejaVu Sans" panose="020B0603030804020204" charset="0"/>
                <a:ea typeface="方正书宋_GBK" panose="02000000000000000000" charset="-122"/>
              </a:rPr>
              <a:t>一个计算机系统有输入机一台，打印机</a:t>
            </a:r>
            <a:r>
              <a:rPr lang="en-US" altLang="zh-CN" sz="2400" dirty="0">
                <a:solidFill>
                  <a:schemeClr val="tx1"/>
                </a:solidFill>
                <a:latin typeface="DejaVu Sans" panose="020B0603030804020204" charset="0"/>
                <a:ea typeface="方正书宋_GBK" panose="02000000000000000000" charset="-122"/>
              </a:rPr>
              <a:t>2</a:t>
            </a:r>
            <a:r>
              <a:rPr lang="zh-CN" altLang="en-US" sz="2400" dirty="0">
                <a:solidFill>
                  <a:schemeClr val="tx1"/>
                </a:solidFill>
                <a:latin typeface="DejaVu Sans" panose="020B0603030804020204" charset="0"/>
                <a:ea typeface="方正书宋_GBK" panose="02000000000000000000" charset="-122"/>
              </a:rPr>
              <a:t>台，现有</a:t>
            </a:r>
            <a:r>
              <a:rPr lang="en-US" altLang="zh-CN" sz="2400" dirty="0">
                <a:solidFill>
                  <a:schemeClr val="tx1"/>
                </a:solidFill>
                <a:latin typeface="DejaVu Sans" panose="020B0603030804020204" charset="0"/>
                <a:ea typeface="方正书宋_GBK" panose="02000000000000000000" charset="-122"/>
              </a:rPr>
              <a:t>AB</a:t>
            </a:r>
            <a:r>
              <a:rPr lang="zh-CN" altLang="en-US" sz="2400" dirty="0">
                <a:solidFill>
                  <a:schemeClr val="tx1"/>
                </a:solidFill>
                <a:latin typeface="DejaVu Sans" panose="020B0603030804020204" charset="0"/>
                <a:ea typeface="方正书宋_GBK" panose="02000000000000000000" charset="-122"/>
              </a:rPr>
              <a:t>两道程序同时投入运行，</a:t>
            </a:r>
            <a:r>
              <a:rPr lang="en-US" altLang="zh-CN" sz="2400" dirty="0">
                <a:solidFill>
                  <a:schemeClr val="tx1"/>
                </a:solidFill>
                <a:latin typeface="DejaVu Sans" panose="020B0603030804020204" charset="0"/>
                <a:ea typeface="方正书宋_GBK" panose="02000000000000000000" charset="-122"/>
              </a:rPr>
              <a:t>A</a:t>
            </a:r>
            <a:r>
              <a:rPr lang="zh-CN" altLang="en-US" sz="2400" dirty="0">
                <a:solidFill>
                  <a:schemeClr val="tx1"/>
                </a:solidFill>
                <a:latin typeface="DejaVu Sans" panose="020B0603030804020204" charset="0"/>
                <a:ea typeface="方正书宋_GBK" panose="02000000000000000000" charset="-122"/>
              </a:rPr>
              <a:t>先运行，</a:t>
            </a:r>
            <a:r>
              <a:rPr lang="en-US" altLang="zh-CN" sz="2400" dirty="0">
                <a:solidFill>
                  <a:schemeClr val="tx1"/>
                </a:solidFill>
                <a:latin typeface="DejaVu Sans" panose="020B0603030804020204" charset="0"/>
                <a:ea typeface="方正书宋_GBK" panose="02000000000000000000" charset="-122"/>
              </a:rPr>
              <a:t>B</a:t>
            </a:r>
            <a:r>
              <a:rPr lang="zh-CN" altLang="en-US" sz="2400" dirty="0">
                <a:solidFill>
                  <a:schemeClr val="tx1"/>
                </a:solidFill>
                <a:latin typeface="DejaVu Sans" panose="020B0603030804020204" charset="0"/>
                <a:ea typeface="方正书宋_GBK" panose="02000000000000000000" charset="-122"/>
              </a:rPr>
              <a:t>后运行。</a:t>
            </a:r>
            <a:endParaRPr lang="zh-CN" altLang="en-US" sz="2400" dirty="0">
              <a:solidFill>
                <a:schemeClr val="tx1"/>
              </a:solidFill>
              <a:latin typeface="DejaVu Sans" panose="020B0603030804020204" charset="0"/>
              <a:ea typeface="方正书宋_GBK" panose="02000000000000000000" charset="-122"/>
            </a:endParaRPr>
          </a:p>
          <a:p>
            <a:pPr marL="571500" lvl="0" indent="-571500" algn="l">
              <a:lnSpc>
                <a:spcPct val="90000"/>
              </a:lnSpc>
              <a:spcBef>
                <a:spcPct val="30000"/>
              </a:spcBef>
              <a:buClr>
                <a:schemeClr val="tx2"/>
              </a:buClr>
              <a:buSzPct val="95000"/>
              <a:buFont typeface="Wingdings" panose="05000000000000000000" pitchFamily="2" charset="2"/>
              <a:buNone/>
            </a:pPr>
            <a:endParaRPr lang="zh-CN" altLang="en-US" sz="2400" dirty="0">
              <a:solidFill>
                <a:schemeClr val="tx1"/>
              </a:solidFill>
              <a:latin typeface="DejaVu Sans" panose="020B0603030804020204" charset="0"/>
              <a:ea typeface="方正书宋_GBK" panose="02000000000000000000" charset="-122"/>
            </a:endParaRPr>
          </a:p>
          <a:p>
            <a:pPr marL="571500" lvl="0" indent="-571500" algn="l">
              <a:lnSpc>
                <a:spcPct val="90000"/>
              </a:lnSpc>
              <a:spcBef>
                <a:spcPct val="30000"/>
              </a:spcBef>
              <a:buClr>
                <a:schemeClr val="tx2"/>
              </a:buClr>
              <a:buSzPct val="95000"/>
              <a:buFont typeface="Wingdings" panose="05000000000000000000" pitchFamily="2" charset="2"/>
              <a:buNone/>
            </a:pPr>
            <a:r>
              <a:rPr lang="zh-CN" altLang="en-US" sz="2400" dirty="0">
                <a:solidFill>
                  <a:schemeClr val="tx1"/>
                </a:solidFill>
                <a:latin typeface="DejaVu Sans" panose="020B0603030804020204" charset="0"/>
                <a:ea typeface="方正书宋_GBK" panose="02000000000000000000" charset="-122"/>
              </a:rPr>
              <a:t>程序</a:t>
            </a:r>
            <a:r>
              <a:rPr lang="en-US" altLang="zh-CN" sz="2400" dirty="0">
                <a:solidFill>
                  <a:schemeClr val="tx1"/>
                </a:solidFill>
                <a:latin typeface="DejaVu Sans" panose="020B0603030804020204" charset="0"/>
                <a:ea typeface="方正书宋_GBK" panose="02000000000000000000" charset="-122"/>
              </a:rPr>
              <a:t>A</a:t>
            </a:r>
            <a:r>
              <a:rPr lang="zh-CN" altLang="en-US" sz="2400" dirty="0">
                <a:solidFill>
                  <a:schemeClr val="tx1"/>
                </a:solidFill>
                <a:latin typeface="DejaVu Sans" panose="020B0603030804020204" charset="0"/>
                <a:ea typeface="方正书宋_GBK" panose="02000000000000000000" charset="-122"/>
              </a:rPr>
              <a:t>的运行轨迹为：计算</a:t>
            </a:r>
            <a:r>
              <a:rPr lang="en-US" altLang="zh-CN" sz="2400" dirty="0">
                <a:solidFill>
                  <a:schemeClr val="tx1"/>
                </a:solidFill>
                <a:latin typeface="DejaVu Sans" panose="020B0603030804020204" charset="0"/>
                <a:ea typeface="方正书宋_GBK" panose="02000000000000000000" charset="-122"/>
              </a:rPr>
              <a:t>50ms</a:t>
            </a:r>
            <a:r>
              <a:rPr lang="zh-CN" altLang="en-US" sz="2400" dirty="0">
                <a:solidFill>
                  <a:schemeClr val="tx1"/>
                </a:solidFill>
                <a:latin typeface="DejaVu Sans" panose="020B0603030804020204" charset="0"/>
                <a:ea typeface="方正书宋_GBK" panose="02000000000000000000" charset="-122"/>
              </a:rPr>
              <a:t>，打印信息</a:t>
            </a:r>
            <a:r>
              <a:rPr lang="en-US" altLang="zh-CN" sz="2400" dirty="0">
                <a:solidFill>
                  <a:schemeClr val="tx1"/>
                </a:solidFill>
                <a:latin typeface="DejaVu Sans" panose="020B0603030804020204" charset="0"/>
                <a:ea typeface="方正书宋_GBK" panose="02000000000000000000" charset="-122"/>
              </a:rPr>
              <a:t>100ms</a:t>
            </a:r>
            <a:r>
              <a:rPr lang="zh-CN" altLang="en-US" sz="2400" dirty="0">
                <a:solidFill>
                  <a:schemeClr val="tx1"/>
                </a:solidFill>
                <a:latin typeface="DejaVu Sans" panose="020B0603030804020204" charset="0"/>
                <a:ea typeface="方正书宋_GBK" panose="02000000000000000000" charset="-122"/>
              </a:rPr>
              <a:t>，再计算</a:t>
            </a:r>
            <a:r>
              <a:rPr lang="en-US" altLang="zh-CN" sz="2400" dirty="0">
                <a:solidFill>
                  <a:schemeClr val="tx1"/>
                </a:solidFill>
                <a:latin typeface="DejaVu Sans" panose="020B0603030804020204" charset="0"/>
                <a:ea typeface="方正书宋_GBK" panose="02000000000000000000" charset="-122"/>
              </a:rPr>
              <a:t>50ms</a:t>
            </a:r>
            <a:r>
              <a:rPr lang="zh-CN" altLang="en-US" sz="2400" dirty="0">
                <a:solidFill>
                  <a:schemeClr val="tx1"/>
                </a:solidFill>
                <a:latin typeface="DejaVu Sans" panose="020B0603030804020204" charset="0"/>
                <a:ea typeface="方正书宋_GBK" panose="02000000000000000000" charset="-122"/>
              </a:rPr>
              <a:t>，打印信息</a:t>
            </a:r>
            <a:r>
              <a:rPr lang="en-US" altLang="zh-CN" sz="2400" dirty="0">
                <a:solidFill>
                  <a:schemeClr val="tx1"/>
                </a:solidFill>
                <a:latin typeface="DejaVu Sans" panose="020B0603030804020204" charset="0"/>
                <a:ea typeface="方正书宋_GBK" panose="02000000000000000000" charset="-122"/>
              </a:rPr>
              <a:t>100ms</a:t>
            </a:r>
            <a:r>
              <a:rPr lang="zh-CN" altLang="en-US" sz="2400" dirty="0">
                <a:solidFill>
                  <a:schemeClr val="tx1"/>
                </a:solidFill>
                <a:latin typeface="DejaVu Sans" panose="020B0603030804020204" charset="0"/>
                <a:ea typeface="方正书宋_GBK" panose="02000000000000000000" charset="-122"/>
              </a:rPr>
              <a:t>，结束。</a:t>
            </a:r>
            <a:endParaRPr lang="zh-CN" altLang="en-US" sz="2400" dirty="0">
              <a:solidFill>
                <a:schemeClr val="tx1"/>
              </a:solidFill>
              <a:latin typeface="DejaVu Sans" panose="020B0603030804020204" charset="0"/>
              <a:ea typeface="方正书宋_GBK" panose="02000000000000000000" charset="-122"/>
            </a:endParaRPr>
          </a:p>
          <a:p>
            <a:pPr marL="571500" lvl="0" indent="-571500" algn="l">
              <a:lnSpc>
                <a:spcPct val="90000"/>
              </a:lnSpc>
              <a:spcBef>
                <a:spcPct val="30000"/>
              </a:spcBef>
              <a:buClr>
                <a:schemeClr val="tx2"/>
              </a:buClr>
              <a:buSzPct val="95000"/>
              <a:buFont typeface="Wingdings" panose="05000000000000000000" pitchFamily="2" charset="2"/>
              <a:buNone/>
            </a:pPr>
            <a:r>
              <a:rPr lang="zh-CN" altLang="en-US" sz="2400" dirty="0">
                <a:solidFill>
                  <a:schemeClr val="tx1"/>
                </a:solidFill>
                <a:latin typeface="DejaVu Sans" panose="020B0603030804020204" charset="0"/>
                <a:ea typeface="方正书宋_GBK" panose="02000000000000000000" charset="-122"/>
              </a:rPr>
              <a:t>程序</a:t>
            </a:r>
            <a:r>
              <a:rPr lang="en-US" altLang="zh-CN" sz="2400" dirty="0">
                <a:solidFill>
                  <a:schemeClr val="tx1"/>
                </a:solidFill>
                <a:latin typeface="DejaVu Sans" panose="020B0603030804020204" charset="0"/>
                <a:ea typeface="方正书宋_GBK" panose="02000000000000000000" charset="-122"/>
              </a:rPr>
              <a:t>B</a:t>
            </a:r>
            <a:r>
              <a:rPr lang="zh-CN" altLang="en-US" sz="2400" dirty="0">
                <a:solidFill>
                  <a:schemeClr val="tx1"/>
                </a:solidFill>
                <a:latin typeface="DejaVu Sans" panose="020B0603030804020204" charset="0"/>
                <a:ea typeface="方正书宋_GBK" panose="02000000000000000000" charset="-122"/>
              </a:rPr>
              <a:t>的运行轨迹为：计算</a:t>
            </a:r>
            <a:r>
              <a:rPr lang="en-US" altLang="zh-CN" sz="2400" dirty="0">
                <a:solidFill>
                  <a:schemeClr val="tx1"/>
                </a:solidFill>
                <a:latin typeface="DejaVu Sans" panose="020B0603030804020204" charset="0"/>
                <a:ea typeface="方正书宋_GBK" panose="02000000000000000000" charset="-122"/>
              </a:rPr>
              <a:t>50ms</a:t>
            </a:r>
            <a:r>
              <a:rPr lang="zh-CN" altLang="en-US" sz="2400" dirty="0">
                <a:solidFill>
                  <a:schemeClr val="tx1"/>
                </a:solidFill>
                <a:latin typeface="DejaVu Sans" panose="020B0603030804020204" charset="0"/>
                <a:ea typeface="方正书宋_GBK" panose="02000000000000000000" charset="-122"/>
              </a:rPr>
              <a:t>，输入数据</a:t>
            </a:r>
            <a:r>
              <a:rPr lang="en-US" altLang="zh-CN" sz="2400" dirty="0">
                <a:solidFill>
                  <a:schemeClr val="tx1"/>
                </a:solidFill>
                <a:latin typeface="DejaVu Sans" panose="020B0603030804020204" charset="0"/>
                <a:ea typeface="方正书宋_GBK" panose="02000000000000000000" charset="-122"/>
              </a:rPr>
              <a:t>80ms</a:t>
            </a:r>
            <a:r>
              <a:rPr lang="zh-CN" altLang="en-US" sz="2400" dirty="0">
                <a:solidFill>
                  <a:schemeClr val="tx1"/>
                </a:solidFill>
                <a:latin typeface="DejaVu Sans" panose="020B0603030804020204" charset="0"/>
                <a:ea typeface="方正书宋_GBK" panose="02000000000000000000" charset="-122"/>
              </a:rPr>
              <a:t>，再计算</a:t>
            </a:r>
            <a:r>
              <a:rPr lang="en-US" altLang="zh-CN" sz="2400" dirty="0">
                <a:solidFill>
                  <a:schemeClr val="tx1"/>
                </a:solidFill>
                <a:latin typeface="DejaVu Sans" panose="020B0603030804020204" charset="0"/>
                <a:ea typeface="方正书宋_GBK" panose="02000000000000000000" charset="-122"/>
              </a:rPr>
              <a:t>100ms</a:t>
            </a:r>
            <a:r>
              <a:rPr lang="zh-CN" altLang="en-US" sz="2400" dirty="0">
                <a:solidFill>
                  <a:schemeClr val="tx1"/>
                </a:solidFill>
                <a:latin typeface="DejaVu Sans" panose="020B0603030804020204" charset="0"/>
                <a:ea typeface="方正书宋_GBK" panose="02000000000000000000" charset="-122"/>
              </a:rPr>
              <a:t>，结束。</a:t>
            </a:r>
            <a:endParaRPr lang="zh-CN" altLang="en-US" sz="2400" dirty="0">
              <a:solidFill>
                <a:schemeClr val="tx1"/>
              </a:solidFill>
              <a:latin typeface="DejaVu Sans" panose="020B0603030804020204" charset="0"/>
              <a:ea typeface="方正书宋_GBK" panose="02000000000000000000" charset="-122"/>
            </a:endParaRPr>
          </a:p>
          <a:p>
            <a:pPr marL="571500" lvl="0" indent="-571500" algn="l">
              <a:lnSpc>
                <a:spcPct val="90000"/>
              </a:lnSpc>
              <a:spcBef>
                <a:spcPct val="30000"/>
              </a:spcBef>
              <a:buClr>
                <a:schemeClr val="tx2"/>
              </a:buClr>
              <a:buSzPct val="95000"/>
              <a:buFont typeface="Wingdings" panose="05000000000000000000" pitchFamily="2" charset="2"/>
              <a:buNone/>
            </a:pPr>
            <a:endParaRPr lang="zh-CN" altLang="en-US" sz="2400" dirty="0">
              <a:solidFill>
                <a:schemeClr val="tx1"/>
              </a:solidFill>
              <a:latin typeface="DejaVu Sans" panose="020B0603030804020204" charset="0"/>
              <a:ea typeface="方正书宋_GBK" panose="02000000000000000000" charset="-122"/>
            </a:endParaRPr>
          </a:p>
          <a:p>
            <a:pPr marL="571500" lvl="0" indent="-571500" algn="l">
              <a:lnSpc>
                <a:spcPct val="90000"/>
              </a:lnSpc>
              <a:spcBef>
                <a:spcPct val="30000"/>
              </a:spcBef>
              <a:buClr>
                <a:schemeClr val="tx2"/>
              </a:buClr>
              <a:buSzPct val="95000"/>
              <a:buFont typeface="Wingdings" panose="05000000000000000000" pitchFamily="2" charset="2"/>
              <a:buNone/>
            </a:pPr>
            <a:r>
              <a:rPr lang="en-US" altLang="zh-CN" sz="2400" dirty="0">
                <a:solidFill>
                  <a:schemeClr val="tx1"/>
                </a:solidFill>
                <a:latin typeface="DejaVu Sans" panose="020B0603030804020204" charset="0"/>
                <a:ea typeface="方正书宋_GBK" panose="02000000000000000000" charset="-122"/>
              </a:rPr>
              <a:t>1</a:t>
            </a:r>
            <a:r>
              <a:rPr lang="zh-CN" altLang="en-US" sz="2400" dirty="0">
                <a:solidFill>
                  <a:schemeClr val="tx1"/>
                </a:solidFill>
                <a:latin typeface="DejaVu Sans" panose="020B0603030804020204" charset="0"/>
                <a:ea typeface="方正书宋_GBK" panose="02000000000000000000" charset="-122"/>
              </a:rPr>
              <a:t>）画出这两道程序并发执行时的工作情况</a:t>
            </a:r>
            <a:endParaRPr lang="zh-CN" altLang="en-US" sz="2400" dirty="0">
              <a:solidFill>
                <a:schemeClr val="tx1"/>
              </a:solidFill>
              <a:latin typeface="DejaVu Sans" panose="020B0603030804020204" charset="0"/>
              <a:ea typeface="方正书宋_GBK" panose="02000000000000000000" charset="-122"/>
            </a:endParaRPr>
          </a:p>
          <a:p>
            <a:pPr marL="571500" lvl="0" indent="-571500" algn="l">
              <a:lnSpc>
                <a:spcPct val="90000"/>
              </a:lnSpc>
              <a:spcBef>
                <a:spcPct val="30000"/>
              </a:spcBef>
              <a:buClr>
                <a:schemeClr val="tx2"/>
              </a:buClr>
              <a:buSzPct val="95000"/>
              <a:buFont typeface="Wingdings" panose="05000000000000000000" pitchFamily="2" charset="2"/>
              <a:buNone/>
            </a:pPr>
            <a:r>
              <a:rPr lang="en-US" altLang="zh-CN" sz="2400" dirty="0">
                <a:solidFill>
                  <a:schemeClr val="tx1"/>
                </a:solidFill>
                <a:latin typeface="DejaVu Sans" panose="020B0603030804020204" charset="0"/>
                <a:ea typeface="方正书宋_GBK" panose="02000000000000000000" charset="-122"/>
              </a:rPr>
              <a:t>2</a:t>
            </a:r>
            <a:r>
              <a:rPr lang="zh-CN" altLang="en-US" sz="2400" dirty="0">
                <a:solidFill>
                  <a:schemeClr val="tx1"/>
                </a:solidFill>
                <a:latin typeface="DejaVu Sans" panose="020B0603030804020204" charset="0"/>
                <a:ea typeface="方正书宋_GBK" panose="02000000000000000000" charset="-122"/>
              </a:rPr>
              <a:t>）说明在这两道程序运行时，</a:t>
            </a:r>
            <a:r>
              <a:rPr lang="en-US" altLang="zh-CN" sz="2400" dirty="0">
                <a:solidFill>
                  <a:schemeClr val="tx1"/>
                </a:solidFill>
                <a:latin typeface="DejaVu Sans" panose="020B0603030804020204" charset="0"/>
                <a:ea typeface="方正书宋_GBK" panose="02000000000000000000" charset="-122"/>
              </a:rPr>
              <a:t>CPU</a:t>
            </a:r>
            <a:r>
              <a:rPr lang="zh-CN" altLang="en-US" sz="2400" dirty="0">
                <a:solidFill>
                  <a:schemeClr val="tx1"/>
                </a:solidFill>
                <a:latin typeface="DejaVu Sans" panose="020B0603030804020204" charset="0"/>
                <a:ea typeface="方正书宋_GBK" panose="02000000000000000000" charset="-122"/>
              </a:rPr>
              <a:t>有无空闲等待？</a:t>
            </a:r>
            <a:endParaRPr lang="zh-CN" altLang="en-US" sz="2400" dirty="0">
              <a:solidFill>
                <a:schemeClr val="tx1"/>
              </a:solidFill>
              <a:latin typeface="DejaVu Sans" panose="020B0603030804020204" charset="0"/>
              <a:ea typeface="方正书宋_GBK" panose="02000000000000000000" charset="-122"/>
            </a:endParaRPr>
          </a:p>
          <a:p>
            <a:pPr marL="571500" lvl="0" indent="-571500" algn="l">
              <a:lnSpc>
                <a:spcPct val="90000"/>
              </a:lnSpc>
              <a:spcBef>
                <a:spcPct val="30000"/>
              </a:spcBef>
              <a:buClr>
                <a:schemeClr val="tx2"/>
              </a:buClr>
              <a:buSzPct val="95000"/>
              <a:buFont typeface="Wingdings" panose="05000000000000000000" pitchFamily="2" charset="2"/>
              <a:buNone/>
            </a:pPr>
            <a:r>
              <a:rPr lang="en-US" altLang="zh-CN" sz="2400" dirty="0">
                <a:solidFill>
                  <a:schemeClr val="tx1"/>
                </a:solidFill>
                <a:latin typeface="DejaVu Sans" panose="020B0603030804020204" charset="0"/>
                <a:ea typeface="方正书宋_GBK" panose="02000000000000000000" charset="-122"/>
              </a:rPr>
              <a:t>3</a:t>
            </a:r>
            <a:r>
              <a:rPr lang="zh-CN" altLang="en-US" sz="2400" dirty="0">
                <a:solidFill>
                  <a:schemeClr val="tx1"/>
                </a:solidFill>
                <a:latin typeface="DejaVu Sans" panose="020B0603030804020204" charset="0"/>
                <a:ea typeface="方正书宋_GBK" panose="02000000000000000000" charset="-122"/>
              </a:rPr>
              <a:t>）程序</a:t>
            </a:r>
            <a:r>
              <a:rPr lang="en-US" altLang="zh-CN" sz="2400" dirty="0">
                <a:solidFill>
                  <a:schemeClr val="tx1"/>
                </a:solidFill>
                <a:latin typeface="DejaVu Sans" panose="020B0603030804020204" charset="0"/>
                <a:ea typeface="方正书宋_GBK" panose="02000000000000000000" charset="-122"/>
              </a:rPr>
              <a:t>AB</a:t>
            </a:r>
            <a:r>
              <a:rPr lang="zh-CN" altLang="en-US" sz="2400" dirty="0">
                <a:solidFill>
                  <a:schemeClr val="tx1"/>
                </a:solidFill>
                <a:latin typeface="DejaVu Sans" panose="020B0603030804020204" charset="0"/>
                <a:ea typeface="方正书宋_GBK" panose="02000000000000000000" charset="-122"/>
              </a:rPr>
              <a:t>运行时有无等待情况？</a:t>
            </a:r>
            <a:endParaRPr lang="zh-CN" altLang="en-US" sz="2400" dirty="0">
              <a:solidFill>
                <a:schemeClr val="tx1"/>
              </a:solidFill>
              <a:latin typeface="DejaVu Sans" panose="020B060303080402020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
    </mc:Choice>
    <mc:Fallback>
      <p:transition/>
    </mc:Fallback>
  </mc:AlternateContent>
  <p:timing>
    <p:tnLst>
      <p:par>
        <p:cTn id="1" dur="indefinite" restart="never" nodeType="tmRoot"/>
      </p:par>
    </p:tnLst>
    <p:bldLst>
      <p:bldP spid="92165" grpId="0" build="p"/>
    </p:bldLst>
  </p:timing>
</p:sld>
</file>

<file path=ppt/theme/theme1.xml><?xml version="1.0" encoding="utf-8"?>
<a:theme xmlns:a="http://schemas.openxmlformats.org/drawingml/2006/main" name="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AF_2004_Template_3">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AF_2004_Template_4">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SAF_2004_Template_3">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6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7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8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9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0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1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2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3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5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2_SAF_2004_Template_3">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14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DejaVu Sans"/>
        <a:ea typeface="方正书宋_GBK"/>
        <a:cs typeface=""/>
      </a:majorFont>
      <a:minorFont>
        <a:latin typeface="DejaVu Sans"/>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方正书宋_GBK"/>
        <a:font script="Hant" typeface="新細明體"/>
        <a:font script="Arab" typeface="DejaVu Sans"/>
        <a:font script="Hebr" typeface="DejaVu Sans"/>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ejaVu Sans"/>
        <a:font script="Uigh" typeface="Microsoft Uighur"/>
        <a:font script="Geor" typeface="Sylfaen"/>
      </a:majorFont>
      <a:minorFont>
        <a:latin typeface="DejaVu Sans"/>
        <a:ea typeface=""/>
        <a:cs typeface=""/>
        <a:font script="Jpan" typeface="ＭＳ 明朝"/>
        <a:font script="Hang" typeface="맑은 고딕"/>
        <a:font script="Hans" typeface="方正书宋_GBK"/>
        <a:font script="Hant" typeface="新細明體"/>
        <a:font script="Arab" typeface="DejaVu Sans"/>
        <a:font script="Hebr" typeface="DejaVu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ejaVu Sans"/>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方正书宋_GBK"/>
        <a:font script="Hant" typeface="新細明體"/>
        <a:font script="Arab" typeface="DejaVu Sans"/>
        <a:font script="Hebr" typeface="DejaVu Sans"/>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ejaVu Sans"/>
        <a:font script="Uigh" typeface="Microsoft Uighur"/>
        <a:font script="Geor" typeface="Sylfaen"/>
      </a:majorFont>
      <a:minorFont>
        <a:latin typeface="DejaVu Sans"/>
        <a:ea typeface=""/>
        <a:cs typeface=""/>
        <a:font script="Jpan" typeface="ＭＳ Ｐゴシック"/>
        <a:font script="Hang" typeface="맑은 고딕"/>
        <a:font script="Hans" typeface="方正书宋_GBK"/>
        <a:font script="Hant" typeface="新細明體"/>
        <a:font script="Arab" typeface="DejaVu Sans"/>
        <a:font script="Hebr" typeface="DejaVu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ejaVu Sans"/>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IF9-VSTS Hongchao Wang</Template>
  <TotalTime>0</TotalTime>
  <Words>12017</Words>
  <Application>WPS 演示</Application>
  <PresentationFormat>在屏幕上显示</PresentationFormat>
  <Paragraphs>1237</Paragraphs>
  <Slides>77</Slides>
  <Notes>3</Notes>
  <HiddenSlides>0</HiddenSlides>
  <MMClips>0</MMClips>
  <ScaleCrop>false</ScaleCrop>
  <HeadingPairs>
    <vt:vector size="6" baseType="variant">
      <vt:variant>
        <vt:lpstr>已用的字体</vt:lpstr>
      </vt:variant>
      <vt:variant>
        <vt:i4>11</vt:i4>
      </vt:variant>
      <vt:variant>
        <vt:lpstr>主题</vt:lpstr>
      </vt:variant>
      <vt:variant>
        <vt:i4>21</vt:i4>
      </vt:variant>
      <vt:variant>
        <vt:lpstr>幻灯片标题</vt:lpstr>
      </vt:variant>
      <vt:variant>
        <vt:i4>77</vt:i4>
      </vt:variant>
    </vt:vector>
  </HeadingPairs>
  <TitlesOfParts>
    <vt:vector size="109" baseType="lpstr">
      <vt:lpstr>Arial</vt:lpstr>
      <vt:lpstr>宋体</vt:lpstr>
      <vt:lpstr>Wingdings</vt:lpstr>
      <vt:lpstr>方正书宋_GBK</vt:lpstr>
      <vt:lpstr>DejaVu Sans</vt:lpstr>
      <vt:lpstr>微软雅黑</vt:lpstr>
      <vt:lpstr>宋体</vt:lpstr>
      <vt:lpstr>Arial Unicode MS</vt:lpstr>
      <vt:lpstr>Symbol</vt:lpstr>
      <vt:lpstr>MT Extra</vt:lpstr>
      <vt:lpstr>方正楷体_GBK</vt:lpstr>
      <vt:lpstr>SAF_2004_Template</vt:lpstr>
      <vt:lpstr>SAF_2004_Template_2</vt:lpstr>
      <vt:lpstr>SAF_2004_Template_3</vt:lpstr>
      <vt:lpstr>SAF_2004_Template_4</vt:lpstr>
      <vt:lpstr>3_SAF_2004_Template</vt:lpstr>
      <vt:lpstr>4_SAF_2004_Template</vt:lpstr>
      <vt:lpstr>5_SAF_2004_Template</vt:lpstr>
      <vt:lpstr>1_SAF_2004_Template_3</vt:lpstr>
      <vt:lpstr>6_SAF_2004_Template</vt:lpstr>
      <vt:lpstr>7_SAF_2004_Template</vt:lpstr>
      <vt:lpstr>8_SAF_2004_Template</vt:lpstr>
      <vt:lpstr>9_SAF_2004_Template</vt:lpstr>
      <vt:lpstr>10_SAF_2004_Template</vt:lpstr>
      <vt:lpstr>11_SAF_2004_Template</vt:lpstr>
      <vt:lpstr>12_SAF_2004_Template</vt:lpstr>
      <vt:lpstr>13_SAF_2004_Template</vt:lpstr>
      <vt:lpstr>15_SAF_2004_Template</vt:lpstr>
      <vt:lpstr>2_SAF_2004_Template_3</vt:lpstr>
      <vt:lpstr>1_SAF_2004_Template</vt:lpstr>
      <vt:lpstr>2_SAF_2004_Template</vt:lpstr>
      <vt:lpstr>14_SAF_2004_Template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绪论——操作系统的形成与发展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实时系统参考模型</vt:lpstr>
      <vt:lpstr>实时系统参考模型</vt:lpstr>
      <vt:lpstr>实时任务调度算法 </vt:lpstr>
      <vt:lpstr>实时任务调度算法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!leaf</dc:creator>
  <cp:lastModifiedBy>zjie</cp:lastModifiedBy>
  <cp:revision>1130</cp:revision>
  <dcterms:created xsi:type="dcterms:W3CDTF">2024-09-19T07:21:26Z</dcterms:created>
  <dcterms:modified xsi:type="dcterms:W3CDTF">2024-09-19T07:21:26Z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2052-11.1.0.11698</vt:lpwstr>
  </property>
  <property fmtid="{D5CDD505-2E9C-101B-9397-08002B2CF9AE}" pid="3" name="ICV">
    <vt:lpwstr/>
  </property>
</Properties>
</file>