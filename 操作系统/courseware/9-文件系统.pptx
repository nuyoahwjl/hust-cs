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jpeg" ContentType="image/jpeg"/>
  <Default Extension="JPG" ContentType="image/.jpg"/>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2" r:id="rId3"/>
    <p:sldMasterId id="2147483676" r:id="rId4"/>
    <p:sldMasterId id="2147483690" r:id="rId5"/>
    <p:sldMasterId id="2147483704" r:id="rId6"/>
    <p:sldMasterId id="2147483718" r:id="rId7"/>
    <p:sldMasterId id="2147483732" r:id="rId8"/>
  </p:sldMasterIdLst>
  <p:notesMasterIdLst>
    <p:notesMasterId r:id="rId135"/>
  </p:notesMasterIdLst>
  <p:sldIdLst>
    <p:sldId id="686" r:id="rId9"/>
    <p:sldId id="687" r:id="rId10"/>
    <p:sldId id="1051" r:id="rId11"/>
    <p:sldId id="1031" r:id="rId12"/>
    <p:sldId id="613" r:id="rId13"/>
    <p:sldId id="1037" r:id="rId14"/>
    <p:sldId id="753" r:id="rId15"/>
    <p:sldId id="1038" r:id="rId16"/>
    <p:sldId id="1040" r:id="rId17"/>
    <p:sldId id="1039" r:id="rId18"/>
    <p:sldId id="1047" r:id="rId19"/>
    <p:sldId id="1048" r:id="rId20"/>
    <p:sldId id="1049" r:id="rId21"/>
    <p:sldId id="1065" r:id="rId22"/>
    <p:sldId id="1050" r:id="rId23"/>
    <p:sldId id="856" r:id="rId24"/>
    <p:sldId id="709" r:id="rId25"/>
    <p:sldId id="1056" r:id="rId26"/>
    <p:sldId id="710" r:id="rId27"/>
    <p:sldId id="944" r:id="rId28"/>
    <p:sldId id="1057" r:id="rId29"/>
    <p:sldId id="857" r:id="rId30"/>
    <p:sldId id="1066" r:id="rId31"/>
    <p:sldId id="1067" r:id="rId32"/>
    <p:sldId id="1169" r:id="rId33"/>
    <p:sldId id="1069" r:id="rId34"/>
    <p:sldId id="712" r:id="rId35"/>
    <p:sldId id="713" r:id="rId36"/>
    <p:sldId id="714" r:id="rId37"/>
    <p:sldId id="715" r:id="rId38"/>
    <p:sldId id="945" r:id="rId39"/>
    <p:sldId id="955" r:id="rId40"/>
    <p:sldId id="946" r:id="rId41"/>
    <p:sldId id="947" r:id="rId42"/>
    <p:sldId id="1577" r:id="rId43"/>
    <p:sldId id="1578" r:id="rId44"/>
    <p:sldId id="716" r:id="rId45"/>
    <p:sldId id="717" r:id="rId46"/>
    <p:sldId id="718" r:id="rId47"/>
    <p:sldId id="1071" r:id="rId48"/>
    <p:sldId id="720" r:id="rId49"/>
    <p:sldId id="721" r:id="rId50"/>
    <p:sldId id="1070" r:id="rId51"/>
    <p:sldId id="1072" r:id="rId52"/>
    <p:sldId id="1073" r:id="rId53"/>
    <p:sldId id="1074" r:id="rId54"/>
    <p:sldId id="1669" r:id="rId55"/>
    <p:sldId id="1041" r:id="rId56"/>
    <p:sldId id="1043" r:id="rId57"/>
    <p:sldId id="1044" r:id="rId58"/>
    <p:sldId id="1045" r:id="rId59"/>
    <p:sldId id="1046" r:id="rId60"/>
    <p:sldId id="1441" r:id="rId61"/>
    <p:sldId id="1442" r:id="rId62"/>
    <p:sldId id="1443" r:id="rId63"/>
    <p:sldId id="1444" r:id="rId64"/>
    <p:sldId id="1445" r:id="rId65"/>
    <p:sldId id="858" r:id="rId66"/>
    <p:sldId id="1446" r:id="rId67"/>
    <p:sldId id="770" r:id="rId68"/>
    <p:sldId id="722" r:id="rId69"/>
    <p:sldId id="1261" r:id="rId70"/>
    <p:sldId id="724" r:id="rId71"/>
    <p:sldId id="754" r:id="rId72"/>
    <p:sldId id="725" r:id="rId73"/>
    <p:sldId id="726" r:id="rId74"/>
    <p:sldId id="727" r:id="rId75"/>
    <p:sldId id="758" r:id="rId76"/>
    <p:sldId id="1262" r:id="rId77"/>
    <p:sldId id="1263" r:id="rId78"/>
    <p:sldId id="1323" r:id="rId79"/>
    <p:sldId id="1324" r:id="rId80"/>
    <p:sldId id="1326" r:id="rId81"/>
    <p:sldId id="1327" r:id="rId82"/>
    <p:sldId id="1510" r:id="rId83"/>
    <p:sldId id="1328" r:id="rId84"/>
    <p:sldId id="1382" r:id="rId85"/>
    <p:sldId id="1381" r:id="rId86"/>
    <p:sldId id="1668" r:id="rId87"/>
    <p:sldId id="859" r:id="rId88"/>
    <p:sldId id="729" r:id="rId89"/>
    <p:sldId id="826" r:id="rId90"/>
    <p:sldId id="1378" r:id="rId91"/>
    <p:sldId id="1511" r:id="rId92"/>
    <p:sldId id="1512" r:id="rId93"/>
    <p:sldId id="1749" r:id="rId94"/>
    <p:sldId id="1379" r:id="rId95"/>
    <p:sldId id="860" r:id="rId96"/>
    <p:sldId id="734" r:id="rId97"/>
    <p:sldId id="1329" r:id="rId98"/>
    <p:sldId id="737" r:id="rId99"/>
    <p:sldId id="771" r:id="rId100"/>
    <p:sldId id="772" r:id="rId101"/>
    <p:sldId id="861" r:id="rId102"/>
    <p:sldId id="810" r:id="rId103"/>
    <p:sldId id="811" r:id="rId104"/>
    <p:sldId id="800" r:id="rId105"/>
    <p:sldId id="801" r:id="rId106"/>
    <p:sldId id="803" r:id="rId107"/>
    <p:sldId id="804" r:id="rId108"/>
    <p:sldId id="805" r:id="rId109"/>
    <p:sldId id="806" r:id="rId110"/>
    <p:sldId id="807" r:id="rId111"/>
    <p:sldId id="809" r:id="rId112"/>
    <p:sldId id="838" r:id="rId113"/>
    <p:sldId id="839" r:id="rId114"/>
    <p:sldId id="840" r:id="rId115"/>
    <p:sldId id="841" r:id="rId116"/>
    <p:sldId id="842" r:id="rId117"/>
    <p:sldId id="1561" r:id="rId118"/>
    <p:sldId id="1562" r:id="rId119"/>
    <p:sldId id="1563" r:id="rId120"/>
    <p:sldId id="1564" r:id="rId121"/>
    <p:sldId id="1565" r:id="rId122"/>
    <p:sldId id="1790" r:id="rId123"/>
    <p:sldId id="848" r:id="rId124"/>
    <p:sldId id="849" r:id="rId125"/>
    <p:sldId id="850" r:id="rId126"/>
    <p:sldId id="851" r:id="rId127"/>
    <p:sldId id="862" r:id="rId128"/>
    <p:sldId id="684" r:id="rId129"/>
    <p:sldId id="798" r:id="rId130"/>
    <p:sldId id="738" r:id="rId131"/>
    <p:sldId id="852" r:id="rId132"/>
    <p:sldId id="853" r:id="rId133"/>
    <p:sldId id="854" r:id="rId134"/>
  </p:sldIdLst>
  <p:sldSz cx="9144000" cy="6858000" type="screen4x3"/>
  <p:notesSz cx="6858000" cy="9144000"/>
  <p:defaultTextStyle>
    <a:defPPr>
      <a:defRPr lang="zh-CN"/>
    </a:defPPr>
    <a:lvl1pPr marL="0" lvl="0" indent="0" algn="l" defTabSz="914400" eaLnBrk="1" fontAlgn="base" latinLnBrk="0" hangingPunct="1">
      <a:lnSpc>
        <a:spcPct val="100000"/>
      </a:lnSpc>
      <a:spcBef>
        <a:spcPct val="0"/>
      </a:spcBef>
      <a:spcAft>
        <a:spcPct val="0"/>
      </a:spcAft>
      <a:buNone/>
      <a:defRPr sz="1400" b="1" i="0" u="none" kern="1200" baseline="0">
        <a:solidFill>
          <a:srgbClr val="4138FA"/>
        </a:solidFill>
        <a:latin typeface="Arial" panose="02080604020202020204" pitchFamily="34" charset="0"/>
        <a:ea typeface="宋体" panose="02010600030101010101" pitchFamily="2" charset="-122"/>
      </a:defRPr>
    </a:lvl1pPr>
    <a:lvl2pPr marL="457200" lvl="1" indent="0" algn="l" defTabSz="914400" eaLnBrk="1" fontAlgn="base" latinLnBrk="0" hangingPunct="1">
      <a:lnSpc>
        <a:spcPct val="100000"/>
      </a:lnSpc>
      <a:spcBef>
        <a:spcPct val="0"/>
      </a:spcBef>
      <a:spcAft>
        <a:spcPct val="0"/>
      </a:spcAft>
      <a:buNone/>
      <a:defRPr sz="1400" b="1" i="0" u="none" kern="1200" baseline="0">
        <a:solidFill>
          <a:srgbClr val="4138FA"/>
        </a:solidFill>
        <a:latin typeface="Arial" panose="02080604020202020204" pitchFamily="34" charset="0"/>
        <a:ea typeface="宋体" panose="02010600030101010101" pitchFamily="2" charset="-122"/>
      </a:defRPr>
    </a:lvl2pPr>
    <a:lvl3pPr marL="914400" lvl="2" indent="0" algn="l" defTabSz="914400" eaLnBrk="1" fontAlgn="base" latinLnBrk="0" hangingPunct="1">
      <a:lnSpc>
        <a:spcPct val="100000"/>
      </a:lnSpc>
      <a:spcBef>
        <a:spcPct val="0"/>
      </a:spcBef>
      <a:spcAft>
        <a:spcPct val="0"/>
      </a:spcAft>
      <a:buNone/>
      <a:defRPr sz="1400" b="1" i="0" u="none" kern="1200" baseline="0">
        <a:solidFill>
          <a:srgbClr val="4138FA"/>
        </a:solidFill>
        <a:latin typeface="Arial" panose="02080604020202020204" pitchFamily="34" charset="0"/>
        <a:ea typeface="宋体" panose="02010600030101010101" pitchFamily="2" charset="-122"/>
      </a:defRPr>
    </a:lvl3pPr>
    <a:lvl4pPr marL="1371600" lvl="3" indent="0" algn="l" defTabSz="914400" eaLnBrk="1" fontAlgn="base" latinLnBrk="0" hangingPunct="1">
      <a:lnSpc>
        <a:spcPct val="100000"/>
      </a:lnSpc>
      <a:spcBef>
        <a:spcPct val="0"/>
      </a:spcBef>
      <a:spcAft>
        <a:spcPct val="0"/>
      </a:spcAft>
      <a:buNone/>
      <a:defRPr sz="1400" b="1" i="0" u="none" kern="1200" baseline="0">
        <a:solidFill>
          <a:srgbClr val="4138FA"/>
        </a:solidFill>
        <a:latin typeface="Arial" panose="02080604020202020204" pitchFamily="34" charset="0"/>
        <a:ea typeface="宋体" panose="02010600030101010101" pitchFamily="2" charset="-122"/>
      </a:defRPr>
    </a:lvl4pPr>
    <a:lvl5pPr marL="1828800" lvl="4" indent="0" algn="l" defTabSz="914400" eaLnBrk="1" fontAlgn="base" latinLnBrk="0" hangingPunct="1">
      <a:lnSpc>
        <a:spcPct val="100000"/>
      </a:lnSpc>
      <a:spcBef>
        <a:spcPct val="0"/>
      </a:spcBef>
      <a:spcAft>
        <a:spcPct val="0"/>
      </a:spcAft>
      <a:buNone/>
      <a:defRPr sz="1400" b="1" i="0" u="none" kern="1200" baseline="0">
        <a:solidFill>
          <a:srgbClr val="4138FA"/>
        </a:solidFill>
        <a:latin typeface="Arial" panose="02080604020202020204" pitchFamily="34" charset="0"/>
        <a:ea typeface="宋体" panose="02010600030101010101" pitchFamily="2" charset="-122"/>
      </a:defRPr>
    </a:lvl5pPr>
    <a:lvl6pPr marL="2286000" lvl="5" indent="0" algn="l" defTabSz="914400" eaLnBrk="1" fontAlgn="base" latinLnBrk="0" hangingPunct="1">
      <a:lnSpc>
        <a:spcPct val="100000"/>
      </a:lnSpc>
      <a:spcBef>
        <a:spcPct val="0"/>
      </a:spcBef>
      <a:spcAft>
        <a:spcPct val="0"/>
      </a:spcAft>
      <a:buNone/>
      <a:defRPr sz="1400" b="1" i="0" u="none" kern="1200" baseline="0">
        <a:solidFill>
          <a:srgbClr val="4138FA"/>
        </a:solidFill>
        <a:latin typeface="Arial" panose="02080604020202020204" pitchFamily="34" charset="0"/>
        <a:ea typeface="宋体" panose="02010600030101010101" pitchFamily="2" charset="-122"/>
      </a:defRPr>
    </a:lvl6pPr>
    <a:lvl7pPr marL="2743200" lvl="6" indent="0" algn="l" defTabSz="914400" eaLnBrk="1" fontAlgn="base" latinLnBrk="0" hangingPunct="1">
      <a:lnSpc>
        <a:spcPct val="100000"/>
      </a:lnSpc>
      <a:spcBef>
        <a:spcPct val="0"/>
      </a:spcBef>
      <a:spcAft>
        <a:spcPct val="0"/>
      </a:spcAft>
      <a:buNone/>
      <a:defRPr sz="1400" b="1" i="0" u="none" kern="1200" baseline="0">
        <a:solidFill>
          <a:srgbClr val="4138FA"/>
        </a:solidFill>
        <a:latin typeface="Arial" panose="02080604020202020204" pitchFamily="34" charset="0"/>
        <a:ea typeface="宋体" panose="02010600030101010101" pitchFamily="2" charset="-122"/>
      </a:defRPr>
    </a:lvl7pPr>
    <a:lvl8pPr marL="3200400" lvl="7" indent="0" algn="l" defTabSz="914400" eaLnBrk="1" fontAlgn="base" latinLnBrk="0" hangingPunct="1">
      <a:lnSpc>
        <a:spcPct val="100000"/>
      </a:lnSpc>
      <a:spcBef>
        <a:spcPct val="0"/>
      </a:spcBef>
      <a:spcAft>
        <a:spcPct val="0"/>
      </a:spcAft>
      <a:buNone/>
      <a:defRPr sz="1400" b="1" i="0" u="none" kern="1200" baseline="0">
        <a:solidFill>
          <a:srgbClr val="4138FA"/>
        </a:solidFill>
        <a:latin typeface="Arial" panose="02080604020202020204" pitchFamily="34" charset="0"/>
        <a:ea typeface="宋体" panose="02010600030101010101" pitchFamily="2" charset="-122"/>
      </a:defRPr>
    </a:lvl8pPr>
    <a:lvl9pPr marL="3657600" lvl="8" indent="0" algn="l" defTabSz="914400" eaLnBrk="1" fontAlgn="base" latinLnBrk="0" hangingPunct="1">
      <a:lnSpc>
        <a:spcPct val="100000"/>
      </a:lnSpc>
      <a:spcBef>
        <a:spcPct val="0"/>
      </a:spcBef>
      <a:spcAft>
        <a:spcPct val="0"/>
      </a:spcAft>
      <a:buNone/>
      <a:defRPr sz="1400" b="1" i="0" u="none" kern="1200" baseline="0">
        <a:solidFill>
          <a:srgbClr val="4138FA"/>
        </a:solidFill>
        <a:latin typeface="Arial" panose="02080604020202020204" pitchFamily="34" charset="0"/>
        <a:ea typeface="宋体" panose="02010600030101010101" pitchFamily="2" charset="-122"/>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138FA"/>
    <a:srgbClr val="3399FF"/>
    <a:srgbClr val="FF9900"/>
    <a:srgbClr val="FFCC00"/>
    <a:srgbClr val="000099"/>
    <a:srgbClr val="A50021"/>
    <a:srgbClr val="99000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snapToGrid="0" showGuides="1">
      <p:cViewPr varScale="1">
        <p:scale>
          <a:sx n="69" d="100"/>
          <a:sy n="69" d="100"/>
        </p:scale>
        <p:origin x="-138" y="-102"/>
      </p:cViewPr>
      <p:guideLst>
        <p:guide orient="horz" pos="2182"/>
        <p:guide pos="2836"/>
      </p:guideLst>
    </p:cSldViewPr>
  </p:slide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1.xml"/><Relationship Id="rId98" Type="http://schemas.openxmlformats.org/officeDocument/2006/relationships/slide" Target="slides/slide90.xml"/><Relationship Id="rId97" Type="http://schemas.openxmlformats.org/officeDocument/2006/relationships/slide" Target="slides/slide89.xml"/><Relationship Id="rId96" Type="http://schemas.openxmlformats.org/officeDocument/2006/relationships/slide" Target="slides/slide88.xml"/><Relationship Id="rId95" Type="http://schemas.openxmlformats.org/officeDocument/2006/relationships/slide" Target="slides/slide87.xml"/><Relationship Id="rId94" Type="http://schemas.openxmlformats.org/officeDocument/2006/relationships/slide" Target="slides/slide86.xml"/><Relationship Id="rId93" Type="http://schemas.openxmlformats.org/officeDocument/2006/relationships/slide" Target="slides/slide85.xml"/><Relationship Id="rId92" Type="http://schemas.openxmlformats.org/officeDocument/2006/relationships/slide" Target="slides/slide84.xml"/><Relationship Id="rId91" Type="http://schemas.openxmlformats.org/officeDocument/2006/relationships/slide" Target="slides/slide83.xml"/><Relationship Id="rId90" Type="http://schemas.openxmlformats.org/officeDocument/2006/relationships/slide" Target="slides/slide82.xml"/><Relationship Id="rId9" Type="http://schemas.openxmlformats.org/officeDocument/2006/relationships/slide" Target="slides/slide1.xml"/><Relationship Id="rId89" Type="http://schemas.openxmlformats.org/officeDocument/2006/relationships/slide" Target="slides/slide81.xml"/><Relationship Id="rId88" Type="http://schemas.openxmlformats.org/officeDocument/2006/relationships/slide" Target="slides/slide80.xml"/><Relationship Id="rId87" Type="http://schemas.openxmlformats.org/officeDocument/2006/relationships/slide" Target="slides/slide79.xml"/><Relationship Id="rId86" Type="http://schemas.openxmlformats.org/officeDocument/2006/relationships/slide" Target="slides/slide78.xml"/><Relationship Id="rId85" Type="http://schemas.openxmlformats.org/officeDocument/2006/relationships/slide" Target="slides/slide77.xml"/><Relationship Id="rId84" Type="http://schemas.openxmlformats.org/officeDocument/2006/relationships/slide" Target="slides/slide76.xml"/><Relationship Id="rId83" Type="http://schemas.openxmlformats.org/officeDocument/2006/relationships/slide" Target="slides/slide75.xml"/><Relationship Id="rId82" Type="http://schemas.openxmlformats.org/officeDocument/2006/relationships/slide" Target="slides/slide74.xml"/><Relationship Id="rId81" Type="http://schemas.openxmlformats.org/officeDocument/2006/relationships/slide" Target="slides/slide73.xml"/><Relationship Id="rId80" Type="http://schemas.openxmlformats.org/officeDocument/2006/relationships/slide" Target="slides/slide72.xml"/><Relationship Id="rId8" Type="http://schemas.openxmlformats.org/officeDocument/2006/relationships/slideMaster" Target="slideMasters/slideMaster7.xml"/><Relationship Id="rId79" Type="http://schemas.openxmlformats.org/officeDocument/2006/relationships/slide" Target="slides/slide71.xml"/><Relationship Id="rId78" Type="http://schemas.openxmlformats.org/officeDocument/2006/relationships/slide" Target="slides/slide70.xml"/><Relationship Id="rId77" Type="http://schemas.openxmlformats.org/officeDocument/2006/relationships/slide" Target="slides/slide69.xml"/><Relationship Id="rId76" Type="http://schemas.openxmlformats.org/officeDocument/2006/relationships/slide" Target="slides/slide68.xml"/><Relationship Id="rId75" Type="http://schemas.openxmlformats.org/officeDocument/2006/relationships/slide" Target="slides/slide67.xml"/><Relationship Id="rId74" Type="http://schemas.openxmlformats.org/officeDocument/2006/relationships/slide" Target="slides/slide66.xml"/><Relationship Id="rId73" Type="http://schemas.openxmlformats.org/officeDocument/2006/relationships/slide" Target="slides/slide65.xml"/><Relationship Id="rId72" Type="http://schemas.openxmlformats.org/officeDocument/2006/relationships/slide" Target="slides/slide64.xml"/><Relationship Id="rId71" Type="http://schemas.openxmlformats.org/officeDocument/2006/relationships/slide" Target="slides/slide63.xml"/><Relationship Id="rId70" Type="http://schemas.openxmlformats.org/officeDocument/2006/relationships/slide" Target="slides/slide62.xml"/><Relationship Id="rId7" Type="http://schemas.openxmlformats.org/officeDocument/2006/relationships/slideMaster" Target="slideMasters/slideMaster6.xml"/><Relationship Id="rId69" Type="http://schemas.openxmlformats.org/officeDocument/2006/relationships/slide" Target="slides/slide61.xml"/><Relationship Id="rId68" Type="http://schemas.openxmlformats.org/officeDocument/2006/relationships/slide" Target="slides/slide60.xml"/><Relationship Id="rId67" Type="http://schemas.openxmlformats.org/officeDocument/2006/relationships/slide" Target="slides/slide59.xml"/><Relationship Id="rId66" Type="http://schemas.openxmlformats.org/officeDocument/2006/relationships/slide" Target="slides/slide58.xml"/><Relationship Id="rId65" Type="http://schemas.openxmlformats.org/officeDocument/2006/relationships/slide" Target="slides/slide57.xml"/><Relationship Id="rId64" Type="http://schemas.openxmlformats.org/officeDocument/2006/relationships/slide" Target="slides/slide56.xml"/><Relationship Id="rId63" Type="http://schemas.openxmlformats.org/officeDocument/2006/relationships/slide" Target="slides/slide55.xml"/><Relationship Id="rId62" Type="http://schemas.openxmlformats.org/officeDocument/2006/relationships/slide" Target="slides/slide54.xml"/><Relationship Id="rId61" Type="http://schemas.openxmlformats.org/officeDocument/2006/relationships/slide" Target="slides/slide53.xml"/><Relationship Id="rId60" Type="http://schemas.openxmlformats.org/officeDocument/2006/relationships/slide" Target="slides/slide52.xml"/><Relationship Id="rId6" Type="http://schemas.openxmlformats.org/officeDocument/2006/relationships/slideMaster" Target="slideMasters/slideMaster5.xml"/><Relationship Id="rId59" Type="http://schemas.openxmlformats.org/officeDocument/2006/relationships/slide" Target="slides/slide51.xml"/><Relationship Id="rId58" Type="http://schemas.openxmlformats.org/officeDocument/2006/relationships/slide" Target="slides/slide50.xml"/><Relationship Id="rId57" Type="http://schemas.openxmlformats.org/officeDocument/2006/relationships/slide" Target="slides/slide49.xml"/><Relationship Id="rId56" Type="http://schemas.openxmlformats.org/officeDocument/2006/relationships/slide" Target="slides/slide48.xml"/><Relationship Id="rId55" Type="http://schemas.openxmlformats.org/officeDocument/2006/relationships/slide" Target="slides/slide47.xml"/><Relationship Id="rId54" Type="http://schemas.openxmlformats.org/officeDocument/2006/relationships/slide" Target="slides/slide46.xml"/><Relationship Id="rId53" Type="http://schemas.openxmlformats.org/officeDocument/2006/relationships/slide" Target="slides/slide45.xml"/><Relationship Id="rId52" Type="http://schemas.openxmlformats.org/officeDocument/2006/relationships/slide" Target="slides/slide44.xml"/><Relationship Id="rId51" Type="http://schemas.openxmlformats.org/officeDocument/2006/relationships/slide" Target="slides/slide43.xml"/><Relationship Id="rId50" Type="http://schemas.openxmlformats.org/officeDocument/2006/relationships/slide" Target="slides/slide42.xml"/><Relationship Id="rId5" Type="http://schemas.openxmlformats.org/officeDocument/2006/relationships/slideMaster" Target="slideMasters/slideMaster4.xml"/><Relationship Id="rId49" Type="http://schemas.openxmlformats.org/officeDocument/2006/relationships/slide" Target="slides/slide41.xml"/><Relationship Id="rId48" Type="http://schemas.openxmlformats.org/officeDocument/2006/relationships/slide" Target="slides/slide40.xml"/><Relationship Id="rId47" Type="http://schemas.openxmlformats.org/officeDocument/2006/relationships/slide" Target="slides/slide39.xml"/><Relationship Id="rId46" Type="http://schemas.openxmlformats.org/officeDocument/2006/relationships/slide" Target="slides/slide38.xml"/><Relationship Id="rId45" Type="http://schemas.openxmlformats.org/officeDocument/2006/relationships/slide" Target="slides/slide37.xml"/><Relationship Id="rId44" Type="http://schemas.openxmlformats.org/officeDocument/2006/relationships/slide" Target="slides/slide36.xml"/><Relationship Id="rId43" Type="http://schemas.openxmlformats.org/officeDocument/2006/relationships/slide" Target="slides/slide35.xml"/><Relationship Id="rId42" Type="http://schemas.openxmlformats.org/officeDocument/2006/relationships/slide" Target="slides/slide34.xml"/><Relationship Id="rId41" Type="http://schemas.openxmlformats.org/officeDocument/2006/relationships/slide" Target="slides/slide33.xml"/><Relationship Id="rId40" Type="http://schemas.openxmlformats.org/officeDocument/2006/relationships/slide" Target="slides/slide32.xml"/><Relationship Id="rId4" Type="http://schemas.openxmlformats.org/officeDocument/2006/relationships/slideMaster" Target="slideMasters/slideMaster3.xml"/><Relationship Id="rId39" Type="http://schemas.openxmlformats.org/officeDocument/2006/relationships/slide" Target="slides/slide31.xml"/><Relationship Id="rId38" Type="http://schemas.openxmlformats.org/officeDocument/2006/relationships/slide" Target="slides/slide30.xml"/><Relationship Id="rId37" Type="http://schemas.openxmlformats.org/officeDocument/2006/relationships/slide" Target="slides/slide29.xml"/><Relationship Id="rId36" Type="http://schemas.openxmlformats.org/officeDocument/2006/relationships/slide" Target="slides/slide28.xml"/><Relationship Id="rId35" Type="http://schemas.openxmlformats.org/officeDocument/2006/relationships/slide" Target="slides/slide27.xml"/><Relationship Id="rId34" Type="http://schemas.openxmlformats.org/officeDocument/2006/relationships/slide" Target="slides/slide26.xml"/><Relationship Id="rId33" Type="http://schemas.openxmlformats.org/officeDocument/2006/relationships/slide" Target="slides/slide25.xml"/><Relationship Id="rId32" Type="http://schemas.openxmlformats.org/officeDocument/2006/relationships/slide" Target="slides/slide24.xml"/><Relationship Id="rId31" Type="http://schemas.openxmlformats.org/officeDocument/2006/relationships/slide" Target="slides/slide23.xml"/><Relationship Id="rId30" Type="http://schemas.openxmlformats.org/officeDocument/2006/relationships/slide" Target="slides/slide22.xml"/><Relationship Id="rId3" Type="http://schemas.openxmlformats.org/officeDocument/2006/relationships/slideMaster" Target="slideMasters/slideMaster2.xml"/><Relationship Id="rId29" Type="http://schemas.openxmlformats.org/officeDocument/2006/relationships/slide" Target="slides/slide21.xml"/><Relationship Id="rId28" Type="http://schemas.openxmlformats.org/officeDocument/2006/relationships/slide" Target="slides/slide20.xml"/><Relationship Id="rId27" Type="http://schemas.openxmlformats.org/officeDocument/2006/relationships/slide" Target="slides/slide19.xml"/><Relationship Id="rId26" Type="http://schemas.openxmlformats.org/officeDocument/2006/relationships/slide" Target="slides/slide18.xml"/><Relationship Id="rId25" Type="http://schemas.openxmlformats.org/officeDocument/2006/relationships/slide" Target="slides/slide17.xml"/><Relationship Id="rId24" Type="http://schemas.openxmlformats.org/officeDocument/2006/relationships/slide" Target="slides/slide16.xml"/><Relationship Id="rId23" Type="http://schemas.openxmlformats.org/officeDocument/2006/relationships/slide" Target="slides/slide15.xml"/><Relationship Id="rId22" Type="http://schemas.openxmlformats.org/officeDocument/2006/relationships/slide" Target="slides/slide14.xml"/><Relationship Id="rId21" Type="http://schemas.openxmlformats.org/officeDocument/2006/relationships/slide" Target="slides/slide13.xml"/><Relationship Id="rId20" Type="http://schemas.openxmlformats.org/officeDocument/2006/relationships/slide" Target="slides/slide12.xml"/><Relationship Id="rId2" Type="http://schemas.openxmlformats.org/officeDocument/2006/relationships/theme" Target="theme/theme1.xml"/><Relationship Id="rId19" Type="http://schemas.openxmlformats.org/officeDocument/2006/relationships/slide" Target="slides/slide11.xml"/><Relationship Id="rId18" Type="http://schemas.openxmlformats.org/officeDocument/2006/relationships/slide" Target="slides/slide10.xml"/><Relationship Id="rId17" Type="http://schemas.openxmlformats.org/officeDocument/2006/relationships/slide" Target="slides/slide9.xml"/><Relationship Id="rId16" Type="http://schemas.openxmlformats.org/officeDocument/2006/relationships/slide" Target="slides/slide8.xml"/><Relationship Id="rId15" Type="http://schemas.openxmlformats.org/officeDocument/2006/relationships/slide" Target="slides/slide7.xml"/><Relationship Id="rId14" Type="http://schemas.openxmlformats.org/officeDocument/2006/relationships/slide" Target="slides/slide6.xml"/><Relationship Id="rId138" Type="http://schemas.openxmlformats.org/officeDocument/2006/relationships/tableStyles" Target="tableStyles.xml"/><Relationship Id="rId137" Type="http://schemas.openxmlformats.org/officeDocument/2006/relationships/viewProps" Target="viewProps.xml"/><Relationship Id="rId136" Type="http://schemas.openxmlformats.org/officeDocument/2006/relationships/presProps" Target="presProps.xml"/><Relationship Id="rId135" Type="http://schemas.openxmlformats.org/officeDocument/2006/relationships/notesMaster" Target="notesMasters/notesMaster1.xml"/><Relationship Id="rId134" Type="http://schemas.openxmlformats.org/officeDocument/2006/relationships/slide" Target="slides/slide126.xml"/><Relationship Id="rId133" Type="http://schemas.openxmlformats.org/officeDocument/2006/relationships/slide" Target="slides/slide125.xml"/><Relationship Id="rId132" Type="http://schemas.openxmlformats.org/officeDocument/2006/relationships/slide" Target="slides/slide124.xml"/><Relationship Id="rId131" Type="http://schemas.openxmlformats.org/officeDocument/2006/relationships/slide" Target="slides/slide123.xml"/><Relationship Id="rId130" Type="http://schemas.openxmlformats.org/officeDocument/2006/relationships/slide" Target="slides/slide122.xml"/><Relationship Id="rId13" Type="http://schemas.openxmlformats.org/officeDocument/2006/relationships/slide" Target="slides/slide5.xml"/><Relationship Id="rId129" Type="http://schemas.openxmlformats.org/officeDocument/2006/relationships/slide" Target="slides/slide121.xml"/><Relationship Id="rId128" Type="http://schemas.openxmlformats.org/officeDocument/2006/relationships/slide" Target="slides/slide120.xml"/><Relationship Id="rId127" Type="http://schemas.openxmlformats.org/officeDocument/2006/relationships/slide" Target="slides/slide119.xml"/><Relationship Id="rId126" Type="http://schemas.openxmlformats.org/officeDocument/2006/relationships/slide" Target="slides/slide118.xml"/><Relationship Id="rId125" Type="http://schemas.openxmlformats.org/officeDocument/2006/relationships/slide" Target="slides/slide117.xml"/><Relationship Id="rId124" Type="http://schemas.openxmlformats.org/officeDocument/2006/relationships/slide" Target="slides/slide116.xml"/><Relationship Id="rId123" Type="http://schemas.openxmlformats.org/officeDocument/2006/relationships/slide" Target="slides/slide115.xml"/><Relationship Id="rId122" Type="http://schemas.openxmlformats.org/officeDocument/2006/relationships/slide" Target="slides/slide114.xml"/><Relationship Id="rId121" Type="http://schemas.openxmlformats.org/officeDocument/2006/relationships/slide" Target="slides/slide113.xml"/><Relationship Id="rId120" Type="http://schemas.openxmlformats.org/officeDocument/2006/relationships/slide" Target="slides/slide112.xml"/><Relationship Id="rId12" Type="http://schemas.openxmlformats.org/officeDocument/2006/relationships/slide" Target="slides/slide4.xml"/><Relationship Id="rId119" Type="http://schemas.openxmlformats.org/officeDocument/2006/relationships/slide" Target="slides/slide111.xml"/><Relationship Id="rId118" Type="http://schemas.openxmlformats.org/officeDocument/2006/relationships/slide" Target="slides/slide110.xml"/><Relationship Id="rId117" Type="http://schemas.openxmlformats.org/officeDocument/2006/relationships/slide" Target="slides/slide109.xml"/><Relationship Id="rId116" Type="http://schemas.openxmlformats.org/officeDocument/2006/relationships/slide" Target="slides/slide108.xml"/><Relationship Id="rId115" Type="http://schemas.openxmlformats.org/officeDocument/2006/relationships/slide" Target="slides/slide107.xml"/><Relationship Id="rId114" Type="http://schemas.openxmlformats.org/officeDocument/2006/relationships/slide" Target="slides/slide106.xml"/><Relationship Id="rId113" Type="http://schemas.openxmlformats.org/officeDocument/2006/relationships/slide" Target="slides/slide105.xml"/><Relationship Id="rId112" Type="http://schemas.openxmlformats.org/officeDocument/2006/relationships/slide" Target="slides/slide104.xml"/><Relationship Id="rId111" Type="http://schemas.openxmlformats.org/officeDocument/2006/relationships/slide" Target="slides/slide103.xml"/><Relationship Id="rId110" Type="http://schemas.openxmlformats.org/officeDocument/2006/relationships/slide" Target="slides/slide102.xml"/><Relationship Id="rId11" Type="http://schemas.openxmlformats.org/officeDocument/2006/relationships/slide" Target="slides/slide3.xml"/><Relationship Id="rId109" Type="http://schemas.openxmlformats.org/officeDocument/2006/relationships/slide" Target="slides/slide101.xml"/><Relationship Id="rId108" Type="http://schemas.openxmlformats.org/officeDocument/2006/relationships/slide" Target="slides/slide100.xml"/><Relationship Id="rId107" Type="http://schemas.openxmlformats.org/officeDocument/2006/relationships/slide" Target="slides/slide99.xml"/><Relationship Id="rId106" Type="http://schemas.openxmlformats.org/officeDocument/2006/relationships/slide" Target="slides/slide98.xml"/><Relationship Id="rId105" Type="http://schemas.openxmlformats.org/officeDocument/2006/relationships/slide" Target="slides/slide97.xml"/><Relationship Id="rId104" Type="http://schemas.openxmlformats.org/officeDocument/2006/relationships/slide" Target="slides/slide96.xml"/><Relationship Id="rId103" Type="http://schemas.openxmlformats.org/officeDocument/2006/relationships/slide" Target="slides/slide95.xml"/><Relationship Id="rId102" Type="http://schemas.openxmlformats.org/officeDocument/2006/relationships/slide" Target="slides/slide94.xml"/><Relationship Id="rId101" Type="http://schemas.openxmlformats.org/officeDocument/2006/relationships/slide" Target="slides/slide93.xml"/><Relationship Id="rId100" Type="http://schemas.openxmlformats.org/officeDocument/2006/relationships/slide" Target="slides/slide92.xml"/><Relationship Id="rId10" Type="http://schemas.openxmlformats.org/officeDocument/2006/relationships/slide" Target="slides/slide2.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png"/></Relationships>
</file>

<file path=ppt/drawings/_rels/vmlDrawing3.vml.rels><?xml version="1.0" encoding="UTF-8" standalone="yes"?>
<Relationships xmlns="http://schemas.openxmlformats.org/package/2006/relationships"><Relationship Id="rId1" Type="http://schemas.openxmlformats.org/officeDocument/2006/relationships/image" Target="../media/image3.png"/></Relationships>
</file>

<file path=ppt/drawings/_rels/vmlDrawing4.vml.rels><?xml version="1.0" encoding="UTF-8" standalone="yes"?>
<Relationships xmlns="http://schemas.openxmlformats.org/package/2006/relationships"><Relationship Id="rId1" Type="http://schemas.openxmlformats.org/officeDocument/2006/relationships/image" Target="../media/image3.png"/></Relationships>
</file>

<file path=ppt/drawings/_rels/vmlDrawing5.vml.rels><?xml version="1.0" encoding="UTF-8" standalone="yes"?>
<Relationships xmlns="http://schemas.openxmlformats.org/package/2006/relationships"><Relationship Id="rId1" Type="http://schemas.openxmlformats.org/officeDocument/2006/relationships/image" Target="../media/image3.png"/></Relationships>
</file>

<file path=ppt/drawings/_rels/vmlDrawing6.vml.rels><?xml version="1.0" encoding="UTF-8" standalone="yes"?>
<Relationships xmlns="http://schemas.openxmlformats.org/package/2006/relationships"><Relationship Id="rId1" Type="http://schemas.openxmlformats.org/officeDocument/2006/relationships/image" Target="../media/image3.png"/></Relationships>
</file>

<file path=ppt/drawings/_rels/vmlDrawing7.vml.rels><?xml version="1.0" encoding="UTF-8" standalone="yes"?>
<Relationships xmlns="http://schemas.openxmlformats.org/package/2006/relationships"><Relationship Id="rId1" Type="http://schemas.openxmlformats.org/officeDocument/2006/relationships/image" Target="../media/image3.png"/></Relationships>
</file>

<file path=ppt/drawings/_rels/vmlDrawing8.vml.rels><?xml version="1.0" encoding="UTF-8" standalone="yes"?>
<Relationships xmlns="http://schemas.openxmlformats.org/package/2006/relationships"><Relationship Id="rId1" Type="http://schemas.openxmlformats.org/officeDocument/2006/relationships/image" Target="../media/image3.png"/></Relationships>
</file>

<file path=ppt/drawings/_rels/vmlDrawing9.vml.rels><?xml version="1.0" encoding="UTF-8" standalone="yes"?>
<Relationships xmlns="http://schemas.openxmlformats.org/package/2006/relationships"><Relationship Id="rId1" Type="http://schemas.openxmlformats.org/officeDocument/2006/relationships/image" Target="../media/image3.png"/></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3.png"/></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3.png"/></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3.png"/></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5.w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7.png"/></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3.png"/></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3.png"/></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3.png"/></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3.png"/></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3.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5122" name="页眉占位符 5121"/>
          <p:cNvSpPr>
            <a:spLocks noGrp="1"/>
          </p:cNvSpPr>
          <p:nvPr>
            <p:ph type="hdr" sz="quarter"/>
          </p:nvPr>
        </p:nvSpPr>
        <p:spPr>
          <a:xfrm>
            <a:off x="0" y="0"/>
            <a:ext cx="2971800" cy="457200"/>
          </a:xfrm>
          <a:prstGeom prst="rect">
            <a:avLst/>
          </a:prstGeom>
          <a:noFill/>
          <a:ln w="9525">
            <a:noFill/>
            <a:miter/>
          </a:ln>
        </p:spPr>
        <p:txBody>
          <a:bodyPr lIns="91613" tIns="45807" rIns="91613" bIns="45807"/>
          <a:p>
            <a:pPr lvl="0" defTabSz="916305" fontAlgn="base"/>
            <a:endParaRPr lang="zh-CN" sz="1200" b="0" strike="noStrike" noProof="1"/>
          </a:p>
        </p:txBody>
      </p:sp>
      <p:sp>
        <p:nvSpPr>
          <p:cNvPr id="5123" name="日期占位符 5122"/>
          <p:cNvSpPr>
            <a:spLocks noGrp="1"/>
          </p:cNvSpPr>
          <p:nvPr>
            <p:ph type="dt" idx="1"/>
          </p:nvPr>
        </p:nvSpPr>
        <p:spPr>
          <a:xfrm>
            <a:off x="3884613" y="0"/>
            <a:ext cx="2970213" cy="457200"/>
          </a:xfrm>
          <a:prstGeom prst="rect">
            <a:avLst/>
          </a:prstGeom>
          <a:noFill/>
          <a:ln w="9525">
            <a:noFill/>
            <a:miter/>
          </a:ln>
        </p:spPr>
        <p:txBody>
          <a:bodyPr lIns="91613" tIns="45807" rIns="91613" bIns="45807"/>
          <a:p>
            <a:pPr lvl="0" algn="r" defTabSz="916305" fontAlgn="base"/>
            <a:endParaRPr lang="zh-CN" altLang="en-US" sz="1200" b="0" strike="noStrike" noProof="1"/>
          </a:p>
        </p:txBody>
      </p:sp>
      <p:sp>
        <p:nvSpPr>
          <p:cNvPr id="3076" name="幻灯片图像占位符 5123"/>
          <p:cNvSpPr>
            <a:spLocks noGrp="1" noRot="1"/>
          </p:cNvSpPr>
          <p:nvPr>
            <p:ph type="sldImg"/>
          </p:nvPr>
        </p:nvSpPr>
        <p:spPr>
          <a:xfrm>
            <a:off x="927100" y="685800"/>
            <a:ext cx="5002213" cy="3427413"/>
          </a:xfrm>
          <a:prstGeom prst="rect">
            <a:avLst/>
          </a:prstGeom>
          <a:noFill/>
          <a:ln w="9525">
            <a:noFill/>
            <a:miter/>
          </a:ln>
        </p:spPr>
        <p:txBody>
          <a:bodyPr/>
          <a:p>
            <a:endParaRPr lang="zh-CN" altLang="en-US"/>
          </a:p>
        </p:txBody>
      </p:sp>
      <p:sp>
        <p:nvSpPr>
          <p:cNvPr id="3077" name="文本占位符 5124"/>
          <p:cNvSpPr>
            <a:spLocks noGrp="1" noRot="1"/>
          </p:cNvSpPr>
          <p:nvPr>
            <p:ph type="body" sz="quarter"/>
          </p:nvPr>
        </p:nvSpPr>
        <p:spPr>
          <a:xfrm>
            <a:off x="685800" y="4343400"/>
            <a:ext cx="5486400" cy="4114800"/>
          </a:xfrm>
          <a:prstGeom prst="rect">
            <a:avLst/>
          </a:prstGeom>
          <a:noFill/>
          <a:ln w="9525">
            <a:noFill/>
            <a:miter/>
          </a:ln>
        </p:spPr>
        <p:txBody>
          <a:bodyPr lIns="91613" tIns="45807" rIns="91613" bIns="45807" anchor="ctr"/>
          <a:p>
            <a:pPr lvl="0"/>
            <a:r>
              <a:rPr lang="zh-CN" altLang="en-US"/>
              <a:t>单击此处编辑母版文本样式</a:t>
            </a:r>
            <a:endParaRPr lang="zh-CN" altLang="en-US"/>
          </a:p>
          <a:p>
            <a:pPr lvl="1" indent="0"/>
            <a:r>
              <a:rPr lang="zh-CN" altLang="en-US"/>
              <a:t>第二级</a:t>
            </a:r>
            <a:endParaRPr lang="zh-CN" altLang="en-US"/>
          </a:p>
          <a:p>
            <a:pPr lvl="2" indent="0"/>
            <a:r>
              <a:rPr lang="zh-CN" altLang="en-US"/>
              <a:t>第三级</a:t>
            </a:r>
            <a:endParaRPr lang="zh-CN" altLang="en-US"/>
          </a:p>
          <a:p>
            <a:pPr lvl="3" indent="0"/>
            <a:r>
              <a:rPr lang="zh-CN" altLang="en-US"/>
              <a:t>第四级</a:t>
            </a:r>
            <a:endParaRPr lang="zh-CN" altLang="en-US"/>
          </a:p>
          <a:p>
            <a:pPr lvl="4" indent="0"/>
            <a:r>
              <a:rPr lang="zh-CN" altLang="en-US"/>
              <a:t>第五级</a:t>
            </a:r>
            <a:endParaRPr lang="zh-CN" altLang="en-US"/>
          </a:p>
        </p:txBody>
      </p:sp>
      <p:sp>
        <p:nvSpPr>
          <p:cNvPr id="5126" name="页脚占位符 5125"/>
          <p:cNvSpPr>
            <a:spLocks noGrp="1"/>
          </p:cNvSpPr>
          <p:nvPr>
            <p:ph type="ftr" sz="quarter" idx="4"/>
          </p:nvPr>
        </p:nvSpPr>
        <p:spPr>
          <a:xfrm>
            <a:off x="0" y="8683625"/>
            <a:ext cx="2971800" cy="457200"/>
          </a:xfrm>
          <a:prstGeom prst="rect">
            <a:avLst/>
          </a:prstGeom>
          <a:noFill/>
          <a:ln w="9525">
            <a:noFill/>
            <a:miter/>
          </a:ln>
        </p:spPr>
        <p:txBody>
          <a:bodyPr lIns="91613" tIns="45807" rIns="91613" bIns="45807" anchor="b"/>
          <a:p>
            <a:pPr lvl="0" defTabSz="916305" fontAlgn="base"/>
            <a:endParaRPr lang="zh-CN" sz="1200" b="0" strike="noStrike" noProof="1"/>
          </a:p>
        </p:txBody>
      </p:sp>
      <p:sp>
        <p:nvSpPr>
          <p:cNvPr id="5127" name="灯片编号占位符 5126"/>
          <p:cNvSpPr>
            <a:spLocks noGrp="1"/>
          </p:cNvSpPr>
          <p:nvPr>
            <p:ph type="sldNum" sz="quarter" idx="5"/>
          </p:nvPr>
        </p:nvSpPr>
        <p:spPr>
          <a:xfrm>
            <a:off x="3884613" y="8683625"/>
            <a:ext cx="2970213" cy="457200"/>
          </a:xfrm>
          <a:prstGeom prst="rect">
            <a:avLst/>
          </a:prstGeom>
          <a:noFill/>
          <a:ln w="9525">
            <a:noFill/>
            <a:miter/>
          </a:ln>
        </p:spPr>
        <p:txBody>
          <a:bodyPr lIns="91613" tIns="45807" rIns="91613" bIns="45807" anchor="b"/>
          <a:p>
            <a:pPr lvl="0" algn="r" defTabSz="916305" fontAlgn="base"/>
            <a:fld id="{9A0DB2DC-4C9A-4742-B13C-FB6460FD3503}" type="slidenum">
              <a:rPr lang="zh-CN" sz="1200" b="0" strike="noStrike" noProof="1">
                <a:latin typeface="Arial" panose="02080604020202020204" pitchFamily="34" charset="0"/>
                <a:ea typeface="宋体" panose="02010600030101010101" pitchFamily="2" charset="-122"/>
                <a:cs typeface="+mn-ea"/>
              </a:rPr>
            </a:fld>
            <a:endParaRPr lang="zh-CN" sz="1200" b="0" strike="noStrike" noProof="1"/>
          </a:p>
        </p:txBody>
      </p:sp>
    </p:spTree>
  </p:cSld>
  <p:clrMap bg1="lt1" tx1="dk1" bg2="lt2" tx2="dk2" accent1="accent1" accent2="accent2" accent3="accent3" accent4="accent4" accent5="accent5" accent6="accent6" hlink="hlink" folHlink="folHlink"/>
  <p:hf sldNum="0" hdr="0" ftr="0" dt="0"/>
  <p:notesStyle>
    <a:lvl1pPr marL="0" lvl="0" indent="0" algn="l" defTabSz="914400" eaLnBrk="1" fontAlgn="base" latinLnBrk="0" hangingPunct="1">
      <a:lnSpc>
        <a:spcPct val="100000"/>
      </a:lnSpc>
      <a:spcBef>
        <a:spcPct val="30000"/>
      </a:spcBef>
      <a:spcAft>
        <a:spcPct val="0"/>
      </a:spcAft>
      <a:buNone/>
      <a:defRPr sz="1200" b="0" i="0" u="none" kern="1200" baseline="0">
        <a:solidFill>
          <a:schemeClr val="tx1"/>
        </a:solidFill>
        <a:latin typeface="+mn-lt"/>
        <a:ea typeface="+mn-ea"/>
        <a:cs typeface="+mn-cs"/>
      </a:defRPr>
    </a:lvl1pPr>
    <a:lvl2pPr marL="457200" lvl="1" indent="0" algn="l" defTabSz="914400" eaLnBrk="1" fontAlgn="base" latinLnBrk="0" hangingPunct="1">
      <a:lnSpc>
        <a:spcPct val="100000"/>
      </a:lnSpc>
      <a:spcBef>
        <a:spcPct val="30000"/>
      </a:spcBef>
      <a:spcAft>
        <a:spcPct val="0"/>
      </a:spcAft>
      <a:buNone/>
      <a:defRPr sz="1200" b="0" i="0" u="none" kern="1200" baseline="0">
        <a:solidFill>
          <a:schemeClr val="tx1"/>
        </a:solidFill>
        <a:latin typeface="+mn-lt"/>
        <a:ea typeface="+mn-ea"/>
        <a:cs typeface="+mn-cs"/>
      </a:defRPr>
    </a:lvl2pPr>
    <a:lvl3pPr marL="914400" lvl="2" indent="0" algn="l" defTabSz="914400" eaLnBrk="1" fontAlgn="base" latinLnBrk="0" hangingPunct="1">
      <a:lnSpc>
        <a:spcPct val="100000"/>
      </a:lnSpc>
      <a:spcBef>
        <a:spcPct val="30000"/>
      </a:spcBef>
      <a:spcAft>
        <a:spcPct val="0"/>
      </a:spcAft>
      <a:buNone/>
      <a:defRPr sz="1200" b="0" i="0" u="none" kern="1200" baseline="0">
        <a:solidFill>
          <a:schemeClr val="tx1"/>
        </a:solidFill>
        <a:latin typeface="+mn-lt"/>
        <a:ea typeface="+mn-ea"/>
        <a:cs typeface="+mn-cs"/>
      </a:defRPr>
    </a:lvl3pPr>
    <a:lvl4pPr marL="1371600" lvl="3" indent="0" algn="l" defTabSz="914400" eaLnBrk="1" fontAlgn="base" latinLnBrk="0" hangingPunct="1">
      <a:lnSpc>
        <a:spcPct val="100000"/>
      </a:lnSpc>
      <a:spcBef>
        <a:spcPct val="30000"/>
      </a:spcBef>
      <a:spcAft>
        <a:spcPct val="0"/>
      </a:spcAft>
      <a:buNone/>
      <a:defRPr sz="1200" b="0" i="0" u="none" kern="1200" baseline="0">
        <a:solidFill>
          <a:schemeClr val="tx1"/>
        </a:solidFill>
        <a:latin typeface="+mn-lt"/>
        <a:ea typeface="+mn-ea"/>
        <a:cs typeface="+mn-cs"/>
      </a:defRPr>
    </a:lvl4pPr>
    <a:lvl5pPr marL="1828800" lvl="4" indent="0" algn="l" defTabSz="914400" eaLnBrk="1" fontAlgn="base" latinLnBrk="0" hangingPunct="1">
      <a:lnSpc>
        <a:spcPct val="100000"/>
      </a:lnSpc>
      <a:spcBef>
        <a:spcPct val="30000"/>
      </a:spcBef>
      <a:spcAft>
        <a:spcPct val="0"/>
      </a:spcAft>
      <a:buNone/>
      <a:defRPr sz="1200" b="0" i="0" u="none" kern="1200" baseline="0">
        <a:solidFill>
          <a:schemeClr val="tx1"/>
        </a:solidFill>
        <a:latin typeface="+mn-lt"/>
        <a:ea typeface="+mn-ea"/>
        <a:cs typeface="+mn-cs"/>
      </a:defRPr>
    </a:lvl5pPr>
    <a:lvl6pPr marL="2286000" lvl="5" indent="0" algn="l" defTabSz="914400" eaLnBrk="1" fontAlgn="base" latinLnBrk="0" hangingPunct="1">
      <a:lnSpc>
        <a:spcPct val="100000"/>
      </a:lnSpc>
      <a:spcBef>
        <a:spcPct val="30000"/>
      </a:spcBef>
      <a:spcAft>
        <a:spcPct val="0"/>
      </a:spcAft>
      <a:buNone/>
      <a:defRPr sz="1200" b="0" i="0" u="none" kern="1200" baseline="0">
        <a:solidFill>
          <a:schemeClr val="tx1"/>
        </a:solidFill>
        <a:latin typeface="+mn-lt"/>
        <a:ea typeface="+mn-ea"/>
        <a:cs typeface="+mn-cs"/>
      </a:defRPr>
    </a:lvl6pPr>
    <a:lvl7pPr marL="2743200" lvl="6" indent="0" algn="l" defTabSz="914400" eaLnBrk="1" fontAlgn="base" latinLnBrk="0" hangingPunct="1">
      <a:lnSpc>
        <a:spcPct val="100000"/>
      </a:lnSpc>
      <a:spcBef>
        <a:spcPct val="30000"/>
      </a:spcBef>
      <a:spcAft>
        <a:spcPct val="0"/>
      </a:spcAft>
      <a:buNone/>
      <a:defRPr sz="1200" b="0" i="0" u="none" kern="1200" baseline="0">
        <a:solidFill>
          <a:schemeClr val="tx1"/>
        </a:solidFill>
        <a:latin typeface="+mn-lt"/>
        <a:ea typeface="+mn-ea"/>
        <a:cs typeface="+mn-cs"/>
      </a:defRPr>
    </a:lvl7pPr>
    <a:lvl8pPr marL="3200400" lvl="7" indent="0" algn="l" defTabSz="914400" eaLnBrk="1" fontAlgn="base" latinLnBrk="0" hangingPunct="1">
      <a:lnSpc>
        <a:spcPct val="100000"/>
      </a:lnSpc>
      <a:spcBef>
        <a:spcPct val="30000"/>
      </a:spcBef>
      <a:spcAft>
        <a:spcPct val="0"/>
      </a:spcAft>
      <a:buNone/>
      <a:defRPr sz="1200" b="0" i="0" u="none" kern="1200" baseline="0">
        <a:solidFill>
          <a:schemeClr val="tx1"/>
        </a:solidFill>
        <a:latin typeface="+mn-lt"/>
        <a:ea typeface="+mn-ea"/>
        <a:cs typeface="+mn-cs"/>
      </a:defRPr>
    </a:lvl8pPr>
    <a:lvl9pPr marL="3657600" lvl="8" indent="0" algn="l" defTabSz="914400" eaLnBrk="1" fontAlgn="base" latinLnBrk="0" hangingPunct="1">
      <a:lnSpc>
        <a:spcPct val="100000"/>
      </a:lnSpc>
      <a:spcBef>
        <a:spcPct val="30000"/>
      </a:spcBef>
      <a:spcAft>
        <a:spcPct val="0"/>
      </a:spcAft>
      <a:buNone/>
      <a:defRPr sz="1200" b="0" i="0" u="none" kern="1200" baseline="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7.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showMasterPhAnim="0" showMasterSp="0">
  <p:cSld name="标题幻灯片">
    <p:bg>
      <p:bgPr>
        <a:blipFill rotWithShape="0">
          <a:blip r:embed="rId2"/>
          <a:stretch>
            <a:fillRect/>
          </a:stretch>
        </a:blipFill>
        <a:effectLst/>
      </p:bgPr>
    </p:bg>
    <p:spTree>
      <p:nvGrpSpPr>
        <p:cNvPr id="1" name=""/>
        <p:cNvGrpSpPr/>
        <p:nvPr/>
      </p:nvGrpSpPr>
      <p:grpSpPr/>
      <p:sp>
        <p:nvSpPr>
          <p:cNvPr id="2050" name="标题 2049"/>
          <p:cNvSpPr>
            <a:spLocks noGrp="1"/>
          </p:cNvSpPr>
          <p:nvPr>
            <p:ph type="ctrTitle"/>
          </p:nvPr>
        </p:nvSpPr>
        <p:spPr>
          <a:xfrm>
            <a:off x="627063" y="1655763"/>
            <a:ext cx="7772400" cy="1406525"/>
          </a:xfrm>
          <a:prstGeom prst="rect">
            <a:avLst/>
          </a:prstGeom>
          <a:noFill/>
          <a:ln w="9525">
            <a:noFill/>
            <a:miter/>
          </a:ln>
        </p:spPr>
        <p:txBody>
          <a:bodyPr anchor="ctr">
            <a:spAutoFit/>
          </a:bodyPr>
          <a:lstStyle>
            <a:lvl1pPr lvl="0">
              <a:defRPr kern="1200"/>
            </a:lvl1pPr>
          </a:lstStyle>
          <a:p>
            <a:pPr lvl="0" fontAlgn="base"/>
            <a:r>
              <a:rPr lang="en-US" altLang="zh-CN" strike="noStrike" noProof="1"/>
              <a:t>Click to edit Master title style</a:t>
            </a:r>
            <a:endParaRPr lang="en-US" altLang="zh-CN" strike="noStrike" noProof="1"/>
          </a:p>
        </p:txBody>
      </p:sp>
      <p:sp>
        <p:nvSpPr>
          <p:cNvPr id="2051" name="副标题 2050"/>
          <p:cNvSpPr>
            <a:spLocks noGrp="1"/>
          </p:cNvSpPr>
          <p:nvPr>
            <p:ph type="subTitle" idx="1"/>
          </p:nvPr>
        </p:nvSpPr>
        <p:spPr>
          <a:xfrm>
            <a:off x="641350" y="4648200"/>
            <a:ext cx="7861300" cy="584200"/>
          </a:xfrm>
          <a:prstGeom prst="rect">
            <a:avLst/>
          </a:prstGeom>
          <a:noFill/>
          <a:ln w="9525">
            <a:noFill/>
            <a:miter/>
          </a:ln>
        </p:spPr>
        <p:txBody>
          <a:bodyPr anchor="ctr">
            <a:spAutoFit/>
          </a:bodyPr>
          <a:lstStyle>
            <a:lvl1pPr marL="0" lvl="0" indent="0">
              <a:spcBef>
                <a:spcPct val="0"/>
              </a:spcBef>
              <a:buNone/>
              <a:defRPr sz="3600" kern="1200"/>
            </a:lvl1pPr>
            <a:lvl2pPr marL="457200" lvl="1" indent="-457200" algn="ctr">
              <a:spcBef>
                <a:spcPct val="0"/>
              </a:spcBef>
              <a:buNone/>
              <a:defRPr sz="3600" kern="1200"/>
            </a:lvl2pPr>
            <a:lvl3pPr marL="914400" lvl="2" indent="-914400" algn="ctr">
              <a:spcBef>
                <a:spcPct val="0"/>
              </a:spcBef>
              <a:buNone/>
              <a:defRPr sz="3600" kern="1200"/>
            </a:lvl3pPr>
            <a:lvl4pPr marL="1335405" lvl="3" indent="-1335405" algn="ctr">
              <a:spcBef>
                <a:spcPct val="0"/>
              </a:spcBef>
              <a:buNone/>
              <a:defRPr sz="3600" kern="1200"/>
            </a:lvl4pPr>
            <a:lvl5pPr marL="1735455" lvl="4" indent="-1735455" algn="ctr">
              <a:spcBef>
                <a:spcPct val="0"/>
              </a:spcBef>
              <a:buNone/>
              <a:defRPr sz="3600" kern="1200"/>
            </a:lvl5pPr>
          </a:lstStyle>
          <a:p>
            <a:pPr lvl="0" fontAlgn="base"/>
            <a:r>
              <a:rPr lang="en-US" altLang="zh-CN" strike="noStrike" noProof="1"/>
              <a:t>Click to edit Master subtitle style</a:t>
            </a:r>
            <a:endParaRPr lang="en-US" altLang="zh-CN"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803400"/>
            <a:ext cx="4110292" cy="2209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9059" y="1803400"/>
            <a:ext cx="4110292" cy="2209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9841"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629841" y="2505075"/>
            <a:ext cx="3868340" cy="36845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29150" y="2505075"/>
            <a:ext cx="3887391" cy="36845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987425"/>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897" y="595313"/>
            <a:ext cx="2101453" cy="3417887"/>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63538" y="595313"/>
            <a:ext cx="6182536" cy="3417887"/>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363538" y="595313"/>
            <a:ext cx="8405812" cy="3417887"/>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628650" y="1825625"/>
            <a:ext cx="3886200" cy="435133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29150" y="1825625"/>
            <a:ext cx="3886200" cy="435133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showMasterPhAnim="0" showMasterSp="0">
  <p:cSld name="标题幻灯片">
    <p:bg>
      <p:bgPr>
        <a:blipFill rotWithShape="0">
          <a:blip r:embed="rId2"/>
          <a:stretch>
            <a:fillRect/>
          </a:stretch>
        </a:blipFill>
        <a:effectLst/>
      </p:bgPr>
    </p:bg>
    <p:spTree>
      <p:nvGrpSpPr>
        <p:cNvPr id="1" name=""/>
        <p:cNvGrpSpPr/>
        <p:nvPr/>
      </p:nvGrpSpPr>
      <p:grpSpPr/>
      <p:sp>
        <p:nvSpPr>
          <p:cNvPr id="2050" name="标题 2049"/>
          <p:cNvSpPr>
            <a:spLocks noGrp="1"/>
          </p:cNvSpPr>
          <p:nvPr>
            <p:ph type="ctrTitle"/>
          </p:nvPr>
        </p:nvSpPr>
        <p:spPr>
          <a:xfrm>
            <a:off x="627063" y="1655763"/>
            <a:ext cx="7772400" cy="1406525"/>
          </a:xfrm>
          <a:prstGeom prst="rect">
            <a:avLst/>
          </a:prstGeom>
          <a:noFill/>
          <a:ln w="9525">
            <a:noFill/>
            <a:miter/>
          </a:ln>
        </p:spPr>
        <p:txBody>
          <a:bodyPr anchor="ctr">
            <a:spAutoFit/>
          </a:bodyPr>
          <a:lstStyle>
            <a:lvl1pPr lvl="0">
              <a:defRPr kern="1200"/>
            </a:lvl1pPr>
          </a:lstStyle>
          <a:p>
            <a:pPr lvl="0" fontAlgn="base"/>
            <a:r>
              <a:rPr lang="en-US" altLang="zh-CN" strike="noStrike" noProof="1"/>
              <a:t>Click to edit Master title style</a:t>
            </a:r>
            <a:endParaRPr lang="en-US" altLang="zh-CN" strike="noStrike" noProof="1"/>
          </a:p>
        </p:txBody>
      </p:sp>
      <p:sp>
        <p:nvSpPr>
          <p:cNvPr id="2051" name="副标题 2050"/>
          <p:cNvSpPr>
            <a:spLocks noGrp="1"/>
          </p:cNvSpPr>
          <p:nvPr>
            <p:ph type="subTitle" idx="1"/>
          </p:nvPr>
        </p:nvSpPr>
        <p:spPr>
          <a:xfrm>
            <a:off x="641350" y="4648200"/>
            <a:ext cx="7861300" cy="584200"/>
          </a:xfrm>
          <a:prstGeom prst="rect">
            <a:avLst/>
          </a:prstGeom>
          <a:noFill/>
          <a:ln w="9525">
            <a:noFill/>
            <a:miter/>
          </a:ln>
        </p:spPr>
        <p:txBody>
          <a:bodyPr anchor="ctr">
            <a:spAutoFit/>
          </a:bodyPr>
          <a:lstStyle>
            <a:lvl1pPr marL="0" lvl="0" indent="0">
              <a:spcBef>
                <a:spcPct val="0"/>
              </a:spcBef>
              <a:buNone/>
              <a:defRPr sz="3600" kern="1200"/>
            </a:lvl1pPr>
            <a:lvl2pPr marL="457200" lvl="1" indent="-457200" algn="ctr">
              <a:spcBef>
                <a:spcPct val="0"/>
              </a:spcBef>
              <a:buNone/>
              <a:defRPr sz="3600" kern="1200"/>
            </a:lvl2pPr>
            <a:lvl3pPr marL="914400" lvl="2" indent="-914400" algn="ctr">
              <a:spcBef>
                <a:spcPct val="0"/>
              </a:spcBef>
              <a:buNone/>
              <a:defRPr sz="3600" kern="1200"/>
            </a:lvl3pPr>
            <a:lvl4pPr marL="1335405" lvl="3" indent="-1335405" algn="ctr">
              <a:spcBef>
                <a:spcPct val="0"/>
              </a:spcBef>
              <a:buNone/>
              <a:defRPr sz="3600" kern="1200"/>
            </a:lvl4pPr>
            <a:lvl5pPr marL="1735455" lvl="4" indent="-1735455" algn="ctr">
              <a:spcBef>
                <a:spcPct val="0"/>
              </a:spcBef>
              <a:buNone/>
              <a:defRPr sz="3600" kern="1200"/>
            </a:lvl5pPr>
          </a:lstStyle>
          <a:p>
            <a:pPr lvl="0" fontAlgn="base"/>
            <a:r>
              <a:rPr lang="en-US" altLang="zh-CN" strike="noStrike" noProof="1"/>
              <a:t>Click to edit Master subtitle style</a:t>
            </a:r>
            <a:endParaRPr lang="en-US" altLang="zh-CN"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803400"/>
            <a:ext cx="4110292" cy="2209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9059" y="1803400"/>
            <a:ext cx="4110292" cy="2209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9841"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629841" y="2505075"/>
            <a:ext cx="3868340" cy="36845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29150" y="2505075"/>
            <a:ext cx="3887391" cy="36845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987425"/>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897" y="595313"/>
            <a:ext cx="2101453" cy="3417887"/>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63538" y="595313"/>
            <a:ext cx="6182536" cy="3417887"/>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363538" y="595313"/>
            <a:ext cx="8405812" cy="3417887"/>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628650" y="1825625"/>
            <a:ext cx="3886200" cy="435133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29150" y="1825625"/>
            <a:ext cx="3886200" cy="435133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type="title" showMasterPhAnim="0" showMasterSp="0">
  <p:cSld name="标题幻灯片">
    <p:bg>
      <p:bgPr>
        <a:blipFill rotWithShape="0">
          <a:blip r:embed="rId2"/>
          <a:stretch>
            <a:fillRect/>
          </a:stretch>
        </a:blipFill>
        <a:effectLst/>
      </p:bgPr>
    </p:bg>
    <p:spTree>
      <p:nvGrpSpPr>
        <p:cNvPr id="1" name=""/>
        <p:cNvGrpSpPr/>
        <p:nvPr/>
      </p:nvGrpSpPr>
      <p:grpSpPr/>
      <p:sp>
        <p:nvSpPr>
          <p:cNvPr id="2050" name="标题 2049"/>
          <p:cNvSpPr>
            <a:spLocks noGrp="1"/>
          </p:cNvSpPr>
          <p:nvPr>
            <p:ph type="ctrTitle"/>
          </p:nvPr>
        </p:nvSpPr>
        <p:spPr>
          <a:xfrm>
            <a:off x="627063" y="1655763"/>
            <a:ext cx="7772400" cy="1406525"/>
          </a:xfrm>
          <a:prstGeom prst="rect">
            <a:avLst/>
          </a:prstGeom>
          <a:noFill/>
          <a:ln w="9525">
            <a:noFill/>
            <a:miter/>
          </a:ln>
        </p:spPr>
        <p:txBody>
          <a:bodyPr anchor="ctr">
            <a:spAutoFit/>
          </a:bodyPr>
          <a:lstStyle>
            <a:lvl1pPr lvl="0">
              <a:defRPr kern="1200"/>
            </a:lvl1pPr>
          </a:lstStyle>
          <a:p>
            <a:pPr lvl="0" fontAlgn="base"/>
            <a:r>
              <a:rPr lang="en-US" altLang="zh-CN" strike="noStrike" noProof="1"/>
              <a:t>Click to edit Master title style</a:t>
            </a:r>
            <a:endParaRPr lang="en-US" altLang="zh-CN" strike="noStrike" noProof="1"/>
          </a:p>
        </p:txBody>
      </p:sp>
      <p:sp>
        <p:nvSpPr>
          <p:cNvPr id="2051" name="副标题 2050"/>
          <p:cNvSpPr>
            <a:spLocks noGrp="1"/>
          </p:cNvSpPr>
          <p:nvPr>
            <p:ph type="subTitle" idx="1"/>
          </p:nvPr>
        </p:nvSpPr>
        <p:spPr>
          <a:xfrm>
            <a:off x="641350" y="4648200"/>
            <a:ext cx="7861300" cy="584200"/>
          </a:xfrm>
          <a:prstGeom prst="rect">
            <a:avLst/>
          </a:prstGeom>
          <a:noFill/>
          <a:ln w="9525">
            <a:noFill/>
            <a:miter/>
          </a:ln>
        </p:spPr>
        <p:txBody>
          <a:bodyPr anchor="ctr">
            <a:spAutoFit/>
          </a:bodyPr>
          <a:lstStyle>
            <a:lvl1pPr marL="0" lvl="0" indent="0">
              <a:spcBef>
                <a:spcPct val="0"/>
              </a:spcBef>
              <a:buNone/>
              <a:defRPr sz="3600" kern="1200"/>
            </a:lvl1pPr>
            <a:lvl2pPr marL="457200" lvl="1" indent="-457200" algn="ctr">
              <a:spcBef>
                <a:spcPct val="0"/>
              </a:spcBef>
              <a:buNone/>
              <a:defRPr sz="3600" kern="1200"/>
            </a:lvl2pPr>
            <a:lvl3pPr marL="914400" lvl="2" indent="-914400" algn="ctr">
              <a:spcBef>
                <a:spcPct val="0"/>
              </a:spcBef>
              <a:buNone/>
              <a:defRPr sz="3600" kern="1200"/>
            </a:lvl3pPr>
            <a:lvl4pPr marL="1335405" lvl="3" indent="-1335405" algn="ctr">
              <a:spcBef>
                <a:spcPct val="0"/>
              </a:spcBef>
              <a:buNone/>
              <a:defRPr sz="3600" kern="1200"/>
            </a:lvl4pPr>
            <a:lvl5pPr marL="1735455" lvl="4" indent="-1735455" algn="ctr">
              <a:spcBef>
                <a:spcPct val="0"/>
              </a:spcBef>
              <a:buNone/>
              <a:defRPr sz="3600" kern="1200"/>
            </a:lvl5pPr>
          </a:lstStyle>
          <a:p>
            <a:pPr lvl="0" fontAlgn="base"/>
            <a:r>
              <a:rPr lang="en-US" altLang="zh-CN" strike="noStrike" noProof="1"/>
              <a:t>Click to edit Master subtitle style</a:t>
            </a:r>
            <a:endParaRPr lang="en-US" altLang="zh-CN"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803400"/>
            <a:ext cx="4110292" cy="2209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9059" y="1803400"/>
            <a:ext cx="4110292" cy="2209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9841"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629841" y="2505075"/>
            <a:ext cx="3868340" cy="36845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29150" y="2505075"/>
            <a:ext cx="3887391" cy="36845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987425"/>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897" y="595313"/>
            <a:ext cx="2101453" cy="3417887"/>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63538" y="595313"/>
            <a:ext cx="6182536" cy="3417887"/>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363538" y="595313"/>
            <a:ext cx="8405812" cy="3417887"/>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628650" y="1825625"/>
            <a:ext cx="3886200" cy="435133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29150" y="1825625"/>
            <a:ext cx="3886200" cy="435133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type="title" showMasterPhAnim="0" showMasterSp="0">
  <p:cSld name="标题幻灯片">
    <p:bg>
      <p:bgPr>
        <a:blipFill rotWithShape="0">
          <a:blip r:embed="rId2"/>
          <a:stretch>
            <a:fillRect/>
          </a:stretch>
        </a:blipFill>
        <a:effectLst/>
      </p:bgPr>
    </p:bg>
    <p:spTree>
      <p:nvGrpSpPr>
        <p:cNvPr id="1" name=""/>
        <p:cNvGrpSpPr/>
        <p:nvPr/>
      </p:nvGrpSpPr>
      <p:grpSpPr/>
      <p:sp>
        <p:nvSpPr>
          <p:cNvPr id="2050" name="标题 2049"/>
          <p:cNvSpPr>
            <a:spLocks noGrp="1"/>
          </p:cNvSpPr>
          <p:nvPr>
            <p:ph type="ctrTitle"/>
          </p:nvPr>
        </p:nvSpPr>
        <p:spPr>
          <a:xfrm>
            <a:off x="627063" y="1655763"/>
            <a:ext cx="7772400" cy="1406525"/>
          </a:xfrm>
          <a:prstGeom prst="rect">
            <a:avLst/>
          </a:prstGeom>
          <a:noFill/>
          <a:ln w="9525">
            <a:noFill/>
            <a:miter/>
          </a:ln>
        </p:spPr>
        <p:txBody>
          <a:bodyPr anchor="ctr">
            <a:spAutoFit/>
          </a:bodyPr>
          <a:lstStyle>
            <a:lvl1pPr lvl="0">
              <a:defRPr kern="1200"/>
            </a:lvl1pPr>
          </a:lstStyle>
          <a:p>
            <a:pPr lvl="0" fontAlgn="base"/>
            <a:r>
              <a:rPr lang="en-US" altLang="zh-CN" strike="noStrike" noProof="1"/>
              <a:t>Click to edit Master title style</a:t>
            </a:r>
            <a:endParaRPr lang="en-US" altLang="zh-CN" strike="noStrike" noProof="1"/>
          </a:p>
        </p:txBody>
      </p:sp>
      <p:sp>
        <p:nvSpPr>
          <p:cNvPr id="2051" name="副标题 2050"/>
          <p:cNvSpPr>
            <a:spLocks noGrp="1"/>
          </p:cNvSpPr>
          <p:nvPr>
            <p:ph type="subTitle" idx="1"/>
          </p:nvPr>
        </p:nvSpPr>
        <p:spPr>
          <a:xfrm>
            <a:off x="641350" y="4648200"/>
            <a:ext cx="7861300" cy="584200"/>
          </a:xfrm>
          <a:prstGeom prst="rect">
            <a:avLst/>
          </a:prstGeom>
          <a:noFill/>
          <a:ln w="9525">
            <a:noFill/>
            <a:miter/>
          </a:ln>
        </p:spPr>
        <p:txBody>
          <a:bodyPr anchor="ctr">
            <a:spAutoFit/>
          </a:bodyPr>
          <a:lstStyle>
            <a:lvl1pPr marL="0" lvl="0" indent="0">
              <a:spcBef>
                <a:spcPct val="0"/>
              </a:spcBef>
              <a:buNone/>
              <a:defRPr sz="3600" kern="1200"/>
            </a:lvl1pPr>
            <a:lvl2pPr marL="457200" lvl="1" indent="-457200" algn="ctr">
              <a:spcBef>
                <a:spcPct val="0"/>
              </a:spcBef>
              <a:buNone/>
              <a:defRPr sz="3600" kern="1200"/>
            </a:lvl2pPr>
            <a:lvl3pPr marL="914400" lvl="2" indent="-914400" algn="ctr">
              <a:spcBef>
                <a:spcPct val="0"/>
              </a:spcBef>
              <a:buNone/>
              <a:defRPr sz="3600" kern="1200"/>
            </a:lvl3pPr>
            <a:lvl4pPr marL="1335405" lvl="3" indent="-1335405" algn="ctr">
              <a:spcBef>
                <a:spcPct val="0"/>
              </a:spcBef>
              <a:buNone/>
              <a:defRPr sz="3600" kern="1200"/>
            </a:lvl4pPr>
            <a:lvl5pPr marL="1735455" lvl="4" indent="-1735455" algn="ctr">
              <a:spcBef>
                <a:spcPct val="0"/>
              </a:spcBef>
              <a:buNone/>
              <a:defRPr sz="3600" kern="1200"/>
            </a:lvl5pPr>
          </a:lstStyle>
          <a:p>
            <a:pPr lvl="0" fontAlgn="base"/>
            <a:r>
              <a:rPr lang="en-US" altLang="zh-CN" strike="noStrike" noProof="1"/>
              <a:t>Click to edit Master subtitle style</a:t>
            </a:r>
            <a:endParaRPr lang="en-US" altLang="zh-CN"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803400"/>
            <a:ext cx="4110292" cy="2209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9059" y="1803400"/>
            <a:ext cx="4110292" cy="2209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9841"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629841" y="2505075"/>
            <a:ext cx="3868340" cy="36845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29150" y="2505075"/>
            <a:ext cx="3887391" cy="36845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987425"/>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897" y="595313"/>
            <a:ext cx="2101453" cy="3417887"/>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63538" y="595313"/>
            <a:ext cx="6182536" cy="3417887"/>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363538" y="595313"/>
            <a:ext cx="8405812" cy="3417887"/>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628650" y="1825625"/>
            <a:ext cx="3886200" cy="435133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29150" y="1825625"/>
            <a:ext cx="3886200" cy="435133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type="title" showMasterPhAnim="0" showMasterSp="0">
  <p:cSld name="标题幻灯片">
    <p:bg>
      <p:bgPr>
        <a:blipFill rotWithShape="0">
          <a:blip r:embed="rId2"/>
          <a:stretch>
            <a:fillRect/>
          </a:stretch>
        </a:blipFill>
        <a:effectLst/>
      </p:bgPr>
    </p:bg>
    <p:spTree>
      <p:nvGrpSpPr>
        <p:cNvPr id="1" name=""/>
        <p:cNvGrpSpPr/>
        <p:nvPr/>
      </p:nvGrpSpPr>
      <p:grpSpPr/>
      <p:sp>
        <p:nvSpPr>
          <p:cNvPr id="2050" name="标题 2049"/>
          <p:cNvSpPr>
            <a:spLocks noGrp="1"/>
          </p:cNvSpPr>
          <p:nvPr>
            <p:ph type="ctrTitle"/>
          </p:nvPr>
        </p:nvSpPr>
        <p:spPr>
          <a:xfrm>
            <a:off x="627063" y="1655763"/>
            <a:ext cx="7772400" cy="1406525"/>
          </a:xfrm>
          <a:prstGeom prst="rect">
            <a:avLst/>
          </a:prstGeom>
          <a:noFill/>
          <a:ln w="9525">
            <a:noFill/>
            <a:miter/>
          </a:ln>
        </p:spPr>
        <p:txBody>
          <a:bodyPr anchor="ctr">
            <a:spAutoFit/>
          </a:bodyPr>
          <a:lstStyle>
            <a:lvl1pPr lvl="0">
              <a:defRPr kern="1200"/>
            </a:lvl1pPr>
          </a:lstStyle>
          <a:p>
            <a:pPr lvl="0" fontAlgn="base"/>
            <a:r>
              <a:rPr lang="en-US" altLang="zh-CN" strike="noStrike" noProof="1"/>
              <a:t>Click to edit Master title style</a:t>
            </a:r>
            <a:endParaRPr lang="en-US" altLang="zh-CN" strike="noStrike" noProof="1"/>
          </a:p>
        </p:txBody>
      </p:sp>
      <p:sp>
        <p:nvSpPr>
          <p:cNvPr id="2051" name="副标题 2050"/>
          <p:cNvSpPr>
            <a:spLocks noGrp="1"/>
          </p:cNvSpPr>
          <p:nvPr>
            <p:ph type="subTitle" idx="1"/>
          </p:nvPr>
        </p:nvSpPr>
        <p:spPr>
          <a:xfrm>
            <a:off x="641350" y="4648200"/>
            <a:ext cx="7861300" cy="584200"/>
          </a:xfrm>
          <a:prstGeom prst="rect">
            <a:avLst/>
          </a:prstGeom>
          <a:noFill/>
          <a:ln w="9525">
            <a:noFill/>
            <a:miter/>
          </a:ln>
        </p:spPr>
        <p:txBody>
          <a:bodyPr anchor="ctr">
            <a:spAutoFit/>
          </a:bodyPr>
          <a:lstStyle>
            <a:lvl1pPr marL="0" lvl="0" indent="0">
              <a:spcBef>
                <a:spcPct val="0"/>
              </a:spcBef>
              <a:buNone/>
              <a:defRPr sz="3600" kern="1200"/>
            </a:lvl1pPr>
            <a:lvl2pPr marL="457200" lvl="1" indent="-457200" algn="ctr">
              <a:spcBef>
                <a:spcPct val="0"/>
              </a:spcBef>
              <a:buNone/>
              <a:defRPr sz="3600" kern="1200"/>
            </a:lvl2pPr>
            <a:lvl3pPr marL="914400" lvl="2" indent="-914400" algn="ctr">
              <a:spcBef>
                <a:spcPct val="0"/>
              </a:spcBef>
              <a:buNone/>
              <a:defRPr sz="3600" kern="1200"/>
            </a:lvl3pPr>
            <a:lvl4pPr marL="1335405" lvl="3" indent="-1335405" algn="ctr">
              <a:spcBef>
                <a:spcPct val="0"/>
              </a:spcBef>
              <a:buNone/>
              <a:defRPr sz="3600" kern="1200"/>
            </a:lvl4pPr>
            <a:lvl5pPr marL="1735455" lvl="4" indent="-1735455" algn="ctr">
              <a:spcBef>
                <a:spcPct val="0"/>
              </a:spcBef>
              <a:buNone/>
              <a:defRPr sz="3600" kern="1200"/>
            </a:lvl5pPr>
          </a:lstStyle>
          <a:p>
            <a:pPr lvl="0" fontAlgn="base"/>
            <a:r>
              <a:rPr lang="en-US" altLang="zh-CN" strike="noStrike" noProof="1"/>
              <a:t>Click to edit Master subtitle style</a:t>
            </a:r>
            <a:endParaRPr lang="en-US" altLang="zh-CN"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803400"/>
            <a:ext cx="4110292" cy="2209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9059" y="1803400"/>
            <a:ext cx="4110292" cy="2209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9841"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629841" y="2505075"/>
            <a:ext cx="3868340" cy="36845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29150" y="2505075"/>
            <a:ext cx="3887391" cy="36845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987425"/>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897" y="595313"/>
            <a:ext cx="2101453" cy="3417887"/>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63538" y="595313"/>
            <a:ext cx="6182536" cy="3417887"/>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363538" y="595313"/>
            <a:ext cx="8405812" cy="3417887"/>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628650" y="1825625"/>
            <a:ext cx="3886200" cy="435133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29150" y="1825625"/>
            <a:ext cx="3886200" cy="435133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type="title" showMasterPhAnim="0" showMasterSp="0">
  <p:cSld name="标题幻灯片">
    <p:bg>
      <p:bgPr>
        <a:blipFill rotWithShape="0">
          <a:blip r:embed="rId2"/>
          <a:stretch>
            <a:fillRect/>
          </a:stretch>
        </a:blipFill>
        <a:effectLst/>
      </p:bgPr>
    </p:bg>
    <p:spTree>
      <p:nvGrpSpPr>
        <p:cNvPr id="1" name=""/>
        <p:cNvGrpSpPr/>
        <p:nvPr/>
      </p:nvGrpSpPr>
      <p:grpSpPr/>
      <p:sp>
        <p:nvSpPr>
          <p:cNvPr id="2050" name="标题 2049"/>
          <p:cNvSpPr>
            <a:spLocks noGrp="1"/>
          </p:cNvSpPr>
          <p:nvPr>
            <p:ph type="ctrTitle"/>
          </p:nvPr>
        </p:nvSpPr>
        <p:spPr>
          <a:xfrm>
            <a:off x="627063" y="1655763"/>
            <a:ext cx="7772400" cy="1406525"/>
          </a:xfrm>
          <a:prstGeom prst="rect">
            <a:avLst/>
          </a:prstGeom>
          <a:noFill/>
          <a:ln w="9525">
            <a:noFill/>
            <a:miter/>
          </a:ln>
        </p:spPr>
        <p:txBody>
          <a:bodyPr anchor="ctr">
            <a:spAutoFit/>
          </a:bodyPr>
          <a:lstStyle>
            <a:lvl1pPr lvl="0">
              <a:defRPr kern="1200"/>
            </a:lvl1pPr>
          </a:lstStyle>
          <a:p>
            <a:pPr lvl="0" fontAlgn="base"/>
            <a:r>
              <a:rPr lang="en-US" altLang="zh-CN" strike="noStrike" noProof="1"/>
              <a:t>Click to edit Master title style</a:t>
            </a:r>
            <a:endParaRPr lang="en-US" altLang="zh-CN" strike="noStrike" noProof="1"/>
          </a:p>
        </p:txBody>
      </p:sp>
      <p:sp>
        <p:nvSpPr>
          <p:cNvPr id="2051" name="副标题 2050"/>
          <p:cNvSpPr>
            <a:spLocks noGrp="1"/>
          </p:cNvSpPr>
          <p:nvPr>
            <p:ph type="subTitle" idx="1"/>
          </p:nvPr>
        </p:nvSpPr>
        <p:spPr>
          <a:xfrm>
            <a:off x="641350" y="4648200"/>
            <a:ext cx="7861300" cy="584200"/>
          </a:xfrm>
          <a:prstGeom prst="rect">
            <a:avLst/>
          </a:prstGeom>
          <a:noFill/>
          <a:ln w="9525">
            <a:noFill/>
            <a:miter/>
          </a:ln>
        </p:spPr>
        <p:txBody>
          <a:bodyPr anchor="ctr">
            <a:spAutoFit/>
          </a:bodyPr>
          <a:lstStyle>
            <a:lvl1pPr marL="0" lvl="0" indent="0">
              <a:spcBef>
                <a:spcPct val="0"/>
              </a:spcBef>
              <a:buNone/>
              <a:defRPr sz="3600" kern="1200"/>
            </a:lvl1pPr>
            <a:lvl2pPr marL="457200" lvl="1" indent="-457200" algn="ctr">
              <a:spcBef>
                <a:spcPct val="0"/>
              </a:spcBef>
              <a:buNone/>
              <a:defRPr sz="3600" kern="1200"/>
            </a:lvl2pPr>
            <a:lvl3pPr marL="914400" lvl="2" indent="-914400" algn="ctr">
              <a:spcBef>
                <a:spcPct val="0"/>
              </a:spcBef>
              <a:buNone/>
              <a:defRPr sz="3600" kern="1200"/>
            </a:lvl3pPr>
            <a:lvl4pPr marL="1335405" lvl="3" indent="-1335405" algn="ctr">
              <a:spcBef>
                <a:spcPct val="0"/>
              </a:spcBef>
              <a:buNone/>
              <a:defRPr sz="3600" kern="1200"/>
            </a:lvl4pPr>
            <a:lvl5pPr marL="1735455" lvl="4" indent="-1735455" algn="ctr">
              <a:spcBef>
                <a:spcPct val="0"/>
              </a:spcBef>
              <a:buNone/>
              <a:defRPr sz="3600" kern="1200"/>
            </a:lvl5pPr>
          </a:lstStyle>
          <a:p>
            <a:pPr lvl="0" fontAlgn="base"/>
            <a:r>
              <a:rPr lang="en-US" altLang="zh-CN" strike="noStrike" noProof="1"/>
              <a:t>Click to edit Master subtitle style</a:t>
            </a:r>
            <a:endParaRPr lang="en-US" altLang="zh-CN"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6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6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803400"/>
            <a:ext cx="4110292" cy="2209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9059" y="1803400"/>
            <a:ext cx="4110292" cy="2209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7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9841"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629841" y="2505075"/>
            <a:ext cx="3868340" cy="36845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29150" y="2505075"/>
            <a:ext cx="3887391" cy="36845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7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7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7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7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987425"/>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7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76.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897" y="595313"/>
            <a:ext cx="2101453" cy="3417887"/>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63538" y="595313"/>
            <a:ext cx="6182536" cy="3417887"/>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77.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363538" y="595313"/>
            <a:ext cx="8405812" cy="3417887"/>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78.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628650" y="1825625"/>
            <a:ext cx="3886200" cy="435133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29150" y="1825625"/>
            <a:ext cx="3886200" cy="435133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79.xml><?xml version="1.0" encoding="utf-8"?>
<p:sldLayout xmlns:a="http://schemas.openxmlformats.org/drawingml/2006/main" xmlns:r="http://schemas.openxmlformats.org/officeDocument/2006/relationships" xmlns:p="http://schemas.openxmlformats.org/presentationml/2006/main" type="title" showMasterPhAnim="0" showMasterSp="0">
  <p:cSld name="标题幻灯片">
    <p:bg>
      <p:bgPr>
        <a:blipFill rotWithShape="0">
          <a:blip r:embed="rId2"/>
          <a:stretch>
            <a:fillRect/>
          </a:stretch>
        </a:blipFill>
        <a:effectLst/>
      </p:bgPr>
    </p:bg>
    <p:spTree>
      <p:nvGrpSpPr>
        <p:cNvPr id="1" name=""/>
        <p:cNvGrpSpPr/>
        <p:nvPr/>
      </p:nvGrpSpPr>
      <p:grpSpPr/>
      <p:sp>
        <p:nvSpPr>
          <p:cNvPr id="2050" name="标题 2049"/>
          <p:cNvSpPr>
            <a:spLocks noGrp="1"/>
          </p:cNvSpPr>
          <p:nvPr>
            <p:ph type="ctrTitle"/>
          </p:nvPr>
        </p:nvSpPr>
        <p:spPr>
          <a:xfrm>
            <a:off x="627063" y="1655763"/>
            <a:ext cx="7772400" cy="1406525"/>
          </a:xfrm>
          <a:prstGeom prst="rect">
            <a:avLst/>
          </a:prstGeom>
          <a:noFill/>
          <a:ln w="9525">
            <a:noFill/>
            <a:miter/>
          </a:ln>
        </p:spPr>
        <p:txBody>
          <a:bodyPr anchor="ctr">
            <a:spAutoFit/>
          </a:bodyPr>
          <a:lstStyle>
            <a:lvl1pPr lvl="0">
              <a:defRPr kern="1200"/>
            </a:lvl1pPr>
          </a:lstStyle>
          <a:p>
            <a:pPr lvl="0" fontAlgn="base"/>
            <a:r>
              <a:rPr lang="en-US" altLang="zh-CN" strike="noStrike" noProof="1"/>
              <a:t>Click to edit Master title style</a:t>
            </a:r>
            <a:endParaRPr lang="en-US" altLang="zh-CN" strike="noStrike" noProof="1"/>
          </a:p>
        </p:txBody>
      </p:sp>
      <p:sp>
        <p:nvSpPr>
          <p:cNvPr id="2051" name="副标题 2050"/>
          <p:cNvSpPr>
            <a:spLocks noGrp="1"/>
          </p:cNvSpPr>
          <p:nvPr>
            <p:ph type="subTitle" idx="1"/>
          </p:nvPr>
        </p:nvSpPr>
        <p:spPr>
          <a:xfrm>
            <a:off x="641350" y="4648200"/>
            <a:ext cx="7861300" cy="584200"/>
          </a:xfrm>
          <a:prstGeom prst="rect">
            <a:avLst/>
          </a:prstGeom>
          <a:noFill/>
          <a:ln w="9525">
            <a:noFill/>
            <a:miter/>
          </a:ln>
        </p:spPr>
        <p:txBody>
          <a:bodyPr anchor="ctr">
            <a:spAutoFit/>
          </a:bodyPr>
          <a:lstStyle>
            <a:lvl1pPr marL="0" lvl="0" indent="0">
              <a:spcBef>
                <a:spcPct val="0"/>
              </a:spcBef>
              <a:buNone/>
              <a:defRPr sz="3600" kern="1200"/>
            </a:lvl1pPr>
            <a:lvl2pPr marL="457200" lvl="1" indent="-457200" algn="ctr">
              <a:spcBef>
                <a:spcPct val="0"/>
              </a:spcBef>
              <a:buNone/>
              <a:defRPr sz="3600" kern="1200"/>
            </a:lvl2pPr>
            <a:lvl3pPr marL="914400" lvl="2" indent="-914400" algn="ctr">
              <a:spcBef>
                <a:spcPct val="0"/>
              </a:spcBef>
              <a:buNone/>
              <a:defRPr sz="3600" kern="1200"/>
            </a:lvl3pPr>
            <a:lvl4pPr marL="1335405" lvl="3" indent="-1335405" algn="ctr">
              <a:spcBef>
                <a:spcPct val="0"/>
              </a:spcBef>
              <a:buNone/>
              <a:defRPr sz="3600" kern="1200"/>
            </a:lvl4pPr>
            <a:lvl5pPr marL="1735455" lvl="4" indent="-1735455" algn="ctr">
              <a:spcBef>
                <a:spcPct val="0"/>
              </a:spcBef>
              <a:buNone/>
              <a:defRPr sz="3600" kern="1200"/>
            </a:lvl5pPr>
          </a:lstStyle>
          <a:p>
            <a:pPr lvl="0" fontAlgn="base"/>
            <a:r>
              <a:rPr lang="en-US" altLang="zh-CN" strike="noStrike" noProof="1"/>
              <a:t>Click to edit Master subtitle style</a:t>
            </a:r>
            <a:endParaRPr lang="en-US" altLang="zh-CN"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8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8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8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803400"/>
            <a:ext cx="4110292" cy="2209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9059" y="1803400"/>
            <a:ext cx="4110292" cy="2209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8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9841"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629841" y="2505075"/>
            <a:ext cx="3868340" cy="36845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29150" y="2505075"/>
            <a:ext cx="3887391" cy="36845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8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8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8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8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987425"/>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8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89.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897" y="595313"/>
            <a:ext cx="2101453" cy="3417887"/>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63538" y="595313"/>
            <a:ext cx="6182536" cy="3417887"/>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90.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363538" y="595313"/>
            <a:ext cx="8405812" cy="3417887"/>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91.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628650" y="1825625"/>
            <a:ext cx="3886200" cy="435133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29150" y="1825625"/>
            <a:ext cx="3886200" cy="435133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9" Type="http://schemas.openxmlformats.org/officeDocument/2006/relationships/theme" Target="../theme/theme1.xml"/><Relationship Id="rId18" Type="http://schemas.openxmlformats.org/officeDocument/2006/relationships/vmlDrawing" Target="../drawings/vmlDrawing1.vml"/><Relationship Id="rId17" Type="http://schemas.openxmlformats.org/officeDocument/2006/relationships/image" Target="../media/image4.png"/><Relationship Id="rId16" Type="http://schemas.openxmlformats.org/officeDocument/2006/relationships/image" Target="../media/image3.png"/><Relationship Id="rId15" Type="http://schemas.openxmlformats.org/officeDocument/2006/relationships/oleObject" Target="../embeddings/oleObject1.bin"/><Relationship Id="rId14" Type="http://schemas.openxmlformats.org/officeDocument/2006/relationships/image" Target="../media/image2.jpeg"/><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2.xml"/><Relationship Id="rId8" Type="http://schemas.openxmlformats.org/officeDocument/2006/relationships/slideLayout" Target="../slideLayouts/slideLayout21.xml"/><Relationship Id="rId7" Type="http://schemas.openxmlformats.org/officeDocument/2006/relationships/slideLayout" Target="../slideLayouts/slideLayout20.xml"/><Relationship Id="rId6" Type="http://schemas.openxmlformats.org/officeDocument/2006/relationships/slideLayout" Target="../slideLayouts/slideLayout19.xml"/><Relationship Id="rId5" Type="http://schemas.openxmlformats.org/officeDocument/2006/relationships/slideLayout" Target="../slideLayouts/slideLayout18.xml"/><Relationship Id="rId4" Type="http://schemas.openxmlformats.org/officeDocument/2006/relationships/slideLayout" Target="../slideLayouts/slideLayout17.xml"/><Relationship Id="rId3" Type="http://schemas.openxmlformats.org/officeDocument/2006/relationships/slideLayout" Target="../slideLayouts/slideLayout16.xml"/><Relationship Id="rId2" Type="http://schemas.openxmlformats.org/officeDocument/2006/relationships/slideLayout" Target="../slideLayouts/slideLayout15.xml"/><Relationship Id="rId19" Type="http://schemas.openxmlformats.org/officeDocument/2006/relationships/theme" Target="../theme/theme2.xml"/><Relationship Id="rId18" Type="http://schemas.openxmlformats.org/officeDocument/2006/relationships/vmlDrawing" Target="../drawings/vmlDrawing2.vml"/><Relationship Id="rId17" Type="http://schemas.openxmlformats.org/officeDocument/2006/relationships/image" Target="../media/image4.png"/><Relationship Id="rId16" Type="http://schemas.openxmlformats.org/officeDocument/2006/relationships/image" Target="../media/image3.png"/><Relationship Id="rId15" Type="http://schemas.openxmlformats.org/officeDocument/2006/relationships/oleObject" Target="../embeddings/oleObject2.bin"/><Relationship Id="rId14" Type="http://schemas.openxmlformats.org/officeDocument/2006/relationships/image" Target="../media/image2.jpeg"/><Relationship Id="rId13" Type="http://schemas.openxmlformats.org/officeDocument/2006/relationships/slideLayout" Target="../slideLayouts/slideLayout26.xml"/><Relationship Id="rId12" Type="http://schemas.openxmlformats.org/officeDocument/2006/relationships/slideLayout" Target="../slideLayouts/slideLayout25.xml"/><Relationship Id="rId11" Type="http://schemas.openxmlformats.org/officeDocument/2006/relationships/slideLayout" Target="../slideLayouts/slideLayout24.xml"/><Relationship Id="rId10" Type="http://schemas.openxmlformats.org/officeDocument/2006/relationships/slideLayout" Target="../slideLayouts/slideLayout23.xml"/><Relationship Id="rId1" Type="http://schemas.openxmlformats.org/officeDocument/2006/relationships/slideLayout" Target="../slideLayouts/slideLayout14.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5.xml"/><Relationship Id="rId8" Type="http://schemas.openxmlformats.org/officeDocument/2006/relationships/slideLayout" Target="../slideLayouts/slideLayout34.xml"/><Relationship Id="rId7" Type="http://schemas.openxmlformats.org/officeDocument/2006/relationships/slideLayout" Target="../slideLayouts/slideLayout33.xml"/><Relationship Id="rId6" Type="http://schemas.openxmlformats.org/officeDocument/2006/relationships/slideLayout" Target="../slideLayouts/slideLayout32.xml"/><Relationship Id="rId5" Type="http://schemas.openxmlformats.org/officeDocument/2006/relationships/slideLayout" Target="../slideLayouts/slideLayout31.xml"/><Relationship Id="rId4" Type="http://schemas.openxmlformats.org/officeDocument/2006/relationships/slideLayout" Target="../slideLayouts/slideLayout30.xml"/><Relationship Id="rId3" Type="http://schemas.openxmlformats.org/officeDocument/2006/relationships/slideLayout" Target="../slideLayouts/slideLayout29.xml"/><Relationship Id="rId2" Type="http://schemas.openxmlformats.org/officeDocument/2006/relationships/slideLayout" Target="../slideLayouts/slideLayout28.xml"/><Relationship Id="rId19" Type="http://schemas.openxmlformats.org/officeDocument/2006/relationships/theme" Target="../theme/theme3.xml"/><Relationship Id="rId18" Type="http://schemas.openxmlformats.org/officeDocument/2006/relationships/vmlDrawing" Target="../drawings/vmlDrawing3.vml"/><Relationship Id="rId17" Type="http://schemas.openxmlformats.org/officeDocument/2006/relationships/image" Target="../media/image4.png"/><Relationship Id="rId16" Type="http://schemas.openxmlformats.org/officeDocument/2006/relationships/image" Target="../media/image3.png"/><Relationship Id="rId15" Type="http://schemas.openxmlformats.org/officeDocument/2006/relationships/oleObject" Target="../embeddings/oleObject3.bin"/><Relationship Id="rId14" Type="http://schemas.openxmlformats.org/officeDocument/2006/relationships/image" Target="../media/image2.jpeg"/><Relationship Id="rId13" Type="http://schemas.openxmlformats.org/officeDocument/2006/relationships/slideLayout" Target="../slideLayouts/slideLayout39.xml"/><Relationship Id="rId12" Type="http://schemas.openxmlformats.org/officeDocument/2006/relationships/slideLayout" Target="../slideLayouts/slideLayout38.xml"/><Relationship Id="rId11" Type="http://schemas.openxmlformats.org/officeDocument/2006/relationships/slideLayout" Target="../slideLayouts/slideLayout37.xml"/><Relationship Id="rId10" Type="http://schemas.openxmlformats.org/officeDocument/2006/relationships/slideLayout" Target="../slideLayouts/slideLayout36.xml"/><Relationship Id="rId1" Type="http://schemas.openxmlformats.org/officeDocument/2006/relationships/slideLayout" Target="../slideLayouts/slideLayout27.xml"/></Relationships>
</file>

<file path=ppt/slideMasters/_rels/slideMaster4.xml.rels><?xml version="1.0" encoding="UTF-8" standalone="yes"?>
<Relationships xmlns="http://schemas.openxmlformats.org/package/2006/relationships"><Relationship Id="rId9" Type="http://schemas.openxmlformats.org/officeDocument/2006/relationships/slideLayout" Target="../slideLayouts/slideLayout48.xml"/><Relationship Id="rId8" Type="http://schemas.openxmlformats.org/officeDocument/2006/relationships/slideLayout" Target="../slideLayouts/slideLayout47.xml"/><Relationship Id="rId7" Type="http://schemas.openxmlformats.org/officeDocument/2006/relationships/slideLayout" Target="../slideLayouts/slideLayout46.xml"/><Relationship Id="rId6" Type="http://schemas.openxmlformats.org/officeDocument/2006/relationships/slideLayout" Target="../slideLayouts/slideLayout45.xml"/><Relationship Id="rId5" Type="http://schemas.openxmlformats.org/officeDocument/2006/relationships/slideLayout" Target="../slideLayouts/slideLayout44.xml"/><Relationship Id="rId4" Type="http://schemas.openxmlformats.org/officeDocument/2006/relationships/slideLayout" Target="../slideLayouts/slideLayout43.xml"/><Relationship Id="rId3" Type="http://schemas.openxmlformats.org/officeDocument/2006/relationships/slideLayout" Target="../slideLayouts/slideLayout42.xml"/><Relationship Id="rId2" Type="http://schemas.openxmlformats.org/officeDocument/2006/relationships/slideLayout" Target="../slideLayouts/slideLayout41.xml"/><Relationship Id="rId19" Type="http://schemas.openxmlformats.org/officeDocument/2006/relationships/theme" Target="../theme/theme4.xml"/><Relationship Id="rId18" Type="http://schemas.openxmlformats.org/officeDocument/2006/relationships/vmlDrawing" Target="../drawings/vmlDrawing4.vml"/><Relationship Id="rId17" Type="http://schemas.openxmlformats.org/officeDocument/2006/relationships/image" Target="../media/image4.png"/><Relationship Id="rId16" Type="http://schemas.openxmlformats.org/officeDocument/2006/relationships/image" Target="../media/image3.png"/><Relationship Id="rId15" Type="http://schemas.openxmlformats.org/officeDocument/2006/relationships/oleObject" Target="../embeddings/oleObject4.bin"/><Relationship Id="rId14" Type="http://schemas.openxmlformats.org/officeDocument/2006/relationships/image" Target="../media/image2.jpeg"/><Relationship Id="rId13" Type="http://schemas.openxmlformats.org/officeDocument/2006/relationships/slideLayout" Target="../slideLayouts/slideLayout52.xml"/><Relationship Id="rId12" Type="http://schemas.openxmlformats.org/officeDocument/2006/relationships/slideLayout" Target="../slideLayouts/slideLayout51.xml"/><Relationship Id="rId11" Type="http://schemas.openxmlformats.org/officeDocument/2006/relationships/slideLayout" Target="../slideLayouts/slideLayout50.xml"/><Relationship Id="rId10" Type="http://schemas.openxmlformats.org/officeDocument/2006/relationships/slideLayout" Target="../slideLayouts/slideLayout49.xml"/><Relationship Id="rId1" Type="http://schemas.openxmlformats.org/officeDocument/2006/relationships/slideLayout" Target="../slideLayouts/slideLayout40.xml"/></Relationships>
</file>

<file path=ppt/slideMasters/_rels/slideMaster5.xml.rels><?xml version="1.0" encoding="UTF-8" standalone="yes"?>
<Relationships xmlns="http://schemas.openxmlformats.org/package/2006/relationships"><Relationship Id="rId9" Type="http://schemas.openxmlformats.org/officeDocument/2006/relationships/slideLayout" Target="../slideLayouts/slideLayout61.xml"/><Relationship Id="rId8" Type="http://schemas.openxmlformats.org/officeDocument/2006/relationships/slideLayout" Target="../slideLayouts/slideLayout60.xml"/><Relationship Id="rId7" Type="http://schemas.openxmlformats.org/officeDocument/2006/relationships/slideLayout" Target="../slideLayouts/slideLayout59.xml"/><Relationship Id="rId6" Type="http://schemas.openxmlformats.org/officeDocument/2006/relationships/slideLayout" Target="../slideLayouts/slideLayout58.xml"/><Relationship Id="rId5" Type="http://schemas.openxmlformats.org/officeDocument/2006/relationships/slideLayout" Target="../slideLayouts/slideLayout57.xml"/><Relationship Id="rId4" Type="http://schemas.openxmlformats.org/officeDocument/2006/relationships/slideLayout" Target="../slideLayouts/slideLayout56.xml"/><Relationship Id="rId3" Type="http://schemas.openxmlformats.org/officeDocument/2006/relationships/slideLayout" Target="../slideLayouts/slideLayout55.xml"/><Relationship Id="rId2" Type="http://schemas.openxmlformats.org/officeDocument/2006/relationships/slideLayout" Target="../slideLayouts/slideLayout54.xml"/><Relationship Id="rId19" Type="http://schemas.openxmlformats.org/officeDocument/2006/relationships/theme" Target="../theme/theme5.xml"/><Relationship Id="rId18" Type="http://schemas.openxmlformats.org/officeDocument/2006/relationships/vmlDrawing" Target="../drawings/vmlDrawing5.vml"/><Relationship Id="rId17" Type="http://schemas.openxmlformats.org/officeDocument/2006/relationships/image" Target="../media/image4.png"/><Relationship Id="rId16" Type="http://schemas.openxmlformats.org/officeDocument/2006/relationships/image" Target="../media/image3.png"/><Relationship Id="rId15" Type="http://schemas.openxmlformats.org/officeDocument/2006/relationships/oleObject" Target="../embeddings/oleObject5.bin"/><Relationship Id="rId14" Type="http://schemas.openxmlformats.org/officeDocument/2006/relationships/image" Target="../media/image2.jpeg"/><Relationship Id="rId13" Type="http://schemas.openxmlformats.org/officeDocument/2006/relationships/slideLayout" Target="../slideLayouts/slideLayout65.xml"/><Relationship Id="rId12" Type="http://schemas.openxmlformats.org/officeDocument/2006/relationships/slideLayout" Target="../slideLayouts/slideLayout64.xml"/><Relationship Id="rId11" Type="http://schemas.openxmlformats.org/officeDocument/2006/relationships/slideLayout" Target="../slideLayouts/slideLayout63.xml"/><Relationship Id="rId10" Type="http://schemas.openxmlformats.org/officeDocument/2006/relationships/slideLayout" Target="../slideLayouts/slideLayout62.xml"/><Relationship Id="rId1" Type="http://schemas.openxmlformats.org/officeDocument/2006/relationships/slideLayout" Target="../slideLayouts/slideLayout53.xml"/></Relationships>
</file>

<file path=ppt/slideMasters/_rels/slideMaster6.xml.rels><?xml version="1.0" encoding="UTF-8" standalone="yes"?>
<Relationships xmlns="http://schemas.openxmlformats.org/package/2006/relationships"><Relationship Id="rId9" Type="http://schemas.openxmlformats.org/officeDocument/2006/relationships/slideLayout" Target="../slideLayouts/slideLayout74.xml"/><Relationship Id="rId8" Type="http://schemas.openxmlformats.org/officeDocument/2006/relationships/slideLayout" Target="../slideLayouts/slideLayout73.xml"/><Relationship Id="rId7" Type="http://schemas.openxmlformats.org/officeDocument/2006/relationships/slideLayout" Target="../slideLayouts/slideLayout72.xml"/><Relationship Id="rId6" Type="http://schemas.openxmlformats.org/officeDocument/2006/relationships/slideLayout" Target="../slideLayouts/slideLayout71.xml"/><Relationship Id="rId5" Type="http://schemas.openxmlformats.org/officeDocument/2006/relationships/slideLayout" Target="../slideLayouts/slideLayout70.xml"/><Relationship Id="rId4" Type="http://schemas.openxmlformats.org/officeDocument/2006/relationships/slideLayout" Target="../slideLayouts/slideLayout69.xml"/><Relationship Id="rId3" Type="http://schemas.openxmlformats.org/officeDocument/2006/relationships/slideLayout" Target="../slideLayouts/slideLayout68.xml"/><Relationship Id="rId2" Type="http://schemas.openxmlformats.org/officeDocument/2006/relationships/slideLayout" Target="../slideLayouts/slideLayout67.xml"/><Relationship Id="rId19" Type="http://schemas.openxmlformats.org/officeDocument/2006/relationships/theme" Target="../theme/theme6.xml"/><Relationship Id="rId18" Type="http://schemas.openxmlformats.org/officeDocument/2006/relationships/vmlDrawing" Target="../drawings/vmlDrawing6.vml"/><Relationship Id="rId17" Type="http://schemas.openxmlformats.org/officeDocument/2006/relationships/image" Target="../media/image4.png"/><Relationship Id="rId16" Type="http://schemas.openxmlformats.org/officeDocument/2006/relationships/image" Target="../media/image3.png"/><Relationship Id="rId15" Type="http://schemas.openxmlformats.org/officeDocument/2006/relationships/oleObject" Target="../embeddings/oleObject6.bin"/><Relationship Id="rId14" Type="http://schemas.openxmlformats.org/officeDocument/2006/relationships/image" Target="../media/image2.jpeg"/><Relationship Id="rId13" Type="http://schemas.openxmlformats.org/officeDocument/2006/relationships/slideLayout" Target="../slideLayouts/slideLayout78.xml"/><Relationship Id="rId12" Type="http://schemas.openxmlformats.org/officeDocument/2006/relationships/slideLayout" Target="../slideLayouts/slideLayout77.xml"/><Relationship Id="rId11" Type="http://schemas.openxmlformats.org/officeDocument/2006/relationships/slideLayout" Target="../slideLayouts/slideLayout76.xml"/><Relationship Id="rId10" Type="http://schemas.openxmlformats.org/officeDocument/2006/relationships/slideLayout" Target="../slideLayouts/slideLayout75.xml"/><Relationship Id="rId1" Type="http://schemas.openxmlformats.org/officeDocument/2006/relationships/slideLayout" Target="../slideLayouts/slideLayout66.xml"/></Relationships>
</file>

<file path=ppt/slideMasters/_rels/slideMaster7.xml.rels><?xml version="1.0" encoding="UTF-8" standalone="yes"?>
<Relationships xmlns="http://schemas.openxmlformats.org/package/2006/relationships"><Relationship Id="rId9" Type="http://schemas.openxmlformats.org/officeDocument/2006/relationships/slideLayout" Target="../slideLayouts/slideLayout87.xml"/><Relationship Id="rId8" Type="http://schemas.openxmlformats.org/officeDocument/2006/relationships/slideLayout" Target="../slideLayouts/slideLayout86.xml"/><Relationship Id="rId7" Type="http://schemas.openxmlformats.org/officeDocument/2006/relationships/slideLayout" Target="../slideLayouts/slideLayout85.xml"/><Relationship Id="rId6" Type="http://schemas.openxmlformats.org/officeDocument/2006/relationships/slideLayout" Target="../slideLayouts/slideLayout84.xml"/><Relationship Id="rId5" Type="http://schemas.openxmlformats.org/officeDocument/2006/relationships/slideLayout" Target="../slideLayouts/slideLayout83.xml"/><Relationship Id="rId4" Type="http://schemas.openxmlformats.org/officeDocument/2006/relationships/slideLayout" Target="../slideLayouts/slideLayout82.xml"/><Relationship Id="rId3" Type="http://schemas.openxmlformats.org/officeDocument/2006/relationships/slideLayout" Target="../slideLayouts/slideLayout81.xml"/><Relationship Id="rId2" Type="http://schemas.openxmlformats.org/officeDocument/2006/relationships/slideLayout" Target="../slideLayouts/slideLayout80.xml"/><Relationship Id="rId19" Type="http://schemas.openxmlformats.org/officeDocument/2006/relationships/theme" Target="../theme/theme7.xml"/><Relationship Id="rId18" Type="http://schemas.openxmlformats.org/officeDocument/2006/relationships/vmlDrawing" Target="../drawings/vmlDrawing7.vml"/><Relationship Id="rId17" Type="http://schemas.openxmlformats.org/officeDocument/2006/relationships/image" Target="../media/image4.png"/><Relationship Id="rId16" Type="http://schemas.openxmlformats.org/officeDocument/2006/relationships/image" Target="../media/image3.png"/><Relationship Id="rId15" Type="http://schemas.openxmlformats.org/officeDocument/2006/relationships/oleObject" Target="../embeddings/oleObject7.bin"/><Relationship Id="rId14" Type="http://schemas.openxmlformats.org/officeDocument/2006/relationships/image" Target="../media/image2.jpeg"/><Relationship Id="rId13" Type="http://schemas.openxmlformats.org/officeDocument/2006/relationships/slideLayout" Target="../slideLayouts/slideLayout91.xml"/><Relationship Id="rId12" Type="http://schemas.openxmlformats.org/officeDocument/2006/relationships/slideLayout" Target="../slideLayouts/slideLayout90.xml"/><Relationship Id="rId11" Type="http://schemas.openxmlformats.org/officeDocument/2006/relationships/slideLayout" Target="../slideLayouts/slideLayout89.xml"/><Relationship Id="rId10" Type="http://schemas.openxmlformats.org/officeDocument/2006/relationships/slideLayout" Target="../slideLayouts/slideLayout88.xml"/><Relationship Id="rId1" Type="http://schemas.openxmlformats.org/officeDocument/2006/relationships/slideLayout" Target="../slideLayouts/slideLayout7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0">
          <a:blip r:embed="rId14"/>
          <a:stretch>
            <a:fillRect/>
          </a:stretch>
        </a:blipFill>
        <a:effectLst/>
      </p:bgPr>
    </p:bg>
    <p:spTree>
      <p:nvGrpSpPr>
        <p:cNvPr id="1" name=""/>
        <p:cNvGrpSpPr/>
        <p:nvPr/>
      </p:nvGrpSpPr>
      <p:grpSpPr/>
      <p:sp>
        <p:nvSpPr>
          <p:cNvPr id="1026" name="标题 1025"/>
          <p:cNvSpPr>
            <a:spLocks noGrp="1"/>
          </p:cNvSpPr>
          <p:nvPr>
            <p:ph type="title"/>
          </p:nvPr>
        </p:nvSpPr>
        <p:spPr>
          <a:xfrm>
            <a:off x="363538" y="595313"/>
            <a:ext cx="8393113" cy="749300"/>
          </a:xfrm>
          <a:prstGeom prst="rect">
            <a:avLst/>
          </a:prstGeom>
          <a:noFill/>
          <a:ln w="9525">
            <a:noFill/>
            <a:miter/>
          </a:ln>
        </p:spPr>
        <p:txBody>
          <a:bodyPr>
            <a:spAutoFit/>
          </a:bodyPr>
          <a:p>
            <a:pPr lvl="0" fontAlgn="base"/>
            <a:r>
              <a:rPr lang="en-US" altLang="zh-CN" strike="noStrike" noProof="1"/>
              <a:t>Click to edit Title Slide</a:t>
            </a:r>
            <a:endParaRPr lang="en-US" altLang="zh-CN" strike="noStrike" noProof="1"/>
          </a:p>
        </p:txBody>
      </p:sp>
      <p:sp>
        <p:nvSpPr>
          <p:cNvPr id="1027" name="文本占位符 1026"/>
          <p:cNvSpPr>
            <a:spLocks noGrp="1"/>
          </p:cNvSpPr>
          <p:nvPr>
            <p:ph type="body" idx="1"/>
          </p:nvPr>
        </p:nvSpPr>
        <p:spPr>
          <a:xfrm>
            <a:off x="381000" y="1803400"/>
            <a:ext cx="8388350" cy="2209800"/>
          </a:xfrm>
          <a:prstGeom prst="rect">
            <a:avLst/>
          </a:prstGeom>
          <a:noFill/>
          <a:ln w="9525">
            <a:noFill/>
            <a:miter/>
          </a:ln>
        </p:spPr>
        <p:txBody>
          <a:bodyPr>
            <a:spAutoFit/>
          </a:bodyPr>
          <a:p>
            <a:pPr lvl="0" fontAlgn="base"/>
            <a:r>
              <a:rPr lang="en-US" altLang="zh-CN" strike="noStrike" noProof="1"/>
              <a:t>Click to edit Master text styles</a:t>
            </a:r>
            <a:endParaRPr lang="en-US" altLang="zh-CN" strike="noStrike" noProof="1"/>
          </a:p>
          <a:p>
            <a:pPr lvl="1" fontAlgn="base"/>
            <a:r>
              <a:rPr lang="en-US" altLang="zh-CN" strike="noStrike" noProof="1"/>
              <a:t>Second level</a:t>
            </a:r>
            <a:endParaRPr lang="en-US" altLang="zh-CN" strike="noStrike" noProof="1"/>
          </a:p>
          <a:p>
            <a:pPr lvl="2" fontAlgn="base"/>
            <a:r>
              <a:rPr lang="en-US" altLang="zh-CN" strike="noStrike" noProof="1"/>
              <a:t>Third level</a:t>
            </a:r>
            <a:endParaRPr lang="en-US" altLang="zh-CN" strike="noStrike" noProof="1"/>
          </a:p>
          <a:p>
            <a:pPr lvl="3" fontAlgn="base"/>
            <a:r>
              <a:rPr lang="en-US" altLang="zh-CN" strike="noStrike" noProof="1"/>
              <a:t>Fourth level</a:t>
            </a:r>
            <a:endParaRPr lang="en-US" altLang="zh-CN" strike="noStrike" noProof="1"/>
          </a:p>
          <a:p>
            <a:pPr lvl="4" fontAlgn="base"/>
            <a:r>
              <a:rPr lang="en-US" altLang="zh-CN" strike="noStrike" noProof="1"/>
              <a:t>Fifth level</a:t>
            </a:r>
            <a:endParaRPr lang="en-US" altLang="zh-CN" strike="noStrike" noProof="1"/>
          </a:p>
        </p:txBody>
      </p:sp>
      <p:sp>
        <p:nvSpPr>
          <p:cNvPr id="1028" name="文本框 1027"/>
          <p:cNvSpPr txBox="1"/>
          <p:nvPr/>
        </p:nvSpPr>
        <p:spPr>
          <a:xfrm>
            <a:off x="2312988" y="4505325"/>
            <a:ext cx="1752600" cy="420688"/>
          </a:xfrm>
          <a:prstGeom prst="rect">
            <a:avLst/>
          </a:prstGeom>
          <a:noFill/>
          <a:ln w="9525">
            <a:noFill/>
            <a:miter/>
          </a:ln>
        </p:spPr>
        <p:txBody>
          <a:bodyPr anchor="t">
            <a:spAutoFit/>
          </a:bodyPr>
          <a:p>
            <a:pPr lvl="2" indent="0" algn="l">
              <a:lnSpc>
                <a:spcPct val="120000"/>
              </a:lnSpc>
              <a:spcBef>
                <a:spcPct val="50000"/>
              </a:spcBef>
              <a:buClr>
                <a:schemeClr val="tx2"/>
              </a:buClr>
              <a:buSzPct val="95000"/>
              <a:buFont typeface="Wingdings" panose="05000000000000000000" pitchFamily="2" charset="2"/>
              <a:buNone/>
            </a:pPr>
            <a:endParaRPr sz="1800" b="0">
              <a:solidFill>
                <a:srgbClr val="4138FA"/>
              </a:solidFill>
              <a:latin typeface="Arial" panose="02080604020202020204" pitchFamily="34" charset="0"/>
              <a:ea typeface="宋体" panose="02010600030101010101" pitchFamily="2" charset="-122"/>
            </a:endParaRPr>
          </a:p>
        </p:txBody>
      </p:sp>
      <p:graphicFrame>
        <p:nvGraphicFramePr>
          <p:cNvPr id="1029" name="对象 1028"/>
          <p:cNvGraphicFramePr>
            <a:graphicFrameLocks noChangeAspect="1"/>
          </p:cNvGraphicFramePr>
          <p:nvPr/>
        </p:nvGraphicFramePr>
        <p:xfrm>
          <a:off x="0" y="0"/>
          <a:ext cx="838200" cy="517525"/>
        </p:xfrm>
        <a:graphic>
          <a:graphicData uri="http://schemas.openxmlformats.org/presentationml/2006/ole">
            <mc:AlternateContent xmlns:mc="http://schemas.openxmlformats.org/markup-compatibility/2006">
              <mc:Choice xmlns:v="urn:schemas-microsoft-com:vml" Requires="v">
                <p:oleObj spid="_x0000_s3077" name="" r:id="rId15" imgW="838200" imgH="647700" progId="Paint.Picture">
                  <p:embed/>
                </p:oleObj>
              </mc:Choice>
              <mc:Fallback>
                <p:oleObj name="" r:id="rId15" imgW="838200" imgH="647700" progId="Paint.Picture">
                  <p:embed/>
                  <p:pic>
                    <p:nvPicPr>
                      <p:cNvPr id="0" name="图片 3076"/>
                      <p:cNvPicPr/>
                      <p:nvPr/>
                    </p:nvPicPr>
                    <p:blipFill>
                      <a:blip r:embed="rId16"/>
                      <a:stretch>
                        <a:fillRect/>
                      </a:stretch>
                    </p:blipFill>
                    <p:spPr>
                      <a:xfrm>
                        <a:off x="0" y="0"/>
                        <a:ext cx="838200" cy="517525"/>
                      </a:xfrm>
                      <a:prstGeom prst="rect">
                        <a:avLst/>
                      </a:prstGeom>
                      <a:noFill/>
                      <a:ln w="38100">
                        <a:noFill/>
                        <a:miter/>
                      </a:ln>
                    </p:spPr>
                  </p:pic>
                </p:oleObj>
              </mc:Fallback>
            </mc:AlternateContent>
          </a:graphicData>
        </a:graphic>
      </p:graphicFrame>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mc:AlternateContent xmlns:mc="http://schemas.openxmlformats.org/markup-compatibility/2006">
    <mc:Choice xmlns:p14="http://schemas.microsoft.com/office/powerpoint/2010/main" Requires="p14">
      <p:transition p14:dur="500"/>
    </mc:Choice>
    <mc:Fallback>
      <p:transition/>
    </mc:Fallback>
  </mc:AlternateContent>
  <p:hf sldNum="0" hdr="0" ftr="0" dt="0"/>
  <p:txStyles>
    <p:title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mj-lt"/>
          <a:ea typeface="+mj-ea"/>
          <a:cs typeface="+mj-cs"/>
        </a:defRPr>
      </a:lvl1pPr>
    </p:titleStyle>
    <p:body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3200" b="0" i="0" u="none" kern="1200" baseline="0">
          <a:solidFill>
            <a:schemeClr val="bg2"/>
          </a:solidFill>
          <a:effectLst>
            <a:outerShdw blurRad="38100" dist="38100" dir="2700000">
              <a:srgbClr val="000000"/>
            </a:outerShdw>
          </a:effectLst>
          <a:latin typeface="+mn-lt"/>
          <a:ea typeface="+mn-ea"/>
          <a:cs typeface="+mn-cs"/>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5pPr>
      <a:lvl6pPr marL="2514600" lvl="5"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6pPr>
      <a:lvl7pPr marL="2971800" lvl="6"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7pPr>
      <a:lvl8pPr marL="3429000" lvl="7"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8pPr>
      <a:lvl9pPr marL="3886200" lvl="8"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9pPr>
    </p:bodyStyle>
    <p:otherStyle>
      <a:lvl1pPr marL="0" lvl="0" indent="0" algn="l" defTabSz="91440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2pPr>
      <a:lvl3pPr marL="914400" lvl="2"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3pPr>
      <a:lvl4pPr marL="1371600" lvl="3"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4pPr>
      <a:lvl5pPr marL="1828800" lvl="4"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5pPr>
      <a:lvl6pPr marL="2286000" lvl="5"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6pPr>
      <a:lvl7pPr marL="2743200" lvl="6"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7pPr>
      <a:lvl8pPr marL="3200400" lvl="7"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8pPr>
      <a:lvl9pPr marL="3657600" lvl="8"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rotWithShape="0">
          <a:blip r:embed="rId14"/>
          <a:stretch>
            <a:fillRect/>
          </a:stretch>
        </a:blipFill>
        <a:effectLst/>
      </p:bgPr>
    </p:bg>
    <p:spTree>
      <p:nvGrpSpPr>
        <p:cNvPr id="1" name=""/>
        <p:cNvGrpSpPr/>
        <p:nvPr/>
      </p:nvGrpSpPr>
      <p:grpSpPr/>
      <p:sp>
        <p:nvSpPr>
          <p:cNvPr id="1026" name="标题 1025"/>
          <p:cNvSpPr>
            <a:spLocks noGrp="1"/>
          </p:cNvSpPr>
          <p:nvPr>
            <p:ph type="title"/>
          </p:nvPr>
        </p:nvSpPr>
        <p:spPr>
          <a:xfrm>
            <a:off x="363538" y="595313"/>
            <a:ext cx="8393113" cy="749300"/>
          </a:xfrm>
          <a:prstGeom prst="rect">
            <a:avLst/>
          </a:prstGeom>
          <a:noFill/>
          <a:ln w="9525">
            <a:noFill/>
            <a:miter/>
          </a:ln>
        </p:spPr>
        <p:txBody>
          <a:bodyPr>
            <a:spAutoFit/>
          </a:bodyPr>
          <a:p>
            <a:pPr lvl="0" fontAlgn="base"/>
            <a:r>
              <a:rPr lang="en-US" altLang="zh-CN" strike="noStrike" noProof="1"/>
              <a:t>Click to edit Title Slide</a:t>
            </a:r>
            <a:endParaRPr lang="en-US" altLang="zh-CN" strike="noStrike" noProof="1"/>
          </a:p>
        </p:txBody>
      </p:sp>
      <p:sp>
        <p:nvSpPr>
          <p:cNvPr id="1027" name="文本占位符 1026"/>
          <p:cNvSpPr>
            <a:spLocks noGrp="1"/>
          </p:cNvSpPr>
          <p:nvPr>
            <p:ph type="body" idx="1"/>
          </p:nvPr>
        </p:nvSpPr>
        <p:spPr>
          <a:xfrm>
            <a:off x="381000" y="1803400"/>
            <a:ext cx="8388350" cy="2209800"/>
          </a:xfrm>
          <a:prstGeom prst="rect">
            <a:avLst/>
          </a:prstGeom>
          <a:noFill/>
          <a:ln w="9525">
            <a:noFill/>
            <a:miter/>
          </a:ln>
        </p:spPr>
        <p:txBody>
          <a:bodyPr>
            <a:spAutoFit/>
          </a:bodyPr>
          <a:p>
            <a:pPr lvl="0" fontAlgn="base"/>
            <a:r>
              <a:rPr lang="en-US" altLang="zh-CN" strike="noStrike" noProof="1"/>
              <a:t>Click to edit Master text styles</a:t>
            </a:r>
            <a:endParaRPr lang="en-US" altLang="zh-CN" strike="noStrike" noProof="1"/>
          </a:p>
          <a:p>
            <a:pPr lvl="1" fontAlgn="base"/>
            <a:r>
              <a:rPr lang="en-US" altLang="zh-CN" strike="noStrike" noProof="1"/>
              <a:t>Second level</a:t>
            </a:r>
            <a:endParaRPr lang="en-US" altLang="zh-CN" strike="noStrike" noProof="1"/>
          </a:p>
          <a:p>
            <a:pPr lvl="2" fontAlgn="base"/>
            <a:r>
              <a:rPr lang="en-US" altLang="zh-CN" strike="noStrike" noProof="1"/>
              <a:t>Third level</a:t>
            </a:r>
            <a:endParaRPr lang="en-US" altLang="zh-CN" strike="noStrike" noProof="1"/>
          </a:p>
          <a:p>
            <a:pPr lvl="3" fontAlgn="base"/>
            <a:r>
              <a:rPr lang="en-US" altLang="zh-CN" strike="noStrike" noProof="1"/>
              <a:t>Fourth level</a:t>
            </a:r>
            <a:endParaRPr lang="en-US" altLang="zh-CN" strike="noStrike" noProof="1"/>
          </a:p>
          <a:p>
            <a:pPr lvl="4" fontAlgn="base"/>
            <a:r>
              <a:rPr lang="en-US" altLang="zh-CN" strike="noStrike" noProof="1"/>
              <a:t>Fifth level</a:t>
            </a:r>
            <a:endParaRPr lang="en-US" altLang="zh-CN" strike="noStrike" noProof="1"/>
          </a:p>
        </p:txBody>
      </p:sp>
      <p:sp>
        <p:nvSpPr>
          <p:cNvPr id="1028" name="文本框 1027"/>
          <p:cNvSpPr txBox="1"/>
          <p:nvPr/>
        </p:nvSpPr>
        <p:spPr>
          <a:xfrm>
            <a:off x="2312988" y="4505325"/>
            <a:ext cx="1752600" cy="420688"/>
          </a:xfrm>
          <a:prstGeom prst="rect">
            <a:avLst/>
          </a:prstGeom>
          <a:noFill/>
          <a:ln w="9525">
            <a:noFill/>
            <a:miter/>
          </a:ln>
        </p:spPr>
        <p:txBody>
          <a:bodyPr anchor="t">
            <a:spAutoFit/>
          </a:bodyPr>
          <a:p>
            <a:pPr lvl="2" indent="0" algn="l">
              <a:lnSpc>
                <a:spcPct val="120000"/>
              </a:lnSpc>
              <a:spcBef>
                <a:spcPct val="50000"/>
              </a:spcBef>
              <a:buClr>
                <a:schemeClr val="tx2"/>
              </a:buClr>
              <a:buSzPct val="95000"/>
              <a:buFont typeface="Wingdings" panose="05000000000000000000" pitchFamily="2" charset="2"/>
              <a:buNone/>
            </a:pPr>
            <a:endParaRPr sz="1800" b="0">
              <a:solidFill>
                <a:srgbClr val="4138FA"/>
              </a:solidFill>
              <a:latin typeface="Arial" panose="02080604020202020204" pitchFamily="34" charset="0"/>
              <a:ea typeface="宋体" panose="02010600030101010101" pitchFamily="2" charset="-122"/>
            </a:endParaRPr>
          </a:p>
        </p:txBody>
      </p:sp>
      <p:graphicFrame>
        <p:nvGraphicFramePr>
          <p:cNvPr id="1029" name="对象 1028"/>
          <p:cNvGraphicFramePr>
            <a:graphicFrameLocks noChangeAspect="1"/>
          </p:cNvGraphicFramePr>
          <p:nvPr/>
        </p:nvGraphicFramePr>
        <p:xfrm>
          <a:off x="0" y="0"/>
          <a:ext cx="838200" cy="517525"/>
        </p:xfrm>
        <a:graphic>
          <a:graphicData uri="http://schemas.openxmlformats.org/presentationml/2006/ole">
            <mc:AlternateContent xmlns:mc="http://schemas.openxmlformats.org/markup-compatibility/2006">
              <mc:Choice xmlns:v="urn:schemas-microsoft-com:vml" Requires="v">
                <p:oleObj spid="_x0000_s3077" name="" r:id="rId15" imgW="838200" imgH="647700" progId="Paint.Picture">
                  <p:embed/>
                </p:oleObj>
              </mc:Choice>
              <mc:Fallback>
                <p:oleObj name="" r:id="rId15" imgW="838200" imgH="647700" progId="Paint.Picture">
                  <p:embed/>
                  <p:pic>
                    <p:nvPicPr>
                      <p:cNvPr id="0" name="图片 3076"/>
                      <p:cNvPicPr/>
                      <p:nvPr/>
                    </p:nvPicPr>
                    <p:blipFill>
                      <a:blip r:embed="rId16"/>
                      <a:stretch>
                        <a:fillRect/>
                      </a:stretch>
                    </p:blipFill>
                    <p:spPr>
                      <a:xfrm>
                        <a:off x="0" y="0"/>
                        <a:ext cx="838200" cy="517525"/>
                      </a:xfrm>
                      <a:prstGeom prst="rect">
                        <a:avLst/>
                      </a:prstGeom>
                      <a:noFill/>
                      <a:ln w="38100">
                        <a:noFill/>
                        <a:miter/>
                      </a:ln>
                    </p:spPr>
                  </p:pic>
                </p:oleObj>
              </mc:Fallback>
            </mc:AlternateContent>
          </a:graphicData>
        </a:graphic>
      </p:graphicFrame>
    </p:spTree>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 id="2147483675" r:id="rId13"/>
  </p:sldLayoutIdLst>
  <mc:AlternateContent xmlns:mc="http://schemas.openxmlformats.org/markup-compatibility/2006">
    <mc:Choice xmlns:p14="http://schemas.microsoft.com/office/powerpoint/2010/main" Requires="p14">
      <p:transition p14:dur="500"/>
    </mc:Choice>
    <mc:Fallback>
      <p:transition/>
    </mc:Fallback>
  </mc:AlternateContent>
  <p:hf sldNum="0" hdr="0" ftr="0" dt="0"/>
  <p:txStyles>
    <p:title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mj-lt"/>
          <a:ea typeface="+mj-ea"/>
          <a:cs typeface="+mj-cs"/>
        </a:defRPr>
      </a:lvl1pPr>
    </p:titleStyle>
    <p:body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3200" b="0" i="0" u="none" kern="1200" baseline="0">
          <a:solidFill>
            <a:schemeClr val="bg2"/>
          </a:solidFill>
          <a:effectLst>
            <a:outerShdw blurRad="38100" dist="38100" dir="2700000">
              <a:srgbClr val="000000"/>
            </a:outerShdw>
          </a:effectLst>
          <a:latin typeface="+mn-lt"/>
          <a:ea typeface="+mn-ea"/>
          <a:cs typeface="+mn-cs"/>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5pPr>
      <a:lvl6pPr marL="2514600" lvl="5"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6pPr>
      <a:lvl7pPr marL="2971800" lvl="6"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7pPr>
      <a:lvl8pPr marL="3429000" lvl="7"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8pPr>
      <a:lvl9pPr marL="3886200" lvl="8"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9pPr>
    </p:bodyStyle>
    <p:otherStyle>
      <a:lvl1pPr marL="0" lvl="0" indent="0" algn="l" defTabSz="91440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2pPr>
      <a:lvl3pPr marL="914400" lvl="2"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3pPr>
      <a:lvl4pPr marL="1371600" lvl="3"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4pPr>
      <a:lvl5pPr marL="1828800" lvl="4"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5pPr>
      <a:lvl6pPr marL="2286000" lvl="5"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6pPr>
      <a:lvl7pPr marL="2743200" lvl="6"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7pPr>
      <a:lvl8pPr marL="3200400" lvl="7"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8pPr>
      <a:lvl9pPr marL="3657600" lvl="8"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blipFill rotWithShape="0">
          <a:blip r:embed="rId14"/>
          <a:stretch>
            <a:fillRect/>
          </a:stretch>
        </a:blipFill>
        <a:effectLst/>
      </p:bgPr>
    </p:bg>
    <p:spTree>
      <p:nvGrpSpPr>
        <p:cNvPr id="1" name=""/>
        <p:cNvGrpSpPr/>
        <p:nvPr/>
      </p:nvGrpSpPr>
      <p:grpSpPr/>
      <p:sp>
        <p:nvSpPr>
          <p:cNvPr id="1026" name="标题 1025"/>
          <p:cNvSpPr>
            <a:spLocks noGrp="1"/>
          </p:cNvSpPr>
          <p:nvPr>
            <p:ph type="title"/>
          </p:nvPr>
        </p:nvSpPr>
        <p:spPr>
          <a:xfrm>
            <a:off x="363538" y="595313"/>
            <a:ext cx="8393113" cy="749300"/>
          </a:xfrm>
          <a:prstGeom prst="rect">
            <a:avLst/>
          </a:prstGeom>
          <a:noFill/>
          <a:ln w="9525">
            <a:noFill/>
            <a:miter/>
          </a:ln>
        </p:spPr>
        <p:txBody>
          <a:bodyPr>
            <a:spAutoFit/>
          </a:bodyPr>
          <a:p>
            <a:pPr lvl="0" fontAlgn="base"/>
            <a:r>
              <a:rPr lang="en-US" altLang="zh-CN" strike="noStrike" noProof="1"/>
              <a:t>Click to edit Title Slide</a:t>
            </a:r>
            <a:endParaRPr lang="en-US" altLang="zh-CN" strike="noStrike" noProof="1"/>
          </a:p>
        </p:txBody>
      </p:sp>
      <p:sp>
        <p:nvSpPr>
          <p:cNvPr id="1027" name="文本占位符 1026"/>
          <p:cNvSpPr>
            <a:spLocks noGrp="1"/>
          </p:cNvSpPr>
          <p:nvPr>
            <p:ph type="body" idx="1"/>
          </p:nvPr>
        </p:nvSpPr>
        <p:spPr>
          <a:xfrm>
            <a:off x="381000" y="1803400"/>
            <a:ext cx="8388350" cy="2209800"/>
          </a:xfrm>
          <a:prstGeom prst="rect">
            <a:avLst/>
          </a:prstGeom>
          <a:noFill/>
          <a:ln w="9525">
            <a:noFill/>
            <a:miter/>
          </a:ln>
        </p:spPr>
        <p:txBody>
          <a:bodyPr>
            <a:spAutoFit/>
          </a:bodyPr>
          <a:p>
            <a:pPr lvl="0" fontAlgn="base"/>
            <a:r>
              <a:rPr lang="en-US" altLang="zh-CN" strike="noStrike" noProof="1"/>
              <a:t>Click to edit Master text styles</a:t>
            </a:r>
            <a:endParaRPr lang="en-US" altLang="zh-CN" strike="noStrike" noProof="1"/>
          </a:p>
          <a:p>
            <a:pPr lvl="1" fontAlgn="base"/>
            <a:r>
              <a:rPr lang="en-US" altLang="zh-CN" strike="noStrike" noProof="1"/>
              <a:t>Second level</a:t>
            </a:r>
            <a:endParaRPr lang="en-US" altLang="zh-CN" strike="noStrike" noProof="1"/>
          </a:p>
          <a:p>
            <a:pPr lvl="2" fontAlgn="base"/>
            <a:r>
              <a:rPr lang="en-US" altLang="zh-CN" strike="noStrike" noProof="1"/>
              <a:t>Third level</a:t>
            </a:r>
            <a:endParaRPr lang="en-US" altLang="zh-CN" strike="noStrike" noProof="1"/>
          </a:p>
          <a:p>
            <a:pPr lvl="3" fontAlgn="base"/>
            <a:r>
              <a:rPr lang="en-US" altLang="zh-CN" strike="noStrike" noProof="1"/>
              <a:t>Fourth level</a:t>
            </a:r>
            <a:endParaRPr lang="en-US" altLang="zh-CN" strike="noStrike" noProof="1"/>
          </a:p>
          <a:p>
            <a:pPr lvl="4" fontAlgn="base"/>
            <a:r>
              <a:rPr lang="en-US" altLang="zh-CN" strike="noStrike" noProof="1"/>
              <a:t>Fifth level</a:t>
            </a:r>
            <a:endParaRPr lang="en-US" altLang="zh-CN" strike="noStrike" noProof="1"/>
          </a:p>
        </p:txBody>
      </p:sp>
      <p:sp>
        <p:nvSpPr>
          <p:cNvPr id="1028" name="文本框 1027"/>
          <p:cNvSpPr txBox="1"/>
          <p:nvPr/>
        </p:nvSpPr>
        <p:spPr>
          <a:xfrm>
            <a:off x="2312988" y="4505325"/>
            <a:ext cx="1752600" cy="420688"/>
          </a:xfrm>
          <a:prstGeom prst="rect">
            <a:avLst/>
          </a:prstGeom>
          <a:noFill/>
          <a:ln w="9525">
            <a:noFill/>
            <a:miter/>
          </a:ln>
        </p:spPr>
        <p:txBody>
          <a:bodyPr anchor="t">
            <a:spAutoFit/>
          </a:bodyPr>
          <a:p>
            <a:pPr lvl="2" indent="0" algn="l">
              <a:lnSpc>
                <a:spcPct val="120000"/>
              </a:lnSpc>
              <a:spcBef>
                <a:spcPct val="50000"/>
              </a:spcBef>
              <a:buClr>
                <a:schemeClr val="tx2"/>
              </a:buClr>
              <a:buSzPct val="95000"/>
              <a:buFont typeface="Wingdings" panose="05000000000000000000" pitchFamily="2" charset="2"/>
              <a:buNone/>
            </a:pPr>
            <a:endParaRPr sz="1800" b="0">
              <a:solidFill>
                <a:srgbClr val="4138FA"/>
              </a:solidFill>
              <a:latin typeface="Arial" panose="02080604020202020204" pitchFamily="34" charset="0"/>
              <a:ea typeface="宋体" panose="02010600030101010101" pitchFamily="2" charset="-122"/>
            </a:endParaRPr>
          </a:p>
        </p:txBody>
      </p:sp>
      <p:graphicFrame>
        <p:nvGraphicFramePr>
          <p:cNvPr id="1029" name="对象 1028"/>
          <p:cNvGraphicFramePr>
            <a:graphicFrameLocks noChangeAspect="1"/>
          </p:cNvGraphicFramePr>
          <p:nvPr/>
        </p:nvGraphicFramePr>
        <p:xfrm>
          <a:off x="0" y="0"/>
          <a:ext cx="838200" cy="517525"/>
        </p:xfrm>
        <a:graphic>
          <a:graphicData uri="http://schemas.openxmlformats.org/presentationml/2006/ole">
            <mc:AlternateContent xmlns:mc="http://schemas.openxmlformats.org/markup-compatibility/2006">
              <mc:Choice xmlns:v="urn:schemas-microsoft-com:vml" Requires="v">
                <p:oleObj spid="_x0000_s3077" name="" r:id="rId15" imgW="838200" imgH="647700" progId="Paint.Picture">
                  <p:embed/>
                </p:oleObj>
              </mc:Choice>
              <mc:Fallback>
                <p:oleObj name="" r:id="rId15" imgW="838200" imgH="647700" progId="Paint.Picture">
                  <p:embed/>
                  <p:pic>
                    <p:nvPicPr>
                      <p:cNvPr id="0" name="图片 3076"/>
                      <p:cNvPicPr/>
                      <p:nvPr/>
                    </p:nvPicPr>
                    <p:blipFill>
                      <a:blip r:embed="rId16"/>
                      <a:stretch>
                        <a:fillRect/>
                      </a:stretch>
                    </p:blipFill>
                    <p:spPr>
                      <a:xfrm>
                        <a:off x="0" y="0"/>
                        <a:ext cx="838200" cy="517525"/>
                      </a:xfrm>
                      <a:prstGeom prst="rect">
                        <a:avLst/>
                      </a:prstGeom>
                      <a:noFill/>
                      <a:ln w="38100">
                        <a:noFill/>
                        <a:miter/>
                      </a:ln>
                    </p:spPr>
                  </p:pic>
                </p:oleObj>
              </mc:Fallback>
            </mc:AlternateContent>
          </a:graphicData>
        </a:graphic>
      </p:graphicFrame>
    </p:spTree>
  </p:cSld>
  <p:clrMap bg1="lt1" tx1="dk1" bg2="lt2" tx2="dk2" accent1="accent1" accent2="accent2" accent3="accent3" accent4="accent4" accent5="accent5" accent6="accent6" hlink="hlink" folHlink="folHlink"/>
  <p:sldLayoutIdLst>
    <p:sldLayoutId id="2147483677" r:id="rId1"/>
    <p:sldLayoutId id="2147483678" r:id="rId2"/>
    <p:sldLayoutId id="2147483679" r:id="rId3"/>
    <p:sldLayoutId id="2147483680" r:id="rId4"/>
    <p:sldLayoutId id="2147483681" r:id="rId5"/>
    <p:sldLayoutId id="2147483682" r:id="rId6"/>
    <p:sldLayoutId id="2147483683" r:id="rId7"/>
    <p:sldLayoutId id="2147483684" r:id="rId8"/>
    <p:sldLayoutId id="2147483685" r:id="rId9"/>
    <p:sldLayoutId id="2147483686" r:id="rId10"/>
    <p:sldLayoutId id="2147483687" r:id="rId11"/>
    <p:sldLayoutId id="2147483688" r:id="rId12"/>
    <p:sldLayoutId id="2147483689" r:id="rId13"/>
  </p:sldLayoutIdLst>
  <mc:AlternateContent xmlns:mc="http://schemas.openxmlformats.org/markup-compatibility/2006">
    <mc:Choice xmlns:p14="http://schemas.microsoft.com/office/powerpoint/2010/main" Requires="p14">
      <p:transition p14:dur="500"/>
    </mc:Choice>
    <mc:Fallback>
      <p:transition/>
    </mc:Fallback>
  </mc:AlternateContent>
  <p:hf sldNum="0" hdr="0" ftr="0" dt="0"/>
  <p:txStyles>
    <p:title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mj-lt"/>
          <a:ea typeface="+mj-ea"/>
          <a:cs typeface="+mj-cs"/>
        </a:defRPr>
      </a:lvl1pPr>
    </p:titleStyle>
    <p:body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3200" b="0" i="0" u="none" kern="1200" baseline="0">
          <a:solidFill>
            <a:schemeClr val="bg2"/>
          </a:solidFill>
          <a:effectLst>
            <a:outerShdw blurRad="38100" dist="38100" dir="2700000">
              <a:srgbClr val="000000"/>
            </a:outerShdw>
          </a:effectLst>
          <a:latin typeface="+mn-lt"/>
          <a:ea typeface="+mn-ea"/>
          <a:cs typeface="+mn-cs"/>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5pPr>
      <a:lvl6pPr marL="2514600" lvl="5"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6pPr>
      <a:lvl7pPr marL="2971800" lvl="6"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7pPr>
      <a:lvl8pPr marL="3429000" lvl="7"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8pPr>
      <a:lvl9pPr marL="3886200" lvl="8"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9pPr>
    </p:bodyStyle>
    <p:otherStyle>
      <a:lvl1pPr marL="0" lvl="0" indent="0" algn="l" defTabSz="91440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2pPr>
      <a:lvl3pPr marL="914400" lvl="2"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3pPr>
      <a:lvl4pPr marL="1371600" lvl="3"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4pPr>
      <a:lvl5pPr marL="1828800" lvl="4"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5pPr>
      <a:lvl6pPr marL="2286000" lvl="5"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6pPr>
      <a:lvl7pPr marL="2743200" lvl="6"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7pPr>
      <a:lvl8pPr marL="3200400" lvl="7"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8pPr>
      <a:lvl9pPr marL="3657600" lvl="8"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blipFill rotWithShape="0">
          <a:blip r:embed="rId14"/>
          <a:stretch>
            <a:fillRect/>
          </a:stretch>
        </a:blipFill>
        <a:effectLst/>
      </p:bgPr>
    </p:bg>
    <p:spTree>
      <p:nvGrpSpPr>
        <p:cNvPr id="1" name=""/>
        <p:cNvGrpSpPr/>
        <p:nvPr/>
      </p:nvGrpSpPr>
      <p:grpSpPr/>
      <p:sp>
        <p:nvSpPr>
          <p:cNvPr id="1026" name="标题 1025"/>
          <p:cNvSpPr>
            <a:spLocks noGrp="1"/>
          </p:cNvSpPr>
          <p:nvPr>
            <p:ph type="title"/>
          </p:nvPr>
        </p:nvSpPr>
        <p:spPr>
          <a:xfrm>
            <a:off x="363538" y="595313"/>
            <a:ext cx="8393113" cy="749300"/>
          </a:xfrm>
          <a:prstGeom prst="rect">
            <a:avLst/>
          </a:prstGeom>
          <a:noFill/>
          <a:ln w="9525">
            <a:noFill/>
            <a:miter/>
          </a:ln>
        </p:spPr>
        <p:txBody>
          <a:bodyPr>
            <a:spAutoFit/>
          </a:bodyPr>
          <a:p>
            <a:pPr lvl="0" fontAlgn="base"/>
            <a:r>
              <a:rPr lang="en-US" altLang="zh-CN" strike="noStrike" noProof="1"/>
              <a:t>Click to edit Title Slide</a:t>
            </a:r>
            <a:endParaRPr lang="en-US" altLang="zh-CN" strike="noStrike" noProof="1"/>
          </a:p>
        </p:txBody>
      </p:sp>
      <p:sp>
        <p:nvSpPr>
          <p:cNvPr id="1027" name="文本占位符 1026"/>
          <p:cNvSpPr>
            <a:spLocks noGrp="1"/>
          </p:cNvSpPr>
          <p:nvPr>
            <p:ph type="body" idx="1"/>
          </p:nvPr>
        </p:nvSpPr>
        <p:spPr>
          <a:xfrm>
            <a:off x="381000" y="1803400"/>
            <a:ext cx="8388350" cy="2209800"/>
          </a:xfrm>
          <a:prstGeom prst="rect">
            <a:avLst/>
          </a:prstGeom>
          <a:noFill/>
          <a:ln w="9525">
            <a:noFill/>
            <a:miter/>
          </a:ln>
        </p:spPr>
        <p:txBody>
          <a:bodyPr>
            <a:spAutoFit/>
          </a:bodyPr>
          <a:p>
            <a:pPr lvl="0" fontAlgn="base"/>
            <a:r>
              <a:rPr lang="en-US" altLang="zh-CN" strike="noStrike" noProof="1"/>
              <a:t>Click to edit Master text styles</a:t>
            </a:r>
            <a:endParaRPr lang="en-US" altLang="zh-CN" strike="noStrike" noProof="1"/>
          </a:p>
          <a:p>
            <a:pPr lvl="1" fontAlgn="base"/>
            <a:r>
              <a:rPr lang="en-US" altLang="zh-CN" strike="noStrike" noProof="1"/>
              <a:t>Second level</a:t>
            </a:r>
            <a:endParaRPr lang="en-US" altLang="zh-CN" strike="noStrike" noProof="1"/>
          </a:p>
          <a:p>
            <a:pPr lvl="2" fontAlgn="base"/>
            <a:r>
              <a:rPr lang="en-US" altLang="zh-CN" strike="noStrike" noProof="1"/>
              <a:t>Third level</a:t>
            </a:r>
            <a:endParaRPr lang="en-US" altLang="zh-CN" strike="noStrike" noProof="1"/>
          </a:p>
          <a:p>
            <a:pPr lvl="3" fontAlgn="base"/>
            <a:r>
              <a:rPr lang="en-US" altLang="zh-CN" strike="noStrike" noProof="1"/>
              <a:t>Fourth level</a:t>
            </a:r>
            <a:endParaRPr lang="en-US" altLang="zh-CN" strike="noStrike" noProof="1"/>
          </a:p>
          <a:p>
            <a:pPr lvl="4" fontAlgn="base"/>
            <a:r>
              <a:rPr lang="en-US" altLang="zh-CN" strike="noStrike" noProof="1"/>
              <a:t>Fifth level</a:t>
            </a:r>
            <a:endParaRPr lang="en-US" altLang="zh-CN" strike="noStrike" noProof="1"/>
          </a:p>
        </p:txBody>
      </p:sp>
      <p:sp>
        <p:nvSpPr>
          <p:cNvPr id="1028" name="文本框 1027"/>
          <p:cNvSpPr txBox="1"/>
          <p:nvPr/>
        </p:nvSpPr>
        <p:spPr>
          <a:xfrm>
            <a:off x="2312988" y="4505325"/>
            <a:ext cx="1752600" cy="420688"/>
          </a:xfrm>
          <a:prstGeom prst="rect">
            <a:avLst/>
          </a:prstGeom>
          <a:noFill/>
          <a:ln w="9525">
            <a:noFill/>
            <a:miter/>
          </a:ln>
        </p:spPr>
        <p:txBody>
          <a:bodyPr anchor="t">
            <a:spAutoFit/>
          </a:bodyPr>
          <a:p>
            <a:pPr lvl="2" indent="0" algn="l">
              <a:lnSpc>
                <a:spcPct val="120000"/>
              </a:lnSpc>
              <a:spcBef>
                <a:spcPct val="50000"/>
              </a:spcBef>
              <a:buClr>
                <a:schemeClr val="tx2"/>
              </a:buClr>
              <a:buSzPct val="95000"/>
              <a:buFont typeface="Wingdings" panose="05000000000000000000" pitchFamily="2" charset="2"/>
              <a:buNone/>
            </a:pPr>
            <a:endParaRPr sz="1800" b="0">
              <a:solidFill>
                <a:srgbClr val="4138FA"/>
              </a:solidFill>
              <a:latin typeface="Arial" panose="02080604020202020204" pitchFamily="34" charset="0"/>
              <a:ea typeface="宋体" panose="02010600030101010101" pitchFamily="2" charset="-122"/>
            </a:endParaRPr>
          </a:p>
        </p:txBody>
      </p:sp>
      <p:graphicFrame>
        <p:nvGraphicFramePr>
          <p:cNvPr id="1029" name="对象 1028"/>
          <p:cNvGraphicFramePr>
            <a:graphicFrameLocks noChangeAspect="1"/>
          </p:cNvGraphicFramePr>
          <p:nvPr/>
        </p:nvGraphicFramePr>
        <p:xfrm>
          <a:off x="0" y="0"/>
          <a:ext cx="838200" cy="517525"/>
        </p:xfrm>
        <a:graphic>
          <a:graphicData uri="http://schemas.openxmlformats.org/presentationml/2006/ole">
            <mc:AlternateContent xmlns:mc="http://schemas.openxmlformats.org/markup-compatibility/2006">
              <mc:Choice xmlns:v="urn:schemas-microsoft-com:vml" Requires="v">
                <p:oleObj spid="_x0000_s3077" name="" r:id="rId15" imgW="838200" imgH="647700" progId="Paint.Picture">
                  <p:embed/>
                </p:oleObj>
              </mc:Choice>
              <mc:Fallback>
                <p:oleObj name="" r:id="rId15" imgW="838200" imgH="647700" progId="Paint.Picture">
                  <p:embed/>
                  <p:pic>
                    <p:nvPicPr>
                      <p:cNvPr id="0" name="图片 3076"/>
                      <p:cNvPicPr/>
                      <p:nvPr/>
                    </p:nvPicPr>
                    <p:blipFill>
                      <a:blip r:embed="rId16"/>
                      <a:stretch>
                        <a:fillRect/>
                      </a:stretch>
                    </p:blipFill>
                    <p:spPr>
                      <a:xfrm>
                        <a:off x="0" y="0"/>
                        <a:ext cx="838200" cy="517525"/>
                      </a:xfrm>
                      <a:prstGeom prst="rect">
                        <a:avLst/>
                      </a:prstGeom>
                      <a:noFill/>
                      <a:ln w="38100">
                        <a:noFill/>
                        <a:miter/>
                      </a:ln>
                    </p:spPr>
                  </p:pic>
                </p:oleObj>
              </mc:Fallback>
            </mc:AlternateContent>
          </a:graphicData>
        </a:graphic>
      </p:graphicFrame>
    </p:spTree>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 id="2147483702" r:id="rId12"/>
    <p:sldLayoutId id="2147483703" r:id="rId13"/>
  </p:sldLayoutIdLst>
  <mc:AlternateContent xmlns:mc="http://schemas.openxmlformats.org/markup-compatibility/2006">
    <mc:Choice xmlns:p14="http://schemas.microsoft.com/office/powerpoint/2010/main" Requires="p14">
      <p:transition p14:dur="500"/>
    </mc:Choice>
    <mc:Fallback>
      <p:transition/>
    </mc:Fallback>
  </mc:AlternateContent>
  <p:hf sldNum="0" hdr="0" ftr="0" dt="0"/>
  <p:txStyles>
    <p:title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mj-lt"/>
          <a:ea typeface="+mj-ea"/>
          <a:cs typeface="+mj-cs"/>
        </a:defRPr>
      </a:lvl1pPr>
    </p:titleStyle>
    <p:body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3200" b="0" i="0" u="none" kern="1200" baseline="0">
          <a:solidFill>
            <a:schemeClr val="bg2"/>
          </a:solidFill>
          <a:effectLst>
            <a:outerShdw blurRad="38100" dist="38100" dir="2700000">
              <a:srgbClr val="000000"/>
            </a:outerShdw>
          </a:effectLst>
          <a:latin typeface="+mn-lt"/>
          <a:ea typeface="+mn-ea"/>
          <a:cs typeface="+mn-cs"/>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5pPr>
      <a:lvl6pPr marL="2514600" lvl="5"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6pPr>
      <a:lvl7pPr marL="2971800" lvl="6"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7pPr>
      <a:lvl8pPr marL="3429000" lvl="7"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8pPr>
      <a:lvl9pPr marL="3886200" lvl="8"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9pPr>
    </p:bodyStyle>
    <p:otherStyle>
      <a:lvl1pPr marL="0" lvl="0" indent="0" algn="l" defTabSz="91440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2pPr>
      <a:lvl3pPr marL="914400" lvl="2"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3pPr>
      <a:lvl4pPr marL="1371600" lvl="3"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4pPr>
      <a:lvl5pPr marL="1828800" lvl="4"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5pPr>
      <a:lvl6pPr marL="2286000" lvl="5"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6pPr>
      <a:lvl7pPr marL="2743200" lvl="6"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7pPr>
      <a:lvl8pPr marL="3200400" lvl="7"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8pPr>
      <a:lvl9pPr marL="3657600" lvl="8"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blipFill rotWithShape="0">
          <a:blip r:embed="rId14"/>
          <a:stretch>
            <a:fillRect/>
          </a:stretch>
        </a:blipFill>
        <a:effectLst/>
      </p:bgPr>
    </p:bg>
    <p:spTree>
      <p:nvGrpSpPr>
        <p:cNvPr id="1" name=""/>
        <p:cNvGrpSpPr/>
        <p:nvPr/>
      </p:nvGrpSpPr>
      <p:grpSpPr/>
      <p:sp>
        <p:nvSpPr>
          <p:cNvPr id="1026" name="标题 1025"/>
          <p:cNvSpPr>
            <a:spLocks noGrp="1"/>
          </p:cNvSpPr>
          <p:nvPr>
            <p:ph type="title"/>
          </p:nvPr>
        </p:nvSpPr>
        <p:spPr>
          <a:xfrm>
            <a:off x="363538" y="595313"/>
            <a:ext cx="8393113" cy="749300"/>
          </a:xfrm>
          <a:prstGeom prst="rect">
            <a:avLst/>
          </a:prstGeom>
          <a:noFill/>
          <a:ln w="9525">
            <a:noFill/>
            <a:miter/>
          </a:ln>
        </p:spPr>
        <p:txBody>
          <a:bodyPr>
            <a:spAutoFit/>
          </a:bodyPr>
          <a:p>
            <a:pPr lvl="0" fontAlgn="base"/>
            <a:r>
              <a:rPr lang="en-US" altLang="zh-CN" strike="noStrike" noProof="1"/>
              <a:t>Click to edit Title Slide</a:t>
            </a:r>
            <a:endParaRPr lang="en-US" altLang="zh-CN" strike="noStrike" noProof="1"/>
          </a:p>
        </p:txBody>
      </p:sp>
      <p:sp>
        <p:nvSpPr>
          <p:cNvPr id="1027" name="文本占位符 1026"/>
          <p:cNvSpPr>
            <a:spLocks noGrp="1"/>
          </p:cNvSpPr>
          <p:nvPr>
            <p:ph type="body" idx="1"/>
          </p:nvPr>
        </p:nvSpPr>
        <p:spPr>
          <a:xfrm>
            <a:off x="381000" y="1803400"/>
            <a:ext cx="8388350" cy="2209800"/>
          </a:xfrm>
          <a:prstGeom prst="rect">
            <a:avLst/>
          </a:prstGeom>
          <a:noFill/>
          <a:ln w="9525">
            <a:noFill/>
            <a:miter/>
          </a:ln>
        </p:spPr>
        <p:txBody>
          <a:bodyPr>
            <a:spAutoFit/>
          </a:bodyPr>
          <a:p>
            <a:pPr lvl="0" fontAlgn="base"/>
            <a:r>
              <a:rPr lang="en-US" altLang="zh-CN" strike="noStrike" noProof="1"/>
              <a:t>Click to edit Master text styles</a:t>
            </a:r>
            <a:endParaRPr lang="en-US" altLang="zh-CN" strike="noStrike" noProof="1"/>
          </a:p>
          <a:p>
            <a:pPr lvl="1" fontAlgn="base"/>
            <a:r>
              <a:rPr lang="en-US" altLang="zh-CN" strike="noStrike" noProof="1"/>
              <a:t>Second level</a:t>
            </a:r>
            <a:endParaRPr lang="en-US" altLang="zh-CN" strike="noStrike" noProof="1"/>
          </a:p>
          <a:p>
            <a:pPr lvl="2" fontAlgn="base"/>
            <a:r>
              <a:rPr lang="en-US" altLang="zh-CN" strike="noStrike" noProof="1"/>
              <a:t>Third level</a:t>
            </a:r>
            <a:endParaRPr lang="en-US" altLang="zh-CN" strike="noStrike" noProof="1"/>
          </a:p>
          <a:p>
            <a:pPr lvl="3" fontAlgn="base"/>
            <a:r>
              <a:rPr lang="en-US" altLang="zh-CN" strike="noStrike" noProof="1"/>
              <a:t>Fourth level</a:t>
            </a:r>
            <a:endParaRPr lang="en-US" altLang="zh-CN" strike="noStrike" noProof="1"/>
          </a:p>
          <a:p>
            <a:pPr lvl="4" fontAlgn="base"/>
            <a:r>
              <a:rPr lang="en-US" altLang="zh-CN" strike="noStrike" noProof="1"/>
              <a:t>Fifth level</a:t>
            </a:r>
            <a:endParaRPr lang="en-US" altLang="zh-CN" strike="noStrike" noProof="1"/>
          </a:p>
        </p:txBody>
      </p:sp>
      <p:sp>
        <p:nvSpPr>
          <p:cNvPr id="1028" name="文本框 1027"/>
          <p:cNvSpPr txBox="1"/>
          <p:nvPr/>
        </p:nvSpPr>
        <p:spPr>
          <a:xfrm>
            <a:off x="2312988" y="4505325"/>
            <a:ext cx="1752600" cy="420688"/>
          </a:xfrm>
          <a:prstGeom prst="rect">
            <a:avLst/>
          </a:prstGeom>
          <a:noFill/>
          <a:ln w="9525">
            <a:noFill/>
            <a:miter/>
          </a:ln>
        </p:spPr>
        <p:txBody>
          <a:bodyPr anchor="t">
            <a:spAutoFit/>
          </a:bodyPr>
          <a:p>
            <a:pPr lvl="2" indent="0" algn="l">
              <a:lnSpc>
                <a:spcPct val="120000"/>
              </a:lnSpc>
              <a:spcBef>
                <a:spcPct val="50000"/>
              </a:spcBef>
              <a:buClr>
                <a:schemeClr val="tx2"/>
              </a:buClr>
              <a:buSzPct val="95000"/>
              <a:buFont typeface="Wingdings" panose="05000000000000000000" pitchFamily="2" charset="2"/>
              <a:buNone/>
            </a:pPr>
            <a:endParaRPr sz="1800" b="0">
              <a:solidFill>
                <a:srgbClr val="4138FA"/>
              </a:solidFill>
              <a:latin typeface="Arial" panose="02080604020202020204" pitchFamily="34" charset="0"/>
              <a:ea typeface="宋体" panose="02010600030101010101" pitchFamily="2" charset="-122"/>
            </a:endParaRPr>
          </a:p>
        </p:txBody>
      </p:sp>
      <p:graphicFrame>
        <p:nvGraphicFramePr>
          <p:cNvPr id="1029" name="对象 1028"/>
          <p:cNvGraphicFramePr>
            <a:graphicFrameLocks noChangeAspect="1"/>
          </p:cNvGraphicFramePr>
          <p:nvPr/>
        </p:nvGraphicFramePr>
        <p:xfrm>
          <a:off x="0" y="0"/>
          <a:ext cx="838200" cy="517525"/>
        </p:xfrm>
        <a:graphic>
          <a:graphicData uri="http://schemas.openxmlformats.org/presentationml/2006/ole">
            <mc:AlternateContent xmlns:mc="http://schemas.openxmlformats.org/markup-compatibility/2006">
              <mc:Choice xmlns:v="urn:schemas-microsoft-com:vml" Requires="v">
                <p:oleObj spid="_x0000_s3077" name="" r:id="rId15" imgW="838200" imgH="647700" progId="Paint.Picture">
                  <p:embed/>
                </p:oleObj>
              </mc:Choice>
              <mc:Fallback>
                <p:oleObj name="" r:id="rId15" imgW="838200" imgH="647700" progId="Paint.Picture">
                  <p:embed/>
                  <p:pic>
                    <p:nvPicPr>
                      <p:cNvPr id="0" name="图片 3076"/>
                      <p:cNvPicPr/>
                      <p:nvPr/>
                    </p:nvPicPr>
                    <p:blipFill>
                      <a:blip r:embed="rId16"/>
                      <a:stretch>
                        <a:fillRect/>
                      </a:stretch>
                    </p:blipFill>
                    <p:spPr>
                      <a:xfrm>
                        <a:off x="0" y="0"/>
                        <a:ext cx="838200" cy="517525"/>
                      </a:xfrm>
                      <a:prstGeom prst="rect">
                        <a:avLst/>
                      </a:prstGeom>
                      <a:noFill/>
                      <a:ln w="38100">
                        <a:noFill/>
                        <a:miter/>
                      </a:ln>
                    </p:spPr>
                  </p:pic>
                </p:oleObj>
              </mc:Fallback>
            </mc:AlternateContent>
          </a:graphicData>
        </a:graphic>
      </p:graphicFrame>
    </p:spTree>
  </p:cSld>
  <p:clrMap bg1="lt1" tx1="dk1" bg2="lt2" tx2="dk2" accent1="accent1" accent2="accent2" accent3="accent3" accent4="accent4" accent5="accent5" accent6="accent6" hlink="hlink" folHlink="folHlink"/>
  <p:sldLayoutIdLst>
    <p:sldLayoutId id="2147483705" r:id="rId1"/>
    <p:sldLayoutId id="2147483706" r:id="rId2"/>
    <p:sldLayoutId id="2147483707" r:id="rId3"/>
    <p:sldLayoutId id="2147483708" r:id="rId4"/>
    <p:sldLayoutId id="2147483709" r:id="rId5"/>
    <p:sldLayoutId id="2147483710" r:id="rId6"/>
    <p:sldLayoutId id="2147483711" r:id="rId7"/>
    <p:sldLayoutId id="2147483712" r:id="rId8"/>
    <p:sldLayoutId id="2147483713" r:id="rId9"/>
    <p:sldLayoutId id="2147483714" r:id="rId10"/>
    <p:sldLayoutId id="2147483715" r:id="rId11"/>
    <p:sldLayoutId id="2147483716" r:id="rId12"/>
    <p:sldLayoutId id="2147483717" r:id="rId13"/>
  </p:sldLayoutIdLst>
  <mc:AlternateContent xmlns:mc="http://schemas.openxmlformats.org/markup-compatibility/2006">
    <mc:Choice xmlns:p14="http://schemas.microsoft.com/office/powerpoint/2010/main" Requires="p14">
      <p:transition p14:dur="500"/>
    </mc:Choice>
    <mc:Fallback>
      <p:transition/>
    </mc:Fallback>
  </mc:AlternateContent>
  <p:hf sldNum="0" hdr="0" ftr="0" dt="0"/>
  <p:txStyles>
    <p:title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mj-lt"/>
          <a:ea typeface="+mj-ea"/>
          <a:cs typeface="+mj-cs"/>
        </a:defRPr>
      </a:lvl1pPr>
    </p:titleStyle>
    <p:body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3200" b="0" i="0" u="none" kern="1200" baseline="0">
          <a:solidFill>
            <a:schemeClr val="bg2"/>
          </a:solidFill>
          <a:effectLst>
            <a:outerShdw blurRad="38100" dist="38100" dir="2700000">
              <a:srgbClr val="000000"/>
            </a:outerShdw>
          </a:effectLst>
          <a:latin typeface="+mn-lt"/>
          <a:ea typeface="+mn-ea"/>
          <a:cs typeface="+mn-cs"/>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5pPr>
      <a:lvl6pPr marL="2514600" lvl="5"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6pPr>
      <a:lvl7pPr marL="2971800" lvl="6"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7pPr>
      <a:lvl8pPr marL="3429000" lvl="7"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8pPr>
      <a:lvl9pPr marL="3886200" lvl="8"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9pPr>
    </p:bodyStyle>
    <p:otherStyle>
      <a:lvl1pPr marL="0" lvl="0" indent="0" algn="l" defTabSz="91440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2pPr>
      <a:lvl3pPr marL="914400" lvl="2"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3pPr>
      <a:lvl4pPr marL="1371600" lvl="3"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4pPr>
      <a:lvl5pPr marL="1828800" lvl="4"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5pPr>
      <a:lvl6pPr marL="2286000" lvl="5"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6pPr>
      <a:lvl7pPr marL="2743200" lvl="6"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7pPr>
      <a:lvl8pPr marL="3200400" lvl="7"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8pPr>
      <a:lvl9pPr marL="3657600" lvl="8"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blipFill rotWithShape="0">
          <a:blip r:embed="rId14"/>
          <a:stretch>
            <a:fillRect/>
          </a:stretch>
        </a:blipFill>
        <a:effectLst/>
      </p:bgPr>
    </p:bg>
    <p:spTree>
      <p:nvGrpSpPr>
        <p:cNvPr id="1" name=""/>
        <p:cNvGrpSpPr/>
        <p:nvPr/>
      </p:nvGrpSpPr>
      <p:grpSpPr/>
      <p:sp>
        <p:nvSpPr>
          <p:cNvPr id="1026" name="标题 1025"/>
          <p:cNvSpPr>
            <a:spLocks noGrp="1"/>
          </p:cNvSpPr>
          <p:nvPr>
            <p:ph type="title"/>
          </p:nvPr>
        </p:nvSpPr>
        <p:spPr>
          <a:xfrm>
            <a:off x="363538" y="595313"/>
            <a:ext cx="8393113" cy="749300"/>
          </a:xfrm>
          <a:prstGeom prst="rect">
            <a:avLst/>
          </a:prstGeom>
          <a:noFill/>
          <a:ln w="9525">
            <a:noFill/>
            <a:miter/>
          </a:ln>
        </p:spPr>
        <p:txBody>
          <a:bodyPr>
            <a:spAutoFit/>
          </a:bodyPr>
          <a:p>
            <a:pPr lvl="0" fontAlgn="base"/>
            <a:r>
              <a:rPr lang="en-US" altLang="zh-CN" strike="noStrike" noProof="1"/>
              <a:t>Click to edit Title Slide</a:t>
            </a:r>
            <a:endParaRPr lang="en-US" altLang="zh-CN" strike="noStrike" noProof="1"/>
          </a:p>
        </p:txBody>
      </p:sp>
      <p:sp>
        <p:nvSpPr>
          <p:cNvPr id="1027" name="文本占位符 1026"/>
          <p:cNvSpPr>
            <a:spLocks noGrp="1"/>
          </p:cNvSpPr>
          <p:nvPr>
            <p:ph type="body" idx="1"/>
          </p:nvPr>
        </p:nvSpPr>
        <p:spPr>
          <a:xfrm>
            <a:off x="381000" y="1803400"/>
            <a:ext cx="8388350" cy="2209800"/>
          </a:xfrm>
          <a:prstGeom prst="rect">
            <a:avLst/>
          </a:prstGeom>
          <a:noFill/>
          <a:ln w="9525">
            <a:noFill/>
            <a:miter/>
          </a:ln>
        </p:spPr>
        <p:txBody>
          <a:bodyPr>
            <a:spAutoFit/>
          </a:bodyPr>
          <a:p>
            <a:pPr lvl="0" fontAlgn="base"/>
            <a:r>
              <a:rPr lang="en-US" altLang="zh-CN" strike="noStrike" noProof="1"/>
              <a:t>Click to edit Master text styles</a:t>
            </a:r>
            <a:endParaRPr lang="en-US" altLang="zh-CN" strike="noStrike" noProof="1"/>
          </a:p>
          <a:p>
            <a:pPr lvl="1" fontAlgn="base"/>
            <a:r>
              <a:rPr lang="en-US" altLang="zh-CN" strike="noStrike" noProof="1"/>
              <a:t>Second level</a:t>
            </a:r>
            <a:endParaRPr lang="en-US" altLang="zh-CN" strike="noStrike" noProof="1"/>
          </a:p>
          <a:p>
            <a:pPr lvl="2" fontAlgn="base"/>
            <a:r>
              <a:rPr lang="en-US" altLang="zh-CN" strike="noStrike" noProof="1"/>
              <a:t>Third level</a:t>
            </a:r>
            <a:endParaRPr lang="en-US" altLang="zh-CN" strike="noStrike" noProof="1"/>
          </a:p>
          <a:p>
            <a:pPr lvl="3" fontAlgn="base"/>
            <a:r>
              <a:rPr lang="en-US" altLang="zh-CN" strike="noStrike" noProof="1"/>
              <a:t>Fourth level</a:t>
            </a:r>
            <a:endParaRPr lang="en-US" altLang="zh-CN" strike="noStrike" noProof="1"/>
          </a:p>
          <a:p>
            <a:pPr lvl="4" fontAlgn="base"/>
            <a:r>
              <a:rPr lang="en-US" altLang="zh-CN" strike="noStrike" noProof="1"/>
              <a:t>Fifth level</a:t>
            </a:r>
            <a:endParaRPr lang="en-US" altLang="zh-CN" strike="noStrike" noProof="1"/>
          </a:p>
        </p:txBody>
      </p:sp>
      <p:sp>
        <p:nvSpPr>
          <p:cNvPr id="1028" name="文本框 1027"/>
          <p:cNvSpPr txBox="1"/>
          <p:nvPr/>
        </p:nvSpPr>
        <p:spPr>
          <a:xfrm>
            <a:off x="2312988" y="4505325"/>
            <a:ext cx="1752600" cy="420688"/>
          </a:xfrm>
          <a:prstGeom prst="rect">
            <a:avLst/>
          </a:prstGeom>
          <a:noFill/>
          <a:ln w="9525">
            <a:noFill/>
            <a:miter/>
          </a:ln>
        </p:spPr>
        <p:txBody>
          <a:bodyPr anchor="t">
            <a:spAutoFit/>
          </a:bodyPr>
          <a:p>
            <a:pPr lvl="2" indent="0" algn="l">
              <a:lnSpc>
                <a:spcPct val="120000"/>
              </a:lnSpc>
              <a:spcBef>
                <a:spcPct val="50000"/>
              </a:spcBef>
              <a:buClr>
                <a:schemeClr val="tx2"/>
              </a:buClr>
              <a:buSzPct val="95000"/>
              <a:buFont typeface="Wingdings" panose="05000000000000000000" pitchFamily="2" charset="2"/>
              <a:buNone/>
            </a:pPr>
            <a:endParaRPr sz="1800" b="0">
              <a:solidFill>
                <a:srgbClr val="4138FA"/>
              </a:solidFill>
              <a:latin typeface="Arial" panose="02080604020202020204" pitchFamily="34" charset="0"/>
              <a:ea typeface="宋体" panose="02010600030101010101" pitchFamily="2" charset="-122"/>
            </a:endParaRPr>
          </a:p>
        </p:txBody>
      </p:sp>
      <p:graphicFrame>
        <p:nvGraphicFramePr>
          <p:cNvPr id="1029" name="对象 1028"/>
          <p:cNvGraphicFramePr>
            <a:graphicFrameLocks noChangeAspect="1"/>
          </p:cNvGraphicFramePr>
          <p:nvPr/>
        </p:nvGraphicFramePr>
        <p:xfrm>
          <a:off x="0" y="0"/>
          <a:ext cx="838200" cy="517525"/>
        </p:xfrm>
        <a:graphic>
          <a:graphicData uri="http://schemas.openxmlformats.org/presentationml/2006/ole">
            <mc:AlternateContent xmlns:mc="http://schemas.openxmlformats.org/markup-compatibility/2006">
              <mc:Choice xmlns:v="urn:schemas-microsoft-com:vml" Requires="v">
                <p:oleObj spid="_x0000_s3077" name="" r:id="rId15" imgW="838200" imgH="647700" progId="Paint.Picture">
                  <p:embed/>
                </p:oleObj>
              </mc:Choice>
              <mc:Fallback>
                <p:oleObj name="" r:id="rId15" imgW="838200" imgH="647700" progId="Paint.Picture">
                  <p:embed/>
                  <p:pic>
                    <p:nvPicPr>
                      <p:cNvPr id="0" name="图片 3076"/>
                      <p:cNvPicPr/>
                      <p:nvPr/>
                    </p:nvPicPr>
                    <p:blipFill>
                      <a:blip r:embed="rId16"/>
                      <a:stretch>
                        <a:fillRect/>
                      </a:stretch>
                    </p:blipFill>
                    <p:spPr>
                      <a:xfrm>
                        <a:off x="0" y="0"/>
                        <a:ext cx="838200" cy="517525"/>
                      </a:xfrm>
                      <a:prstGeom prst="rect">
                        <a:avLst/>
                      </a:prstGeom>
                      <a:noFill/>
                      <a:ln w="38100">
                        <a:noFill/>
                        <a:miter/>
                      </a:ln>
                    </p:spPr>
                  </p:pic>
                </p:oleObj>
              </mc:Fallback>
            </mc:AlternateContent>
          </a:graphicData>
        </a:graphic>
      </p:graphicFrame>
    </p:spTree>
  </p:cSld>
  <p:clrMap bg1="lt1" tx1="dk1" bg2="lt2" tx2="dk2" accent1="accent1" accent2="accent2" accent3="accent3" accent4="accent4" accent5="accent5" accent6="accent6" hlink="hlink" folHlink="folHlink"/>
  <p:sldLayoutIdLst>
    <p:sldLayoutId id="2147483719" r:id="rId1"/>
    <p:sldLayoutId id="2147483720" r:id="rId2"/>
    <p:sldLayoutId id="2147483721" r:id="rId3"/>
    <p:sldLayoutId id="2147483722" r:id="rId4"/>
    <p:sldLayoutId id="2147483723" r:id="rId5"/>
    <p:sldLayoutId id="2147483724" r:id="rId6"/>
    <p:sldLayoutId id="2147483725" r:id="rId7"/>
    <p:sldLayoutId id="2147483726" r:id="rId8"/>
    <p:sldLayoutId id="2147483727" r:id="rId9"/>
    <p:sldLayoutId id="2147483728" r:id="rId10"/>
    <p:sldLayoutId id="2147483729" r:id="rId11"/>
    <p:sldLayoutId id="2147483730" r:id="rId12"/>
    <p:sldLayoutId id="2147483731" r:id="rId13"/>
  </p:sldLayoutIdLst>
  <mc:AlternateContent xmlns:mc="http://schemas.openxmlformats.org/markup-compatibility/2006">
    <mc:Choice xmlns:p14="http://schemas.microsoft.com/office/powerpoint/2010/main" Requires="p14">
      <p:transition p14:dur="500"/>
    </mc:Choice>
    <mc:Fallback>
      <p:transition/>
    </mc:Fallback>
  </mc:AlternateContent>
  <p:hf sldNum="0" hdr="0" ftr="0" dt="0"/>
  <p:txStyles>
    <p:title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mj-lt"/>
          <a:ea typeface="+mj-ea"/>
          <a:cs typeface="+mj-cs"/>
        </a:defRPr>
      </a:lvl1pPr>
    </p:titleStyle>
    <p:body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3200" b="0" i="0" u="none" kern="1200" baseline="0">
          <a:solidFill>
            <a:schemeClr val="bg2"/>
          </a:solidFill>
          <a:effectLst>
            <a:outerShdw blurRad="38100" dist="38100" dir="2700000">
              <a:srgbClr val="000000"/>
            </a:outerShdw>
          </a:effectLst>
          <a:latin typeface="+mn-lt"/>
          <a:ea typeface="+mn-ea"/>
          <a:cs typeface="+mn-cs"/>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5pPr>
      <a:lvl6pPr marL="2514600" lvl="5"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6pPr>
      <a:lvl7pPr marL="2971800" lvl="6"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7pPr>
      <a:lvl8pPr marL="3429000" lvl="7"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8pPr>
      <a:lvl9pPr marL="3886200" lvl="8"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9pPr>
    </p:bodyStyle>
    <p:otherStyle>
      <a:lvl1pPr marL="0" lvl="0" indent="0" algn="l" defTabSz="91440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2pPr>
      <a:lvl3pPr marL="914400" lvl="2"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3pPr>
      <a:lvl4pPr marL="1371600" lvl="3"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4pPr>
      <a:lvl5pPr marL="1828800" lvl="4"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5pPr>
      <a:lvl6pPr marL="2286000" lvl="5"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6pPr>
      <a:lvl7pPr marL="2743200" lvl="6"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7pPr>
      <a:lvl8pPr marL="3200400" lvl="7"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8pPr>
      <a:lvl9pPr marL="3657600" lvl="8"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blipFill rotWithShape="0">
          <a:blip r:embed="rId14"/>
          <a:stretch>
            <a:fillRect/>
          </a:stretch>
        </a:blipFill>
        <a:effectLst/>
      </p:bgPr>
    </p:bg>
    <p:spTree>
      <p:nvGrpSpPr>
        <p:cNvPr id="1" name=""/>
        <p:cNvGrpSpPr/>
        <p:nvPr/>
      </p:nvGrpSpPr>
      <p:grpSpPr/>
      <p:sp>
        <p:nvSpPr>
          <p:cNvPr id="1026" name="标题 1025"/>
          <p:cNvSpPr>
            <a:spLocks noGrp="1"/>
          </p:cNvSpPr>
          <p:nvPr>
            <p:ph type="title"/>
          </p:nvPr>
        </p:nvSpPr>
        <p:spPr>
          <a:xfrm>
            <a:off x="363538" y="595313"/>
            <a:ext cx="8393113" cy="749300"/>
          </a:xfrm>
          <a:prstGeom prst="rect">
            <a:avLst/>
          </a:prstGeom>
          <a:noFill/>
          <a:ln w="9525">
            <a:noFill/>
            <a:miter/>
          </a:ln>
        </p:spPr>
        <p:txBody>
          <a:bodyPr>
            <a:spAutoFit/>
          </a:bodyPr>
          <a:p>
            <a:pPr lvl="0" fontAlgn="base"/>
            <a:r>
              <a:rPr lang="en-US" altLang="zh-CN" strike="noStrike" noProof="1"/>
              <a:t>Click to edit Title Slide</a:t>
            </a:r>
            <a:endParaRPr lang="en-US" altLang="zh-CN" strike="noStrike" noProof="1"/>
          </a:p>
        </p:txBody>
      </p:sp>
      <p:sp>
        <p:nvSpPr>
          <p:cNvPr id="1027" name="文本占位符 1026"/>
          <p:cNvSpPr>
            <a:spLocks noGrp="1"/>
          </p:cNvSpPr>
          <p:nvPr>
            <p:ph type="body" idx="1"/>
          </p:nvPr>
        </p:nvSpPr>
        <p:spPr>
          <a:xfrm>
            <a:off x="381000" y="1803400"/>
            <a:ext cx="8388350" cy="2209800"/>
          </a:xfrm>
          <a:prstGeom prst="rect">
            <a:avLst/>
          </a:prstGeom>
          <a:noFill/>
          <a:ln w="9525">
            <a:noFill/>
            <a:miter/>
          </a:ln>
        </p:spPr>
        <p:txBody>
          <a:bodyPr>
            <a:spAutoFit/>
          </a:bodyPr>
          <a:p>
            <a:pPr lvl="0" fontAlgn="base"/>
            <a:r>
              <a:rPr lang="en-US" altLang="zh-CN" strike="noStrike" noProof="1"/>
              <a:t>Click to edit Master text styles</a:t>
            </a:r>
            <a:endParaRPr lang="en-US" altLang="zh-CN" strike="noStrike" noProof="1"/>
          </a:p>
          <a:p>
            <a:pPr lvl="1" fontAlgn="base"/>
            <a:r>
              <a:rPr lang="en-US" altLang="zh-CN" strike="noStrike" noProof="1"/>
              <a:t>Second level</a:t>
            </a:r>
            <a:endParaRPr lang="en-US" altLang="zh-CN" strike="noStrike" noProof="1"/>
          </a:p>
          <a:p>
            <a:pPr lvl="2" fontAlgn="base"/>
            <a:r>
              <a:rPr lang="en-US" altLang="zh-CN" strike="noStrike" noProof="1"/>
              <a:t>Third level</a:t>
            </a:r>
            <a:endParaRPr lang="en-US" altLang="zh-CN" strike="noStrike" noProof="1"/>
          </a:p>
          <a:p>
            <a:pPr lvl="3" fontAlgn="base"/>
            <a:r>
              <a:rPr lang="en-US" altLang="zh-CN" strike="noStrike" noProof="1"/>
              <a:t>Fourth level</a:t>
            </a:r>
            <a:endParaRPr lang="en-US" altLang="zh-CN" strike="noStrike" noProof="1"/>
          </a:p>
          <a:p>
            <a:pPr lvl="4" fontAlgn="base"/>
            <a:r>
              <a:rPr lang="en-US" altLang="zh-CN" strike="noStrike" noProof="1"/>
              <a:t>Fifth level</a:t>
            </a:r>
            <a:endParaRPr lang="en-US" altLang="zh-CN" strike="noStrike" noProof="1"/>
          </a:p>
        </p:txBody>
      </p:sp>
      <p:sp>
        <p:nvSpPr>
          <p:cNvPr id="1028" name="文本框 1027"/>
          <p:cNvSpPr txBox="1"/>
          <p:nvPr/>
        </p:nvSpPr>
        <p:spPr>
          <a:xfrm>
            <a:off x="2312988" y="4505325"/>
            <a:ext cx="1752600" cy="420688"/>
          </a:xfrm>
          <a:prstGeom prst="rect">
            <a:avLst/>
          </a:prstGeom>
          <a:noFill/>
          <a:ln w="9525">
            <a:noFill/>
            <a:miter/>
          </a:ln>
        </p:spPr>
        <p:txBody>
          <a:bodyPr anchor="t">
            <a:spAutoFit/>
          </a:bodyPr>
          <a:p>
            <a:pPr lvl="2" indent="0" algn="l">
              <a:lnSpc>
                <a:spcPct val="120000"/>
              </a:lnSpc>
              <a:spcBef>
                <a:spcPct val="50000"/>
              </a:spcBef>
              <a:buClr>
                <a:schemeClr val="tx2"/>
              </a:buClr>
              <a:buSzPct val="95000"/>
              <a:buFont typeface="Wingdings" panose="05000000000000000000" pitchFamily="2" charset="2"/>
              <a:buNone/>
            </a:pPr>
            <a:endParaRPr sz="1800" b="0">
              <a:solidFill>
                <a:srgbClr val="4138FA"/>
              </a:solidFill>
              <a:latin typeface="Arial" panose="02080604020202020204" pitchFamily="34" charset="0"/>
              <a:ea typeface="宋体" panose="02010600030101010101" pitchFamily="2" charset="-122"/>
            </a:endParaRPr>
          </a:p>
        </p:txBody>
      </p:sp>
      <p:graphicFrame>
        <p:nvGraphicFramePr>
          <p:cNvPr id="1029" name="对象 1028"/>
          <p:cNvGraphicFramePr>
            <a:graphicFrameLocks noChangeAspect="1"/>
          </p:cNvGraphicFramePr>
          <p:nvPr/>
        </p:nvGraphicFramePr>
        <p:xfrm>
          <a:off x="0" y="0"/>
          <a:ext cx="838200" cy="517525"/>
        </p:xfrm>
        <a:graphic>
          <a:graphicData uri="http://schemas.openxmlformats.org/presentationml/2006/ole">
            <mc:AlternateContent xmlns:mc="http://schemas.openxmlformats.org/markup-compatibility/2006">
              <mc:Choice xmlns:v="urn:schemas-microsoft-com:vml" Requires="v">
                <p:oleObj spid="_x0000_s3077" name="" r:id="rId15" imgW="838200" imgH="647700" progId="Paint.Picture">
                  <p:embed/>
                </p:oleObj>
              </mc:Choice>
              <mc:Fallback>
                <p:oleObj name="" r:id="rId15" imgW="838200" imgH="647700" progId="Paint.Picture">
                  <p:embed/>
                  <p:pic>
                    <p:nvPicPr>
                      <p:cNvPr id="0" name="图片 3076"/>
                      <p:cNvPicPr/>
                      <p:nvPr/>
                    </p:nvPicPr>
                    <p:blipFill>
                      <a:blip r:embed="rId16"/>
                      <a:stretch>
                        <a:fillRect/>
                      </a:stretch>
                    </p:blipFill>
                    <p:spPr>
                      <a:xfrm>
                        <a:off x="0" y="0"/>
                        <a:ext cx="838200" cy="517525"/>
                      </a:xfrm>
                      <a:prstGeom prst="rect">
                        <a:avLst/>
                      </a:prstGeom>
                      <a:noFill/>
                      <a:ln w="38100">
                        <a:noFill/>
                        <a:miter/>
                      </a:ln>
                    </p:spPr>
                  </p:pic>
                </p:oleObj>
              </mc:Fallback>
            </mc:AlternateContent>
          </a:graphicData>
        </a:graphic>
      </p:graphicFrame>
    </p:spTree>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 id="2147483744" r:id="rId12"/>
    <p:sldLayoutId id="2147483745" r:id="rId13"/>
  </p:sldLayoutIdLst>
  <mc:AlternateContent xmlns:mc="http://schemas.openxmlformats.org/markup-compatibility/2006">
    <mc:Choice xmlns:p14="http://schemas.microsoft.com/office/powerpoint/2010/main" Requires="p14">
      <p:transition p14:dur="500"/>
    </mc:Choice>
    <mc:Fallback>
      <p:transition/>
    </mc:Fallback>
  </mc:AlternateContent>
  <p:hf sldNum="0" hdr="0" ftr="0" dt="0"/>
  <p:txStyles>
    <p:title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mj-lt"/>
          <a:ea typeface="+mj-ea"/>
          <a:cs typeface="+mj-cs"/>
        </a:defRPr>
      </a:lvl1pPr>
    </p:titleStyle>
    <p:body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3200" b="0" i="0" u="none" kern="1200" baseline="0">
          <a:solidFill>
            <a:schemeClr val="bg2"/>
          </a:solidFill>
          <a:effectLst>
            <a:outerShdw blurRad="38100" dist="38100" dir="2700000">
              <a:srgbClr val="000000"/>
            </a:outerShdw>
          </a:effectLst>
          <a:latin typeface="+mn-lt"/>
          <a:ea typeface="+mn-ea"/>
          <a:cs typeface="+mn-cs"/>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5pPr>
      <a:lvl6pPr marL="2514600" lvl="5"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6pPr>
      <a:lvl7pPr marL="2971800" lvl="6"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7pPr>
      <a:lvl8pPr marL="3429000" lvl="7"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8pPr>
      <a:lvl9pPr marL="3886200" lvl="8"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9pPr>
    </p:bodyStyle>
    <p:otherStyle>
      <a:lvl1pPr marL="0" lvl="0" indent="0" algn="l" defTabSz="91440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2pPr>
      <a:lvl3pPr marL="914400" lvl="2"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3pPr>
      <a:lvl4pPr marL="1371600" lvl="3"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4pPr>
      <a:lvl5pPr marL="1828800" lvl="4"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5pPr>
      <a:lvl6pPr marL="2286000" lvl="5"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6pPr>
      <a:lvl7pPr marL="2743200" lvl="6"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7pPr>
      <a:lvl8pPr marL="3200400" lvl="7"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8pPr>
      <a:lvl9pPr marL="3657600" lvl="8"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vmlDrawing" Target="../drawings/vmlDrawing8.vml"/><Relationship Id="rId4" Type="http://schemas.openxmlformats.org/officeDocument/2006/relationships/slideLayout" Target="../slideLayouts/slideLayout2.xml"/><Relationship Id="rId3" Type="http://schemas.openxmlformats.org/officeDocument/2006/relationships/image" Target="../media/image3.png"/><Relationship Id="rId2" Type="http://schemas.openxmlformats.org/officeDocument/2006/relationships/oleObject" Target="../embeddings/oleObject8.bin"/><Relationship Id="rId1" Type="http://schemas.openxmlformats.org/officeDocument/2006/relationships/image" Target="../media/image4.png"/></Relationships>
</file>

<file path=ppt/slides/_rels/slide2.xml.rels><?xml version="1.0" encoding="UTF-8" standalone="yes"?>
<Relationships xmlns="http://schemas.openxmlformats.org/package/2006/relationships"><Relationship Id="rId4" Type="http://schemas.openxmlformats.org/officeDocument/2006/relationships/vmlDrawing" Target="../drawings/vmlDrawing9.vml"/><Relationship Id="rId3" Type="http://schemas.openxmlformats.org/officeDocument/2006/relationships/slideLayout" Target="../slideLayouts/slideLayout2.xml"/><Relationship Id="rId2" Type="http://schemas.openxmlformats.org/officeDocument/2006/relationships/image" Target="../media/image3.png"/><Relationship Id="rId1" Type="http://schemas.openxmlformats.org/officeDocument/2006/relationships/oleObject" Target="../embeddings/oleObject9.bin"/></Relationships>
</file>

<file path=ppt/slides/_rels/slide3.xml.rels><?xml version="1.0" encoding="UTF-8" standalone="yes"?>
<Relationships xmlns="http://schemas.openxmlformats.org/package/2006/relationships"><Relationship Id="rId5" Type="http://schemas.openxmlformats.org/officeDocument/2006/relationships/vmlDrawing" Target="../drawings/vmlDrawing10.vml"/><Relationship Id="rId4" Type="http://schemas.openxmlformats.org/officeDocument/2006/relationships/slideLayout" Target="../slideLayouts/slideLayout2.xml"/><Relationship Id="rId3" Type="http://schemas.openxmlformats.org/officeDocument/2006/relationships/image" Target="../media/image3.png"/><Relationship Id="rId2" Type="http://schemas.openxmlformats.org/officeDocument/2006/relationships/oleObject" Target="../embeddings/oleObject10.bin"/><Relationship Id="rId1"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5" Type="http://schemas.openxmlformats.org/officeDocument/2006/relationships/vmlDrawing" Target="../drawings/vmlDrawing11.vml"/><Relationship Id="rId4" Type="http://schemas.openxmlformats.org/officeDocument/2006/relationships/slideLayout" Target="../slideLayouts/slideLayout2.xml"/><Relationship Id="rId3" Type="http://schemas.openxmlformats.org/officeDocument/2006/relationships/image" Target="../media/image3.png"/><Relationship Id="rId2" Type="http://schemas.openxmlformats.org/officeDocument/2006/relationships/oleObject" Target="../embeddings/oleObject11.bin"/><Relationship Id="rId1" Type="http://schemas.openxmlformats.org/officeDocument/2006/relationships/image" Target="../media/image4.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5" Type="http://schemas.openxmlformats.org/officeDocument/2006/relationships/vmlDrawing" Target="../drawings/vmlDrawing12.vml"/><Relationship Id="rId4" Type="http://schemas.openxmlformats.org/officeDocument/2006/relationships/slideLayout" Target="../slideLayouts/slideLayout2.xml"/><Relationship Id="rId3" Type="http://schemas.openxmlformats.org/officeDocument/2006/relationships/image" Target="../media/image3.png"/><Relationship Id="rId2" Type="http://schemas.openxmlformats.org/officeDocument/2006/relationships/oleObject" Target="../embeddings/oleObject12.bin"/><Relationship Id="rId1" Type="http://schemas.openxmlformats.org/officeDocument/2006/relationships/image" Target="../media/image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4" Type="http://schemas.openxmlformats.org/officeDocument/2006/relationships/vmlDrawing" Target="../drawings/vmlDrawing13.vml"/><Relationship Id="rId3" Type="http://schemas.openxmlformats.org/officeDocument/2006/relationships/slideLayout" Target="../slideLayouts/slideLayout2.xml"/><Relationship Id="rId2" Type="http://schemas.openxmlformats.org/officeDocument/2006/relationships/image" Target="../media/image5.wmf"/><Relationship Id="rId1" Type="http://schemas.openxmlformats.org/officeDocument/2006/relationships/oleObject" Target="../embeddings/oleObject13.bin"/></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4" Type="http://schemas.openxmlformats.org/officeDocument/2006/relationships/vmlDrawing" Target="../drawings/vmlDrawing14.vml"/><Relationship Id="rId3" Type="http://schemas.openxmlformats.org/officeDocument/2006/relationships/slideLayout" Target="../slideLayouts/slideLayout2.xml"/><Relationship Id="rId2" Type="http://schemas.openxmlformats.org/officeDocument/2006/relationships/image" Target="../media/image7.png"/><Relationship Id="rId1" Type="http://schemas.openxmlformats.org/officeDocument/2006/relationships/oleObject" Target="../embeddings/oleObject14.bin"/></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25.xml"/><Relationship Id="rId1" Type="http://schemas.openxmlformats.org/officeDocument/2006/relationships/image" Target="../media/image4.png"/></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38.xml"/><Relationship Id="rId1" Type="http://schemas.openxmlformats.org/officeDocument/2006/relationships/image" Target="../media/image4.png"/></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8.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64.xml"/><Relationship Id="rId1" Type="http://schemas.openxmlformats.org/officeDocument/2006/relationships/image" Target="../media/image4.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4.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5" Type="http://schemas.openxmlformats.org/officeDocument/2006/relationships/vmlDrawing" Target="../drawings/vmlDrawing15.vml"/><Relationship Id="rId4" Type="http://schemas.openxmlformats.org/officeDocument/2006/relationships/slideLayout" Target="../slideLayouts/slideLayout2.xml"/><Relationship Id="rId3" Type="http://schemas.openxmlformats.org/officeDocument/2006/relationships/image" Target="../media/image3.png"/><Relationship Id="rId2" Type="http://schemas.openxmlformats.org/officeDocument/2006/relationships/oleObject" Target="../embeddings/oleObject15.bin"/><Relationship Id="rId1" Type="http://schemas.openxmlformats.org/officeDocument/2006/relationships/image" Target="../media/image4.png"/></Relationships>
</file>

<file path=ppt/slides/_rels/slide59.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60.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61.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64.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65.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66.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67.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68.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69.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70.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71.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72.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73.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74.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75.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76.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slideLayout" Target="../slideLayouts/slideLayout51.xml"/><Relationship Id="rId1" Type="http://schemas.openxmlformats.org/officeDocument/2006/relationships/image" Target="../media/image4.png"/></Relationships>
</file>

<file path=ppt/slides/_rels/slide80.xml.rels><?xml version="1.0" encoding="UTF-8" standalone="yes"?>
<Relationships xmlns="http://schemas.openxmlformats.org/package/2006/relationships"><Relationship Id="rId5" Type="http://schemas.openxmlformats.org/officeDocument/2006/relationships/vmlDrawing" Target="../drawings/vmlDrawing16.vml"/><Relationship Id="rId4" Type="http://schemas.openxmlformats.org/officeDocument/2006/relationships/slideLayout" Target="../slideLayouts/slideLayout2.xml"/><Relationship Id="rId3" Type="http://schemas.openxmlformats.org/officeDocument/2006/relationships/image" Target="../media/image3.png"/><Relationship Id="rId2" Type="http://schemas.openxmlformats.org/officeDocument/2006/relationships/oleObject" Target="../embeddings/oleObject16.bin"/><Relationship Id="rId1" Type="http://schemas.openxmlformats.org/officeDocument/2006/relationships/image" Target="../media/image4.png"/></Relationships>
</file>

<file path=ppt/slides/_rels/slide81.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82.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83.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image" Target="../media/image9.png"/></Relationships>
</file>

<file path=ppt/slides/_rels/slide84.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image" Target="../media/image9.png"/></Relationships>
</file>

<file path=ppt/slides/_rels/slide85.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image" Target="../media/image9.png"/></Relationships>
</file>

<file path=ppt/slides/_rels/slide86.xml.rels><?xml version="1.0" encoding="UTF-8" standalone="yes"?>
<Relationships xmlns="http://schemas.openxmlformats.org/package/2006/relationships"><Relationship Id="rId6" Type="http://schemas.openxmlformats.org/officeDocument/2006/relationships/slideLayout" Target="../slideLayouts/slideLayout67.xml"/><Relationship Id="rId5" Type="http://schemas.openxmlformats.org/officeDocument/2006/relationships/image" Target="../media/image13.png"/><Relationship Id="rId4" Type="http://schemas.openxmlformats.org/officeDocument/2006/relationships/image" Target="../media/image12.png"/><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image" Target="../media/image9.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5" Type="http://schemas.openxmlformats.org/officeDocument/2006/relationships/vmlDrawing" Target="../drawings/vmlDrawing17.vml"/><Relationship Id="rId4" Type="http://schemas.openxmlformats.org/officeDocument/2006/relationships/slideLayout" Target="../slideLayouts/slideLayout2.xml"/><Relationship Id="rId3" Type="http://schemas.openxmlformats.org/officeDocument/2006/relationships/image" Target="../media/image3.png"/><Relationship Id="rId2" Type="http://schemas.openxmlformats.org/officeDocument/2006/relationships/oleObject" Target="../embeddings/oleObject17.bin"/><Relationship Id="rId1" Type="http://schemas.openxmlformats.org/officeDocument/2006/relationships/image" Target="../media/image4.png"/></Relationships>
</file>

<file path=ppt/slides/_rels/slide89.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90.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91.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92.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93.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94.xml.rels><?xml version="1.0" encoding="UTF-8" standalone="yes"?>
<Relationships xmlns="http://schemas.openxmlformats.org/package/2006/relationships"><Relationship Id="rId5" Type="http://schemas.openxmlformats.org/officeDocument/2006/relationships/vmlDrawing" Target="../drawings/vmlDrawing18.vml"/><Relationship Id="rId4" Type="http://schemas.openxmlformats.org/officeDocument/2006/relationships/slideLayout" Target="../slideLayouts/slideLayout2.xml"/><Relationship Id="rId3" Type="http://schemas.openxmlformats.org/officeDocument/2006/relationships/image" Target="../media/image3.png"/><Relationship Id="rId2" Type="http://schemas.openxmlformats.org/officeDocument/2006/relationships/oleObject" Target="../embeddings/oleObject18.bin"/><Relationship Id="rId1" Type="http://schemas.openxmlformats.org/officeDocument/2006/relationships/image" Target="../media/image4.png"/></Relationships>
</file>

<file path=ppt/slides/_rels/slide9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9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97.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98.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99.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100.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101.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102.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103.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104.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105.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106.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107.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108.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109.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110.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111.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112.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113.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114.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115.xml.rels><?xml version="1.0" encoding="UTF-8" standalone="yes"?>
<Relationships xmlns="http://schemas.openxmlformats.org/package/2006/relationships"><Relationship Id="rId2" Type="http://schemas.openxmlformats.org/officeDocument/2006/relationships/slideLayout" Target="../slideLayouts/slideLayout90.xml"/><Relationship Id="rId1" Type="http://schemas.openxmlformats.org/officeDocument/2006/relationships/image" Target="../media/image14.jpeg"/></Relationships>
</file>

<file path=ppt/slides/_rels/slide116.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117.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118.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119.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120.xml.rels><?xml version="1.0" encoding="UTF-8" standalone="yes"?>
<Relationships xmlns="http://schemas.openxmlformats.org/package/2006/relationships"><Relationship Id="rId5" Type="http://schemas.openxmlformats.org/officeDocument/2006/relationships/vmlDrawing" Target="../drawings/vmlDrawing19.vml"/><Relationship Id="rId4" Type="http://schemas.openxmlformats.org/officeDocument/2006/relationships/slideLayout" Target="../slideLayouts/slideLayout2.xml"/><Relationship Id="rId3" Type="http://schemas.openxmlformats.org/officeDocument/2006/relationships/image" Target="../media/image3.png"/><Relationship Id="rId2" Type="http://schemas.openxmlformats.org/officeDocument/2006/relationships/oleObject" Target="../embeddings/oleObject19.bin"/><Relationship Id="rId1" Type="http://schemas.openxmlformats.org/officeDocument/2006/relationships/image" Target="../media/image4.png"/></Relationships>
</file>

<file path=ppt/slides/_rels/slide1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2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6" name="矩形 6145"/>
          <p:cNvSpPr/>
          <p:nvPr/>
        </p:nvSpPr>
        <p:spPr>
          <a:xfrm>
            <a:off x="992188" y="1562100"/>
            <a:ext cx="7129463" cy="2232660"/>
          </a:xfrm>
          <a:prstGeom prst="rect">
            <a:avLst/>
          </a:prstGeom>
          <a:noFill/>
          <a:ln w="9525">
            <a:noFill/>
            <a:miter/>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algn="ctr" fontAlgn="base">
              <a:lnSpc>
                <a:spcPct val="120000"/>
              </a:lnSpc>
              <a:spcBef>
                <a:spcPct val="0"/>
              </a:spcBef>
              <a:buFont typeface="Wingdings" panose="05000000000000000000" pitchFamily="2" charset="2"/>
              <a:buNone/>
            </a:pPr>
            <a:endParaRPr lang="en-US" altLang="zh-CN" sz="2800" b="1" strike="noStrike" noProof="1">
              <a:ea typeface="宋体" panose="02010600030101010101" pitchFamily="2" charset="-122"/>
            </a:endParaRPr>
          </a:p>
          <a:p>
            <a:pPr marL="533400" lvl="0" indent="-533400" algn="ctr" fontAlgn="base">
              <a:lnSpc>
                <a:spcPct val="120000"/>
              </a:lnSpc>
              <a:spcBef>
                <a:spcPct val="0"/>
              </a:spcBef>
              <a:buFont typeface="Wingdings" panose="05000000000000000000" pitchFamily="2" charset="2"/>
              <a:buNone/>
            </a:pPr>
            <a:r>
              <a:rPr lang="zh-CN" altLang="en-US" sz="4400" b="1" strike="noStrike" noProof="1">
                <a:solidFill>
                  <a:srgbClr val="990000"/>
                </a:solidFill>
                <a:latin typeface="Times New Roman" panose="02020603050405020304" charset="0"/>
                <a:ea typeface="宋体" panose="02010600030101010101" pitchFamily="2" charset="-122"/>
                <a:cs typeface="+mn-ea"/>
              </a:rPr>
              <a:t>第</a:t>
            </a:r>
            <a:r>
              <a:rPr lang="x-none" altLang="zh-CN" sz="4400" b="1" strike="noStrike" noProof="1">
                <a:solidFill>
                  <a:srgbClr val="990000"/>
                </a:solidFill>
                <a:latin typeface="Times New Roman" panose="02020603050405020304" charset="0"/>
                <a:ea typeface="宋体" panose="02010600030101010101" pitchFamily="2" charset="-122"/>
                <a:cs typeface="+mn-ea"/>
              </a:rPr>
              <a:t>9</a:t>
            </a:r>
            <a:r>
              <a:rPr lang="zh-CN" altLang="en-US" sz="4400" b="1" strike="noStrike" noProof="1">
                <a:solidFill>
                  <a:srgbClr val="990000"/>
                </a:solidFill>
                <a:latin typeface="Times New Roman" panose="02020603050405020304" charset="0"/>
                <a:ea typeface="宋体" panose="02010600030101010101" pitchFamily="2" charset="-122"/>
                <a:cs typeface="+mn-ea"/>
              </a:rPr>
              <a:t>章</a:t>
            </a:r>
            <a:r>
              <a:rPr lang="zh-CN" altLang="en-US" sz="4400" b="1" strike="noStrike" noProof="1">
                <a:solidFill>
                  <a:srgbClr val="990000"/>
                </a:solidFill>
                <a:latin typeface="Arial" panose="02080604020202020204" pitchFamily="34" charset="0"/>
                <a:ea typeface="宋体" panose="02010600030101010101" pitchFamily="2" charset="-122"/>
                <a:cs typeface="+mn-ea"/>
              </a:rPr>
              <a:t>  文件系统</a:t>
            </a:r>
            <a:endParaRPr lang="zh-CN" altLang="en-US" sz="4400" b="1" strike="noStrike" noProof="1">
              <a:solidFill>
                <a:srgbClr val="990000"/>
              </a:solidFill>
              <a:ea typeface="宋体" panose="02010600030101010101" pitchFamily="2" charset="-122"/>
            </a:endParaRPr>
          </a:p>
          <a:p>
            <a:pPr marL="533400" lvl="0" indent="-533400" algn="ctr" fontAlgn="base">
              <a:lnSpc>
                <a:spcPct val="120000"/>
              </a:lnSpc>
              <a:spcBef>
                <a:spcPct val="0"/>
              </a:spcBef>
              <a:buFont typeface="Wingdings" panose="05000000000000000000" pitchFamily="2" charset="2"/>
              <a:buNone/>
            </a:pPr>
            <a:endParaRPr lang="zh-CN" altLang="en-US" sz="4400" b="1" strike="noStrike" noProof="1">
              <a:solidFill>
                <a:srgbClr val="CC0000"/>
              </a:solidFill>
              <a:ea typeface="宋体" panose="02010600030101010101" pitchFamily="2" charset="-122"/>
            </a:endParaRPr>
          </a:p>
        </p:txBody>
      </p:sp>
      <p:graphicFrame>
        <p:nvGraphicFramePr>
          <p:cNvPr id="4098" name="内容占位符 6146"/>
          <p:cNvGraphicFramePr>
            <a:graphicFrameLocks noChangeAspect="1"/>
          </p:cNvGraphicFramePr>
          <p:nvPr>
            <p:ph idx="1"/>
          </p:nvPr>
        </p:nvGraphicFramePr>
        <p:xfrm>
          <a:off x="0" y="0"/>
          <a:ext cx="838200" cy="517525"/>
        </p:xfrm>
        <a:graphic>
          <a:graphicData uri="http://schemas.openxmlformats.org/presentationml/2006/ole">
            <mc:AlternateContent xmlns:mc="http://schemas.openxmlformats.org/markup-compatibility/2006">
              <mc:Choice xmlns:v="urn:schemas-microsoft-com:vml" Requires="v">
                <p:oleObj spid="_x0000_s3078" name="" r:id="rId2" imgW="838200" imgH="647700" progId="Paint.Picture">
                  <p:embed/>
                </p:oleObj>
              </mc:Choice>
              <mc:Fallback>
                <p:oleObj name="" r:id="rId2" imgW="838200" imgH="647700" progId="Paint.Picture">
                  <p:embed/>
                  <p:pic>
                    <p:nvPicPr>
                      <p:cNvPr id="0" name="图片 3077"/>
                      <p:cNvPicPr/>
                      <p:nvPr/>
                    </p:nvPicPr>
                    <p:blipFill>
                      <a:blip r:embed="rId3"/>
                      <a:stretch>
                        <a:fillRect/>
                      </a:stretch>
                    </p:blipFill>
                    <p:spPr>
                      <a:xfrm>
                        <a:off x="0" y="0"/>
                        <a:ext cx="838200" cy="517525"/>
                      </a:xfrm>
                      <a:prstGeom prst="rect">
                        <a:avLst/>
                      </a:prstGeom>
                      <a:noFill/>
                      <a:ln w="38100"/>
                    </p:spPr>
                  </p:pic>
                </p:oleObj>
              </mc:Fallback>
            </mc:AlternateContent>
          </a:graphicData>
        </a:graphic>
      </p:graphicFrame>
      <p:sp>
        <p:nvSpPr>
          <p:cNvPr id="6148" name="矩形 6147"/>
          <p:cNvSpPr/>
          <p:nvPr/>
        </p:nvSpPr>
        <p:spPr>
          <a:xfrm>
            <a:off x="381000" y="4286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Arial" panose="02080604020202020204" pitchFamily="34" charset="0"/>
                <a:ea typeface="宋体" panose="02010600030101010101" pitchFamily="2" charset="-122"/>
                <a:cs typeface="+mn-ea"/>
              </a:rPr>
              <a:t>文件系统</a:t>
            </a:r>
            <a:endParaRPr lang="zh-CN" altLang="en-US" sz="2400" strike="noStrike" noProof="1">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6146"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矩形 7169"/>
          <p:cNvSpPr/>
          <p:nvPr/>
        </p:nvSpPr>
        <p:spPr>
          <a:xfrm>
            <a:off x="820738" y="1062038"/>
            <a:ext cx="7129462" cy="4737100"/>
          </a:xfrm>
          <a:prstGeom prst="rect">
            <a:avLst/>
          </a:prstGeom>
          <a:noFill/>
          <a:ln w="9525">
            <a:noFill/>
            <a:miter/>
          </a:ln>
        </p:spPr>
        <p:txBody>
          <a:bodyPr anchor="t">
            <a:spAutoFit/>
          </a:bodyPr>
          <a:p>
            <a:pPr marL="533400" lvl="0" indent="-533400">
              <a:lnSpc>
                <a:spcPct val="130000"/>
              </a:lnSpc>
              <a:spcBef>
                <a:spcPct val="30000"/>
              </a:spcBef>
              <a:buClr>
                <a:schemeClr val="tx2"/>
              </a:buClr>
              <a:buSzPct val="95000"/>
              <a:buFont typeface="Wingdings" panose="05000000000000000000" pitchFamily="2" charset="2"/>
              <a:buChar char="•"/>
            </a:pPr>
            <a:r>
              <a:rPr lang="zh-CN" altLang="en-US" sz="2800" dirty="0">
                <a:solidFill>
                  <a:schemeClr val="tx1"/>
                </a:solidFill>
                <a:latin typeface="Arial" panose="02080604020202020204" pitchFamily="34" charset="0"/>
                <a:ea typeface="宋体" panose="02010600030101010101" pitchFamily="2" charset="-122"/>
              </a:rPr>
              <a:t>文件系统的基本概念</a:t>
            </a:r>
            <a:endParaRPr lang="zh-CN" altLang="en-US" sz="2800" dirty="0">
              <a:solidFill>
                <a:schemeClr val="tx1"/>
              </a:solidFill>
              <a:latin typeface="Arial" panose="02080604020202020204" pitchFamily="34" charset="0"/>
              <a:ea typeface="宋体" panose="02010600030101010101" pitchFamily="2" charset="-122"/>
            </a:endParaRPr>
          </a:p>
          <a:p>
            <a:pPr marL="533400" lvl="0" indent="-533400">
              <a:lnSpc>
                <a:spcPct val="130000"/>
              </a:lnSpc>
              <a:spcBef>
                <a:spcPct val="30000"/>
              </a:spcBef>
              <a:buClr>
                <a:schemeClr val="tx2"/>
              </a:buClr>
              <a:buSzPct val="95000"/>
              <a:buFont typeface="Wingdings" panose="05000000000000000000" pitchFamily="2" charset="2"/>
              <a:buChar char="•"/>
            </a:pPr>
            <a:r>
              <a:rPr lang="zh-CN" altLang="en-US" sz="2800" dirty="0">
                <a:solidFill>
                  <a:schemeClr val="tx1"/>
                </a:solidFill>
                <a:latin typeface="Arial" panose="02080604020202020204" pitchFamily="34" charset="0"/>
                <a:ea typeface="宋体" panose="02010600030101010101" pitchFamily="2" charset="-122"/>
              </a:rPr>
              <a:t>文件的逻辑结构</a:t>
            </a:r>
            <a:endParaRPr lang="zh-CN" altLang="zh-CN" sz="2800" dirty="0">
              <a:solidFill>
                <a:schemeClr val="tx1"/>
              </a:solidFill>
              <a:latin typeface="Arial" panose="02080604020202020204" pitchFamily="34" charset="0"/>
              <a:ea typeface="宋体" panose="02010600030101010101" pitchFamily="2" charset="-122"/>
            </a:endParaRPr>
          </a:p>
          <a:p>
            <a:pPr marL="533400" lvl="0" indent="-533400">
              <a:lnSpc>
                <a:spcPct val="130000"/>
              </a:lnSpc>
              <a:spcBef>
                <a:spcPct val="30000"/>
              </a:spcBef>
              <a:buClr>
                <a:schemeClr val="tx2"/>
              </a:buClr>
              <a:buSzPct val="95000"/>
              <a:buFont typeface="Wingdings" panose="05000000000000000000" pitchFamily="2" charset="2"/>
              <a:buChar char="•"/>
            </a:pPr>
            <a:r>
              <a:rPr lang="zh-CN" altLang="zh-CN" sz="2800" dirty="0">
                <a:solidFill>
                  <a:schemeClr val="tx1"/>
                </a:solidFill>
                <a:latin typeface="Arial" panose="02080604020202020204" pitchFamily="34" charset="0"/>
                <a:ea typeface="宋体" panose="02010600030101010101" pitchFamily="2" charset="-122"/>
              </a:rPr>
              <a:t>文件的</a:t>
            </a:r>
            <a:r>
              <a:rPr lang="zh-CN" altLang="en-US" sz="2800" dirty="0">
                <a:solidFill>
                  <a:schemeClr val="tx1"/>
                </a:solidFill>
                <a:latin typeface="Arial" panose="02080604020202020204" pitchFamily="34" charset="0"/>
                <a:ea typeface="宋体" panose="02010600030101010101" pitchFamily="2" charset="-122"/>
              </a:rPr>
              <a:t>物理结构</a:t>
            </a:r>
            <a:endParaRPr lang="zh-CN" altLang="zh-CN" sz="2800" dirty="0">
              <a:solidFill>
                <a:schemeClr val="tx1"/>
              </a:solidFill>
              <a:latin typeface="Arial" panose="02080604020202020204" pitchFamily="34" charset="0"/>
              <a:ea typeface="宋体" panose="02010600030101010101" pitchFamily="2" charset="-122"/>
            </a:endParaRPr>
          </a:p>
          <a:p>
            <a:pPr marL="533400" lvl="0" indent="-533400">
              <a:lnSpc>
                <a:spcPct val="130000"/>
              </a:lnSpc>
              <a:spcBef>
                <a:spcPct val="30000"/>
              </a:spcBef>
              <a:buClr>
                <a:schemeClr val="tx2"/>
              </a:buClr>
              <a:buSzPct val="95000"/>
              <a:buFont typeface="Wingdings" panose="05000000000000000000" pitchFamily="2" charset="2"/>
              <a:buChar char="•"/>
            </a:pPr>
            <a:r>
              <a:rPr lang="zh-CN" altLang="en-US" sz="2800" dirty="0">
                <a:solidFill>
                  <a:schemeClr val="tx1"/>
                </a:solidFill>
                <a:latin typeface="Arial" panose="02080604020202020204" pitchFamily="34" charset="0"/>
                <a:ea typeface="宋体" panose="02010600030101010101" pitchFamily="2" charset="-122"/>
              </a:rPr>
              <a:t>文件存储空间管理</a:t>
            </a:r>
            <a:endParaRPr lang="zh-CN" altLang="en-US" sz="2800" dirty="0">
              <a:solidFill>
                <a:schemeClr val="tx1"/>
              </a:solidFill>
              <a:latin typeface="Arial" panose="02080604020202020204" pitchFamily="34" charset="0"/>
              <a:ea typeface="宋体" panose="02010600030101010101" pitchFamily="2" charset="-122"/>
            </a:endParaRPr>
          </a:p>
          <a:p>
            <a:pPr marL="533400" lvl="0" indent="-533400">
              <a:lnSpc>
                <a:spcPct val="130000"/>
              </a:lnSpc>
              <a:spcBef>
                <a:spcPct val="30000"/>
              </a:spcBef>
              <a:buClr>
                <a:schemeClr val="tx2"/>
              </a:buClr>
              <a:buSzPct val="95000"/>
              <a:buFont typeface="Wingdings" panose="05000000000000000000" pitchFamily="2" charset="2"/>
              <a:buChar char="•"/>
            </a:pPr>
            <a:r>
              <a:rPr lang="zh-CN" altLang="en-US" sz="2800" dirty="0">
                <a:solidFill>
                  <a:schemeClr val="tx1"/>
                </a:solidFill>
                <a:latin typeface="Arial" panose="02080604020202020204" pitchFamily="34" charset="0"/>
                <a:ea typeface="宋体" panose="02010600030101010101" pitchFamily="2" charset="-122"/>
              </a:rPr>
              <a:t>目录</a:t>
            </a:r>
            <a:r>
              <a:rPr lang="zh-CN" altLang="zh-CN" sz="2800" dirty="0">
                <a:solidFill>
                  <a:schemeClr val="tx1"/>
                </a:solidFill>
                <a:latin typeface="Arial" panose="02080604020202020204" pitchFamily="34" charset="0"/>
                <a:ea typeface="宋体" panose="02010600030101010101" pitchFamily="2" charset="-122"/>
              </a:rPr>
              <a:t>结构</a:t>
            </a:r>
            <a:endParaRPr lang="zh-CN" altLang="zh-CN" sz="2800" dirty="0">
              <a:solidFill>
                <a:schemeClr val="tx1"/>
              </a:solidFill>
              <a:latin typeface="Arial" panose="02080604020202020204" pitchFamily="34" charset="0"/>
              <a:ea typeface="宋体" panose="02010600030101010101" pitchFamily="2" charset="-122"/>
            </a:endParaRPr>
          </a:p>
          <a:p>
            <a:pPr marL="533400" lvl="0" indent="-533400">
              <a:lnSpc>
                <a:spcPct val="130000"/>
              </a:lnSpc>
              <a:spcBef>
                <a:spcPct val="30000"/>
              </a:spcBef>
              <a:buClr>
                <a:schemeClr val="tx2"/>
              </a:buClr>
              <a:buSzPct val="95000"/>
              <a:buFont typeface="Wingdings" panose="05000000000000000000" pitchFamily="2" charset="2"/>
              <a:buChar char="•"/>
            </a:pPr>
            <a:r>
              <a:rPr lang="zh-CN" altLang="en-US" sz="2800" dirty="0">
                <a:solidFill>
                  <a:schemeClr val="tx1"/>
                </a:solidFill>
                <a:latin typeface="Arial" panose="02080604020202020204" pitchFamily="34" charset="0"/>
                <a:ea typeface="宋体" panose="02010600030101010101" pitchFamily="2" charset="-122"/>
              </a:rPr>
              <a:t>共享与安全</a:t>
            </a:r>
            <a:endParaRPr lang="zh-CN" altLang="en-US" sz="2800" dirty="0">
              <a:solidFill>
                <a:schemeClr val="tx1"/>
              </a:solidFill>
              <a:latin typeface="Arial" panose="02080604020202020204" pitchFamily="34" charset="0"/>
              <a:ea typeface="宋体" panose="02010600030101010101" pitchFamily="2" charset="-122"/>
            </a:endParaRPr>
          </a:p>
          <a:p>
            <a:pPr marL="533400" lvl="0" indent="-533400">
              <a:lnSpc>
                <a:spcPct val="130000"/>
              </a:lnSpc>
              <a:spcBef>
                <a:spcPct val="30000"/>
              </a:spcBef>
              <a:buClr>
                <a:schemeClr val="tx2"/>
              </a:buClr>
              <a:buSzPct val="95000"/>
              <a:buFont typeface="Wingdings" panose="05000000000000000000" pitchFamily="2" charset="2"/>
              <a:buChar char="•"/>
            </a:pPr>
            <a:r>
              <a:rPr lang="zh-CN" altLang="en-US" sz="2800" dirty="0">
                <a:solidFill>
                  <a:schemeClr val="tx1"/>
                </a:solidFill>
                <a:latin typeface="Arial" panose="02080604020202020204" pitchFamily="34" charset="0"/>
                <a:ea typeface="宋体" panose="02010600030101010101" pitchFamily="2" charset="-122"/>
              </a:rPr>
              <a:t>文件操作与文件备份</a:t>
            </a:r>
            <a:endParaRPr lang="zh-CN" altLang="en-US" sz="2800" dirty="0">
              <a:solidFill>
                <a:schemeClr val="tx1"/>
              </a:solidFill>
              <a:latin typeface="Arial" panose="02080604020202020204" pitchFamily="34" charset="0"/>
              <a:ea typeface="宋体" panose="02010600030101010101" pitchFamily="2" charset="-122"/>
            </a:endParaRPr>
          </a:p>
        </p:txBody>
      </p:sp>
      <p:graphicFrame>
        <p:nvGraphicFramePr>
          <p:cNvPr id="5122" name="内容占位符 7170"/>
          <p:cNvGraphicFramePr>
            <a:graphicFrameLocks noChangeAspect="1"/>
          </p:cNvGraphicFramePr>
          <p:nvPr>
            <p:ph idx="1"/>
          </p:nvPr>
        </p:nvGraphicFramePr>
        <p:xfrm>
          <a:off x="0" y="0"/>
          <a:ext cx="838200" cy="517525"/>
        </p:xfrm>
        <a:graphic>
          <a:graphicData uri="http://schemas.openxmlformats.org/presentationml/2006/ole">
            <mc:AlternateContent xmlns:mc="http://schemas.openxmlformats.org/markup-compatibility/2006">
              <mc:Choice xmlns:v="urn:schemas-microsoft-com:vml" Requires="v">
                <p:oleObj spid="_x0000_s3076" name="" r:id="rId1" imgW="838200" imgH="647700" progId="Paint.Picture">
                  <p:embed/>
                </p:oleObj>
              </mc:Choice>
              <mc:Fallback>
                <p:oleObj name="" r:id="rId1" imgW="838200" imgH="647700" progId="Paint.Picture">
                  <p:embed/>
                  <p:pic>
                    <p:nvPicPr>
                      <p:cNvPr id="0" name="图片 3075"/>
                      <p:cNvPicPr/>
                      <p:nvPr/>
                    </p:nvPicPr>
                    <p:blipFill>
                      <a:blip r:embed="rId2"/>
                      <a:stretch>
                        <a:fillRect/>
                      </a:stretch>
                    </p:blipFill>
                    <p:spPr>
                      <a:xfrm>
                        <a:off x="0" y="0"/>
                        <a:ext cx="838200" cy="517525"/>
                      </a:xfrm>
                      <a:prstGeom prst="rect">
                        <a:avLst/>
                      </a:prstGeom>
                      <a:noFill/>
                      <a:ln w="38100"/>
                    </p:spPr>
                  </p:pic>
                </p:oleObj>
              </mc:Fallback>
            </mc:AlternateContent>
          </a:graphicData>
        </a:graphic>
      </p:graphicFrame>
      <p:sp>
        <p:nvSpPr>
          <p:cNvPr id="5123" name="文本框 7171"/>
          <p:cNvSpPr txBox="1"/>
          <p:nvPr/>
        </p:nvSpPr>
        <p:spPr>
          <a:xfrm>
            <a:off x="8521700" y="6510338"/>
            <a:ext cx="376238"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buFont typeface="Wingdings" panose="05000000000000000000" pitchFamily="2" charset="2"/>
              <a:buNone/>
            </a:pPr>
            <a:r>
              <a:rPr lang="en-US" altLang="zh-CN" b="0">
                <a:solidFill>
                  <a:schemeClr val="tx2"/>
                </a:solidFill>
                <a:latin typeface="Times New Roman" panose="02020603050405020304" charset="0"/>
                <a:ea typeface="宋体" panose="02010600030101010101" pitchFamily="2" charset="-122"/>
              </a:rPr>
              <a:t>1</a:t>
            </a:r>
            <a:endParaRPr lang="en-US" altLang="zh-CN" b="0">
              <a:solidFill>
                <a:schemeClr val="tx2"/>
              </a:solidFill>
              <a:latin typeface="Times New Roman" panose="02020603050405020304" charset="0"/>
              <a:ea typeface="宋体" panose="02010600030101010101" pitchFamily="2" charset="-122"/>
            </a:endParaRPr>
          </a:p>
        </p:txBody>
      </p:sp>
      <p:sp>
        <p:nvSpPr>
          <p:cNvPr id="7173" name="矩形 7172"/>
          <p:cNvSpPr/>
          <p:nvPr/>
        </p:nvSpPr>
        <p:spPr>
          <a:xfrm>
            <a:off x="381000" y="4286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Arial" panose="02080604020202020204" pitchFamily="34" charset="0"/>
                <a:ea typeface="宋体" panose="02010600030101010101" pitchFamily="2" charset="-122"/>
                <a:cs typeface="+mn-ea"/>
              </a:rPr>
              <a:t>文件系统</a:t>
            </a:r>
            <a:r>
              <a:rPr lang="en-US" altLang="zh-CN" sz="2400" strike="noStrike" noProof="1">
                <a:latin typeface="Arial" panose="02080604020202020204" pitchFamily="34" charset="0"/>
                <a:ea typeface="宋体" panose="02010600030101010101" pitchFamily="2" charset="-122"/>
                <a:cs typeface="+mn-ea"/>
              </a:rPr>
              <a:t>——</a:t>
            </a:r>
            <a:r>
              <a:rPr lang="zh-CN" altLang="en-US" sz="2400" strike="noStrike" noProof="1">
                <a:latin typeface="Arial" panose="02080604020202020204" pitchFamily="34" charset="0"/>
                <a:ea typeface="宋体" panose="02010600030101010101" pitchFamily="2" charset="-122"/>
                <a:cs typeface="+mn-ea"/>
              </a:rPr>
              <a:t>主要内容</a:t>
            </a:r>
            <a:endParaRPr lang="zh-CN" altLang="en-US" sz="2400" strike="noStrike" noProof="1">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8" name="矩形 24577"/>
          <p:cNvSpPr/>
          <p:nvPr/>
        </p:nvSpPr>
        <p:spPr>
          <a:xfrm>
            <a:off x="1006475" y="1562100"/>
            <a:ext cx="7129463" cy="2066925"/>
          </a:xfrm>
          <a:prstGeom prst="rect">
            <a:avLst/>
          </a:prstGeom>
          <a:noFill/>
          <a:ln w="9525">
            <a:noFill/>
            <a:miter/>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algn="ctr" fontAlgn="base">
              <a:lnSpc>
                <a:spcPct val="120000"/>
              </a:lnSpc>
              <a:spcBef>
                <a:spcPct val="0"/>
              </a:spcBef>
              <a:buFont typeface="Wingdings" panose="05000000000000000000" pitchFamily="2" charset="2"/>
              <a:buNone/>
            </a:pPr>
            <a:endParaRPr lang="en-US" altLang="zh-CN" sz="2800" b="1" strike="noStrike" noProof="1">
              <a:ea typeface="宋体" panose="02010600030101010101" pitchFamily="2" charset="-122"/>
            </a:endParaRPr>
          </a:p>
          <a:p>
            <a:pPr marL="533400" lvl="0" indent="-533400" algn="ctr" fontAlgn="base">
              <a:lnSpc>
                <a:spcPct val="120000"/>
              </a:lnSpc>
              <a:spcBef>
                <a:spcPct val="0"/>
              </a:spcBef>
              <a:buFont typeface="Wingdings" panose="05000000000000000000" pitchFamily="2" charset="2"/>
              <a:buNone/>
            </a:pPr>
            <a:r>
              <a:rPr lang="zh-CN" altLang="en-US" sz="4000" strike="noStrike" noProof="1">
                <a:solidFill>
                  <a:schemeClr val="tx1"/>
                </a:solidFill>
                <a:latin typeface="Arial" panose="02080604020202020204" pitchFamily="34" charset="0"/>
                <a:ea typeface="宋体" panose="02010600030101010101" pitchFamily="2" charset="-122"/>
                <a:cs typeface="+mn-ea"/>
              </a:rPr>
              <a:t>文件</a:t>
            </a:r>
            <a:r>
              <a:rPr lang="x-none" altLang="zh-CN" sz="4000" strike="noStrike" noProof="1">
                <a:solidFill>
                  <a:schemeClr val="tx1"/>
                </a:solidFill>
                <a:latin typeface="Arial" panose="02080604020202020204" pitchFamily="34" charset="0"/>
                <a:ea typeface="宋体" panose="02010600030101010101" pitchFamily="2" charset="-122"/>
                <a:cs typeface="+mn-ea"/>
              </a:rPr>
              <a:t>系统的基本概念</a:t>
            </a:r>
            <a:endParaRPr lang="x-none" altLang="zh-CN" sz="4000" strike="noStrike" noProof="1">
              <a:solidFill>
                <a:schemeClr val="tx1"/>
              </a:solidFill>
              <a:latin typeface="Arial" panose="02080604020202020204" pitchFamily="34" charset="0"/>
              <a:ea typeface="宋体" panose="02010600030101010101" pitchFamily="2" charset="-122"/>
              <a:cs typeface="+mn-ea"/>
            </a:endParaRPr>
          </a:p>
          <a:p>
            <a:pPr marL="533400" lvl="0" indent="-533400" algn="ctr" fontAlgn="base">
              <a:lnSpc>
                <a:spcPct val="120000"/>
              </a:lnSpc>
              <a:spcBef>
                <a:spcPct val="0"/>
              </a:spcBef>
              <a:buFont typeface="Wingdings" panose="05000000000000000000" pitchFamily="2" charset="2"/>
              <a:buNone/>
            </a:pPr>
            <a:endParaRPr lang="zh-CN" altLang="en-US" sz="4000" b="1" strike="noStrike" noProof="1">
              <a:solidFill>
                <a:srgbClr val="663300"/>
              </a:solidFill>
              <a:ea typeface="宋体" panose="02010600030101010101" pitchFamily="2" charset="-122"/>
            </a:endParaRPr>
          </a:p>
        </p:txBody>
      </p:sp>
      <p:graphicFrame>
        <p:nvGraphicFramePr>
          <p:cNvPr id="6146" name="内容占位符 24578"/>
          <p:cNvGraphicFramePr>
            <a:graphicFrameLocks noChangeAspect="1"/>
          </p:cNvGraphicFramePr>
          <p:nvPr>
            <p:ph idx="1"/>
          </p:nvPr>
        </p:nvGraphicFramePr>
        <p:xfrm>
          <a:off x="0" y="0"/>
          <a:ext cx="838200" cy="517525"/>
        </p:xfrm>
        <a:graphic>
          <a:graphicData uri="http://schemas.openxmlformats.org/presentationml/2006/ole">
            <mc:AlternateContent xmlns:mc="http://schemas.openxmlformats.org/markup-compatibility/2006">
              <mc:Choice xmlns:v="urn:schemas-microsoft-com:vml" Requires="v">
                <p:oleObj spid="_x0000_s3079" name="" r:id="rId2" imgW="838200" imgH="647700" progId="Paint.Picture">
                  <p:embed/>
                </p:oleObj>
              </mc:Choice>
              <mc:Fallback>
                <p:oleObj name="" r:id="rId2" imgW="838200" imgH="647700" progId="Paint.Picture">
                  <p:embed/>
                  <p:pic>
                    <p:nvPicPr>
                      <p:cNvPr id="0" name="图片 3078"/>
                      <p:cNvPicPr/>
                      <p:nvPr/>
                    </p:nvPicPr>
                    <p:blipFill>
                      <a:blip r:embed="rId3"/>
                      <a:stretch>
                        <a:fillRect/>
                      </a:stretch>
                    </p:blipFill>
                    <p:spPr>
                      <a:xfrm>
                        <a:off x="0" y="0"/>
                        <a:ext cx="838200" cy="517525"/>
                      </a:xfrm>
                      <a:prstGeom prst="rect">
                        <a:avLst/>
                      </a:prstGeom>
                      <a:noFill/>
                      <a:ln w="38100"/>
                    </p:spPr>
                  </p:pic>
                </p:oleObj>
              </mc:Fallback>
            </mc:AlternateContent>
          </a:graphicData>
        </a:graphic>
      </p:graphicFrame>
      <p:sp>
        <p:nvSpPr>
          <p:cNvPr id="24580" name="矩形 24579"/>
          <p:cNvSpPr/>
          <p:nvPr/>
        </p:nvSpPr>
        <p:spPr>
          <a:xfrm>
            <a:off x="381000" y="4286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Arial" panose="02080604020202020204" pitchFamily="34" charset="0"/>
                <a:ea typeface="宋体" panose="02010600030101010101" pitchFamily="2" charset="-122"/>
                <a:cs typeface="+mn-ea"/>
              </a:rPr>
              <a:t>文件系统</a:t>
            </a:r>
            <a:r>
              <a:rPr lang="en-US" altLang="zh-CN" sz="2400" strike="noStrike" noProof="1">
                <a:latin typeface="Arial" panose="02080604020202020204" pitchFamily="34" charset="0"/>
                <a:ea typeface="宋体" panose="02010600030101010101" pitchFamily="2" charset="-122"/>
                <a:cs typeface="+mn-ea"/>
              </a:rPr>
              <a:t>——</a:t>
            </a:r>
            <a:r>
              <a:rPr lang="zh-CN" altLang="en-US" sz="2400" strike="noStrike" noProof="1">
                <a:latin typeface="Arial" panose="02080604020202020204" pitchFamily="34" charset="0"/>
                <a:ea typeface="宋体" panose="02010600030101010101" pitchFamily="2" charset="-122"/>
                <a:cs typeface="+mn-ea"/>
              </a:rPr>
              <a:t>文件的逻辑结构与存取方法</a:t>
            </a:r>
            <a:endParaRPr lang="zh-CN" altLang="en-US" sz="2400" strike="noStrike" noProof="1">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24578"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3" name="文本占位符 5122"/>
          <p:cNvSpPr>
            <a:spLocks noGrp="1"/>
          </p:cNvSpPr>
          <p:nvPr>
            <p:ph idx="1"/>
          </p:nvPr>
        </p:nvSpPr>
        <p:spPr>
          <a:xfrm>
            <a:off x="304800" y="941388"/>
            <a:ext cx="8458200" cy="5178425"/>
          </a:xfrm>
        </p:spPr>
        <p:txBody>
          <a:bodyPr>
            <a:spAutoFit/>
          </a:bodyPr>
          <a:p>
            <a:pPr fontAlgn="base">
              <a:lnSpc>
                <a:spcPct val="90000"/>
              </a:lnSpc>
              <a:spcBef>
                <a:spcPct val="10000"/>
              </a:spcBef>
              <a:buNone/>
            </a:pPr>
            <a:r>
              <a:rPr lang="zh-CN" altLang="en-US" sz="3600" strike="noStrike" noProof="1" dirty="0">
                <a:solidFill>
                  <a:schemeClr val="tx1"/>
                </a:solidFill>
                <a:effectLst/>
                <a:latin typeface="Times New Roman" panose="02020603050405020304" charset="0"/>
              </a:rPr>
              <a:t>引入文件系统:</a:t>
            </a:r>
            <a:endParaRPr lang="zh-CN" altLang="en-US" sz="3600" strike="noStrike" noProof="1" dirty="0">
              <a:solidFill>
                <a:schemeClr val="tx1"/>
              </a:solidFill>
              <a:effectLst/>
              <a:latin typeface="Times New Roman" panose="02020603050405020304" charset="0"/>
            </a:endParaRPr>
          </a:p>
          <a:p>
            <a:pPr algn="just" fontAlgn="base">
              <a:lnSpc>
                <a:spcPct val="90000"/>
              </a:lnSpc>
              <a:buNone/>
            </a:pPr>
            <a:r>
              <a:rPr lang="zh-CN" altLang="en-US" strike="noStrike" noProof="1" dirty="0">
                <a:solidFill>
                  <a:schemeClr val="tx1"/>
                </a:solidFill>
                <a:effectLst/>
                <a:latin typeface="Times New Roman" panose="02020603050405020304" charset="0"/>
              </a:rPr>
              <a:t>	1 计算机的优势在于它能够以极快的速度处理大量的信息。有些信息需要长期保存，所以要解决信息数据的</a:t>
            </a:r>
            <a:r>
              <a:rPr lang="x-none" altLang="zh-CN" strike="noStrike" noProof="1" dirty="0">
                <a:solidFill>
                  <a:schemeClr val="tx1"/>
                </a:solidFill>
                <a:effectLst/>
                <a:latin typeface="Times New Roman" panose="02020603050405020304" charset="0"/>
              </a:rPr>
              <a:t>组织</a:t>
            </a:r>
            <a:r>
              <a:rPr lang="zh-CN" altLang="en-US" strike="noStrike" noProof="1" dirty="0">
                <a:solidFill>
                  <a:schemeClr val="tx1"/>
                </a:solidFill>
                <a:effectLst/>
                <a:latin typeface="Times New Roman" panose="02020603050405020304" charset="0"/>
              </a:rPr>
              <a:t>存取问题</a:t>
            </a:r>
            <a:r>
              <a:rPr lang="x-none" altLang="zh-CN" strike="noStrike" noProof="1" dirty="0">
                <a:solidFill>
                  <a:schemeClr val="tx1"/>
                </a:solidFill>
                <a:effectLst/>
                <a:latin typeface="Times New Roman" panose="02020603050405020304" charset="0"/>
              </a:rPr>
              <a:t>。</a:t>
            </a:r>
            <a:endParaRPr lang="x-none" altLang="zh-CN" strike="noStrike" noProof="1" dirty="0">
              <a:solidFill>
                <a:schemeClr val="tx1"/>
              </a:solidFill>
              <a:effectLst/>
              <a:latin typeface="Times New Roman" panose="02020603050405020304" charset="0"/>
            </a:endParaRPr>
          </a:p>
          <a:p>
            <a:pPr algn="just" fontAlgn="base">
              <a:lnSpc>
                <a:spcPct val="90000"/>
              </a:lnSpc>
              <a:buNone/>
            </a:pPr>
            <a:r>
              <a:rPr lang="zh-CN" altLang="en-US" strike="noStrike" noProof="1" dirty="0">
                <a:solidFill>
                  <a:schemeClr val="tx1"/>
                </a:solidFill>
                <a:effectLst/>
                <a:latin typeface="Times New Roman" panose="02020603050405020304" charset="0"/>
              </a:rPr>
              <a:t>	2 用户需要摆脱各种存储介质的特性和I/O指令的细节，能够方便的存取信息。</a:t>
            </a:r>
            <a:endParaRPr lang="zh-CN" altLang="en-US" strike="noStrike" noProof="1" dirty="0">
              <a:solidFill>
                <a:schemeClr val="tx1"/>
              </a:solidFill>
              <a:effectLst/>
              <a:latin typeface="Times New Roman" panose="02020603050405020304" charset="0"/>
            </a:endParaRPr>
          </a:p>
          <a:p>
            <a:pPr algn="just" fontAlgn="base">
              <a:lnSpc>
                <a:spcPct val="90000"/>
              </a:lnSpc>
              <a:buNone/>
            </a:pPr>
            <a:r>
              <a:rPr lang="zh-CN" altLang="en-US" strike="noStrike" noProof="1" dirty="0">
                <a:solidFill>
                  <a:schemeClr val="tx1"/>
                </a:solidFill>
                <a:effectLst/>
                <a:latin typeface="Times New Roman" panose="02020603050405020304" charset="0"/>
              </a:rPr>
              <a:t>	3 多用户协调共享，安全。</a:t>
            </a:r>
            <a:endParaRPr lang="zh-CN" altLang="en-US" strike="noStrike" noProof="1" dirty="0">
              <a:solidFill>
                <a:schemeClr val="tx1"/>
              </a:solidFill>
              <a:effectLst/>
              <a:latin typeface="Times New Roman" panose="02020603050405020304" charset="0"/>
            </a:endParaRPr>
          </a:p>
          <a:p>
            <a:pPr algn="just" fontAlgn="base">
              <a:lnSpc>
                <a:spcPct val="90000"/>
              </a:lnSpc>
              <a:buNone/>
            </a:pPr>
            <a:r>
              <a:rPr lang="x-none" altLang="zh-CN" strike="noStrike" noProof="1" dirty="0">
                <a:solidFill>
                  <a:schemeClr val="tx1"/>
                </a:solidFill>
                <a:effectLst/>
                <a:latin typeface="Times New Roman" panose="02020603050405020304" charset="0"/>
              </a:rPr>
              <a:t>	4 操作系统本身也需要。</a:t>
            </a:r>
            <a:endParaRPr lang="x-none" altLang="zh-CN" strike="noStrike" noProof="1" dirty="0">
              <a:solidFill>
                <a:schemeClr val="tx1"/>
              </a:solidFill>
              <a:effectLst/>
              <a:latin typeface="Times New Roman" panose="02020603050405020304" charset="0"/>
            </a:endParaRPr>
          </a:p>
          <a:p>
            <a:pPr algn="just" fontAlgn="base">
              <a:lnSpc>
                <a:spcPct val="90000"/>
              </a:lnSpc>
              <a:buNone/>
            </a:pPr>
            <a:r>
              <a:rPr lang="zh-CN" altLang="en-US" sz="2800" strike="noStrike" noProof="1" dirty="0">
                <a:solidFill>
                  <a:srgbClr val="CC3300"/>
                </a:solidFill>
                <a:effectLst/>
                <a:latin typeface="Times New Roman" panose="02020603050405020304" charset="0"/>
              </a:rPr>
              <a:t>把数据组织成文件形式加以管理和控制是计算机数据管理的重大发展。</a:t>
            </a:r>
            <a:endParaRPr lang="zh-CN" altLang="en-US" sz="2800" strike="noStrike" noProof="1" dirty="0">
              <a:solidFill>
                <a:srgbClr val="CC3300"/>
              </a:solidFill>
              <a:effectLst/>
              <a:latin typeface="Times New Roman" panose="02020603050405020304" charset="0"/>
            </a:endParaRPr>
          </a:p>
        </p:txBody>
      </p:sp>
      <p:sp>
        <p:nvSpPr>
          <p:cNvPr id="7170" name="灯片编号占位符 1"/>
          <p:cNvSpPr/>
          <p:nvPr>
            <p:ph type="sldNum" sz="quarter"/>
          </p:nvPr>
        </p:nvSpPr>
        <p:spPr>
          <a:xfrm>
            <a:off x="6532563" y="6367463"/>
            <a:ext cx="1905000" cy="457200"/>
          </a:xfrm>
          <a:prstGeom prst="rect">
            <a:avLst/>
          </a:prstGeom>
          <a:noFill/>
          <a:ln w="9525">
            <a:noFill/>
            <a:miter/>
          </a:ln>
        </p:spPr>
        <p:txBody>
          <a:bodyPr anchor="t"/>
          <a:p>
            <a:pPr lvl="0"/>
            <a:fld id="{9A0DB2DC-4C9A-4742-B13C-FB6460FD3503}" type="slidenum">
              <a:rPr lang="zh-CN" altLang="en-US"/>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5123" grpId="0" bldLvl="2"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3" name="文本框 9217"/>
          <p:cNvSpPr txBox="1"/>
          <p:nvPr/>
        </p:nvSpPr>
        <p:spPr>
          <a:xfrm>
            <a:off x="8493125" y="6510338"/>
            <a:ext cx="376238"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buFont typeface="Wingdings" panose="05000000000000000000" pitchFamily="2" charset="2"/>
              <a:buNone/>
            </a:pPr>
            <a:r>
              <a:rPr lang="en-US" altLang="zh-CN" b="0">
                <a:solidFill>
                  <a:schemeClr val="tx2"/>
                </a:solidFill>
                <a:latin typeface="Times New Roman" panose="02020603050405020304" charset="0"/>
                <a:ea typeface="宋体" panose="02010600030101010101" pitchFamily="2" charset="-122"/>
              </a:rPr>
              <a:t>2</a:t>
            </a:r>
            <a:endParaRPr lang="en-US" altLang="zh-CN" b="0">
              <a:solidFill>
                <a:schemeClr val="tx2"/>
              </a:solidFill>
              <a:latin typeface="Times New Roman" panose="02020603050405020304" charset="0"/>
              <a:ea typeface="宋体" panose="02010600030101010101" pitchFamily="2" charset="-122"/>
            </a:endParaRPr>
          </a:p>
        </p:txBody>
      </p:sp>
      <p:sp>
        <p:nvSpPr>
          <p:cNvPr id="9219" name="矩形 9218"/>
          <p:cNvSpPr/>
          <p:nvPr/>
        </p:nvSpPr>
        <p:spPr>
          <a:xfrm>
            <a:off x="185728" y="567372"/>
            <a:ext cx="8710622" cy="5969635"/>
          </a:xfrm>
          <a:prstGeom prst="rect">
            <a:avLst/>
          </a:prstGeom>
          <a:noFill/>
          <a:ln w="9525">
            <a:noFill/>
            <a:miter/>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30000"/>
              </a:lnSpc>
              <a:buNone/>
            </a:pPr>
            <a:r>
              <a:rPr lang="en-US" altLang="zh-CN" b="1" strike="noStrike" noProof="1">
                <a:solidFill>
                  <a:srgbClr val="990000"/>
                </a:solidFill>
                <a:latin typeface="Times New Roman" panose="02020603050405020304" charset="0"/>
                <a:ea typeface="宋体" panose="02010600030101010101" pitchFamily="2" charset="-122"/>
                <a:cs typeface="+mn-ea"/>
              </a:rPr>
              <a:t>1.  </a:t>
            </a:r>
            <a:r>
              <a:rPr lang="zh-CN" altLang="en-US" b="1" strike="noStrike" noProof="1">
                <a:solidFill>
                  <a:srgbClr val="990000"/>
                </a:solidFill>
                <a:latin typeface="Arial" panose="02080604020202020204" pitchFamily="34" charset="0"/>
                <a:ea typeface="宋体" panose="02010600030101010101" pitchFamily="2" charset="-122"/>
                <a:cs typeface="+mn-ea"/>
              </a:rPr>
              <a:t>文件</a:t>
            </a:r>
            <a:endParaRPr lang="zh-CN" altLang="en-US" b="1" strike="noStrike" noProof="1">
              <a:solidFill>
                <a:srgbClr val="990000"/>
              </a:solidFill>
              <a:ea typeface="宋体" panose="02010600030101010101" pitchFamily="2" charset="-122"/>
            </a:endParaRPr>
          </a:p>
          <a:p>
            <a:pPr marL="533400" lvl="0" indent="-533400" fontAlgn="base">
              <a:lnSpc>
                <a:spcPct val="130000"/>
              </a:lnSpc>
              <a:buNone/>
            </a:pPr>
            <a:r>
              <a:rPr lang="zh-CN" altLang="en-US" sz="2800" b="1" strike="noStrike" noProof="1">
                <a:solidFill>
                  <a:srgbClr val="A50021"/>
                </a:solidFill>
                <a:latin typeface="Times New Roman" panose="02020603050405020304" charset="0"/>
                <a:ea typeface="宋体" panose="02010600030101010101" pitchFamily="2" charset="-122"/>
                <a:cs typeface="+mn-ea"/>
              </a:rPr>
              <a:t>      </a:t>
            </a:r>
            <a:r>
              <a:rPr lang="en-US" altLang="zh-CN" sz="2800" b="1" strike="noStrike" noProof="1">
                <a:solidFill>
                  <a:srgbClr val="A50021"/>
                </a:solidFill>
                <a:latin typeface="Times New Roman" panose="02020603050405020304" charset="0"/>
                <a:ea typeface="宋体" panose="02010600030101010101" pitchFamily="2" charset="-122"/>
                <a:cs typeface="+mn-ea"/>
              </a:rPr>
              <a:t>(1) </a:t>
            </a:r>
            <a:r>
              <a:rPr lang="zh-CN" altLang="en-US" sz="2800" b="1" strike="noStrike" noProof="1">
                <a:solidFill>
                  <a:srgbClr val="A50021"/>
                </a:solidFill>
                <a:latin typeface="Times New Roman" panose="02020603050405020304" charset="0"/>
                <a:ea typeface="宋体" panose="02010600030101010101" pitchFamily="2" charset="-122"/>
                <a:cs typeface="+mn-ea"/>
              </a:rPr>
              <a:t>什么是文件 </a:t>
            </a:r>
            <a:endParaRPr lang="zh-CN" altLang="en-US" sz="2800" b="1" strike="noStrike" noProof="1">
              <a:solidFill>
                <a:srgbClr val="A50021"/>
              </a:solidFill>
              <a:latin typeface="Times New Roman" panose="02020603050405020304" charset="0"/>
              <a:ea typeface="宋体" panose="02010600030101010101" pitchFamily="2" charset="-122"/>
            </a:endParaRPr>
          </a:p>
          <a:p>
            <a:pPr marL="533400" lvl="0" indent="-533400" fontAlgn="base">
              <a:lnSpc>
                <a:spcPct val="120000"/>
              </a:lnSpc>
              <a:spcBef>
                <a:spcPct val="20000"/>
              </a:spcBef>
              <a:buNone/>
            </a:pPr>
            <a:r>
              <a:rPr lang="zh-CN" altLang="en-US" sz="2400" strike="noStrike" noProof="1">
                <a:solidFill>
                  <a:schemeClr val="tx1"/>
                </a:solidFill>
                <a:latin typeface="Times New Roman" panose="02020603050405020304" charset="0"/>
                <a:ea typeface="宋体" panose="02010600030101010101" pitchFamily="2" charset="-122"/>
                <a:cs typeface="+mn-ea"/>
              </a:rPr>
              <a:t>              </a:t>
            </a:r>
            <a:r>
              <a:rPr lang="zh-CN" altLang="en-US" sz="2400" strike="noStrike" noProof="1">
                <a:solidFill>
                  <a:schemeClr val="tx1"/>
                </a:solidFill>
                <a:effectLst/>
                <a:latin typeface="Times New Roman" panose="02020603050405020304" charset="0"/>
                <a:ea typeface="宋体" panose="02010600030101010101" pitchFamily="2" charset="-122"/>
                <a:cs typeface="+mn-ea"/>
              </a:rPr>
              <a:t>文件是在逻辑上具有完整意义的信息集合，</a:t>
            </a:r>
            <a:r>
              <a:rPr lang="x-none" altLang="zh-CN" sz="2400" strike="noStrike" noProof="1">
                <a:solidFill>
                  <a:schemeClr val="tx1"/>
                </a:solidFill>
                <a:effectLst/>
                <a:latin typeface="Times New Roman" panose="02020603050405020304" charset="0"/>
                <a:ea typeface="宋体" panose="02010600030101010101" pitchFamily="2" charset="-122"/>
                <a:cs typeface="+mn-ea"/>
              </a:rPr>
              <a:t>是文件系统存储和加工的逻辑部件。</a:t>
            </a:r>
            <a:r>
              <a:rPr lang="zh-CN" altLang="en-US" sz="2400" strike="noStrike" noProof="1">
                <a:solidFill>
                  <a:schemeClr val="tx1"/>
                </a:solidFill>
                <a:effectLst/>
                <a:latin typeface="Times New Roman" panose="02020603050405020304" charset="0"/>
                <a:ea typeface="宋体" panose="02010600030101010101" pitchFamily="2" charset="-122"/>
                <a:cs typeface="+mn-ea"/>
              </a:rPr>
              <a:t>它有一个名字以供标识，</a:t>
            </a:r>
            <a:r>
              <a:rPr lang="zh-CN" altLang="en-US" sz="2400" strike="sngStrike" noProof="1">
                <a:solidFill>
                  <a:schemeClr val="accent4"/>
                </a:solidFill>
                <a:effectLst/>
                <a:uFillTx/>
                <a:latin typeface="Times New Roman" panose="02020603050405020304" charset="0"/>
                <a:ea typeface="宋体" panose="02010600030101010101" pitchFamily="2" charset="-122"/>
                <a:cs typeface="+mn-ea"/>
              </a:rPr>
              <a:t>文件名是以字母开头的字母数字串</a:t>
            </a:r>
            <a:r>
              <a:rPr lang="x-none" altLang="zh-CN" sz="2400" strike="sngStrike" noProof="1">
                <a:solidFill>
                  <a:schemeClr val="accent4"/>
                </a:solidFill>
                <a:effectLst/>
                <a:uFillTx/>
                <a:latin typeface="Times New Roman" panose="02020603050405020304" charset="0"/>
                <a:ea typeface="宋体" panose="02010600030101010101" pitchFamily="2" charset="-122"/>
                <a:cs typeface="+mn-ea"/>
              </a:rPr>
              <a:t>，</a:t>
            </a:r>
            <a:r>
              <a:rPr lang="zh-CN" altLang="en-US" sz="2400" strike="noStrike" noProof="1">
                <a:solidFill>
                  <a:schemeClr val="tx1"/>
                </a:solidFill>
                <a:effectLst/>
                <a:latin typeface="Times New Roman" panose="02020603050405020304" charset="0"/>
                <a:ea typeface="宋体" panose="02010600030101010101" pitchFamily="2" charset="-122"/>
                <a:cs typeface="+mn-ea"/>
                <a:sym typeface="+mn-ea"/>
              </a:rPr>
              <a:t>文件名是有若干约束的字符串</a:t>
            </a:r>
            <a:r>
              <a:rPr lang="zh-CN" altLang="en-US" sz="2400" strike="noStrike" noProof="1">
                <a:solidFill>
                  <a:schemeClr val="tx1"/>
                </a:solidFill>
                <a:effectLst/>
                <a:latin typeface="Times New Roman" panose="02020603050405020304" charset="0"/>
                <a:ea typeface="宋体" panose="02010600030101010101" pitchFamily="2" charset="-122"/>
                <a:cs typeface="+mn-ea"/>
              </a:rPr>
              <a:t>。</a:t>
            </a:r>
            <a:endParaRPr lang="zh-CN" altLang="en-US" sz="2400" strike="noStrike" noProof="1">
              <a:solidFill>
                <a:schemeClr val="tx1"/>
              </a:solidFill>
              <a:effectLst/>
              <a:latin typeface="Times New Roman" panose="02020603050405020304" charset="0"/>
              <a:ea typeface="宋体" panose="02010600030101010101" pitchFamily="2" charset="-122"/>
            </a:endParaRPr>
          </a:p>
          <a:p>
            <a:pPr marL="533400" lvl="0" indent="-533400" fontAlgn="base">
              <a:lnSpc>
                <a:spcPct val="130000"/>
              </a:lnSpc>
              <a:buNone/>
            </a:pPr>
            <a:r>
              <a:rPr lang="zh-CN" altLang="en-US" sz="2800" b="1" strike="noStrike" noProof="1">
                <a:solidFill>
                  <a:srgbClr val="A50021"/>
                </a:solidFill>
                <a:latin typeface="Times New Roman" panose="02020603050405020304" charset="0"/>
                <a:ea typeface="宋体" panose="02010600030101010101" pitchFamily="2" charset="-122"/>
                <a:cs typeface="+mn-ea"/>
              </a:rPr>
              <a:t>      </a:t>
            </a:r>
            <a:r>
              <a:rPr lang="en-US" altLang="zh-CN" sz="2800" b="1" strike="noStrike" noProof="1">
                <a:solidFill>
                  <a:srgbClr val="A50021"/>
                </a:solidFill>
                <a:latin typeface="Times New Roman" panose="02020603050405020304" charset="0"/>
                <a:ea typeface="宋体" panose="02010600030101010101" pitchFamily="2" charset="-122"/>
                <a:cs typeface="+mn-ea"/>
              </a:rPr>
              <a:t>(2) </a:t>
            </a:r>
            <a:r>
              <a:rPr lang="zh-CN" altLang="en-US" sz="2800" b="1" strike="noStrike" noProof="1">
                <a:solidFill>
                  <a:srgbClr val="A50021"/>
                </a:solidFill>
                <a:latin typeface="Times New Roman" panose="02020603050405020304" charset="0"/>
                <a:ea typeface="宋体" panose="02010600030101010101" pitchFamily="2" charset="-122"/>
                <a:cs typeface="+mn-ea"/>
              </a:rPr>
              <a:t>构成文件的基本单位</a:t>
            </a:r>
            <a:endParaRPr lang="zh-CN" altLang="en-US" sz="2800" b="1" strike="noStrike" noProof="1">
              <a:solidFill>
                <a:srgbClr val="A50021"/>
              </a:solidFill>
              <a:latin typeface="Times New Roman" panose="02020603050405020304" charset="0"/>
              <a:ea typeface="宋体" panose="02010600030101010101" pitchFamily="2" charset="-122"/>
            </a:endParaRPr>
          </a:p>
          <a:p>
            <a:pPr marL="914400" lvl="1" indent="-457200" fontAlgn="base">
              <a:lnSpc>
                <a:spcPct val="130000"/>
              </a:lnSpc>
              <a:buNone/>
            </a:pPr>
            <a:r>
              <a:rPr lang="zh-CN" altLang="en-US" sz="2400" b="1" strike="noStrike" noProof="1">
                <a:solidFill>
                  <a:schemeClr val="tx1"/>
                </a:solidFill>
                <a:effectLst/>
                <a:latin typeface="Times New Roman" panose="02020603050405020304" charset="0"/>
                <a:ea typeface="宋体" panose="02010600030101010101" pitchFamily="2" charset="-122"/>
                <a:cs typeface="+mn-cs"/>
              </a:rPr>
              <a:t>       信息项</a:t>
            </a:r>
            <a:r>
              <a:rPr lang="x-none" altLang="zh-CN" sz="2400" b="1" strike="noStrike" noProof="1">
                <a:solidFill>
                  <a:schemeClr val="tx1"/>
                </a:solidFill>
                <a:effectLst/>
                <a:latin typeface="Times New Roman" panose="02020603050405020304" charset="0"/>
                <a:ea typeface="宋体" panose="02010600030101010101" pitchFamily="2" charset="-122"/>
                <a:cs typeface="+mn-cs"/>
              </a:rPr>
              <a:t>（</a:t>
            </a:r>
            <a:r>
              <a:rPr lang="zh-CN" altLang="en-US" sz="2400" strike="noStrike" noProof="1">
                <a:solidFill>
                  <a:schemeClr val="tx1"/>
                </a:solidFill>
                <a:effectLst/>
                <a:latin typeface="Times New Roman" panose="02020603050405020304" charset="0"/>
                <a:ea typeface="+mn-ea"/>
                <a:cs typeface="+mn-cs"/>
                <a:sym typeface="+mn-ea"/>
              </a:rPr>
              <a:t>单个字符或字节</a:t>
            </a:r>
            <a:r>
              <a:rPr lang="x-none" altLang="zh-CN" sz="2400" b="1" strike="noStrike" noProof="1">
                <a:solidFill>
                  <a:schemeClr val="tx1"/>
                </a:solidFill>
                <a:effectLst/>
                <a:latin typeface="Times New Roman" panose="02020603050405020304" charset="0"/>
                <a:ea typeface="宋体" panose="02010600030101010101" pitchFamily="2" charset="-122"/>
                <a:cs typeface="+mn-cs"/>
              </a:rPr>
              <a:t>）</a:t>
            </a:r>
            <a:r>
              <a:rPr lang="zh-CN" altLang="en-US" sz="2400" b="1" strike="noStrike" noProof="1">
                <a:solidFill>
                  <a:schemeClr val="tx1"/>
                </a:solidFill>
                <a:effectLst/>
                <a:latin typeface="Times New Roman" panose="02020603050405020304" charset="0"/>
                <a:ea typeface="宋体" panose="02010600030101010101" pitchFamily="2" charset="-122"/>
                <a:cs typeface="+mn-cs"/>
              </a:rPr>
              <a:t>、记录</a:t>
            </a:r>
            <a:endParaRPr lang="zh-CN" altLang="en-US" sz="2400" b="1" strike="noStrike" noProof="1">
              <a:solidFill>
                <a:schemeClr val="tx1"/>
              </a:solidFill>
              <a:effectLst/>
              <a:latin typeface="Times New Roman" panose="02020603050405020304" charset="0"/>
              <a:ea typeface="宋体" panose="02010600030101010101" pitchFamily="2" charset="-122"/>
            </a:endParaRPr>
          </a:p>
          <a:p>
            <a:pPr marL="533400" lvl="0" indent="-533400" fontAlgn="base">
              <a:lnSpc>
                <a:spcPct val="130000"/>
              </a:lnSpc>
              <a:buNone/>
            </a:pPr>
            <a:r>
              <a:rPr lang="zh-CN" altLang="en-US" sz="2800" b="1" strike="noStrike" noProof="1">
                <a:solidFill>
                  <a:srgbClr val="A50021"/>
                </a:solidFill>
                <a:latin typeface="Times New Roman" panose="02020603050405020304" charset="0"/>
                <a:ea typeface="宋体" panose="02010600030101010101" pitchFamily="2" charset="-122"/>
                <a:cs typeface="+mn-ea"/>
              </a:rPr>
              <a:t>      </a:t>
            </a:r>
            <a:r>
              <a:rPr lang="en-US" altLang="zh-CN" sz="2800" b="1" strike="noStrike" noProof="1">
                <a:solidFill>
                  <a:srgbClr val="A50021"/>
                </a:solidFill>
                <a:latin typeface="Times New Roman" panose="02020603050405020304" charset="0"/>
                <a:ea typeface="宋体" panose="02010600030101010101" pitchFamily="2" charset="-122"/>
                <a:cs typeface="+mn-ea"/>
              </a:rPr>
              <a:t>(3) </a:t>
            </a:r>
            <a:r>
              <a:rPr lang="zh-CN" altLang="en-US" sz="2800" b="1" strike="noStrike" noProof="1">
                <a:solidFill>
                  <a:srgbClr val="A50021"/>
                </a:solidFill>
                <a:latin typeface="Times New Roman" panose="02020603050405020304" charset="0"/>
                <a:ea typeface="宋体" panose="02010600030101010101" pitchFamily="2" charset="-122"/>
                <a:cs typeface="+mn-ea"/>
              </a:rPr>
              <a:t>文件的其他描述</a:t>
            </a:r>
            <a:endParaRPr lang="zh-CN" altLang="en-US" sz="2800" b="1" strike="noStrike" noProof="1">
              <a:solidFill>
                <a:srgbClr val="A50021"/>
              </a:solidFill>
              <a:latin typeface="Times New Roman" panose="02020603050405020304" charset="0"/>
              <a:ea typeface="宋体" panose="02010600030101010101" pitchFamily="2" charset="-122"/>
            </a:endParaRPr>
          </a:p>
          <a:p>
            <a:pPr marL="914400" lvl="1" indent="-457200" fontAlgn="base">
              <a:lnSpc>
                <a:spcPct val="130000"/>
              </a:lnSpc>
              <a:buNone/>
            </a:pPr>
            <a:r>
              <a:rPr lang="x-none" altLang="en-US" sz="2400" b="1" strike="noStrike" noProof="1">
                <a:solidFill>
                  <a:srgbClr val="000099"/>
                </a:solidFill>
                <a:effectLst/>
                <a:latin typeface="宋体" panose="02010600030101010101" pitchFamily="2" charset="-122"/>
                <a:ea typeface="宋体" panose="02010600030101010101" pitchFamily="2" charset="-122"/>
                <a:cs typeface="+mn-cs"/>
              </a:rPr>
              <a:t>	</a:t>
            </a:r>
            <a:r>
              <a:rPr lang="en-US" altLang="zh-CN" sz="2400" b="1" strike="noStrike" noProof="1">
                <a:solidFill>
                  <a:srgbClr val="000099"/>
                </a:solidFill>
                <a:effectLst/>
                <a:latin typeface="宋体" panose="02010600030101010101" pitchFamily="2" charset="-122"/>
                <a:ea typeface="宋体" panose="02010600030101010101" pitchFamily="2" charset="-122"/>
                <a:cs typeface="+mn-cs"/>
              </a:rPr>
              <a:t>① </a:t>
            </a:r>
            <a:r>
              <a:rPr lang="zh-CN" altLang="en-US" sz="2400" b="1" strike="noStrike" noProof="1">
                <a:solidFill>
                  <a:srgbClr val="000099"/>
                </a:solidFill>
                <a:effectLst/>
                <a:latin typeface="Times New Roman" panose="02020603050405020304" charset="0"/>
                <a:ea typeface="宋体" panose="02010600030101010101" pitchFamily="2" charset="-122"/>
                <a:cs typeface="+mn-cs"/>
              </a:rPr>
              <a:t>文件是具有符号名的信息</a:t>
            </a:r>
            <a:r>
              <a:rPr lang="en-US" altLang="zh-CN" sz="2400" b="1" strike="noStrike" noProof="1">
                <a:solidFill>
                  <a:srgbClr val="000099"/>
                </a:solidFill>
                <a:effectLst/>
                <a:latin typeface="Times New Roman" panose="02020603050405020304" charset="0"/>
                <a:ea typeface="宋体" panose="02010600030101010101" pitchFamily="2" charset="-122"/>
                <a:cs typeface="+mn-cs"/>
              </a:rPr>
              <a:t>(</a:t>
            </a:r>
            <a:r>
              <a:rPr lang="zh-CN" altLang="en-US" sz="2400" b="1" strike="noStrike" noProof="1">
                <a:solidFill>
                  <a:srgbClr val="000099"/>
                </a:solidFill>
                <a:effectLst/>
                <a:latin typeface="Times New Roman" panose="02020603050405020304" charset="0"/>
                <a:ea typeface="宋体" panose="02010600030101010101" pitchFamily="2" charset="-122"/>
                <a:cs typeface="+mn-cs"/>
              </a:rPr>
              <a:t>数据</a:t>
            </a:r>
            <a:r>
              <a:rPr lang="en-US" altLang="zh-CN" sz="2400" b="1" strike="noStrike" noProof="1">
                <a:solidFill>
                  <a:srgbClr val="000099"/>
                </a:solidFill>
                <a:effectLst/>
                <a:latin typeface="Times New Roman" panose="02020603050405020304" charset="0"/>
                <a:ea typeface="宋体" panose="02010600030101010101" pitchFamily="2" charset="-122"/>
                <a:cs typeface="+mn-cs"/>
              </a:rPr>
              <a:t>)</a:t>
            </a:r>
            <a:r>
              <a:rPr lang="zh-CN" altLang="en-US" sz="2400" b="1" strike="noStrike" noProof="1">
                <a:solidFill>
                  <a:srgbClr val="000099"/>
                </a:solidFill>
                <a:effectLst/>
                <a:latin typeface="Times New Roman" panose="02020603050405020304" charset="0"/>
                <a:ea typeface="宋体" panose="02010600030101010101" pitchFamily="2" charset="-122"/>
                <a:cs typeface="+mn-cs"/>
              </a:rPr>
              <a:t>项的集合</a:t>
            </a:r>
            <a:endParaRPr lang="zh-CN" altLang="en-US" sz="2400" b="1" strike="noStrike" noProof="1">
              <a:solidFill>
                <a:srgbClr val="000099"/>
              </a:solidFill>
              <a:effectLst/>
              <a:latin typeface="Times New Roman" panose="02020603050405020304" charset="0"/>
              <a:ea typeface="宋体" panose="02010600030101010101" pitchFamily="2" charset="-122"/>
            </a:endParaRPr>
          </a:p>
          <a:p>
            <a:pPr marL="914400" lvl="1" indent="-457200" fontAlgn="base">
              <a:lnSpc>
                <a:spcPct val="130000"/>
              </a:lnSpc>
              <a:buNone/>
            </a:pPr>
            <a:r>
              <a:rPr lang="x-none" altLang="en-US" sz="2400" b="1" strike="noStrike" noProof="1">
                <a:solidFill>
                  <a:srgbClr val="000099"/>
                </a:solidFill>
                <a:effectLst/>
                <a:latin typeface="宋体" panose="02010600030101010101" pitchFamily="2" charset="-122"/>
                <a:ea typeface="宋体" panose="02010600030101010101" pitchFamily="2" charset="-122"/>
                <a:cs typeface="+mn-cs"/>
              </a:rPr>
              <a:t>	</a:t>
            </a:r>
            <a:r>
              <a:rPr lang="en-US" altLang="zh-CN" sz="2400" b="1" strike="noStrike" noProof="1">
                <a:solidFill>
                  <a:srgbClr val="000099"/>
                </a:solidFill>
                <a:effectLst/>
                <a:latin typeface="宋体" panose="02010600030101010101" pitchFamily="2" charset="-122"/>
                <a:ea typeface="宋体" panose="02010600030101010101" pitchFamily="2" charset="-122"/>
                <a:cs typeface="+mn-cs"/>
              </a:rPr>
              <a:t>② </a:t>
            </a:r>
            <a:r>
              <a:rPr lang="zh-CN" altLang="en-US" sz="2400" b="1" strike="noStrike" noProof="1">
                <a:solidFill>
                  <a:srgbClr val="000099"/>
                </a:solidFill>
                <a:effectLst/>
                <a:latin typeface="Times New Roman" panose="02020603050405020304" charset="0"/>
                <a:ea typeface="宋体" panose="02010600030101010101" pitchFamily="2" charset="-122"/>
                <a:cs typeface="+mn-cs"/>
              </a:rPr>
              <a:t>文件是具有符号名的记录的集合</a:t>
            </a:r>
            <a:r>
              <a:rPr lang="zh-CN" altLang="en-US" sz="2400" b="1" strike="noStrike" noProof="1">
                <a:solidFill>
                  <a:schemeClr val="tx1"/>
                </a:solidFill>
                <a:effectLst/>
                <a:latin typeface="Times New Roman" panose="02020603050405020304" charset="0"/>
                <a:ea typeface="宋体" panose="02010600030101010101" pitchFamily="2" charset="-122"/>
                <a:cs typeface="+mn-cs"/>
              </a:rPr>
              <a:t> </a:t>
            </a:r>
            <a:r>
              <a:rPr lang="zh-CN" altLang="en-US" sz="2400" b="1" strike="noStrike" noProof="1">
                <a:solidFill>
                  <a:schemeClr val="tx1"/>
                </a:solidFill>
                <a:latin typeface="Times New Roman" panose="02020603050405020304" charset="0"/>
                <a:ea typeface="宋体" panose="02010600030101010101" pitchFamily="2" charset="-122"/>
                <a:cs typeface="+mn-cs"/>
              </a:rPr>
              <a:t>       </a:t>
            </a:r>
            <a:endParaRPr lang="zh-CN" altLang="en-US" sz="2400" b="1" strike="noStrike" noProof="1">
              <a:solidFill>
                <a:schemeClr val="tx1"/>
              </a:solidFill>
              <a:latin typeface="Times New Roman" panose="02020603050405020304" charset="0"/>
              <a:ea typeface="宋体" panose="02010600030101010101" pitchFamily="2" charset="-122"/>
            </a:endParaRPr>
          </a:p>
        </p:txBody>
      </p:sp>
      <p:sp>
        <p:nvSpPr>
          <p:cNvPr id="9220" name="矩形 9219"/>
          <p:cNvSpPr/>
          <p:nvPr/>
        </p:nvSpPr>
        <p:spPr>
          <a:xfrm>
            <a:off x="381000" y="4286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Arial" panose="02080604020202020204" pitchFamily="34" charset="0"/>
                <a:ea typeface="宋体" panose="02010600030101010101" pitchFamily="2" charset="-122"/>
                <a:cs typeface="+mn-ea"/>
              </a:rPr>
              <a:t>文件系统</a:t>
            </a:r>
            <a:r>
              <a:rPr lang="en-US" altLang="zh-CN" sz="2400" strike="noStrike" noProof="1">
                <a:latin typeface="Arial" panose="02080604020202020204" pitchFamily="34" charset="0"/>
                <a:ea typeface="宋体" panose="02010600030101010101" pitchFamily="2" charset="-122"/>
                <a:cs typeface="+mn-ea"/>
              </a:rPr>
              <a:t>——</a:t>
            </a:r>
            <a:r>
              <a:rPr lang="zh-CN" altLang="en-US" sz="2400" strike="noStrike" noProof="1">
                <a:latin typeface="Arial" panose="02080604020202020204" pitchFamily="34" charset="0"/>
                <a:ea typeface="宋体" panose="02010600030101010101" pitchFamily="2" charset="-122"/>
                <a:cs typeface="+mn-ea"/>
              </a:rPr>
              <a:t>文件系统概述</a:t>
            </a:r>
            <a:endParaRPr lang="zh-CN" altLang="en-US" sz="2400" strike="noStrike" noProof="1">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9219" grpId="0" uiExpand="1"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标题 7169"/>
          <p:cNvSpPr>
            <a:spLocks noGrp="1"/>
          </p:cNvSpPr>
          <p:nvPr>
            <p:ph type="title"/>
          </p:nvPr>
        </p:nvSpPr>
        <p:spPr>
          <a:xfrm>
            <a:off x="364490" y="620395"/>
            <a:ext cx="4204335" cy="725170"/>
          </a:xfrm>
        </p:spPr>
        <p:txBody>
          <a:bodyPr wrap="square" anchor="b">
            <a:spAutoFit/>
          </a:bodyPr>
          <a:p>
            <a:pPr marL="533400" lvl="0" indent="-533400">
              <a:lnSpc>
                <a:spcPct val="130000"/>
              </a:lnSpc>
              <a:spcBef>
                <a:spcPct val="30000"/>
              </a:spcBef>
              <a:buClr>
                <a:schemeClr val="tx2"/>
              </a:buClr>
              <a:buSzPct val="95000"/>
              <a:buFont typeface="Wingdings" panose="05000000000000000000" pitchFamily="2" charset="2"/>
              <a:buChar char="•"/>
            </a:pPr>
            <a:r>
              <a:rPr lang="zh-CN" altLang="en-US" sz="3200">
                <a:solidFill>
                  <a:srgbClr val="990000"/>
                </a:solidFill>
                <a:latin typeface="Arial" panose="02080604020202020204" pitchFamily="34" charset="0"/>
                <a:ea typeface="宋体" panose="02010600030101010101" pitchFamily="2" charset="-122"/>
              </a:rPr>
              <a:t>2. 文件分类</a:t>
            </a:r>
            <a:endParaRPr lang="zh-CN" altLang="en-US" sz="3200">
              <a:solidFill>
                <a:srgbClr val="990000"/>
              </a:solidFill>
              <a:latin typeface="Arial" panose="02080604020202020204" pitchFamily="34" charset="0"/>
              <a:ea typeface="宋体" panose="02010600030101010101" pitchFamily="2" charset="-122"/>
            </a:endParaRPr>
          </a:p>
        </p:txBody>
      </p:sp>
      <p:sp>
        <p:nvSpPr>
          <p:cNvPr id="7171" name="文本占位符 7170"/>
          <p:cNvSpPr>
            <a:spLocks noGrp="1"/>
          </p:cNvSpPr>
          <p:nvPr>
            <p:ph sz="half" idx="1"/>
          </p:nvPr>
        </p:nvSpPr>
        <p:spPr>
          <a:xfrm>
            <a:off x="533400" y="1600200"/>
            <a:ext cx="4114800" cy="4217035"/>
          </a:xfrm>
        </p:spPr>
        <p:txBody>
          <a:bodyPr>
            <a:spAutoFit/>
          </a:bodyPr>
          <a:p>
            <a:pPr algn="just" fontAlgn="base">
              <a:buNone/>
            </a:pPr>
            <a:r>
              <a:rPr lang="en-US" altLang="zh-CN" sz="2800" strike="noStrike" kern="1200" noProof="1">
                <a:solidFill>
                  <a:schemeClr val="tx1"/>
                </a:solidFill>
                <a:effectLst/>
                <a:latin typeface="Times New Roman" panose="02020603050405020304" charset="0"/>
              </a:rPr>
              <a:t>(1) </a:t>
            </a:r>
            <a:r>
              <a:rPr lang="zh-CN" altLang="en-US" sz="2800" strike="noStrike" kern="1200" noProof="1">
                <a:solidFill>
                  <a:schemeClr val="tx1"/>
                </a:solidFill>
                <a:effectLst/>
                <a:latin typeface="Times New Roman" panose="02020603050405020304" charset="0"/>
              </a:rPr>
              <a:t>按文件的性质和用途</a:t>
            </a:r>
            <a:endParaRPr lang="zh-CN" altLang="en-US" sz="2800" strike="noStrike" kern="1200" noProof="1">
              <a:solidFill>
                <a:schemeClr val="tx1"/>
              </a:solidFill>
              <a:effectLst/>
              <a:latin typeface="Times New Roman" panose="02020603050405020304" charset="0"/>
            </a:endParaRPr>
          </a:p>
          <a:p>
            <a:pPr lvl="1" algn="just" fontAlgn="base">
              <a:lnSpc>
                <a:spcPct val="95000"/>
              </a:lnSpc>
            </a:pPr>
            <a:r>
              <a:rPr lang="zh-CN" altLang="en-US" strike="noStrike" kern="1200" noProof="1">
                <a:solidFill>
                  <a:schemeClr val="tx1"/>
                </a:solidFill>
                <a:effectLst/>
                <a:latin typeface="Times New Roman" panose="02020603050405020304" charset="0"/>
              </a:rPr>
              <a:t>系统文件</a:t>
            </a:r>
            <a:endParaRPr lang="zh-CN" altLang="en-US" strike="noStrike" kern="1200" noProof="1">
              <a:solidFill>
                <a:schemeClr val="tx1"/>
              </a:solidFill>
              <a:effectLst/>
              <a:latin typeface="Times New Roman" panose="02020603050405020304" charset="0"/>
            </a:endParaRPr>
          </a:p>
          <a:p>
            <a:pPr lvl="1" algn="just" fontAlgn="base">
              <a:lnSpc>
                <a:spcPct val="95000"/>
              </a:lnSpc>
            </a:pPr>
            <a:r>
              <a:rPr lang="zh-CN" altLang="en-US" strike="noStrike" kern="1200" noProof="1">
                <a:solidFill>
                  <a:schemeClr val="tx1"/>
                </a:solidFill>
                <a:effectLst/>
                <a:latin typeface="Times New Roman" panose="02020603050405020304" charset="0"/>
              </a:rPr>
              <a:t>程序库文件</a:t>
            </a:r>
            <a:endParaRPr lang="zh-CN" altLang="en-US" strike="noStrike" kern="1200" noProof="1">
              <a:solidFill>
                <a:schemeClr val="tx1"/>
              </a:solidFill>
              <a:effectLst/>
              <a:latin typeface="Times New Roman" panose="02020603050405020304" charset="0"/>
            </a:endParaRPr>
          </a:p>
          <a:p>
            <a:pPr lvl="1" algn="just" fontAlgn="base">
              <a:lnSpc>
                <a:spcPct val="95000"/>
              </a:lnSpc>
            </a:pPr>
            <a:r>
              <a:rPr lang="zh-CN" altLang="en-US" strike="noStrike" kern="1200" noProof="1">
                <a:solidFill>
                  <a:schemeClr val="tx1"/>
                </a:solidFill>
                <a:effectLst/>
                <a:latin typeface="Times New Roman" panose="02020603050405020304" charset="0"/>
              </a:rPr>
              <a:t>用户文件</a:t>
            </a:r>
            <a:endParaRPr lang="zh-CN" altLang="en-US" strike="noStrike" kern="1200" noProof="1">
              <a:solidFill>
                <a:schemeClr val="tx1"/>
              </a:solidFill>
              <a:effectLst/>
              <a:latin typeface="Times New Roman" panose="02020603050405020304" charset="0"/>
            </a:endParaRPr>
          </a:p>
          <a:p>
            <a:pPr algn="just" fontAlgn="base">
              <a:buNone/>
            </a:pPr>
            <a:r>
              <a:rPr lang="en-US" altLang="zh-CN" sz="2800" strike="noStrike" kern="1200" noProof="1">
                <a:solidFill>
                  <a:schemeClr val="tx1"/>
                </a:solidFill>
                <a:effectLst/>
                <a:latin typeface="Times New Roman" panose="02020603050405020304" charset="0"/>
              </a:rPr>
              <a:t>(2) </a:t>
            </a:r>
            <a:r>
              <a:rPr lang="zh-CN" altLang="en-US" sz="2800" strike="noStrike" kern="1200" noProof="1">
                <a:solidFill>
                  <a:schemeClr val="tx1"/>
                </a:solidFill>
                <a:effectLst/>
                <a:latin typeface="Times New Roman" panose="02020603050405020304" charset="0"/>
              </a:rPr>
              <a:t>按保护级别</a:t>
            </a:r>
            <a:endParaRPr lang="zh-CN" altLang="en-US" sz="2800" strike="noStrike" kern="1200" noProof="1">
              <a:solidFill>
                <a:schemeClr val="tx1"/>
              </a:solidFill>
              <a:effectLst/>
              <a:latin typeface="Times New Roman" panose="02020603050405020304" charset="0"/>
            </a:endParaRPr>
          </a:p>
          <a:p>
            <a:pPr lvl="1" algn="just" fontAlgn="base">
              <a:lnSpc>
                <a:spcPct val="95000"/>
              </a:lnSpc>
            </a:pPr>
            <a:r>
              <a:rPr lang="zh-CN" altLang="en-US" strike="noStrike" kern="1200" noProof="1">
                <a:solidFill>
                  <a:schemeClr val="tx1"/>
                </a:solidFill>
                <a:effectLst/>
                <a:latin typeface="Times New Roman" panose="02020603050405020304" charset="0"/>
              </a:rPr>
              <a:t>执行文件 </a:t>
            </a:r>
            <a:r>
              <a:rPr lang="x-none" altLang="zh-CN" strike="noStrike" kern="1200" noProof="1">
                <a:solidFill>
                  <a:schemeClr val="tx1"/>
                </a:solidFill>
                <a:effectLst/>
                <a:latin typeface="Times New Roman" panose="02020603050405020304" charset="0"/>
              </a:rPr>
              <a:t>x</a:t>
            </a:r>
            <a:endParaRPr lang="x-none" altLang="zh-CN" strike="noStrike" kern="1200" noProof="1">
              <a:solidFill>
                <a:schemeClr val="tx1"/>
              </a:solidFill>
              <a:effectLst/>
              <a:latin typeface="Times New Roman" panose="02020603050405020304" charset="0"/>
            </a:endParaRPr>
          </a:p>
          <a:p>
            <a:pPr lvl="1" algn="just" fontAlgn="base">
              <a:lnSpc>
                <a:spcPct val="95000"/>
              </a:lnSpc>
            </a:pPr>
            <a:r>
              <a:rPr lang="zh-CN" altLang="en-US" strike="noStrike" kern="1200" noProof="1">
                <a:solidFill>
                  <a:schemeClr val="tx1"/>
                </a:solidFill>
                <a:effectLst/>
                <a:latin typeface="Times New Roman" panose="02020603050405020304" charset="0"/>
              </a:rPr>
              <a:t>只读文件 </a:t>
            </a:r>
            <a:r>
              <a:rPr lang="x-none" altLang="zh-CN" strike="noStrike" kern="1200" noProof="1">
                <a:solidFill>
                  <a:schemeClr val="tx1"/>
                </a:solidFill>
                <a:effectLst/>
                <a:latin typeface="Times New Roman" panose="02020603050405020304" charset="0"/>
              </a:rPr>
              <a:t>r</a:t>
            </a:r>
            <a:endParaRPr lang="x-none" altLang="zh-CN" strike="noStrike" kern="1200" noProof="1">
              <a:solidFill>
                <a:schemeClr val="tx1"/>
              </a:solidFill>
              <a:effectLst/>
              <a:latin typeface="Times New Roman" panose="02020603050405020304" charset="0"/>
            </a:endParaRPr>
          </a:p>
          <a:p>
            <a:pPr lvl="1" algn="just" fontAlgn="base">
              <a:lnSpc>
                <a:spcPct val="95000"/>
              </a:lnSpc>
            </a:pPr>
            <a:r>
              <a:rPr lang="zh-CN" altLang="en-US" strike="noStrike" kern="1200" noProof="1">
                <a:solidFill>
                  <a:schemeClr val="tx1"/>
                </a:solidFill>
                <a:effectLst/>
                <a:latin typeface="Times New Roman" panose="02020603050405020304" charset="0"/>
              </a:rPr>
              <a:t>读写文件 </a:t>
            </a:r>
            <a:r>
              <a:rPr lang="x-none" altLang="zh-CN" strike="noStrike" kern="1200" noProof="1">
                <a:solidFill>
                  <a:schemeClr val="tx1"/>
                </a:solidFill>
                <a:effectLst/>
                <a:latin typeface="Times New Roman" panose="02020603050405020304" charset="0"/>
              </a:rPr>
              <a:t>rw</a:t>
            </a:r>
            <a:endParaRPr lang="x-none" altLang="zh-CN" strike="noStrike" kern="1200" noProof="1">
              <a:solidFill>
                <a:schemeClr val="tx1"/>
              </a:solidFill>
              <a:effectLst/>
              <a:latin typeface="Times New Roman" panose="02020603050405020304" charset="0"/>
            </a:endParaRPr>
          </a:p>
        </p:txBody>
      </p:sp>
      <p:sp>
        <p:nvSpPr>
          <p:cNvPr id="7172" name="文本占位符 7171"/>
          <p:cNvSpPr>
            <a:spLocks noGrp="1"/>
          </p:cNvSpPr>
          <p:nvPr>
            <p:ph sz="half" idx="2"/>
          </p:nvPr>
        </p:nvSpPr>
        <p:spPr>
          <a:xfrm>
            <a:off x="4953000" y="601345"/>
            <a:ext cx="3810000" cy="5723890"/>
          </a:xfrm>
        </p:spPr>
        <p:txBody>
          <a:bodyPr>
            <a:spAutoFit/>
          </a:bodyPr>
          <a:p>
            <a:pPr algn="just" fontAlgn="base">
              <a:lnSpc>
                <a:spcPct val="80000"/>
              </a:lnSpc>
              <a:buNone/>
            </a:pPr>
            <a:r>
              <a:rPr lang="zh-CN" altLang="en-US" sz="2800" strike="noStrike" kern="1200" noProof="1" dirty="0">
                <a:solidFill>
                  <a:schemeClr val="tx1"/>
                </a:solidFill>
                <a:effectLst/>
                <a:latin typeface="Times New Roman" panose="02020603050405020304" charset="0"/>
              </a:rPr>
              <a:t>(3) 按文件流向</a:t>
            </a:r>
            <a:endParaRPr lang="zh-CN" altLang="en-US" sz="2800" strike="noStrike" kern="1200" noProof="1" dirty="0">
              <a:solidFill>
                <a:schemeClr val="tx1"/>
              </a:solidFill>
              <a:effectLst/>
              <a:latin typeface="Times New Roman" panose="02020603050405020304" charset="0"/>
            </a:endParaRPr>
          </a:p>
          <a:p>
            <a:pPr lvl="1" algn="just" fontAlgn="base">
              <a:lnSpc>
                <a:spcPct val="80000"/>
              </a:lnSpc>
            </a:pPr>
            <a:r>
              <a:rPr lang="zh-CN" altLang="en-US" strike="noStrike" kern="1200" noProof="1" dirty="0">
                <a:solidFill>
                  <a:schemeClr val="tx1"/>
                </a:solidFill>
                <a:effectLst/>
                <a:latin typeface="Times New Roman" panose="02020603050405020304" charset="0"/>
              </a:rPr>
              <a:t>输入文件</a:t>
            </a:r>
            <a:endParaRPr lang="zh-CN" altLang="en-US" strike="noStrike" kern="1200" noProof="1" dirty="0">
              <a:solidFill>
                <a:schemeClr val="tx1"/>
              </a:solidFill>
              <a:effectLst/>
              <a:latin typeface="Times New Roman" panose="02020603050405020304" charset="0"/>
            </a:endParaRPr>
          </a:p>
          <a:p>
            <a:pPr lvl="1" algn="just" fontAlgn="base">
              <a:lnSpc>
                <a:spcPct val="80000"/>
              </a:lnSpc>
            </a:pPr>
            <a:r>
              <a:rPr lang="zh-CN" altLang="en-US" strike="noStrike" kern="1200" noProof="1" dirty="0">
                <a:solidFill>
                  <a:schemeClr val="tx1"/>
                </a:solidFill>
                <a:effectLst/>
                <a:latin typeface="Times New Roman" panose="02020603050405020304" charset="0"/>
              </a:rPr>
              <a:t>输出文件</a:t>
            </a:r>
            <a:endParaRPr lang="zh-CN" altLang="en-US" strike="noStrike" kern="1200" noProof="1" dirty="0">
              <a:solidFill>
                <a:schemeClr val="tx1"/>
              </a:solidFill>
              <a:effectLst/>
              <a:latin typeface="Times New Roman" panose="02020603050405020304" charset="0"/>
            </a:endParaRPr>
          </a:p>
          <a:p>
            <a:pPr lvl="1" algn="just" fontAlgn="base">
              <a:lnSpc>
                <a:spcPct val="80000"/>
              </a:lnSpc>
            </a:pPr>
            <a:r>
              <a:rPr lang="zh-CN" altLang="en-US" strike="noStrike" kern="1200" noProof="1" dirty="0">
                <a:solidFill>
                  <a:schemeClr val="tx1"/>
                </a:solidFill>
                <a:effectLst/>
                <a:latin typeface="Times New Roman" panose="02020603050405020304" charset="0"/>
              </a:rPr>
              <a:t>输入输出文件</a:t>
            </a:r>
            <a:endParaRPr lang="zh-CN" altLang="en-US" strike="noStrike" kern="1200" noProof="1" dirty="0">
              <a:solidFill>
                <a:schemeClr val="tx1"/>
              </a:solidFill>
              <a:effectLst/>
              <a:latin typeface="Times New Roman" panose="02020603050405020304" charset="0"/>
            </a:endParaRPr>
          </a:p>
          <a:p>
            <a:pPr algn="just" fontAlgn="base">
              <a:lnSpc>
                <a:spcPct val="80000"/>
              </a:lnSpc>
              <a:buNone/>
            </a:pPr>
            <a:r>
              <a:rPr lang="zh-CN" altLang="en-US" sz="2800" strike="noStrike" kern="1200" noProof="1" dirty="0">
                <a:solidFill>
                  <a:schemeClr val="tx1"/>
                </a:solidFill>
                <a:effectLst/>
                <a:latin typeface="Times New Roman" panose="02020603050405020304" charset="0"/>
                <a:sym typeface="Arial" panose="02080604020202020204" pitchFamily="34" charset="0"/>
              </a:rPr>
              <a:t>(</a:t>
            </a:r>
            <a:r>
              <a:rPr lang="zh-CN" altLang="en-US" strike="noStrike" kern="1200" noProof="1" dirty="0">
                <a:solidFill>
                  <a:schemeClr val="tx1"/>
                </a:solidFill>
                <a:effectLst/>
                <a:latin typeface="Times New Roman" panose="02020603050405020304" charset="0"/>
              </a:rPr>
              <a:t>4)按文件类型</a:t>
            </a:r>
            <a:endParaRPr lang="zh-CN" altLang="en-US" strike="noStrike" kern="1200" noProof="1" dirty="0">
              <a:solidFill>
                <a:schemeClr val="tx1"/>
              </a:solidFill>
              <a:effectLst/>
              <a:latin typeface="Times New Roman" panose="02020603050405020304" charset="0"/>
            </a:endParaRPr>
          </a:p>
          <a:p>
            <a:pPr lvl="1" algn="just" fontAlgn="base">
              <a:lnSpc>
                <a:spcPct val="80000"/>
              </a:lnSpc>
              <a:buFont typeface="Wingdings" panose="05000000000000000000" pitchFamily="2" charset="2"/>
              <a:buChar char="l"/>
            </a:pPr>
            <a:r>
              <a:rPr lang="zh-CN" altLang="en-US" strike="noStrike" kern="1200" noProof="1" dirty="0">
                <a:solidFill>
                  <a:schemeClr val="tx1"/>
                </a:solidFill>
                <a:effectLst/>
                <a:latin typeface="Times New Roman" panose="02020603050405020304" charset="0"/>
                <a:sym typeface="Arial" panose="02080604020202020204" pitchFamily="34" charset="0"/>
              </a:rPr>
              <a:t>普通文件 </a:t>
            </a:r>
            <a:r>
              <a:rPr lang="x-none" altLang="zh-CN" strike="noStrike" kern="1200" noProof="1" dirty="0">
                <a:solidFill>
                  <a:schemeClr val="tx1"/>
                </a:solidFill>
                <a:effectLst/>
                <a:latin typeface="Times New Roman" panose="02020603050405020304" charset="0"/>
                <a:sym typeface="Arial" panose="02080604020202020204" pitchFamily="34" charset="0"/>
              </a:rPr>
              <a:t>-</a:t>
            </a:r>
            <a:endParaRPr lang="x-none" altLang="zh-CN" strike="noStrike" kern="1200" noProof="1" dirty="0">
              <a:solidFill>
                <a:schemeClr val="tx1"/>
              </a:solidFill>
              <a:effectLst/>
              <a:latin typeface="Times New Roman" panose="02020603050405020304" charset="0"/>
              <a:sym typeface="Arial" panose="02080604020202020204" pitchFamily="34" charset="0"/>
            </a:endParaRPr>
          </a:p>
          <a:p>
            <a:pPr lvl="1" algn="just" fontAlgn="base">
              <a:lnSpc>
                <a:spcPct val="80000"/>
              </a:lnSpc>
              <a:buFont typeface="Wingdings" panose="05000000000000000000" pitchFamily="2" charset="2"/>
              <a:buChar char="l"/>
            </a:pPr>
            <a:r>
              <a:rPr lang="zh-CN" altLang="en-US" strike="noStrike" kern="1200" noProof="1" dirty="0">
                <a:solidFill>
                  <a:schemeClr val="tx1"/>
                </a:solidFill>
                <a:effectLst/>
                <a:latin typeface="Times New Roman" panose="02020603050405020304" charset="0"/>
                <a:sym typeface="Arial" panose="02080604020202020204" pitchFamily="34" charset="0"/>
              </a:rPr>
              <a:t>目录 </a:t>
            </a:r>
            <a:r>
              <a:rPr lang="x-none" altLang="zh-CN" strike="noStrike" kern="1200" noProof="1" dirty="0">
                <a:solidFill>
                  <a:schemeClr val="tx1"/>
                </a:solidFill>
                <a:effectLst/>
                <a:latin typeface="Times New Roman" panose="02020603050405020304" charset="0"/>
                <a:sym typeface="Arial" panose="02080604020202020204" pitchFamily="34" charset="0"/>
              </a:rPr>
              <a:t>d</a:t>
            </a:r>
            <a:endParaRPr lang="x-none" altLang="zh-CN" strike="noStrike" kern="1200" noProof="1" dirty="0">
              <a:solidFill>
                <a:schemeClr val="tx1"/>
              </a:solidFill>
              <a:effectLst/>
              <a:latin typeface="Times New Roman" panose="02020603050405020304" charset="0"/>
              <a:sym typeface="Arial" panose="02080604020202020204" pitchFamily="34" charset="0"/>
            </a:endParaRPr>
          </a:p>
          <a:p>
            <a:pPr lvl="1" algn="just" fontAlgn="base">
              <a:lnSpc>
                <a:spcPct val="80000"/>
              </a:lnSpc>
              <a:buFont typeface="Wingdings" panose="05000000000000000000" pitchFamily="2" charset="2"/>
              <a:buChar char="l"/>
            </a:pPr>
            <a:r>
              <a:rPr lang="zh-CN" altLang="en-US" strike="noStrike" kern="1200" noProof="1" dirty="0">
                <a:solidFill>
                  <a:schemeClr val="tx1"/>
                </a:solidFill>
                <a:effectLst/>
                <a:latin typeface="Times New Roman" panose="02020603050405020304" charset="0"/>
                <a:sym typeface="Arial" panose="02080604020202020204" pitchFamily="34" charset="0"/>
              </a:rPr>
              <a:t>链接文件 </a:t>
            </a:r>
            <a:r>
              <a:rPr lang="x-none" altLang="zh-CN" strike="noStrike" kern="1200" noProof="1" dirty="0">
                <a:solidFill>
                  <a:schemeClr val="tx1"/>
                </a:solidFill>
                <a:effectLst/>
                <a:latin typeface="Times New Roman" panose="02020603050405020304" charset="0"/>
                <a:sym typeface="Arial" panose="02080604020202020204" pitchFamily="34" charset="0"/>
              </a:rPr>
              <a:t>l</a:t>
            </a:r>
            <a:endParaRPr lang="x-none" altLang="zh-CN" strike="noStrike" kern="1200" noProof="1" dirty="0">
              <a:solidFill>
                <a:schemeClr val="tx1"/>
              </a:solidFill>
              <a:effectLst/>
              <a:latin typeface="Times New Roman" panose="02020603050405020304" charset="0"/>
              <a:sym typeface="Arial" panose="02080604020202020204" pitchFamily="34" charset="0"/>
            </a:endParaRPr>
          </a:p>
          <a:p>
            <a:pPr lvl="1" algn="just" fontAlgn="base">
              <a:lnSpc>
                <a:spcPct val="80000"/>
              </a:lnSpc>
              <a:buFont typeface="Wingdings" panose="05000000000000000000" pitchFamily="2" charset="2"/>
              <a:buChar char="l"/>
            </a:pPr>
            <a:r>
              <a:rPr lang="zh-CN" altLang="en-US" strike="noStrike" kern="1200" noProof="1" dirty="0">
                <a:solidFill>
                  <a:schemeClr val="tx1"/>
                </a:solidFill>
                <a:effectLst/>
                <a:latin typeface="Times New Roman" panose="02020603050405020304" charset="0"/>
                <a:sym typeface="Arial" panose="02080604020202020204" pitchFamily="34" charset="0"/>
              </a:rPr>
              <a:t>字符设备 </a:t>
            </a:r>
            <a:r>
              <a:rPr lang="x-none" altLang="zh-CN" strike="noStrike" kern="1200" noProof="1" dirty="0">
                <a:solidFill>
                  <a:schemeClr val="tx1"/>
                </a:solidFill>
                <a:effectLst/>
                <a:latin typeface="Times New Roman" panose="02020603050405020304" charset="0"/>
                <a:sym typeface="Arial" panose="02080604020202020204" pitchFamily="34" charset="0"/>
              </a:rPr>
              <a:t>c</a:t>
            </a:r>
            <a:endParaRPr lang="x-none" altLang="zh-CN" strike="noStrike" kern="1200" noProof="1" dirty="0">
              <a:solidFill>
                <a:schemeClr val="tx1"/>
              </a:solidFill>
              <a:effectLst/>
              <a:latin typeface="Times New Roman" panose="02020603050405020304" charset="0"/>
              <a:sym typeface="Arial" panose="02080604020202020204" pitchFamily="34" charset="0"/>
            </a:endParaRPr>
          </a:p>
          <a:p>
            <a:pPr lvl="1" algn="just" fontAlgn="base">
              <a:lnSpc>
                <a:spcPct val="80000"/>
              </a:lnSpc>
              <a:buFont typeface="Wingdings" panose="05000000000000000000" pitchFamily="2" charset="2"/>
              <a:buChar char="l"/>
            </a:pPr>
            <a:r>
              <a:rPr lang="zh-CN" altLang="en-US" strike="noStrike" kern="1200" noProof="1" dirty="0">
                <a:solidFill>
                  <a:schemeClr val="tx1"/>
                </a:solidFill>
                <a:effectLst/>
                <a:latin typeface="Times New Roman" panose="02020603050405020304" charset="0"/>
                <a:sym typeface="Arial" panose="02080604020202020204" pitchFamily="34" charset="0"/>
              </a:rPr>
              <a:t>块设备 </a:t>
            </a:r>
            <a:r>
              <a:rPr lang="x-none" altLang="zh-CN" strike="noStrike" kern="1200" noProof="1" dirty="0">
                <a:solidFill>
                  <a:schemeClr val="tx1"/>
                </a:solidFill>
                <a:effectLst/>
                <a:latin typeface="Times New Roman" panose="02020603050405020304" charset="0"/>
                <a:sym typeface="Arial" panose="02080604020202020204" pitchFamily="34" charset="0"/>
              </a:rPr>
              <a:t>b</a:t>
            </a:r>
            <a:endParaRPr lang="x-none" altLang="zh-CN" strike="noStrike" kern="1200" noProof="1" dirty="0">
              <a:solidFill>
                <a:schemeClr val="tx1"/>
              </a:solidFill>
              <a:effectLst/>
              <a:latin typeface="Times New Roman" panose="02020603050405020304" charset="0"/>
              <a:sym typeface="Arial" panose="02080604020202020204" pitchFamily="34" charset="0"/>
            </a:endParaRPr>
          </a:p>
          <a:p>
            <a:pPr lvl="1" algn="just" fontAlgn="base">
              <a:lnSpc>
                <a:spcPct val="80000"/>
              </a:lnSpc>
              <a:buFont typeface="Wingdings" panose="05000000000000000000" pitchFamily="2" charset="2"/>
              <a:buChar char="l"/>
            </a:pPr>
            <a:r>
              <a:rPr lang="x-none" altLang="zh-CN" strike="noStrike" kern="1200" noProof="1" dirty="0">
                <a:solidFill>
                  <a:schemeClr val="tx1"/>
                </a:solidFill>
                <a:effectLst/>
                <a:latin typeface="Times New Roman" panose="02020603050405020304" charset="0"/>
                <a:sym typeface="Arial" panose="02080604020202020204" pitchFamily="34" charset="0"/>
              </a:rPr>
              <a:t>套接字 s</a:t>
            </a:r>
            <a:endParaRPr lang="x-none" altLang="zh-CN" strike="noStrike" kern="1200" noProof="1" dirty="0">
              <a:solidFill>
                <a:schemeClr val="tx1"/>
              </a:solidFill>
              <a:effectLst/>
              <a:latin typeface="Times New Roman" panose="02020603050405020304" charset="0"/>
              <a:sym typeface="Arial" panose="02080604020202020204" pitchFamily="34" charset="0"/>
            </a:endParaRPr>
          </a:p>
          <a:p>
            <a:pPr lvl="1" algn="just" fontAlgn="base">
              <a:lnSpc>
                <a:spcPct val="80000"/>
              </a:lnSpc>
              <a:buFont typeface="Wingdings" panose="05000000000000000000" pitchFamily="2" charset="2"/>
              <a:buChar char="l"/>
            </a:pPr>
            <a:r>
              <a:rPr lang="x-none" altLang="zh-CN" strike="noStrike" kern="1200" noProof="1" dirty="0">
                <a:solidFill>
                  <a:schemeClr val="tx1"/>
                </a:solidFill>
                <a:effectLst/>
                <a:latin typeface="Times New Roman" panose="02020603050405020304" charset="0"/>
                <a:sym typeface="Arial" panose="02080604020202020204" pitchFamily="34" charset="0"/>
              </a:rPr>
              <a:t>管道文件 p</a:t>
            </a:r>
            <a:endParaRPr lang="x-none" altLang="zh-CN" strike="noStrike" kern="1200" noProof="1" dirty="0">
              <a:solidFill>
                <a:schemeClr val="tx1"/>
              </a:solidFill>
              <a:effectLst/>
              <a:latin typeface="Times New Roman" panose="02020603050405020304" charset="0"/>
              <a:sym typeface="Arial" panose="0208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7171" grpId="0" build="p"/>
      <p:bldP spid="7172"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1" name="文本框 11265"/>
          <p:cNvSpPr txBox="1"/>
          <p:nvPr/>
        </p:nvSpPr>
        <p:spPr>
          <a:xfrm>
            <a:off x="8493125" y="6510338"/>
            <a:ext cx="376238"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buFont typeface="Wingdings" panose="05000000000000000000" pitchFamily="2" charset="2"/>
              <a:buNone/>
            </a:pPr>
            <a:r>
              <a:rPr lang="en-US" altLang="zh-CN" b="0">
                <a:solidFill>
                  <a:schemeClr val="tx2"/>
                </a:solidFill>
                <a:latin typeface="Times New Roman" panose="02020603050405020304" charset="0"/>
                <a:ea typeface="宋体" panose="02010600030101010101" pitchFamily="2" charset="-122"/>
              </a:rPr>
              <a:t>4</a:t>
            </a:r>
            <a:endParaRPr lang="en-US" altLang="zh-CN" b="0">
              <a:solidFill>
                <a:schemeClr val="tx2"/>
              </a:solidFill>
              <a:latin typeface="Times New Roman" panose="02020603050405020304" charset="0"/>
              <a:ea typeface="宋体" panose="02010600030101010101" pitchFamily="2" charset="-122"/>
            </a:endParaRPr>
          </a:p>
        </p:txBody>
      </p:sp>
      <p:sp>
        <p:nvSpPr>
          <p:cNvPr id="11267" name="矩形 11266"/>
          <p:cNvSpPr/>
          <p:nvPr/>
        </p:nvSpPr>
        <p:spPr>
          <a:xfrm>
            <a:off x="392430" y="615633"/>
            <a:ext cx="8426450" cy="4590415"/>
          </a:xfrm>
          <a:prstGeom prst="rect">
            <a:avLst/>
          </a:prstGeom>
          <a:noFill/>
          <a:ln w="9525">
            <a:noFill/>
            <a:miter/>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30000"/>
              </a:lnSpc>
              <a:buNone/>
            </a:pPr>
            <a:r>
              <a:rPr lang="en-US" altLang="zh-CN" sz="2800" b="1" strike="noStrike" noProof="1">
                <a:solidFill>
                  <a:srgbClr val="A50021"/>
                </a:solidFill>
                <a:latin typeface="Times New Roman" panose="02020603050405020304" charset="0"/>
                <a:ea typeface="宋体" panose="02010600030101010101" pitchFamily="2" charset="-122"/>
                <a:cs typeface="+mn-ea"/>
              </a:rPr>
              <a:t>(5) </a:t>
            </a:r>
            <a:r>
              <a:rPr lang="zh-CN" altLang="en-US" sz="2800" b="1" strike="noStrike" noProof="1">
                <a:solidFill>
                  <a:srgbClr val="A50021"/>
                </a:solidFill>
                <a:latin typeface="Times New Roman" panose="02020603050405020304" charset="0"/>
                <a:ea typeface="宋体" panose="02010600030101010101" pitchFamily="2" charset="-122"/>
                <a:cs typeface="+mn-ea"/>
              </a:rPr>
              <a:t>文件名与属性</a:t>
            </a:r>
            <a:endParaRPr lang="zh-CN" altLang="en-US" sz="2800" b="1" strike="noStrike" noProof="1">
              <a:solidFill>
                <a:srgbClr val="A50021"/>
              </a:solidFill>
              <a:latin typeface="Times New Roman" panose="02020603050405020304" charset="0"/>
              <a:ea typeface="宋体" panose="02010600030101010101" pitchFamily="2" charset="-122"/>
            </a:endParaRPr>
          </a:p>
          <a:p>
            <a:pPr marL="533400" lvl="0" indent="-533400" fontAlgn="base">
              <a:lnSpc>
                <a:spcPct val="130000"/>
              </a:lnSpc>
              <a:buNone/>
            </a:pPr>
            <a:r>
              <a:rPr lang="en-US" altLang="zh-CN" sz="2400" b="1" strike="noStrike" noProof="1">
                <a:solidFill>
                  <a:srgbClr val="000099"/>
                </a:solidFill>
                <a:latin typeface="Times New Roman" panose="02020603050405020304" charset="0"/>
                <a:ea typeface="宋体" panose="02010600030101010101" pitchFamily="2" charset="-122"/>
                <a:cs typeface="+mn-ea"/>
              </a:rPr>
              <a:t>①</a:t>
            </a:r>
            <a:r>
              <a:rPr lang="en-US" altLang="zh-CN" sz="2400" b="1" strike="noStrike" noProof="1">
                <a:solidFill>
                  <a:srgbClr val="000099"/>
                </a:solidFill>
                <a:latin typeface="宋体" panose="02010600030101010101" pitchFamily="2" charset="-122"/>
                <a:ea typeface="宋体" panose="02010600030101010101" pitchFamily="2" charset="-122"/>
                <a:cs typeface="+mn-ea"/>
              </a:rPr>
              <a:t> </a:t>
            </a:r>
            <a:r>
              <a:rPr lang="zh-CN" altLang="en-US" sz="2400" b="1" strike="noStrike" noProof="1">
                <a:solidFill>
                  <a:srgbClr val="000099"/>
                </a:solidFill>
                <a:latin typeface="Times New Roman" panose="02020603050405020304" charset="0"/>
                <a:ea typeface="宋体" panose="02010600030101010101" pitchFamily="2" charset="-122"/>
                <a:cs typeface="+mn-ea"/>
              </a:rPr>
              <a:t>文件名</a:t>
            </a:r>
            <a:endParaRPr lang="zh-CN" altLang="en-US" sz="2400" b="1" strike="noStrike" noProof="1">
              <a:solidFill>
                <a:srgbClr val="000099"/>
              </a:solidFill>
              <a:latin typeface="Times New Roman" panose="02020603050405020304" charset="0"/>
              <a:ea typeface="宋体" panose="02010600030101010101" pitchFamily="2" charset="-122"/>
            </a:endParaRPr>
          </a:p>
          <a:p>
            <a:pPr marL="533400" lvl="0" indent="-533400" fontAlgn="base">
              <a:lnSpc>
                <a:spcPct val="120000"/>
              </a:lnSpc>
              <a:spcBef>
                <a:spcPct val="20000"/>
              </a:spcBef>
              <a:buNone/>
            </a:pPr>
            <a:r>
              <a:rPr lang="x-none" altLang="zh-CN" sz="2400" b="1" strike="noStrike" noProof="1">
                <a:solidFill>
                  <a:srgbClr val="000099"/>
                </a:solidFill>
                <a:latin typeface="Times New Roman" panose="02020603050405020304" charset="0"/>
                <a:ea typeface="宋体" panose="02010600030101010101" pitchFamily="2" charset="-122"/>
                <a:cs typeface="+mn-ea"/>
              </a:rPr>
              <a:t>	</a:t>
            </a:r>
            <a:r>
              <a:rPr lang="zh-CN" altLang="en-US" sz="2400" strike="noStrike" noProof="1">
                <a:solidFill>
                  <a:schemeClr val="tx1"/>
                </a:solidFill>
                <a:latin typeface="Arial" panose="02080604020202020204" pitchFamily="34" charset="0"/>
                <a:ea typeface="宋体" panose="02010600030101010101" pitchFamily="2" charset="-122"/>
                <a:cs typeface="+mn-ea"/>
              </a:rPr>
              <a:t>每个文件有一个给定的名字，</a:t>
            </a:r>
            <a:endParaRPr lang="zh-CN" altLang="en-US" sz="2400" strike="noStrike" noProof="1">
              <a:solidFill>
                <a:schemeClr val="tx1"/>
              </a:solidFill>
              <a:latin typeface="Arial" panose="02080604020202020204" pitchFamily="34" charset="0"/>
              <a:ea typeface="宋体" panose="02010600030101010101" pitchFamily="2" charset="-122"/>
              <a:cs typeface="+mn-ea"/>
            </a:endParaRPr>
          </a:p>
          <a:p>
            <a:pPr marL="533400" lvl="0" indent="-533400" fontAlgn="base">
              <a:lnSpc>
                <a:spcPct val="120000"/>
              </a:lnSpc>
              <a:spcBef>
                <a:spcPct val="20000"/>
              </a:spcBef>
              <a:buNone/>
            </a:pPr>
            <a:r>
              <a:rPr lang="x-none" altLang="zh-CN" sz="2400" strike="noStrike" noProof="1">
                <a:solidFill>
                  <a:schemeClr val="tx1"/>
                </a:solidFill>
                <a:latin typeface="Arial" panose="02080604020202020204" pitchFamily="34" charset="0"/>
                <a:ea typeface="宋体" panose="02010600030101010101" pitchFamily="2" charset="-122"/>
                <a:cs typeface="+mn-ea"/>
              </a:rPr>
              <a:t>	文件名的约束，</a:t>
            </a:r>
            <a:endParaRPr lang="x-none" altLang="zh-CN" sz="2400" strike="noStrike" noProof="1">
              <a:solidFill>
                <a:schemeClr val="tx1"/>
              </a:solidFill>
              <a:latin typeface="Arial" panose="02080604020202020204" pitchFamily="34" charset="0"/>
              <a:ea typeface="宋体" panose="02010600030101010101" pitchFamily="2" charset="-122"/>
              <a:cs typeface="+mn-ea"/>
            </a:endParaRPr>
          </a:p>
          <a:p>
            <a:pPr marL="533400" lvl="0" indent="-533400" fontAlgn="base">
              <a:lnSpc>
                <a:spcPct val="130000"/>
              </a:lnSpc>
              <a:buNone/>
            </a:pPr>
            <a:r>
              <a:rPr lang="en-US" altLang="zh-CN" sz="2400" b="1" strike="noStrike" noProof="1">
                <a:solidFill>
                  <a:srgbClr val="000099"/>
                </a:solidFill>
                <a:latin typeface="宋体" panose="02010600030101010101" pitchFamily="2" charset="-122"/>
                <a:ea typeface="宋体" panose="02010600030101010101" pitchFamily="2" charset="-122"/>
                <a:cs typeface="+mn-ea"/>
              </a:rPr>
              <a:t>② </a:t>
            </a:r>
            <a:r>
              <a:rPr lang="zh-CN" altLang="en-US" sz="2400" b="1" strike="noStrike" noProof="1">
                <a:solidFill>
                  <a:srgbClr val="000099"/>
                </a:solidFill>
                <a:latin typeface="Times New Roman" panose="02020603050405020304" charset="0"/>
                <a:ea typeface="宋体" panose="02010600030101010101" pitchFamily="2" charset="-122"/>
                <a:cs typeface="+mn-ea"/>
              </a:rPr>
              <a:t>文件扩展</a:t>
            </a:r>
            <a:r>
              <a:rPr lang="x-none" altLang="zh-CN" sz="2400" b="1" strike="noStrike" noProof="1">
                <a:solidFill>
                  <a:srgbClr val="000099"/>
                </a:solidFill>
                <a:latin typeface="Times New Roman" panose="02020603050405020304" charset="0"/>
                <a:ea typeface="宋体" panose="02010600030101010101" pitchFamily="2" charset="-122"/>
                <a:cs typeface="+mn-ea"/>
              </a:rPr>
              <a:t>名</a:t>
            </a:r>
            <a:endParaRPr lang="x-none" altLang="zh-CN" sz="2400" b="1" strike="noStrike" noProof="1">
              <a:solidFill>
                <a:srgbClr val="000099"/>
              </a:solidFill>
              <a:latin typeface="Times New Roman" panose="02020603050405020304" charset="0"/>
              <a:ea typeface="宋体" panose="02010600030101010101" pitchFamily="2" charset="-122"/>
              <a:cs typeface="+mn-ea"/>
            </a:endParaRPr>
          </a:p>
          <a:p>
            <a:pPr marL="533400" lvl="0" indent="-533400" fontAlgn="base">
              <a:lnSpc>
                <a:spcPct val="130000"/>
              </a:lnSpc>
              <a:buNone/>
            </a:pPr>
            <a:r>
              <a:rPr lang="zh-CN" altLang="en-US" sz="2400" strike="noStrike" noProof="1">
                <a:solidFill>
                  <a:schemeClr val="tx1"/>
                </a:solidFill>
                <a:latin typeface="Arial" panose="02080604020202020204" pitchFamily="34" charset="0"/>
                <a:ea typeface="宋体" panose="02010600030101010101" pitchFamily="2" charset="-122"/>
                <a:cs typeface="+mn-ea"/>
              </a:rPr>
              <a:t>      </a:t>
            </a:r>
            <a:r>
              <a:rPr lang="zh-CN" altLang="en-US" sz="2400" strike="noStrike" noProof="1">
                <a:solidFill>
                  <a:schemeClr val="tx1"/>
                </a:solidFill>
                <a:latin typeface="Times New Roman" panose="02020603050405020304" charset="0"/>
                <a:ea typeface="宋体" panose="02010600030101010101" pitchFamily="2" charset="-122"/>
                <a:cs typeface="+mn-ea"/>
              </a:rPr>
              <a:t>文件扩展</a:t>
            </a:r>
            <a:r>
              <a:rPr lang="x-none" altLang="zh-CN" sz="2400" strike="noStrike" noProof="1">
                <a:solidFill>
                  <a:schemeClr val="tx1"/>
                </a:solidFill>
                <a:latin typeface="Times New Roman" panose="02020603050405020304" charset="0"/>
                <a:ea typeface="宋体" panose="02010600030101010101" pitchFamily="2" charset="-122"/>
                <a:cs typeface="+mn-ea"/>
              </a:rPr>
              <a:t>名</a:t>
            </a:r>
            <a:r>
              <a:rPr lang="zh-CN" altLang="en-US" sz="2400" strike="noStrike" noProof="1">
                <a:solidFill>
                  <a:schemeClr val="tx1"/>
                </a:solidFill>
                <a:latin typeface="Times New Roman" panose="02020603050405020304" charset="0"/>
                <a:ea typeface="宋体" panose="02010600030101010101" pitchFamily="2" charset="-122"/>
                <a:cs typeface="+mn-ea"/>
              </a:rPr>
              <a:t>表示文件的使用特征，如：</a:t>
            </a:r>
            <a:r>
              <a:rPr lang="en-US" altLang="zh-CN" sz="2400" strike="noStrike" noProof="1">
                <a:solidFill>
                  <a:schemeClr val="tx1"/>
                </a:solidFill>
                <a:latin typeface="Times New Roman" panose="02020603050405020304" charset="0"/>
                <a:ea typeface="宋体" panose="02010600030101010101" pitchFamily="2" charset="-122"/>
                <a:cs typeface="+mn-ea"/>
              </a:rPr>
              <a:t>.c   .obj    .lib </a:t>
            </a:r>
            <a:r>
              <a:rPr lang="zh-CN" altLang="en-US" sz="2400" strike="noStrike" noProof="1">
                <a:solidFill>
                  <a:schemeClr val="tx1"/>
                </a:solidFill>
                <a:latin typeface="Times New Roman" panose="02020603050405020304" charset="0"/>
                <a:ea typeface="宋体" panose="02010600030101010101" pitchFamily="2" charset="-122"/>
                <a:cs typeface="+mn-ea"/>
              </a:rPr>
              <a:t>等。</a:t>
            </a:r>
            <a:endParaRPr lang="zh-CN" altLang="en-US" sz="2400" strike="noStrike" noProof="1">
              <a:solidFill>
                <a:schemeClr val="tx1"/>
              </a:solidFill>
              <a:latin typeface="Times New Roman" panose="02020603050405020304" charset="0"/>
              <a:ea typeface="宋体" panose="02010600030101010101" pitchFamily="2" charset="-122"/>
            </a:endParaRPr>
          </a:p>
          <a:p>
            <a:pPr marL="533400" lvl="0" indent="-533400" fontAlgn="base">
              <a:lnSpc>
                <a:spcPct val="130000"/>
              </a:lnSpc>
              <a:buNone/>
            </a:pPr>
            <a:r>
              <a:rPr lang="en-US" altLang="zh-CN" sz="2400" b="1" strike="noStrike" noProof="1">
                <a:solidFill>
                  <a:srgbClr val="000099"/>
                </a:solidFill>
                <a:latin typeface="Times New Roman" panose="02020603050405020304" charset="0"/>
                <a:ea typeface="宋体" panose="02010600030101010101" pitchFamily="2" charset="-122"/>
                <a:cs typeface="+mn-ea"/>
              </a:rPr>
              <a:t>③</a:t>
            </a:r>
            <a:r>
              <a:rPr lang="en-US" altLang="zh-CN" sz="2400" b="1" strike="noStrike" noProof="1">
                <a:solidFill>
                  <a:srgbClr val="000099"/>
                </a:solidFill>
                <a:latin typeface="宋体" panose="02010600030101010101" pitchFamily="2" charset="-122"/>
                <a:ea typeface="宋体" panose="02010600030101010101" pitchFamily="2" charset="-122"/>
                <a:cs typeface="+mn-ea"/>
              </a:rPr>
              <a:t> </a:t>
            </a:r>
            <a:r>
              <a:rPr lang="zh-CN" altLang="en-US" sz="2400" b="1" strike="noStrike" noProof="1">
                <a:solidFill>
                  <a:srgbClr val="000099"/>
                </a:solidFill>
                <a:latin typeface="Times New Roman" panose="02020603050405020304" charset="0"/>
                <a:ea typeface="宋体" panose="02010600030101010101" pitchFamily="2" charset="-122"/>
                <a:cs typeface="+mn-ea"/>
              </a:rPr>
              <a:t>文件属性</a:t>
            </a:r>
            <a:endParaRPr lang="zh-CN" altLang="en-US" sz="2400" b="1" strike="noStrike" noProof="1">
              <a:solidFill>
                <a:srgbClr val="000099"/>
              </a:solidFill>
              <a:latin typeface="Times New Roman" panose="02020603050405020304" charset="0"/>
              <a:ea typeface="宋体" panose="02010600030101010101" pitchFamily="2" charset="-122"/>
            </a:endParaRPr>
          </a:p>
          <a:p>
            <a:pPr marL="533400" lvl="0" indent="-533400" fontAlgn="base">
              <a:lnSpc>
                <a:spcPct val="130000"/>
              </a:lnSpc>
              <a:buNone/>
            </a:pPr>
            <a:r>
              <a:rPr lang="zh-CN" altLang="en-US" sz="2400" strike="noStrike" noProof="1">
                <a:solidFill>
                  <a:schemeClr val="tx1"/>
                </a:solidFill>
                <a:latin typeface="Times New Roman" panose="02020603050405020304" charset="0"/>
                <a:ea typeface="宋体" panose="02010600030101010101" pitchFamily="2" charset="-122"/>
                <a:cs typeface="+mn-ea"/>
              </a:rPr>
              <a:t>       文件的属性字，表示文件</a:t>
            </a:r>
            <a:r>
              <a:rPr lang="x-none" altLang="zh-CN" sz="2400" strike="noStrike" noProof="1">
                <a:solidFill>
                  <a:schemeClr val="tx1"/>
                </a:solidFill>
                <a:latin typeface="Times New Roman" panose="02020603050405020304" charset="0"/>
                <a:ea typeface="宋体" panose="02010600030101010101" pitchFamily="2" charset="-122"/>
                <a:cs typeface="+mn-ea"/>
              </a:rPr>
              <a:t>类型</a:t>
            </a:r>
            <a:r>
              <a:rPr lang="zh-CN" altLang="en-US" sz="2400" strike="noStrike" noProof="1">
                <a:solidFill>
                  <a:schemeClr val="tx1"/>
                </a:solidFill>
                <a:latin typeface="Times New Roman" panose="02020603050405020304" charset="0"/>
                <a:ea typeface="宋体" panose="02010600030101010101" pitchFamily="2" charset="-122"/>
                <a:cs typeface="+mn-ea"/>
              </a:rPr>
              <a:t>、</a:t>
            </a:r>
            <a:r>
              <a:rPr lang="x-none" altLang="zh-CN" sz="2400" strike="noStrike" noProof="1">
                <a:solidFill>
                  <a:schemeClr val="tx1"/>
                </a:solidFill>
                <a:latin typeface="Times New Roman" panose="02020603050405020304" charset="0"/>
                <a:ea typeface="宋体" panose="02010600030101010101" pitchFamily="2" charset="-122"/>
                <a:cs typeface="+mn-ea"/>
              </a:rPr>
              <a:t>权限</a:t>
            </a:r>
            <a:r>
              <a:rPr lang="zh-CN" altLang="en-US" sz="2400" strike="noStrike" noProof="1">
                <a:solidFill>
                  <a:schemeClr val="tx1"/>
                </a:solidFill>
                <a:latin typeface="Times New Roman" panose="02020603050405020304" charset="0"/>
                <a:ea typeface="宋体" panose="02010600030101010101" pitchFamily="2" charset="-122"/>
                <a:cs typeface="+mn-ea"/>
              </a:rPr>
              <a:t>等信息。</a:t>
            </a:r>
            <a:endParaRPr lang="zh-CN" altLang="en-US" sz="2400" strike="noStrike" noProof="1">
              <a:solidFill>
                <a:schemeClr val="tx1"/>
              </a:solidFill>
              <a:latin typeface="Times New Roman" panose="02020603050405020304" charset="0"/>
              <a:ea typeface="宋体" panose="02010600030101010101" pitchFamily="2" charset="-122"/>
            </a:endParaRPr>
          </a:p>
        </p:txBody>
      </p:sp>
      <p:sp>
        <p:nvSpPr>
          <p:cNvPr id="11268" name="矩形 11267"/>
          <p:cNvSpPr/>
          <p:nvPr/>
        </p:nvSpPr>
        <p:spPr>
          <a:xfrm>
            <a:off x="381000" y="4286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Arial" panose="02080604020202020204" pitchFamily="34" charset="0"/>
                <a:ea typeface="宋体" panose="02010600030101010101" pitchFamily="2" charset="-122"/>
                <a:cs typeface="+mn-ea"/>
              </a:rPr>
              <a:t>文件系统</a:t>
            </a:r>
            <a:r>
              <a:rPr lang="en-US" altLang="zh-CN" sz="2400" strike="noStrike" noProof="1">
                <a:latin typeface="Arial" panose="02080604020202020204" pitchFamily="34" charset="0"/>
                <a:ea typeface="宋体" panose="02010600030101010101" pitchFamily="2" charset="-122"/>
                <a:cs typeface="+mn-ea"/>
              </a:rPr>
              <a:t>——</a:t>
            </a:r>
            <a:r>
              <a:rPr lang="zh-CN" altLang="en-US" sz="2400" strike="noStrike" noProof="1">
                <a:latin typeface="Arial" panose="02080604020202020204" pitchFamily="34" charset="0"/>
                <a:ea typeface="宋体" panose="02010600030101010101" pitchFamily="2" charset="-122"/>
                <a:cs typeface="+mn-ea"/>
              </a:rPr>
              <a:t>文件系统概述</a:t>
            </a:r>
            <a:endParaRPr lang="zh-CN" altLang="en-US" sz="2400" strike="noStrike" noProof="1">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11267" grpId="0" uiExpand="1"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8" name="标题 9217"/>
          <p:cNvSpPr>
            <a:spLocks noGrp="1"/>
          </p:cNvSpPr>
          <p:nvPr>
            <p:ph type="title"/>
          </p:nvPr>
        </p:nvSpPr>
        <p:spPr>
          <a:xfrm>
            <a:off x="363538" y="619125"/>
            <a:ext cx="8393113" cy="725488"/>
          </a:xfrm>
        </p:spPr>
        <p:txBody>
          <a:bodyPr anchor="b">
            <a:spAutoFit/>
          </a:bodyPr>
          <a:p>
            <a:pPr marL="533400" lvl="0" indent="-533400">
              <a:lnSpc>
                <a:spcPct val="130000"/>
              </a:lnSpc>
              <a:spcBef>
                <a:spcPct val="30000"/>
              </a:spcBef>
              <a:buClr>
                <a:schemeClr val="tx2"/>
              </a:buClr>
              <a:buSzPct val="95000"/>
              <a:buFont typeface="Wingdings" panose="05000000000000000000" pitchFamily="2" charset="2"/>
              <a:buChar char="•"/>
            </a:pPr>
            <a:r>
              <a:rPr lang="zh-CN" altLang="en-US" sz="3200">
                <a:solidFill>
                  <a:srgbClr val="990000"/>
                </a:solidFill>
                <a:latin typeface="Arial" panose="02080604020202020204" pitchFamily="34" charset="0"/>
                <a:ea typeface="宋体" panose="02010600030101010101" pitchFamily="2" charset="-122"/>
              </a:rPr>
              <a:t>二、文件系统</a:t>
            </a:r>
            <a:endParaRPr lang="zh-CN" altLang="en-US" sz="3200">
              <a:solidFill>
                <a:srgbClr val="990000"/>
              </a:solidFill>
              <a:latin typeface="Arial" panose="02080604020202020204" pitchFamily="34" charset="0"/>
              <a:ea typeface="宋体" panose="02010600030101010101" pitchFamily="2" charset="-122"/>
            </a:endParaRPr>
          </a:p>
        </p:txBody>
      </p:sp>
      <p:sp>
        <p:nvSpPr>
          <p:cNvPr id="9219" name="文本占位符 9218"/>
          <p:cNvSpPr>
            <a:spLocks noGrp="1"/>
          </p:cNvSpPr>
          <p:nvPr>
            <p:ph idx="1"/>
          </p:nvPr>
        </p:nvSpPr>
        <p:spPr>
          <a:xfrm>
            <a:off x="381000" y="1470025"/>
            <a:ext cx="8388350" cy="4469130"/>
          </a:xfrm>
        </p:spPr>
        <p:txBody>
          <a:bodyPr>
            <a:spAutoFit/>
          </a:bodyPr>
          <a:p>
            <a:pPr fontAlgn="base">
              <a:lnSpc>
                <a:spcPct val="110000"/>
              </a:lnSpc>
              <a:buNone/>
            </a:pPr>
            <a:r>
              <a:rPr lang="zh-CN" altLang="en-US" strike="noStrike" noProof="1" dirty="0">
                <a:effectLst/>
                <a:latin typeface="Times New Roman" panose="02020603050405020304" charset="0"/>
              </a:rPr>
              <a:t>	</a:t>
            </a:r>
            <a:r>
              <a:rPr lang="zh-CN" altLang="en-US" b="1" strike="noStrike" noProof="1">
                <a:solidFill>
                  <a:srgbClr val="990000"/>
                </a:solidFill>
                <a:latin typeface="Arial" panose="02080604020202020204" pitchFamily="34" charset="0"/>
                <a:ea typeface="宋体" panose="02010600030101010101" pitchFamily="2" charset="-122"/>
                <a:cs typeface="+mj-cs"/>
              </a:rPr>
              <a:t>1. 什么是文件系统</a:t>
            </a:r>
            <a:r>
              <a:rPr lang="zh-CN" altLang="en-US" strike="noStrike" noProof="1" dirty="0">
                <a:solidFill>
                  <a:schemeClr val="tx1"/>
                </a:solidFill>
                <a:effectLst/>
                <a:latin typeface="Times New Roman" panose="02020603050405020304" charset="0"/>
              </a:rPr>
              <a:t>         </a:t>
            </a:r>
            <a:endParaRPr lang="zh-CN" altLang="en-US" strike="noStrike" noProof="1" dirty="0">
              <a:solidFill>
                <a:schemeClr val="tx1"/>
              </a:solidFill>
              <a:effectLst/>
              <a:latin typeface="Times New Roman" panose="02020603050405020304" charset="0"/>
            </a:endParaRPr>
          </a:p>
          <a:p>
            <a:pPr fontAlgn="base">
              <a:lnSpc>
                <a:spcPct val="110000"/>
              </a:lnSpc>
              <a:buNone/>
            </a:pPr>
            <a:r>
              <a:rPr lang="zh-CN" altLang="en-US" strike="noStrike" noProof="1" dirty="0">
                <a:solidFill>
                  <a:schemeClr val="tx1"/>
                </a:solidFill>
                <a:effectLst/>
                <a:latin typeface="Times New Roman" panose="02020603050405020304" charset="0"/>
              </a:rPr>
              <a:t>  	文件系统是操作系统中负责管理和存取文件信息的软件机构。包括：            </a:t>
            </a:r>
            <a:endParaRPr lang="zh-CN" altLang="en-US" strike="noStrike" noProof="1" dirty="0">
              <a:solidFill>
                <a:schemeClr val="tx1"/>
              </a:solidFill>
              <a:effectLst/>
              <a:latin typeface="Times New Roman" panose="02020603050405020304" charset="0"/>
            </a:endParaRPr>
          </a:p>
          <a:p>
            <a:pPr marL="930275" lvl="1" indent="-473075" fontAlgn="base">
              <a:lnSpc>
                <a:spcPct val="110000"/>
              </a:lnSpc>
            </a:pPr>
            <a:r>
              <a:rPr lang="x-none" altLang="zh-CN" sz="3200" strike="noStrike" noProof="1" dirty="0">
                <a:solidFill>
                  <a:schemeClr val="tx1"/>
                </a:solidFill>
                <a:effectLst/>
                <a:latin typeface="Times New Roman" panose="02020603050405020304" charset="0"/>
              </a:rPr>
              <a:t>负责文件操作和</a:t>
            </a:r>
            <a:r>
              <a:rPr lang="zh-CN" altLang="en-US" sz="3200" strike="noStrike" noProof="1" dirty="0">
                <a:solidFill>
                  <a:schemeClr val="tx1"/>
                </a:solidFill>
                <a:effectLst/>
                <a:latin typeface="Times New Roman" panose="02020603050405020304" charset="0"/>
              </a:rPr>
              <a:t>管理</a:t>
            </a:r>
            <a:r>
              <a:rPr lang="x-none" altLang="zh-CN" sz="3200" strike="noStrike" noProof="1" dirty="0">
                <a:solidFill>
                  <a:schemeClr val="tx1"/>
                </a:solidFill>
                <a:effectLst/>
                <a:latin typeface="Times New Roman" panose="02020603050405020304" charset="0"/>
              </a:rPr>
              <a:t>的</a:t>
            </a:r>
            <a:r>
              <a:rPr lang="zh-CN" altLang="x-none" sz="3200" strike="noStrike" noProof="1" dirty="0">
                <a:solidFill>
                  <a:schemeClr val="tx1"/>
                </a:solidFill>
                <a:effectLst/>
                <a:latin typeface="Times New Roman" panose="02020603050405020304" charset="0"/>
              </a:rPr>
              <a:t>程序</a:t>
            </a:r>
            <a:r>
              <a:rPr lang="x-none" altLang="zh-CN" sz="3200" strike="noStrike" noProof="1" dirty="0">
                <a:solidFill>
                  <a:schemeClr val="tx1"/>
                </a:solidFill>
                <a:effectLst/>
                <a:latin typeface="Times New Roman" panose="02020603050405020304" charset="0"/>
              </a:rPr>
              <a:t>模块</a:t>
            </a:r>
            <a:endParaRPr lang="x-none" altLang="zh-CN" sz="3200" strike="noStrike" noProof="1" dirty="0">
              <a:solidFill>
                <a:schemeClr val="tx1"/>
              </a:solidFill>
              <a:effectLst/>
              <a:latin typeface="Times New Roman" panose="02020603050405020304" charset="0"/>
            </a:endParaRPr>
          </a:p>
          <a:p>
            <a:pPr marL="930275" lvl="1" indent="-473075" fontAlgn="base">
              <a:lnSpc>
                <a:spcPct val="110000"/>
              </a:lnSpc>
            </a:pPr>
            <a:r>
              <a:rPr lang="zh-CN" altLang="en-US" sz="3200" dirty="0">
                <a:solidFill>
                  <a:schemeClr val="tx1"/>
                </a:solidFill>
                <a:effectLst/>
                <a:latin typeface="Times New Roman" panose="02020603050405020304" charset="0"/>
                <a:sym typeface="+mn-ea"/>
              </a:rPr>
              <a:t>管理文件所需的数据结构 (如目录表、文件控制块、存储分配表) </a:t>
            </a:r>
            <a:endParaRPr lang="x-none" altLang="zh-CN" sz="3200" strike="noStrike" noProof="1" dirty="0">
              <a:solidFill>
                <a:schemeClr val="tx1"/>
              </a:solidFill>
              <a:effectLst/>
              <a:latin typeface="Times New Roman" panose="02020603050405020304" charset="0"/>
            </a:endParaRPr>
          </a:p>
          <a:p>
            <a:pPr marL="930275" lvl="1" indent="-473075" fontAlgn="base">
              <a:lnSpc>
                <a:spcPct val="110000"/>
              </a:lnSpc>
            </a:pPr>
            <a:r>
              <a:rPr lang="zh-CN" altLang="en-US" sz="3200" strike="noStrike" noProof="1" dirty="0">
                <a:solidFill>
                  <a:schemeClr val="tx1"/>
                </a:solidFill>
                <a:effectLst/>
                <a:latin typeface="Times New Roman" panose="02020603050405020304" charset="0"/>
              </a:rPr>
              <a:t>访问文件的一组操作</a:t>
            </a:r>
            <a:endParaRPr lang="zh-CN" altLang="en-US" sz="3200" strike="noStrike" noProof="1" dirty="0">
              <a:solidFill>
                <a:schemeClr val="tx1"/>
              </a:solidFill>
              <a:effectLst/>
              <a:latin typeface="Times New Roman" panose="02020603050405020304" charset="0"/>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9219" grpId="0" bldLvl="2"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2" name="标题 10241"/>
          <p:cNvSpPr>
            <a:spLocks noGrp="1"/>
          </p:cNvSpPr>
          <p:nvPr>
            <p:ph type="title"/>
          </p:nvPr>
        </p:nvSpPr>
        <p:spPr>
          <a:xfrm>
            <a:off x="363538" y="613728"/>
            <a:ext cx="8393113" cy="730885"/>
          </a:xfrm>
        </p:spPr>
        <p:txBody>
          <a:bodyPr anchor="b">
            <a:spAutoFit/>
          </a:bodyPr>
          <a:p>
            <a:pPr marL="533400" lvl="0" indent="-533400">
              <a:lnSpc>
                <a:spcPct val="130000"/>
              </a:lnSpc>
              <a:spcBef>
                <a:spcPct val="30000"/>
              </a:spcBef>
              <a:buClr>
                <a:schemeClr val="tx2"/>
              </a:buClr>
              <a:buSzPct val="95000"/>
              <a:buFont typeface="Wingdings" panose="05000000000000000000" pitchFamily="2" charset="2"/>
              <a:buChar char="•"/>
            </a:pPr>
            <a:r>
              <a:rPr lang="zh-CN" altLang="en-US" sz="3200">
                <a:solidFill>
                  <a:srgbClr val="990000"/>
                </a:solidFill>
                <a:latin typeface="Arial" panose="02080604020202020204" pitchFamily="34" charset="0"/>
                <a:ea typeface="宋体" panose="02010600030101010101" pitchFamily="2" charset="-122"/>
              </a:rPr>
              <a:t>2. 文件系统的基本功能</a:t>
            </a:r>
            <a:endParaRPr lang="zh-CN" altLang="en-US" sz="3200">
              <a:solidFill>
                <a:srgbClr val="990000"/>
              </a:solidFill>
              <a:latin typeface="Arial" panose="02080604020202020204" pitchFamily="34" charset="0"/>
              <a:ea typeface="宋体" panose="02010600030101010101" pitchFamily="2" charset="-122"/>
            </a:endParaRPr>
          </a:p>
        </p:txBody>
      </p:sp>
      <p:sp>
        <p:nvSpPr>
          <p:cNvPr id="10243" name="内容占位符 10242"/>
          <p:cNvSpPr>
            <a:spLocks noGrp="1"/>
          </p:cNvSpPr>
          <p:nvPr>
            <p:ph idx="1"/>
          </p:nvPr>
        </p:nvSpPr>
        <p:spPr>
          <a:xfrm>
            <a:off x="381000" y="1390650"/>
            <a:ext cx="8388350" cy="3684270"/>
          </a:xfrm>
        </p:spPr>
        <p:txBody>
          <a:bodyPr wrap="square" anchor="t">
            <a:spAutoFit/>
          </a:bodyPr>
          <a:p>
            <a:pPr fontAlgn="base">
              <a:lnSpc>
                <a:spcPct val="100000"/>
              </a:lnSpc>
              <a:spcBef>
                <a:spcPct val="10000"/>
              </a:spcBef>
              <a:buNone/>
            </a:pPr>
            <a:r>
              <a:rPr lang="zh-CN" altLang="zh-CN" strike="noStrike" noProof="1" dirty="0">
                <a:solidFill>
                  <a:schemeClr val="tx1"/>
                </a:solidFill>
                <a:effectLst/>
                <a:latin typeface="Times New Roman" panose="02020603050405020304" charset="0"/>
                <a:sym typeface="Symbol" panose="05050102010706020507" pitchFamily="2" charset="2"/>
              </a:rPr>
              <a:t>(1) </a:t>
            </a:r>
            <a:r>
              <a:rPr lang="zh-CN" altLang="zh-CN" strike="noStrike" noProof="1" dirty="0">
                <a:solidFill>
                  <a:schemeClr val="tx1"/>
                </a:solidFill>
                <a:effectLst/>
                <a:latin typeface="Times New Roman" panose="02020603050405020304" charset="0"/>
              </a:rPr>
              <a:t>实现了“按名存取”的功能：从“文件名”查寻到“文件内容”；</a:t>
            </a:r>
            <a:endParaRPr lang="zh-CN" altLang="zh-CN" strike="noStrike" noProof="1" dirty="0">
              <a:solidFill>
                <a:schemeClr val="tx1"/>
              </a:solidFill>
              <a:effectLst/>
              <a:latin typeface="Times New Roman" panose="02020603050405020304" charset="0"/>
            </a:endParaRPr>
          </a:p>
          <a:p>
            <a:pPr fontAlgn="base">
              <a:lnSpc>
                <a:spcPct val="100000"/>
              </a:lnSpc>
              <a:spcBef>
                <a:spcPct val="10000"/>
              </a:spcBef>
              <a:buNone/>
            </a:pPr>
            <a:r>
              <a:rPr lang="zh-CN" altLang="zh-CN" strike="noStrike" noProof="1" dirty="0">
                <a:solidFill>
                  <a:schemeClr val="tx1"/>
                </a:solidFill>
                <a:effectLst/>
                <a:latin typeface="Times New Roman" panose="02020603050405020304" charset="0"/>
                <a:sym typeface="Symbol" panose="05050102010706020507" pitchFamily="2" charset="2"/>
              </a:rPr>
              <a:t>(2) 解决文件数据的组织结构问题，实现逻辑结构到物理结构的转换；</a:t>
            </a:r>
            <a:endParaRPr lang="zh-CN" altLang="zh-CN" strike="noStrike" noProof="1" dirty="0">
              <a:solidFill>
                <a:schemeClr val="tx1"/>
              </a:solidFill>
              <a:effectLst/>
              <a:latin typeface="Times New Roman" panose="02020603050405020304" charset="0"/>
              <a:sym typeface="Symbol" panose="05050102010706020507" pitchFamily="2" charset="2"/>
            </a:endParaRPr>
          </a:p>
          <a:p>
            <a:pPr fontAlgn="base">
              <a:lnSpc>
                <a:spcPct val="100000"/>
              </a:lnSpc>
              <a:spcBef>
                <a:spcPct val="10000"/>
              </a:spcBef>
              <a:buNone/>
            </a:pPr>
            <a:r>
              <a:rPr lang="zh-CN" altLang="zh-CN" strike="noStrike" noProof="1" dirty="0">
                <a:solidFill>
                  <a:schemeClr val="tx1"/>
                </a:solidFill>
                <a:effectLst/>
                <a:latin typeface="Times New Roman" panose="02020603050405020304" charset="0"/>
                <a:sym typeface="Symbol" panose="05050102010706020507" pitchFamily="2" charset="2"/>
              </a:rPr>
              <a:t>(3) 提供一组文件操作：创建、删除、读写、修改属性等；</a:t>
            </a:r>
            <a:endParaRPr lang="zh-CN" altLang="zh-CN" strike="noStrike" noProof="1" dirty="0">
              <a:solidFill>
                <a:schemeClr val="tx1"/>
              </a:solidFill>
              <a:effectLst/>
              <a:latin typeface="Times New Roman" panose="02020603050405020304" charset="0"/>
              <a:sym typeface="Symbol" panose="05050102010706020507" pitchFamily="2" charset="2"/>
            </a:endParaRPr>
          </a:p>
          <a:p>
            <a:pPr fontAlgn="base">
              <a:lnSpc>
                <a:spcPct val="100000"/>
              </a:lnSpc>
              <a:spcBef>
                <a:spcPct val="10000"/>
              </a:spcBef>
              <a:buNone/>
            </a:pPr>
            <a:r>
              <a:rPr lang="zh-CN" altLang="zh-CN" strike="noStrike" noProof="1" dirty="0">
                <a:solidFill>
                  <a:schemeClr val="tx1"/>
                </a:solidFill>
                <a:effectLst/>
                <a:latin typeface="Times New Roman" panose="02020603050405020304" charset="0"/>
                <a:sym typeface="Symbol" panose="05050102010706020507" pitchFamily="2" charset="2"/>
              </a:rPr>
              <a:t>(4) 实现文件共享和保护；</a:t>
            </a:r>
            <a:endParaRPr lang="zh-CN" altLang="zh-CN" strike="noStrike" noProof="1" dirty="0">
              <a:solidFill>
                <a:schemeClr val="tx1"/>
              </a:solidFill>
              <a:effectLst/>
              <a:latin typeface="Times New Roman" panose="02020603050405020304" charset="0"/>
              <a:sym typeface="Symbol" panose="05050102010706020507" pitchFamily="2" charset="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10243" grpId="0" bldLvl="2"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2" name="标题 10241"/>
          <p:cNvSpPr>
            <a:spLocks noGrp="1"/>
          </p:cNvSpPr>
          <p:nvPr>
            <p:ph type="title"/>
          </p:nvPr>
        </p:nvSpPr>
        <p:spPr>
          <a:xfrm>
            <a:off x="363538" y="520066"/>
            <a:ext cx="8393113" cy="730885"/>
          </a:xfrm>
        </p:spPr>
        <p:txBody>
          <a:bodyPr anchor="b">
            <a:spAutoFit/>
          </a:bodyPr>
          <a:p>
            <a:pPr marL="533400" lvl="0" indent="-533400">
              <a:lnSpc>
                <a:spcPct val="130000"/>
              </a:lnSpc>
              <a:spcBef>
                <a:spcPct val="30000"/>
              </a:spcBef>
              <a:buClr>
                <a:schemeClr val="tx2"/>
              </a:buClr>
              <a:buSzPct val="95000"/>
              <a:buFont typeface="Wingdings" panose="05000000000000000000" pitchFamily="2" charset="2"/>
              <a:buChar char="•"/>
            </a:pPr>
            <a:r>
              <a:rPr lang="en-US" altLang="zh-CN" sz="3200">
                <a:solidFill>
                  <a:srgbClr val="990000"/>
                </a:solidFill>
                <a:latin typeface="Arial" panose="02080604020202020204" pitchFamily="34" charset="0"/>
                <a:ea typeface="宋体" panose="02010600030101010101" pitchFamily="2" charset="-122"/>
              </a:rPr>
              <a:t>3</a:t>
            </a:r>
            <a:r>
              <a:rPr lang="zh-CN" altLang="en-US" sz="3200">
                <a:solidFill>
                  <a:srgbClr val="990000"/>
                </a:solidFill>
                <a:latin typeface="Arial" panose="02080604020202020204" pitchFamily="34" charset="0"/>
                <a:ea typeface="宋体" panose="02010600030101010101" pitchFamily="2" charset="-122"/>
              </a:rPr>
              <a:t>. 一个通用文件系统的要求</a:t>
            </a:r>
            <a:endParaRPr lang="en-US" altLang="zh-CN" sz="3200">
              <a:solidFill>
                <a:srgbClr val="990000"/>
              </a:solidFill>
              <a:latin typeface="Arial" panose="02080604020202020204" pitchFamily="34" charset="0"/>
              <a:ea typeface="宋体" panose="02010600030101010101" pitchFamily="2" charset="-122"/>
            </a:endParaRPr>
          </a:p>
        </p:txBody>
      </p:sp>
      <p:sp>
        <p:nvSpPr>
          <p:cNvPr id="10243" name="内容占位符 10242"/>
          <p:cNvSpPr>
            <a:spLocks noGrp="1"/>
          </p:cNvSpPr>
          <p:nvPr>
            <p:ph idx="1"/>
          </p:nvPr>
        </p:nvSpPr>
        <p:spPr>
          <a:xfrm>
            <a:off x="298450" y="1296988"/>
            <a:ext cx="8429625" cy="5180965"/>
          </a:xfrm>
        </p:spPr>
        <p:txBody>
          <a:bodyPr wrap="square" anchor="t">
            <a:spAutoFit/>
          </a:bodyPr>
          <a:p>
            <a:pPr marL="381000" indent="-381000" fontAlgn="base">
              <a:lnSpc>
                <a:spcPct val="110000"/>
              </a:lnSpc>
              <a:spcBef>
                <a:spcPct val="10000"/>
              </a:spcBef>
            </a:pPr>
            <a:r>
              <a:rPr lang="zh-CN" altLang="zh-CN" sz="2400" strike="noStrike" noProof="1" dirty="0">
                <a:solidFill>
                  <a:schemeClr val="tx1"/>
                </a:solidFill>
                <a:effectLst/>
                <a:latin typeface="Times New Roman" panose="02020603050405020304" charset="0"/>
              </a:rPr>
              <a:t>允许用符号名访问文件</a:t>
            </a:r>
            <a:r>
              <a:rPr lang="zh-CN" altLang="en-US" sz="2400" strike="noStrike" noProof="1" dirty="0">
                <a:solidFill>
                  <a:schemeClr val="tx1"/>
                </a:solidFill>
                <a:effectLst/>
                <a:latin typeface="Times New Roman" panose="02020603050405020304" charset="0"/>
              </a:rPr>
              <a:t>;</a:t>
            </a:r>
            <a:endParaRPr lang="zh-CN" altLang="en-US" sz="2400" strike="noStrike" noProof="1" dirty="0">
              <a:solidFill>
                <a:schemeClr val="tx1"/>
              </a:solidFill>
              <a:effectLst/>
              <a:latin typeface="Times New Roman" panose="02020603050405020304" charset="0"/>
            </a:endParaRPr>
          </a:p>
          <a:p>
            <a:pPr marL="381000" indent="-381000" fontAlgn="base">
              <a:lnSpc>
                <a:spcPct val="110000"/>
              </a:lnSpc>
              <a:spcBef>
                <a:spcPct val="10000"/>
              </a:spcBef>
            </a:pPr>
            <a:r>
              <a:rPr lang="zh-CN" altLang="zh-CN" sz="2400" strike="noStrike" noProof="1" dirty="0">
                <a:solidFill>
                  <a:schemeClr val="tx1"/>
                </a:solidFill>
                <a:effectLst/>
                <a:latin typeface="Times New Roman" panose="02020603050405020304" charset="0"/>
              </a:rPr>
              <a:t>用户应能以最适合于各自的应用方式构造各自的文件；</a:t>
            </a:r>
            <a:endParaRPr lang="zh-CN" altLang="zh-CN" sz="2400" strike="noStrike" noProof="1" dirty="0">
              <a:solidFill>
                <a:schemeClr val="tx1"/>
              </a:solidFill>
              <a:effectLst/>
              <a:latin typeface="Times New Roman" panose="02020603050405020304" charset="0"/>
            </a:endParaRPr>
          </a:p>
          <a:p>
            <a:pPr marL="381000" indent="-381000" fontAlgn="base">
              <a:lnSpc>
                <a:spcPct val="110000"/>
              </a:lnSpc>
              <a:spcBef>
                <a:spcPct val="10000"/>
              </a:spcBef>
            </a:pPr>
            <a:r>
              <a:rPr lang="zh-CN" altLang="zh-CN" sz="2400" strike="noStrike" noProof="1" dirty="0">
                <a:solidFill>
                  <a:schemeClr val="tx1"/>
                </a:solidFill>
                <a:effectLst/>
                <a:latin typeface="Times New Roman" panose="02020603050405020304" charset="0"/>
              </a:rPr>
              <a:t>每个用户可以执行基本的文件操作命令，如创建、删除、读写文件等命令</a:t>
            </a:r>
            <a:r>
              <a:rPr lang="zh-CN" altLang="en-US" sz="2400" strike="noStrike" noProof="1" dirty="0">
                <a:solidFill>
                  <a:schemeClr val="tx1"/>
                </a:solidFill>
                <a:effectLst/>
                <a:latin typeface="Times New Roman" panose="02020603050405020304" charset="0"/>
              </a:rPr>
              <a:t>;</a:t>
            </a:r>
            <a:endParaRPr lang="zh-CN" altLang="en-US" sz="2400" strike="noStrike" noProof="1" dirty="0">
              <a:solidFill>
                <a:schemeClr val="tx1"/>
              </a:solidFill>
              <a:effectLst/>
              <a:latin typeface="Times New Roman" panose="02020603050405020304" charset="0"/>
            </a:endParaRPr>
          </a:p>
          <a:p>
            <a:pPr marL="381000" indent="-381000" fontAlgn="base">
              <a:lnSpc>
                <a:spcPct val="110000"/>
              </a:lnSpc>
              <a:spcBef>
                <a:spcPct val="10000"/>
              </a:spcBef>
            </a:pPr>
            <a:r>
              <a:rPr lang="zh-CN" altLang="zh-CN" sz="2400" strike="noStrike" noProof="1" dirty="0">
                <a:solidFill>
                  <a:schemeClr val="tx1"/>
                </a:solidFill>
                <a:effectLst/>
                <a:latin typeface="Times New Roman" panose="02020603050405020304" charset="0"/>
              </a:rPr>
              <a:t>实现辅助空间的自动管理，使文件在辅助存储器中的分配位置与它的用户无关</a:t>
            </a:r>
            <a:r>
              <a:rPr lang="zh-CN" altLang="en-US" sz="2400" strike="noStrike" noProof="1" dirty="0">
                <a:solidFill>
                  <a:schemeClr val="tx1"/>
                </a:solidFill>
                <a:effectLst/>
                <a:latin typeface="Times New Roman" panose="02020603050405020304" charset="0"/>
              </a:rPr>
              <a:t>;</a:t>
            </a:r>
            <a:endParaRPr lang="zh-CN" altLang="en-US" sz="2400" strike="noStrike" noProof="1" dirty="0">
              <a:solidFill>
                <a:schemeClr val="tx1"/>
              </a:solidFill>
              <a:effectLst/>
              <a:latin typeface="Times New Roman" panose="02020603050405020304" charset="0"/>
            </a:endParaRPr>
          </a:p>
          <a:p>
            <a:pPr marL="381000" indent="-381000" fontAlgn="base">
              <a:lnSpc>
                <a:spcPct val="110000"/>
              </a:lnSpc>
              <a:spcBef>
                <a:spcPct val="10000"/>
              </a:spcBef>
            </a:pPr>
            <a:r>
              <a:rPr lang="zh-CN" altLang="zh-CN" sz="2400" strike="noStrike" noProof="1" dirty="0">
                <a:solidFill>
                  <a:schemeClr val="tx1"/>
                </a:solidFill>
                <a:effectLst/>
                <a:latin typeface="Times New Roman" panose="02020603050405020304" charset="0"/>
                <a:sym typeface="Symbol" panose="05050102010706020507" pitchFamily="2" charset="2"/>
              </a:rPr>
              <a:t>用户能在慎密的控制状态下，互相合作共享彼此的文件。共享文件的机制应提供各种类型的、受控的访问，例如读、写、执行或它们的组合</a:t>
            </a:r>
            <a:r>
              <a:rPr lang="zh-CN" altLang="en-US" sz="2400" strike="noStrike" noProof="1" dirty="0">
                <a:solidFill>
                  <a:schemeClr val="tx1"/>
                </a:solidFill>
                <a:effectLst/>
                <a:latin typeface="Times New Roman" panose="02020603050405020304" charset="0"/>
                <a:sym typeface="Symbol" panose="05050102010706020507" pitchFamily="2" charset="2"/>
              </a:rPr>
              <a:t>;</a:t>
            </a:r>
            <a:endParaRPr lang="zh-CN" altLang="en-US" sz="2400" strike="noStrike" noProof="1" dirty="0">
              <a:solidFill>
                <a:schemeClr val="tx1"/>
              </a:solidFill>
              <a:effectLst/>
              <a:latin typeface="Times New Roman" panose="02020603050405020304" charset="0"/>
              <a:sym typeface="Symbol" panose="05050102010706020507" pitchFamily="2" charset="2"/>
            </a:endParaRPr>
          </a:p>
          <a:p>
            <a:pPr marL="381000" indent="-381000" fontAlgn="base">
              <a:lnSpc>
                <a:spcPct val="110000"/>
              </a:lnSpc>
              <a:spcBef>
                <a:spcPct val="10000"/>
              </a:spcBef>
            </a:pPr>
            <a:r>
              <a:rPr lang="zh-CN" altLang="zh-CN" sz="2400" strike="noStrike" noProof="1" dirty="0">
                <a:solidFill>
                  <a:schemeClr val="tx1"/>
                </a:solidFill>
                <a:effectLst/>
                <a:latin typeface="Times New Roman" panose="02020603050405020304" charset="0"/>
                <a:sym typeface="Symbol" panose="05050102010706020507" pitchFamily="2" charset="2"/>
              </a:rPr>
              <a:t>必须提供后备与恢复能力以防止有意或无意的毁损信息；</a:t>
            </a:r>
            <a:endParaRPr lang="zh-CN" altLang="zh-CN" sz="2400" strike="noStrike" noProof="1" dirty="0">
              <a:solidFill>
                <a:schemeClr val="tx1"/>
              </a:solidFill>
              <a:effectLst/>
              <a:latin typeface="Times New Roman" panose="02020603050405020304" charset="0"/>
              <a:sym typeface="Symbol" panose="05050102010706020507" pitchFamily="2" charset="2"/>
            </a:endParaRPr>
          </a:p>
          <a:p>
            <a:pPr marL="381000" indent="-381000" fontAlgn="base">
              <a:lnSpc>
                <a:spcPct val="110000"/>
              </a:lnSpc>
              <a:spcBef>
                <a:spcPct val="10000"/>
              </a:spcBef>
            </a:pPr>
            <a:r>
              <a:rPr lang="zh-CN" altLang="zh-CN" sz="2400" strike="noStrike" noProof="1" dirty="0">
                <a:solidFill>
                  <a:schemeClr val="tx1"/>
                </a:solidFill>
                <a:effectLst/>
                <a:latin typeface="Times New Roman" panose="02020603050405020304" charset="0"/>
                <a:sym typeface="Symbol" panose="05050102010706020507" pitchFamily="2" charset="2"/>
              </a:rPr>
              <a:t>文件系统对在敏感环境中需要保密与私用的数据提供加密或解密的能力；</a:t>
            </a:r>
            <a:endParaRPr lang="zh-CN" altLang="zh-CN" sz="2400" strike="noStrike" noProof="1" dirty="0">
              <a:solidFill>
                <a:schemeClr val="tx1"/>
              </a:solidFill>
              <a:effectLst/>
              <a:latin typeface="Times New Roman" panose="02020603050405020304" charset="0"/>
              <a:sym typeface="Symbol" panose="05050102010706020507" pitchFamily="2" charset="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10243" grpId="0" bldLvl="2"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标题 11265"/>
          <p:cNvSpPr>
            <a:spLocks noGrp="1"/>
          </p:cNvSpPr>
          <p:nvPr>
            <p:ph type="title"/>
          </p:nvPr>
        </p:nvSpPr>
        <p:spPr>
          <a:xfrm>
            <a:off x="363538" y="619125"/>
            <a:ext cx="8393113" cy="725488"/>
          </a:xfrm>
        </p:spPr>
        <p:txBody>
          <a:bodyPr anchor="b">
            <a:spAutoFit/>
          </a:bodyPr>
          <a:p>
            <a:pPr marL="533400" lvl="0" indent="-533400">
              <a:lnSpc>
                <a:spcPct val="130000"/>
              </a:lnSpc>
              <a:spcBef>
                <a:spcPct val="30000"/>
              </a:spcBef>
              <a:buClr>
                <a:schemeClr val="tx2"/>
              </a:buClr>
              <a:buSzPct val="95000"/>
              <a:buFont typeface="Wingdings" panose="05000000000000000000" pitchFamily="2" charset="2"/>
              <a:buChar char="•"/>
            </a:pPr>
            <a:r>
              <a:rPr lang="zh-CN" altLang="en-US" sz="3200">
                <a:solidFill>
                  <a:srgbClr val="990000"/>
                </a:solidFill>
                <a:latin typeface="Arial" panose="02080604020202020204" pitchFamily="34" charset="0"/>
                <a:ea typeface="宋体" panose="02010600030101010101" pitchFamily="2" charset="-122"/>
              </a:rPr>
              <a:t>(二) 文件的组织结构</a:t>
            </a:r>
            <a:endParaRPr lang="zh-CN" altLang="en-US" sz="3200">
              <a:solidFill>
                <a:srgbClr val="990000"/>
              </a:solidFill>
              <a:latin typeface="Arial" panose="02080604020202020204" pitchFamily="34" charset="0"/>
              <a:ea typeface="宋体" panose="02010600030101010101" pitchFamily="2" charset="-122"/>
            </a:endParaRPr>
          </a:p>
        </p:txBody>
      </p:sp>
      <p:sp>
        <p:nvSpPr>
          <p:cNvPr id="11267" name="文本占位符 11266"/>
          <p:cNvSpPr>
            <a:spLocks noGrp="1"/>
          </p:cNvSpPr>
          <p:nvPr>
            <p:ph idx="1"/>
          </p:nvPr>
        </p:nvSpPr>
        <p:spPr>
          <a:xfrm>
            <a:off x="381000" y="1497013"/>
            <a:ext cx="8388350" cy="4545013"/>
          </a:xfrm>
        </p:spPr>
        <p:txBody>
          <a:bodyPr>
            <a:spAutoFit/>
          </a:bodyPr>
          <a:p>
            <a:pPr fontAlgn="base">
              <a:lnSpc>
                <a:spcPct val="95000"/>
              </a:lnSpc>
              <a:spcBef>
                <a:spcPct val="10000"/>
              </a:spcBef>
              <a:buNone/>
            </a:pPr>
            <a:r>
              <a:rPr lang="zh-CN" altLang="en-US" sz="2800" strike="noStrike" noProof="1">
                <a:solidFill>
                  <a:schemeClr val="tx1"/>
                </a:solidFill>
                <a:effectLst>
                  <a:outerShdw blurRad="38100" dist="38100" dir="2700000" algn="tl">
                    <a:srgbClr val="000000">
                      <a:alpha val="43137"/>
                    </a:srgbClr>
                  </a:outerShdw>
                </a:effectLst>
              </a:rPr>
              <a:t>用两种不同的观点去研究文件的组织形式</a:t>
            </a:r>
            <a:endParaRPr lang="zh-CN" altLang="en-US" sz="2800" strike="noStrike" noProof="1">
              <a:solidFill>
                <a:schemeClr val="tx1"/>
              </a:solidFill>
              <a:effectLst>
                <a:outerShdw blurRad="38100" dist="38100" dir="2700000" algn="tl">
                  <a:srgbClr val="000000">
                    <a:alpha val="43137"/>
                  </a:srgbClr>
                </a:outerShdw>
              </a:effectLst>
              <a:latin typeface="Times New Roman" panose="02020603050405020304" charset="0"/>
            </a:endParaRPr>
          </a:p>
          <a:p>
            <a:pPr algn="just" fontAlgn="base">
              <a:lnSpc>
                <a:spcPct val="95000"/>
              </a:lnSpc>
              <a:spcBef>
                <a:spcPct val="10000"/>
              </a:spcBef>
              <a:buNone/>
            </a:pPr>
            <a:r>
              <a:rPr lang="zh-CN" altLang="en-US" sz="3600" strike="noStrike" noProof="1">
                <a:solidFill>
                  <a:srgbClr val="C00000"/>
                </a:solidFill>
                <a:effectLst>
                  <a:outerShdw blurRad="38100" dist="38100" dir="2700000" algn="tl">
                    <a:srgbClr val="000000">
                      <a:alpha val="43137"/>
                    </a:srgbClr>
                  </a:outerShdw>
                </a:effectLst>
                <a:latin typeface="Times New Roman" panose="02020603050405020304" charset="0"/>
              </a:rPr>
              <a:t>    </a:t>
            </a:r>
            <a:r>
              <a:rPr lang="en-US" altLang="zh-CN" strike="noStrike" noProof="1">
                <a:solidFill>
                  <a:srgbClr val="C00000"/>
                </a:solidFill>
                <a:effectLst>
                  <a:outerShdw blurRad="38100" dist="38100" dir="2700000" algn="tl">
                    <a:srgbClr val="000000">
                      <a:alpha val="43137"/>
                    </a:srgbClr>
                  </a:outerShdw>
                </a:effectLst>
                <a:latin typeface="Times New Roman" panose="02020603050405020304" charset="0"/>
              </a:rPr>
              <a:t>1. </a:t>
            </a:r>
            <a:r>
              <a:rPr lang="zh-CN" altLang="en-US" strike="noStrike" noProof="1">
                <a:solidFill>
                  <a:srgbClr val="C00000"/>
                </a:solidFill>
                <a:effectLst>
                  <a:outerShdw blurRad="38100" dist="38100" dir="2700000" algn="tl">
                    <a:srgbClr val="000000">
                      <a:alpha val="43137"/>
                    </a:srgbClr>
                  </a:outerShdw>
                </a:effectLst>
                <a:latin typeface="Times New Roman" panose="02020603050405020304" charset="0"/>
              </a:rPr>
              <a:t>文件的逻辑结构（用户观点）</a:t>
            </a:r>
            <a:endParaRPr lang="zh-CN" altLang="en-US" strike="noStrike" noProof="1">
              <a:solidFill>
                <a:srgbClr val="C00000"/>
              </a:solidFill>
              <a:effectLst>
                <a:outerShdw blurRad="38100" dist="38100" dir="2700000" algn="tl">
                  <a:srgbClr val="000000">
                    <a:alpha val="43137"/>
                  </a:srgbClr>
                </a:outerShdw>
              </a:effectLst>
              <a:latin typeface="Times New Roman" panose="02020603050405020304" charset="0"/>
            </a:endParaRPr>
          </a:p>
          <a:p>
            <a:pPr fontAlgn="base">
              <a:lnSpc>
                <a:spcPct val="95000"/>
              </a:lnSpc>
              <a:spcBef>
                <a:spcPct val="10000"/>
              </a:spcBef>
              <a:buNone/>
            </a:pPr>
            <a:r>
              <a:rPr lang="x-none" altLang="en-US" sz="2800" strike="noStrike" noProof="1">
                <a:solidFill>
                  <a:schemeClr val="tx1"/>
                </a:solidFill>
                <a:effectLst>
                  <a:outerShdw blurRad="38100" dist="38100" dir="2700000" algn="tl">
                    <a:srgbClr val="000000">
                      <a:alpha val="43137"/>
                    </a:srgbClr>
                  </a:outerShdw>
                </a:effectLst>
                <a:latin typeface="Times New Roman" panose="02020603050405020304" charset="0"/>
              </a:rPr>
              <a:t>	</a:t>
            </a:r>
            <a:r>
              <a:rPr lang="en-US" altLang="zh-CN" sz="2800" strike="noStrike" noProof="1">
                <a:solidFill>
                  <a:schemeClr val="tx1"/>
                </a:solidFill>
                <a:effectLst>
                  <a:outerShdw blurRad="38100" dist="38100" dir="2700000" algn="tl">
                    <a:srgbClr val="000000">
                      <a:alpha val="43137"/>
                    </a:srgbClr>
                  </a:outerShdw>
                </a:effectLst>
                <a:latin typeface="Times New Roman" panose="02020603050405020304" charset="0"/>
              </a:rPr>
              <a:t>(1) </a:t>
            </a:r>
            <a:r>
              <a:rPr lang="zh-CN" altLang="en-US" sz="2800" strike="noStrike" noProof="1">
                <a:solidFill>
                  <a:schemeClr val="tx1"/>
                </a:solidFill>
                <a:effectLst>
                  <a:outerShdw blurRad="38100" dist="38100" dir="2700000" algn="tl">
                    <a:srgbClr val="000000">
                      <a:alpha val="43137"/>
                    </a:srgbClr>
                  </a:outerShdw>
                </a:effectLst>
                <a:latin typeface="Times New Roman" panose="02020603050405020304" charset="0"/>
              </a:rPr>
              <a:t>什么是文件的逻辑结构</a:t>
            </a:r>
            <a:endParaRPr lang="zh-CN" altLang="en-US" sz="2800" strike="noStrike" noProof="1">
              <a:solidFill>
                <a:schemeClr val="tx1"/>
              </a:solidFill>
              <a:effectLst>
                <a:outerShdw blurRad="38100" dist="38100" dir="2700000" algn="tl">
                  <a:srgbClr val="000000">
                    <a:alpha val="43137"/>
                  </a:srgbClr>
                </a:outerShdw>
              </a:effectLst>
              <a:latin typeface="Times New Roman" panose="02020603050405020304" charset="0"/>
            </a:endParaRPr>
          </a:p>
          <a:p>
            <a:pPr fontAlgn="base">
              <a:lnSpc>
                <a:spcPct val="95000"/>
              </a:lnSpc>
              <a:spcBef>
                <a:spcPct val="10000"/>
              </a:spcBef>
              <a:buNone/>
            </a:pPr>
            <a:r>
              <a:rPr lang="zh-CN" altLang="en-US" sz="2800" strike="noStrike" noProof="1">
                <a:solidFill>
                  <a:schemeClr val="tx1"/>
                </a:solidFill>
                <a:effectLst>
                  <a:outerShdw blurRad="38100" dist="38100" dir="2700000" algn="tl">
                    <a:srgbClr val="000000">
                      <a:alpha val="43137"/>
                    </a:srgbClr>
                  </a:outerShdw>
                </a:effectLst>
                <a:latin typeface="Times New Roman" panose="02020603050405020304" charset="0"/>
              </a:rPr>
              <a:t>	从用户角度看到的文件面貌。即用户对信息进行逻辑组织形成的文件结构。</a:t>
            </a:r>
            <a:endParaRPr lang="zh-CN" altLang="en-US" sz="2800" strike="noStrike" noProof="1">
              <a:solidFill>
                <a:schemeClr val="tx1"/>
              </a:solidFill>
              <a:effectLst>
                <a:outerShdw blurRad="38100" dist="38100" dir="2700000" algn="tl">
                  <a:srgbClr val="000000">
                    <a:alpha val="43137"/>
                  </a:srgbClr>
                </a:outerShdw>
              </a:effectLst>
              <a:latin typeface="Times New Roman" panose="02020603050405020304" charset="0"/>
            </a:endParaRPr>
          </a:p>
          <a:p>
            <a:pPr fontAlgn="base">
              <a:lnSpc>
                <a:spcPct val="95000"/>
              </a:lnSpc>
              <a:spcBef>
                <a:spcPct val="10000"/>
              </a:spcBef>
              <a:buNone/>
            </a:pPr>
            <a:r>
              <a:rPr lang="x-none" altLang="en-US" sz="2800" strike="noStrike" noProof="1">
                <a:solidFill>
                  <a:schemeClr val="tx1"/>
                </a:solidFill>
                <a:effectLst>
                  <a:outerShdw blurRad="38100" dist="38100" dir="2700000" algn="tl">
                    <a:srgbClr val="000000">
                      <a:alpha val="43137"/>
                    </a:srgbClr>
                  </a:outerShdw>
                </a:effectLst>
                <a:latin typeface="Times New Roman" panose="02020603050405020304" charset="0"/>
              </a:rPr>
              <a:t>	</a:t>
            </a:r>
            <a:r>
              <a:rPr lang="en-US" altLang="zh-CN" sz="2800" strike="noStrike" noProof="1">
                <a:solidFill>
                  <a:schemeClr val="tx1"/>
                </a:solidFill>
                <a:effectLst>
                  <a:outerShdw blurRad="38100" dist="38100" dir="2700000" algn="tl">
                    <a:srgbClr val="000000">
                      <a:alpha val="43137"/>
                    </a:srgbClr>
                  </a:outerShdw>
                </a:effectLst>
                <a:latin typeface="Times New Roman" panose="02020603050405020304" charset="0"/>
              </a:rPr>
              <a:t>(2) </a:t>
            </a:r>
            <a:r>
              <a:rPr lang="zh-CN" altLang="en-US" sz="2800" strike="noStrike" noProof="1">
                <a:solidFill>
                  <a:schemeClr val="tx1"/>
                </a:solidFill>
                <a:effectLst>
                  <a:outerShdw blurRad="38100" dist="38100" dir="2700000" algn="tl">
                    <a:srgbClr val="000000">
                      <a:alpha val="43137"/>
                    </a:srgbClr>
                  </a:outerShdw>
                </a:effectLst>
                <a:latin typeface="Times New Roman" panose="02020603050405020304" charset="0"/>
              </a:rPr>
              <a:t>研究文件逻辑结构的目的</a:t>
            </a:r>
            <a:endParaRPr lang="zh-CN" altLang="en-US" sz="2800" strike="noStrike" noProof="1">
              <a:solidFill>
                <a:schemeClr val="tx1"/>
              </a:solidFill>
              <a:effectLst>
                <a:outerShdw blurRad="38100" dist="38100" dir="2700000" algn="tl">
                  <a:srgbClr val="000000">
                    <a:alpha val="43137"/>
                  </a:srgbClr>
                </a:outerShdw>
              </a:effectLst>
              <a:latin typeface="Times New Roman" panose="02020603050405020304" charset="0"/>
            </a:endParaRPr>
          </a:p>
          <a:p>
            <a:pPr fontAlgn="base">
              <a:lnSpc>
                <a:spcPct val="95000"/>
              </a:lnSpc>
              <a:spcBef>
                <a:spcPct val="10000"/>
              </a:spcBef>
              <a:buNone/>
            </a:pPr>
            <a:r>
              <a:rPr lang="zh-CN" altLang="en-US" sz="2800" strike="noStrike" noProof="1">
                <a:solidFill>
                  <a:schemeClr val="tx1"/>
                </a:solidFill>
                <a:effectLst>
                  <a:outerShdw blurRad="38100" dist="38100" dir="2700000" algn="tl">
                    <a:srgbClr val="000000">
                      <a:alpha val="43137"/>
                    </a:srgbClr>
                  </a:outerShdw>
                </a:effectLst>
                <a:latin typeface="Times New Roman" panose="02020603050405020304" charset="0"/>
              </a:rPr>
              <a:t>	为用户提供一种逻辑结构清晰、使用简便的逻辑文件形式。</a:t>
            </a:r>
            <a:endParaRPr lang="zh-CN" altLang="en-US" sz="2800" strike="noStrike" noProof="1">
              <a:solidFill>
                <a:schemeClr val="tx1"/>
              </a:solidFill>
              <a:effectLst>
                <a:outerShdw blurRad="38100" dist="38100" dir="2700000" algn="tl">
                  <a:srgbClr val="000000">
                    <a:alpha val="43137"/>
                  </a:srgbClr>
                </a:outerShdw>
              </a:effectLst>
              <a:latin typeface="Times New Roman" panose="02020603050405020304" charset="0"/>
            </a:endParaRPr>
          </a:p>
          <a:p>
            <a:pPr fontAlgn="base">
              <a:lnSpc>
                <a:spcPct val="95000"/>
              </a:lnSpc>
              <a:spcBef>
                <a:spcPct val="10000"/>
              </a:spcBef>
              <a:buNone/>
            </a:pPr>
            <a:r>
              <a:rPr lang="zh-CN" altLang="en-US" sz="2800" strike="noStrike" noProof="1">
                <a:effectLst>
                  <a:outerShdw blurRad="38100" dist="38100" dir="2700000" algn="tl">
                    <a:srgbClr val="000000">
                      <a:alpha val="43137"/>
                    </a:srgbClr>
                  </a:outerShdw>
                </a:effectLst>
              </a:rPr>
              <a:t>	</a:t>
            </a:r>
            <a:r>
              <a:rPr lang="zh-CN" altLang="en-US" sz="2800" strike="noStrike" noProof="1">
                <a:solidFill>
                  <a:srgbClr val="C00000"/>
                </a:solidFill>
                <a:effectLst>
                  <a:outerShdw blurRad="38100" dist="38100" dir="2700000" algn="tl">
                    <a:srgbClr val="000000">
                      <a:alpha val="43137"/>
                    </a:srgbClr>
                  </a:outerShdw>
                </a:effectLst>
              </a:rPr>
              <a:t>用户按文件的逻辑结构形式去存储、检索和加工文件中的信息。</a:t>
            </a:r>
            <a:endParaRPr lang="zh-CN" altLang="en-US" sz="2800" strike="noStrike" noProof="1">
              <a:solidFill>
                <a:srgbClr val="C00000"/>
              </a:solidFill>
              <a:effectLst>
                <a:outerShdw blurRad="38100" dist="38100" dir="2700000" algn="tl">
                  <a:srgbClr val="000000">
                    <a:alpha val="43137"/>
                  </a:srgbClr>
                </a:outerShdw>
              </a:effectLst>
              <a:latin typeface="Times New Roman" panose="02020603050405020304" charset="0"/>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11267"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1" name="文本占位符 12290"/>
          <p:cNvSpPr>
            <a:spLocks noGrp="1"/>
          </p:cNvSpPr>
          <p:nvPr>
            <p:ph idx="1"/>
          </p:nvPr>
        </p:nvSpPr>
        <p:spPr>
          <a:xfrm>
            <a:off x="554038" y="814388"/>
            <a:ext cx="8161338" cy="5270500"/>
          </a:xfrm>
        </p:spPr>
        <p:txBody>
          <a:bodyPr wrap="square">
            <a:spAutoFit/>
          </a:bodyPr>
          <a:p>
            <a:pPr lvl="0">
              <a:lnSpc>
                <a:spcPct val="105000"/>
              </a:lnSpc>
              <a:buNone/>
            </a:pPr>
            <a:r>
              <a:rPr lang="zh-CN" altLang="en-US" dirty="0">
                <a:solidFill>
                  <a:srgbClr val="C00000"/>
                </a:solidFill>
                <a:effectLst>
                  <a:outerShdw blurRad="38100" dist="38100" dir="2700000">
                    <a:srgbClr val="000000"/>
                  </a:outerShdw>
                </a:effectLst>
                <a:latin typeface="Times New Roman" panose="02020603050405020304" charset="0"/>
              </a:rPr>
              <a:t>2. 文件的物理结构（实现观点）</a:t>
            </a:r>
            <a:endParaRPr lang="zh-CN" altLang="en-US" dirty="0">
              <a:solidFill>
                <a:srgbClr val="C00000"/>
              </a:solidFill>
              <a:effectLst>
                <a:outerShdw blurRad="38100" dist="38100" dir="2700000">
                  <a:srgbClr val="000000"/>
                </a:outerShdw>
              </a:effectLst>
              <a:latin typeface="Times New Roman" panose="02020603050405020304" charset="0"/>
            </a:endParaRPr>
          </a:p>
          <a:p>
            <a:pPr lvl="0">
              <a:lnSpc>
                <a:spcPct val="105000"/>
              </a:lnSpc>
              <a:buNone/>
            </a:pPr>
            <a:r>
              <a:rPr lang="zh-CN" altLang="en-US" sz="2800" dirty="0">
                <a:solidFill>
                  <a:schemeClr val="tx1"/>
                </a:solidFill>
                <a:effectLst>
                  <a:outerShdw blurRad="38100" dist="38100" dir="2700000">
                    <a:srgbClr val="FFFFFF"/>
                  </a:outerShdw>
                </a:effectLst>
                <a:latin typeface="Times New Roman" panose="02020603050405020304" charset="0"/>
              </a:rPr>
              <a:t>  (1) 什么是文件的物理结构</a:t>
            </a:r>
            <a:endParaRPr lang="zh-CN" altLang="en-US" sz="2800" dirty="0">
              <a:solidFill>
                <a:schemeClr val="tx1"/>
              </a:solidFill>
              <a:effectLst>
                <a:outerShdw blurRad="38100" dist="38100" dir="2700000">
                  <a:srgbClr val="FFFFFF"/>
                </a:outerShdw>
              </a:effectLst>
              <a:latin typeface="Times New Roman" panose="02020603050405020304" charset="0"/>
            </a:endParaRPr>
          </a:p>
          <a:p>
            <a:pPr lvl="0" eaLnBrk="0">
              <a:lnSpc>
                <a:spcPct val="105000"/>
              </a:lnSpc>
              <a:buNone/>
            </a:pPr>
            <a:r>
              <a:rPr lang="zh-CN" altLang="en-US" sz="2800" dirty="0">
                <a:solidFill>
                  <a:schemeClr val="tx1"/>
                </a:solidFill>
                <a:effectLst>
                  <a:outerShdw blurRad="38100" dist="38100" dir="2700000">
                    <a:srgbClr val="FFFFFF"/>
                  </a:outerShdw>
                </a:effectLst>
                <a:latin typeface="Times New Roman" panose="02020603050405020304" charset="0"/>
              </a:rPr>
              <a:t>	信息在物理存储器上的存储方式，是数据的物理表示和组织。 </a:t>
            </a:r>
            <a:endParaRPr lang="zh-CN" altLang="en-US" sz="2800" dirty="0">
              <a:solidFill>
                <a:schemeClr val="tx1"/>
              </a:solidFill>
              <a:effectLst>
                <a:outerShdw blurRad="38100" dist="38100" dir="2700000">
                  <a:srgbClr val="FFFFFF"/>
                </a:outerShdw>
              </a:effectLst>
              <a:latin typeface="Times New Roman" panose="02020603050405020304" charset="0"/>
            </a:endParaRPr>
          </a:p>
          <a:p>
            <a:pPr lvl="0">
              <a:lnSpc>
                <a:spcPct val="105000"/>
              </a:lnSpc>
              <a:buNone/>
            </a:pPr>
            <a:r>
              <a:rPr lang="zh-CN" altLang="en-US" sz="2800" dirty="0">
                <a:solidFill>
                  <a:schemeClr val="tx1"/>
                </a:solidFill>
                <a:effectLst>
                  <a:outerShdw blurRad="38100" dist="38100" dir="2700000">
                    <a:srgbClr val="FFFFFF"/>
                  </a:outerShdw>
                </a:effectLst>
                <a:latin typeface="Times New Roman" panose="02020603050405020304" charset="0"/>
              </a:rPr>
              <a:t>  (2) 研究文件物理结构的目的</a:t>
            </a:r>
            <a:endParaRPr lang="zh-CN" altLang="en-US" sz="2800" dirty="0">
              <a:solidFill>
                <a:schemeClr val="tx1"/>
              </a:solidFill>
              <a:effectLst>
                <a:outerShdw blurRad="38100" dist="38100" dir="2700000">
                  <a:srgbClr val="FFFFFF"/>
                </a:outerShdw>
              </a:effectLst>
              <a:latin typeface="Times New Roman" panose="02020603050405020304" charset="0"/>
            </a:endParaRPr>
          </a:p>
          <a:p>
            <a:pPr lvl="0">
              <a:lnSpc>
                <a:spcPct val="105000"/>
              </a:lnSpc>
              <a:buNone/>
            </a:pPr>
            <a:r>
              <a:rPr lang="zh-CN" altLang="zh-CN" sz="2800">
                <a:solidFill>
                  <a:schemeClr val="tx1"/>
                </a:solidFill>
                <a:effectLst>
                  <a:outerShdw blurRad="38100" dist="38100" dir="2700000">
                    <a:srgbClr val="FFFFFF"/>
                  </a:outerShdw>
                </a:effectLst>
                <a:latin typeface="Times New Roman" panose="02020603050405020304" charset="0"/>
                <a:ea typeface="宋体" panose="02010600030101010101" pitchFamily="2" charset="-122"/>
                <a:sym typeface="方正书宋_GBK" panose="02000000000000000000" charset="-122"/>
              </a:rPr>
              <a:t>	</a:t>
            </a:r>
            <a:r>
              <a:rPr lang="zh-CN" altLang="en-US" sz="2800">
                <a:solidFill>
                  <a:schemeClr val="tx1"/>
                </a:solidFill>
                <a:effectLst>
                  <a:outerShdw blurRad="38100" dist="38100" dir="2700000">
                    <a:srgbClr val="FFFFFF"/>
                  </a:outerShdw>
                </a:effectLst>
                <a:latin typeface="Times New Roman" panose="02020603050405020304" charset="0"/>
                <a:ea typeface="宋体" panose="02010600030101010101" pitchFamily="2" charset="-122"/>
                <a:sym typeface="方正书宋_GBK" panose="02000000000000000000" charset="-122"/>
              </a:rPr>
              <a:t>选择工作性能良好、设备利用率高的物理文件形式</a:t>
            </a:r>
            <a:r>
              <a:rPr lang="zh-CN" altLang="zh-CN" sz="2800">
                <a:solidFill>
                  <a:schemeClr val="tx1"/>
                </a:solidFill>
                <a:effectLst>
                  <a:outerShdw blurRad="38100" dist="38100" dir="2700000">
                    <a:srgbClr val="FFFFFF"/>
                  </a:outerShdw>
                </a:effectLst>
                <a:latin typeface="Times New Roman" panose="02020603050405020304" charset="0"/>
                <a:ea typeface="宋体" panose="02010600030101010101" pitchFamily="2" charset="-122"/>
                <a:sym typeface="方正书宋_GBK" panose="02000000000000000000" charset="-122"/>
              </a:rPr>
              <a:t>；</a:t>
            </a:r>
            <a:r>
              <a:rPr lang="zh-CN" altLang="en-US" sz="2800" dirty="0">
                <a:solidFill>
                  <a:schemeClr val="tx1"/>
                </a:solidFill>
                <a:effectLst>
                  <a:outerShdw blurRad="38100" dist="38100" dir="2700000">
                    <a:srgbClr val="FFFFFF"/>
                  </a:outerShdw>
                </a:effectLst>
                <a:latin typeface="Times New Roman" panose="02020603050405020304" charset="0"/>
              </a:rPr>
              <a:t>更</a:t>
            </a:r>
            <a:r>
              <a:rPr lang="zh-CN" altLang="zh-CN" sz="2800" dirty="0">
                <a:solidFill>
                  <a:schemeClr val="tx1"/>
                </a:solidFill>
                <a:effectLst>
                  <a:outerShdw blurRad="38100" dist="38100" dir="2700000">
                    <a:srgbClr val="FFFFFF"/>
                  </a:outerShdw>
                </a:effectLst>
                <a:latin typeface="Times New Roman" panose="02020603050405020304" charset="0"/>
              </a:rPr>
              <a:t>高效</a:t>
            </a:r>
            <a:r>
              <a:rPr lang="zh-CN" altLang="en-US" sz="2800" dirty="0">
                <a:solidFill>
                  <a:schemeClr val="tx1"/>
                </a:solidFill>
                <a:effectLst>
                  <a:outerShdw blurRad="38100" dist="38100" dir="2700000">
                    <a:srgbClr val="FFFFFF"/>
                  </a:outerShdw>
                </a:effectLst>
                <a:latin typeface="Times New Roman" panose="02020603050405020304" charset="0"/>
              </a:rPr>
              <a:t>的利用物理存储设备，更快速的访问文件。</a:t>
            </a:r>
            <a:endParaRPr lang="zh-CN" altLang="en-US" sz="2800" dirty="0">
              <a:solidFill>
                <a:schemeClr val="tx1"/>
              </a:solidFill>
              <a:effectLst>
                <a:outerShdw blurRad="38100" dist="38100" dir="2700000">
                  <a:srgbClr val="FFFFFF"/>
                </a:outerShdw>
              </a:effectLst>
              <a:latin typeface="Times New Roman" panose="02020603050405020304" charset="0"/>
            </a:endParaRPr>
          </a:p>
          <a:p>
            <a:pPr lvl="0">
              <a:lnSpc>
                <a:spcPct val="105000"/>
              </a:lnSpc>
              <a:buNone/>
            </a:pPr>
            <a:r>
              <a:rPr lang="zh-CN" altLang="en-US" sz="2800" dirty="0">
                <a:solidFill>
                  <a:srgbClr val="C00000"/>
                </a:solidFill>
                <a:latin typeface="Times New Roman" panose="02020603050405020304" charset="0"/>
              </a:rPr>
              <a:t>系统按照文件的物理结构形式和外部设备打交道，控制信息的传输。</a:t>
            </a:r>
            <a:endParaRPr lang="zh-CN" altLang="en-US" sz="2800" dirty="0">
              <a:solidFill>
                <a:srgbClr val="C00000"/>
              </a:solidFill>
              <a:latin typeface="Times New Roman" panose="02020603050405020304" charset="0"/>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12291"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5" name="文本占位符 13314"/>
          <p:cNvSpPr>
            <a:spLocks noGrp="1"/>
          </p:cNvSpPr>
          <p:nvPr>
            <p:ph idx="1"/>
          </p:nvPr>
        </p:nvSpPr>
        <p:spPr>
          <a:xfrm>
            <a:off x="304800" y="669925"/>
            <a:ext cx="8458200" cy="5149850"/>
          </a:xfrm>
        </p:spPr>
        <p:txBody>
          <a:bodyPr>
            <a:spAutoFit/>
          </a:bodyPr>
          <a:p>
            <a:pPr fontAlgn="base">
              <a:lnSpc>
                <a:spcPct val="110000"/>
              </a:lnSpc>
              <a:spcBef>
                <a:spcPct val="10000"/>
              </a:spcBef>
              <a:buNone/>
            </a:pPr>
            <a:r>
              <a:rPr lang="en-US" altLang="zh-CN" strike="noStrike" noProof="1">
                <a:solidFill>
                  <a:schemeClr val="tx1"/>
                </a:solidFill>
                <a:effectLst>
                  <a:outerShdw blurRad="38100" dist="38100" dir="2700000" algn="tl">
                    <a:srgbClr val="000000">
                      <a:alpha val="43137"/>
                    </a:srgbClr>
                  </a:outerShdw>
                </a:effectLst>
                <a:latin typeface="Times New Roman" panose="02020603050405020304" charset="0"/>
              </a:rPr>
              <a:t>3. </a:t>
            </a:r>
            <a:r>
              <a:rPr lang="zh-CN" altLang="en-US" strike="noStrike" noProof="1">
                <a:solidFill>
                  <a:schemeClr val="tx1"/>
                </a:solidFill>
                <a:effectLst>
                  <a:outerShdw blurRad="38100" dist="38100" dir="2700000" algn="tl">
                    <a:srgbClr val="000000">
                      <a:alpha val="43137"/>
                    </a:srgbClr>
                  </a:outerShdw>
                </a:effectLst>
                <a:latin typeface="Times New Roman" panose="02020603050405020304" charset="0"/>
              </a:rPr>
              <a:t>逻辑记录与物理记录</a:t>
            </a:r>
            <a:endParaRPr lang="zh-CN" altLang="en-US" sz="2800" strike="noStrike" noProof="1">
              <a:solidFill>
                <a:srgbClr val="C00000"/>
              </a:solidFill>
              <a:effectLst>
                <a:outerShdw blurRad="38100" dist="38100" dir="2700000" algn="tl">
                  <a:srgbClr val="000000">
                    <a:alpha val="43137"/>
                  </a:srgbClr>
                </a:outerShdw>
              </a:effectLst>
              <a:latin typeface="Times New Roman" panose="02020603050405020304" charset="0"/>
            </a:endParaRPr>
          </a:p>
          <a:p>
            <a:pPr lvl="1" fontAlgn="base">
              <a:lnSpc>
                <a:spcPct val="110000"/>
              </a:lnSpc>
              <a:spcBef>
                <a:spcPct val="10000"/>
              </a:spcBef>
              <a:buNone/>
            </a:pPr>
            <a:r>
              <a:rPr lang="en-US" altLang="zh-CN" strike="noStrike" noProof="1">
                <a:solidFill>
                  <a:schemeClr val="tx1"/>
                </a:solidFill>
                <a:effectLst>
                  <a:outerShdw blurRad="38100" dist="38100" dir="2700000" algn="tl">
                    <a:srgbClr val="000000">
                      <a:alpha val="43137"/>
                    </a:srgbClr>
                  </a:outerShdw>
                </a:effectLst>
                <a:latin typeface="Times New Roman" panose="02020603050405020304" charset="0"/>
              </a:rPr>
              <a:t>(1) </a:t>
            </a:r>
            <a:r>
              <a:rPr lang="zh-CN" altLang="en-US" strike="noStrike" noProof="1">
                <a:solidFill>
                  <a:schemeClr val="tx1"/>
                </a:solidFill>
                <a:effectLst>
                  <a:outerShdw blurRad="38100" dist="38100" dir="2700000" algn="tl">
                    <a:srgbClr val="000000">
                      <a:alpha val="43137"/>
                    </a:srgbClr>
                  </a:outerShdw>
                </a:effectLst>
                <a:latin typeface="Times New Roman" panose="02020603050405020304" charset="0"/>
              </a:rPr>
              <a:t>逻辑记录</a:t>
            </a:r>
            <a:endParaRPr lang="zh-CN" altLang="en-US" strike="noStrike" noProof="1">
              <a:solidFill>
                <a:schemeClr val="tx1"/>
              </a:solidFill>
              <a:effectLst>
                <a:outerShdw blurRad="38100" dist="38100" dir="2700000" algn="tl">
                  <a:srgbClr val="000000">
                    <a:alpha val="43137"/>
                  </a:srgbClr>
                </a:outerShdw>
              </a:effectLst>
              <a:latin typeface="Times New Roman" panose="02020603050405020304" charset="0"/>
            </a:endParaRPr>
          </a:p>
          <a:p>
            <a:pPr lvl="1" fontAlgn="base">
              <a:lnSpc>
                <a:spcPct val="110000"/>
              </a:lnSpc>
              <a:spcBef>
                <a:spcPct val="10000"/>
              </a:spcBef>
              <a:buNone/>
            </a:pPr>
            <a:r>
              <a:rPr lang="zh-CN" altLang="en-US" strike="noStrike" noProof="1">
                <a:solidFill>
                  <a:schemeClr val="tx1"/>
                </a:solidFill>
                <a:effectLst>
                  <a:outerShdw blurRad="38100" dist="38100" dir="2700000" algn="tl">
                    <a:srgbClr val="000000">
                      <a:alpha val="43137"/>
                    </a:srgbClr>
                  </a:outerShdw>
                </a:effectLst>
                <a:latin typeface="Times New Roman" panose="02020603050405020304" charset="0"/>
              </a:rPr>
              <a:t>逻辑记录是文件中按信息在逻辑上的独立含义来划分的信息单位。</a:t>
            </a:r>
            <a:endParaRPr lang="zh-CN" altLang="en-US" strike="noStrike" noProof="1">
              <a:solidFill>
                <a:schemeClr val="tx1"/>
              </a:solidFill>
              <a:effectLst>
                <a:outerShdw blurRad="38100" dist="38100" dir="2700000" algn="tl">
                  <a:srgbClr val="000000">
                    <a:alpha val="43137"/>
                  </a:srgbClr>
                </a:outerShdw>
              </a:effectLst>
              <a:latin typeface="Times New Roman" panose="02020603050405020304" charset="0"/>
            </a:endParaRPr>
          </a:p>
          <a:p>
            <a:pPr lvl="1" fontAlgn="base">
              <a:lnSpc>
                <a:spcPct val="110000"/>
              </a:lnSpc>
              <a:spcBef>
                <a:spcPct val="10000"/>
              </a:spcBef>
              <a:buNone/>
            </a:pPr>
            <a:r>
              <a:rPr lang="zh-CN" altLang="en-US" strike="noStrike" noProof="1">
                <a:solidFill>
                  <a:srgbClr val="FF0000"/>
                </a:solidFill>
                <a:effectLst/>
                <a:latin typeface="Times New Roman" panose="02020603050405020304" charset="0"/>
              </a:rPr>
              <a:t>逻辑记录是对文件进行存取操作的基本单位。</a:t>
            </a:r>
            <a:r>
              <a:rPr lang="zh-CN" altLang="en-US" strike="noStrike" noProof="1">
                <a:solidFill>
                  <a:schemeClr val="tx1"/>
                </a:solidFill>
                <a:effectLst/>
                <a:latin typeface="Times New Roman" panose="02020603050405020304" charset="0"/>
              </a:rPr>
              <a:t> </a:t>
            </a:r>
            <a:endParaRPr lang="zh-CN" altLang="en-US" strike="noStrike" noProof="1">
              <a:solidFill>
                <a:schemeClr val="tx1"/>
              </a:solidFill>
              <a:effectLst/>
              <a:latin typeface="Times New Roman" panose="02020603050405020304" charset="0"/>
            </a:endParaRPr>
          </a:p>
          <a:p>
            <a:pPr lvl="1" fontAlgn="base">
              <a:lnSpc>
                <a:spcPct val="110000"/>
              </a:lnSpc>
              <a:spcBef>
                <a:spcPct val="10000"/>
              </a:spcBef>
              <a:buNone/>
            </a:pPr>
            <a:r>
              <a:rPr lang="zh-CN" altLang="en-US" strike="noStrike" noProof="1">
                <a:solidFill>
                  <a:schemeClr val="tx1"/>
                </a:solidFill>
                <a:effectLst>
                  <a:outerShdw blurRad="38100" dist="38100" dir="2700000" algn="tl">
                    <a:srgbClr val="000000">
                      <a:alpha val="43137"/>
                    </a:srgbClr>
                  </a:outerShdw>
                </a:effectLst>
                <a:latin typeface="Times New Roman" panose="02020603050405020304" charset="0"/>
              </a:rPr>
              <a:t>   </a:t>
            </a:r>
            <a:endParaRPr lang="zh-CN" altLang="en-US" strike="noStrike" noProof="1">
              <a:solidFill>
                <a:schemeClr val="tx1"/>
              </a:solidFill>
              <a:effectLst>
                <a:outerShdw blurRad="38100" dist="38100" dir="2700000" algn="tl">
                  <a:srgbClr val="000000">
                    <a:alpha val="43137"/>
                  </a:srgbClr>
                </a:outerShdw>
              </a:effectLst>
              <a:latin typeface="Times New Roman" panose="02020603050405020304" charset="0"/>
            </a:endParaRPr>
          </a:p>
          <a:p>
            <a:pPr lvl="1" fontAlgn="base">
              <a:lnSpc>
                <a:spcPct val="110000"/>
              </a:lnSpc>
              <a:spcBef>
                <a:spcPct val="10000"/>
              </a:spcBef>
              <a:buNone/>
            </a:pPr>
            <a:r>
              <a:rPr lang="en-US" altLang="zh-CN" strike="noStrike" noProof="1">
                <a:solidFill>
                  <a:schemeClr val="tx1"/>
                </a:solidFill>
                <a:effectLst>
                  <a:outerShdw blurRad="38100" dist="38100" dir="2700000" algn="tl">
                    <a:srgbClr val="000000">
                      <a:alpha val="43137"/>
                    </a:srgbClr>
                  </a:outerShdw>
                </a:effectLst>
                <a:latin typeface="Times New Roman" panose="02020603050405020304" charset="0"/>
              </a:rPr>
              <a:t>(2) </a:t>
            </a:r>
            <a:r>
              <a:rPr lang="zh-CN" altLang="en-US" strike="noStrike" noProof="1">
                <a:solidFill>
                  <a:schemeClr val="tx1"/>
                </a:solidFill>
                <a:effectLst>
                  <a:outerShdw blurRad="38100" dist="38100" dir="2700000" algn="tl">
                    <a:srgbClr val="000000">
                      <a:alpha val="43137"/>
                    </a:srgbClr>
                  </a:outerShdw>
                </a:effectLst>
                <a:latin typeface="Times New Roman" panose="02020603050405020304" charset="0"/>
              </a:rPr>
              <a:t>物理记录</a:t>
            </a:r>
            <a:r>
              <a:rPr lang="en-US" altLang="zh-CN" strike="noStrike" noProof="1">
                <a:solidFill>
                  <a:schemeClr val="tx1"/>
                </a:solidFill>
                <a:effectLst>
                  <a:outerShdw blurRad="38100" dist="38100" dir="2700000" algn="tl">
                    <a:srgbClr val="000000">
                      <a:alpha val="43137"/>
                    </a:srgbClr>
                  </a:outerShdw>
                </a:effectLst>
                <a:latin typeface="Times New Roman" panose="02020603050405020304" charset="0"/>
                <a:sym typeface="+mn-ea"/>
              </a:rPr>
              <a:t>(</a:t>
            </a:r>
            <a:r>
              <a:rPr lang="zh-CN" altLang="en-US" strike="noStrike" noProof="1">
                <a:solidFill>
                  <a:schemeClr val="tx1"/>
                </a:solidFill>
                <a:effectLst>
                  <a:outerShdw blurRad="38100" dist="38100" dir="2700000" algn="tl">
                    <a:srgbClr val="000000">
                      <a:alpha val="43137"/>
                    </a:srgbClr>
                  </a:outerShdw>
                </a:effectLst>
                <a:latin typeface="Times New Roman" panose="02020603050405020304" charset="0"/>
                <a:sym typeface="+mn-ea"/>
              </a:rPr>
              <a:t>块</a:t>
            </a:r>
            <a:r>
              <a:rPr lang="en-US" altLang="zh-CN" strike="noStrike" noProof="1">
                <a:solidFill>
                  <a:schemeClr val="tx1"/>
                </a:solidFill>
                <a:effectLst>
                  <a:outerShdw blurRad="38100" dist="38100" dir="2700000" algn="tl">
                    <a:srgbClr val="000000">
                      <a:alpha val="43137"/>
                    </a:srgbClr>
                  </a:outerShdw>
                </a:effectLst>
                <a:latin typeface="Times New Roman" panose="02020603050405020304" charset="0"/>
                <a:sym typeface="+mn-ea"/>
              </a:rPr>
              <a:t>)</a:t>
            </a:r>
            <a:endParaRPr lang="en-US" altLang="zh-CN" strike="noStrike" noProof="1">
              <a:solidFill>
                <a:schemeClr val="tx1"/>
              </a:solidFill>
              <a:effectLst>
                <a:outerShdw blurRad="38100" dist="38100" dir="2700000" algn="tl">
                  <a:srgbClr val="000000">
                    <a:alpha val="43137"/>
                  </a:srgbClr>
                </a:outerShdw>
              </a:effectLst>
              <a:latin typeface="Times New Roman" panose="02020603050405020304" charset="0"/>
              <a:sym typeface="+mn-ea"/>
            </a:endParaRPr>
          </a:p>
          <a:p>
            <a:pPr lvl="1" fontAlgn="base">
              <a:lnSpc>
                <a:spcPct val="110000"/>
              </a:lnSpc>
              <a:spcBef>
                <a:spcPct val="10000"/>
              </a:spcBef>
              <a:buNone/>
            </a:pPr>
            <a:r>
              <a:rPr lang="zh-CN" altLang="en-US" strike="noStrike" noProof="1">
                <a:solidFill>
                  <a:schemeClr val="tx1"/>
                </a:solidFill>
                <a:effectLst>
                  <a:outerShdw blurRad="38100" dist="38100" dir="2700000" algn="tl">
                    <a:srgbClr val="000000">
                      <a:alpha val="43137"/>
                    </a:srgbClr>
                  </a:outerShdw>
                </a:effectLst>
                <a:latin typeface="Times New Roman" panose="02020603050405020304" charset="0"/>
              </a:rPr>
              <a:t>在存储介质上，由连续信息所组成的一个区域称为块，也叫物理记录。</a:t>
            </a:r>
            <a:endParaRPr lang="zh-CN" altLang="en-US" strike="noStrike" noProof="1">
              <a:solidFill>
                <a:schemeClr val="tx1"/>
              </a:solidFill>
              <a:effectLst>
                <a:outerShdw blurRad="38100" dist="38100" dir="2700000" algn="tl">
                  <a:srgbClr val="000000">
                    <a:alpha val="43137"/>
                  </a:srgbClr>
                </a:outerShdw>
              </a:effectLst>
              <a:latin typeface="Times New Roman" panose="02020603050405020304" charset="0"/>
            </a:endParaRPr>
          </a:p>
          <a:p>
            <a:pPr lvl="1" fontAlgn="base">
              <a:lnSpc>
                <a:spcPct val="110000"/>
              </a:lnSpc>
              <a:spcBef>
                <a:spcPct val="10000"/>
              </a:spcBef>
              <a:buNone/>
            </a:pPr>
            <a:r>
              <a:rPr lang="x-none" altLang="zh-CN" strike="noStrike" noProof="1">
                <a:solidFill>
                  <a:srgbClr val="FF0000"/>
                </a:solidFill>
                <a:effectLst/>
                <a:latin typeface="Times New Roman" panose="02020603050405020304" charset="0"/>
              </a:rPr>
              <a:t>物理记录是对辅存进行存取操作的基本单位。</a:t>
            </a:r>
            <a:endParaRPr lang="x-none" altLang="zh-CN" strike="noStrike" noProof="1">
              <a:solidFill>
                <a:srgbClr val="FF0000"/>
              </a:solidFill>
              <a:effectLst/>
              <a:latin typeface="Times New Roman" panose="02020603050405020304" charset="0"/>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13315" grpId="0" bldLvl="2"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30" name="标题 22529"/>
          <p:cNvSpPr>
            <a:spLocks noGrp="1"/>
          </p:cNvSpPr>
          <p:nvPr>
            <p:ph type="title"/>
          </p:nvPr>
        </p:nvSpPr>
        <p:spPr>
          <a:xfrm>
            <a:off x="363538" y="649288"/>
            <a:ext cx="8393113" cy="695325"/>
          </a:xfrm>
        </p:spPr>
        <p:txBody>
          <a:bodyPr anchor="b">
            <a:spAutoFit/>
          </a:bodyPr>
          <a:p>
            <a:pPr fontAlgn="base"/>
            <a:r>
              <a:rPr lang="zh-CN" altLang="en-US" sz="4000" b="0" strike="noStrike" noProof="1">
                <a:solidFill>
                  <a:srgbClr val="A50021"/>
                </a:solidFill>
                <a:effectLst>
                  <a:outerShdw blurRad="38100" dist="38100" dir="2700000" algn="tl">
                    <a:srgbClr val="000000">
                      <a:alpha val="43137"/>
                    </a:srgbClr>
                  </a:outerShdw>
                </a:effectLst>
                <a:latin typeface="隶书" pitchFamily="1" charset="-122"/>
              </a:rPr>
              <a:t>逻辑记录和</a:t>
            </a:r>
            <a:r>
              <a:rPr lang="x-none" altLang="zh-CN" sz="4000" b="0" strike="noStrike" noProof="1">
                <a:solidFill>
                  <a:srgbClr val="A50021"/>
                </a:solidFill>
                <a:effectLst>
                  <a:outerShdw blurRad="38100" dist="38100" dir="2700000" algn="tl">
                    <a:srgbClr val="000000">
                      <a:alpha val="43137"/>
                    </a:srgbClr>
                  </a:outerShdw>
                </a:effectLst>
                <a:latin typeface="隶书" pitchFamily="1" charset="-122"/>
              </a:rPr>
              <a:t>物理记录(</a:t>
            </a:r>
            <a:r>
              <a:rPr lang="zh-CN" altLang="en-US" sz="4000" b="0" strike="noStrike" noProof="1">
                <a:solidFill>
                  <a:srgbClr val="A50021"/>
                </a:solidFill>
                <a:effectLst>
                  <a:outerShdw blurRad="38100" dist="38100" dir="2700000" algn="tl">
                    <a:srgbClr val="000000">
                      <a:alpha val="43137"/>
                    </a:srgbClr>
                  </a:outerShdw>
                </a:effectLst>
                <a:latin typeface="隶书" pitchFamily="1" charset="-122"/>
              </a:rPr>
              <a:t>块</a:t>
            </a:r>
            <a:r>
              <a:rPr lang="x-none" altLang="zh-CN" sz="4000" b="0" strike="noStrike" noProof="1">
                <a:solidFill>
                  <a:srgbClr val="A50021"/>
                </a:solidFill>
                <a:effectLst>
                  <a:outerShdw blurRad="38100" dist="38100" dir="2700000" algn="tl">
                    <a:srgbClr val="000000">
                      <a:alpha val="43137"/>
                    </a:srgbClr>
                  </a:outerShdw>
                </a:effectLst>
                <a:latin typeface="隶书" pitchFamily="1" charset="-122"/>
              </a:rPr>
              <a:t>)</a:t>
            </a:r>
            <a:r>
              <a:rPr lang="zh-CN" altLang="en-US" sz="4000" b="0" strike="noStrike" noProof="1">
                <a:solidFill>
                  <a:srgbClr val="A50021"/>
                </a:solidFill>
                <a:effectLst>
                  <a:outerShdw blurRad="38100" dist="38100" dir="2700000" algn="tl">
                    <a:srgbClr val="000000">
                      <a:alpha val="43137"/>
                    </a:srgbClr>
                  </a:outerShdw>
                </a:effectLst>
                <a:latin typeface="隶书" pitchFamily="1" charset="-122"/>
              </a:rPr>
              <a:t>的关系</a:t>
            </a:r>
            <a:endParaRPr lang="zh-CN" altLang="en-US" sz="4000" b="0" strike="noStrike" noProof="1">
              <a:solidFill>
                <a:srgbClr val="A50021"/>
              </a:solidFill>
              <a:effectLst>
                <a:outerShdw blurRad="38100" dist="38100" dir="2700000" algn="tl">
                  <a:srgbClr val="000000">
                    <a:alpha val="43137"/>
                  </a:srgbClr>
                </a:outerShdw>
              </a:effectLst>
              <a:latin typeface="隶书" pitchFamily="1" charset="-122"/>
            </a:endParaRPr>
          </a:p>
        </p:txBody>
      </p:sp>
      <p:sp>
        <p:nvSpPr>
          <p:cNvPr id="22531" name="文本占位符 22530"/>
          <p:cNvSpPr>
            <a:spLocks noGrp="1"/>
          </p:cNvSpPr>
          <p:nvPr>
            <p:ph idx="1"/>
          </p:nvPr>
        </p:nvSpPr>
        <p:spPr>
          <a:xfrm>
            <a:off x="311150" y="1555750"/>
            <a:ext cx="8388350" cy="4077970"/>
          </a:xfrm>
        </p:spPr>
        <p:txBody>
          <a:bodyPr wrap="square">
            <a:spAutoFit/>
          </a:bodyPr>
          <a:p>
            <a:pPr algn="just" fontAlgn="base">
              <a:lnSpc>
                <a:spcPct val="90000"/>
              </a:lnSpc>
            </a:pPr>
            <a:r>
              <a:rPr lang="zh-CN" altLang="en-US" strike="noStrike" noProof="1">
                <a:solidFill>
                  <a:schemeClr val="tx1"/>
                </a:solidFill>
                <a:effectLst>
                  <a:outerShdw blurRad="38100" dist="38100" dir="2700000" algn="tl">
                    <a:srgbClr val="000000">
                      <a:alpha val="43137"/>
                    </a:srgbClr>
                  </a:outerShdw>
                </a:effectLst>
                <a:latin typeface="宋体" panose="02010600030101010101" pitchFamily="2" charset="-122"/>
              </a:rPr>
              <a:t>逻辑记录是按信息在逻辑上的独立含义划分的单位，物理记录是存储介质上连续信息所组成的区域。</a:t>
            </a:r>
            <a:endParaRPr lang="zh-CN" altLang="en-US" strike="noStrike" noProof="1">
              <a:solidFill>
                <a:schemeClr val="tx1"/>
              </a:solidFill>
              <a:effectLst>
                <a:outerShdw blurRad="38100" dist="38100" dir="2700000" algn="tl">
                  <a:srgbClr val="000000">
                    <a:alpha val="43137"/>
                  </a:srgbClr>
                </a:outerShdw>
              </a:effectLst>
              <a:latin typeface="宋体" panose="02010600030101010101" pitchFamily="2" charset="-122"/>
            </a:endParaRPr>
          </a:p>
          <a:p>
            <a:pPr algn="just" fontAlgn="base">
              <a:lnSpc>
                <a:spcPct val="90000"/>
              </a:lnSpc>
            </a:pPr>
            <a:r>
              <a:rPr lang="zh-CN" altLang="en-US" strike="noStrike" noProof="1">
                <a:solidFill>
                  <a:schemeClr val="tx1"/>
                </a:solidFill>
                <a:effectLst>
                  <a:outerShdw blurRad="38100" dist="38100" dir="2700000" algn="tl">
                    <a:srgbClr val="000000">
                      <a:alpha val="43137"/>
                    </a:srgbClr>
                  </a:outerShdw>
                </a:effectLst>
                <a:latin typeface="Times New Roman" panose="02020603050405020304" charset="0"/>
                <a:sym typeface="+mn-ea"/>
              </a:rPr>
              <a:t>逻辑记录最终在存放到物理记录</a:t>
            </a:r>
            <a:r>
              <a:rPr lang="x-none" altLang="zh-CN" strike="noStrike" noProof="1">
                <a:solidFill>
                  <a:schemeClr val="tx1"/>
                </a:solidFill>
                <a:effectLst>
                  <a:outerShdw blurRad="38100" dist="38100" dir="2700000" algn="tl">
                    <a:srgbClr val="000000">
                      <a:alpha val="43137"/>
                    </a:srgbClr>
                  </a:outerShdw>
                </a:effectLst>
                <a:latin typeface="Times New Roman" panose="02020603050405020304" charset="0"/>
                <a:sym typeface="+mn-ea"/>
              </a:rPr>
              <a:t>上。</a:t>
            </a:r>
            <a:endParaRPr lang="zh-CN" altLang="en-US" strike="noStrike" noProof="1">
              <a:solidFill>
                <a:schemeClr val="tx1"/>
              </a:solidFill>
              <a:effectLst>
                <a:outerShdw blurRad="38100" dist="38100" dir="2700000" algn="tl">
                  <a:srgbClr val="000000">
                    <a:alpha val="43137"/>
                  </a:srgbClr>
                </a:outerShdw>
              </a:effectLst>
              <a:latin typeface="华文新魏" pitchFamily="2" charset="-122"/>
            </a:endParaRPr>
          </a:p>
          <a:p>
            <a:pPr algn="just" fontAlgn="base">
              <a:lnSpc>
                <a:spcPct val="90000"/>
              </a:lnSpc>
            </a:pPr>
            <a:r>
              <a:rPr lang="zh-CN" altLang="en-US" strike="noStrike" noProof="1">
                <a:solidFill>
                  <a:schemeClr val="tx1"/>
                </a:solidFill>
                <a:effectLst>
                  <a:outerShdw blurRad="38100" dist="38100" dir="2700000" algn="tl">
                    <a:srgbClr val="000000">
                      <a:alpha val="43137"/>
                    </a:srgbClr>
                  </a:outerShdw>
                </a:effectLst>
                <a:latin typeface="华文新魏" pitchFamily="2" charset="-122"/>
              </a:rPr>
              <a:t>书和章节相当于文件和逻辑记录，是逻辑概念；而页相当于块，是物理概念</a:t>
            </a:r>
            <a:r>
              <a:rPr lang="zh-CN" altLang="en-US" strike="noStrike" noProof="1">
                <a:effectLst>
                  <a:outerShdw blurRad="38100" dist="38100" dir="2700000" algn="tl">
                    <a:srgbClr val="000000">
                      <a:alpha val="43137"/>
                    </a:srgbClr>
                  </a:outerShdw>
                </a:effectLst>
                <a:latin typeface="华文新魏" pitchFamily="2" charset="-122"/>
              </a:rPr>
              <a:t>。</a:t>
            </a:r>
            <a:endParaRPr lang="zh-CN" altLang="en-US" strike="noStrike" noProof="1">
              <a:effectLst>
                <a:outerShdw blurRad="38100" dist="38100" dir="2700000" algn="tl">
                  <a:srgbClr val="000000">
                    <a:alpha val="43137"/>
                  </a:srgbClr>
                </a:outerShdw>
              </a:effectLst>
              <a:latin typeface="华文新魏" pitchFamily="2" charset="-122"/>
            </a:endParaRPr>
          </a:p>
          <a:p>
            <a:pPr algn="just" fontAlgn="base">
              <a:lnSpc>
                <a:spcPct val="90000"/>
              </a:lnSpc>
            </a:pPr>
            <a:r>
              <a:rPr lang="zh-CN" altLang="en-US" strike="noStrike" noProof="1">
                <a:solidFill>
                  <a:schemeClr val="tx1"/>
                </a:solidFill>
                <a:effectLst>
                  <a:outerShdw blurRad="38100" dist="38100" dir="2700000" algn="tl">
                    <a:srgbClr val="000000">
                      <a:alpha val="43137"/>
                    </a:srgbClr>
                  </a:outerShdw>
                </a:effectLst>
                <a:latin typeface="宋体" panose="02010600030101010101" pitchFamily="2" charset="-122"/>
                <a:sym typeface="+mn-ea"/>
              </a:rPr>
              <a:t>一个逻辑记录可能占用一块或多</a:t>
            </a:r>
            <a:r>
              <a:rPr lang="x-none" altLang="zh-CN" strike="noStrike" noProof="1">
                <a:solidFill>
                  <a:schemeClr val="tx1"/>
                </a:solidFill>
                <a:effectLst>
                  <a:outerShdw blurRad="38100" dist="38100" dir="2700000" algn="tl">
                    <a:srgbClr val="000000">
                      <a:alpha val="43137"/>
                    </a:srgbClr>
                  </a:outerShdw>
                </a:effectLst>
                <a:latin typeface="宋体" panose="02010600030101010101" pitchFamily="2" charset="-122"/>
                <a:sym typeface="+mn-ea"/>
              </a:rPr>
              <a:t>物理记录</a:t>
            </a:r>
            <a:r>
              <a:rPr lang="zh-CN" altLang="en-US" strike="noStrike" noProof="1">
                <a:solidFill>
                  <a:schemeClr val="tx1"/>
                </a:solidFill>
                <a:effectLst>
                  <a:outerShdw blurRad="38100" dist="38100" dir="2700000" algn="tl">
                    <a:srgbClr val="000000">
                      <a:alpha val="43137"/>
                    </a:srgbClr>
                  </a:outerShdw>
                </a:effectLst>
                <a:latin typeface="宋体" panose="02010600030101010101" pitchFamily="2" charset="-122"/>
                <a:sym typeface="+mn-ea"/>
              </a:rPr>
              <a:t>，也</a:t>
            </a:r>
            <a:r>
              <a:rPr lang="x-none" altLang="zh-CN" strike="noStrike" noProof="1">
                <a:solidFill>
                  <a:schemeClr val="tx1"/>
                </a:solidFill>
                <a:effectLst>
                  <a:outerShdw blurRad="38100" dist="38100" dir="2700000" algn="tl">
                    <a:srgbClr val="000000">
                      <a:alpha val="43137"/>
                    </a:srgbClr>
                  </a:outerShdw>
                </a:effectLst>
                <a:latin typeface="宋体" panose="02010600030101010101" pitchFamily="2" charset="-122"/>
                <a:sym typeface="+mn-ea"/>
              </a:rPr>
              <a:t>可能</a:t>
            </a:r>
            <a:r>
              <a:rPr lang="zh-CN" altLang="en-US" strike="noStrike" noProof="1">
                <a:solidFill>
                  <a:schemeClr val="tx1"/>
                </a:solidFill>
                <a:effectLst>
                  <a:outerShdw blurRad="38100" dist="38100" dir="2700000" algn="tl">
                    <a:srgbClr val="000000">
                      <a:alpha val="43137"/>
                    </a:srgbClr>
                  </a:outerShdw>
                </a:effectLst>
                <a:latin typeface="宋体" panose="02010600030101010101" pitchFamily="2" charset="-122"/>
                <a:sym typeface="+mn-ea"/>
              </a:rPr>
              <a:t>一个物理</a:t>
            </a:r>
            <a:r>
              <a:rPr lang="x-none" altLang="zh-CN" strike="noStrike" noProof="1">
                <a:solidFill>
                  <a:schemeClr val="tx1"/>
                </a:solidFill>
                <a:effectLst>
                  <a:outerShdw blurRad="38100" dist="38100" dir="2700000" algn="tl">
                    <a:srgbClr val="000000">
                      <a:alpha val="43137"/>
                    </a:srgbClr>
                  </a:outerShdw>
                </a:effectLst>
                <a:latin typeface="宋体" panose="02010600030101010101" pitchFamily="2" charset="-122"/>
                <a:sym typeface="+mn-ea"/>
              </a:rPr>
              <a:t>记录</a:t>
            </a:r>
            <a:r>
              <a:rPr lang="zh-CN" altLang="en-US" strike="noStrike" noProof="1">
                <a:solidFill>
                  <a:schemeClr val="tx1"/>
                </a:solidFill>
                <a:effectLst>
                  <a:outerShdw blurRad="38100" dist="38100" dir="2700000" algn="tl">
                    <a:srgbClr val="000000">
                      <a:alpha val="43137"/>
                    </a:srgbClr>
                  </a:outerShdw>
                </a:effectLst>
                <a:latin typeface="宋体" panose="02010600030101010101" pitchFamily="2" charset="-122"/>
                <a:sym typeface="+mn-ea"/>
              </a:rPr>
              <a:t>包含多个逻辑记录。</a:t>
            </a:r>
            <a:endParaRPr lang="zh-CN" altLang="en-US" strike="noStrike" noProof="1">
              <a:effectLst>
                <a:outerShdw blurRad="38100" dist="38100" dir="2700000" algn="tl">
                  <a:srgbClr val="000000">
                    <a:alpha val="43137"/>
                  </a:srgbClr>
                </a:outerShdw>
              </a:effectLst>
              <a:latin typeface="华文新魏"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8" name="文本占位符 14337"/>
          <p:cNvSpPr>
            <a:spLocks noGrp="1"/>
          </p:cNvSpPr>
          <p:nvPr>
            <p:ph idx="1"/>
          </p:nvPr>
        </p:nvSpPr>
        <p:spPr>
          <a:xfrm>
            <a:off x="304800" y="981075"/>
            <a:ext cx="8458200" cy="5191125"/>
          </a:xfrm>
        </p:spPr>
        <p:txBody>
          <a:bodyPr>
            <a:spAutoFit/>
          </a:bodyPr>
          <a:p>
            <a:pPr algn="just" fontAlgn="base">
              <a:lnSpc>
                <a:spcPct val="110000"/>
              </a:lnSpc>
            </a:pPr>
            <a:r>
              <a:rPr lang="zh-CN" altLang="en-US" strike="noStrike" noProof="1">
                <a:solidFill>
                  <a:schemeClr val="tx1"/>
                </a:solidFill>
                <a:effectLst/>
                <a:latin typeface="Times New Roman" panose="02020603050405020304" charset="0"/>
              </a:rPr>
              <a:t>从用户使用观点来看，关心数据的逻辑结构，即记录及其逻辑关系，数据独立于物理环境；</a:t>
            </a:r>
            <a:endParaRPr lang="zh-CN" altLang="en-US" strike="noStrike" noProof="1">
              <a:solidFill>
                <a:schemeClr val="tx1"/>
              </a:solidFill>
              <a:effectLst/>
              <a:latin typeface="Times New Roman" panose="02020603050405020304" charset="0"/>
            </a:endParaRPr>
          </a:p>
          <a:p>
            <a:pPr algn="just" fontAlgn="base">
              <a:lnSpc>
                <a:spcPct val="110000"/>
              </a:lnSpc>
            </a:pPr>
            <a:r>
              <a:rPr lang="zh-CN" altLang="en-US" strike="noStrike" noProof="1">
                <a:solidFill>
                  <a:schemeClr val="tx1"/>
                </a:solidFill>
                <a:effectLst/>
                <a:latin typeface="Times New Roman" panose="02020603050405020304" charset="0"/>
              </a:rPr>
              <a:t>从系统实现观点来看，关心数据的物理结构，数据被文件系统按照某种规则排列和存放到物理存储介质上。</a:t>
            </a:r>
            <a:endParaRPr lang="zh-CN" altLang="en-US" strike="noStrike" noProof="1">
              <a:solidFill>
                <a:schemeClr val="tx1"/>
              </a:solidFill>
              <a:effectLst/>
              <a:latin typeface="Times New Roman" panose="02020603050405020304" charset="0"/>
            </a:endParaRPr>
          </a:p>
          <a:p>
            <a:pPr algn="just" fontAlgn="base">
              <a:lnSpc>
                <a:spcPct val="110000"/>
              </a:lnSpc>
              <a:buNone/>
            </a:pPr>
            <a:r>
              <a:rPr lang="zh-CN" altLang="en-US" strike="noStrike" noProof="1">
                <a:solidFill>
                  <a:srgbClr val="CC3300"/>
                </a:solidFill>
                <a:latin typeface="Times New Roman" panose="02020603050405020304" charset="0"/>
              </a:rPr>
              <a:t>文件系统的作用就是在逻辑文件和物理文件之间建立映像关系，并实现两者之间的相互转换。</a:t>
            </a:r>
            <a:endParaRPr lang="zh-CN" altLang="en-US" strike="noStrike" noProof="1">
              <a:solidFill>
                <a:srgbClr val="CC3300"/>
              </a:solidFill>
              <a:latin typeface="Times New Roman" panose="02020603050405020304" charset="0"/>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8" name="矩形 24577"/>
          <p:cNvSpPr/>
          <p:nvPr/>
        </p:nvSpPr>
        <p:spPr>
          <a:xfrm>
            <a:off x="1006475" y="1562100"/>
            <a:ext cx="7129463" cy="2139950"/>
          </a:xfrm>
          <a:prstGeom prst="rect">
            <a:avLst/>
          </a:prstGeom>
          <a:noFill/>
          <a:ln w="9525">
            <a:noFill/>
            <a:miter/>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algn="ctr" fontAlgn="base">
              <a:lnSpc>
                <a:spcPct val="120000"/>
              </a:lnSpc>
              <a:spcBef>
                <a:spcPct val="0"/>
              </a:spcBef>
              <a:buFont typeface="Wingdings" panose="05000000000000000000" pitchFamily="2" charset="2"/>
              <a:buNone/>
            </a:pPr>
            <a:endParaRPr lang="en-US" altLang="zh-CN" sz="2800" b="1" strike="noStrike" noProof="1">
              <a:ea typeface="宋体" panose="02010600030101010101" pitchFamily="2" charset="-122"/>
            </a:endParaRPr>
          </a:p>
          <a:p>
            <a:pPr marL="533400" lvl="0" indent="-533400" algn="ctr" fontAlgn="base">
              <a:lnSpc>
                <a:spcPct val="120000"/>
              </a:lnSpc>
              <a:spcBef>
                <a:spcPct val="0"/>
              </a:spcBef>
              <a:buFont typeface="Wingdings" panose="05000000000000000000" pitchFamily="2" charset="2"/>
              <a:buNone/>
            </a:pPr>
            <a:r>
              <a:rPr lang="zh-CN" altLang="en-US" sz="4000" b="1" strike="noStrike" noProof="1">
                <a:solidFill>
                  <a:srgbClr val="663300"/>
                </a:solidFill>
                <a:latin typeface="Arial" panose="02080604020202020204" pitchFamily="34" charset="0"/>
                <a:ea typeface="宋体" panose="02010600030101010101" pitchFamily="2" charset="-122"/>
                <a:cs typeface="+mn-ea"/>
              </a:rPr>
              <a:t>文件的逻辑结构与存取方法</a:t>
            </a:r>
            <a:endParaRPr lang="zh-CN" altLang="en-US" sz="4000" b="1" strike="noStrike" noProof="1">
              <a:solidFill>
                <a:srgbClr val="663300"/>
              </a:solidFill>
              <a:ea typeface="宋体" panose="02010600030101010101" pitchFamily="2" charset="-122"/>
            </a:endParaRPr>
          </a:p>
          <a:p>
            <a:pPr marL="533400" lvl="0" indent="-533400" algn="ctr" fontAlgn="base">
              <a:lnSpc>
                <a:spcPct val="120000"/>
              </a:lnSpc>
              <a:spcBef>
                <a:spcPct val="0"/>
              </a:spcBef>
              <a:buFont typeface="Wingdings" panose="05000000000000000000" pitchFamily="2" charset="2"/>
              <a:buNone/>
            </a:pPr>
            <a:endParaRPr lang="zh-CN" altLang="en-US" sz="4000" b="1" strike="noStrike" noProof="1">
              <a:solidFill>
                <a:srgbClr val="663300"/>
              </a:solidFill>
              <a:ea typeface="宋体" panose="02010600030101010101" pitchFamily="2" charset="-122"/>
            </a:endParaRPr>
          </a:p>
        </p:txBody>
      </p:sp>
      <p:graphicFrame>
        <p:nvGraphicFramePr>
          <p:cNvPr id="19458" name="内容占位符 24578"/>
          <p:cNvGraphicFramePr>
            <a:graphicFrameLocks noChangeAspect="1"/>
          </p:cNvGraphicFramePr>
          <p:nvPr>
            <p:ph idx="1"/>
          </p:nvPr>
        </p:nvGraphicFramePr>
        <p:xfrm>
          <a:off x="0" y="0"/>
          <a:ext cx="838200" cy="517525"/>
        </p:xfrm>
        <a:graphic>
          <a:graphicData uri="http://schemas.openxmlformats.org/presentationml/2006/ole">
            <mc:AlternateContent xmlns:mc="http://schemas.openxmlformats.org/markup-compatibility/2006">
              <mc:Choice xmlns:v="urn:schemas-microsoft-com:vml" Requires="v">
                <p:oleObj spid="_x0000_s3076" name="" r:id="rId2" imgW="838200" imgH="647700" progId="Paint.Picture">
                  <p:embed/>
                </p:oleObj>
              </mc:Choice>
              <mc:Fallback>
                <p:oleObj name="" r:id="rId2" imgW="838200" imgH="647700" progId="Paint.Picture">
                  <p:embed/>
                  <p:pic>
                    <p:nvPicPr>
                      <p:cNvPr id="0" name="图片 3075"/>
                      <p:cNvPicPr/>
                      <p:nvPr/>
                    </p:nvPicPr>
                    <p:blipFill>
                      <a:blip r:embed="rId3"/>
                      <a:stretch>
                        <a:fillRect/>
                      </a:stretch>
                    </p:blipFill>
                    <p:spPr>
                      <a:xfrm>
                        <a:off x="0" y="0"/>
                        <a:ext cx="838200" cy="517525"/>
                      </a:xfrm>
                      <a:prstGeom prst="rect">
                        <a:avLst/>
                      </a:prstGeom>
                      <a:noFill/>
                      <a:ln w="38100"/>
                    </p:spPr>
                  </p:pic>
                </p:oleObj>
              </mc:Fallback>
            </mc:AlternateContent>
          </a:graphicData>
        </a:graphic>
      </p:graphicFrame>
      <p:sp>
        <p:nvSpPr>
          <p:cNvPr id="24580" name="矩形 24579"/>
          <p:cNvSpPr/>
          <p:nvPr/>
        </p:nvSpPr>
        <p:spPr>
          <a:xfrm>
            <a:off x="381000" y="4286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Arial" panose="02080604020202020204" pitchFamily="34" charset="0"/>
                <a:ea typeface="宋体" panose="02010600030101010101" pitchFamily="2" charset="-122"/>
                <a:cs typeface="+mn-ea"/>
              </a:rPr>
              <a:t>文件系统</a:t>
            </a:r>
            <a:r>
              <a:rPr lang="en-US" altLang="zh-CN" sz="2400" strike="noStrike" noProof="1">
                <a:latin typeface="Arial" panose="02080604020202020204" pitchFamily="34" charset="0"/>
                <a:ea typeface="宋体" panose="02010600030101010101" pitchFamily="2" charset="-122"/>
                <a:cs typeface="+mn-ea"/>
              </a:rPr>
              <a:t>——</a:t>
            </a:r>
            <a:r>
              <a:rPr lang="zh-CN" altLang="en-US" sz="2400" strike="noStrike" noProof="1">
                <a:latin typeface="Arial" panose="02080604020202020204" pitchFamily="34" charset="0"/>
                <a:ea typeface="宋体" panose="02010600030101010101" pitchFamily="2" charset="-122"/>
                <a:cs typeface="+mn-ea"/>
              </a:rPr>
              <a:t>文件的逻辑结构与存取方法</a:t>
            </a:r>
            <a:endParaRPr lang="zh-CN" altLang="en-US" sz="2400" strike="noStrike" noProof="1">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24578"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1" name="文本框 25601"/>
          <p:cNvSpPr txBox="1"/>
          <p:nvPr/>
        </p:nvSpPr>
        <p:spPr>
          <a:xfrm>
            <a:off x="8493125" y="6510338"/>
            <a:ext cx="376238"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buFont typeface="Wingdings" panose="05000000000000000000" pitchFamily="2" charset="2"/>
              <a:buNone/>
            </a:pPr>
            <a:r>
              <a:rPr lang="en-US" altLang="zh-CN" b="0">
                <a:solidFill>
                  <a:schemeClr val="tx2"/>
                </a:solidFill>
                <a:latin typeface="Times New Roman" panose="02020603050405020304" charset="0"/>
                <a:ea typeface="宋体" panose="02010600030101010101" pitchFamily="2" charset="-122"/>
              </a:rPr>
              <a:t>10</a:t>
            </a:r>
            <a:endParaRPr lang="en-US" altLang="zh-CN" b="0">
              <a:solidFill>
                <a:schemeClr val="tx2"/>
              </a:solidFill>
              <a:latin typeface="Times New Roman" panose="02020603050405020304" charset="0"/>
              <a:ea typeface="宋体" panose="02010600030101010101" pitchFamily="2" charset="-122"/>
            </a:endParaRPr>
          </a:p>
        </p:txBody>
      </p:sp>
      <p:sp>
        <p:nvSpPr>
          <p:cNvPr id="25603" name="矩形 25602"/>
          <p:cNvSpPr/>
          <p:nvPr/>
        </p:nvSpPr>
        <p:spPr>
          <a:xfrm>
            <a:off x="171450" y="568325"/>
            <a:ext cx="8836025" cy="5940425"/>
          </a:xfrm>
          <a:prstGeom prst="rect">
            <a:avLst/>
          </a:prstGeom>
          <a:noFill/>
          <a:ln w="9525">
            <a:noFill/>
            <a:miter/>
          </a:ln>
        </p:spPr>
        <p:txBody>
          <a:bodyPr wrap="square">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30000"/>
              </a:lnSpc>
              <a:buNone/>
            </a:pPr>
            <a:r>
              <a:rPr lang="zh-CN" altLang="en-US" b="1" strike="noStrike" noProof="1" dirty="0">
                <a:solidFill>
                  <a:srgbClr val="990000"/>
                </a:solidFill>
                <a:latin typeface="Times New Roman" panose="02020603050405020304" charset="0"/>
                <a:ea typeface="宋体" panose="02010600030101010101" pitchFamily="2" charset="-122"/>
                <a:cs typeface="+mn-ea"/>
              </a:rPr>
              <a:t>1.  </a:t>
            </a:r>
            <a:r>
              <a:rPr lang="zh-CN" altLang="en-US" b="1" strike="noStrike" noProof="1" dirty="0">
                <a:solidFill>
                  <a:srgbClr val="990000"/>
                </a:solidFill>
                <a:latin typeface="Arial" panose="02080604020202020204" pitchFamily="34" charset="0"/>
                <a:ea typeface="宋体" panose="02010600030101010101" pitchFamily="2" charset="-122"/>
                <a:cs typeface="+mn-ea"/>
              </a:rPr>
              <a:t>文件的逻辑结构</a:t>
            </a:r>
            <a:endParaRPr lang="zh-CN" altLang="en-US" b="1" strike="noStrike" noProof="1" dirty="0">
              <a:solidFill>
                <a:srgbClr val="990000"/>
              </a:solidFill>
              <a:ea typeface="宋体" panose="02010600030101010101" pitchFamily="2" charset="-122"/>
            </a:endParaRPr>
          </a:p>
          <a:p>
            <a:pPr marL="533400" lvl="0" indent="-533400" fontAlgn="base">
              <a:lnSpc>
                <a:spcPct val="120000"/>
              </a:lnSpc>
              <a:spcBef>
                <a:spcPct val="20000"/>
              </a:spcBef>
              <a:buNone/>
            </a:pPr>
            <a:r>
              <a:rPr lang="x-none" altLang="zh-CN" sz="2800" b="1" strike="noStrike" noProof="1" dirty="0">
                <a:solidFill>
                  <a:srgbClr val="A50021"/>
                </a:solidFill>
                <a:latin typeface="Times New Roman" panose="02020603050405020304" charset="0"/>
                <a:ea typeface="宋体" panose="02010600030101010101" pitchFamily="2" charset="-122"/>
                <a:cs typeface="+mn-ea"/>
              </a:rPr>
              <a:t>	</a:t>
            </a:r>
            <a:r>
              <a:rPr lang="zh-CN" altLang="en-US" sz="2800" b="1" strike="noStrike" noProof="1" dirty="0">
                <a:solidFill>
                  <a:srgbClr val="A50021"/>
                </a:solidFill>
                <a:latin typeface="Times New Roman" panose="02020603050405020304" charset="0"/>
                <a:ea typeface="宋体" panose="02010600030101010101" pitchFamily="2" charset="-122"/>
                <a:cs typeface="+mn-ea"/>
              </a:rPr>
              <a:t>(1) 流式文件</a:t>
            </a:r>
            <a:endParaRPr lang="zh-CN" altLang="en-US" sz="2800" b="1" strike="noStrike" noProof="1" dirty="0">
              <a:solidFill>
                <a:srgbClr val="A50021"/>
              </a:solidFill>
              <a:latin typeface="Times New Roman" panose="02020603050405020304" charset="0"/>
              <a:ea typeface="宋体" panose="02010600030101010101" pitchFamily="2" charset="-122"/>
            </a:endParaRPr>
          </a:p>
          <a:p>
            <a:pPr marL="914400" lvl="1" indent="-457200" fontAlgn="base">
              <a:lnSpc>
                <a:spcPct val="120000"/>
              </a:lnSpc>
              <a:spcBef>
                <a:spcPct val="20000"/>
              </a:spcBef>
              <a:buNone/>
            </a:pPr>
            <a:r>
              <a:rPr lang="zh-CN" altLang="en-US" sz="2400" b="1" strike="noStrike" noProof="1" dirty="0">
                <a:solidFill>
                  <a:srgbClr val="000099"/>
                </a:solidFill>
                <a:latin typeface="Times New Roman" panose="02020603050405020304" charset="0"/>
                <a:ea typeface="宋体" panose="02010600030101010101" pitchFamily="2" charset="-122"/>
                <a:cs typeface="+mn-cs"/>
              </a:rPr>
              <a:t>①</a:t>
            </a:r>
            <a:r>
              <a:rPr lang="zh-CN" altLang="en-US" sz="2400" b="1" strike="noStrike" noProof="1" dirty="0">
                <a:solidFill>
                  <a:srgbClr val="000099"/>
                </a:solidFill>
                <a:latin typeface="宋体" panose="02010600030101010101" pitchFamily="2" charset="-122"/>
                <a:ea typeface="宋体" panose="02010600030101010101" pitchFamily="2" charset="-122"/>
                <a:cs typeface="+mn-cs"/>
              </a:rPr>
              <a:t> </a:t>
            </a:r>
            <a:r>
              <a:rPr lang="zh-CN" altLang="en-US" sz="2400" b="1" strike="noStrike" noProof="1" dirty="0">
                <a:solidFill>
                  <a:srgbClr val="000099"/>
                </a:solidFill>
                <a:latin typeface="Times New Roman" panose="02020603050405020304" charset="0"/>
                <a:ea typeface="宋体" panose="02010600030101010101" pitchFamily="2" charset="-122"/>
                <a:cs typeface="+mn-cs"/>
              </a:rPr>
              <a:t>什么是流式文件</a:t>
            </a:r>
            <a:endParaRPr lang="zh-CN" altLang="en-US" sz="2400" b="1" strike="noStrike" noProof="1" dirty="0">
              <a:solidFill>
                <a:srgbClr val="000099"/>
              </a:solidFill>
              <a:latin typeface="Times New Roman" panose="02020603050405020304" charset="0"/>
              <a:ea typeface="宋体" panose="02010600030101010101" pitchFamily="2" charset="-122"/>
            </a:endParaRPr>
          </a:p>
          <a:p>
            <a:pPr marL="533400" lvl="0" indent="-533400" fontAlgn="base">
              <a:lnSpc>
                <a:spcPct val="120000"/>
              </a:lnSpc>
              <a:spcBef>
                <a:spcPct val="20000"/>
              </a:spcBef>
              <a:buNone/>
            </a:pPr>
            <a:r>
              <a:rPr lang="zh-CN" altLang="en-US" sz="2400" b="1" strike="noStrike" noProof="1" dirty="0">
                <a:solidFill>
                  <a:schemeClr val="tx1"/>
                </a:solidFill>
                <a:latin typeface="Times New Roman" panose="02020603050405020304" charset="0"/>
                <a:ea typeface="宋体" panose="02010600030101010101" pitchFamily="2" charset="-122"/>
                <a:cs typeface="+mn-ea"/>
              </a:rPr>
              <a:t>          </a:t>
            </a:r>
            <a:r>
              <a:rPr lang="zh-CN" altLang="en-US" sz="2400" strike="noStrike" noProof="1" dirty="0">
                <a:solidFill>
                  <a:schemeClr val="tx1"/>
                </a:solidFill>
                <a:latin typeface="Times New Roman" panose="02020603050405020304" charset="0"/>
                <a:ea typeface="宋体" panose="02010600030101010101" pitchFamily="2" charset="-122"/>
                <a:cs typeface="+mn-ea"/>
              </a:rPr>
              <a:t>流式文件是相关的有序字符的集合，是无结构的。</a:t>
            </a:r>
            <a:endParaRPr lang="zh-CN" altLang="en-US" sz="2400" strike="noStrike" noProof="1" dirty="0">
              <a:solidFill>
                <a:schemeClr val="tx1"/>
              </a:solidFill>
              <a:latin typeface="Times New Roman" panose="02020603050405020304" charset="0"/>
              <a:ea typeface="宋体" panose="02010600030101010101" pitchFamily="2" charset="-122"/>
            </a:endParaRPr>
          </a:p>
          <a:p>
            <a:pPr marL="914400" lvl="1" indent="-457200" fontAlgn="base">
              <a:lnSpc>
                <a:spcPct val="120000"/>
              </a:lnSpc>
              <a:spcBef>
                <a:spcPct val="20000"/>
              </a:spcBef>
              <a:buNone/>
            </a:pPr>
            <a:r>
              <a:rPr lang="zh-CN" altLang="en-US" sz="2400" b="1" strike="noStrike" noProof="1" dirty="0">
                <a:solidFill>
                  <a:srgbClr val="000099"/>
                </a:solidFill>
                <a:latin typeface="Times New Roman" panose="02020603050405020304" charset="0"/>
                <a:ea typeface="宋体" panose="02010600030101010101" pitchFamily="2" charset="-122"/>
                <a:cs typeface="+mn-cs"/>
              </a:rPr>
              <a:t>②</a:t>
            </a:r>
            <a:r>
              <a:rPr lang="zh-CN" altLang="en-US" sz="2400" b="1" strike="noStrike" noProof="1" dirty="0">
                <a:solidFill>
                  <a:srgbClr val="000099"/>
                </a:solidFill>
                <a:latin typeface="宋体" panose="02010600030101010101" pitchFamily="2" charset="-122"/>
                <a:ea typeface="宋体" panose="02010600030101010101" pitchFamily="2" charset="-122"/>
                <a:cs typeface="+mn-cs"/>
              </a:rPr>
              <a:t> </a:t>
            </a:r>
            <a:r>
              <a:rPr lang="zh-CN" altLang="en-US" sz="2400" b="1" strike="noStrike" noProof="1" dirty="0">
                <a:solidFill>
                  <a:srgbClr val="000099"/>
                </a:solidFill>
                <a:latin typeface="Times New Roman" panose="02020603050405020304" charset="0"/>
                <a:ea typeface="宋体" panose="02010600030101010101" pitchFamily="2" charset="-122"/>
                <a:cs typeface="+mn-cs"/>
              </a:rPr>
              <a:t>流式文件的存取</a:t>
            </a:r>
            <a:endParaRPr lang="zh-CN" altLang="en-US" sz="2400" b="1" strike="noStrike" noProof="1" dirty="0">
              <a:solidFill>
                <a:srgbClr val="000099"/>
              </a:solidFill>
              <a:latin typeface="Times New Roman" panose="02020603050405020304" charset="0"/>
              <a:ea typeface="宋体" panose="02010600030101010101" pitchFamily="2" charset="-122"/>
            </a:endParaRPr>
          </a:p>
          <a:p>
            <a:pPr marL="533400" lvl="0" indent="-533400" fontAlgn="base">
              <a:lnSpc>
                <a:spcPct val="120000"/>
              </a:lnSpc>
              <a:spcBef>
                <a:spcPct val="20000"/>
              </a:spcBef>
              <a:buNone/>
            </a:pPr>
            <a:r>
              <a:rPr lang="zh-CN" altLang="en-US" sz="2400" b="1" strike="noStrike" noProof="1" dirty="0">
                <a:solidFill>
                  <a:schemeClr val="tx1"/>
                </a:solidFill>
                <a:latin typeface="Times New Roman" panose="02020603050405020304" charset="0"/>
                <a:ea typeface="宋体" panose="02010600030101010101" pitchFamily="2" charset="-122"/>
                <a:cs typeface="+mn-ea"/>
              </a:rPr>
              <a:t>          </a:t>
            </a:r>
            <a:r>
              <a:rPr lang="zh-CN" altLang="en-US" sz="2400" strike="noStrike" noProof="1" dirty="0">
                <a:solidFill>
                  <a:schemeClr val="tx1"/>
                </a:solidFill>
                <a:latin typeface="Times New Roman" panose="02020603050405020304" charset="0"/>
                <a:ea typeface="宋体" panose="02010600030101010101" pitchFamily="2" charset="-122"/>
                <a:cs typeface="+mn-ea"/>
              </a:rPr>
              <a:t>流式文件是按信息的个数或以特殊字符为界进行存取的。</a:t>
            </a:r>
            <a:endParaRPr lang="zh-CN" altLang="en-US" sz="2400" strike="noStrike" noProof="1" dirty="0">
              <a:solidFill>
                <a:schemeClr val="tx1"/>
              </a:solidFill>
              <a:latin typeface="Times New Roman" panose="02020603050405020304" charset="0"/>
              <a:ea typeface="宋体" panose="02010600030101010101" pitchFamily="2" charset="-122"/>
            </a:endParaRPr>
          </a:p>
          <a:p>
            <a:pPr marL="533400" lvl="0" indent="-533400" algn="l" fontAlgn="base">
              <a:lnSpc>
                <a:spcPct val="120000"/>
              </a:lnSpc>
              <a:spcBef>
                <a:spcPct val="20000"/>
              </a:spcBef>
              <a:buNone/>
            </a:pPr>
            <a:r>
              <a:rPr lang="zh-CN" altLang="en-US" sz="2400" b="1" strike="noStrike" noProof="1" dirty="0">
                <a:solidFill>
                  <a:srgbClr val="A50021"/>
                </a:solidFill>
                <a:latin typeface="Arial" panose="02080604020202020204" pitchFamily="34" charset="0"/>
                <a:ea typeface="宋体" panose="02010600030101010101" pitchFamily="2" charset="-122"/>
                <a:cs typeface="+mn-ea"/>
              </a:rPr>
              <a:t>	</a:t>
            </a:r>
            <a:r>
              <a:rPr lang="zh-CN" altLang="en-US" sz="2800" b="1" strike="noStrike" noProof="1" dirty="0">
                <a:solidFill>
                  <a:srgbClr val="A50021"/>
                </a:solidFill>
                <a:latin typeface="Times New Roman" panose="02020603050405020304" charset="0"/>
                <a:ea typeface="宋体" panose="02010600030101010101" pitchFamily="2" charset="-122"/>
                <a:cs typeface="+mn-ea"/>
                <a:sym typeface="+mn-ea"/>
              </a:rPr>
              <a:t>(1) </a:t>
            </a:r>
            <a:r>
              <a:rPr lang="zh-CN" altLang="en-US" sz="2800" b="1" strike="noStrike" noProof="1" dirty="0">
                <a:solidFill>
                  <a:srgbClr val="A50021"/>
                </a:solidFill>
                <a:latin typeface="Times New Roman" panose="02020603050405020304" charset="0"/>
                <a:ea typeface="宋体" panose="02010600030101010101" pitchFamily="2" charset="-122"/>
                <a:cs typeface="+mn-ea"/>
              </a:rPr>
              <a:t>特点</a:t>
            </a:r>
            <a:endParaRPr lang="zh-CN" altLang="en-US" sz="2800" b="1" strike="noStrike" noProof="1" dirty="0">
              <a:solidFill>
                <a:srgbClr val="A50021"/>
              </a:solidFill>
              <a:latin typeface="Times New Roman" panose="02020603050405020304" charset="0"/>
              <a:ea typeface="宋体" panose="02010600030101010101" pitchFamily="2" charset="-122"/>
              <a:cs typeface="+mn-ea"/>
            </a:endParaRPr>
          </a:p>
          <a:p>
            <a:pPr marL="533400" lvl="0" indent="-533400" algn="l" fontAlgn="base">
              <a:lnSpc>
                <a:spcPct val="120000"/>
              </a:lnSpc>
              <a:spcBef>
                <a:spcPct val="20000"/>
              </a:spcBef>
              <a:buNone/>
            </a:pPr>
            <a:r>
              <a:rPr lang="x-none" altLang="zh-CN" sz="2400" b="1" strike="noStrike" noProof="1" dirty="0">
                <a:solidFill>
                  <a:srgbClr val="A50021"/>
                </a:solidFill>
                <a:latin typeface="Arial" panose="02080604020202020204" pitchFamily="34" charset="0"/>
                <a:ea typeface="宋体" panose="02010600030101010101" pitchFamily="2" charset="-122"/>
                <a:cs typeface="+mn-ea"/>
              </a:rPr>
              <a:t>	</a:t>
            </a:r>
            <a:r>
              <a:rPr lang="x-none" altLang="zh-CN" sz="2400" strike="noStrike" noProof="1" dirty="0">
                <a:solidFill>
                  <a:schemeClr val="tx1"/>
                </a:solidFill>
                <a:latin typeface="Times New Roman" panose="02020603050405020304" charset="0"/>
                <a:ea typeface="宋体" panose="02010600030101010101" pitchFamily="2" charset="-122"/>
                <a:cs typeface="+mn-ea"/>
                <a:sym typeface="+mn-ea"/>
              </a:rPr>
              <a:t>1、</a:t>
            </a:r>
            <a:r>
              <a:rPr lang="zh-CN" altLang="en-US" sz="2400" strike="noStrike" noProof="1" dirty="0">
                <a:solidFill>
                  <a:schemeClr val="tx1"/>
                </a:solidFill>
                <a:latin typeface="Times New Roman" panose="02020603050405020304" charset="0"/>
                <a:ea typeface="宋体" panose="02010600030101010101" pitchFamily="2" charset="-122"/>
                <a:cs typeface="+mn-ea"/>
              </a:rPr>
              <a:t>空间利用上比较节省，最简单，最方便；</a:t>
            </a:r>
            <a:endParaRPr lang="zh-CN" altLang="en-US" sz="2400" strike="noStrike" noProof="1" dirty="0">
              <a:solidFill>
                <a:schemeClr val="tx1"/>
              </a:solidFill>
              <a:latin typeface="Times New Roman" panose="02020603050405020304" charset="0"/>
              <a:ea typeface="宋体" panose="02010600030101010101" pitchFamily="2" charset="-122"/>
              <a:cs typeface="+mn-ea"/>
            </a:endParaRPr>
          </a:p>
          <a:p>
            <a:pPr marL="533400" lvl="0" indent="-533400" algn="l" fontAlgn="base">
              <a:lnSpc>
                <a:spcPct val="120000"/>
              </a:lnSpc>
              <a:spcBef>
                <a:spcPct val="20000"/>
              </a:spcBef>
              <a:buNone/>
            </a:pPr>
            <a:r>
              <a:rPr lang="zh-CN" altLang="en-US" sz="2400" strike="noStrike" noProof="1" dirty="0">
                <a:solidFill>
                  <a:schemeClr val="tx1"/>
                </a:solidFill>
                <a:latin typeface="Times New Roman" panose="02020603050405020304" charset="0"/>
                <a:ea typeface="宋体" panose="02010600030101010101" pitchFamily="2" charset="-122"/>
                <a:cs typeface="+mn-ea"/>
              </a:rPr>
              <a:t>	</a:t>
            </a:r>
            <a:r>
              <a:rPr lang="x-none" altLang="zh-CN" sz="2400" strike="noStrike" noProof="1" dirty="0">
                <a:solidFill>
                  <a:schemeClr val="tx1"/>
                </a:solidFill>
                <a:latin typeface="Times New Roman" panose="02020603050405020304" charset="0"/>
                <a:ea typeface="宋体" panose="02010600030101010101" pitchFamily="2" charset="-122"/>
                <a:cs typeface="+mn-ea"/>
              </a:rPr>
              <a:t>2、</a:t>
            </a:r>
            <a:r>
              <a:rPr lang="zh-CN" altLang="en-US" sz="2400" strike="noStrike" noProof="1" dirty="0">
                <a:solidFill>
                  <a:schemeClr val="tx1"/>
                </a:solidFill>
                <a:latin typeface="Times New Roman" panose="02020603050405020304" charset="0"/>
                <a:ea typeface="宋体" panose="02010600030101010101" pitchFamily="2" charset="-122"/>
                <a:cs typeface="+mn-ea"/>
              </a:rPr>
              <a:t>顺序存放，连续字符流形式很容易和物理设备上传输的数据对应；</a:t>
            </a:r>
            <a:endParaRPr lang="zh-CN" altLang="en-US" sz="2400" strike="noStrike" noProof="1" dirty="0">
              <a:solidFill>
                <a:schemeClr val="tx1"/>
              </a:solidFill>
              <a:latin typeface="Times New Roman" panose="02020603050405020304" charset="0"/>
              <a:ea typeface="宋体" panose="02010600030101010101" pitchFamily="2" charset="-122"/>
              <a:cs typeface="+mn-ea"/>
            </a:endParaRPr>
          </a:p>
          <a:p>
            <a:pPr marL="533400" lvl="0" indent="-533400" algn="l" fontAlgn="base">
              <a:lnSpc>
                <a:spcPct val="120000"/>
              </a:lnSpc>
              <a:spcBef>
                <a:spcPct val="20000"/>
              </a:spcBef>
              <a:buNone/>
            </a:pPr>
            <a:r>
              <a:rPr lang="zh-CN" altLang="en-US" sz="2400" strike="noStrike" noProof="1" dirty="0">
                <a:solidFill>
                  <a:schemeClr val="tx1"/>
                </a:solidFill>
                <a:latin typeface="Times New Roman" panose="02020603050405020304" charset="0"/>
                <a:ea typeface="宋体" panose="02010600030101010101" pitchFamily="2" charset="-122"/>
                <a:cs typeface="+mn-ea"/>
              </a:rPr>
              <a:t>	</a:t>
            </a:r>
            <a:r>
              <a:rPr lang="x-none" altLang="zh-CN" sz="2400" strike="noStrike" noProof="1" dirty="0">
                <a:solidFill>
                  <a:schemeClr val="tx1"/>
                </a:solidFill>
                <a:latin typeface="Times New Roman" panose="02020603050405020304" charset="0"/>
                <a:ea typeface="宋体" panose="02010600030101010101" pitchFamily="2" charset="-122"/>
                <a:cs typeface="+mn-ea"/>
              </a:rPr>
              <a:t>3、</a:t>
            </a:r>
            <a:r>
              <a:rPr lang="zh-CN" altLang="en-US" sz="2400" strike="noStrike" noProof="1" dirty="0">
                <a:solidFill>
                  <a:schemeClr val="tx1"/>
                </a:solidFill>
                <a:latin typeface="Times New Roman" panose="02020603050405020304" charset="0"/>
                <a:ea typeface="宋体" panose="02010600030101010101" pitchFamily="2" charset="-122"/>
                <a:cs typeface="+mn-ea"/>
              </a:rPr>
              <a:t>用户可以灵活的组织其文件内部的逻辑结构</a:t>
            </a:r>
            <a:endParaRPr lang="zh-CN" altLang="en-US" sz="2400" strike="noStrike" noProof="1" dirty="0">
              <a:solidFill>
                <a:schemeClr val="tx1"/>
              </a:solidFill>
              <a:latin typeface="Times New Roman" panose="02020603050405020304" charset="0"/>
              <a:ea typeface="宋体" panose="02010600030101010101" pitchFamily="2" charset="-122"/>
              <a:cs typeface="+mn-ea"/>
            </a:endParaRPr>
          </a:p>
        </p:txBody>
      </p:sp>
      <p:sp>
        <p:nvSpPr>
          <p:cNvPr id="25604" name="矩形 25603"/>
          <p:cNvSpPr/>
          <p:nvPr/>
        </p:nvSpPr>
        <p:spPr>
          <a:xfrm>
            <a:off x="381000" y="4286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Arial" panose="02080604020202020204" pitchFamily="34" charset="0"/>
                <a:ea typeface="宋体" panose="02010600030101010101" pitchFamily="2" charset="-122"/>
                <a:cs typeface="+mn-ea"/>
              </a:rPr>
              <a:t>文件系统</a:t>
            </a:r>
            <a:r>
              <a:rPr lang="en-US" altLang="zh-CN" sz="2400" strike="noStrike" noProof="1">
                <a:latin typeface="Arial" panose="02080604020202020204" pitchFamily="34" charset="0"/>
                <a:ea typeface="宋体" panose="02010600030101010101" pitchFamily="2" charset="-122"/>
                <a:cs typeface="+mn-ea"/>
              </a:rPr>
              <a:t>——</a:t>
            </a:r>
            <a:r>
              <a:rPr lang="zh-CN" altLang="en-US" sz="2400" strike="noStrike" noProof="1">
                <a:latin typeface="Arial" panose="02080604020202020204" pitchFamily="34" charset="0"/>
                <a:ea typeface="宋体" panose="02010600030101010101" pitchFamily="2" charset="-122"/>
                <a:cs typeface="+mn-ea"/>
              </a:rPr>
              <a:t>文件的逻辑结构与存取方法</a:t>
            </a:r>
            <a:endParaRPr lang="zh-CN" altLang="en-US" sz="2400" strike="noStrike" noProof="1">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25603" grpId="0" uiExpand="1"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5" name="文本框 25601"/>
          <p:cNvSpPr txBox="1"/>
          <p:nvPr/>
        </p:nvSpPr>
        <p:spPr>
          <a:xfrm>
            <a:off x="8493125" y="6510338"/>
            <a:ext cx="376238"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buFont typeface="Wingdings" panose="05000000000000000000" pitchFamily="2" charset="2"/>
              <a:buNone/>
            </a:pPr>
            <a:r>
              <a:rPr lang="en-US" altLang="zh-CN" b="0">
                <a:solidFill>
                  <a:schemeClr val="tx2"/>
                </a:solidFill>
                <a:latin typeface="Times New Roman" panose="02020603050405020304" charset="0"/>
                <a:ea typeface="宋体" panose="02010600030101010101" pitchFamily="2" charset="-122"/>
              </a:rPr>
              <a:t>10</a:t>
            </a:r>
            <a:endParaRPr lang="en-US" altLang="zh-CN" b="0">
              <a:solidFill>
                <a:schemeClr val="tx2"/>
              </a:solidFill>
              <a:latin typeface="Times New Roman" panose="02020603050405020304" charset="0"/>
              <a:ea typeface="宋体" panose="02010600030101010101" pitchFamily="2" charset="-122"/>
            </a:endParaRPr>
          </a:p>
        </p:txBody>
      </p:sp>
      <p:sp>
        <p:nvSpPr>
          <p:cNvPr id="25603" name="矩形 25602"/>
          <p:cNvSpPr/>
          <p:nvPr/>
        </p:nvSpPr>
        <p:spPr>
          <a:xfrm>
            <a:off x="171450" y="701675"/>
            <a:ext cx="8793163" cy="5270500"/>
          </a:xfrm>
          <a:prstGeom prst="rect">
            <a:avLst/>
          </a:prstGeom>
          <a:noFill/>
          <a:ln w="9525">
            <a:noFill/>
            <a:miter/>
          </a:ln>
        </p:spPr>
        <p:txBody>
          <a:bodyPr wrap="square">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30000"/>
              </a:lnSpc>
              <a:buNone/>
            </a:pPr>
            <a:r>
              <a:rPr lang="zh-CN" altLang="en-US" b="1" strike="noStrike" noProof="1" dirty="0">
                <a:solidFill>
                  <a:srgbClr val="990000"/>
                </a:solidFill>
                <a:latin typeface="Times New Roman" panose="02020603050405020304" charset="0"/>
                <a:ea typeface="宋体" panose="02010600030101010101" pitchFamily="2" charset="-122"/>
                <a:cs typeface="+mn-ea"/>
              </a:rPr>
              <a:t>1.  </a:t>
            </a:r>
            <a:r>
              <a:rPr lang="zh-CN" altLang="en-US" b="1" strike="noStrike" noProof="1" dirty="0">
                <a:solidFill>
                  <a:srgbClr val="990000"/>
                </a:solidFill>
                <a:latin typeface="Arial" panose="02080604020202020204" pitchFamily="34" charset="0"/>
                <a:ea typeface="宋体" panose="02010600030101010101" pitchFamily="2" charset="-122"/>
                <a:cs typeface="+mn-ea"/>
              </a:rPr>
              <a:t>文件的逻辑结构</a:t>
            </a:r>
            <a:endParaRPr lang="zh-CN" altLang="en-US" b="1" strike="noStrike" noProof="1" dirty="0">
              <a:solidFill>
                <a:srgbClr val="990000"/>
              </a:solidFill>
              <a:ea typeface="宋体" panose="02010600030101010101" pitchFamily="2" charset="-122"/>
            </a:endParaRPr>
          </a:p>
          <a:p>
            <a:pPr marL="533400" lvl="0" indent="-533400" fontAlgn="base">
              <a:lnSpc>
                <a:spcPct val="120000"/>
              </a:lnSpc>
              <a:spcBef>
                <a:spcPct val="20000"/>
              </a:spcBef>
              <a:buNone/>
            </a:pPr>
            <a:r>
              <a:rPr lang="x-none" altLang="zh-CN" sz="2800" b="1" strike="noStrike" noProof="1" dirty="0">
                <a:solidFill>
                  <a:srgbClr val="A50021"/>
                </a:solidFill>
                <a:latin typeface="Times New Roman" panose="02020603050405020304" charset="0"/>
                <a:ea typeface="宋体" panose="02010600030101010101" pitchFamily="2" charset="-122"/>
                <a:cs typeface="+mn-ea"/>
              </a:rPr>
              <a:t>	</a:t>
            </a:r>
            <a:r>
              <a:rPr lang="zh-CN" altLang="en-US" sz="2800" b="1" strike="noStrike" noProof="1" dirty="0">
                <a:solidFill>
                  <a:srgbClr val="A50021"/>
                </a:solidFill>
                <a:latin typeface="Times New Roman" panose="02020603050405020304" charset="0"/>
                <a:ea typeface="宋体" panose="02010600030101010101" pitchFamily="2" charset="-122"/>
                <a:cs typeface="+mn-ea"/>
              </a:rPr>
              <a:t>(2) 记录式文件</a:t>
            </a:r>
            <a:endParaRPr lang="zh-CN" altLang="en-US" sz="2400" b="1" strike="noStrike" noProof="1" dirty="0">
              <a:solidFill>
                <a:srgbClr val="A50021"/>
              </a:solidFill>
              <a:latin typeface="Arial" panose="02080604020202020204" pitchFamily="34" charset="0"/>
              <a:ea typeface="宋体" panose="02010600030101010101" pitchFamily="2" charset="-122"/>
              <a:cs typeface="+mn-ea"/>
            </a:endParaRPr>
          </a:p>
          <a:p>
            <a:pPr marL="533400" lvl="0" indent="-533400" algn="l" fontAlgn="base">
              <a:lnSpc>
                <a:spcPct val="120000"/>
              </a:lnSpc>
              <a:spcBef>
                <a:spcPct val="20000"/>
              </a:spcBef>
              <a:buNone/>
            </a:pPr>
            <a:r>
              <a:rPr lang="x-none" altLang="zh-CN" sz="2400" b="1" strike="noStrike" noProof="1" dirty="0">
                <a:solidFill>
                  <a:schemeClr val="tx1"/>
                </a:solidFill>
                <a:latin typeface="Arial" panose="02080604020202020204" pitchFamily="34" charset="0"/>
                <a:ea typeface="宋体" panose="02010600030101010101" pitchFamily="2" charset="-122"/>
                <a:cs typeface="+mn-ea"/>
              </a:rPr>
              <a:t>		</a:t>
            </a:r>
            <a:r>
              <a:rPr lang="zh-CN" altLang="en-US" sz="2400" strike="noStrike" noProof="1" dirty="0">
                <a:solidFill>
                  <a:schemeClr val="tx1"/>
                </a:solidFill>
                <a:latin typeface="Arial" panose="02080604020202020204" pitchFamily="34" charset="0"/>
                <a:ea typeface="宋体" panose="02010600030101010101" pitchFamily="2" charset="-122"/>
                <a:cs typeface="+mn-ea"/>
              </a:rPr>
              <a:t>记录式文件是一种有结构的文件。这种文件在逻辑上总是被看成一组连续顺序的记录的集合。</a:t>
            </a:r>
            <a:endParaRPr lang="zh-CN" altLang="en-US" sz="2400" strike="noStrike" noProof="1" dirty="0">
              <a:solidFill>
                <a:schemeClr val="tx1"/>
              </a:solidFill>
              <a:latin typeface="Arial" panose="02080604020202020204" pitchFamily="34" charset="0"/>
              <a:ea typeface="宋体" panose="02010600030101010101" pitchFamily="2" charset="-122"/>
              <a:cs typeface="+mn-ea"/>
            </a:endParaRPr>
          </a:p>
          <a:p>
            <a:pPr marL="533400" lvl="0" indent="-533400" algn="l" fontAlgn="base">
              <a:lnSpc>
                <a:spcPct val="120000"/>
              </a:lnSpc>
              <a:spcBef>
                <a:spcPct val="20000"/>
              </a:spcBef>
              <a:buNone/>
            </a:pPr>
            <a:endParaRPr lang="zh-CN" altLang="en-US" sz="2400" strike="noStrike" noProof="1" dirty="0">
              <a:solidFill>
                <a:schemeClr val="tx1"/>
              </a:solidFill>
              <a:latin typeface="Arial" panose="02080604020202020204" pitchFamily="34" charset="0"/>
              <a:ea typeface="宋体" panose="02010600030101010101" pitchFamily="2" charset="-122"/>
              <a:cs typeface="+mn-ea"/>
            </a:endParaRPr>
          </a:p>
          <a:p>
            <a:pPr marL="533400" lvl="0" indent="-533400" algn="l" fontAlgn="base">
              <a:lnSpc>
                <a:spcPct val="120000"/>
              </a:lnSpc>
              <a:spcBef>
                <a:spcPct val="20000"/>
              </a:spcBef>
              <a:buNone/>
            </a:pPr>
            <a:r>
              <a:rPr lang="x-none" altLang="zh-CN" sz="2400" strike="noStrike" noProof="1" dirty="0">
                <a:solidFill>
                  <a:schemeClr val="tx1"/>
                </a:solidFill>
                <a:latin typeface="Arial" panose="02080604020202020204" pitchFamily="34" charset="0"/>
                <a:ea typeface="宋体" panose="02010600030101010101" pitchFamily="2" charset="-122"/>
                <a:cs typeface="+mn-ea"/>
              </a:rPr>
              <a:t>		记录按顺序编号为记录0，记录1，......，记录n。</a:t>
            </a:r>
            <a:endParaRPr lang="x-none" altLang="zh-CN" sz="2400" strike="noStrike" noProof="1" dirty="0">
              <a:solidFill>
                <a:schemeClr val="tx1"/>
              </a:solidFill>
              <a:latin typeface="Arial" panose="02080604020202020204" pitchFamily="34" charset="0"/>
              <a:ea typeface="宋体" panose="02010600030101010101" pitchFamily="2" charset="-122"/>
              <a:cs typeface="+mn-ea"/>
            </a:endParaRPr>
          </a:p>
          <a:p>
            <a:pPr marL="533400" lvl="0" indent="-533400" algn="l" fontAlgn="base">
              <a:lnSpc>
                <a:spcPct val="120000"/>
              </a:lnSpc>
              <a:spcBef>
                <a:spcPct val="20000"/>
              </a:spcBef>
              <a:buNone/>
            </a:pPr>
            <a:r>
              <a:rPr lang="x-none" altLang="zh-CN" sz="2400" strike="noStrike" noProof="1" dirty="0">
                <a:solidFill>
                  <a:schemeClr val="tx1"/>
                </a:solidFill>
                <a:latin typeface="Arial" panose="02080604020202020204" pitchFamily="34" charset="0"/>
                <a:ea typeface="宋体" panose="02010600030101010101" pitchFamily="2" charset="-122"/>
                <a:cs typeface="+mn-ea"/>
              </a:rPr>
              <a:t>		</a:t>
            </a:r>
            <a:r>
              <a:rPr lang="x-none" altLang="zh-CN" sz="2400" strike="noStrike" noProof="1" dirty="0">
                <a:solidFill>
                  <a:schemeClr val="tx1"/>
                </a:solidFill>
                <a:latin typeface="Arial" panose="02080604020202020204" pitchFamily="34" charset="0"/>
                <a:ea typeface="宋体" panose="02010600030101010101" pitchFamily="2" charset="-122"/>
                <a:cs typeface="+mn-ea"/>
                <a:sym typeface="+mn-ea"/>
              </a:rPr>
              <a:t>逻辑记录的概念被应用于许多场合，特别象数据库管理系统中已是必不可少的了。</a:t>
            </a:r>
            <a:endParaRPr lang="x-none" altLang="zh-CN" sz="2400" strike="noStrike" noProof="1" dirty="0">
              <a:solidFill>
                <a:schemeClr val="tx1"/>
              </a:solidFill>
              <a:cs typeface="+mn-ea"/>
              <a:sym typeface="+mn-ea"/>
            </a:endParaRPr>
          </a:p>
          <a:p>
            <a:pPr marL="533400" lvl="0" indent="-533400" algn="l" fontAlgn="base">
              <a:lnSpc>
                <a:spcPct val="120000"/>
              </a:lnSpc>
              <a:spcBef>
                <a:spcPct val="20000"/>
              </a:spcBef>
              <a:buNone/>
            </a:pPr>
            <a:r>
              <a:rPr lang="x-none" altLang="zh-CN" sz="2400" strike="noStrike" noProof="1" dirty="0">
                <a:solidFill>
                  <a:schemeClr val="tx1"/>
                </a:solidFill>
                <a:latin typeface="Arial" panose="02080604020202020204" pitchFamily="34" charset="0"/>
                <a:ea typeface="宋体" panose="02010600030101010101" pitchFamily="2" charset="-122"/>
                <a:cs typeface="+mn-ea"/>
                <a:sym typeface="+mn-ea"/>
              </a:rPr>
              <a:t>		记录可分为定长记录与变长记录。</a:t>
            </a:r>
            <a:endParaRPr lang="x-none" altLang="zh-CN" sz="2400" strike="noStrike" noProof="1" dirty="0">
              <a:solidFill>
                <a:schemeClr val="tx1"/>
              </a:solidFill>
              <a:cs typeface="+mn-ea"/>
            </a:endParaRPr>
          </a:p>
          <a:p>
            <a:pPr marL="533400" lvl="0" indent="-533400" algn="l" fontAlgn="base">
              <a:lnSpc>
                <a:spcPct val="120000"/>
              </a:lnSpc>
              <a:spcBef>
                <a:spcPct val="20000"/>
              </a:spcBef>
              <a:buNone/>
            </a:pPr>
            <a:endParaRPr lang="x-none" altLang="zh-CN" sz="2400" strike="noStrike" noProof="1" dirty="0">
              <a:solidFill>
                <a:schemeClr val="tx1"/>
              </a:solidFill>
              <a:ea typeface="宋体" panose="02010600030101010101" pitchFamily="2" charset="-122"/>
              <a:cs typeface="+mn-ea"/>
            </a:endParaRPr>
          </a:p>
        </p:txBody>
      </p:sp>
      <p:sp>
        <p:nvSpPr>
          <p:cNvPr id="25604" name="矩形 25603"/>
          <p:cNvSpPr/>
          <p:nvPr/>
        </p:nvSpPr>
        <p:spPr>
          <a:xfrm>
            <a:off x="381000" y="4286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Arial" panose="02080604020202020204" pitchFamily="34" charset="0"/>
                <a:ea typeface="宋体" panose="02010600030101010101" pitchFamily="2" charset="-122"/>
                <a:cs typeface="+mn-ea"/>
              </a:rPr>
              <a:t>文件系统</a:t>
            </a:r>
            <a:r>
              <a:rPr lang="en-US" altLang="zh-CN" sz="2400" strike="noStrike" noProof="1">
                <a:latin typeface="Arial" panose="02080604020202020204" pitchFamily="34" charset="0"/>
                <a:ea typeface="宋体" panose="02010600030101010101" pitchFamily="2" charset="-122"/>
                <a:cs typeface="+mn-ea"/>
              </a:rPr>
              <a:t>——</a:t>
            </a:r>
            <a:r>
              <a:rPr lang="zh-CN" altLang="en-US" sz="2400" strike="noStrike" noProof="1">
                <a:latin typeface="Arial" panose="02080604020202020204" pitchFamily="34" charset="0"/>
                <a:ea typeface="宋体" panose="02010600030101010101" pitchFamily="2" charset="-122"/>
                <a:cs typeface="+mn-ea"/>
              </a:rPr>
              <a:t>文件的逻辑结构与存取方法</a:t>
            </a:r>
            <a:endParaRPr lang="zh-CN" altLang="en-US" sz="2400" strike="noStrike" noProof="1">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25603" grpId="0" uiExpand="1"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29" name="文本框 26625"/>
          <p:cNvSpPr txBox="1"/>
          <p:nvPr/>
        </p:nvSpPr>
        <p:spPr>
          <a:xfrm>
            <a:off x="8493125" y="6510338"/>
            <a:ext cx="376238"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buFont typeface="Wingdings" panose="05000000000000000000" pitchFamily="2" charset="2"/>
              <a:buNone/>
            </a:pPr>
            <a:r>
              <a:rPr lang="en-US" altLang="zh-CN" b="0">
                <a:solidFill>
                  <a:schemeClr val="tx2"/>
                </a:solidFill>
                <a:latin typeface="Times New Roman" panose="02020603050405020304" charset="0"/>
                <a:ea typeface="宋体" panose="02010600030101010101" pitchFamily="2" charset="-122"/>
              </a:rPr>
              <a:t>11</a:t>
            </a:r>
            <a:endParaRPr lang="en-US" altLang="zh-CN" b="0">
              <a:solidFill>
                <a:schemeClr val="tx2"/>
              </a:solidFill>
              <a:latin typeface="Times New Roman" panose="02020603050405020304" charset="0"/>
              <a:ea typeface="宋体" panose="02010600030101010101" pitchFamily="2" charset="-122"/>
            </a:endParaRPr>
          </a:p>
        </p:txBody>
      </p:sp>
      <p:sp>
        <p:nvSpPr>
          <p:cNvPr id="26628" name="矩形 26627"/>
          <p:cNvSpPr/>
          <p:nvPr/>
        </p:nvSpPr>
        <p:spPr>
          <a:xfrm>
            <a:off x="381000" y="4286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Arial" panose="02080604020202020204" pitchFamily="34" charset="0"/>
                <a:ea typeface="宋体" panose="02010600030101010101" pitchFamily="2" charset="-122"/>
                <a:cs typeface="+mn-ea"/>
              </a:rPr>
              <a:t>文件系统</a:t>
            </a:r>
            <a:r>
              <a:rPr lang="en-US" altLang="zh-CN" sz="2400" strike="noStrike" noProof="1">
                <a:latin typeface="Arial" panose="02080604020202020204" pitchFamily="34" charset="0"/>
                <a:ea typeface="宋体" panose="02010600030101010101" pitchFamily="2" charset="-122"/>
                <a:cs typeface="+mn-ea"/>
              </a:rPr>
              <a:t>——</a:t>
            </a:r>
            <a:r>
              <a:rPr lang="zh-CN" altLang="en-US" sz="2400" strike="noStrike" noProof="1">
                <a:latin typeface="Arial" panose="02080604020202020204" pitchFamily="34" charset="0"/>
                <a:ea typeface="宋体" panose="02010600030101010101" pitchFamily="2" charset="-122"/>
                <a:cs typeface="+mn-ea"/>
              </a:rPr>
              <a:t>文件的逻辑结构与存取方法</a:t>
            </a:r>
            <a:endParaRPr lang="zh-CN" altLang="en-US" sz="2400" strike="noStrike" noProof="1">
              <a:ea typeface="宋体" panose="02010600030101010101" pitchFamily="2" charset="-122"/>
            </a:endParaRPr>
          </a:p>
        </p:txBody>
      </p:sp>
      <p:sp>
        <p:nvSpPr>
          <p:cNvPr id="26629" name="矩形 26628"/>
          <p:cNvSpPr/>
          <p:nvPr/>
        </p:nvSpPr>
        <p:spPr>
          <a:xfrm>
            <a:off x="3935413" y="1143000"/>
            <a:ext cx="2744788" cy="530225"/>
          </a:xfrm>
          <a:prstGeom prst="rect">
            <a:avLst/>
          </a:prstGeom>
          <a:noFill/>
          <a:ln w="9525">
            <a:noFill/>
            <a:miter/>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1295400" lvl="2" indent="-381000" fontAlgn="base">
              <a:lnSpc>
                <a:spcPct val="120000"/>
              </a:lnSpc>
            </a:pPr>
            <a:r>
              <a:rPr lang="zh-CN" altLang="en-US" b="1" strike="noStrike" noProof="1">
                <a:solidFill>
                  <a:schemeClr val="tx1"/>
                </a:solidFill>
                <a:latin typeface="Times New Roman" panose="02020603050405020304" charset="0"/>
                <a:ea typeface="宋体" panose="02010600030101010101" pitchFamily="2" charset="-122"/>
                <a:cs typeface="+mn-cs"/>
              </a:rPr>
              <a:t>变长记录</a:t>
            </a:r>
            <a:r>
              <a:rPr lang="zh-CN" altLang="en-US" strike="noStrike" noProof="1">
                <a:solidFill>
                  <a:schemeClr val="tx1"/>
                </a:solidFill>
                <a:latin typeface="Times New Roman" panose="02020603050405020304" charset="0"/>
                <a:ea typeface="宋体" panose="02010600030101010101" pitchFamily="2" charset="-122"/>
                <a:cs typeface="+mn-cs"/>
              </a:rPr>
              <a:t>     </a:t>
            </a:r>
            <a:endParaRPr lang="zh-CN" altLang="en-US" strike="noStrike" noProof="1">
              <a:solidFill>
                <a:schemeClr val="tx1"/>
              </a:solidFill>
              <a:latin typeface="Times New Roman" panose="02020603050405020304" charset="0"/>
              <a:ea typeface="宋体" panose="02010600030101010101" pitchFamily="2" charset="-122"/>
            </a:endParaRPr>
          </a:p>
        </p:txBody>
      </p:sp>
      <p:grpSp>
        <p:nvGrpSpPr>
          <p:cNvPr id="26630" name="组合 26629"/>
          <p:cNvGrpSpPr/>
          <p:nvPr/>
        </p:nvGrpSpPr>
        <p:grpSpPr>
          <a:xfrm>
            <a:off x="1003300" y="1936750"/>
            <a:ext cx="2614613" cy="2860675"/>
            <a:chOff x="0" y="0"/>
            <a:chExt cx="1388" cy="1802"/>
          </a:xfrm>
        </p:grpSpPr>
        <p:sp>
          <p:nvSpPr>
            <p:cNvPr id="22533" name="文本框 26630"/>
            <p:cNvSpPr txBox="1"/>
            <p:nvPr/>
          </p:nvSpPr>
          <p:spPr>
            <a:xfrm>
              <a:off x="499" y="148"/>
              <a:ext cx="820" cy="1363"/>
            </a:xfrm>
            <a:prstGeom prst="rect">
              <a:avLst/>
            </a:prstGeom>
            <a:noFill/>
            <a:ln w="19050" cap="flat" cmpd="sng">
              <a:solidFill>
                <a:schemeClr val="tx1"/>
              </a:solidFill>
              <a:prstDash val="solid"/>
              <a:miter/>
              <a:headEnd type="none" w="med" len="med"/>
              <a:tailEnd type="none" w="med" len="med"/>
            </a:ln>
          </p:spPr>
          <p:txBody>
            <a:bodyPr anchor="t">
              <a:spAutoFit/>
            </a:bodyPr>
            <a:p>
              <a:pPr lvl="0">
                <a:spcBef>
                  <a:spcPct val="50000"/>
                </a:spcBef>
                <a:buClr>
                  <a:srgbClr val="000000"/>
                </a:buClr>
              </a:pPr>
              <a:endParaRPr lang="en-US" altLang="zh-CN" sz="1600">
                <a:solidFill>
                  <a:schemeClr val="tx1"/>
                </a:solidFill>
                <a:latin typeface="Times New Roman" panose="02020603050405020304" charset="0"/>
                <a:ea typeface="宋体" panose="02010600030101010101" pitchFamily="2" charset="-122"/>
              </a:endParaRPr>
            </a:p>
            <a:p>
              <a:pPr lvl="0">
                <a:spcBef>
                  <a:spcPct val="50000"/>
                </a:spcBef>
                <a:buClr>
                  <a:srgbClr val="000000"/>
                </a:buClr>
              </a:pPr>
              <a:endParaRPr lang="en-US" altLang="zh-CN" sz="1600">
                <a:solidFill>
                  <a:schemeClr val="tx1"/>
                </a:solidFill>
                <a:latin typeface="Times New Roman" panose="02020603050405020304" charset="0"/>
                <a:ea typeface="宋体" panose="02010600030101010101" pitchFamily="2" charset="-122"/>
              </a:endParaRPr>
            </a:p>
            <a:p>
              <a:pPr lvl="0">
                <a:spcBef>
                  <a:spcPct val="50000"/>
                </a:spcBef>
                <a:buClr>
                  <a:srgbClr val="000000"/>
                </a:buClr>
              </a:pPr>
              <a:endParaRPr lang="en-US" altLang="zh-CN" sz="1600">
                <a:solidFill>
                  <a:schemeClr val="tx1"/>
                </a:solidFill>
                <a:latin typeface="Times New Roman" panose="02020603050405020304" charset="0"/>
                <a:ea typeface="宋体" panose="02010600030101010101" pitchFamily="2" charset="-122"/>
              </a:endParaRPr>
            </a:p>
            <a:p>
              <a:pPr lvl="0">
                <a:spcBef>
                  <a:spcPct val="50000"/>
                </a:spcBef>
                <a:buClr>
                  <a:srgbClr val="000000"/>
                </a:buClr>
              </a:pPr>
              <a:endParaRPr lang="en-US" altLang="zh-CN" sz="1600">
                <a:solidFill>
                  <a:schemeClr val="tx1"/>
                </a:solidFill>
                <a:latin typeface="Times New Roman" panose="02020603050405020304" charset="0"/>
                <a:ea typeface="宋体" panose="02010600030101010101" pitchFamily="2" charset="-122"/>
              </a:endParaRPr>
            </a:p>
            <a:p>
              <a:pPr lvl="0">
                <a:spcBef>
                  <a:spcPct val="50000"/>
                </a:spcBef>
                <a:buClr>
                  <a:srgbClr val="000000"/>
                </a:buClr>
              </a:pPr>
              <a:endParaRPr lang="en-US" altLang="zh-CN" sz="1600">
                <a:solidFill>
                  <a:schemeClr val="tx1"/>
                </a:solidFill>
                <a:latin typeface="Times New Roman" panose="02020603050405020304" charset="0"/>
                <a:ea typeface="宋体" panose="02010600030101010101" pitchFamily="2" charset="-122"/>
              </a:endParaRPr>
            </a:p>
            <a:p>
              <a:pPr lvl="0">
                <a:spcBef>
                  <a:spcPct val="50000"/>
                </a:spcBef>
                <a:buClr>
                  <a:srgbClr val="000000"/>
                </a:buClr>
              </a:pPr>
              <a:endParaRPr lang="en-US" altLang="zh-CN" sz="1600">
                <a:solidFill>
                  <a:schemeClr val="tx1"/>
                </a:solidFill>
                <a:latin typeface="Times New Roman" panose="02020603050405020304" charset="0"/>
                <a:ea typeface="宋体" panose="02010600030101010101" pitchFamily="2" charset="-122"/>
              </a:endParaRPr>
            </a:p>
          </p:txBody>
        </p:sp>
        <p:sp>
          <p:nvSpPr>
            <p:cNvPr id="22534" name="直接连接符 26631"/>
            <p:cNvSpPr/>
            <p:nvPr/>
          </p:nvSpPr>
          <p:spPr>
            <a:xfrm>
              <a:off x="499" y="364"/>
              <a:ext cx="820" cy="0"/>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22535" name="文本框 26632"/>
            <p:cNvSpPr txBox="1"/>
            <p:nvPr/>
          </p:nvSpPr>
          <p:spPr>
            <a:xfrm>
              <a:off x="763" y="103"/>
              <a:ext cx="234" cy="211"/>
            </a:xfrm>
            <a:prstGeom prst="rect">
              <a:avLst/>
            </a:prstGeom>
            <a:noFill/>
            <a:ln w="9525">
              <a:noFill/>
              <a:miter/>
            </a:ln>
          </p:spPr>
          <p:txBody>
            <a:bodyPr anchor="t">
              <a:spAutoFit/>
            </a:bodyPr>
            <a:p>
              <a:pPr lvl="0">
                <a:spcBef>
                  <a:spcPct val="50000"/>
                </a:spcBef>
                <a:buClr>
                  <a:srgbClr val="000000"/>
                </a:buClr>
              </a:pPr>
              <a:r>
                <a:rPr lang="en-US" altLang="zh-CN" sz="1600">
                  <a:solidFill>
                    <a:schemeClr val="tx1"/>
                  </a:solidFill>
                  <a:latin typeface="Times New Roman" panose="02020603050405020304" charset="0"/>
                  <a:ea typeface="宋体" panose="02010600030101010101" pitchFamily="2" charset="-122"/>
                </a:rPr>
                <a:t>r</a:t>
              </a:r>
              <a:r>
                <a:rPr lang="en-US" altLang="zh-CN" sz="1600" baseline="-25000">
                  <a:solidFill>
                    <a:schemeClr val="tx1"/>
                  </a:solidFill>
                  <a:latin typeface="Times New Roman" panose="02020603050405020304" charset="0"/>
                  <a:ea typeface="宋体" panose="02010600030101010101" pitchFamily="2" charset="-122"/>
                </a:rPr>
                <a:t>0</a:t>
              </a:r>
              <a:endParaRPr lang="en-US" altLang="zh-CN" sz="1600" baseline="-25000">
                <a:solidFill>
                  <a:schemeClr val="tx1"/>
                </a:solidFill>
                <a:latin typeface="Times New Roman" panose="02020603050405020304" charset="0"/>
                <a:ea typeface="宋体" panose="02010600030101010101" pitchFamily="2" charset="-122"/>
              </a:endParaRPr>
            </a:p>
          </p:txBody>
        </p:sp>
        <p:sp>
          <p:nvSpPr>
            <p:cNvPr id="22536" name="直接连接符 26633"/>
            <p:cNvSpPr/>
            <p:nvPr/>
          </p:nvSpPr>
          <p:spPr>
            <a:xfrm>
              <a:off x="499" y="597"/>
              <a:ext cx="820" cy="0"/>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22537" name="文本框 26634"/>
            <p:cNvSpPr txBox="1"/>
            <p:nvPr/>
          </p:nvSpPr>
          <p:spPr>
            <a:xfrm>
              <a:off x="777" y="324"/>
              <a:ext cx="234" cy="211"/>
            </a:xfrm>
            <a:prstGeom prst="rect">
              <a:avLst/>
            </a:prstGeom>
            <a:noFill/>
            <a:ln w="9525">
              <a:noFill/>
              <a:miter/>
            </a:ln>
          </p:spPr>
          <p:txBody>
            <a:bodyPr anchor="t">
              <a:spAutoFit/>
            </a:bodyPr>
            <a:p>
              <a:pPr lvl="0">
                <a:spcBef>
                  <a:spcPct val="50000"/>
                </a:spcBef>
                <a:buClr>
                  <a:srgbClr val="000000"/>
                </a:buClr>
              </a:pPr>
              <a:r>
                <a:rPr lang="en-US" altLang="zh-CN" sz="1600">
                  <a:solidFill>
                    <a:schemeClr val="tx1"/>
                  </a:solidFill>
                  <a:latin typeface="Times New Roman" panose="02020603050405020304" charset="0"/>
                  <a:ea typeface="宋体" panose="02010600030101010101" pitchFamily="2" charset="-122"/>
                </a:rPr>
                <a:t>r</a:t>
              </a:r>
              <a:r>
                <a:rPr lang="en-US" altLang="zh-CN" sz="1600" baseline="-25000">
                  <a:solidFill>
                    <a:schemeClr val="tx1"/>
                  </a:solidFill>
                  <a:latin typeface="Times New Roman" panose="02020603050405020304" charset="0"/>
                  <a:ea typeface="宋体" panose="02010600030101010101" pitchFamily="2" charset="-122"/>
                </a:rPr>
                <a:t>1</a:t>
              </a:r>
              <a:endParaRPr lang="en-US" altLang="zh-CN" sz="1600" baseline="-25000">
                <a:solidFill>
                  <a:schemeClr val="tx1"/>
                </a:solidFill>
                <a:latin typeface="Times New Roman" panose="02020603050405020304" charset="0"/>
                <a:ea typeface="宋体" panose="02010600030101010101" pitchFamily="2" charset="-122"/>
              </a:endParaRPr>
            </a:p>
          </p:txBody>
        </p:sp>
        <p:sp>
          <p:nvSpPr>
            <p:cNvPr id="22538" name="文本框 26635"/>
            <p:cNvSpPr txBox="1"/>
            <p:nvPr/>
          </p:nvSpPr>
          <p:spPr>
            <a:xfrm>
              <a:off x="682" y="642"/>
              <a:ext cx="483" cy="212"/>
            </a:xfrm>
            <a:prstGeom prst="rect">
              <a:avLst/>
            </a:prstGeom>
            <a:noFill/>
            <a:ln w="9525">
              <a:noFill/>
              <a:miter/>
            </a:ln>
          </p:spPr>
          <p:txBody>
            <a:bodyPr wrap="square" anchor="t">
              <a:spAutoFit/>
            </a:bodyPr>
            <a:p>
              <a:pPr lvl="0">
                <a:spcBef>
                  <a:spcPct val="50000"/>
                </a:spcBef>
                <a:buClr>
                  <a:srgbClr val="000000"/>
                </a:buClr>
              </a:pPr>
              <a:r>
                <a:rPr lang="en-US" altLang="zh-CN" sz="1600">
                  <a:solidFill>
                    <a:schemeClr val="tx1"/>
                  </a:solidFill>
                  <a:latin typeface="宋体" panose="02010600030101010101" pitchFamily="2" charset="-122"/>
                  <a:ea typeface="宋体" panose="02010600030101010101" pitchFamily="2" charset="-122"/>
                  <a:sym typeface="MT Extra" panose="05050102010205020202" pitchFamily="2" charset="2"/>
                </a:rPr>
                <a:t>......</a:t>
              </a:r>
              <a:endParaRPr lang="en-US" altLang="zh-CN" sz="1600">
                <a:solidFill>
                  <a:schemeClr val="tx1"/>
                </a:solidFill>
                <a:latin typeface="宋体" panose="02010600030101010101" pitchFamily="2" charset="-122"/>
                <a:ea typeface="宋体" panose="02010600030101010101" pitchFamily="2" charset="-122"/>
                <a:sym typeface="MT Extra" panose="05050102010205020202" pitchFamily="2" charset="2"/>
              </a:endParaRPr>
            </a:p>
          </p:txBody>
        </p:sp>
        <p:sp>
          <p:nvSpPr>
            <p:cNvPr id="22539" name="直接连接符 26636"/>
            <p:cNvSpPr/>
            <p:nvPr/>
          </p:nvSpPr>
          <p:spPr>
            <a:xfrm>
              <a:off x="497" y="947"/>
              <a:ext cx="820" cy="0"/>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22540" name="直接连接符 26637"/>
            <p:cNvSpPr/>
            <p:nvPr/>
          </p:nvSpPr>
          <p:spPr>
            <a:xfrm>
              <a:off x="492" y="1144"/>
              <a:ext cx="820" cy="0"/>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22541" name="文本框 26638"/>
            <p:cNvSpPr txBox="1"/>
            <p:nvPr/>
          </p:nvSpPr>
          <p:spPr>
            <a:xfrm>
              <a:off x="781" y="897"/>
              <a:ext cx="235" cy="211"/>
            </a:xfrm>
            <a:prstGeom prst="rect">
              <a:avLst/>
            </a:prstGeom>
            <a:noFill/>
            <a:ln w="9525">
              <a:noFill/>
              <a:miter/>
            </a:ln>
          </p:spPr>
          <p:txBody>
            <a:bodyPr anchor="t">
              <a:spAutoFit/>
            </a:bodyPr>
            <a:p>
              <a:pPr lvl="0">
                <a:spcBef>
                  <a:spcPct val="50000"/>
                </a:spcBef>
                <a:buClr>
                  <a:srgbClr val="000000"/>
                </a:buClr>
              </a:pPr>
              <a:r>
                <a:rPr lang="en-US" altLang="zh-CN" sz="1600">
                  <a:solidFill>
                    <a:schemeClr val="tx1"/>
                  </a:solidFill>
                  <a:latin typeface="Times New Roman" panose="02020603050405020304" charset="0"/>
                  <a:ea typeface="宋体" panose="02010600030101010101" pitchFamily="2" charset="-122"/>
                </a:rPr>
                <a:t>r</a:t>
              </a:r>
              <a:r>
                <a:rPr lang="en-US" altLang="zh-CN" sz="1600" baseline="-25000">
                  <a:solidFill>
                    <a:schemeClr val="tx1"/>
                  </a:solidFill>
                  <a:latin typeface="Times New Roman" panose="02020603050405020304" charset="0"/>
                  <a:ea typeface="宋体" panose="02010600030101010101" pitchFamily="2" charset="-122"/>
                </a:rPr>
                <a:t>i</a:t>
              </a:r>
              <a:endParaRPr lang="en-US" altLang="zh-CN" sz="1600" baseline="-25000">
                <a:solidFill>
                  <a:schemeClr val="tx1"/>
                </a:solidFill>
                <a:latin typeface="Times New Roman" panose="02020603050405020304" charset="0"/>
                <a:ea typeface="宋体" panose="02010600030101010101" pitchFamily="2" charset="-122"/>
              </a:endParaRPr>
            </a:p>
          </p:txBody>
        </p:sp>
        <p:sp>
          <p:nvSpPr>
            <p:cNvPr id="22542" name="直接连接符 26639"/>
            <p:cNvSpPr/>
            <p:nvPr/>
          </p:nvSpPr>
          <p:spPr>
            <a:xfrm>
              <a:off x="0" y="950"/>
              <a:ext cx="499" cy="0"/>
            </a:xfrm>
            <a:prstGeom prst="line">
              <a:avLst/>
            </a:prstGeom>
            <a:ln w="19050" cap="flat" cmpd="sng">
              <a:solidFill>
                <a:schemeClr val="tx1"/>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22543" name="文本框 26640"/>
            <p:cNvSpPr txBox="1"/>
            <p:nvPr/>
          </p:nvSpPr>
          <p:spPr>
            <a:xfrm>
              <a:off x="44" y="756"/>
              <a:ext cx="533" cy="211"/>
            </a:xfrm>
            <a:prstGeom prst="rect">
              <a:avLst/>
            </a:prstGeom>
            <a:noFill/>
            <a:ln w="9525">
              <a:noFill/>
              <a:miter/>
            </a:ln>
          </p:spPr>
          <p:txBody>
            <a:bodyPr anchor="t">
              <a:spAutoFit/>
            </a:bodyPr>
            <a:p>
              <a:pPr lvl="0">
                <a:spcBef>
                  <a:spcPct val="50000"/>
                </a:spcBef>
                <a:buClr>
                  <a:srgbClr val="000000"/>
                </a:buClr>
              </a:pPr>
              <a:r>
                <a:rPr lang="en-US" altLang="zh-CN" sz="1600">
                  <a:solidFill>
                    <a:schemeClr val="tx1"/>
                  </a:solidFill>
                  <a:latin typeface="Times New Roman" panose="02020603050405020304" charset="0"/>
                  <a:ea typeface="宋体" panose="02010600030101010101" pitchFamily="2" charset="-122"/>
                </a:rPr>
                <a:t>RPTR</a:t>
              </a:r>
              <a:endParaRPr lang="en-US" altLang="zh-CN" sz="1600">
                <a:solidFill>
                  <a:schemeClr val="tx1"/>
                </a:solidFill>
                <a:latin typeface="Times New Roman" panose="02020603050405020304" charset="0"/>
                <a:ea typeface="宋体" panose="02010600030101010101" pitchFamily="2" charset="-122"/>
              </a:endParaRPr>
            </a:p>
          </p:txBody>
        </p:sp>
        <p:sp>
          <p:nvSpPr>
            <p:cNvPr id="22544" name="文本框 26641"/>
            <p:cNvSpPr txBox="1"/>
            <p:nvPr/>
          </p:nvSpPr>
          <p:spPr>
            <a:xfrm>
              <a:off x="491" y="1590"/>
              <a:ext cx="897" cy="212"/>
            </a:xfrm>
            <a:prstGeom prst="rect">
              <a:avLst/>
            </a:prstGeom>
            <a:noFill/>
            <a:ln w="9525">
              <a:noFill/>
              <a:miter/>
            </a:ln>
          </p:spPr>
          <p:txBody>
            <a:bodyPr anchor="t">
              <a:spAutoFit/>
            </a:bodyPr>
            <a:p>
              <a:pPr lvl="0">
                <a:spcBef>
                  <a:spcPct val="50000"/>
                </a:spcBef>
                <a:buClr>
                  <a:srgbClr val="000000"/>
                </a:buClr>
              </a:pPr>
              <a:r>
                <a:rPr lang="zh-CN" altLang="en-US" sz="1600">
                  <a:solidFill>
                    <a:schemeClr val="tx1"/>
                  </a:solidFill>
                  <a:latin typeface="Times New Roman" panose="02020603050405020304" charset="0"/>
                  <a:ea typeface="宋体" panose="02010600030101010101" pitchFamily="2" charset="-122"/>
                </a:rPr>
                <a:t>定长记录文件</a:t>
              </a:r>
              <a:endParaRPr lang="zh-CN" altLang="en-US" sz="1600">
                <a:solidFill>
                  <a:schemeClr val="tx1"/>
                </a:solidFill>
                <a:latin typeface="Times New Roman" panose="02020603050405020304" charset="0"/>
                <a:ea typeface="宋体" panose="02010600030101010101" pitchFamily="2" charset="-122"/>
              </a:endParaRPr>
            </a:p>
          </p:txBody>
        </p:sp>
        <p:sp>
          <p:nvSpPr>
            <p:cNvPr id="22545" name="文本框 26642"/>
            <p:cNvSpPr txBox="1"/>
            <p:nvPr/>
          </p:nvSpPr>
          <p:spPr>
            <a:xfrm>
              <a:off x="347" y="0"/>
              <a:ext cx="235" cy="211"/>
            </a:xfrm>
            <a:prstGeom prst="rect">
              <a:avLst/>
            </a:prstGeom>
            <a:noFill/>
            <a:ln w="9525">
              <a:noFill/>
              <a:miter/>
            </a:ln>
          </p:spPr>
          <p:txBody>
            <a:bodyPr anchor="t">
              <a:spAutoFit/>
            </a:bodyPr>
            <a:p>
              <a:pPr lvl="0">
                <a:spcBef>
                  <a:spcPct val="50000"/>
                </a:spcBef>
                <a:buClr>
                  <a:srgbClr val="000000"/>
                </a:buClr>
              </a:pPr>
              <a:r>
                <a:rPr lang="en-US" altLang="zh-CN" sz="1600">
                  <a:solidFill>
                    <a:schemeClr val="tx1"/>
                  </a:solidFill>
                  <a:latin typeface="Times New Roman" panose="02020603050405020304" charset="0"/>
                  <a:ea typeface="宋体" panose="02010600030101010101" pitchFamily="2" charset="-122"/>
                </a:rPr>
                <a:t>0</a:t>
              </a:r>
              <a:endParaRPr lang="en-US" altLang="zh-CN" sz="1600">
                <a:solidFill>
                  <a:schemeClr val="tx1"/>
                </a:solidFill>
                <a:latin typeface="Times New Roman" panose="02020603050405020304" charset="0"/>
                <a:ea typeface="宋体" panose="02010600030101010101" pitchFamily="2" charset="-122"/>
              </a:endParaRPr>
            </a:p>
          </p:txBody>
        </p:sp>
        <p:sp>
          <p:nvSpPr>
            <p:cNvPr id="22546" name="文本框 26643"/>
            <p:cNvSpPr txBox="1"/>
            <p:nvPr/>
          </p:nvSpPr>
          <p:spPr>
            <a:xfrm>
              <a:off x="261" y="253"/>
              <a:ext cx="286" cy="211"/>
            </a:xfrm>
            <a:prstGeom prst="rect">
              <a:avLst/>
            </a:prstGeom>
            <a:noFill/>
            <a:ln w="9525">
              <a:noFill/>
              <a:miter/>
            </a:ln>
          </p:spPr>
          <p:txBody>
            <a:bodyPr anchor="t">
              <a:spAutoFit/>
            </a:bodyPr>
            <a:p>
              <a:pPr lvl="0">
                <a:spcBef>
                  <a:spcPct val="50000"/>
                </a:spcBef>
                <a:buClr>
                  <a:srgbClr val="000000"/>
                </a:buClr>
              </a:pPr>
              <a:r>
                <a:rPr lang="en-US" altLang="zh-CN" sz="1600">
                  <a:solidFill>
                    <a:schemeClr val="tx1"/>
                  </a:solidFill>
                  <a:latin typeface="Times New Roman" panose="02020603050405020304" charset="0"/>
                  <a:ea typeface="宋体" panose="02010600030101010101" pitchFamily="2" charset="-122"/>
                </a:rPr>
                <a:t>1L</a:t>
              </a:r>
              <a:endParaRPr lang="en-US" altLang="zh-CN" sz="1600">
                <a:solidFill>
                  <a:schemeClr val="tx1"/>
                </a:solidFill>
                <a:latin typeface="Times New Roman" panose="02020603050405020304" charset="0"/>
                <a:ea typeface="宋体" panose="02010600030101010101" pitchFamily="2" charset="-122"/>
              </a:endParaRPr>
            </a:p>
          </p:txBody>
        </p:sp>
        <p:sp>
          <p:nvSpPr>
            <p:cNvPr id="22547" name="文本框 26644"/>
            <p:cNvSpPr txBox="1"/>
            <p:nvPr/>
          </p:nvSpPr>
          <p:spPr>
            <a:xfrm>
              <a:off x="266" y="477"/>
              <a:ext cx="286" cy="211"/>
            </a:xfrm>
            <a:prstGeom prst="rect">
              <a:avLst/>
            </a:prstGeom>
            <a:noFill/>
            <a:ln w="9525">
              <a:noFill/>
              <a:miter/>
            </a:ln>
          </p:spPr>
          <p:txBody>
            <a:bodyPr anchor="t">
              <a:spAutoFit/>
            </a:bodyPr>
            <a:p>
              <a:pPr lvl="0">
                <a:spcBef>
                  <a:spcPct val="50000"/>
                </a:spcBef>
                <a:buClr>
                  <a:srgbClr val="000000"/>
                </a:buClr>
              </a:pPr>
              <a:r>
                <a:rPr lang="en-US" altLang="zh-CN" sz="1600">
                  <a:solidFill>
                    <a:schemeClr val="tx1"/>
                  </a:solidFill>
                  <a:latin typeface="Times New Roman" panose="02020603050405020304" charset="0"/>
                  <a:ea typeface="宋体" panose="02010600030101010101" pitchFamily="2" charset="-122"/>
                </a:rPr>
                <a:t>2L</a:t>
              </a:r>
              <a:endParaRPr lang="en-US" altLang="zh-CN" sz="1600">
                <a:solidFill>
                  <a:schemeClr val="tx1"/>
                </a:solidFill>
                <a:latin typeface="Times New Roman" panose="02020603050405020304" charset="0"/>
                <a:ea typeface="宋体" panose="02010600030101010101" pitchFamily="2" charset="-122"/>
              </a:endParaRPr>
            </a:p>
          </p:txBody>
        </p:sp>
        <p:sp>
          <p:nvSpPr>
            <p:cNvPr id="22548" name="文本框 26645"/>
            <p:cNvSpPr txBox="1"/>
            <p:nvPr/>
          </p:nvSpPr>
          <p:spPr>
            <a:xfrm>
              <a:off x="626" y="1210"/>
              <a:ext cx="481" cy="212"/>
            </a:xfrm>
            <a:prstGeom prst="rect">
              <a:avLst/>
            </a:prstGeom>
            <a:noFill/>
            <a:ln w="9525">
              <a:noFill/>
              <a:miter/>
            </a:ln>
          </p:spPr>
          <p:txBody>
            <a:bodyPr wrap="square" anchor="t">
              <a:spAutoFit/>
            </a:bodyPr>
            <a:p>
              <a:pPr lvl="0">
                <a:spcBef>
                  <a:spcPct val="50000"/>
                </a:spcBef>
                <a:buClr>
                  <a:srgbClr val="000000"/>
                </a:buClr>
              </a:pPr>
              <a:r>
                <a:rPr lang="en-US" altLang="zh-CN" sz="1600">
                  <a:solidFill>
                    <a:schemeClr val="tx1"/>
                  </a:solidFill>
                  <a:latin typeface="宋体" panose="02010600030101010101" pitchFamily="2" charset="-122"/>
                  <a:ea typeface="宋体" panose="02010600030101010101" pitchFamily="2" charset="-122"/>
                  <a:sym typeface="MT Extra" panose="05050102010205020202" pitchFamily="2" charset="2"/>
                </a:rPr>
                <a:t>......</a:t>
              </a:r>
              <a:endParaRPr lang="en-US" altLang="zh-CN" sz="1600">
                <a:solidFill>
                  <a:schemeClr val="tx1"/>
                </a:solidFill>
                <a:latin typeface="宋体" panose="02010600030101010101" pitchFamily="2" charset="-122"/>
                <a:ea typeface="宋体" panose="02010600030101010101" pitchFamily="2" charset="-122"/>
                <a:sym typeface="MT Extra" panose="05050102010205020202" pitchFamily="2" charset="2"/>
              </a:endParaRPr>
            </a:p>
          </p:txBody>
        </p:sp>
      </p:grpSp>
      <p:grpSp>
        <p:nvGrpSpPr>
          <p:cNvPr id="26647" name="组合 26646"/>
          <p:cNvGrpSpPr/>
          <p:nvPr/>
        </p:nvGrpSpPr>
        <p:grpSpPr>
          <a:xfrm>
            <a:off x="4511675" y="1901825"/>
            <a:ext cx="2679700" cy="2860675"/>
            <a:chOff x="0" y="0"/>
            <a:chExt cx="1436" cy="1802"/>
          </a:xfrm>
        </p:grpSpPr>
        <p:sp>
          <p:nvSpPr>
            <p:cNvPr id="22550" name="文本框 26647"/>
            <p:cNvSpPr txBox="1"/>
            <p:nvPr/>
          </p:nvSpPr>
          <p:spPr>
            <a:xfrm>
              <a:off x="499" y="148"/>
              <a:ext cx="820" cy="1363"/>
            </a:xfrm>
            <a:prstGeom prst="rect">
              <a:avLst/>
            </a:prstGeom>
            <a:noFill/>
            <a:ln w="19050" cap="flat" cmpd="sng">
              <a:solidFill>
                <a:schemeClr val="tx1"/>
              </a:solidFill>
              <a:prstDash val="solid"/>
              <a:miter/>
              <a:headEnd type="none" w="med" len="med"/>
              <a:tailEnd type="none" w="med" len="med"/>
            </a:ln>
          </p:spPr>
          <p:txBody>
            <a:bodyPr anchor="t">
              <a:spAutoFit/>
            </a:bodyPr>
            <a:p>
              <a:pPr lvl="0">
                <a:spcBef>
                  <a:spcPct val="50000"/>
                </a:spcBef>
                <a:buClr>
                  <a:srgbClr val="000000"/>
                </a:buClr>
              </a:pPr>
              <a:endParaRPr lang="en-US" altLang="zh-CN" sz="1600">
                <a:solidFill>
                  <a:schemeClr val="tx1"/>
                </a:solidFill>
                <a:latin typeface="Times New Roman" panose="02020603050405020304" charset="0"/>
                <a:ea typeface="宋体" panose="02010600030101010101" pitchFamily="2" charset="-122"/>
              </a:endParaRPr>
            </a:p>
            <a:p>
              <a:pPr lvl="0">
                <a:spcBef>
                  <a:spcPct val="50000"/>
                </a:spcBef>
                <a:buClr>
                  <a:srgbClr val="000000"/>
                </a:buClr>
              </a:pPr>
              <a:endParaRPr lang="en-US" altLang="zh-CN" sz="1600">
                <a:solidFill>
                  <a:schemeClr val="tx1"/>
                </a:solidFill>
                <a:latin typeface="Times New Roman" panose="02020603050405020304" charset="0"/>
                <a:ea typeface="宋体" panose="02010600030101010101" pitchFamily="2" charset="-122"/>
              </a:endParaRPr>
            </a:p>
            <a:p>
              <a:pPr lvl="0">
                <a:spcBef>
                  <a:spcPct val="50000"/>
                </a:spcBef>
                <a:buClr>
                  <a:srgbClr val="000000"/>
                </a:buClr>
              </a:pPr>
              <a:endParaRPr lang="en-US" altLang="zh-CN" sz="1600">
                <a:solidFill>
                  <a:schemeClr val="tx1"/>
                </a:solidFill>
                <a:latin typeface="Times New Roman" panose="02020603050405020304" charset="0"/>
                <a:ea typeface="宋体" panose="02010600030101010101" pitchFamily="2" charset="-122"/>
              </a:endParaRPr>
            </a:p>
            <a:p>
              <a:pPr lvl="0">
                <a:spcBef>
                  <a:spcPct val="50000"/>
                </a:spcBef>
                <a:buClr>
                  <a:srgbClr val="000000"/>
                </a:buClr>
              </a:pPr>
              <a:endParaRPr lang="en-US" altLang="zh-CN" sz="1600">
                <a:solidFill>
                  <a:schemeClr val="tx1"/>
                </a:solidFill>
                <a:latin typeface="Times New Roman" panose="02020603050405020304" charset="0"/>
                <a:ea typeface="宋体" panose="02010600030101010101" pitchFamily="2" charset="-122"/>
              </a:endParaRPr>
            </a:p>
            <a:p>
              <a:pPr lvl="0">
                <a:spcBef>
                  <a:spcPct val="50000"/>
                </a:spcBef>
                <a:buClr>
                  <a:srgbClr val="000000"/>
                </a:buClr>
              </a:pPr>
              <a:endParaRPr lang="en-US" altLang="zh-CN" sz="1600">
                <a:solidFill>
                  <a:schemeClr val="tx1"/>
                </a:solidFill>
                <a:latin typeface="Times New Roman" panose="02020603050405020304" charset="0"/>
                <a:ea typeface="宋体" panose="02010600030101010101" pitchFamily="2" charset="-122"/>
              </a:endParaRPr>
            </a:p>
            <a:p>
              <a:pPr lvl="0">
                <a:spcBef>
                  <a:spcPct val="50000"/>
                </a:spcBef>
                <a:buClr>
                  <a:srgbClr val="000000"/>
                </a:buClr>
              </a:pPr>
              <a:endParaRPr lang="en-US" altLang="zh-CN" sz="1600">
                <a:solidFill>
                  <a:schemeClr val="tx1"/>
                </a:solidFill>
                <a:latin typeface="Times New Roman" panose="02020603050405020304" charset="0"/>
                <a:ea typeface="宋体" panose="02010600030101010101" pitchFamily="2" charset="-122"/>
              </a:endParaRPr>
            </a:p>
          </p:txBody>
        </p:sp>
        <p:sp>
          <p:nvSpPr>
            <p:cNvPr id="22551" name="直接连接符 26648"/>
            <p:cNvSpPr/>
            <p:nvPr/>
          </p:nvSpPr>
          <p:spPr>
            <a:xfrm>
              <a:off x="499" y="319"/>
              <a:ext cx="820" cy="0"/>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22552" name="文本框 26649"/>
            <p:cNvSpPr txBox="1"/>
            <p:nvPr/>
          </p:nvSpPr>
          <p:spPr>
            <a:xfrm>
              <a:off x="790" y="103"/>
              <a:ext cx="261" cy="211"/>
            </a:xfrm>
            <a:prstGeom prst="rect">
              <a:avLst/>
            </a:prstGeom>
            <a:noFill/>
            <a:ln w="9525">
              <a:noFill/>
              <a:miter/>
            </a:ln>
          </p:spPr>
          <p:txBody>
            <a:bodyPr anchor="t">
              <a:spAutoFit/>
            </a:bodyPr>
            <a:p>
              <a:pPr lvl="0">
                <a:spcBef>
                  <a:spcPct val="50000"/>
                </a:spcBef>
                <a:buClr>
                  <a:srgbClr val="000000"/>
                </a:buClr>
              </a:pPr>
              <a:r>
                <a:rPr lang="en-US" altLang="zh-CN" sz="1600">
                  <a:solidFill>
                    <a:schemeClr val="tx1"/>
                  </a:solidFill>
                  <a:latin typeface="Times New Roman" panose="02020603050405020304" charset="0"/>
                  <a:ea typeface="宋体" panose="02010600030101010101" pitchFamily="2" charset="-122"/>
                </a:rPr>
                <a:t>l</a:t>
              </a:r>
              <a:r>
                <a:rPr lang="en-US" altLang="zh-CN" sz="1600" baseline="-25000">
                  <a:solidFill>
                    <a:schemeClr val="tx1"/>
                  </a:solidFill>
                  <a:latin typeface="Times New Roman" panose="02020603050405020304" charset="0"/>
                  <a:ea typeface="宋体" panose="02010600030101010101" pitchFamily="2" charset="-122"/>
                </a:rPr>
                <a:t>0</a:t>
              </a:r>
              <a:endParaRPr lang="en-US" altLang="zh-CN" sz="1600" baseline="-25000">
                <a:solidFill>
                  <a:schemeClr val="tx1"/>
                </a:solidFill>
                <a:latin typeface="Times New Roman" panose="02020603050405020304" charset="0"/>
                <a:ea typeface="宋体" panose="02010600030101010101" pitchFamily="2" charset="-122"/>
              </a:endParaRPr>
            </a:p>
          </p:txBody>
        </p:sp>
        <p:sp>
          <p:nvSpPr>
            <p:cNvPr id="22553" name="直接连接符 26650"/>
            <p:cNvSpPr/>
            <p:nvPr/>
          </p:nvSpPr>
          <p:spPr>
            <a:xfrm>
              <a:off x="499" y="597"/>
              <a:ext cx="820" cy="0"/>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22554" name="文本框 26651"/>
            <p:cNvSpPr txBox="1"/>
            <p:nvPr/>
          </p:nvSpPr>
          <p:spPr>
            <a:xfrm>
              <a:off x="795" y="333"/>
              <a:ext cx="234" cy="211"/>
            </a:xfrm>
            <a:prstGeom prst="rect">
              <a:avLst/>
            </a:prstGeom>
            <a:noFill/>
            <a:ln w="9525">
              <a:noFill/>
              <a:miter/>
            </a:ln>
          </p:spPr>
          <p:txBody>
            <a:bodyPr anchor="t">
              <a:spAutoFit/>
            </a:bodyPr>
            <a:p>
              <a:pPr lvl="0">
                <a:spcBef>
                  <a:spcPct val="50000"/>
                </a:spcBef>
                <a:buClr>
                  <a:srgbClr val="000000"/>
                </a:buClr>
              </a:pPr>
              <a:r>
                <a:rPr lang="en-US" altLang="zh-CN" sz="1600">
                  <a:solidFill>
                    <a:schemeClr val="tx1"/>
                  </a:solidFill>
                  <a:latin typeface="Times New Roman" panose="02020603050405020304" charset="0"/>
                  <a:ea typeface="宋体" panose="02010600030101010101" pitchFamily="2" charset="-122"/>
                </a:rPr>
                <a:t>r</a:t>
              </a:r>
              <a:r>
                <a:rPr lang="en-US" altLang="zh-CN" sz="1600" baseline="-25000">
                  <a:solidFill>
                    <a:schemeClr val="tx1"/>
                  </a:solidFill>
                  <a:latin typeface="Times New Roman" panose="02020603050405020304" charset="0"/>
                  <a:ea typeface="宋体" panose="02010600030101010101" pitchFamily="2" charset="-122"/>
                </a:rPr>
                <a:t>0</a:t>
              </a:r>
              <a:endParaRPr lang="en-US" altLang="zh-CN" sz="1600" baseline="-25000">
                <a:solidFill>
                  <a:schemeClr val="tx1"/>
                </a:solidFill>
                <a:latin typeface="Times New Roman" panose="02020603050405020304" charset="0"/>
                <a:ea typeface="宋体" panose="02010600030101010101" pitchFamily="2" charset="-122"/>
              </a:endParaRPr>
            </a:p>
          </p:txBody>
        </p:sp>
        <p:sp>
          <p:nvSpPr>
            <p:cNvPr id="22555" name="文本框 26652"/>
            <p:cNvSpPr txBox="1"/>
            <p:nvPr/>
          </p:nvSpPr>
          <p:spPr>
            <a:xfrm>
              <a:off x="653" y="642"/>
              <a:ext cx="509" cy="212"/>
            </a:xfrm>
            <a:prstGeom prst="rect">
              <a:avLst/>
            </a:prstGeom>
            <a:noFill/>
            <a:ln w="9525">
              <a:noFill/>
              <a:miter/>
            </a:ln>
          </p:spPr>
          <p:txBody>
            <a:bodyPr wrap="square" anchor="t">
              <a:spAutoFit/>
            </a:bodyPr>
            <a:p>
              <a:pPr lvl="0">
                <a:spcBef>
                  <a:spcPct val="50000"/>
                </a:spcBef>
                <a:buClr>
                  <a:srgbClr val="000000"/>
                </a:buClr>
              </a:pPr>
              <a:r>
                <a:rPr lang="en-US" altLang="zh-CN" sz="1600">
                  <a:solidFill>
                    <a:schemeClr val="tx1"/>
                  </a:solidFill>
                  <a:latin typeface="宋体" panose="02010600030101010101" pitchFamily="2" charset="-122"/>
                  <a:ea typeface="宋体" panose="02010600030101010101" pitchFamily="2" charset="-122"/>
                  <a:sym typeface="MT Extra" panose="05050102010205020202" pitchFamily="2" charset="2"/>
                </a:rPr>
                <a:t>......</a:t>
              </a:r>
              <a:endParaRPr lang="en-US" altLang="zh-CN" sz="1600">
                <a:solidFill>
                  <a:schemeClr val="tx1"/>
                </a:solidFill>
                <a:latin typeface="宋体" panose="02010600030101010101" pitchFamily="2" charset="-122"/>
                <a:ea typeface="宋体" panose="02010600030101010101" pitchFamily="2" charset="-122"/>
                <a:sym typeface="MT Extra" panose="05050102010205020202" pitchFamily="2" charset="2"/>
              </a:endParaRPr>
            </a:p>
          </p:txBody>
        </p:sp>
        <p:sp>
          <p:nvSpPr>
            <p:cNvPr id="22556" name="直接连接符 26653"/>
            <p:cNvSpPr/>
            <p:nvPr/>
          </p:nvSpPr>
          <p:spPr>
            <a:xfrm>
              <a:off x="497" y="1064"/>
              <a:ext cx="820" cy="0"/>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22557" name="直接连接符 26654"/>
            <p:cNvSpPr/>
            <p:nvPr/>
          </p:nvSpPr>
          <p:spPr>
            <a:xfrm>
              <a:off x="492" y="1288"/>
              <a:ext cx="820" cy="0"/>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22558" name="文本框 26655"/>
            <p:cNvSpPr txBox="1"/>
            <p:nvPr/>
          </p:nvSpPr>
          <p:spPr>
            <a:xfrm>
              <a:off x="781" y="1032"/>
              <a:ext cx="235" cy="211"/>
            </a:xfrm>
            <a:prstGeom prst="rect">
              <a:avLst/>
            </a:prstGeom>
            <a:noFill/>
            <a:ln w="9525">
              <a:noFill/>
              <a:miter/>
            </a:ln>
          </p:spPr>
          <p:txBody>
            <a:bodyPr anchor="t">
              <a:spAutoFit/>
            </a:bodyPr>
            <a:p>
              <a:pPr lvl="0">
                <a:spcBef>
                  <a:spcPct val="50000"/>
                </a:spcBef>
                <a:buClr>
                  <a:srgbClr val="000000"/>
                </a:buClr>
              </a:pPr>
              <a:r>
                <a:rPr lang="en-US" altLang="zh-CN" sz="1600">
                  <a:solidFill>
                    <a:schemeClr val="tx1"/>
                  </a:solidFill>
                  <a:latin typeface="Times New Roman" panose="02020603050405020304" charset="0"/>
                  <a:ea typeface="宋体" panose="02010600030101010101" pitchFamily="2" charset="-122"/>
                </a:rPr>
                <a:t>r</a:t>
              </a:r>
              <a:r>
                <a:rPr lang="en-US" altLang="zh-CN" sz="1600" baseline="-25000">
                  <a:solidFill>
                    <a:schemeClr val="tx1"/>
                  </a:solidFill>
                  <a:latin typeface="Times New Roman" panose="02020603050405020304" charset="0"/>
                  <a:ea typeface="宋体" panose="02010600030101010101" pitchFamily="2" charset="-122"/>
                </a:rPr>
                <a:t>i</a:t>
              </a:r>
              <a:endParaRPr lang="en-US" altLang="zh-CN" sz="1600" baseline="-25000">
                <a:solidFill>
                  <a:schemeClr val="tx1"/>
                </a:solidFill>
                <a:latin typeface="Times New Roman" panose="02020603050405020304" charset="0"/>
                <a:ea typeface="宋体" panose="02010600030101010101" pitchFamily="2" charset="-122"/>
              </a:endParaRPr>
            </a:p>
          </p:txBody>
        </p:sp>
        <p:sp>
          <p:nvSpPr>
            <p:cNvPr id="22559" name="直接连接符 26656"/>
            <p:cNvSpPr/>
            <p:nvPr/>
          </p:nvSpPr>
          <p:spPr>
            <a:xfrm>
              <a:off x="0" y="887"/>
              <a:ext cx="499" cy="0"/>
            </a:xfrm>
            <a:prstGeom prst="line">
              <a:avLst/>
            </a:prstGeom>
            <a:ln w="19050" cap="flat" cmpd="sng">
              <a:solidFill>
                <a:schemeClr val="tx1"/>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22560" name="文本框 26657"/>
            <p:cNvSpPr txBox="1"/>
            <p:nvPr/>
          </p:nvSpPr>
          <p:spPr>
            <a:xfrm>
              <a:off x="35" y="706"/>
              <a:ext cx="533" cy="211"/>
            </a:xfrm>
            <a:prstGeom prst="rect">
              <a:avLst/>
            </a:prstGeom>
            <a:noFill/>
            <a:ln w="9525">
              <a:noFill/>
              <a:miter/>
            </a:ln>
          </p:spPr>
          <p:txBody>
            <a:bodyPr anchor="t">
              <a:spAutoFit/>
            </a:bodyPr>
            <a:p>
              <a:pPr lvl="0">
                <a:spcBef>
                  <a:spcPct val="50000"/>
                </a:spcBef>
                <a:buClr>
                  <a:srgbClr val="000000"/>
                </a:buClr>
              </a:pPr>
              <a:r>
                <a:rPr lang="en-US" altLang="zh-CN" sz="1600">
                  <a:solidFill>
                    <a:schemeClr val="tx1"/>
                  </a:solidFill>
                  <a:latin typeface="Times New Roman" panose="02020603050405020304" charset="0"/>
                  <a:ea typeface="宋体" panose="02010600030101010101" pitchFamily="2" charset="-122"/>
                </a:rPr>
                <a:t>RPTR</a:t>
              </a:r>
              <a:endParaRPr lang="en-US" altLang="zh-CN" sz="1600">
                <a:solidFill>
                  <a:schemeClr val="tx1"/>
                </a:solidFill>
                <a:latin typeface="Times New Roman" panose="02020603050405020304" charset="0"/>
                <a:ea typeface="宋体" panose="02010600030101010101" pitchFamily="2" charset="-122"/>
              </a:endParaRPr>
            </a:p>
          </p:txBody>
        </p:sp>
        <p:sp>
          <p:nvSpPr>
            <p:cNvPr id="22561" name="文本框 26658"/>
            <p:cNvSpPr txBox="1"/>
            <p:nvPr/>
          </p:nvSpPr>
          <p:spPr>
            <a:xfrm>
              <a:off x="439" y="1590"/>
              <a:ext cx="997" cy="212"/>
            </a:xfrm>
            <a:prstGeom prst="rect">
              <a:avLst/>
            </a:prstGeom>
            <a:noFill/>
            <a:ln w="9525">
              <a:noFill/>
              <a:miter/>
            </a:ln>
          </p:spPr>
          <p:txBody>
            <a:bodyPr anchor="t">
              <a:spAutoFit/>
            </a:bodyPr>
            <a:p>
              <a:pPr lvl="0">
                <a:spcBef>
                  <a:spcPct val="50000"/>
                </a:spcBef>
                <a:buClr>
                  <a:srgbClr val="000000"/>
                </a:buClr>
              </a:pPr>
              <a:r>
                <a:rPr lang="zh-CN" altLang="en-US" sz="1600">
                  <a:solidFill>
                    <a:schemeClr val="tx1"/>
                  </a:solidFill>
                  <a:latin typeface="Times New Roman" panose="02020603050405020304" charset="0"/>
                  <a:ea typeface="宋体" panose="02010600030101010101" pitchFamily="2" charset="-122"/>
                </a:rPr>
                <a:t>变长记录文件</a:t>
              </a:r>
              <a:endParaRPr lang="zh-CN" altLang="en-US" sz="1600">
                <a:solidFill>
                  <a:schemeClr val="tx1"/>
                </a:solidFill>
                <a:latin typeface="Times New Roman" panose="02020603050405020304" charset="0"/>
                <a:ea typeface="宋体" panose="02010600030101010101" pitchFamily="2" charset="-122"/>
              </a:endParaRPr>
            </a:p>
          </p:txBody>
        </p:sp>
        <p:sp>
          <p:nvSpPr>
            <p:cNvPr id="22562" name="文本框 26659"/>
            <p:cNvSpPr txBox="1"/>
            <p:nvPr/>
          </p:nvSpPr>
          <p:spPr>
            <a:xfrm>
              <a:off x="347" y="0"/>
              <a:ext cx="235" cy="211"/>
            </a:xfrm>
            <a:prstGeom prst="rect">
              <a:avLst/>
            </a:prstGeom>
            <a:noFill/>
            <a:ln w="9525">
              <a:noFill/>
              <a:miter/>
            </a:ln>
          </p:spPr>
          <p:txBody>
            <a:bodyPr anchor="t">
              <a:spAutoFit/>
            </a:bodyPr>
            <a:p>
              <a:pPr lvl="0">
                <a:spcBef>
                  <a:spcPct val="50000"/>
                </a:spcBef>
                <a:buClr>
                  <a:srgbClr val="000000"/>
                </a:buClr>
              </a:pPr>
              <a:r>
                <a:rPr lang="en-US" altLang="zh-CN" sz="1600">
                  <a:solidFill>
                    <a:schemeClr val="tx1"/>
                  </a:solidFill>
                  <a:latin typeface="Times New Roman" panose="02020603050405020304" charset="0"/>
                  <a:ea typeface="宋体" panose="02010600030101010101" pitchFamily="2" charset="-122"/>
                </a:rPr>
                <a:t>0</a:t>
              </a:r>
              <a:endParaRPr lang="en-US" altLang="zh-CN" sz="1600">
                <a:solidFill>
                  <a:schemeClr val="tx1"/>
                </a:solidFill>
                <a:latin typeface="Times New Roman" panose="02020603050405020304" charset="0"/>
                <a:ea typeface="宋体" panose="02010600030101010101" pitchFamily="2" charset="-122"/>
              </a:endParaRPr>
            </a:p>
          </p:txBody>
        </p:sp>
        <p:sp>
          <p:nvSpPr>
            <p:cNvPr id="22563" name="文本框 26660"/>
            <p:cNvSpPr txBox="1"/>
            <p:nvPr/>
          </p:nvSpPr>
          <p:spPr>
            <a:xfrm>
              <a:off x="149" y="477"/>
              <a:ext cx="433" cy="211"/>
            </a:xfrm>
            <a:prstGeom prst="rect">
              <a:avLst/>
            </a:prstGeom>
            <a:noFill/>
            <a:ln w="9525">
              <a:noFill/>
              <a:miter/>
            </a:ln>
          </p:spPr>
          <p:txBody>
            <a:bodyPr anchor="t">
              <a:spAutoFit/>
            </a:bodyPr>
            <a:p>
              <a:pPr lvl="0">
                <a:spcBef>
                  <a:spcPct val="50000"/>
                </a:spcBef>
                <a:buClr>
                  <a:srgbClr val="000000"/>
                </a:buClr>
              </a:pPr>
              <a:r>
                <a:rPr lang="en-US" altLang="zh-CN" sz="1600">
                  <a:solidFill>
                    <a:schemeClr val="tx1"/>
                  </a:solidFill>
                  <a:latin typeface="Times New Roman" panose="02020603050405020304" charset="0"/>
                  <a:ea typeface="宋体" panose="02010600030101010101" pitchFamily="2" charset="-122"/>
                </a:rPr>
                <a:t>L</a:t>
              </a:r>
              <a:r>
                <a:rPr lang="en-US" altLang="zh-CN" sz="1600" baseline="-25000">
                  <a:solidFill>
                    <a:schemeClr val="tx1"/>
                  </a:solidFill>
                  <a:latin typeface="Times New Roman" panose="02020603050405020304" charset="0"/>
                  <a:ea typeface="宋体" panose="02010600030101010101" pitchFamily="2" charset="-122"/>
                </a:rPr>
                <a:t>0</a:t>
              </a:r>
              <a:r>
                <a:rPr lang="en-US" altLang="zh-CN" sz="1600">
                  <a:solidFill>
                    <a:schemeClr val="tx1"/>
                  </a:solidFill>
                  <a:latin typeface="Times New Roman" panose="02020603050405020304" charset="0"/>
                  <a:ea typeface="宋体" panose="02010600030101010101" pitchFamily="2" charset="-122"/>
                </a:rPr>
                <a:t>+1</a:t>
              </a:r>
              <a:endParaRPr lang="en-US" altLang="zh-CN" sz="1600">
                <a:solidFill>
                  <a:schemeClr val="tx1"/>
                </a:solidFill>
                <a:latin typeface="Times New Roman" panose="02020603050405020304" charset="0"/>
                <a:ea typeface="宋体" panose="02010600030101010101" pitchFamily="2" charset="-122"/>
              </a:endParaRPr>
            </a:p>
          </p:txBody>
        </p:sp>
        <p:sp>
          <p:nvSpPr>
            <p:cNvPr id="22564" name="文本框 26661"/>
            <p:cNvSpPr txBox="1"/>
            <p:nvPr/>
          </p:nvSpPr>
          <p:spPr>
            <a:xfrm>
              <a:off x="653" y="1300"/>
              <a:ext cx="448" cy="212"/>
            </a:xfrm>
            <a:prstGeom prst="rect">
              <a:avLst/>
            </a:prstGeom>
            <a:noFill/>
            <a:ln w="9525">
              <a:noFill/>
              <a:miter/>
            </a:ln>
          </p:spPr>
          <p:txBody>
            <a:bodyPr wrap="square" anchor="t">
              <a:spAutoFit/>
            </a:bodyPr>
            <a:p>
              <a:pPr lvl="0">
                <a:spcBef>
                  <a:spcPct val="50000"/>
                </a:spcBef>
                <a:buClr>
                  <a:srgbClr val="000000"/>
                </a:buClr>
              </a:pPr>
              <a:r>
                <a:rPr lang="en-US" altLang="zh-CN" sz="1600">
                  <a:solidFill>
                    <a:schemeClr val="tx1"/>
                  </a:solidFill>
                  <a:latin typeface="宋体" panose="02010600030101010101" pitchFamily="2" charset="-122"/>
                  <a:ea typeface="宋体" panose="02010600030101010101" pitchFamily="2" charset="-122"/>
                  <a:sym typeface="MT Extra" panose="05050102010205020202" pitchFamily="2" charset="2"/>
                </a:rPr>
                <a:t>......</a:t>
              </a:r>
              <a:endParaRPr lang="en-US" altLang="zh-CN" sz="1600">
                <a:solidFill>
                  <a:schemeClr val="tx1"/>
                </a:solidFill>
                <a:latin typeface="宋体" panose="02010600030101010101" pitchFamily="2" charset="-122"/>
                <a:ea typeface="宋体" panose="02010600030101010101" pitchFamily="2" charset="-122"/>
                <a:sym typeface="MT Extra" panose="05050102010205020202" pitchFamily="2" charset="2"/>
              </a:endParaRPr>
            </a:p>
          </p:txBody>
        </p:sp>
        <p:sp>
          <p:nvSpPr>
            <p:cNvPr id="22565" name="直接连接符 26662"/>
            <p:cNvSpPr/>
            <p:nvPr/>
          </p:nvSpPr>
          <p:spPr>
            <a:xfrm>
              <a:off x="489" y="885"/>
              <a:ext cx="820" cy="0"/>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22566" name="文本框 26663"/>
            <p:cNvSpPr txBox="1"/>
            <p:nvPr/>
          </p:nvSpPr>
          <p:spPr>
            <a:xfrm>
              <a:off x="772" y="853"/>
              <a:ext cx="261" cy="211"/>
            </a:xfrm>
            <a:prstGeom prst="rect">
              <a:avLst/>
            </a:prstGeom>
            <a:noFill/>
            <a:ln w="9525">
              <a:noFill/>
              <a:miter/>
            </a:ln>
          </p:spPr>
          <p:txBody>
            <a:bodyPr anchor="t">
              <a:spAutoFit/>
            </a:bodyPr>
            <a:p>
              <a:pPr lvl="0">
                <a:spcBef>
                  <a:spcPct val="50000"/>
                </a:spcBef>
                <a:buClr>
                  <a:srgbClr val="000000"/>
                </a:buClr>
              </a:pPr>
              <a:r>
                <a:rPr lang="en-US" altLang="zh-CN" sz="1600">
                  <a:solidFill>
                    <a:schemeClr val="tx1"/>
                  </a:solidFill>
                  <a:latin typeface="Times New Roman" panose="02020603050405020304" charset="0"/>
                  <a:ea typeface="宋体" panose="02010600030101010101" pitchFamily="2" charset="-122"/>
                </a:rPr>
                <a:t>l</a:t>
              </a:r>
              <a:r>
                <a:rPr lang="en-US" altLang="zh-CN" sz="1600" baseline="-25000">
                  <a:solidFill>
                    <a:schemeClr val="tx1"/>
                  </a:solidFill>
                  <a:latin typeface="Times New Roman" panose="02020603050405020304" charset="0"/>
                  <a:ea typeface="宋体" panose="02010600030101010101" pitchFamily="2" charset="-122"/>
                </a:rPr>
                <a:t>i</a:t>
              </a:r>
              <a:endParaRPr lang="en-US" altLang="zh-CN" sz="1600" baseline="-25000">
                <a:solidFill>
                  <a:schemeClr val="tx1"/>
                </a:solidFill>
                <a:latin typeface="Times New Roman" panose="02020603050405020304" charset="0"/>
                <a:ea typeface="宋体" panose="02010600030101010101" pitchFamily="2" charset="-122"/>
              </a:endParaRPr>
            </a:p>
          </p:txBody>
        </p:sp>
      </p:grpSp>
      <p:sp>
        <p:nvSpPr>
          <p:cNvPr id="4" name="文本框 3"/>
          <p:cNvSpPr txBox="1"/>
          <p:nvPr/>
        </p:nvSpPr>
        <p:spPr>
          <a:xfrm>
            <a:off x="630238" y="5429250"/>
            <a:ext cx="8005763" cy="603250"/>
          </a:xfrm>
          <a:prstGeom prst="rect">
            <a:avLst/>
          </a:prstGeom>
          <a:noFill/>
        </p:spPr>
        <p:txBody>
          <a:bodyPr wrap="none" rtlCol="0" anchor="t">
            <a:spAutoFit/>
          </a:bodyPr>
          <a:p>
            <a:pPr lvl="0" algn="l" fontAlgn="base">
              <a:lnSpc>
                <a:spcPct val="120000"/>
              </a:lnSpc>
              <a:spcBef>
                <a:spcPct val="30000"/>
              </a:spcBef>
              <a:buClr>
                <a:schemeClr val="tx2"/>
              </a:buClr>
              <a:buSzPct val="95000"/>
              <a:buFont typeface="Wingdings" panose="05000000000000000000" pitchFamily="2" charset="2"/>
            </a:pPr>
            <a:r>
              <a:rPr lang="x-none" altLang="zh-CN" sz="2800" b="0" strike="noStrike" noProof="1">
                <a:solidFill>
                  <a:schemeClr val="tx1"/>
                </a:solidFill>
                <a:effectLst>
                  <a:outerShdw blurRad="38100" dist="38100" dir="2700000" algn="tl">
                    <a:srgbClr val="000000">
                      <a:alpha val="43137"/>
                    </a:srgbClr>
                  </a:outerShdw>
                </a:effectLst>
                <a:latin typeface="Times New Roman" panose="02020603050405020304" charset="0"/>
                <a:ea typeface="宋体" panose="02010600030101010101" pitchFamily="2" charset="-122"/>
                <a:cs typeface="+mn-cs"/>
                <a:sym typeface="+mn-ea"/>
              </a:rPr>
              <a:t>变长</a:t>
            </a:r>
            <a:r>
              <a:rPr lang="zh-CN" altLang="en-US" sz="2800" b="0" strike="noStrike" noProof="1">
                <a:solidFill>
                  <a:schemeClr val="tx1"/>
                </a:solidFill>
                <a:effectLst>
                  <a:outerShdw blurRad="38100" dist="38100" dir="2700000" algn="tl">
                    <a:srgbClr val="000000">
                      <a:alpha val="43137"/>
                    </a:srgbClr>
                  </a:outerShdw>
                </a:effectLst>
                <a:latin typeface="Times New Roman" panose="02020603050405020304" charset="0"/>
                <a:ea typeface="宋体" panose="02010600030101010101" pitchFamily="2" charset="-122"/>
                <a:cs typeface="+mn-cs"/>
                <a:sym typeface="+mn-ea"/>
              </a:rPr>
              <a:t>记录</a:t>
            </a:r>
            <a:r>
              <a:rPr lang="x-none" altLang="zh-CN" sz="2800" b="0" strike="noStrike" noProof="1">
                <a:solidFill>
                  <a:schemeClr val="tx1"/>
                </a:solidFill>
                <a:effectLst>
                  <a:outerShdw blurRad="38100" dist="38100" dir="2700000" algn="tl">
                    <a:srgbClr val="000000">
                      <a:alpha val="43137"/>
                    </a:srgbClr>
                  </a:outerShdw>
                </a:effectLst>
                <a:latin typeface="Times New Roman" panose="02020603050405020304" charset="0"/>
                <a:ea typeface="宋体" panose="02010600030101010101" pitchFamily="2" charset="-122"/>
                <a:cs typeface="+mn-cs"/>
                <a:sym typeface="+mn-ea"/>
              </a:rPr>
              <a:t>文件中确定一个记录的逻辑位置比较麻烦</a:t>
            </a:r>
            <a:endParaRPr lang="zh-CN" altLang="en-US" sz="2400" strike="noStrike" noProof="1">
              <a:solidFill>
                <a:schemeClr val="tx1"/>
              </a:solidFill>
              <a:effectLst>
                <a:outerShdw blurRad="38100" dist="38100" dir="2700000">
                  <a:srgbClr val="000000"/>
                </a:outerShdw>
              </a:effectLst>
              <a:latin typeface="Times New Roman" panose="02020603050405020304" charset="0"/>
              <a:cs typeface="+mn-cs"/>
            </a:endParaRPr>
          </a:p>
        </p:txBody>
      </p:sp>
      <p:sp>
        <p:nvSpPr>
          <p:cNvPr id="5" name="矩形 4"/>
          <p:cNvSpPr/>
          <p:nvPr/>
        </p:nvSpPr>
        <p:spPr>
          <a:xfrm>
            <a:off x="665163" y="1157288"/>
            <a:ext cx="2744788" cy="530225"/>
          </a:xfrm>
          <a:prstGeom prst="rect">
            <a:avLst/>
          </a:prstGeom>
          <a:noFill/>
          <a:ln w="9525">
            <a:noFill/>
            <a:miter/>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1295400" lvl="2" indent="-381000" fontAlgn="base">
              <a:lnSpc>
                <a:spcPct val="120000"/>
              </a:lnSpc>
            </a:pPr>
            <a:r>
              <a:rPr lang="x-none" altLang="zh-CN" b="1" strike="noStrike" noProof="1">
                <a:solidFill>
                  <a:schemeClr val="tx1"/>
                </a:solidFill>
                <a:latin typeface="Times New Roman" panose="02020603050405020304" charset="0"/>
                <a:ea typeface="宋体" panose="02010600030101010101" pitchFamily="2" charset="-122"/>
                <a:cs typeface="+mn-cs"/>
              </a:rPr>
              <a:t>定长</a:t>
            </a:r>
            <a:r>
              <a:rPr lang="zh-CN" altLang="en-US" b="1" strike="noStrike" noProof="1">
                <a:solidFill>
                  <a:schemeClr val="tx1"/>
                </a:solidFill>
                <a:latin typeface="Times New Roman" panose="02020603050405020304" charset="0"/>
                <a:ea typeface="宋体" panose="02010600030101010101" pitchFamily="2" charset="-122"/>
                <a:cs typeface="+mn-cs"/>
              </a:rPr>
              <a:t>记录</a:t>
            </a:r>
            <a:r>
              <a:rPr lang="zh-CN" altLang="en-US" strike="noStrike" noProof="1">
                <a:solidFill>
                  <a:schemeClr val="tx1"/>
                </a:solidFill>
                <a:latin typeface="Times New Roman" panose="02020603050405020304" charset="0"/>
                <a:ea typeface="宋体" panose="02010600030101010101" pitchFamily="2" charset="-122"/>
                <a:cs typeface="+mn-cs"/>
              </a:rPr>
              <a:t>     </a:t>
            </a:r>
            <a:endParaRPr lang="zh-CN" altLang="en-US" strike="noStrike" noProof="1">
              <a:solidFill>
                <a:schemeClr val="tx1"/>
              </a:solidFill>
              <a:latin typeface="Times New Roman" panose="02020603050405020304"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26629" grpId="0"/>
      <p:bldP spid="5"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50" name="文本框 27649"/>
          <p:cNvSpPr txBox="1"/>
          <p:nvPr/>
        </p:nvSpPr>
        <p:spPr>
          <a:xfrm>
            <a:off x="211138" y="669925"/>
            <a:ext cx="309563" cy="749300"/>
          </a:xfrm>
          <a:prstGeom prst="rect">
            <a:avLst/>
          </a:prstGeom>
          <a:noFill/>
          <a:ln w="9525">
            <a:noFill/>
            <a:miter/>
          </a:ln>
        </p:spPr>
        <p:txBody>
          <a:bodyPr wrap="none" anchor="t">
            <a:spAutoFit/>
          </a:bodyPr>
          <a:p>
            <a:pPr lvl="0" algn="l" fontAlgn="base">
              <a:lnSpc>
                <a:spcPct val="120000"/>
              </a:lnSpc>
              <a:spcBef>
                <a:spcPct val="20000"/>
              </a:spcBef>
              <a:buNone/>
            </a:pPr>
            <a:endParaRPr sz="3600" b="1" strike="noStrike" noProof="1">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27651" name="文本占位符 27650"/>
          <p:cNvSpPr>
            <a:spLocks noGrp="1"/>
          </p:cNvSpPr>
          <p:nvPr>
            <p:ph idx="1"/>
          </p:nvPr>
        </p:nvSpPr>
        <p:spPr>
          <a:xfrm>
            <a:off x="358775" y="730250"/>
            <a:ext cx="8458200" cy="4229100"/>
          </a:xfrm>
        </p:spPr>
        <p:txBody>
          <a:bodyPr vert="horz" wrap="square" anchor="t">
            <a:spAutoFit/>
          </a:bodyPr>
          <a:p>
            <a:pPr lvl="0" algn="just">
              <a:lnSpc>
                <a:spcPct val="110000"/>
              </a:lnSpc>
              <a:buClr>
                <a:schemeClr val="bg2"/>
              </a:buClr>
              <a:buFont typeface="Monotype Sorts" pitchFamily="2" charset="2"/>
              <a:buNone/>
            </a:pPr>
            <a:r>
              <a:rPr lang="zh-CN" altLang="en-US" sz="2800" b="1" dirty="0">
                <a:solidFill>
                  <a:srgbClr val="A50021"/>
                </a:solidFill>
                <a:latin typeface="Times New Roman" panose="02020603050405020304" charset="0"/>
                <a:ea typeface="宋体" panose="02010600030101010101" pitchFamily="2" charset="-122"/>
              </a:rPr>
              <a:t>（3）两种文件的比较</a:t>
            </a:r>
            <a:endParaRPr lang="zh-CN" altLang="en-US" dirty="0">
              <a:solidFill>
                <a:srgbClr val="CC0000"/>
              </a:solidFill>
              <a:latin typeface="Times New Roman" panose="02020603050405020304" charset="0"/>
            </a:endParaRPr>
          </a:p>
          <a:p>
            <a:pPr lvl="1" indent="-455295">
              <a:lnSpc>
                <a:spcPct val="110000"/>
              </a:lnSpc>
            </a:pPr>
            <a:r>
              <a:rPr lang="zh-CN" altLang="en-US" dirty="0">
                <a:solidFill>
                  <a:schemeClr val="tx1"/>
                </a:solidFill>
                <a:effectLst/>
                <a:latin typeface="Times New Roman" panose="02020603050405020304" charset="0"/>
              </a:rPr>
              <a:t>流式文件就象给一张白纸给用户，用户可将他的信息任意地写到纸上，没有任何格式上的限制。</a:t>
            </a:r>
            <a:endParaRPr lang="zh-CN" altLang="en-US" dirty="0">
              <a:solidFill>
                <a:schemeClr val="tx1"/>
              </a:solidFill>
              <a:effectLst/>
              <a:latin typeface="Times New Roman" panose="02020603050405020304" charset="0"/>
            </a:endParaRPr>
          </a:p>
          <a:p>
            <a:pPr lvl="1" indent="-455295">
              <a:lnSpc>
                <a:spcPct val="110000"/>
              </a:lnSpc>
            </a:pPr>
            <a:r>
              <a:rPr lang="zh-CN" altLang="en-US" dirty="0">
                <a:solidFill>
                  <a:schemeClr val="tx1"/>
                </a:solidFill>
                <a:effectLst/>
                <a:latin typeface="Times New Roman" panose="02020603050405020304" charset="0"/>
              </a:rPr>
              <a:t>记录式文件就象给一张表格给用户，用户要按表规定的格式填信息。</a:t>
            </a:r>
            <a:endParaRPr lang="zh-CN" altLang="en-US" dirty="0">
              <a:solidFill>
                <a:schemeClr val="tx1"/>
              </a:solidFill>
              <a:effectLst/>
              <a:latin typeface="Times New Roman" panose="02020603050405020304" charset="0"/>
            </a:endParaRPr>
          </a:p>
          <a:p>
            <a:pPr lvl="1" indent="-455295">
              <a:lnSpc>
                <a:spcPct val="110000"/>
              </a:lnSpc>
            </a:pPr>
            <a:r>
              <a:rPr lang="zh-CN" altLang="en-US" dirty="0">
                <a:solidFill>
                  <a:schemeClr val="tx1"/>
                </a:solidFill>
                <a:effectLst/>
                <a:latin typeface="Times New Roman" panose="02020603050405020304" charset="0"/>
                <a:ea typeface="宋体" panose="02010600030101010101" pitchFamily="2" charset="-122"/>
              </a:rPr>
              <a:t>流式文件管理简单，</a:t>
            </a:r>
            <a:r>
              <a:rPr lang="zh-CN" altLang="en-US" dirty="0">
                <a:solidFill>
                  <a:schemeClr val="tx1"/>
                </a:solidFill>
                <a:effectLst/>
                <a:latin typeface="Times New Roman" panose="02020603050405020304" charset="0"/>
              </a:rPr>
              <a:t>记录式文件</a:t>
            </a:r>
            <a:r>
              <a:rPr lang="zh-CN" altLang="en-US" dirty="0">
                <a:solidFill>
                  <a:schemeClr val="tx1"/>
                </a:solidFill>
                <a:effectLst/>
                <a:latin typeface="Times New Roman" panose="02020603050405020304" charset="0"/>
                <a:ea typeface="宋体" panose="02010600030101010101" pitchFamily="2" charset="-122"/>
              </a:rPr>
              <a:t>需要管理记录结构信息。</a:t>
            </a:r>
            <a:endParaRPr lang="zh-CN" altLang="en-US" dirty="0">
              <a:solidFill>
                <a:schemeClr val="tx1"/>
              </a:solidFill>
              <a:effectLst/>
              <a:latin typeface="Times New Roman" panose="02020603050405020304"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27651" grpId="0" animBg="1"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4" name="标题 18433"/>
          <p:cNvSpPr>
            <a:spLocks noGrp="1"/>
          </p:cNvSpPr>
          <p:nvPr>
            <p:ph type="title"/>
          </p:nvPr>
        </p:nvSpPr>
        <p:spPr>
          <a:xfrm>
            <a:off x="363538" y="619125"/>
            <a:ext cx="8393113" cy="725488"/>
          </a:xfrm>
        </p:spPr>
        <p:txBody>
          <a:bodyPr anchor="b">
            <a:spAutoFit/>
          </a:bodyPr>
          <a:p>
            <a:pPr marL="533400" lvl="0" indent="-533400">
              <a:lnSpc>
                <a:spcPct val="130000"/>
              </a:lnSpc>
              <a:spcBef>
                <a:spcPct val="30000"/>
              </a:spcBef>
              <a:buClr>
                <a:schemeClr val="tx2"/>
              </a:buClr>
              <a:buSzPct val="95000"/>
              <a:buFont typeface="Wingdings" panose="05000000000000000000" pitchFamily="2" charset="2"/>
              <a:buChar char="•"/>
            </a:pPr>
            <a:r>
              <a:rPr lang="zh-CN" altLang="zh-CN" sz="3200">
                <a:solidFill>
                  <a:srgbClr val="990000"/>
                </a:solidFill>
                <a:latin typeface="Times New Roman" panose="02020603050405020304" charset="0"/>
                <a:ea typeface="宋体" panose="02010600030101010101" pitchFamily="2" charset="-122"/>
              </a:rPr>
              <a:t>2</a:t>
            </a:r>
            <a:r>
              <a:rPr lang="zh-CN" altLang="en-US" sz="3200">
                <a:solidFill>
                  <a:srgbClr val="990000"/>
                </a:solidFill>
                <a:latin typeface="Times New Roman" panose="02020603050405020304" charset="0"/>
                <a:ea typeface="宋体" panose="02010600030101010101" pitchFamily="2" charset="-122"/>
              </a:rPr>
              <a:t>、文件的存取方法</a:t>
            </a:r>
            <a:endParaRPr lang="zh-CN" altLang="en-US" sz="3200">
              <a:solidFill>
                <a:srgbClr val="990000"/>
              </a:solidFill>
              <a:latin typeface="Times New Roman" panose="02020603050405020304" charset="0"/>
              <a:ea typeface="宋体" panose="02010600030101010101" pitchFamily="2" charset="-122"/>
            </a:endParaRPr>
          </a:p>
        </p:txBody>
      </p:sp>
      <p:sp>
        <p:nvSpPr>
          <p:cNvPr id="18435" name="文本占位符 18434"/>
          <p:cNvSpPr>
            <a:spLocks noGrp="1"/>
          </p:cNvSpPr>
          <p:nvPr>
            <p:ph idx="1"/>
          </p:nvPr>
        </p:nvSpPr>
        <p:spPr>
          <a:xfrm>
            <a:off x="284163" y="1576388"/>
            <a:ext cx="8485188" cy="3992563"/>
          </a:xfrm>
        </p:spPr>
        <p:txBody>
          <a:bodyPr wrap="square">
            <a:spAutoFit/>
          </a:bodyPr>
          <a:p>
            <a:pPr marL="533400" lvl="0" indent="-533400">
              <a:lnSpc>
                <a:spcPct val="130000"/>
              </a:lnSpc>
              <a:buNone/>
            </a:pPr>
            <a:r>
              <a:rPr lang="zh-CN" altLang="en-US" sz="2800" b="1">
                <a:solidFill>
                  <a:srgbClr val="A50021"/>
                </a:solidFill>
                <a:latin typeface="Times New Roman" panose="02020603050405020304" charset="0"/>
                <a:ea typeface="宋体" panose="02010600030101010101" pitchFamily="2" charset="-122"/>
              </a:rPr>
              <a:t>1. 顺序存取</a:t>
            </a:r>
            <a:endParaRPr lang="zh-CN" altLang="en-US" sz="2800" b="1">
              <a:solidFill>
                <a:srgbClr val="A50021"/>
              </a:solidFill>
              <a:latin typeface="Times New Roman" panose="02020603050405020304" charset="0"/>
              <a:ea typeface="宋体" panose="02010600030101010101" pitchFamily="2" charset="-122"/>
            </a:endParaRPr>
          </a:p>
          <a:p>
            <a:pPr marL="838200" lvl="1" indent="-381000">
              <a:lnSpc>
                <a:spcPct val="105000"/>
              </a:lnSpc>
              <a:spcBef>
                <a:spcPct val="25000"/>
              </a:spcBef>
            </a:pPr>
            <a:r>
              <a:rPr lang="zh-CN" altLang="en-US">
                <a:solidFill>
                  <a:schemeClr val="tx1"/>
                </a:solidFill>
                <a:effectLst>
                  <a:outerShdw blurRad="38100" dist="38100" dir="2700000">
                    <a:srgbClr val="FFFFFF"/>
                  </a:outerShdw>
                </a:effectLst>
                <a:latin typeface="Times New Roman" panose="02020603050405020304" charset="0"/>
              </a:rPr>
              <a:t>后一次存取总是在前一次存取的基础上进行的。</a:t>
            </a:r>
            <a:endParaRPr lang="zh-CN" altLang="en-US">
              <a:solidFill>
                <a:schemeClr val="tx1"/>
              </a:solidFill>
              <a:effectLst>
                <a:outerShdw blurRad="38100" dist="38100" dir="2700000">
                  <a:srgbClr val="FFFFFF"/>
                </a:outerShdw>
              </a:effectLst>
              <a:latin typeface="Times New Roman" panose="02020603050405020304" charset="0"/>
            </a:endParaRPr>
          </a:p>
          <a:p>
            <a:pPr marL="838200" lvl="1" indent="-381000">
              <a:lnSpc>
                <a:spcPct val="105000"/>
              </a:lnSpc>
              <a:spcBef>
                <a:spcPct val="25000"/>
              </a:spcBef>
            </a:pPr>
            <a:r>
              <a:rPr lang="zh-CN" altLang="en-US">
                <a:solidFill>
                  <a:schemeClr val="tx1"/>
                </a:solidFill>
                <a:effectLst>
                  <a:outerShdw blurRad="38100" dist="38100" dir="2700000">
                    <a:srgbClr val="FFFFFF"/>
                  </a:outerShdw>
                </a:effectLst>
                <a:latin typeface="Times New Roman" panose="02020603050405020304" charset="0"/>
              </a:rPr>
              <a:t>顺序存取时不必给出具体的存取位置。</a:t>
            </a:r>
            <a:endParaRPr lang="zh-CN" altLang="en-US">
              <a:solidFill>
                <a:schemeClr val="tx1"/>
              </a:solidFill>
              <a:effectLst>
                <a:outerShdw blurRad="38100" dist="38100" dir="2700000">
                  <a:srgbClr val="FFFFFF"/>
                </a:outerShdw>
              </a:effectLst>
              <a:latin typeface="Times New Roman" panose="02020603050405020304" charset="0"/>
            </a:endParaRPr>
          </a:p>
          <a:p>
            <a:pPr marL="533400" lvl="0" indent="-533400">
              <a:lnSpc>
                <a:spcPct val="130000"/>
              </a:lnSpc>
              <a:buNone/>
            </a:pPr>
            <a:r>
              <a:rPr lang="zh-CN" altLang="en-US" sz="2800" b="1">
                <a:solidFill>
                  <a:srgbClr val="A50021"/>
                </a:solidFill>
                <a:latin typeface="Times New Roman" panose="02020603050405020304" charset="0"/>
                <a:ea typeface="宋体" panose="02010600030101010101" pitchFamily="2" charset="-122"/>
              </a:rPr>
              <a:t>2. 随机存取</a:t>
            </a:r>
            <a:endParaRPr lang="zh-CN" altLang="en-US" sz="2800" b="1">
              <a:solidFill>
                <a:srgbClr val="A50021"/>
              </a:solidFill>
              <a:latin typeface="Times New Roman" panose="02020603050405020304" charset="0"/>
              <a:ea typeface="宋体" panose="02010600030101010101" pitchFamily="2" charset="-122"/>
            </a:endParaRPr>
          </a:p>
          <a:p>
            <a:pPr marL="838200" lvl="1" indent="-381000">
              <a:lnSpc>
                <a:spcPct val="105000"/>
              </a:lnSpc>
              <a:spcBef>
                <a:spcPct val="25000"/>
              </a:spcBef>
            </a:pPr>
            <a:r>
              <a:rPr lang="zh-CN" altLang="en-US">
                <a:solidFill>
                  <a:schemeClr val="tx1"/>
                </a:solidFill>
                <a:effectLst>
                  <a:outerShdw blurRad="38100" dist="38100" dir="2700000">
                    <a:srgbClr val="FFFFFF"/>
                  </a:outerShdw>
                </a:effectLst>
                <a:latin typeface="Times New Roman" panose="02020603050405020304" charset="0"/>
              </a:rPr>
              <a:t>用户以任意次序请求某个记录。</a:t>
            </a:r>
            <a:endParaRPr lang="zh-CN" altLang="en-US">
              <a:solidFill>
                <a:schemeClr val="tx1"/>
              </a:solidFill>
              <a:effectLst>
                <a:outerShdw blurRad="38100" dist="38100" dir="2700000">
                  <a:srgbClr val="FFFFFF"/>
                </a:outerShdw>
              </a:effectLst>
              <a:latin typeface="Times New Roman" panose="02020603050405020304" charset="0"/>
            </a:endParaRPr>
          </a:p>
          <a:p>
            <a:pPr marL="838200" lvl="1" indent="-381000">
              <a:lnSpc>
                <a:spcPct val="105000"/>
              </a:lnSpc>
              <a:spcBef>
                <a:spcPct val="25000"/>
              </a:spcBef>
            </a:pPr>
            <a:r>
              <a:rPr lang="zh-CN" altLang="en-US">
                <a:solidFill>
                  <a:schemeClr val="tx1"/>
                </a:solidFill>
                <a:effectLst>
                  <a:outerShdw blurRad="38100" dist="38100" dir="2700000">
                    <a:srgbClr val="FFFFFF"/>
                  </a:outerShdw>
                </a:effectLst>
                <a:latin typeface="Times New Roman" panose="02020603050405020304" charset="0"/>
              </a:rPr>
              <a:t>随机存取时要指出起始存取位置</a:t>
            </a:r>
            <a:r>
              <a:rPr lang="en-US" altLang="zh-CN">
                <a:solidFill>
                  <a:schemeClr val="tx1"/>
                </a:solidFill>
                <a:effectLst>
                  <a:outerShdw blurRad="38100" dist="38100" dir="2700000">
                    <a:srgbClr val="FFFFFF"/>
                  </a:outerShdw>
                </a:effectLst>
                <a:latin typeface="Times New Roman" panose="02020603050405020304" charset="0"/>
              </a:rPr>
              <a:t>(</a:t>
            </a:r>
            <a:r>
              <a:rPr lang="zh-CN" altLang="en-US">
                <a:solidFill>
                  <a:schemeClr val="tx1"/>
                </a:solidFill>
                <a:effectLst>
                  <a:outerShdw blurRad="38100" dist="38100" dir="2700000">
                    <a:srgbClr val="FFFFFF"/>
                  </a:outerShdw>
                </a:effectLst>
                <a:latin typeface="Times New Roman" panose="02020603050405020304" charset="0"/>
              </a:rPr>
              <a:t>例如记录号、字符序号</a:t>
            </a:r>
            <a:r>
              <a:rPr lang="en-US" altLang="zh-CN">
                <a:solidFill>
                  <a:schemeClr val="tx1"/>
                </a:solidFill>
                <a:effectLst>
                  <a:outerShdw blurRad="38100" dist="38100" dir="2700000">
                    <a:srgbClr val="FFFFFF"/>
                  </a:outerShdw>
                </a:effectLst>
                <a:latin typeface="Times New Roman" panose="02020603050405020304" charset="0"/>
              </a:rPr>
              <a:t>)</a:t>
            </a:r>
            <a:r>
              <a:rPr lang="zh-CN" altLang="en-US">
                <a:solidFill>
                  <a:schemeClr val="tx1"/>
                </a:solidFill>
                <a:effectLst>
                  <a:outerShdw blurRad="38100" dist="38100" dir="2700000">
                    <a:srgbClr val="FFFFFF"/>
                  </a:outerShdw>
                </a:effectLst>
                <a:latin typeface="Times New Roman" panose="02020603050405020304" charset="0"/>
              </a:rPr>
              <a:t>。</a:t>
            </a:r>
            <a:endParaRPr lang="zh-CN" altLang="en-US">
              <a:solidFill>
                <a:schemeClr val="tx1"/>
              </a:solidFill>
              <a:effectLst>
                <a:outerShdw blurRad="38100" dist="38100" dir="2700000">
                  <a:srgbClr val="FFFFFF"/>
                </a:outerShdw>
              </a:effectLst>
              <a:latin typeface="Times New Roman" panose="02020603050405020304" charset="0"/>
            </a:endParaRPr>
          </a:p>
        </p:txBody>
      </p:sp>
      <p:sp>
        <p:nvSpPr>
          <p:cNvPr id="24579" name="灯片编号占位符 1"/>
          <p:cNvSpPr/>
          <p:nvPr>
            <p:ph type="sldNum" sz="quarter"/>
          </p:nvPr>
        </p:nvSpPr>
        <p:spPr>
          <a:xfrm>
            <a:off x="6532563" y="6367463"/>
            <a:ext cx="1905000" cy="457200"/>
          </a:xfrm>
          <a:prstGeom prst="rect">
            <a:avLst/>
          </a:prstGeom>
          <a:noFill/>
          <a:ln w="9525">
            <a:noFill/>
            <a:miter/>
          </a:ln>
        </p:spPr>
        <p:txBody>
          <a:bodyPr anchor="t"/>
          <a:p>
            <a:pPr lvl="0"/>
            <a:fld id="{9A0DB2DC-4C9A-4742-B13C-FB6460FD3503}" type="slidenum">
              <a:rPr lang="zh-CN" altLang="en-US"/>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8" name="矩形 29697"/>
          <p:cNvSpPr/>
          <p:nvPr/>
        </p:nvSpPr>
        <p:spPr>
          <a:xfrm>
            <a:off x="1006475" y="1562100"/>
            <a:ext cx="7129463" cy="2139950"/>
          </a:xfrm>
          <a:prstGeom prst="rect">
            <a:avLst/>
          </a:prstGeom>
          <a:noFill/>
          <a:ln w="9525">
            <a:noFill/>
            <a:miter/>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algn="ctr" fontAlgn="base">
              <a:lnSpc>
                <a:spcPct val="120000"/>
              </a:lnSpc>
              <a:spcBef>
                <a:spcPct val="0"/>
              </a:spcBef>
              <a:buFont typeface="Wingdings" panose="05000000000000000000" pitchFamily="2" charset="2"/>
              <a:buNone/>
            </a:pPr>
            <a:endParaRPr lang="en-US" altLang="zh-CN" sz="2800" b="1" strike="noStrike" noProof="1">
              <a:ea typeface="宋体" panose="02010600030101010101" pitchFamily="2" charset="-122"/>
            </a:endParaRPr>
          </a:p>
          <a:p>
            <a:pPr marL="533400" lvl="0" indent="-533400" algn="ctr" fontAlgn="base">
              <a:lnSpc>
                <a:spcPct val="120000"/>
              </a:lnSpc>
              <a:spcBef>
                <a:spcPct val="0"/>
              </a:spcBef>
              <a:buFont typeface="Wingdings" panose="05000000000000000000" pitchFamily="2" charset="2"/>
              <a:buNone/>
            </a:pPr>
            <a:r>
              <a:rPr lang="zh-CN" altLang="en-US" sz="4000" b="1" strike="noStrike" noProof="1">
                <a:solidFill>
                  <a:srgbClr val="663300"/>
                </a:solidFill>
                <a:latin typeface="Arial" panose="02080604020202020204" pitchFamily="34" charset="0"/>
                <a:ea typeface="宋体" panose="02010600030101010101" pitchFamily="2" charset="-122"/>
                <a:cs typeface="+mn-ea"/>
              </a:rPr>
              <a:t>文件的物理结构</a:t>
            </a:r>
            <a:endParaRPr lang="zh-CN" altLang="en-US" sz="4000" b="1" strike="noStrike" noProof="1">
              <a:solidFill>
                <a:srgbClr val="663300"/>
              </a:solidFill>
              <a:ea typeface="宋体" panose="02010600030101010101" pitchFamily="2" charset="-122"/>
            </a:endParaRPr>
          </a:p>
          <a:p>
            <a:pPr marL="533400" lvl="0" indent="-533400" algn="ctr" fontAlgn="base">
              <a:lnSpc>
                <a:spcPct val="120000"/>
              </a:lnSpc>
              <a:spcBef>
                <a:spcPct val="0"/>
              </a:spcBef>
              <a:buFont typeface="Wingdings" panose="05000000000000000000" pitchFamily="2" charset="2"/>
              <a:buNone/>
            </a:pPr>
            <a:endParaRPr lang="zh-CN" altLang="en-US" sz="4000" b="1" strike="noStrike" noProof="1">
              <a:solidFill>
                <a:srgbClr val="663300"/>
              </a:solidFill>
              <a:ea typeface="宋体" panose="02010600030101010101" pitchFamily="2" charset="-122"/>
            </a:endParaRPr>
          </a:p>
        </p:txBody>
      </p:sp>
      <p:graphicFrame>
        <p:nvGraphicFramePr>
          <p:cNvPr id="25602" name="内容占位符 29698"/>
          <p:cNvGraphicFramePr>
            <a:graphicFrameLocks noChangeAspect="1"/>
          </p:cNvGraphicFramePr>
          <p:nvPr>
            <p:ph idx="1"/>
          </p:nvPr>
        </p:nvGraphicFramePr>
        <p:xfrm>
          <a:off x="0" y="0"/>
          <a:ext cx="838200" cy="517525"/>
        </p:xfrm>
        <a:graphic>
          <a:graphicData uri="http://schemas.openxmlformats.org/presentationml/2006/ole">
            <mc:AlternateContent xmlns:mc="http://schemas.openxmlformats.org/markup-compatibility/2006">
              <mc:Choice xmlns:v="urn:schemas-microsoft-com:vml" Requires="v">
                <p:oleObj spid="_x0000_s3077" name="" r:id="rId2" imgW="838200" imgH="647700" progId="Paint.Picture">
                  <p:embed/>
                </p:oleObj>
              </mc:Choice>
              <mc:Fallback>
                <p:oleObj name="" r:id="rId2" imgW="838200" imgH="647700" progId="Paint.Picture">
                  <p:embed/>
                  <p:pic>
                    <p:nvPicPr>
                      <p:cNvPr id="0" name="图片 3076"/>
                      <p:cNvPicPr/>
                      <p:nvPr/>
                    </p:nvPicPr>
                    <p:blipFill>
                      <a:blip r:embed="rId3"/>
                      <a:stretch>
                        <a:fillRect/>
                      </a:stretch>
                    </p:blipFill>
                    <p:spPr>
                      <a:xfrm>
                        <a:off x="0" y="0"/>
                        <a:ext cx="838200" cy="517525"/>
                      </a:xfrm>
                      <a:prstGeom prst="rect">
                        <a:avLst/>
                      </a:prstGeom>
                      <a:noFill/>
                      <a:ln w="38100"/>
                    </p:spPr>
                  </p:pic>
                </p:oleObj>
              </mc:Fallback>
            </mc:AlternateContent>
          </a:graphicData>
        </a:graphic>
      </p:graphicFrame>
      <p:sp>
        <p:nvSpPr>
          <p:cNvPr id="29700" name="矩形 29699"/>
          <p:cNvSpPr/>
          <p:nvPr/>
        </p:nvSpPr>
        <p:spPr>
          <a:xfrm>
            <a:off x="381000" y="4286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Arial" panose="02080604020202020204" pitchFamily="34" charset="0"/>
                <a:ea typeface="宋体" panose="02010600030101010101" pitchFamily="2" charset="-122"/>
                <a:cs typeface="+mn-ea"/>
              </a:rPr>
              <a:t>文件系统</a:t>
            </a:r>
            <a:r>
              <a:rPr lang="en-US" altLang="zh-CN" sz="2400" strike="noStrike" noProof="1">
                <a:latin typeface="Arial" panose="02080604020202020204" pitchFamily="34" charset="0"/>
                <a:ea typeface="宋体" panose="02010600030101010101" pitchFamily="2" charset="-122"/>
                <a:cs typeface="+mn-ea"/>
              </a:rPr>
              <a:t>——</a:t>
            </a:r>
            <a:r>
              <a:rPr lang="zh-CN" altLang="en-US" sz="2400" strike="noStrike" noProof="1">
                <a:latin typeface="Arial" panose="02080604020202020204" pitchFamily="34" charset="0"/>
                <a:ea typeface="宋体" panose="02010600030101010101" pitchFamily="2" charset="-122"/>
                <a:cs typeface="+mn-ea"/>
              </a:rPr>
              <a:t>文件的物理结构</a:t>
            </a:r>
            <a:endParaRPr lang="zh-CN" altLang="en-US" sz="2400" strike="noStrike" noProof="1">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29698"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9" name="文本占位符 19458"/>
          <p:cNvSpPr>
            <a:spLocks noGrp="1"/>
          </p:cNvSpPr>
          <p:nvPr>
            <p:ph idx="1"/>
          </p:nvPr>
        </p:nvSpPr>
        <p:spPr>
          <a:xfrm>
            <a:off x="457200" y="1600200"/>
            <a:ext cx="8382000" cy="4800600"/>
          </a:xfrm>
        </p:spPr>
        <p:txBody>
          <a:bodyPr>
            <a:spAutoFit/>
          </a:bodyPr>
          <a:p>
            <a:pPr fontAlgn="base">
              <a:lnSpc>
                <a:spcPct val="105000"/>
              </a:lnSpc>
              <a:spcBef>
                <a:spcPct val="25000"/>
              </a:spcBef>
              <a:buNone/>
            </a:pPr>
            <a:r>
              <a:rPr lang="en-US" altLang="zh-CN" strike="noStrike" noProof="1"/>
              <a:t>	</a:t>
            </a:r>
            <a:endParaRPr lang="en-US" altLang="zh-CN" sz="3600" strike="noStrike" noProof="1"/>
          </a:p>
        </p:txBody>
      </p:sp>
      <p:sp>
        <p:nvSpPr>
          <p:cNvPr id="19460" name="矩形 19459"/>
          <p:cNvSpPr/>
          <p:nvPr/>
        </p:nvSpPr>
        <p:spPr>
          <a:xfrm>
            <a:off x="303213" y="1393825"/>
            <a:ext cx="8458200" cy="4572000"/>
          </a:xfrm>
          <a:prstGeom prst="rect">
            <a:avLst/>
          </a:prstGeom>
          <a:noFill/>
          <a:ln w="9525">
            <a:noFill/>
            <a:miter/>
          </a:ln>
        </p:spPr>
        <p:txBody>
          <a:bodyPr/>
          <a:p>
            <a:pPr lvl="0" fontAlgn="base">
              <a:spcBef>
                <a:spcPct val="20000"/>
              </a:spcBef>
              <a:buSzPct val="90000"/>
            </a:pPr>
            <a:r>
              <a:rPr lang="zh-CN" altLang="en-US" sz="3200" b="1" strike="noStrike" noProof="1">
                <a:solidFill>
                  <a:srgbClr val="000000"/>
                </a:solidFill>
                <a:latin typeface="Times New Roman" panose="02020603050405020304" charset="0"/>
                <a:ea typeface="宋体" panose="02010600030101010101" pitchFamily="2" charset="-122"/>
                <a:cs typeface="+mn-ea"/>
              </a:rPr>
              <a:t>基本概念</a:t>
            </a:r>
            <a:endParaRPr lang="zh-CN" altLang="en-US" sz="3200" b="1" strike="noStrike" noProof="1">
              <a:solidFill>
                <a:srgbClr val="000000"/>
              </a:solidFill>
              <a:latin typeface="Times New Roman" panose="02020603050405020304" charset="0"/>
              <a:ea typeface="宋体" panose="02010600030101010101" pitchFamily="2" charset="-122"/>
            </a:endParaRPr>
          </a:p>
          <a:p>
            <a:pPr marL="342900" lvl="0" indent="-342900" fontAlgn="base"/>
            <a:r>
              <a:rPr lang="zh-CN" altLang="en-US" sz="3200" b="1" strike="noStrike" noProof="1">
                <a:solidFill>
                  <a:srgbClr val="CC3300"/>
                </a:solidFill>
                <a:latin typeface="Times New Roman" panose="02020603050405020304" charset="0"/>
                <a:ea typeface="宋体" panose="02010600030101010101" pitchFamily="2" charset="-122"/>
                <a:cs typeface="+mn-ea"/>
              </a:rPr>
              <a:t>块</a:t>
            </a:r>
            <a:r>
              <a:rPr lang="en-US" altLang="zh-CN" sz="3200" b="1" strike="noStrike" noProof="1">
                <a:solidFill>
                  <a:srgbClr val="000000"/>
                </a:solidFill>
                <a:latin typeface="Times New Roman" panose="02020603050405020304" charset="0"/>
                <a:ea typeface="宋体" panose="02010600030101010101" pitchFamily="2" charset="-122"/>
                <a:cs typeface="+mn-ea"/>
              </a:rPr>
              <a:t>——</a:t>
            </a:r>
            <a:r>
              <a:rPr lang="zh-CN" altLang="en-US" sz="3200" b="1" strike="noStrike" noProof="1">
                <a:solidFill>
                  <a:srgbClr val="000000"/>
                </a:solidFill>
                <a:latin typeface="Times New Roman" panose="02020603050405020304" charset="0"/>
                <a:ea typeface="宋体" panose="02010600030101010101" pitchFamily="2" charset="-122"/>
                <a:cs typeface="+mn-ea"/>
              </a:rPr>
              <a:t>块是存储介质上连续信息所组成的一个区域，也叫物理记录。</a:t>
            </a:r>
            <a:endParaRPr lang="zh-CN" altLang="en-US" sz="3200" b="1" strike="noStrike" noProof="1">
              <a:solidFill>
                <a:srgbClr val="000000"/>
              </a:solidFill>
              <a:latin typeface="Times New Roman" panose="02020603050405020304" charset="0"/>
              <a:ea typeface="宋体" panose="02010600030101010101" pitchFamily="2" charset="-122"/>
            </a:endParaRPr>
          </a:p>
          <a:p>
            <a:pPr marL="342900" lvl="0" indent="-342900" fontAlgn="base"/>
            <a:r>
              <a:rPr lang="zh-CN" altLang="en-US" sz="3200" b="1" strike="noStrike" noProof="1">
                <a:solidFill>
                  <a:srgbClr val="000000"/>
                </a:solidFill>
                <a:latin typeface="Times New Roman" panose="02020603050405020304" charset="0"/>
                <a:ea typeface="宋体" panose="02010600030101010101" pitchFamily="2" charset="-122"/>
                <a:cs typeface="+mn-ea"/>
              </a:rPr>
              <a:t>	块是主存储器和辅助存储设备信息交换的物理单位，每次交换一块或整数块。</a:t>
            </a:r>
            <a:endParaRPr lang="zh-CN" altLang="en-US" sz="3200" b="1" strike="noStrike" noProof="1">
              <a:solidFill>
                <a:srgbClr val="000000"/>
              </a:solidFill>
              <a:latin typeface="Times New Roman" panose="02020603050405020304" charset="0"/>
              <a:ea typeface="宋体" panose="02010600030101010101" pitchFamily="2" charset="-122"/>
            </a:endParaRPr>
          </a:p>
          <a:p>
            <a:pPr marL="342900" lvl="0" indent="-342900" fontAlgn="base"/>
            <a:r>
              <a:rPr lang="zh-CN" altLang="en-US" sz="3200" b="1" strike="noStrike" noProof="1">
                <a:solidFill>
                  <a:srgbClr val="000000"/>
                </a:solidFill>
                <a:latin typeface="Times New Roman" panose="02020603050405020304" charset="0"/>
                <a:ea typeface="宋体" panose="02010600030101010101" pitchFamily="2" charset="-122"/>
                <a:cs typeface="+mn-ea"/>
              </a:rPr>
              <a:t>	决定块的大小要考虑到用户使用方式、数据传输效率和存储设备类型等多种因素。</a:t>
            </a:r>
            <a:endParaRPr lang="zh-CN" altLang="en-US" sz="3200" b="1" strike="noStrike" noProof="1">
              <a:solidFill>
                <a:srgbClr val="000000"/>
              </a:solidFill>
              <a:latin typeface="Times New Roman" panose="02020603050405020304" charset="0"/>
              <a:ea typeface="宋体" panose="02010600030101010101" pitchFamily="2" charset="-122"/>
            </a:endParaRPr>
          </a:p>
        </p:txBody>
      </p:sp>
      <p:sp>
        <p:nvSpPr>
          <p:cNvPr id="26627" name="灯片编号占位符 1"/>
          <p:cNvSpPr/>
          <p:nvPr>
            <p:ph type="sldNum" sz="quarter"/>
          </p:nvPr>
        </p:nvSpPr>
        <p:spPr>
          <a:xfrm>
            <a:off x="6532563" y="6367463"/>
            <a:ext cx="1905000" cy="457200"/>
          </a:xfrm>
          <a:prstGeom prst="rect">
            <a:avLst/>
          </a:prstGeom>
          <a:noFill/>
          <a:ln w="9525">
            <a:noFill/>
            <a:miter/>
          </a:ln>
        </p:spPr>
        <p:txBody>
          <a:bodyPr anchor="t"/>
          <a:p>
            <a:pPr lvl="0"/>
            <a:fld id="{9A0DB2DC-4C9A-4742-B13C-FB6460FD3503}" type="slidenum">
              <a:rPr lang="zh-CN" altLang="en-US"/>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19459"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2" name="文本占位符 20481"/>
          <p:cNvSpPr>
            <a:spLocks noGrp="1"/>
          </p:cNvSpPr>
          <p:nvPr>
            <p:ph idx="1"/>
          </p:nvPr>
        </p:nvSpPr>
        <p:spPr>
          <a:xfrm>
            <a:off x="395288" y="1196975"/>
            <a:ext cx="8064500" cy="4032250"/>
          </a:xfrm>
        </p:spPr>
        <p:txBody>
          <a:bodyPr>
            <a:spAutoFit/>
          </a:bodyPr>
          <a:p>
            <a:pPr algn="just" fontAlgn="base">
              <a:lnSpc>
                <a:spcPct val="95000"/>
              </a:lnSpc>
            </a:pPr>
            <a:endParaRPr lang="en-US" altLang="zh-CN" strike="noStrike" noProof="1">
              <a:latin typeface="Times New Roman" panose="02020603050405020304" charset="0"/>
            </a:endParaRPr>
          </a:p>
          <a:p>
            <a:pPr algn="just" fontAlgn="base">
              <a:lnSpc>
                <a:spcPct val="95000"/>
              </a:lnSpc>
              <a:buNone/>
            </a:pPr>
            <a:r>
              <a:rPr lang="en-US" altLang="zh-CN" strike="noStrike" noProof="1">
                <a:solidFill>
                  <a:schemeClr val="tx1"/>
                </a:solidFill>
                <a:latin typeface="华文新魏" pitchFamily="2" charset="-122"/>
              </a:rPr>
              <a:t>	</a:t>
            </a:r>
            <a:r>
              <a:rPr lang="zh-CN" altLang="en-US" strike="noStrike" noProof="1">
                <a:solidFill>
                  <a:schemeClr val="tx1"/>
                </a:solidFill>
                <a:latin typeface="华文新魏" pitchFamily="2" charset="-122"/>
              </a:rPr>
              <a:t>不同类型的存储介质，块的长短常常各不相同；同一类型的存储介质，块的长短也可以不同。</a:t>
            </a:r>
            <a:endParaRPr lang="zh-CN" altLang="en-US" strike="noStrike" noProof="1">
              <a:solidFill>
                <a:schemeClr val="tx1"/>
              </a:solidFill>
              <a:latin typeface="华文新魏" pitchFamily="2" charset="-122"/>
            </a:endParaRPr>
          </a:p>
          <a:p>
            <a:pPr algn="just" fontAlgn="base">
              <a:lnSpc>
                <a:spcPct val="95000"/>
              </a:lnSpc>
              <a:buNone/>
            </a:pPr>
            <a:r>
              <a:rPr lang="zh-CN" altLang="en-US" strike="noStrike" noProof="1">
                <a:solidFill>
                  <a:schemeClr val="tx1"/>
                </a:solidFill>
                <a:latin typeface="华文新魏" pitchFamily="2" charset="-122"/>
              </a:rPr>
              <a:t>	块以块之间可能有间隙，不记录信息的区域。</a:t>
            </a:r>
            <a:endParaRPr lang="zh-CN" altLang="en-US" strike="noStrike" noProof="1">
              <a:solidFill>
                <a:schemeClr val="tx1"/>
              </a:solidFill>
              <a:latin typeface="华文新魏" pitchFamily="2" charset="-122"/>
            </a:endParaRPr>
          </a:p>
        </p:txBody>
      </p:sp>
      <p:sp>
        <p:nvSpPr>
          <p:cNvPr id="27650" name="灯片编号占位符 1"/>
          <p:cNvSpPr/>
          <p:nvPr>
            <p:ph type="sldNum" sz="quarter"/>
          </p:nvPr>
        </p:nvSpPr>
        <p:spPr>
          <a:xfrm>
            <a:off x="6532563" y="6367463"/>
            <a:ext cx="1905000" cy="457200"/>
          </a:xfrm>
          <a:prstGeom prst="rect">
            <a:avLst/>
          </a:prstGeom>
          <a:noFill/>
          <a:ln w="9525">
            <a:noFill/>
            <a:miter/>
          </a:ln>
        </p:spPr>
        <p:txBody>
          <a:bodyPr anchor="t"/>
          <a:p>
            <a:pPr lvl="0"/>
            <a:fld id="{9A0DB2DC-4C9A-4742-B13C-FB6460FD3503}" type="slidenum">
              <a:rPr lang="zh-CN" altLang="en-US"/>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19458" name="内容占位符 19457"/>
          <p:cNvGraphicFramePr>
            <a:graphicFrameLocks noChangeAspect="1"/>
          </p:cNvGraphicFramePr>
          <p:nvPr>
            <p:ph idx="1"/>
          </p:nvPr>
        </p:nvGraphicFramePr>
        <p:xfrm>
          <a:off x="2231390" y="608013"/>
          <a:ext cx="6762750" cy="4584700"/>
        </p:xfrm>
        <a:graphic>
          <a:graphicData uri="http://schemas.openxmlformats.org/presentationml/2006/ole">
            <mc:AlternateContent xmlns:mc="http://schemas.openxmlformats.org/markup-compatibility/2006">
              <mc:Choice xmlns:v="urn:schemas-microsoft-com:vml" Requires="v">
                <p:oleObj spid="_x0000_s3078" name="" r:id="rId1" imgW="3825240" imgH="2590800" progId="Paint.Picture">
                  <p:embed/>
                </p:oleObj>
              </mc:Choice>
              <mc:Fallback>
                <p:oleObj name="" r:id="rId1" imgW="3825240" imgH="2590800" progId="Paint.Picture">
                  <p:embed/>
                  <p:pic>
                    <p:nvPicPr>
                      <p:cNvPr id="0" name="图片 3077"/>
                      <p:cNvPicPr/>
                      <p:nvPr/>
                    </p:nvPicPr>
                    <p:blipFill>
                      <a:blip r:embed="rId2"/>
                      <a:stretch>
                        <a:fillRect/>
                      </a:stretch>
                    </p:blipFill>
                    <p:spPr>
                      <a:xfrm>
                        <a:off x="2231390" y="608013"/>
                        <a:ext cx="6762750" cy="4584700"/>
                      </a:xfrm>
                      <a:prstGeom prst="rect">
                        <a:avLst/>
                      </a:prstGeom>
                      <a:noFill/>
                      <a:ln w="38100"/>
                    </p:spPr>
                  </p:pic>
                </p:oleObj>
              </mc:Fallback>
            </mc:AlternateContent>
          </a:graphicData>
        </a:graphic>
      </p:graphicFrame>
      <p:sp>
        <p:nvSpPr>
          <p:cNvPr id="19459" name="文本框 19458"/>
          <p:cNvSpPr txBox="1"/>
          <p:nvPr/>
        </p:nvSpPr>
        <p:spPr>
          <a:xfrm>
            <a:off x="115888" y="5229225"/>
            <a:ext cx="8929687" cy="1189038"/>
          </a:xfrm>
          <a:prstGeom prst="rect">
            <a:avLst/>
          </a:prstGeom>
          <a:noFill/>
          <a:ln w="9525">
            <a:noFill/>
            <a:miter/>
          </a:ln>
        </p:spPr>
        <p:txBody>
          <a:bodyPr wrap="square" anchor="t">
            <a:spAutoFit/>
          </a:bodyPr>
          <a:p>
            <a:pPr lvl="0"/>
            <a:r>
              <a:rPr lang="zh-CN" altLang="en-US" sz="2400" b="0" dirty="0">
                <a:solidFill>
                  <a:schemeClr val="tx1"/>
                </a:solidFill>
                <a:latin typeface="Arial" panose="02080604020202020204" pitchFamily="34" charset="0"/>
                <a:ea typeface="宋体" panose="02010600030101010101" pitchFamily="2" charset="-122"/>
              </a:rPr>
              <a:t>所有磁盘片的相同磁道称为一个柱面，因此，磁盘上每个物理块的位置可用柱面号、磁头号和扇区号表示，这些地址和物理块号一一对应。</a:t>
            </a:r>
            <a:endParaRPr lang="zh-CN" altLang="en-US" sz="2400" b="0" dirty="0">
              <a:solidFill>
                <a:schemeClr val="tx1"/>
              </a:solidFill>
              <a:latin typeface="Arial" panose="02080604020202020204" pitchFamily="34" charset="0"/>
              <a:ea typeface="宋体" panose="02010600030101010101" pitchFamily="2" charset="-122"/>
            </a:endParaRPr>
          </a:p>
        </p:txBody>
      </p:sp>
      <p:sp>
        <p:nvSpPr>
          <p:cNvPr id="2" name="文本框 1"/>
          <p:cNvSpPr txBox="1"/>
          <p:nvPr/>
        </p:nvSpPr>
        <p:spPr>
          <a:xfrm>
            <a:off x="314960" y="1238885"/>
            <a:ext cx="2840990" cy="2861310"/>
          </a:xfrm>
          <a:prstGeom prst="rect">
            <a:avLst/>
          </a:prstGeom>
          <a:noFill/>
          <a:ln w="12700" cmpd="sng">
            <a:solidFill>
              <a:srgbClr val="4138FA"/>
            </a:solidFill>
            <a:prstDash val="solid"/>
          </a:ln>
        </p:spPr>
        <p:txBody>
          <a:bodyPr wrap="none" rtlCol="0" anchor="t">
            <a:spAutoFit/>
          </a:bodyPr>
          <a:p>
            <a:pPr algn="l">
              <a:buClrTx/>
              <a:buSzTx/>
              <a:buFontTx/>
            </a:pPr>
            <a:r>
              <a:rPr lang="zh-CN" altLang="en-US" sz="2000" b="0" dirty="0">
                <a:solidFill>
                  <a:schemeClr val="tx1"/>
                </a:solidFill>
                <a:cs typeface="+mn-ea"/>
                <a:sym typeface="+mn-ea"/>
              </a:rPr>
              <a:t>以扇区为单位读取，</a:t>
            </a:r>
            <a:endParaRPr lang="zh-CN" altLang="en-US" sz="2000" b="0" dirty="0">
              <a:solidFill>
                <a:schemeClr val="tx1"/>
              </a:solidFill>
              <a:cs typeface="+mn-ea"/>
              <a:sym typeface="+mn-ea"/>
            </a:endParaRPr>
          </a:p>
          <a:p>
            <a:pPr algn="l">
              <a:buClrTx/>
              <a:buSzTx/>
              <a:buFontTx/>
            </a:pPr>
            <a:r>
              <a:rPr lang="zh-CN" altLang="en-US" sz="2000" b="0" dirty="0">
                <a:solidFill>
                  <a:schemeClr val="tx1"/>
                </a:solidFill>
                <a:cs typeface="+mn-ea"/>
                <a:sym typeface="+mn-ea"/>
              </a:rPr>
              <a:t>扇区的定位：</a:t>
            </a:r>
            <a:endParaRPr lang="zh-CN" altLang="en-US" sz="2000" b="0" dirty="0">
              <a:solidFill>
                <a:schemeClr val="tx1"/>
              </a:solidFill>
              <a:cs typeface="+mn-ea"/>
              <a:sym typeface="+mn-ea"/>
            </a:endParaRPr>
          </a:p>
          <a:p>
            <a:pPr algn="l">
              <a:buClrTx/>
              <a:buSzTx/>
              <a:buFontTx/>
            </a:pPr>
            <a:r>
              <a:rPr lang="zh-CN" altLang="en-US" sz="2000" b="0" dirty="0">
                <a:solidFill>
                  <a:schemeClr val="tx1"/>
                </a:solidFill>
                <a:cs typeface="+mn-ea"/>
              </a:rPr>
              <a:t>CHS：10</a:t>
            </a:r>
            <a:r>
              <a:rPr lang="en-US" altLang="zh-CN" sz="2000" b="0" dirty="0">
                <a:solidFill>
                  <a:schemeClr val="tx1"/>
                </a:solidFill>
                <a:cs typeface="+mn-ea"/>
              </a:rPr>
              <a:t>/</a:t>
            </a:r>
            <a:r>
              <a:rPr lang="zh-CN" altLang="en-US" sz="2000" b="0" dirty="0">
                <a:solidFill>
                  <a:schemeClr val="tx1"/>
                </a:solidFill>
                <a:cs typeface="+mn-ea"/>
              </a:rPr>
              <a:t>8</a:t>
            </a:r>
            <a:r>
              <a:rPr lang="en-US" altLang="zh-CN" sz="2000" b="0" dirty="0">
                <a:solidFill>
                  <a:schemeClr val="tx1"/>
                </a:solidFill>
                <a:cs typeface="+mn-ea"/>
              </a:rPr>
              <a:t>/</a:t>
            </a:r>
            <a:r>
              <a:rPr lang="zh-CN" altLang="en-US" sz="2000" b="0" dirty="0">
                <a:solidFill>
                  <a:schemeClr val="tx1"/>
                </a:solidFill>
                <a:cs typeface="+mn-ea"/>
              </a:rPr>
              <a:t>6   </a:t>
            </a:r>
            <a:r>
              <a:rPr lang="en-US" altLang="zh-CN" sz="2000" b="0" dirty="0">
                <a:solidFill>
                  <a:schemeClr val="tx1"/>
                </a:solidFill>
                <a:cs typeface="+mn-ea"/>
              </a:rPr>
              <a:t>&lt;=</a:t>
            </a:r>
            <a:r>
              <a:rPr lang="zh-CN" altLang="en-US" sz="2000" b="0" dirty="0">
                <a:solidFill>
                  <a:schemeClr val="tx1"/>
                </a:solidFill>
                <a:cs typeface="+mn-ea"/>
              </a:rPr>
              <a:t> 8GB</a:t>
            </a:r>
            <a:endParaRPr lang="zh-CN" altLang="en-US" sz="2000" b="0" dirty="0">
              <a:solidFill>
                <a:schemeClr val="tx1"/>
              </a:solidFill>
              <a:cs typeface="+mn-ea"/>
            </a:endParaRPr>
          </a:p>
          <a:p>
            <a:pPr algn="l">
              <a:buClrTx/>
              <a:buSzTx/>
              <a:buFontTx/>
            </a:pPr>
            <a:r>
              <a:rPr lang="zh-CN" altLang="en-US" sz="2000" b="0" dirty="0">
                <a:solidFill>
                  <a:schemeClr val="tx1"/>
                </a:solidFill>
                <a:cs typeface="+mn-ea"/>
              </a:rPr>
              <a:t>LBA：28bits   </a:t>
            </a:r>
            <a:r>
              <a:rPr lang="en-US" altLang="zh-CN" sz="2000" b="0" dirty="0">
                <a:solidFill>
                  <a:schemeClr val="tx1"/>
                </a:solidFill>
                <a:cs typeface="+mn-ea"/>
              </a:rPr>
              <a:t>&lt;=</a:t>
            </a:r>
            <a:r>
              <a:rPr lang="zh-CN" altLang="en-US" sz="2000" b="0" dirty="0">
                <a:solidFill>
                  <a:schemeClr val="tx1"/>
                </a:solidFill>
                <a:cs typeface="+mn-ea"/>
              </a:rPr>
              <a:t> 137GB</a:t>
            </a:r>
            <a:endParaRPr lang="zh-CN" altLang="en-US" sz="2000" b="0" dirty="0">
              <a:solidFill>
                <a:schemeClr val="tx1"/>
              </a:solidFill>
              <a:cs typeface="+mn-ea"/>
            </a:endParaRPr>
          </a:p>
          <a:p>
            <a:pPr algn="l">
              <a:buClrTx/>
              <a:buSzTx/>
              <a:buFontTx/>
            </a:pPr>
            <a:r>
              <a:rPr lang="zh-CN" altLang="en-US" sz="2000" b="0" dirty="0">
                <a:solidFill>
                  <a:schemeClr val="tx1"/>
                </a:solidFill>
                <a:cs typeface="+mn-ea"/>
              </a:rPr>
              <a:t>            48bits   </a:t>
            </a:r>
            <a:r>
              <a:rPr lang="en-US" altLang="zh-CN" sz="2000" b="0" dirty="0">
                <a:solidFill>
                  <a:schemeClr val="tx1"/>
                </a:solidFill>
                <a:cs typeface="+mn-ea"/>
              </a:rPr>
              <a:t>&lt;=</a:t>
            </a:r>
            <a:r>
              <a:rPr lang="zh-CN" altLang="en-US" sz="2000" b="0" dirty="0">
                <a:solidFill>
                  <a:schemeClr val="tx1"/>
                </a:solidFill>
                <a:cs typeface="+mn-ea"/>
              </a:rPr>
              <a:t> 144PB</a:t>
            </a:r>
            <a:endParaRPr lang="zh-CN" altLang="en-US" sz="2000" b="0" dirty="0">
              <a:solidFill>
                <a:schemeClr val="tx1"/>
              </a:solidFill>
              <a:cs typeface="+mn-ea"/>
            </a:endParaRPr>
          </a:p>
          <a:p>
            <a:pPr algn="l">
              <a:buClrTx/>
              <a:buSzTx/>
              <a:buFontTx/>
            </a:pPr>
            <a:endParaRPr lang="zh-CN" altLang="en-US" sz="2000" b="0" dirty="0">
              <a:solidFill>
                <a:schemeClr val="tx1"/>
              </a:solidFill>
              <a:cs typeface="+mn-ea"/>
            </a:endParaRPr>
          </a:p>
          <a:p>
            <a:pPr algn="l">
              <a:buClrTx/>
              <a:buSzTx/>
              <a:buFontTx/>
            </a:pPr>
            <a:r>
              <a:rPr lang="en-US" altLang="zh-CN" sz="2000" b="0" dirty="0">
                <a:solidFill>
                  <a:schemeClr val="tx1"/>
                </a:solidFill>
                <a:cs typeface="+mn-ea"/>
              </a:rPr>
              <a:t>MBR</a:t>
            </a:r>
            <a:r>
              <a:rPr lang="zh-CN" altLang="en-US" sz="2000" b="0" dirty="0">
                <a:solidFill>
                  <a:schemeClr val="tx1"/>
                </a:solidFill>
                <a:cs typeface="+mn-ea"/>
              </a:rPr>
              <a:t>分区表  </a:t>
            </a:r>
            <a:r>
              <a:rPr lang="en-US" altLang="zh-CN" sz="2000" b="0" dirty="0">
                <a:solidFill>
                  <a:schemeClr val="tx1"/>
                </a:solidFill>
                <a:cs typeface="+mn-ea"/>
              </a:rPr>
              <a:t>&lt;= 2TB</a:t>
            </a:r>
            <a:endParaRPr lang="en-US" altLang="zh-CN" sz="2000" b="0" dirty="0">
              <a:solidFill>
                <a:schemeClr val="tx1"/>
              </a:solidFill>
              <a:cs typeface="+mn-ea"/>
            </a:endParaRPr>
          </a:p>
          <a:p>
            <a:pPr algn="l">
              <a:buClrTx/>
              <a:buSzTx/>
              <a:buFontTx/>
            </a:pPr>
            <a:r>
              <a:rPr lang="en-US" altLang="zh-CN" sz="2000" b="0" dirty="0">
                <a:solidFill>
                  <a:schemeClr val="tx1"/>
                </a:solidFill>
                <a:cs typeface="+mn-ea"/>
              </a:rPr>
              <a:t>GPT</a:t>
            </a:r>
            <a:r>
              <a:rPr lang="zh-CN" altLang="en-US" sz="2000" b="0" dirty="0">
                <a:solidFill>
                  <a:schemeClr val="tx1"/>
                </a:solidFill>
                <a:cs typeface="+mn-ea"/>
                <a:sym typeface="+mn-ea"/>
              </a:rPr>
              <a:t>分区表   </a:t>
            </a:r>
            <a:r>
              <a:rPr lang="en-US" altLang="zh-CN" sz="2000" b="0" dirty="0">
                <a:solidFill>
                  <a:schemeClr val="tx1"/>
                </a:solidFill>
                <a:cs typeface="+mn-ea"/>
              </a:rPr>
              <a:t>&lt;= 18EB</a:t>
            </a:r>
            <a:endParaRPr lang="en-US" altLang="zh-CN" sz="2000" b="0" dirty="0">
              <a:solidFill>
                <a:schemeClr val="tx1"/>
              </a:solidFill>
              <a:cs typeface="+mn-ea"/>
            </a:endParaRPr>
          </a:p>
          <a:p>
            <a:pPr algn="l">
              <a:buClrTx/>
              <a:buSzTx/>
              <a:buFontTx/>
            </a:pPr>
            <a:r>
              <a:rPr lang="en-US" altLang="zh-CN" sz="2000" b="0" dirty="0">
                <a:solidFill>
                  <a:schemeClr val="tx1"/>
                </a:solidFill>
                <a:cs typeface="+mn-ea"/>
              </a:rPr>
              <a:t>(EB, PB, TB, GB)</a:t>
            </a:r>
            <a:endParaRPr lang="en-US" altLang="zh-CN" sz="2000" b="0" dirty="0">
              <a:solidFill>
                <a:schemeClr val="tx1"/>
              </a:solidFill>
              <a:cs typeface="+mn-ea"/>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19459" grpId="0" bldLvl="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5" name="文本占位符 23554"/>
          <p:cNvSpPr>
            <a:spLocks noGrp="1"/>
          </p:cNvSpPr>
          <p:nvPr>
            <p:ph idx="1"/>
          </p:nvPr>
        </p:nvSpPr>
        <p:spPr>
          <a:xfrm>
            <a:off x="298450" y="1403350"/>
            <a:ext cx="8388350" cy="3651250"/>
          </a:xfrm>
        </p:spPr>
        <p:txBody>
          <a:bodyPr wrap="square">
            <a:spAutoFit/>
          </a:bodyPr>
          <a:p>
            <a:pPr fontAlgn="base">
              <a:lnSpc>
                <a:spcPct val="105000"/>
              </a:lnSpc>
              <a:spcBef>
                <a:spcPct val="25000"/>
              </a:spcBef>
              <a:buNone/>
            </a:pPr>
            <a:r>
              <a:rPr lang="en-US" altLang="zh-CN" strike="noStrike" noProof="1"/>
              <a:t>	</a:t>
            </a:r>
            <a:r>
              <a:rPr lang="zh-CN" altLang="en-US" strike="noStrike" noProof="1">
                <a:solidFill>
                  <a:schemeClr val="tx1"/>
                </a:solidFill>
              </a:rPr>
              <a:t>文件的物理结构描述了文件在辅存上安置、链接和编目的方法。</a:t>
            </a:r>
            <a:endParaRPr lang="zh-CN" altLang="en-US" strike="noStrike" noProof="1">
              <a:solidFill>
                <a:schemeClr val="tx1"/>
              </a:solidFill>
            </a:endParaRPr>
          </a:p>
          <a:p>
            <a:pPr fontAlgn="base">
              <a:lnSpc>
                <a:spcPct val="105000"/>
              </a:lnSpc>
              <a:spcBef>
                <a:spcPct val="25000"/>
              </a:spcBef>
              <a:buNone/>
            </a:pPr>
            <a:r>
              <a:rPr lang="zh-CN" altLang="en-US" strike="noStrike" noProof="1">
                <a:solidFill>
                  <a:schemeClr val="tx1"/>
                </a:solidFill>
              </a:rPr>
              <a:t>	常用的文件物理结构有：</a:t>
            </a:r>
            <a:endParaRPr lang="zh-CN" altLang="en-US" strike="noStrike" noProof="1">
              <a:solidFill>
                <a:schemeClr val="tx1"/>
              </a:solidFill>
            </a:endParaRPr>
          </a:p>
          <a:p>
            <a:pPr lvl="1" fontAlgn="base">
              <a:lnSpc>
                <a:spcPct val="105000"/>
              </a:lnSpc>
              <a:spcBef>
                <a:spcPct val="25000"/>
              </a:spcBef>
            </a:pPr>
            <a:r>
              <a:rPr lang="zh-CN" altLang="en-US" sz="3200" strike="noStrike" noProof="1">
                <a:solidFill>
                  <a:schemeClr val="tx1"/>
                </a:solidFill>
              </a:rPr>
              <a:t> 连续文件</a:t>
            </a:r>
            <a:endParaRPr lang="zh-CN" altLang="en-US" sz="3200" strike="noStrike" noProof="1">
              <a:solidFill>
                <a:schemeClr val="tx1"/>
              </a:solidFill>
            </a:endParaRPr>
          </a:p>
          <a:p>
            <a:pPr lvl="1" fontAlgn="base">
              <a:lnSpc>
                <a:spcPct val="105000"/>
              </a:lnSpc>
              <a:spcBef>
                <a:spcPct val="25000"/>
              </a:spcBef>
            </a:pPr>
            <a:r>
              <a:rPr lang="zh-CN" altLang="en-US" sz="3200" strike="noStrike" noProof="1">
                <a:solidFill>
                  <a:schemeClr val="tx1"/>
                </a:solidFill>
              </a:rPr>
              <a:t> 串联文件</a:t>
            </a:r>
            <a:endParaRPr lang="zh-CN" altLang="en-US" sz="3200" strike="noStrike" noProof="1">
              <a:solidFill>
                <a:schemeClr val="tx1"/>
              </a:solidFill>
            </a:endParaRPr>
          </a:p>
          <a:p>
            <a:pPr lvl="1" fontAlgn="base">
              <a:lnSpc>
                <a:spcPct val="105000"/>
              </a:lnSpc>
              <a:spcBef>
                <a:spcPct val="25000"/>
              </a:spcBef>
            </a:pPr>
            <a:r>
              <a:rPr lang="zh-CN" altLang="en-US" sz="3200" strike="noStrike" noProof="1">
                <a:solidFill>
                  <a:schemeClr val="tx1"/>
                </a:solidFill>
              </a:rPr>
              <a:t> 索引文件</a:t>
            </a:r>
            <a:endParaRPr lang="zh-CN" altLang="en-US" sz="3200" strike="noStrike" noProof="1">
              <a:solidFill>
                <a:schemeClr val="tx1"/>
              </a:solidFill>
            </a:endParaRPr>
          </a:p>
        </p:txBody>
      </p:sp>
      <p:sp>
        <p:nvSpPr>
          <p:cNvPr id="29698" name="灯片编号占位符 1"/>
          <p:cNvSpPr/>
          <p:nvPr>
            <p:ph type="sldNum" sz="quarter"/>
          </p:nvPr>
        </p:nvSpPr>
        <p:spPr>
          <a:xfrm>
            <a:off x="6532563" y="6367463"/>
            <a:ext cx="1905000" cy="457200"/>
          </a:xfrm>
          <a:prstGeom prst="rect">
            <a:avLst/>
          </a:prstGeom>
          <a:noFill/>
          <a:ln w="9525">
            <a:noFill/>
            <a:miter/>
          </a:ln>
        </p:spPr>
        <p:txBody>
          <a:bodyPr anchor="t"/>
          <a:p>
            <a:pPr lvl="0"/>
            <a:fld id="{9A0DB2DC-4C9A-4742-B13C-FB6460FD3503}" type="slidenum">
              <a:rPr lang="zh-CN" altLang="en-US"/>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1" name="文本框 30721"/>
          <p:cNvSpPr txBox="1"/>
          <p:nvPr/>
        </p:nvSpPr>
        <p:spPr>
          <a:xfrm>
            <a:off x="8493125" y="6510338"/>
            <a:ext cx="376238"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buFont typeface="Wingdings" panose="05000000000000000000" pitchFamily="2" charset="2"/>
              <a:buNone/>
            </a:pPr>
            <a:r>
              <a:rPr lang="en-US" altLang="zh-CN" b="0">
                <a:solidFill>
                  <a:schemeClr val="tx2"/>
                </a:solidFill>
                <a:latin typeface="Times New Roman" panose="02020603050405020304" charset="0"/>
                <a:ea typeface="宋体" panose="02010600030101010101" pitchFamily="2" charset="-122"/>
              </a:rPr>
              <a:t>13</a:t>
            </a:r>
            <a:endParaRPr lang="en-US" altLang="zh-CN" b="0">
              <a:solidFill>
                <a:schemeClr val="tx2"/>
              </a:solidFill>
              <a:latin typeface="Times New Roman" panose="02020603050405020304" charset="0"/>
              <a:ea typeface="宋体" panose="02010600030101010101" pitchFamily="2" charset="-122"/>
            </a:endParaRPr>
          </a:p>
        </p:txBody>
      </p:sp>
      <p:sp>
        <p:nvSpPr>
          <p:cNvPr id="30723" name="矩形 30722"/>
          <p:cNvSpPr/>
          <p:nvPr/>
        </p:nvSpPr>
        <p:spPr>
          <a:xfrm>
            <a:off x="628650" y="674688"/>
            <a:ext cx="7883525" cy="4635500"/>
          </a:xfrm>
          <a:prstGeom prst="rect">
            <a:avLst/>
          </a:prstGeom>
          <a:noFill/>
          <a:ln w="9525">
            <a:noFill/>
            <a:miter/>
          </a:ln>
        </p:spPr>
        <p:txBody>
          <a:bodyPr wrap="square">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30000"/>
              </a:lnSpc>
              <a:buNone/>
            </a:pPr>
            <a:r>
              <a:rPr lang="en-US" altLang="zh-CN" b="1" strike="noStrike" noProof="1">
                <a:solidFill>
                  <a:srgbClr val="990000"/>
                </a:solidFill>
                <a:latin typeface="Times New Roman" panose="02020603050405020304" charset="0"/>
                <a:ea typeface="宋体" panose="02010600030101010101" pitchFamily="2" charset="-122"/>
                <a:cs typeface="+mn-ea"/>
              </a:rPr>
              <a:t>1.  </a:t>
            </a:r>
            <a:r>
              <a:rPr lang="zh-CN" altLang="en-US" b="1" strike="noStrike" noProof="1">
                <a:solidFill>
                  <a:srgbClr val="990000"/>
                </a:solidFill>
                <a:latin typeface="Times New Roman" panose="02020603050405020304" charset="0"/>
                <a:ea typeface="宋体" panose="02010600030101010101" pitchFamily="2" charset="-122"/>
                <a:cs typeface="+mn-ea"/>
              </a:rPr>
              <a:t>连续文件</a:t>
            </a:r>
            <a:endParaRPr lang="zh-CN" altLang="en-US" b="1" strike="noStrike" noProof="1">
              <a:solidFill>
                <a:srgbClr val="990000"/>
              </a:solidFill>
              <a:latin typeface="Times New Roman" panose="02020603050405020304" charset="0"/>
              <a:ea typeface="宋体" panose="02010600030101010101" pitchFamily="2" charset="-122"/>
            </a:endParaRPr>
          </a:p>
          <a:p>
            <a:pPr marL="533400" lvl="0" indent="-533400" fontAlgn="base">
              <a:lnSpc>
                <a:spcPct val="130000"/>
              </a:lnSpc>
              <a:buNone/>
            </a:pPr>
            <a:r>
              <a:rPr lang="x-none" altLang="en-US" sz="2800" b="1" strike="noStrike" noProof="1">
                <a:solidFill>
                  <a:srgbClr val="A50021"/>
                </a:solidFill>
                <a:latin typeface="Times New Roman" panose="02020603050405020304" charset="0"/>
                <a:ea typeface="宋体" panose="02010600030101010101" pitchFamily="2" charset="-122"/>
                <a:cs typeface="+mn-ea"/>
              </a:rPr>
              <a:t>	</a:t>
            </a:r>
            <a:r>
              <a:rPr lang="en-US" altLang="zh-CN" sz="2800" b="1" strike="noStrike" noProof="1">
                <a:solidFill>
                  <a:srgbClr val="A50021"/>
                </a:solidFill>
                <a:latin typeface="Times New Roman" panose="02020603050405020304" charset="0"/>
                <a:ea typeface="宋体" panose="02010600030101010101" pitchFamily="2" charset="-122"/>
                <a:cs typeface="+mn-ea"/>
              </a:rPr>
              <a:t>(1) </a:t>
            </a:r>
            <a:r>
              <a:rPr lang="zh-CN" altLang="en-US" sz="2800" b="1" strike="noStrike" noProof="1">
                <a:solidFill>
                  <a:srgbClr val="A50021"/>
                </a:solidFill>
                <a:latin typeface="Times New Roman" panose="02020603050405020304" charset="0"/>
                <a:ea typeface="宋体" panose="02010600030101010101" pitchFamily="2" charset="-122"/>
                <a:cs typeface="+mn-ea"/>
              </a:rPr>
              <a:t>什么是连续文件</a:t>
            </a:r>
            <a:endParaRPr lang="zh-CN" altLang="en-US" sz="2800" b="1" strike="noStrike" noProof="1">
              <a:solidFill>
                <a:srgbClr val="A50021"/>
              </a:solidFill>
              <a:latin typeface="Times New Roman" panose="02020603050405020304" charset="0"/>
              <a:ea typeface="宋体" panose="02010600030101010101" pitchFamily="2" charset="-122"/>
              <a:cs typeface="+mn-ea"/>
            </a:endParaRPr>
          </a:p>
          <a:p>
            <a:pPr marL="533400" lvl="0" indent="-533400" fontAlgn="base">
              <a:lnSpc>
                <a:spcPct val="130000"/>
              </a:lnSpc>
              <a:buNone/>
            </a:pPr>
            <a:r>
              <a:rPr lang="x-none" altLang="zh-CN" sz="2800" b="1" strike="noStrike" noProof="1">
                <a:solidFill>
                  <a:srgbClr val="A50021"/>
                </a:solidFill>
                <a:latin typeface="Times New Roman" panose="02020603050405020304" charset="0"/>
                <a:ea typeface="宋体" panose="02010600030101010101" pitchFamily="2" charset="-122"/>
                <a:cs typeface="+mn-ea"/>
              </a:rPr>
              <a:t>		</a:t>
            </a:r>
            <a:r>
              <a:rPr lang="zh-CN" altLang="en-US" sz="2400" strike="noStrike" noProof="1">
                <a:solidFill>
                  <a:schemeClr val="tx1"/>
                </a:solidFill>
                <a:latin typeface="Times New Roman" panose="02020603050405020304" charset="0"/>
                <a:ea typeface="宋体" panose="02010600030101010101" pitchFamily="2" charset="-122"/>
                <a:cs typeface="+mn-cs"/>
              </a:rPr>
              <a:t>连续文件结构是由一组分配在磁盘连续区域的物理块组成的。</a:t>
            </a:r>
            <a:endParaRPr lang="zh-CN" altLang="en-US" sz="2400" strike="noStrike" noProof="1">
              <a:solidFill>
                <a:schemeClr val="tx1"/>
              </a:solidFill>
              <a:latin typeface="Times New Roman" panose="02020603050405020304" charset="0"/>
              <a:ea typeface="宋体" panose="02010600030101010101" pitchFamily="2" charset="-122"/>
              <a:cs typeface="+mn-cs"/>
            </a:endParaRPr>
          </a:p>
          <a:p>
            <a:pPr marL="533400" lvl="0" indent="-533400" fontAlgn="base">
              <a:lnSpc>
                <a:spcPct val="130000"/>
              </a:lnSpc>
              <a:buNone/>
            </a:pPr>
            <a:r>
              <a:rPr lang="x-none" altLang="zh-CN" sz="2800" b="1" strike="noStrike" noProof="1">
                <a:solidFill>
                  <a:srgbClr val="A50021"/>
                </a:solidFill>
                <a:latin typeface="Times New Roman" panose="02020603050405020304" charset="0"/>
                <a:ea typeface="宋体" panose="02010600030101010101" pitchFamily="2" charset="-122"/>
                <a:cs typeface="+mn-ea"/>
                <a:sym typeface="+mn-ea"/>
              </a:rPr>
              <a:t>	</a:t>
            </a:r>
            <a:r>
              <a:rPr lang="zh-CN" altLang="en-US" sz="2800" b="1" strike="noStrike" noProof="1">
                <a:solidFill>
                  <a:srgbClr val="A50021"/>
                </a:solidFill>
                <a:latin typeface="Times New Roman" panose="02020603050405020304" charset="0"/>
                <a:ea typeface="宋体" panose="02010600030101010101" pitchFamily="2" charset="-122"/>
                <a:cs typeface="+mn-ea"/>
                <a:sym typeface="+mn-ea"/>
              </a:rPr>
              <a:t>(2) 连续文件结构</a:t>
            </a:r>
            <a:r>
              <a:rPr lang="x-none" altLang="zh-CN" sz="2800" b="1" strike="noStrike" noProof="1">
                <a:solidFill>
                  <a:srgbClr val="A50021"/>
                </a:solidFill>
                <a:latin typeface="Times New Roman" panose="02020603050405020304" charset="0"/>
                <a:ea typeface="宋体" panose="02010600030101010101" pitchFamily="2" charset="-122"/>
                <a:cs typeface="+mn-ea"/>
                <a:sym typeface="+mn-ea"/>
              </a:rPr>
              <a:t>例子</a:t>
            </a:r>
            <a:endParaRPr lang="x-none" altLang="zh-CN" sz="2800" b="1" strike="noStrike" noProof="1">
              <a:solidFill>
                <a:srgbClr val="A50021"/>
              </a:solidFill>
              <a:latin typeface="Times New Roman" panose="02020603050405020304" charset="0"/>
              <a:ea typeface="宋体" panose="02010600030101010101" pitchFamily="2" charset="-122"/>
              <a:cs typeface="+mn-ea"/>
              <a:sym typeface="+mn-ea"/>
            </a:endParaRPr>
          </a:p>
          <a:p>
            <a:pPr marL="533400" lvl="0" indent="-533400" fontAlgn="base">
              <a:lnSpc>
                <a:spcPct val="120000"/>
              </a:lnSpc>
              <a:spcBef>
                <a:spcPct val="20000"/>
              </a:spcBef>
              <a:buNone/>
            </a:pPr>
            <a:r>
              <a:rPr lang="x-none" altLang="zh-CN" sz="2400" strike="noStrike" noProof="1">
                <a:solidFill>
                  <a:schemeClr val="tx1"/>
                </a:solidFill>
                <a:latin typeface="Times New Roman" panose="02020603050405020304" charset="0"/>
                <a:ea typeface="宋体" panose="02010600030101010101" pitchFamily="2" charset="-122"/>
                <a:cs typeface="+mn-ea"/>
                <a:sym typeface="+mn-ea"/>
              </a:rPr>
              <a:t>		</a:t>
            </a:r>
            <a:r>
              <a:rPr lang="zh-CN" altLang="en-US" sz="2400" strike="noStrike" noProof="1">
                <a:solidFill>
                  <a:schemeClr val="tx1"/>
                </a:solidFill>
                <a:latin typeface="Times New Roman" panose="02020603050405020304" charset="0"/>
                <a:ea typeface="宋体" panose="02010600030101010101" pitchFamily="2" charset="-122"/>
                <a:cs typeface="+mn-ea"/>
                <a:sym typeface="+mn-ea"/>
              </a:rPr>
              <a:t>文件Ａ有三个记录 </a:t>
            </a:r>
            <a:r>
              <a:rPr lang="en-US" altLang="zh-CN" sz="2400" strike="noStrike" noProof="1">
                <a:solidFill>
                  <a:schemeClr val="tx1"/>
                </a:solidFill>
                <a:latin typeface="Times New Roman" panose="02020603050405020304" charset="0"/>
                <a:ea typeface="宋体" panose="02010600030101010101" pitchFamily="2" charset="-122"/>
                <a:cs typeface="+mn-ea"/>
                <a:sym typeface="+mn-ea"/>
              </a:rPr>
              <a:t>(</a:t>
            </a:r>
            <a:r>
              <a:rPr lang="zh-CN" altLang="en-US" sz="2400" strike="noStrike" noProof="1">
                <a:solidFill>
                  <a:schemeClr val="tx1"/>
                </a:solidFill>
                <a:latin typeface="Times New Roman" panose="02020603050405020304" charset="0"/>
                <a:ea typeface="宋体" panose="02010600030101010101" pitchFamily="2" charset="-122"/>
                <a:cs typeface="+mn-ea"/>
                <a:sym typeface="+mn-ea"/>
              </a:rPr>
              <a:t>逻辑记录与物理块大小相等，都为</a:t>
            </a:r>
            <a:r>
              <a:rPr lang="en-US" altLang="zh-CN" sz="2400" strike="noStrike" noProof="1">
                <a:solidFill>
                  <a:schemeClr val="tx1"/>
                </a:solidFill>
                <a:latin typeface="Times New Roman" panose="02020603050405020304" charset="0"/>
                <a:ea typeface="宋体" panose="02010600030101010101" pitchFamily="2" charset="-122"/>
                <a:cs typeface="+mn-ea"/>
                <a:sym typeface="+mn-ea"/>
              </a:rPr>
              <a:t>512</a:t>
            </a:r>
            <a:r>
              <a:rPr lang="zh-CN" altLang="en-US" sz="2400" strike="noStrike" noProof="1">
                <a:solidFill>
                  <a:schemeClr val="tx1"/>
                </a:solidFill>
                <a:latin typeface="Times New Roman" panose="02020603050405020304" charset="0"/>
                <a:ea typeface="宋体" panose="02010600030101010101" pitchFamily="2" charset="-122"/>
                <a:cs typeface="+mn-ea"/>
                <a:sym typeface="+mn-ea"/>
              </a:rPr>
              <a:t>Ｂ</a:t>
            </a:r>
            <a:r>
              <a:rPr lang="en-US" altLang="zh-CN" sz="2400" strike="noStrike" noProof="1">
                <a:solidFill>
                  <a:schemeClr val="tx1"/>
                </a:solidFill>
                <a:latin typeface="Times New Roman" panose="02020603050405020304" charset="0"/>
                <a:ea typeface="宋体" panose="02010600030101010101" pitchFamily="2" charset="-122"/>
                <a:cs typeface="+mn-ea"/>
                <a:sym typeface="+mn-ea"/>
              </a:rPr>
              <a:t>)</a:t>
            </a:r>
            <a:r>
              <a:rPr lang="zh-CN" altLang="en-US" sz="2400" strike="noStrike" noProof="1">
                <a:solidFill>
                  <a:schemeClr val="tx1"/>
                </a:solidFill>
                <a:latin typeface="Times New Roman" panose="02020603050405020304" charset="0"/>
                <a:ea typeface="宋体" panose="02010600030101010101" pitchFamily="2" charset="-122"/>
                <a:cs typeface="+mn-ea"/>
                <a:sym typeface="+mn-ea"/>
              </a:rPr>
              <a:t>，采用连续文件结构，</a:t>
            </a:r>
            <a:r>
              <a:rPr lang="en-US" altLang="zh-CN" sz="2400" strike="noStrike" noProof="1">
                <a:solidFill>
                  <a:schemeClr val="tx1"/>
                </a:solidFill>
                <a:latin typeface="Times New Roman" panose="02020603050405020304" charset="0"/>
                <a:ea typeface="宋体" panose="02010600030101010101" pitchFamily="2" charset="-122"/>
                <a:cs typeface="+mn-ea"/>
                <a:sym typeface="+mn-ea"/>
              </a:rPr>
              <a:t>r</a:t>
            </a:r>
            <a:r>
              <a:rPr lang="en-US" altLang="zh-CN" sz="2400" strike="noStrike" baseline="-25000" noProof="1">
                <a:solidFill>
                  <a:schemeClr val="tx1"/>
                </a:solidFill>
                <a:latin typeface="Times New Roman" panose="02020603050405020304" charset="0"/>
                <a:ea typeface="宋体" panose="02010600030101010101" pitchFamily="2" charset="-122"/>
                <a:cs typeface="+mn-ea"/>
                <a:sym typeface="+mn-ea"/>
              </a:rPr>
              <a:t>0</a:t>
            </a:r>
            <a:r>
              <a:rPr lang="zh-CN" altLang="en-US" sz="2400" strike="noStrike" noProof="1">
                <a:solidFill>
                  <a:schemeClr val="tx1"/>
                </a:solidFill>
                <a:latin typeface="Times New Roman" panose="02020603050405020304" charset="0"/>
                <a:ea typeface="宋体" panose="02010600030101010101" pitchFamily="2" charset="-122"/>
                <a:cs typeface="+mn-ea"/>
                <a:sym typeface="+mn-ea"/>
              </a:rPr>
              <a:t>存放在块号为</a:t>
            </a:r>
            <a:r>
              <a:rPr lang="en-US" altLang="zh-CN" sz="2400" strike="noStrike" noProof="1">
                <a:solidFill>
                  <a:schemeClr val="tx1"/>
                </a:solidFill>
                <a:latin typeface="Times New Roman" panose="02020603050405020304" charset="0"/>
                <a:ea typeface="宋体" panose="02010600030101010101" pitchFamily="2" charset="-122"/>
                <a:cs typeface="+mn-ea"/>
                <a:sym typeface="+mn-ea"/>
              </a:rPr>
              <a:t>100</a:t>
            </a:r>
            <a:r>
              <a:rPr lang="zh-CN" altLang="en-US" sz="2400" strike="noStrike" noProof="1">
                <a:solidFill>
                  <a:schemeClr val="tx1"/>
                </a:solidFill>
                <a:latin typeface="Times New Roman" panose="02020603050405020304" charset="0"/>
                <a:ea typeface="宋体" panose="02010600030101010101" pitchFamily="2" charset="-122"/>
                <a:cs typeface="+mn-ea"/>
                <a:sym typeface="+mn-ea"/>
              </a:rPr>
              <a:t>的磁盘块上。</a:t>
            </a:r>
            <a:endParaRPr lang="zh-CN" altLang="en-US" sz="2400" strike="noStrike" noProof="1">
              <a:solidFill>
                <a:schemeClr val="tx1"/>
              </a:solidFill>
              <a:latin typeface="Times New Roman" panose="02020603050405020304" charset="0"/>
              <a:ea typeface="宋体" panose="02010600030101010101" pitchFamily="2" charset="-122"/>
            </a:endParaRPr>
          </a:p>
        </p:txBody>
      </p:sp>
      <p:sp>
        <p:nvSpPr>
          <p:cNvPr id="30724" name="矩形 30723"/>
          <p:cNvSpPr/>
          <p:nvPr/>
        </p:nvSpPr>
        <p:spPr>
          <a:xfrm>
            <a:off x="381000" y="4286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Arial" panose="02080604020202020204" pitchFamily="34" charset="0"/>
                <a:ea typeface="宋体" panose="02010600030101010101" pitchFamily="2" charset="-122"/>
                <a:cs typeface="+mn-ea"/>
              </a:rPr>
              <a:t>文件系统</a:t>
            </a:r>
            <a:r>
              <a:rPr lang="en-US" altLang="zh-CN" sz="2400" strike="noStrike" noProof="1">
                <a:latin typeface="Arial" panose="02080604020202020204" pitchFamily="34" charset="0"/>
                <a:ea typeface="宋体" panose="02010600030101010101" pitchFamily="2" charset="-122"/>
                <a:cs typeface="+mn-ea"/>
              </a:rPr>
              <a:t>——</a:t>
            </a:r>
            <a:r>
              <a:rPr lang="zh-CN" altLang="en-US" sz="2400" strike="noStrike" noProof="1">
                <a:latin typeface="Arial" panose="02080604020202020204" pitchFamily="34" charset="0"/>
                <a:ea typeface="宋体" panose="02010600030101010101" pitchFamily="2" charset="-122"/>
                <a:cs typeface="+mn-ea"/>
              </a:rPr>
              <a:t>文件的物理结构</a:t>
            </a:r>
            <a:endParaRPr lang="zh-CN" altLang="en-US" sz="2400" strike="noStrike" noProof="1">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5" name="文本框 31745"/>
          <p:cNvSpPr txBox="1"/>
          <p:nvPr/>
        </p:nvSpPr>
        <p:spPr>
          <a:xfrm>
            <a:off x="8493125" y="6510338"/>
            <a:ext cx="376238"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buFont typeface="Wingdings" panose="05000000000000000000" pitchFamily="2" charset="2"/>
              <a:buNone/>
            </a:pPr>
            <a:r>
              <a:rPr lang="en-US" altLang="zh-CN" b="0">
                <a:solidFill>
                  <a:schemeClr val="tx2"/>
                </a:solidFill>
                <a:latin typeface="Times New Roman" panose="02020603050405020304" charset="0"/>
                <a:ea typeface="宋体" panose="02010600030101010101" pitchFamily="2" charset="-122"/>
              </a:rPr>
              <a:t>14</a:t>
            </a:r>
            <a:endParaRPr lang="en-US" altLang="zh-CN" b="0">
              <a:solidFill>
                <a:schemeClr val="tx2"/>
              </a:solidFill>
              <a:latin typeface="Times New Roman" panose="02020603050405020304" charset="0"/>
              <a:ea typeface="宋体" panose="02010600030101010101" pitchFamily="2" charset="-122"/>
            </a:endParaRPr>
          </a:p>
        </p:txBody>
      </p:sp>
      <p:sp>
        <p:nvSpPr>
          <p:cNvPr id="31747" name="矩形 31746"/>
          <p:cNvSpPr/>
          <p:nvPr/>
        </p:nvSpPr>
        <p:spPr>
          <a:xfrm>
            <a:off x="381000" y="4286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Arial" panose="02080604020202020204" pitchFamily="34" charset="0"/>
                <a:ea typeface="宋体" panose="02010600030101010101" pitchFamily="2" charset="-122"/>
                <a:cs typeface="+mn-ea"/>
              </a:rPr>
              <a:t>文件系统</a:t>
            </a:r>
            <a:r>
              <a:rPr lang="en-US" altLang="zh-CN" sz="2400" strike="noStrike" noProof="1">
                <a:latin typeface="Arial" panose="02080604020202020204" pitchFamily="34" charset="0"/>
                <a:ea typeface="宋体" panose="02010600030101010101" pitchFamily="2" charset="-122"/>
                <a:cs typeface="+mn-ea"/>
              </a:rPr>
              <a:t>——</a:t>
            </a:r>
            <a:r>
              <a:rPr lang="zh-CN" altLang="en-US" sz="2400" strike="noStrike" noProof="1">
                <a:latin typeface="Arial" panose="02080604020202020204" pitchFamily="34" charset="0"/>
                <a:ea typeface="宋体" panose="02010600030101010101" pitchFamily="2" charset="-122"/>
                <a:cs typeface="+mn-ea"/>
              </a:rPr>
              <a:t>文件的物理结构</a:t>
            </a:r>
            <a:endParaRPr lang="zh-CN" altLang="en-US" sz="2400" strike="noStrike" noProof="1">
              <a:ea typeface="宋体" panose="02010600030101010101" pitchFamily="2" charset="-122"/>
            </a:endParaRPr>
          </a:p>
        </p:txBody>
      </p:sp>
      <p:grpSp>
        <p:nvGrpSpPr>
          <p:cNvPr id="31748" name="组合 31747"/>
          <p:cNvGrpSpPr/>
          <p:nvPr/>
        </p:nvGrpSpPr>
        <p:grpSpPr>
          <a:xfrm>
            <a:off x="628650" y="620713"/>
            <a:ext cx="7005638" cy="2827337"/>
            <a:chOff x="0" y="0"/>
            <a:chExt cx="3664" cy="1781"/>
          </a:xfrm>
        </p:grpSpPr>
        <p:sp>
          <p:nvSpPr>
            <p:cNvPr id="2" name="文本框 31748"/>
            <p:cNvSpPr txBox="1"/>
            <p:nvPr/>
          </p:nvSpPr>
          <p:spPr>
            <a:xfrm>
              <a:off x="551" y="49"/>
              <a:ext cx="978" cy="1478"/>
            </a:xfrm>
            <a:prstGeom prst="rect">
              <a:avLst/>
            </a:prstGeom>
            <a:solidFill>
              <a:srgbClr val="FFCCFF"/>
            </a:solidFill>
            <a:ln w="19050" cap="flat" cmpd="sng">
              <a:solidFill>
                <a:srgbClr val="000000"/>
              </a:solidFill>
              <a:prstDash val="solid"/>
              <a:miter/>
              <a:headEnd type="none" w="med" len="med"/>
              <a:tailEnd type="none" w="med" len="med"/>
            </a:ln>
          </p:spPr>
          <p:txBody>
            <a:bodyPr anchor="t"/>
            <a:p>
              <a:pPr lvl="0" algn="just">
                <a:buClr>
                  <a:srgbClr val="000000"/>
                </a:buClr>
              </a:pPr>
              <a:endParaRPr lang="en-US" altLang="zh-CN" sz="1600">
                <a:solidFill>
                  <a:schemeClr val="tx1"/>
                </a:solidFill>
                <a:latin typeface="Times New Roman" panose="02020603050405020304" charset="0"/>
                <a:ea typeface="宋体" panose="02010600030101010101" pitchFamily="2" charset="-122"/>
              </a:endParaRPr>
            </a:p>
            <a:p>
              <a:pPr lvl="0" algn="just">
                <a:buClr>
                  <a:srgbClr val="000000"/>
                </a:buClr>
              </a:pPr>
              <a:endParaRPr lang="en-US" altLang="zh-CN" sz="1600">
                <a:solidFill>
                  <a:schemeClr val="tx1"/>
                </a:solidFill>
                <a:latin typeface="Times New Roman" panose="02020603050405020304" charset="0"/>
                <a:ea typeface="宋体" panose="02010600030101010101" pitchFamily="2" charset="-122"/>
              </a:endParaRPr>
            </a:p>
            <a:p>
              <a:pPr lvl="0" algn="just">
                <a:buClr>
                  <a:srgbClr val="000000"/>
                </a:buClr>
              </a:pPr>
              <a:endParaRPr lang="en-US" altLang="zh-CN" sz="1600">
                <a:solidFill>
                  <a:schemeClr val="tx1"/>
                </a:solidFill>
                <a:latin typeface="Times New Roman" panose="02020603050405020304" charset="0"/>
                <a:ea typeface="宋体" panose="02010600030101010101" pitchFamily="2" charset="-122"/>
              </a:endParaRPr>
            </a:p>
            <a:p>
              <a:pPr lvl="0" algn="just">
                <a:buClr>
                  <a:srgbClr val="000000"/>
                </a:buClr>
              </a:pPr>
              <a:r>
                <a:rPr lang="zh-CN" altLang="en-US" sz="1600">
                  <a:solidFill>
                    <a:schemeClr val="tx1"/>
                  </a:solidFill>
                  <a:latin typeface="Times New Roman" panose="02020603050405020304" charset="0"/>
                  <a:ea typeface="宋体" panose="02010600030101010101" pitchFamily="2" charset="-122"/>
                </a:rPr>
                <a:t>文件</a:t>
              </a:r>
              <a:r>
                <a:rPr lang="en-US" altLang="zh-CN" sz="1600">
                  <a:solidFill>
                    <a:schemeClr val="tx1"/>
                  </a:solidFill>
                  <a:latin typeface="Times New Roman" panose="02020603050405020304" charset="0"/>
                  <a:ea typeface="宋体" panose="02010600030101010101" pitchFamily="2" charset="-122"/>
                </a:rPr>
                <a:t>A       3   100</a:t>
              </a:r>
              <a:endParaRPr lang="en-US" altLang="zh-CN" sz="1600">
                <a:solidFill>
                  <a:schemeClr val="tx1"/>
                </a:solidFill>
                <a:latin typeface="Times New Roman" panose="02020603050405020304" charset="0"/>
                <a:ea typeface="宋体" panose="02010600030101010101" pitchFamily="2" charset="-122"/>
              </a:endParaRPr>
            </a:p>
            <a:p>
              <a:pPr lvl="0" algn="just">
                <a:buClr>
                  <a:srgbClr val="000000"/>
                </a:buClr>
              </a:pPr>
              <a:endParaRPr lang="en-US" altLang="zh-CN" sz="1600">
                <a:solidFill>
                  <a:schemeClr val="tx1"/>
                </a:solidFill>
                <a:latin typeface="Times New Roman" panose="02020603050405020304" charset="0"/>
                <a:ea typeface="宋体" panose="02010600030101010101" pitchFamily="2" charset="-122"/>
              </a:endParaRPr>
            </a:p>
            <a:p>
              <a:pPr lvl="0" algn="just">
                <a:buClr>
                  <a:srgbClr val="000000"/>
                </a:buClr>
              </a:pPr>
              <a:endParaRPr lang="en-US" altLang="zh-CN" sz="1600">
                <a:solidFill>
                  <a:schemeClr val="tx1"/>
                </a:solidFill>
                <a:latin typeface="Times New Roman" panose="02020603050405020304" charset="0"/>
                <a:ea typeface="宋体" panose="02010600030101010101" pitchFamily="2" charset="-122"/>
              </a:endParaRPr>
            </a:p>
          </p:txBody>
        </p:sp>
        <p:sp>
          <p:nvSpPr>
            <p:cNvPr id="31749" name="直接连接符 31749"/>
            <p:cNvSpPr/>
            <p:nvPr/>
          </p:nvSpPr>
          <p:spPr>
            <a:xfrm>
              <a:off x="551" y="499"/>
              <a:ext cx="978" cy="1"/>
            </a:xfrm>
            <a:prstGeom prst="line">
              <a:avLst/>
            </a:prstGeom>
            <a:ln w="19050"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31750" name="直接连接符 31750"/>
            <p:cNvSpPr/>
            <p:nvPr/>
          </p:nvSpPr>
          <p:spPr>
            <a:xfrm>
              <a:off x="551" y="762"/>
              <a:ext cx="978" cy="1"/>
            </a:xfrm>
            <a:prstGeom prst="line">
              <a:avLst/>
            </a:prstGeom>
            <a:ln w="19050"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31751" name="直接连接符 31751"/>
            <p:cNvSpPr/>
            <p:nvPr/>
          </p:nvSpPr>
          <p:spPr>
            <a:xfrm>
              <a:off x="1014" y="499"/>
              <a:ext cx="0" cy="263"/>
            </a:xfrm>
            <a:prstGeom prst="line">
              <a:avLst/>
            </a:prstGeom>
            <a:ln w="19050"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31752" name="直接连接符 31752"/>
            <p:cNvSpPr/>
            <p:nvPr/>
          </p:nvSpPr>
          <p:spPr>
            <a:xfrm>
              <a:off x="1175" y="499"/>
              <a:ext cx="0" cy="263"/>
            </a:xfrm>
            <a:prstGeom prst="line">
              <a:avLst/>
            </a:prstGeom>
            <a:ln w="19050"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31753" name="文本框 31753"/>
            <p:cNvSpPr txBox="1"/>
            <p:nvPr/>
          </p:nvSpPr>
          <p:spPr>
            <a:xfrm>
              <a:off x="2203" y="416"/>
              <a:ext cx="1461" cy="377"/>
            </a:xfrm>
            <a:prstGeom prst="rect">
              <a:avLst/>
            </a:prstGeom>
            <a:solidFill>
              <a:srgbClr val="FFCCFF"/>
            </a:solidFill>
            <a:ln w="19050" cap="flat" cmpd="sng">
              <a:solidFill>
                <a:srgbClr val="000000"/>
              </a:solidFill>
              <a:prstDash val="solid"/>
              <a:miter/>
              <a:headEnd type="none" w="med" len="med"/>
              <a:tailEnd type="none" w="med" len="med"/>
            </a:ln>
          </p:spPr>
          <p:txBody>
            <a:bodyPr anchor="t"/>
            <a:p>
              <a:pPr lvl="0" algn="just">
                <a:buClr>
                  <a:srgbClr val="000000"/>
                </a:buClr>
              </a:pPr>
              <a:r>
                <a:rPr lang="en-US" altLang="zh-CN" sz="1600">
                  <a:solidFill>
                    <a:schemeClr val="tx1"/>
                  </a:solidFill>
                  <a:latin typeface="Times New Roman" panose="02020603050405020304" charset="0"/>
                  <a:ea typeface="宋体" panose="02010600030101010101" pitchFamily="2" charset="-122"/>
                </a:rPr>
                <a:t>        r</a:t>
              </a:r>
              <a:r>
                <a:rPr lang="en-US" altLang="zh-CN" sz="1600" baseline="-25000">
                  <a:solidFill>
                    <a:schemeClr val="tx1"/>
                  </a:solidFill>
                  <a:latin typeface="Times New Roman" panose="02020603050405020304" charset="0"/>
                  <a:ea typeface="宋体" panose="02010600030101010101" pitchFamily="2" charset="-122"/>
                </a:rPr>
                <a:t>0                  </a:t>
              </a:r>
              <a:r>
                <a:rPr lang="en-US" altLang="zh-CN" sz="1600">
                  <a:solidFill>
                    <a:schemeClr val="tx1"/>
                  </a:solidFill>
                  <a:latin typeface="Times New Roman" panose="02020603050405020304" charset="0"/>
                  <a:ea typeface="宋体" panose="02010600030101010101" pitchFamily="2" charset="-122"/>
                </a:rPr>
                <a:t>r</a:t>
              </a:r>
              <a:r>
                <a:rPr lang="en-US" altLang="zh-CN" sz="1600" baseline="-25000">
                  <a:solidFill>
                    <a:schemeClr val="tx1"/>
                  </a:solidFill>
                  <a:latin typeface="Times New Roman" panose="02020603050405020304" charset="0"/>
                  <a:ea typeface="宋体" panose="02010600030101010101" pitchFamily="2" charset="-122"/>
                </a:rPr>
                <a:t>1                 </a:t>
              </a:r>
              <a:r>
                <a:rPr lang="en-US" altLang="zh-CN" sz="1600">
                  <a:solidFill>
                    <a:schemeClr val="tx1"/>
                  </a:solidFill>
                  <a:latin typeface="Times New Roman" panose="02020603050405020304" charset="0"/>
                  <a:ea typeface="宋体" panose="02010600030101010101" pitchFamily="2" charset="-122"/>
                </a:rPr>
                <a:t>r</a:t>
              </a:r>
              <a:r>
                <a:rPr lang="en-US" altLang="zh-CN" sz="1600" baseline="-25000">
                  <a:solidFill>
                    <a:schemeClr val="tx1"/>
                  </a:solidFill>
                  <a:latin typeface="Times New Roman" panose="02020603050405020304" charset="0"/>
                  <a:ea typeface="宋体" panose="02010600030101010101" pitchFamily="2" charset="-122"/>
                </a:rPr>
                <a:t>2   </a:t>
              </a:r>
              <a:endParaRPr lang="en-US" altLang="zh-CN" sz="1600" baseline="-25000">
                <a:solidFill>
                  <a:schemeClr val="tx1"/>
                </a:solidFill>
                <a:latin typeface="Times New Roman" panose="02020603050405020304" charset="0"/>
                <a:ea typeface="宋体" panose="02010600030101010101" pitchFamily="2" charset="-122"/>
              </a:endParaRPr>
            </a:p>
          </p:txBody>
        </p:sp>
        <p:sp>
          <p:nvSpPr>
            <p:cNvPr id="31754" name="直接连接符 31754"/>
            <p:cNvSpPr/>
            <p:nvPr/>
          </p:nvSpPr>
          <p:spPr>
            <a:xfrm>
              <a:off x="2686" y="416"/>
              <a:ext cx="0" cy="377"/>
            </a:xfrm>
            <a:prstGeom prst="line">
              <a:avLst/>
            </a:prstGeom>
            <a:ln w="19050"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31755" name="直接连接符 31755"/>
            <p:cNvSpPr/>
            <p:nvPr/>
          </p:nvSpPr>
          <p:spPr>
            <a:xfrm>
              <a:off x="3169" y="416"/>
              <a:ext cx="0" cy="377"/>
            </a:xfrm>
            <a:prstGeom prst="line">
              <a:avLst/>
            </a:prstGeom>
            <a:ln w="19050"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31756" name="直接连接符 31756"/>
            <p:cNvSpPr/>
            <p:nvPr/>
          </p:nvSpPr>
          <p:spPr>
            <a:xfrm>
              <a:off x="1472" y="656"/>
              <a:ext cx="304" cy="1"/>
            </a:xfrm>
            <a:prstGeom prst="line">
              <a:avLst/>
            </a:prstGeom>
            <a:ln w="19050"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31757" name="直接连接符 31757"/>
            <p:cNvSpPr/>
            <p:nvPr/>
          </p:nvSpPr>
          <p:spPr>
            <a:xfrm flipV="1">
              <a:off x="1776" y="413"/>
              <a:ext cx="0" cy="235"/>
            </a:xfrm>
            <a:prstGeom prst="line">
              <a:avLst/>
            </a:prstGeom>
            <a:ln w="19050"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31758" name="直接连接符 31758"/>
            <p:cNvSpPr/>
            <p:nvPr/>
          </p:nvSpPr>
          <p:spPr>
            <a:xfrm>
              <a:off x="1776" y="415"/>
              <a:ext cx="427" cy="1"/>
            </a:xfrm>
            <a:prstGeom prst="line">
              <a:avLst/>
            </a:prstGeom>
            <a:ln w="12700" cap="flat" cmpd="sng">
              <a:solidFill>
                <a:srgbClr val="000000"/>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31759" name="文本框 31759"/>
            <p:cNvSpPr txBox="1"/>
            <p:nvPr/>
          </p:nvSpPr>
          <p:spPr>
            <a:xfrm>
              <a:off x="2573" y="0"/>
              <a:ext cx="763" cy="212"/>
            </a:xfrm>
            <a:prstGeom prst="rect">
              <a:avLst/>
            </a:prstGeom>
            <a:noFill/>
            <a:ln w="9525">
              <a:noFill/>
              <a:miter/>
            </a:ln>
          </p:spPr>
          <p:txBody>
            <a:bodyPr anchor="t">
              <a:spAutoFit/>
            </a:bodyPr>
            <a:p>
              <a:pPr lvl="0">
                <a:spcBef>
                  <a:spcPct val="50000"/>
                </a:spcBef>
                <a:buClr>
                  <a:srgbClr val="000000"/>
                </a:buClr>
              </a:pPr>
              <a:r>
                <a:rPr lang="zh-CN" altLang="en-US" sz="1600">
                  <a:solidFill>
                    <a:schemeClr val="tx1"/>
                  </a:solidFill>
                  <a:latin typeface="Times New Roman" panose="02020603050405020304" charset="0"/>
                  <a:ea typeface="宋体" panose="02010600030101010101" pitchFamily="2" charset="-122"/>
                </a:rPr>
                <a:t>磁盘块号</a:t>
              </a:r>
              <a:endParaRPr lang="zh-CN" altLang="en-US" sz="1600">
                <a:solidFill>
                  <a:schemeClr val="tx1"/>
                </a:solidFill>
                <a:latin typeface="Times New Roman" panose="02020603050405020304" charset="0"/>
                <a:ea typeface="宋体" panose="02010600030101010101" pitchFamily="2" charset="-122"/>
              </a:endParaRPr>
            </a:p>
          </p:txBody>
        </p:sp>
        <p:sp>
          <p:nvSpPr>
            <p:cNvPr id="31760" name="文本框 31760"/>
            <p:cNvSpPr txBox="1"/>
            <p:nvPr/>
          </p:nvSpPr>
          <p:spPr>
            <a:xfrm>
              <a:off x="2315" y="205"/>
              <a:ext cx="322" cy="211"/>
            </a:xfrm>
            <a:prstGeom prst="rect">
              <a:avLst/>
            </a:prstGeom>
            <a:noFill/>
            <a:ln w="9525">
              <a:noFill/>
              <a:miter/>
            </a:ln>
          </p:spPr>
          <p:txBody>
            <a:bodyPr anchor="t">
              <a:spAutoFit/>
            </a:bodyPr>
            <a:p>
              <a:pPr lvl="0">
                <a:spcBef>
                  <a:spcPct val="50000"/>
                </a:spcBef>
                <a:buClr>
                  <a:srgbClr val="000000"/>
                </a:buClr>
              </a:pPr>
              <a:r>
                <a:rPr lang="en-US" altLang="zh-CN" sz="1600">
                  <a:solidFill>
                    <a:schemeClr val="tx1"/>
                  </a:solidFill>
                  <a:latin typeface="Times New Roman" panose="02020603050405020304" charset="0"/>
                  <a:ea typeface="宋体" panose="02010600030101010101" pitchFamily="2" charset="-122"/>
                </a:rPr>
                <a:t>100</a:t>
              </a:r>
              <a:endParaRPr lang="en-US" altLang="zh-CN" sz="1600">
                <a:solidFill>
                  <a:schemeClr val="tx1"/>
                </a:solidFill>
                <a:latin typeface="Times New Roman" panose="02020603050405020304" charset="0"/>
                <a:ea typeface="宋体" panose="02010600030101010101" pitchFamily="2" charset="-122"/>
              </a:endParaRPr>
            </a:p>
          </p:txBody>
        </p:sp>
        <p:sp>
          <p:nvSpPr>
            <p:cNvPr id="31761" name="文本框 31761"/>
            <p:cNvSpPr txBox="1"/>
            <p:nvPr/>
          </p:nvSpPr>
          <p:spPr>
            <a:xfrm>
              <a:off x="2765" y="205"/>
              <a:ext cx="331" cy="211"/>
            </a:xfrm>
            <a:prstGeom prst="rect">
              <a:avLst/>
            </a:prstGeom>
            <a:noFill/>
            <a:ln w="9525">
              <a:noFill/>
              <a:miter/>
            </a:ln>
          </p:spPr>
          <p:txBody>
            <a:bodyPr anchor="t">
              <a:spAutoFit/>
            </a:bodyPr>
            <a:p>
              <a:pPr lvl="0">
                <a:spcBef>
                  <a:spcPct val="50000"/>
                </a:spcBef>
                <a:buClr>
                  <a:srgbClr val="000000"/>
                </a:buClr>
              </a:pPr>
              <a:r>
                <a:rPr lang="en-US" altLang="zh-CN" sz="1600">
                  <a:solidFill>
                    <a:schemeClr val="tx1"/>
                  </a:solidFill>
                  <a:latin typeface="Times New Roman" panose="02020603050405020304" charset="0"/>
                  <a:ea typeface="宋体" panose="02010600030101010101" pitchFamily="2" charset="-122"/>
                </a:rPr>
                <a:t>101</a:t>
              </a:r>
              <a:endParaRPr lang="en-US" altLang="zh-CN" sz="1600">
                <a:solidFill>
                  <a:schemeClr val="tx1"/>
                </a:solidFill>
                <a:latin typeface="Times New Roman" panose="02020603050405020304" charset="0"/>
                <a:ea typeface="宋体" panose="02010600030101010101" pitchFamily="2" charset="-122"/>
              </a:endParaRPr>
            </a:p>
          </p:txBody>
        </p:sp>
        <p:sp>
          <p:nvSpPr>
            <p:cNvPr id="31762" name="文本框 31762"/>
            <p:cNvSpPr txBox="1"/>
            <p:nvPr/>
          </p:nvSpPr>
          <p:spPr>
            <a:xfrm>
              <a:off x="3249" y="205"/>
              <a:ext cx="323" cy="211"/>
            </a:xfrm>
            <a:prstGeom prst="rect">
              <a:avLst/>
            </a:prstGeom>
            <a:noFill/>
            <a:ln w="9525">
              <a:noFill/>
              <a:miter/>
            </a:ln>
          </p:spPr>
          <p:txBody>
            <a:bodyPr anchor="t">
              <a:spAutoFit/>
            </a:bodyPr>
            <a:p>
              <a:pPr lvl="0">
                <a:spcBef>
                  <a:spcPct val="50000"/>
                </a:spcBef>
                <a:buClr>
                  <a:srgbClr val="000000"/>
                </a:buClr>
              </a:pPr>
              <a:r>
                <a:rPr lang="en-US" altLang="zh-CN" sz="1600">
                  <a:solidFill>
                    <a:schemeClr val="tx1"/>
                  </a:solidFill>
                  <a:latin typeface="Times New Roman" panose="02020603050405020304" charset="0"/>
                  <a:ea typeface="宋体" panose="02010600030101010101" pitchFamily="2" charset="-122"/>
                </a:rPr>
                <a:t>102</a:t>
              </a:r>
              <a:endParaRPr lang="en-US" altLang="zh-CN" sz="1600">
                <a:solidFill>
                  <a:schemeClr val="tx1"/>
                </a:solidFill>
                <a:latin typeface="Times New Roman" panose="02020603050405020304" charset="0"/>
                <a:ea typeface="宋体" panose="02010600030101010101" pitchFamily="2" charset="-122"/>
              </a:endParaRPr>
            </a:p>
          </p:txBody>
        </p:sp>
        <p:sp>
          <p:nvSpPr>
            <p:cNvPr id="31763" name="文本框 31763"/>
            <p:cNvSpPr txBox="1"/>
            <p:nvPr/>
          </p:nvSpPr>
          <p:spPr>
            <a:xfrm>
              <a:off x="758" y="1569"/>
              <a:ext cx="636" cy="212"/>
            </a:xfrm>
            <a:prstGeom prst="rect">
              <a:avLst/>
            </a:prstGeom>
            <a:noFill/>
            <a:ln w="9525">
              <a:noFill/>
              <a:miter/>
            </a:ln>
          </p:spPr>
          <p:txBody>
            <a:bodyPr anchor="t">
              <a:spAutoFit/>
            </a:bodyPr>
            <a:p>
              <a:pPr lvl="0">
                <a:spcBef>
                  <a:spcPct val="50000"/>
                </a:spcBef>
                <a:buClr>
                  <a:srgbClr val="000000"/>
                </a:buClr>
              </a:pPr>
              <a:r>
                <a:rPr lang="zh-CN" altLang="en-US" sz="1600">
                  <a:solidFill>
                    <a:schemeClr val="tx1"/>
                  </a:solidFill>
                  <a:latin typeface="Times New Roman" panose="02020603050405020304" charset="0"/>
                  <a:ea typeface="宋体" panose="02010600030101010101" pitchFamily="2" charset="-122"/>
                </a:rPr>
                <a:t>文件目录</a:t>
              </a:r>
              <a:endParaRPr lang="zh-CN" altLang="en-US" sz="1600">
                <a:solidFill>
                  <a:schemeClr val="tx1"/>
                </a:solidFill>
                <a:latin typeface="Times New Roman" panose="02020603050405020304" charset="0"/>
                <a:ea typeface="宋体" panose="02010600030101010101" pitchFamily="2" charset="-122"/>
              </a:endParaRPr>
            </a:p>
          </p:txBody>
        </p:sp>
        <p:sp>
          <p:nvSpPr>
            <p:cNvPr id="31764" name="文本框 31764"/>
            <p:cNvSpPr txBox="1"/>
            <p:nvPr/>
          </p:nvSpPr>
          <p:spPr>
            <a:xfrm>
              <a:off x="0" y="442"/>
              <a:ext cx="597" cy="381"/>
            </a:xfrm>
            <a:prstGeom prst="rect">
              <a:avLst/>
            </a:prstGeom>
            <a:noFill/>
            <a:ln w="9525">
              <a:noFill/>
              <a:miter/>
            </a:ln>
          </p:spPr>
          <p:txBody>
            <a:bodyPr anchor="t">
              <a:spAutoFit/>
            </a:bodyPr>
            <a:p>
              <a:pPr lvl="0">
                <a:spcBef>
                  <a:spcPct val="10000"/>
                </a:spcBef>
                <a:buClr>
                  <a:srgbClr val="000000"/>
                </a:buClr>
              </a:pPr>
              <a:r>
                <a:rPr lang="zh-CN" altLang="en-US" sz="1600">
                  <a:solidFill>
                    <a:schemeClr val="tx1"/>
                  </a:solidFill>
                  <a:latin typeface="Times New Roman" panose="02020603050405020304" charset="0"/>
                  <a:ea typeface="宋体" panose="02010600030101010101" pitchFamily="2" charset="-122"/>
                </a:rPr>
                <a:t>文件</a:t>
              </a:r>
              <a:r>
                <a:rPr lang="en-US" altLang="zh-CN" sz="1600">
                  <a:solidFill>
                    <a:schemeClr val="tx1"/>
                  </a:solidFill>
                  <a:latin typeface="Times New Roman" panose="02020603050405020304" charset="0"/>
                  <a:ea typeface="宋体" panose="02010600030101010101" pitchFamily="2" charset="-122"/>
                </a:rPr>
                <a:t>A</a:t>
              </a:r>
              <a:endParaRPr lang="en-US" altLang="zh-CN" sz="1600">
                <a:solidFill>
                  <a:schemeClr val="tx1"/>
                </a:solidFill>
                <a:latin typeface="Times New Roman" panose="02020603050405020304" charset="0"/>
                <a:ea typeface="宋体" panose="02010600030101010101" pitchFamily="2" charset="-122"/>
              </a:endParaRPr>
            </a:p>
            <a:p>
              <a:pPr lvl="0">
                <a:spcBef>
                  <a:spcPct val="10000"/>
                </a:spcBef>
                <a:buClr>
                  <a:srgbClr val="000000"/>
                </a:buClr>
              </a:pPr>
              <a:r>
                <a:rPr lang="zh-CN" altLang="en-US" sz="1600">
                  <a:solidFill>
                    <a:schemeClr val="tx1"/>
                  </a:solidFill>
                  <a:latin typeface="Times New Roman" panose="02020603050405020304" charset="0"/>
                  <a:ea typeface="宋体" panose="02010600030101010101" pitchFamily="2" charset="-122"/>
                </a:rPr>
                <a:t>目录项</a:t>
              </a:r>
              <a:endParaRPr lang="zh-CN" altLang="en-US" sz="1600">
                <a:solidFill>
                  <a:schemeClr val="tx1"/>
                </a:solidFill>
                <a:latin typeface="Times New Roman" panose="02020603050405020304" charset="0"/>
                <a:ea typeface="宋体" panose="02010600030101010101" pitchFamily="2" charset="-122"/>
              </a:endParaRPr>
            </a:p>
          </p:txBody>
        </p:sp>
      </p:grpSp>
      <p:sp>
        <p:nvSpPr>
          <p:cNvPr id="31766" name="矩形 31765"/>
          <p:cNvSpPr/>
          <p:nvPr/>
        </p:nvSpPr>
        <p:spPr>
          <a:xfrm>
            <a:off x="415925" y="4248150"/>
            <a:ext cx="6797675" cy="2181225"/>
          </a:xfrm>
          <a:prstGeom prst="rect">
            <a:avLst/>
          </a:prstGeom>
          <a:noFill/>
          <a:ln w="9525">
            <a:noFill/>
            <a:miter/>
          </a:ln>
        </p:spPr>
        <p:txBody>
          <a:bodyPr wrap="square">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30000"/>
              </a:lnSpc>
              <a:buNone/>
            </a:pPr>
            <a:r>
              <a:rPr lang="en-US" altLang="zh-CN" sz="2800" b="1" strike="noStrike" noProof="1">
                <a:solidFill>
                  <a:srgbClr val="A50021"/>
                </a:solidFill>
                <a:latin typeface="Times New Roman" panose="02020603050405020304" charset="0"/>
                <a:ea typeface="宋体" panose="02010600030101010101" pitchFamily="2" charset="-122"/>
                <a:cs typeface="+mn-ea"/>
              </a:rPr>
              <a:t>   (3) </a:t>
            </a:r>
            <a:r>
              <a:rPr lang="zh-CN" altLang="en-US" sz="2800" b="1" strike="noStrike" noProof="1">
                <a:solidFill>
                  <a:srgbClr val="A50021"/>
                </a:solidFill>
                <a:latin typeface="Times New Roman" panose="02020603050405020304" charset="0"/>
                <a:ea typeface="宋体" panose="02010600030101010101" pitchFamily="2" charset="-122"/>
                <a:cs typeface="+mn-ea"/>
              </a:rPr>
              <a:t>连续文件的特点</a:t>
            </a:r>
            <a:endParaRPr lang="zh-CN" altLang="en-US" sz="2800" b="1" strike="noStrike" noProof="1">
              <a:solidFill>
                <a:srgbClr val="A50021"/>
              </a:solidFill>
              <a:latin typeface="Times New Roman" panose="02020603050405020304" charset="0"/>
              <a:ea typeface="宋体" panose="02010600030101010101" pitchFamily="2" charset="-122"/>
            </a:endParaRPr>
          </a:p>
          <a:p>
            <a:pPr marL="533400" lvl="0" indent="-533400" fontAlgn="base">
              <a:lnSpc>
                <a:spcPct val="120000"/>
              </a:lnSpc>
              <a:spcBef>
                <a:spcPct val="20000"/>
              </a:spcBef>
              <a:buNone/>
            </a:pPr>
            <a:r>
              <a:rPr lang="x-none" altLang="en-US" sz="2400" b="1" strike="noStrike" noProof="1">
                <a:solidFill>
                  <a:srgbClr val="000099"/>
                </a:solidFill>
                <a:latin typeface="Times New Roman" panose="02020603050405020304" charset="0"/>
                <a:ea typeface="宋体" panose="02010600030101010101" pitchFamily="2" charset="-122"/>
                <a:cs typeface="+mn-ea"/>
              </a:rPr>
              <a:t>	</a:t>
            </a:r>
            <a:r>
              <a:rPr lang="en-US" altLang="zh-CN" sz="2400" b="1" strike="noStrike" noProof="1">
                <a:solidFill>
                  <a:srgbClr val="000099"/>
                </a:solidFill>
                <a:latin typeface="Times New Roman" panose="02020603050405020304" charset="0"/>
                <a:ea typeface="宋体" panose="02010600030101010101" pitchFamily="2" charset="-122"/>
                <a:cs typeface="+mn-ea"/>
              </a:rPr>
              <a:t>①</a:t>
            </a:r>
            <a:r>
              <a:rPr lang="en-US" altLang="zh-CN" sz="2400" b="1" strike="noStrike" noProof="1">
                <a:solidFill>
                  <a:srgbClr val="000099"/>
                </a:solidFill>
                <a:latin typeface="宋体" panose="02010600030101010101" pitchFamily="2" charset="-122"/>
                <a:ea typeface="宋体" panose="02010600030101010101" pitchFamily="2" charset="-122"/>
                <a:cs typeface="+mn-ea"/>
              </a:rPr>
              <a:t> </a:t>
            </a:r>
            <a:r>
              <a:rPr lang="zh-CN" altLang="en-US" sz="2400" b="1" strike="noStrike" noProof="1">
                <a:solidFill>
                  <a:srgbClr val="000099"/>
                </a:solidFill>
                <a:latin typeface="Times New Roman" panose="02020603050405020304" charset="0"/>
                <a:ea typeface="宋体" panose="02010600030101010101" pitchFamily="2" charset="-122"/>
                <a:cs typeface="+mn-ea"/>
              </a:rPr>
              <a:t>连续存取时速度较快</a:t>
            </a:r>
            <a:r>
              <a:rPr lang="x-none" altLang="zh-CN" sz="2400" b="1" strike="noStrike" noProof="1">
                <a:solidFill>
                  <a:srgbClr val="000099"/>
                </a:solidFill>
                <a:latin typeface="Times New Roman" panose="02020603050405020304" charset="0"/>
                <a:ea typeface="宋体" panose="02010600030101010101" pitchFamily="2" charset="-122"/>
                <a:cs typeface="+mn-ea"/>
              </a:rPr>
              <a:t>，随机存取效率高。</a:t>
            </a:r>
            <a:endParaRPr lang="x-none" altLang="zh-CN" sz="2400" b="1" strike="noStrike" noProof="1">
              <a:solidFill>
                <a:srgbClr val="000099"/>
              </a:solidFill>
              <a:latin typeface="Times New Roman" panose="02020603050405020304" charset="0"/>
              <a:ea typeface="宋体" panose="02010600030101010101" pitchFamily="2" charset="-122"/>
              <a:cs typeface="+mn-ea"/>
            </a:endParaRPr>
          </a:p>
          <a:p>
            <a:pPr marL="533400" lvl="0" indent="-533400" fontAlgn="base">
              <a:lnSpc>
                <a:spcPct val="120000"/>
              </a:lnSpc>
              <a:spcBef>
                <a:spcPct val="20000"/>
              </a:spcBef>
              <a:buNone/>
            </a:pPr>
            <a:r>
              <a:rPr lang="x-none" altLang="zh-CN" sz="2400" b="1" strike="noStrike" noProof="1">
                <a:solidFill>
                  <a:srgbClr val="000099"/>
                </a:solidFill>
                <a:latin typeface="Times New Roman" panose="02020603050405020304" charset="0"/>
                <a:ea typeface="宋体" panose="02010600030101010101" pitchFamily="2" charset="-122"/>
                <a:cs typeface="+mn-ea"/>
              </a:rPr>
              <a:t>	</a:t>
            </a:r>
            <a:r>
              <a:rPr lang="en-US" altLang="zh-CN" sz="2400" b="1" strike="noStrike" noProof="1">
                <a:solidFill>
                  <a:srgbClr val="000099"/>
                </a:solidFill>
                <a:latin typeface="Times New Roman" panose="02020603050405020304" charset="0"/>
                <a:ea typeface="宋体" panose="02010600030101010101" pitchFamily="2" charset="-122"/>
                <a:cs typeface="+mn-ea"/>
              </a:rPr>
              <a:t>②</a:t>
            </a:r>
            <a:r>
              <a:rPr lang="en-US" altLang="zh-CN" sz="2400" b="1" strike="noStrike" noProof="1">
                <a:solidFill>
                  <a:srgbClr val="000099"/>
                </a:solidFill>
                <a:latin typeface="宋体" panose="02010600030101010101" pitchFamily="2" charset="-122"/>
                <a:ea typeface="宋体" panose="02010600030101010101" pitchFamily="2" charset="-122"/>
                <a:cs typeface="+mn-ea"/>
              </a:rPr>
              <a:t> </a:t>
            </a:r>
            <a:r>
              <a:rPr lang="zh-CN" altLang="en-US" sz="2400" b="1" strike="noStrike" noProof="1">
                <a:solidFill>
                  <a:srgbClr val="000099"/>
                </a:solidFill>
                <a:latin typeface="Times New Roman" panose="02020603050405020304" charset="0"/>
                <a:ea typeface="宋体" panose="02010600030101010101" pitchFamily="2" charset="-122"/>
                <a:cs typeface="+mn-ea"/>
              </a:rPr>
              <a:t>文件长度一经固定便不易改变</a:t>
            </a:r>
            <a:endParaRPr lang="zh-CN" altLang="en-US" sz="2400" b="1" strike="noStrike" noProof="1">
              <a:solidFill>
                <a:srgbClr val="000099"/>
              </a:solidFill>
              <a:latin typeface="Times New Roman" panose="02020603050405020304" charset="0"/>
              <a:ea typeface="宋体" panose="02010600030101010101" pitchFamily="2" charset="-122"/>
            </a:endParaRPr>
          </a:p>
          <a:p>
            <a:pPr marL="533400" lvl="0" indent="-533400" fontAlgn="base">
              <a:lnSpc>
                <a:spcPct val="120000"/>
              </a:lnSpc>
              <a:spcBef>
                <a:spcPct val="20000"/>
              </a:spcBef>
              <a:buNone/>
            </a:pPr>
            <a:r>
              <a:rPr lang="x-none" altLang="zh-CN" sz="2400" b="1" strike="noStrike" noProof="1">
                <a:solidFill>
                  <a:srgbClr val="000099"/>
                </a:solidFill>
                <a:latin typeface="Times New Roman" panose="02020603050405020304" charset="0"/>
                <a:ea typeface="宋体" panose="02010600030101010101" pitchFamily="2" charset="-122"/>
                <a:cs typeface="+mn-ea"/>
              </a:rPr>
              <a:t>	</a:t>
            </a:r>
            <a:r>
              <a:rPr lang="en-US" altLang="zh-CN" sz="2400" b="1" strike="noStrike" noProof="1">
                <a:solidFill>
                  <a:srgbClr val="000099"/>
                </a:solidFill>
                <a:latin typeface="Times New Roman" panose="02020603050405020304" charset="0"/>
                <a:ea typeface="宋体" panose="02010600030101010101" pitchFamily="2" charset="-122"/>
                <a:cs typeface="+mn-ea"/>
              </a:rPr>
              <a:t>③</a:t>
            </a:r>
            <a:r>
              <a:rPr lang="en-US" altLang="zh-CN" sz="2400" b="1" strike="noStrike" noProof="1">
                <a:solidFill>
                  <a:srgbClr val="000099"/>
                </a:solidFill>
                <a:latin typeface="宋体" panose="02010600030101010101" pitchFamily="2" charset="-122"/>
                <a:ea typeface="宋体" panose="02010600030101010101" pitchFamily="2" charset="-122"/>
                <a:cs typeface="+mn-ea"/>
              </a:rPr>
              <a:t> </a:t>
            </a:r>
            <a:r>
              <a:rPr lang="zh-CN" altLang="en-US" sz="2400" b="1" strike="noStrike" noProof="1">
                <a:solidFill>
                  <a:srgbClr val="000099"/>
                </a:solidFill>
                <a:latin typeface="Times New Roman" panose="02020603050405020304" charset="0"/>
                <a:ea typeface="宋体" panose="02010600030101010101" pitchFamily="2" charset="-122"/>
                <a:cs typeface="+mn-ea"/>
              </a:rPr>
              <a:t>文件的增</a:t>
            </a:r>
            <a:r>
              <a:rPr lang="x-none" altLang="zh-CN" sz="2400" b="1" strike="noStrike" noProof="1">
                <a:solidFill>
                  <a:srgbClr val="000099"/>
                </a:solidFill>
                <a:latin typeface="Times New Roman" panose="02020603050405020304" charset="0"/>
                <a:ea typeface="宋体" panose="02010600030101010101" pitchFamily="2" charset="-122"/>
                <a:cs typeface="+mn-ea"/>
              </a:rPr>
              <a:t>长</a:t>
            </a:r>
            <a:r>
              <a:rPr lang="zh-CN" altLang="en-US" sz="2400" b="1" strike="noStrike" noProof="1">
                <a:solidFill>
                  <a:srgbClr val="000099"/>
                </a:solidFill>
                <a:latin typeface="Times New Roman" panose="02020603050405020304" charset="0"/>
                <a:ea typeface="宋体" panose="02010600030101010101" pitchFamily="2" charset="-122"/>
                <a:cs typeface="+mn-ea"/>
              </a:rPr>
              <a:t>和扩充不易</a:t>
            </a:r>
            <a:endParaRPr lang="zh-CN" altLang="en-US" sz="2400" b="1" strike="noStrike" noProof="1">
              <a:solidFill>
                <a:srgbClr val="000099"/>
              </a:solidFill>
              <a:latin typeface="Times New Roman" panose="02020603050405020304" charset="0"/>
              <a:ea typeface="宋体" panose="02010600030101010101" pitchFamily="2" charset="-122"/>
            </a:endParaRPr>
          </a:p>
        </p:txBody>
      </p:sp>
      <p:sp>
        <p:nvSpPr>
          <p:cNvPr id="31767" name="矩形 31766"/>
          <p:cNvSpPr/>
          <p:nvPr/>
        </p:nvSpPr>
        <p:spPr>
          <a:xfrm>
            <a:off x="260350" y="3648075"/>
            <a:ext cx="8416925" cy="530225"/>
          </a:xfrm>
          <a:prstGeom prst="rect">
            <a:avLst/>
          </a:prstGeom>
          <a:noFill/>
          <a:ln w="9525">
            <a:noFill/>
            <a:miter/>
          </a:ln>
        </p:spPr>
        <p:txBody>
          <a:bodyPr wrap="square">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20000"/>
              </a:lnSpc>
              <a:buClr>
                <a:srgbClr val="000000"/>
              </a:buClr>
              <a:buNone/>
            </a:pPr>
            <a:r>
              <a:rPr lang="en-US" altLang="zh-CN" sz="2000" strike="noStrike" noProof="1">
                <a:solidFill>
                  <a:srgbClr val="CC0000"/>
                </a:solidFill>
                <a:latin typeface="Times New Roman" panose="02020603050405020304" charset="0"/>
                <a:ea typeface="宋体" panose="02010600030101010101" pitchFamily="2" charset="-122"/>
                <a:cs typeface="+mn-ea"/>
              </a:rPr>
              <a:t>  </a:t>
            </a:r>
            <a:r>
              <a:rPr lang="zh-CN" altLang="en-US" sz="2400" b="1" strike="noStrike" noProof="1">
                <a:solidFill>
                  <a:srgbClr val="CC0000"/>
                </a:solidFill>
                <a:latin typeface="Times New Roman" panose="02020603050405020304" charset="0"/>
                <a:ea typeface="宋体" panose="02010600030101010101" pitchFamily="2" charset="-122"/>
                <a:cs typeface="+mn-ea"/>
              </a:rPr>
              <a:t>问题：在连续文件结构下，存取 </a:t>
            </a:r>
            <a:r>
              <a:rPr lang="en-US" altLang="zh-CN" sz="2400" b="1" strike="noStrike" noProof="1">
                <a:solidFill>
                  <a:srgbClr val="CC0000"/>
                </a:solidFill>
                <a:latin typeface="Times New Roman" panose="02020603050405020304" charset="0"/>
                <a:ea typeface="宋体" panose="02010600030101010101" pitchFamily="2" charset="-122"/>
                <a:cs typeface="+mn-ea"/>
              </a:rPr>
              <a:t>r </a:t>
            </a:r>
            <a:r>
              <a:rPr lang="en-US" altLang="zh-CN" sz="2400" b="1" strike="noStrike" baseline="-25000" noProof="1">
                <a:solidFill>
                  <a:srgbClr val="CC0000"/>
                </a:solidFill>
                <a:latin typeface="Times New Roman" panose="02020603050405020304" charset="0"/>
                <a:ea typeface="宋体" panose="02010600030101010101" pitchFamily="2" charset="-122"/>
                <a:cs typeface="+mn-ea"/>
              </a:rPr>
              <a:t>i </a:t>
            </a:r>
            <a:r>
              <a:rPr lang="zh-CN" altLang="en-US" sz="2400" b="1" strike="noStrike" noProof="1">
                <a:solidFill>
                  <a:srgbClr val="CC0000"/>
                </a:solidFill>
                <a:latin typeface="Times New Roman" panose="02020603050405020304" charset="0"/>
                <a:ea typeface="宋体" panose="02010600030101010101" pitchFamily="2" charset="-122"/>
                <a:cs typeface="+mn-ea"/>
              </a:rPr>
              <a:t>记录时，应如何操作 ？</a:t>
            </a:r>
            <a:endParaRPr lang="zh-CN" altLang="en-US" sz="2400" b="1" strike="noStrike" noProof="1">
              <a:solidFill>
                <a:srgbClr val="CC0000"/>
              </a:solidFill>
              <a:latin typeface="Times New Roman" panose="02020603050405020304" charset="0"/>
              <a:ea typeface="宋体" panose="02010600030101010101" pitchFamily="2" charset="-122"/>
            </a:endParaRPr>
          </a:p>
        </p:txBody>
      </p:sp>
      <p:sp>
        <p:nvSpPr>
          <p:cNvPr id="31768" name="文本框 31767"/>
          <p:cNvSpPr txBox="1"/>
          <p:nvPr/>
        </p:nvSpPr>
        <p:spPr>
          <a:xfrm>
            <a:off x="4186238" y="3138488"/>
            <a:ext cx="1693862" cy="336550"/>
          </a:xfrm>
          <a:prstGeom prst="rect">
            <a:avLst/>
          </a:prstGeom>
          <a:noFill/>
          <a:ln w="9525">
            <a:noFill/>
            <a:miter/>
          </a:ln>
        </p:spPr>
        <p:txBody>
          <a:bodyPr anchor="t">
            <a:spAutoFit/>
          </a:bodyPr>
          <a:p>
            <a:pPr lvl="0">
              <a:spcBef>
                <a:spcPct val="30000"/>
              </a:spcBef>
              <a:buClr>
                <a:srgbClr val="000000"/>
              </a:buClr>
            </a:pPr>
            <a:r>
              <a:rPr lang="zh-CN" altLang="en-US" sz="1600" b="0">
                <a:solidFill>
                  <a:schemeClr val="tx1"/>
                </a:solidFill>
                <a:latin typeface="Times New Roman" panose="02020603050405020304" charset="0"/>
                <a:ea typeface="宋体" panose="02010600030101010101" pitchFamily="2" charset="-122"/>
              </a:rPr>
              <a:t>串联文件结构</a:t>
            </a:r>
            <a:endParaRPr lang="zh-CN" altLang="en-US" sz="1600" b="0">
              <a:solidFill>
                <a:schemeClr val="tx1"/>
              </a:solidFill>
              <a:latin typeface="Times New Roman" panose="02020603050405020304"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31766" grpId="0" uiExpand="1" build="p"/>
      <p:bldP spid="31767" grpId="0"/>
      <p:bldP spid="31768"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769" name="文本框 32769"/>
          <p:cNvSpPr txBox="1"/>
          <p:nvPr/>
        </p:nvSpPr>
        <p:spPr>
          <a:xfrm>
            <a:off x="8493125" y="6510338"/>
            <a:ext cx="376238"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buFont typeface="Wingdings" panose="05000000000000000000" pitchFamily="2" charset="2"/>
              <a:buNone/>
            </a:pPr>
            <a:r>
              <a:rPr lang="en-US" altLang="zh-CN" b="0">
                <a:solidFill>
                  <a:schemeClr val="tx2"/>
                </a:solidFill>
                <a:latin typeface="Times New Roman" panose="02020603050405020304" charset="0"/>
                <a:ea typeface="宋体" panose="02010600030101010101" pitchFamily="2" charset="-122"/>
              </a:rPr>
              <a:t>15</a:t>
            </a:r>
            <a:endParaRPr lang="en-US" altLang="zh-CN" b="0">
              <a:solidFill>
                <a:schemeClr val="tx2"/>
              </a:solidFill>
              <a:latin typeface="Times New Roman" panose="02020603050405020304" charset="0"/>
              <a:ea typeface="宋体" panose="02010600030101010101" pitchFamily="2" charset="-122"/>
            </a:endParaRPr>
          </a:p>
        </p:txBody>
      </p:sp>
      <p:sp>
        <p:nvSpPr>
          <p:cNvPr id="32771" name="矩形 32770"/>
          <p:cNvSpPr/>
          <p:nvPr/>
        </p:nvSpPr>
        <p:spPr>
          <a:xfrm>
            <a:off x="157163" y="644525"/>
            <a:ext cx="8788400" cy="3351530"/>
          </a:xfrm>
          <a:prstGeom prst="rect">
            <a:avLst/>
          </a:prstGeom>
          <a:noFill/>
          <a:ln w="9525">
            <a:noFill/>
            <a:miter/>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20000"/>
              </a:lnSpc>
              <a:buNone/>
            </a:pPr>
            <a:r>
              <a:rPr lang="en-US" altLang="zh-CN" b="1" strike="noStrike" noProof="1">
                <a:solidFill>
                  <a:srgbClr val="990000"/>
                </a:solidFill>
                <a:latin typeface="Times New Roman" panose="02020603050405020304" charset="0"/>
                <a:ea typeface="宋体" panose="02010600030101010101" pitchFamily="2" charset="-122"/>
                <a:cs typeface="+mn-ea"/>
              </a:rPr>
              <a:t>2.  </a:t>
            </a:r>
            <a:r>
              <a:rPr lang="zh-CN" altLang="en-US" b="1" strike="noStrike" noProof="1">
                <a:solidFill>
                  <a:srgbClr val="990000"/>
                </a:solidFill>
                <a:latin typeface="Times New Roman" panose="02020603050405020304" charset="0"/>
                <a:ea typeface="宋体" panose="02010600030101010101" pitchFamily="2" charset="-122"/>
                <a:cs typeface="+mn-ea"/>
              </a:rPr>
              <a:t>串联文件</a:t>
            </a:r>
            <a:endParaRPr lang="zh-CN" altLang="en-US" b="1" strike="noStrike" noProof="1">
              <a:solidFill>
                <a:srgbClr val="990000"/>
              </a:solidFill>
              <a:latin typeface="Times New Roman" panose="02020603050405020304" charset="0"/>
              <a:ea typeface="宋体" panose="02010600030101010101" pitchFamily="2" charset="-122"/>
            </a:endParaRPr>
          </a:p>
          <a:p>
            <a:pPr marL="533400" lvl="0" indent="-533400" fontAlgn="base">
              <a:lnSpc>
                <a:spcPct val="120000"/>
              </a:lnSpc>
              <a:spcBef>
                <a:spcPct val="20000"/>
              </a:spcBef>
              <a:buNone/>
            </a:pPr>
            <a:r>
              <a:rPr lang="zh-CN" altLang="en-US" sz="2800" b="1" strike="noStrike" noProof="1">
                <a:solidFill>
                  <a:srgbClr val="A50021"/>
                </a:solidFill>
                <a:latin typeface="Times New Roman" panose="02020603050405020304" charset="0"/>
                <a:ea typeface="宋体" panose="02010600030101010101" pitchFamily="2" charset="-122"/>
                <a:cs typeface="+mn-ea"/>
              </a:rPr>
              <a:t>      </a:t>
            </a:r>
            <a:r>
              <a:rPr lang="en-US" altLang="zh-CN" sz="2800" b="1" strike="noStrike" noProof="1">
                <a:solidFill>
                  <a:srgbClr val="A50021"/>
                </a:solidFill>
                <a:latin typeface="Times New Roman" panose="02020603050405020304" charset="0"/>
                <a:ea typeface="宋体" panose="02010600030101010101" pitchFamily="2" charset="-122"/>
                <a:cs typeface="+mn-ea"/>
              </a:rPr>
              <a:t>(1) </a:t>
            </a:r>
            <a:r>
              <a:rPr lang="zh-CN" altLang="en-US" sz="2800" b="1" strike="noStrike" noProof="1">
                <a:solidFill>
                  <a:srgbClr val="A50021"/>
                </a:solidFill>
                <a:latin typeface="Times New Roman" panose="02020603050405020304" charset="0"/>
                <a:ea typeface="宋体" panose="02010600030101010101" pitchFamily="2" charset="-122"/>
                <a:cs typeface="+mn-ea"/>
              </a:rPr>
              <a:t>什么是串联文件</a:t>
            </a:r>
            <a:endParaRPr lang="zh-CN" altLang="en-US" sz="2800" b="1" strike="noStrike" noProof="1">
              <a:solidFill>
                <a:srgbClr val="A50021"/>
              </a:solidFill>
              <a:latin typeface="Times New Roman" panose="02020603050405020304" charset="0"/>
              <a:ea typeface="宋体" panose="02010600030101010101" pitchFamily="2" charset="-122"/>
            </a:endParaRPr>
          </a:p>
          <a:p>
            <a:pPr marL="914400" lvl="1" indent="-457200" fontAlgn="base">
              <a:lnSpc>
                <a:spcPct val="120000"/>
              </a:lnSpc>
              <a:spcBef>
                <a:spcPct val="20000"/>
              </a:spcBef>
              <a:buNone/>
            </a:pPr>
            <a:r>
              <a:rPr lang="zh-CN" altLang="en-US" sz="2400" strike="noStrike" noProof="1">
                <a:solidFill>
                  <a:schemeClr val="tx1"/>
                </a:solidFill>
                <a:latin typeface="Times New Roman" panose="02020603050405020304" charset="0"/>
                <a:ea typeface="宋体" panose="02010600030101010101" pitchFamily="2" charset="-122"/>
                <a:cs typeface="+mn-cs"/>
              </a:rPr>
              <a:t>      串联文件结构是按顺序由串联的块组成的，即文件的信</a:t>
            </a:r>
            <a:endParaRPr lang="zh-CN" altLang="en-US" sz="2400" strike="noStrike" noProof="1">
              <a:solidFill>
                <a:schemeClr val="tx1"/>
              </a:solidFill>
              <a:latin typeface="Times New Roman" panose="02020603050405020304" charset="0"/>
              <a:ea typeface="宋体" panose="02010600030101010101" pitchFamily="2" charset="-122"/>
            </a:endParaRPr>
          </a:p>
          <a:p>
            <a:pPr marL="914400" lvl="1" indent="-457200" fontAlgn="base">
              <a:lnSpc>
                <a:spcPct val="120000"/>
              </a:lnSpc>
              <a:spcBef>
                <a:spcPct val="20000"/>
              </a:spcBef>
              <a:buNone/>
            </a:pPr>
            <a:r>
              <a:rPr lang="zh-CN" altLang="en-US" sz="2400" strike="noStrike" noProof="1">
                <a:solidFill>
                  <a:schemeClr val="tx1"/>
                </a:solidFill>
                <a:latin typeface="Times New Roman" panose="02020603050405020304" charset="0"/>
                <a:ea typeface="宋体" panose="02010600030101010101" pitchFamily="2" charset="-122"/>
                <a:cs typeface="+mn-cs"/>
              </a:rPr>
              <a:t>      息存于若干块物理块中，每个物理块的最末一个字作为</a:t>
            </a:r>
            <a:endParaRPr lang="zh-CN" altLang="en-US" sz="2400" strike="noStrike" noProof="1">
              <a:solidFill>
                <a:schemeClr val="tx1"/>
              </a:solidFill>
              <a:latin typeface="Times New Roman" panose="02020603050405020304" charset="0"/>
              <a:ea typeface="宋体" panose="02010600030101010101" pitchFamily="2" charset="-122"/>
            </a:endParaRPr>
          </a:p>
          <a:p>
            <a:pPr marL="914400" lvl="1" indent="-457200" fontAlgn="base">
              <a:lnSpc>
                <a:spcPct val="120000"/>
              </a:lnSpc>
              <a:spcBef>
                <a:spcPct val="20000"/>
              </a:spcBef>
              <a:buNone/>
            </a:pPr>
            <a:r>
              <a:rPr lang="zh-CN" altLang="en-US" sz="2400" strike="noStrike" noProof="1">
                <a:solidFill>
                  <a:schemeClr val="tx1"/>
                </a:solidFill>
                <a:latin typeface="Times New Roman" panose="02020603050405020304" charset="0"/>
                <a:ea typeface="宋体" panose="02010600030101010101" pitchFamily="2" charset="-122"/>
                <a:cs typeface="+mn-cs"/>
              </a:rPr>
              <a:t>      链接字，它指出后继块的物理地址。文件的最后一块的</a:t>
            </a:r>
            <a:endParaRPr lang="zh-CN" altLang="en-US" sz="2400" strike="noStrike" noProof="1">
              <a:solidFill>
                <a:schemeClr val="tx1"/>
              </a:solidFill>
              <a:latin typeface="Times New Roman" panose="02020603050405020304" charset="0"/>
              <a:ea typeface="宋体" panose="02010600030101010101" pitchFamily="2" charset="-122"/>
            </a:endParaRPr>
          </a:p>
          <a:p>
            <a:pPr marL="914400" lvl="1" indent="-457200" fontAlgn="base">
              <a:lnSpc>
                <a:spcPct val="120000"/>
              </a:lnSpc>
              <a:spcBef>
                <a:spcPct val="20000"/>
              </a:spcBef>
              <a:buNone/>
            </a:pPr>
            <a:r>
              <a:rPr lang="zh-CN" altLang="en-US" sz="2400" strike="noStrike" noProof="1">
                <a:solidFill>
                  <a:schemeClr val="tx1"/>
                </a:solidFill>
                <a:latin typeface="Times New Roman" panose="02020603050405020304" charset="0"/>
                <a:ea typeface="宋体" panose="02010600030101010101" pitchFamily="2" charset="-122"/>
                <a:cs typeface="+mn-cs"/>
              </a:rPr>
              <a:t>      链接字为结束标记“</a:t>
            </a:r>
            <a:r>
              <a:rPr lang="en-US" altLang="zh-CN" sz="2400" strike="noStrike" noProof="1">
                <a:solidFill>
                  <a:schemeClr val="tx1"/>
                </a:solidFill>
                <a:latin typeface="Times New Roman" panose="02020603050405020304" charset="0"/>
                <a:ea typeface="宋体" panose="02010600030101010101" pitchFamily="2" charset="-122"/>
                <a:cs typeface="+mn-cs"/>
              </a:rPr>
              <a:t>^”</a:t>
            </a:r>
            <a:r>
              <a:rPr lang="zh-CN" altLang="en-US" sz="2400" strike="noStrike" noProof="1">
                <a:solidFill>
                  <a:schemeClr val="tx1"/>
                </a:solidFill>
                <a:latin typeface="Times New Roman" panose="02020603050405020304" charset="0"/>
                <a:ea typeface="宋体" panose="02010600030101010101" pitchFamily="2" charset="-122"/>
                <a:cs typeface="+mn-cs"/>
              </a:rPr>
              <a:t>，它表示文件至本块结束。</a:t>
            </a:r>
            <a:endParaRPr lang="zh-CN" altLang="en-US" sz="2400" strike="noStrike" noProof="1">
              <a:solidFill>
                <a:schemeClr val="tx1"/>
              </a:solidFill>
              <a:latin typeface="Times New Roman" panose="02020603050405020304" charset="0"/>
              <a:ea typeface="宋体" panose="02010600030101010101" pitchFamily="2" charset="-122"/>
            </a:endParaRPr>
          </a:p>
        </p:txBody>
      </p:sp>
      <p:sp>
        <p:nvSpPr>
          <p:cNvPr id="32772" name="矩形 32771"/>
          <p:cNvSpPr/>
          <p:nvPr/>
        </p:nvSpPr>
        <p:spPr>
          <a:xfrm>
            <a:off x="381000" y="4286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Arial" panose="02080604020202020204" pitchFamily="34" charset="0"/>
                <a:ea typeface="宋体" panose="02010600030101010101" pitchFamily="2" charset="-122"/>
                <a:cs typeface="+mn-ea"/>
              </a:rPr>
              <a:t>文件系统</a:t>
            </a:r>
            <a:r>
              <a:rPr lang="en-US" altLang="zh-CN" sz="2400" strike="noStrike" noProof="1">
                <a:latin typeface="Arial" panose="02080604020202020204" pitchFamily="34" charset="0"/>
                <a:ea typeface="宋体" panose="02010600030101010101" pitchFamily="2" charset="-122"/>
                <a:cs typeface="+mn-ea"/>
              </a:rPr>
              <a:t>——</a:t>
            </a:r>
            <a:r>
              <a:rPr lang="zh-CN" altLang="en-US" sz="2400" strike="noStrike" noProof="1">
                <a:latin typeface="Arial" panose="02080604020202020204" pitchFamily="34" charset="0"/>
                <a:ea typeface="宋体" panose="02010600030101010101" pitchFamily="2" charset="-122"/>
                <a:cs typeface="+mn-ea"/>
              </a:rPr>
              <a:t>文件的物理结构</a:t>
            </a:r>
            <a:endParaRPr lang="zh-CN" altLang="en-US" sz="2400" strike="noStrike" noProof="1">
              <a:ea typeface="宋体" panose="02010600030101010101" pitchFamily="2" charset="-122"/>
            </a:endParaRPr>
          </a:p>
        </p:txBody>
      </p:sp>
      <p:sp>
        <p:nvSpPr>
          <p:cNvPr id="32773" name="矩形 32772"/>
          <p:cNvSpPr/>
          <p:nvPr/>
        </p:nvSpPr>
        <p:spPr>
          <a:xfrm>
            <a:off x="1017588" y="4246563"/>
            <a:ext cx="3629025" cy="604838"/>
          </a:xfrm>
          <a:prstGeom prst="rect">
            <a:avLst/>
          </a:prstGeom>
          <a:noFill/>
          <a:ln w="9525">
            <a:noFill/>
            <a:miter/>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20000"/>
              </a:lnSpc>
              <a:spcBef>
                <a:spcPct val="20000"/>
              </a:spcBef>
              <a:buNone/>
            </a:pPr>
            <a:r>
              <a:rPr lang="en-US" altLang="zh-CN" sz="2800" b="1" strike="noStrike" noProof="1">
                <a:solidFill>
                  <a:srgbClr val="A50021"/>
                </a:solidFill>
                <a:latin typeface="Times New Roman" panose="02020603050405020304" charset="0"/>
                <a:ea typeface="宋体" panose="02010600030101010101" pitchFamily="2" charset="-122"/>
                <a:cs typeface="+mn-ea"/>
              </a:rPr>
              <a:t>(2) </a:t>
            </a:r>
            <a:r>
              <a:rPr lang="zh-CN" altLang="en-US" sz="2800" b="1" strike="noStrike" noProof="1">
                <a:solidFill>
                  <a:srgbClr val="A50021"/>
                </a:solidFill>
                <a:latin typeface="Times New Roman" panose="02020603050405020304" charset="0"/>
                <a:ea typeface="宋体" panose="02010600030101010101" pitchFamily="2" charset="-122"/>
                <a:cs typeface="+mn-ea"/>
              </a:rPr>
              <a:t>串联文件结构例</a:t>
            </a:r>
            <a:endParaRPr lang="zh-CN" altLang="en-US" sz="2800" b="1" strike="noStrike" noProof="1">
              <a:solidFill>
                <a:srgbClr val="A50021"/>
              </a:solidFill>
              <a:latin typeface="Times New Roman" panose="02020603050405020304"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32771" grpId="0" build="p"/>
      <p:bldP spid="32773"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3" name="文本框 33793"/>
          <p:cNvSpPr txBox="1"/>
          <p:nvPr/>
        </p:nvSpPr>
        <p:spPr>
          <a:xfrm>
            <a:off x="8493125" y="6510338"/>
            <a:ext cx="376238"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buFont typeface="Wingdings" panose="05000000000000000000" pitchFamily="2" charset="2"/>
              <a:buNone/>
            </a:pPr>
            <a:r>
              <a:rPr lang="en-US" altLang="zh-CN" b="0">
                <a:solidFill>
                  <a:schemeClr val="tx2"/>
                </a:solidFill>
                <a:latin typeface="Times New Roman" panose="02020603050405020304" charset="0"/>
                <a:ea typeface="宋体" panose="02010600030101010101" pitchFamily="2" charset="-122"/>
              </a:rPr>
              <a:t>16</a:t>
            </a:r>
            <a:endParaRPr lang="en-US" altLang="zh-CN" b="0">
              <a:solidFill>
                <a:schemeClr val="tx2"/>
              </a:solidFill>
              <a:latin typeface="Times New Roman" panose="02020603050405020304" charset="0"/>
              <a:ea typeface="宋体" panose="02010600030101010101" pitchFamily="2" charset="-122"/>
            </a:endParaRPr>
          </a:p>
        </p:txBody>
      </p:sp>
      <p:sp>
        <p:nvSpPr>
          <p:cNvPr id="33795" name="矩形 33794"/>
          <p:cNvSpPr/>
          <p:nvPr/>
        </p:nvSpPr>
        <p:spPr>
          <a:xfrm>
            <a:off x="381000" y="4286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Arial" panose="02080604020202020204" pitchFamily="34" charset="0"/>
                <a:ea typeface="宋体" panose="02010600030101010101" pitchFamily="2" charset="-122"/>
                <a:cs typeface="+mn-ea"/>
              </a:rPr>
              <a:t>文件系统</a:t>
            </a:r>
            <a:r>
              <a:rPr lang="en-US" altLang="zh-CN" sz="2400" strike="noStrike" noProof="1">
                <a:latin typeface="Arial" panose="02080604020202020204" pitchFamily="34" charset="0"/>
                <a:ea typeface="宋体" panose="02010600030101010101" pitchFamily="2" charset="-122"/>
                <a:cs typeface="+mn-ea"/>
              </a:rPr>
              <a:t>——</a:t>
            </a:r>
            <a:r>
              <a:rPr lang="zh-CN" altLang="en-US" sz="2400" strike="noStrike" noProof="1">
                <a:latin typeface="Arial" panose="02080604020202020204" pitchFamily="34" charset="0"/>
                <a:ea typeface="宋体" panose="02010600030101010101" pitchFamily="2" charset="-122"/>
                <a:cs typeface="+mn-ea"/>
              </a:rPr>
              <a:t>文件的物理结构</a:t>
            </a:r>
            <a:endParaRPr lang="zh-CN" altLang="en-US" sz="2400" strike="noStrike" noProof="1">
              <a:ea typeface="宋体" panose="02010600030101010101" pitchFamily="2" charset="-122"/>
            </a:endParaRPr>
          </a:p>
        </p:txBody>
      </p:sp>
      <p:sp>
        <p:nvSpPr>
          <p:cNvPr id="33796" name="矩形 33795"/>
          <p:cNvSpPr/>
          <p:nvPr/>
        </p:nvSpPr>
        <p:spPr>
          <a:xfrm>
            <a:off x="673100" y="4403725"/>
            <a:ext cx="5446713" cy="2138363"/>
          </a:xfrm>
          <a:prstGeom prst="rect">
            <a:avLst/>
          </a:prstGeom>
          <a:noFill/>
          <a:ln w="9525">
            <a:noFill/>
            <a:miter/>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20000"/>
              </a:lnSpc>
              <a:spcBef>
                <a:spcPct val="20000"/>
              </a:spcBef>
              <a:buNone/>
            </a:pPr>
            <a:r>
              <a:rPr lang="en-US" altLang="zh-CN" sz="2800" b="1" strike="noStrike" noProof="1">
                <a:solidFill>
                  <a:srgbClr val="A50021"/>
                </a:solidFill>
                <a:latin typeface="Times New Roman" panose="02020603050405020304" charset="0"/>
                <a:ea typeface="宋体" panose="02010600030101010101" pitchFamily="2" charset="-122"/>
                <a:cs typeface="+mn-ea"/>
              </a:rPr>
              <a:t>(3) </a:t>
            </a:r>
            <a:r>
              <a:rPr lang="zh-CN" altLang="en-US" sz="2800" b="1" strike="noStrike" noProof="1">
                <a:solidFill>
                  <a:srgbClr val="A50021"/>
                </a:solidFill>
                <a:latin typeface="Times New Roman" panose="02020603050405020304" charset="0"/>
                <a:ea typeface="宋体" panose="02010600030101010101" pitchFamily="2" charset="-122"/>
                <a:cs typeface="+mn-ea"/>
              </a:rPr>
              <a:t>串联文件的特点</a:t>
            </a:r>
            <a:endParaRPr lang="zh-CN" altLang="en-US" sz="2800" b="1" strike="noStrike" noProof="1">
              <a:solidFill>
                <a:srgbClr val="A50021"/>
              </a:solidFill>
              <a:latin typeface="Times New Roman" panose="02020603050405020304" charset="0"/>
              <a:ea typeface="宋体" panose="02010600030101010101" pitchFamily="2" charset="-122"/>
            </a:endParaRPr>
          </a:p>
          <a:p>
            <a:pPr marL="533400" lvl="0" indent="-533400" fontAlgn="base">
              <a:lnSpc>
                <a:spcPct val="120000"/>
              </a:lnSpc>
              <a:spcBef>
                <a:spcPct val="20000"/>
              </a:spcBef>
              <a:buNone/>
            </a:pPr>
            <a:r>
              <a:rPr lang="en-US" altLang="zh-CN" sz="2400" b="1" strike="noStrike" noProof="1">
                <a:solidFill>
                  <a:srgbClr val="000099"/>
                </a:solidFill>
                <a:latin typeface="Times New Roman" panose="02020603050405020304" charset="0"/>
                <a:ea typeface="宋体" panose="02010600030101010101" pitchFamily="2" charset="-122"/>
                <a:cs typeface="+mn-ea"/>
              </a:rPr>
              <a:t>①</a:t>
            </a:r>
            <a:r>
              <a:rPr lang="en-US" altLang="zh-CN" sz="2400" b="1" strike="noStrike" noProof="1">
                <a:solidFill>
                  <a:srgbClr val="000099"/>
                </a:solidFill>
                <a:latin typeface="宋体" panose="02010600030101010101" pitchFamily="2" charset="-122"/>
                <a:ea typeface="宋体" panose="02010600030101010101" pitchFamily="2" charset="-122"/>
                <a:cs typeface="+mn-ea"/>
              </a:rPr>
              <a:t> </a:t>
            </a:r>
            <a:r>
              <a:rPr lang="zh-CN" altLang="en-US" sz="2400" b="1" strike="noStrike" noProof="1">
                <a:solidFill>
                  <a:srgbClr val="000099"/>
                </a:solidFill>
                <a:latin typeface="Times New Roman" panose="02020603050405020304" charset="0"/>
                <a:ea typeface="宋体" panose="02010600030101010101" pitchFamily="2" charset="-122"/>
                <a:cs typeface="+mn-ea"/>
              </a:rPr>
              <a:t>能较好地利用辅存空间</a:t>
            </a:r>
            <a:endParaRPr lang="zh-CN" altLang="en-US" sz="2400" b="1" strike="noStrike" noProof="1">
              <a:solidFill>
                <a:srgbClr val="000099"/>
              </a:solidFill>
              <a:latin typeface="Times New Roman" panose="02020603050405020304" charset="0"/>
              <a:ea typeface="宋体" panose="02010600030101010101" pitchFamily="2" charset="-122"/>
            </a:endParaRPr>
          </a:p>
          <a:p>
            <a:pPr marL="533400" lvl="0" indent="-533400" fontAlgn="base">
              <a:lnSpc>
                <a:spcPct val="120000"/>
              </a:lnSpc>
              <a:spcBef>
                <a:spcPct val="20000"/>
              </a:spcBef>
              <a:buNone/>
            </a:pPr>
            <a:r>
              <a:rPr lang="en-US" altLang="zh-CN" sz="2400" b="1" strike="noStrike" noProof="1">
                <a:solidFill>
                  <a:srgbClr val="000099"/>
                </a:solidFill>
                <a:latin typeface="Times New Roman" panose="02020603050405020304" charset="0"/>
                <a:ea typeface="宋体" panose="02010600030101010101" pitchFamily="2" charset="-122"/>
                <a:cs typeface="+mn-ea"/>
              </a:rPr>
              <a:t>②</a:t>
            </a:r>
            <a:r>
              <a:rPr lang="en-US" altLang="zh-CN" sz="2400" b="1" strike="noStrike" noProof="1">
                <a:solidFill>
                  <a:srgbClr val="000099"/>
                </a:solidFill>
                <a:latin typeface="宋体" panose="02010600030101010101" pitchFamily="2" charset="-122"/>
                <a:ea typeface="宋体" panose="02010600030101010101" pitchFamily="2" charset="-122"/>
                <a:cs typeface="+mn-ea"/>
              </a:rPr>
              <a:t> </a:t>
            </a:r>
            <a:r>
              <a:rPr lang="zh-CN" altLang="en-US" sz="2400" b="1" strike="noStrike" noProof="1">
                <a:solidFill>
                  <a:srgbClr val="000099"/>
                </a:solidFill>
                <a:latin typeface="Times New Roman" panose="02020603050405020304" charset="0"/>
                <a:ea typeface="宋体" panose="02010600030101010101" pitchFamily="2" charset="-122"/>
                <a:cs typeface="+mn-ea"/>
              </a:rPr>
              <a:t>易于对文件进行增</a:t>
            </a:r>
            <a:r>
              <a:rPr lang="x-none" altLang="zh-CN" sz="2400" b="1" strike="noStrike" noProof="1">
                <a:solidFill>
                  <a:srgbClr val="000099"/>
                </a:solidFill>
                <a:latin typeface="Times New Roman" panose="02020603050405020304" charset="0"/>
                <a:ea typeface="宋体" panose="02010600030101010101" pitchFamily="2" charset="-122"/>
                <a:cs typeface="+mn-ea"/>
              </a:rPr>
              <a:t>长</a:t>
            </a:r>
            <a:r>
              <a:rPr lang="zh-CN" altLang="en-US" sz="2400" b="1" strike="noStrike" noProof="1">
                <a:solidFill>
                  <a:srgbClr val="000099"/>
                </a:solidFill>
                <a:latin typeface="Times New Roman" panose="02020603050405020304" charset="0"/>
                <a:ea typeface="宋体" panose="02010600030101010101" pitchFamily="2" charset="-122"/>
                <a:cs typeface="+mn-ea"/>
              </a:rPr>
              <a:t>和扩充</a:t>
            </a:r>
            <a:endParaRPr lang="zh-CN" altLang="en-US" sz="2400" b="1" strike="noStrike" noProof="1">
              <a:solidFill>
                <a:srgbClr val="000099"/>
              </a:solidFill>
              <a:latin typeface="Times New Roman" panose="02020603050405020304" charset="0"/>
              <a:ea typeface="宋体" panose="02010600030101010101" pitchFamily="2" charset="-122"/>
            </a:endParaRPr>
          </a:p>
          <a:p>
            <a:pPr marL="533400" lvl="0" indent="-533400" fontAlgn="base">
              <a:lnSpc>
                <a:spcPct val="120000"/>
              </a:lnSpc>
              <a:spcBef>
                <a:spcPct val="20000"/>
              </a:spcBef>
              <a:buNone/>
            </a:pPr>
            <a:r>
              <a:rPr lang="en-US" altLang="zh-CN" sz="2400" b="1" strike="noStrike" noProof="1">
                <a:solidFill>
                  <a:srgbClr val="000099"/>
                </a:solidFill>
                <a:latin typeface="Times New Roman" panose="02020603050405020304" charset="0"/>
                <a:ea typeface="宋体" panose="02010600030101010101" pitchFamily="2" charset="-122"/>
                <a:cs typeface="+mn-ea"/>
              </a:rPr>
              <a:t>③</a:t>
            </a:r>
            <a:r>
              <a:rPr lang="en-US" altLang="zh-CN" sz="2400" b="1" strike="noStrike" noProof="1">
                <a:solidFill>
                  <a:srgbClr val="000099"/>
                </a:solidFill>
                <a:latin typeface="宋体" panose="02010600030101010101" pitchFamily="2" charset="-122"/>
                <a:ea typeface="宋体" panose="02010600030101010101" pitchFamily="2" charset="-122"/>
                <a:cs typeface="+mn-ea"/>
              </a:rPr>
              <a:t> </a:t>
            </a:r>
            <a:r>
              <a:rPr lang="zh-CN" altLang="en-US" sz="2400" b="1" strike="noStrike" noProof="1">
                <a:solidFill>
                  <a:srgbClr val="000099"/>
                </a:solidFill>
                <a:latin typeface="Times New Roman" panose="02020603050405020304" charset="0"/>
                <a:ea typeface="宋体" panose="02010600030101010101" pitchFamily="2" charset="-122"/>
                <a:cs typeface="+mn-ea"/>
              </a:rPr>
              <a:t>连续存取时速度较快</a:t>
            </a:r>
            <a:endParaRPr lang="zh-CN" altLang="en-US" sz="2400" b="1" strike="noStrike" noProof="1">
              <a:solidFill>
                <a:srgbClr val="000099"/>
              </a:solidFill>
              <a:latin typeface="Times New Roman" panose="02020603050405020304" charset="0"/>
              <a:ea typeface="宋体" panose="02010600030101010101" pitchFamily="2" charset="-122"/>
            </a:endParaRPr>
          </a:p>
        </p:txBody>
      </p:sp>
      <p:grpSp>
        <p:nvGrpSpPr>
          <p:cNvPr id="33797" name="组合 33796"/>
          <p:cNvGrpSpPr/>
          <p:nvPr/>
        </p:nvGrpSpPr>
        <p:grpSpPr>
          <a:xfrm>
            <a:off x="325438" y="661988"/>
            <a:ext cx="8510587" cy="2762250"/>
            <a:chOff x="0" y="0"/>
            <a:chExt cx="4597" cy="1740"/>
          </a:xfrm>
        </p:grpSpPr>
        <p:sp>
          <p:nvSpPr>
            <p:cNvPr id="2" name="文本框 33797"/>
            <p:cNvSpPr txBox="1"/>
            <p:nvPr/>
          </p:nvSpPr>
          <p:spPr>
            <a:xfrm>
              <a:off x="503" y="108"/>
              <a:ext cx="829" cy="1376"/>
            </a:xfrm>
            <a:prstGeom prst="rect">
              <a:avLst/>
            </a:prstGeom>
            <a:solidFill>
              <a:srgbClr val="FFCCFF"/>
            </a:solidFill>
            <a:ln w="9525" cap="flat" cmpd="sng">
              <a:solidFill>
                <a:srgbClr val="000000"/>
              </a:solidFill>
              <a:prstDash val="solid"/>
              <a:miter/>
              <a:headEnd type="none" w="med" len="med"/>
              <a:tailEnd type="none" w="med" len="med"/>
            </a:ln>
          </p:spPr>
          <p:txBody>
            <a:bodyPr anchor="t"/>
            <a:p>
              <a:pPr lvl="0" algn="just">
                <a:buClr>
                  <a:srgbClr val="000000"/>
                </a:buClr>
              </a:pPr>
              <a:endParaRPr lang="en-US" altLang="zh-CN" sz="1600">
                <a:solidFill>
                  <a:schemeClr val="tx1"/>
                </a:solidFill>
                <a:latin typeface="Times New Roman" panose="02020603050405020304" charset="0"/>
                <a:ea typeface="宋体" panose="02010600030101010101" pitchFamily="2" charset="-122"/>
              </a:endParaRPr>
            </a:p>
            <a:p>
              <a:pPr lvl="0" algn="just">
                <a:buClr>
                  <a:srgbClr val="000000"/>
                </a:buClr>
              </a:pPr>
              <a:endParaRPr lang="en-US" altLang="zh-CN" sz="1600">
                <a:solidFill>
                  <a:schemeClr val="tx1"/>
                </a:solidFill>
                <a:latin typeface="Times New Roman" panose="02020603050405020304" charset="0"/>
                <a:ea typeface="宋体" panose="02010600030101010101" pitchFamily="2" charset="-122"/>
              </a:endParaRPr>
            </a:p>
            <a:p>
              <a:pPr lvl="0" algn="just">
                <a:buClr>
                  <a:srgbClr val="000000"/>
                </a:buClr>
              </a:pPr>
              <a:endParaRPr lang="en-US" altLang="zh-CN" sz="1600">
                <a:solidFill>
                  <a:schemeClr val="tx1"/>
                </a:solidFill>
                <a:latin typeface="Times New Roman" panose="02020603050405020304" charset="0"/>
                <a:ea typeface="宋体" panose="02010600030101010101" pitchFamily="2" charset="-122"/>
              </a:endParaRPr>
            </a:p>
            <a:p>
              <a:pPr lvl="0" algn="just">
                <a:buClr>
                  <a:srgbClr val="000000"/>
                </a:buClr>
              </a:pPr>
              <a:r>
                <a:rPr lang="zh-CN" altLang="en-US" sz="1600">
                  <a:solidFill>
                    <a:schemeClr val="tx1"/>
                  </a:solidFill>
                  <a:latin typeface="Times New Roman" panose="02020603050405020304" charset="0"/>
                  <a:ea typeface="宋体" panose="02010600030101010101" pitchFamily="2" charset="-122"/>
                </a:rPr>
                <a:t>文件</a:t>
              </a:r>
              <a:r>
                <a:rPr lang="en-US" altLang="zh-CN" sz="1600">
                  <a:solidFill>
                    <a:schemeClr val="tx1"/>
                  </a:solidFill>
                  <a:latin typeface="Times New Roman" panose="02020603050405020304" charset="0"/>
                  <a:ea typeface="宋体" panose="02010600030101010101" pitchFamily="2" charset="-122"/>
                </a:rPr>
                <a:t>A       100</a:t>
              </a:r>
              <a:endParaRPr lang="en-US" altLang="zh-CN" sz="1600">
                <a:solidFill>
                  <a:schemeClr val="tx1"/>
                </a:solidFill>
                <a:latin typeface="Times New Roman" panose="02020603050405020304" charset="0"/>
                <a:ea typeface="宋体" panose="02010600030101010101" pitchFamily="2" charset="-122"/>
              </a:endParaRPr>
            </a:p>
            <a:p>
              <a:pPr lvl="0" algn="just">
                <a:buClr>
                  <a:srgbClr val="000000"/>
                </a:buClr>
              </a:pPr>
              <a:endParaRPr lang="en-US" altLang="zh-CN" sz="1600">
                <a:solidFill>
                  <a:schemeClr val="tx1"/>
                </a:solidFill>
                <a:latin typeface="Times New Roman" panose="02020603050405020304" charset="0"/>
                <a:ea typeface="宋体" panose="02010600030101010101" pitchFamily="2" charset="-122"/>
              </a:endParaRPr>
            </a:p>
          </p:txBody>
        </p:sp>
        <p:sp>
          <p:nvSpPr>
            <p:cNvPr id="33798" name="直接连接符 33798"/>
            <p:cNvSpPr/>
            <p:nvPr/>
          </p:nvSpPr>
          <p:spPr>
            <a:xfrm>
              <a:off x="503" y="507"/>
              <a:ext cx="830"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33799" name="直接连接符 33799"/>
            <p:cNvSpPr/>
            <p:nvPr/>
          </p:nvSpPr>
          <p:spPr>
            <a:xfrm>
              <a:off x="503" y="812"/>
              <a:ext cx="830"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33800" name="直接连接符 33800"/>
            <p:cNvSpPr/>
            <p:nvPr/>
          </p:nvSpPr>
          <p:spPr>
            <a:xfrm>
              <a:off x="995" y="507"/>
              <a:ext cx="0" cy="305"/>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33801" name="文本框 33801"/>
            <p:cNvSpPr txBox="1"/>
            <p:nvPr/>
          </p:nvSpPr>
          <p:spPr>
            <a:xfrm>
              <a:off x="2937" y="360"/>
              <a:ext cx="620" cy="563"/>
            </a:xfrm>
            <a:prstGeom prst="rect">
              <a:avLst/>
            </a:prstGeom>
            <a:solidFill>
              <a:srgbClr val="FFCCFF"/>
            </a:solidFill>
            <a:ln w="9525" cap="flat" cmpd="sng">
              <a:solidFill>
                <a:srgbClr val="000000"/>
              </a:solidFill>
              <a:prstDash val="solid"/>
              <a:miter/>
              <a:headEnd type="none" w="med" len="med"/>
              <a:tailEnd type="none" w="med" len="med"/>
            </a:ln>
          </p:spPr>
          <p:txBody>
            <a:bodyPr anchor="t"/>
            <a:p>
              <a:pPr lvl="0" algn="just">
                <a:lnSpc>
                  <a:spcPct val="90000"/>
                </a:lnSpc>
                <a:buClr>
                  <a:srgbClr val="000000"/>
                </a:buClr>
              </a:pPr>
              <a:r>
                <a:rPr lang="en-US" altLang="zh-CN" sz="1600">
                  <a:solidFill>
                    <a:schemeClr val="tx1"/>
                  </a:solidFill>
                  <a:latin typeface="Times New Roman" panose="02020603050405020304" charset="0"/>
                  <a:ea typeface="宋体" panose="02010600030101010101" pitchFamily="2" charset="-122"/>
                </a:rPr>
                <a:t>      r</a:t>
              </a:r>
              <a:r>
                <a:rPr lang="en-US" altLang="zh-CN" sz="1600" baseline="-25000">
                  <a:solidFill>
                    <a:schemeClr val="tx1"/>
                  </a:solidFill>
                  <a:latin typeface="Times New Roman" panose="02020603050405020304" charset="0"/>
                  <a:ea typeface="宋体" panose="02010600030101010101" pitchFamily="2" charset="-122"/>
                </a:rPr>
                <a:t>1</a:t>
              </a:r>
              <a:endParaRPr lang="en-US" altLang="zh-CN" sz="1600" baseline="-25000">
                <a:solidFill>
                  <a:schemeClr val="tx1"/>
                </a:solidFill>
                <a:latin typeface="Times New Roman" panose="02020603050405020304" charset="0"/>
                <a:ea typeface="宋体" panose="02010600030101010101" pitchFamily="2" charset="-122"/>
              </a:endParaRPr>
            </a:p>
            <a:p>
              <a:pPr lvl="0" algn="just">
                <a:lnSpc>
                  <a:spcPct val="90000"/>
                </a:lnSpc>
                <a:buClr>
                  <a:srgbClr val="000000"/>
                </a:buClr>
              </a:pPr>
              <a:endParaRPr lang="en-US" altLang="zh-CN" sz="1600" baseline="-25000">
                <a:solidFill>
                  <a:schemeClr val="tx1"/>
                </a:solidFill>
                <a:latin typeface="Times New Roman" panose="02020603050405020304" charset="0"/>
                <a:ea typeface="宋体" panose="02010600030101010101" pitchFamily="2" charset="-122"/>
              </a:endParaRPr>
            </a:p>
            <a:p>
              <a:pPr lvl="0" algn="just">
                <a:lnSpc>
                  <a:spcPct val="90000"/>
                </a:lnSpc>
                <a:buClr>
                  <a:srgbClr val="000000"/>
                </a:buClr>
              </a:pPr>
              <a:endParaRPr lang="en-US" altLang="zh-CN" sz="1600" baseline="-25000">
                <a:solidFill>
                  <a:schemeClr val="tx1"/>
                </a:solidFill>
                <a:latin typeface="Times New Roman" panose="02020603050405020304" charset="0"/>
                <a:ea typeface="宋体" panose="02010600030101010101" pitchFamily="2" charset="-122"/>
              </a:endParaRPr>
            </a:p>
            <a:p>
              <a:pPr lvl="0" algn="just">
                <a:lnSpc>
                  <a:spcPct val="90000"/>
                </a:lnSpc>
                <a:buClr>
                  <a:srgbClr val="000000"/>
                </a:buClr>
              </a:pPr>
              <a:r>
                <a:rPr lang="en-US" altLang="zh-CN" sz="1600">
                  <a:solidFill>
                    <a:schemeClr val="tx1"/>
                  </a:solidFill>
                  <a:latin typeface="Times New Roman" panose="02020603050405020304" charset="0"/>
                  <a:ea typeface="宋体" panose="02010600030101010101" pitchFamily="2" charset="-122"/>
                </a:rPr>
                <a:t>     57</a:t>
              </a:r>
              <a:endParaRPr lang="en-US" altLang="zh-CN" sz="1600">
                <a:solidFill>
                  <a:schemeClr val="tx1"/>
                </a:solidFill>
                <a:latin typeface="Times New Roman" panose="02020603050405020304" charset="0"/>
                <a:ea typeface="宋体" panose="02010600030101010101" pitchFamily="2" charset="-122"/>
              </a:endParaRPr>
            </a:p>
          </p:txBody>
        </p:sp>
        <p:sp>
          <p:nvSpPr>
            <p:cNvPr id="33802" name="直接连接符 33802"/>
            <p:cNvSpPr/>
            <p:nvPr/>
          </p:nvSpPr>
          <p:spPr>
            <a:xfrm>
              <a:off x="2937" y="727"/>
              <a:ext cx="620"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33803" name="文本框 33803"/>
            <p:cNvSpPr txBox="1"/>
            <p:nvPr/>
          </p:nvSpPr>
          <p:spPr>
            <a:xfrm>
              <a:off x="3977" y="360"/>
              <a:ext cx="619" cy="563"/>
            </a:xfrm>
            <a:prstGeom prst="rect">
              <a:avLst/>
            </a:prstGeom>
            <a:solidFill>
              <a:srgbClr val="FFCCFF"/>
            </a:solidFill>
            <a:ln w="9525" cap="flat" cmpd="sng">
              <a:solidFill>
                <a:srgbClr val="000000"/>
              </a:solidFill>
              <a:prstDash val="solid"/>
              <a:miter/>
              <a:headEnd type="none" w="med" len="med"/>
              <a:tailEnd type="none" w="med" len="med"/>
            </a:ln>
          </p:spPr>
          <p:txBody>
            <a:bodyPr anchor="t"/>
            <a:p>
              <a:pPr lvl="0" algn="just">
                <a:lnSpc>
                  <a:spcPct val="90000"/>
                </a:lnSpc>
                <a:buClr>
                  <a:srgbClr val="000000"/>
                </a:buClr>
              </a:pPr>
              <a:r>
                <a:rPr lang="en-US" altLang="zh-CN" sz="1600">
                  <a:solidFill>
                    <a:schemeClr val="tx1"/>
                  </a:solidFill>
                  <a:latin typeface="Times New Roman" panose="02020603050405020304" charset="0"/>
                  <a:ea typeface="宋体" panose="02010600030101010101" pitchFamily="2" charset="-122"/>
                </a:rPr>
                <a:t>      r</a:t>
              </a:r>
              <a:r>
                <a:rPr lang="en-US" altLang="zh-CN" sz="1600" baseline="-25000">
                  <a:solidFill>
                    <a:schemeClr val="tx1"/>
                  </a:solidFill>
                  <a:latin typeface="Times New Roman" panose="02020603050405020304" charset="0"/>
                  <a:ea typeface="宋体" panose="02010600030101010101" pitchFamily="2" charset="-122"/>
                </a:rPr>
                <a:t>2</a:t>
              </a:r>
              <a:endParaRPr lang="en-US" altLang="zh-CN" sz="1600" baseline="-25000">
                <a:solidFill>
                  <a:schemeClr val="tx1"/>
                </a:solidFill>
                <a:latin typeface="Times New Roman" panose="02020603050405020304" charset="0"/>
                <a:ea typeface="宋体" panose="02010600030101010101" pitchFamily="2" charset="-122"/>
              </a:endParaRPr>
            </a:p>
            <a:p>
              <a:pPr lvl="0" algn="just">
                <a:lnSpc>
                  <a:spcPct val="90000"/>
                </a:lnSpc>
                <a:buClr>
                  <a:srgbClr val="000000"/>
                </a:buClr>
              </a:pPr>
              <a:endParaRPr lang="en-US" altLang="zh-CN" sz="1600" baseline="-25000">
                <a:solidFill>
                  <a:schemeClr val="tx1"/>
                </a:solidFill>
                <a:latin typeface="Times New Roman" panose="02020603050405020304" charset="0"/>
                <a:ea typeface="宋体" panose="02010600030101010101" pitchFamily="2" charset="-122"/>
              </a:endParaRPr>
            </a:p>
            <a:p>
              <a:pPr lvl="0" algn="just">
                <a:lnSpc>
                  <a:spcPct val="90000"/>
                </a:lnSpc>
                <a:buClr>
                  <a:srgbClr val="000000"/>
                </a:buClr>
              </a:pPr>
              <a:endParaRPr lang="en-US" altLang="zh-CN" sz="1600" baseline="-25000">
                <a:solidFill>
                  <a:schemeClr val="tx1"/>
                </a:solidFill>
                <a:latin typeface="Times New Roman" panose="02020603050405020304" charset="0"/>
                <a:ea typeface="宋体" panose="02010600030101010101" pitchFamily="2" charset="-122"/>
              </a:endParaRPr>
            </a:p>
            <a:p>
              <a:pPr lvl="0" algn="just">
                <a:lnSpc>
                  <a:spcPct val="90000"/>
                </a:lnSpc>
                <a:buClr>
                  <a:srgbClr val="000000"/>
                </a:buClr>
              </a:pPr>
              <a:r>
                <a:rPr lang="en-US" altLang="zh-CN" sz="1600">
                  <a:solidFill>
                    <a:schemeClr val="tx1"/>
                  </a:solidFill>
                  <a:latin typeface="Times New Roman" panose="02020603050405020304" charset="0"/>
                  <a:ea typeface="宋体" panose="02010600030101010101" pitchFamily="2" charset="-122"/>
                </a:rPr>
                <a:t>      ^</a:t>
              </a:r>
              <a:endParaRPr lang="en-US" altLang="zh-CN" sz="1600">
                <a:solidFill>
                  <a:schemeClr val="tx1"/>
                </a:solidFill>
                <a:latin typeface="Times New Roman" panose="02020603050405020304" charset="0"/>
                <a:ea typeface="宋体" panose="02010600030101010101" pitchFamily="2" charset="-122"/>
                <a:sym typeface="Symbol" panose="05050102010706020507" pitchFamily="2" charset="2"/>
              </a:endParaRPr>
            </a:p>
          </p:txBody>
        </p:sp>
        <p:sp>
          <p:nvSpPr>
            <p:cNvPr id="33804" name="直接连接符 33804"/>
            <p:cNvSpPr/>
            <p:nvPr/>
          </p:nvSpPr>
          <p:spPr>
            <a:xfrm>
              <a:off x="3977" y="727"/>
              <a:ext cx="619"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33805" name="直接连接符 33805"/>
            <p:cNvSpPr/>
            <p:nvPr/>
          </p:nvSpPr>
          <p:spPr>
            <a:xfrm>
              <a:off x="1260" y="687"/>
              <a:ext cx="328"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33806" name="直接连接符 33806"/>
            <p:cNvSpPr/>
            <p:nvPr/>
          </p:nvSpPr>
          <p:spPr>
            <a:xfrm flipV="1">
              <a:off x="1588" y="369"/>
              <a:ext cx="0" cy="318"/>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33807" name="直接连接符 33807"/>
            <p:cNvSpPr/>
            <p:nvPr/>
          </p:nvSpPr>
          <p:spPr>
            <a:xfrm>
              <a:off x="1588" y="369"/>
              <a:ext cx="318" cy="0"/>
            </a:xfrm>
            <a:prstGeom prst="line">
              <a:avLst/>
            </a:prstGeom>
            <a:ln w="9525" cap="flat" cmpd="sng">
              <a:solidFill>
                <a:srgbClr val="000000"/>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33808" name="直接连接符 33808"/>
            <p:cNvSpPr/>
            <p:nvPr/>
          </p:nvSpPr>
          <p:spPr>
            <a:xfrm>
              <a:off x="2436" y="812"/>
              <a:ext cx="255"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33809" name="直接连接符 33809"/>
            <p:cNvSpPr/>
            <p:nvPr/>
          </p:nvSpPr>
          <p:spPr>
            <a:xfrm>
              <a:off x="2691" y="370"/>
              <a:ext cx="246" cy="0"/>
            </a:xfrm>
            <a:prstGeom prst="line">
              <a:avLst/>
            </a:prstGeom>
            <a:ln w="9525" cap="flat" cmpd="sng">
              <a:solidFill>
                <a:srgbClr val="000000"/>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33810" name="直接连接符 33810"/>
            <p:cNvSpPr/>
            <p:nvPr/>
          </p:nvSpPr>
          <p:spPr>
            <a:xfrm>
              <a:off x="3474" y="812"/>
              <a:ext cx="256"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33811" name="直接连接符 33811"/>
            <p:cNvSpPr/>
            <p:nvPr/>
          </p:nvSpPr>
          <p:spPr>
            <a:xfrm flipV="1">
              <a:off x="3730" y="360"/>
              <a:ext cx="0" cy="452"/>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33812" name="直接连接符 33812"/>
            <p:cNvSpPr/>
            <p:nvPr/>
          </p:nvSpPr>
          <p:spPr>
            <a:xfrm>
              <a:off x="3730" y="361"/>
              <a:ext cx="247" cy="0"/>
            </a:xfrm>
            <a:prstGeom prst="line">
              <a:avLst/>
            </a:prstGeom>
            <a:ln w="9525" cap="flat" cmpd="sng">
              <a:solidFill>
                <a:srgbClr val="000000"/>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33813" name="文本框 33813"/>
            <p:cNvSpPr txBox="1"/>
            <p:nvPr/>
          </p:nvSpPr>
          <p:spPr>
            <a:xfrm>
              <a:off x="1916" y="360"/>
              <a:ext cx="620" cy="563"/>
            </a:xfrm>
            <a:prstGeom prst="rect">
              <a:avLst/>
            </a:prstGeom>
            <a:solidFill>
              <a:srgbClr val="FFCCFF"/>
            </a:solidFill>
            <a:ln w="9525" cap="flat" cmpd="sng">
              <a:solidFill>
                <a:srgbClr val="000000"/>
              </a:solidFill>
              <a:prstDash val="solid"/>
              <a:miter/>
              <a:headEnd type="none" w="med" len="med"/>
              <a:tailEnd type="none" w="med" len="med"/>
            </a:ln>
          </p:spPr>
          <p:txBody>
            <a:bodyPr anchor="t"/>
            <a:p>
              <a:pPr lvl="0" algn="just">
                <a:lnSpc>
                  <a:spcPct val="90000"/>
                </a:lnSpc>
                <a:buClr>
                  <a:srgbClr val="000000"/>
                </a:buClr>
              </a:pPr>
              <a:r>
                <a:rPr lang="en-US" altLang="zh-CN" sz="1600">
                  <a:solidFill>
                    <a:schemeClr val="tx1"/>
                  </a:solidFill>
                  <a:latin typeface="Times New Roman" panose="02020603050405020304" charset="0"/>
                  <a:ea typeface="宋体" panose="02010600030101010101" pitchFamily="2" charset="-122"/>
                </a:rPr>
                <a:t>      r</a:t>
              </a:r>
              <a:r>
                <a:rPr lang="en-US" altLang="zh-CN" sz="1600" baseline="-25000">
                  <a:solidFill>
                    <a:schemeClr val="tx1"/>
                  </a:solidFill>
                  <a:latin typeface="Times New Roman" panose="02020603050405020304" charset="0"/>
                  <a:ea typeface="宋体" panose="02010600030101010101" pitchFamily="2" charset="-122"/>
                </a:rPr>
                <a:t>0</a:t>
              </a:r>
              <a:endParaRPr lang="en-US" altLang="zh-CN" sz="1600" baseline="-25000">
                <a:solidFill>
                  <a:schemeClr val="tx1"/>
                </a:solidFill>
                <a:latin typeface="Times New Roman" panose="02020603050405020304" charset="0"/>
                <a:ea typeface="宋体" panose="02010600030101010101" pitchFamily="2" charset="-122"/>
              </a:endParaRPr>
            </a:p>
            <a:p>
              <a:pPr lvl="0" algn="just">
                <a:lnSpc>
                  <a:spcPct val="90000"/>
                </a:lnSpc>
                <a:buClr>
                  <a:srgbClr val="000000"/>
                </a:buClr>
              </a:pPr>
              <a:endParaRPr lang="en-US" altLang="zh-CN" sz="1600" baseline="-25000">
                <a:solidFill>
                  <a:schemeClr val="tx1"/>
                </a:solidFill>
                <a:latin typeface="Times New Roman" panose="02020603050405020304" charset="0"/>
                <a:ea typeface="宋体" panose="02010600030101010101" pitchFamily="2" charset="-122"/>
              </a:endParaRPr>
            </a:p>
            <a:p>
              <a:pPr lvl="0" algn="just">
                <a:lnSpc>
                  <a:spcPct val="90000"/>
                </a:lnSpc>
                <a:buClr>
                  <a:srgbClr val="000000"/>
                </a:buClr>
              </a:pPr>
              <a:endParaRPr lang="en-US" altLang="zh-CN" sz="1600" baseline="-25000">
                <a:solidFill>
                  <a:schemeClr val="tx1"/>
                </a:solidFill>
                <a:latin typeface="Times New Roman" panose="02020603050405020304" charset="0"/>
                <a:ea typeface="宋体" panose="02010600030101010101" pitchFamily="2" charset="-122"/>
              </a:endParaRPr>
            </a:p>
            <a:p>
              <a:pPr lvl="0" algn="just">
                <a:lnSpc>
                  <a:spcPct val="90000"/>
                </a:lnSpc>
                <a:buClr>
                  <a:srgbClr val="000000"/>
                </a:buClr>
              </a:pPr>
              <a:r>
                <a:rPr lang="en-US" altLang="zh-CN" sz="1600">
                  <a:solidFill>
                    <a:schemeClr val="tx1"/>
                  </a:solidFill>
                  <a:latin typeface="Times New Roman" panose="02020603050405020304" charset="0"/>
                  <a:ea typeface="宋体" panose="02010600030101010101" pitchFamily="2" charset="-122"/>
                </a:rPr>
                <a:t>     150</a:t>
              </a:r>
              <a:endParaRPr lang="en-US" altLang="zh-CN" sz="1600">
                <a:solidFill>
                  <a:schemeClr val="tx1"/>
                </a:solidFill>
                <a:latin typeface="Times New Roman" panose="02020603050405020304" charset="0"/>
                <a:ea typeface="宋体" panose="02010600030101010101" pitchFamily="2" charset="-122"/>
              </a:endParaRPr>
            </a:p>
          </p:txBody>
        </p:sp>
        <p:sp>
          <p:nvSpPr>
            <p:cNvPr id="33814" name="直接连接符 33814"/>
            <p:cNvSpPr/>
            <p:nvPr/>
          </p:nvSpPr>
          <p:spPr>
            <a:xfrm>
              <a:off x="1916" y="727"/>
              <a:ext cx="620"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33815" name="直接连接符 33815"/>
            <p:cNvSpPr/>
            <p:nvPr/>
          </p:nvSpPr>
          <p:spPr>
            <a:xfrm flipV="1">
              <a:off x="2693" y="362"/>
              <a:ext cx="0" cy="452"/>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33816" name="文本框 33816"/>
            <p:cNvSpPr txBox="1"/>
            <p:nvPr/>
          </p:nvSpPr>
          <p:spPr>
            <a:xfrm>
              <a:off x="1900" y="0"/>
              <a:ext cx="669" cy="366"/>
            </a:xfrm>
            <a:prstGeom prst="rect">
              <a:avLst/>
            </a:prstGeom>
            <a:noFill/>
            <a:ln w="9525">
              <a:noFill/>
              <a:miter/>
            </a:ln>
          </p:spPr>
          <p:txBody>
            <a:bodyPr anchor="t">
              <a:spAutoFit/>
            </a:bodyPr>
            <a:p>
              <a:pPr lvl="0">
                <a:spcBef>
                  <a:spcPct val="50000"/>
                </a:spcBef>
                <a:buClr>
                  <a:srgbClr val="000000"/>
                </a:buClr>
              </a:pPr>
              <a:r>
                <a:rPr lang="zh-CN" altLang="en-US" sz="1600">
                  <a:solidFill>
                    <a:schemeClr val="tx1"/>
                  </a:solidFill>
                  <a:latin typeface="Times New Roman" panose="02020603050405020304" charset="0"/>
                  <a:ea typeface="宋体" panose="02010600030101010101" pitchFamily="2" charset="-122"/>
                </a:rPr>
                <a:t>磁盘块号</a:t>
              </a:r>
              <a:endParaRPr lang="zh-CN" altLang="en-US" sz="1600">
                <a:solidFill>
                  <a:schemeClr val="tx1"/>
                </a:solidFill>
                <a:latin typeface="Times New Roman" panose="02020603050405020304" charset="0"/>
                <a:ea typeface="宋体" panose="02010600030101010101" pitchFamily="2" charset="-122"/>
              </a:endParaRPr>
            </a:p>
            <a:p>
              <a:pPr lvl="0">
                <a:buClr>
                  <a:srgbClr val="000000"/>
                </a:buClr>
              </a:pPr>
              <a:r>
                <a:rPr lang="zh-CN" altLang="en-US" sz="1600">
                  <a:solidFill>
                    <a:schemeClr val="tx1"/>
                  </a:solidFill>
                  <a:latin typeface="Times New Roman" panose="02020603050405020304" charset="0"/>
                  <a:ea typeface="宋体" panose="02010600030101010101" pitchFamily="2" charset="-122"/>
                </a:rPr>
                <a:t>     </a:t>
              </a:r>
              <a:r>
                <a:rPr lang="en-US" altLang="zh-CN" sz="1600">
                  <a:solidFill>
                    <a:schemeClr val="tx1"/>
                  </a:solidFill>
                  <a:latin typeface="Times New Roman" panose="02020603050405020304" charset="0"/>
                  <a:ea typeface="宋体" panose="02010600030101010101" pitchFamily="2" charset="-122"/>
                </a:rPr>
                <a:t>100</a:t>
              </a:r>
              <a:endParaRPr lang="en-US" altLang="zh-CN" sz="1600">
                <a:solidFill>
                  <a:schemeClr val="tx1"/>
                </a:solidFill>
                <a:latin typeface="Times New Roman" panose="02020603050405020304" charset="0"/>
                <a:ea typeface="宋体" panose="02010600030101010101" pitchFamily="2" charset="-122"/>
              </a:endParaRPr>
            </a:p>
          </p:txBody>
        </p:sp>
        <p:sp>
          <p:nvSpPr>
            <p:cNvPr id="33817" name="文本框 33817"/>
            <p:cNvSpPr txBox="1"/>
            <p:nvPr/>
          </p:nvSpPr>
          <p:spPr>
            <a:xfrm>
              <a:off x="2857" y="0"/>
              <a:ext cx="668" cy="366"/>
            </a:xfrm>
            <a:prstGeom prst="rect">
              <a:avLst/>
            </a:prstGeom>
            <a:noFill/>
            <a:ln w="9525">
              <a:noFill/>
              <a:miter/>
            </a:ln>
          </p:spPr>
          <p:txBody>
            <a:bodyPr anchor="t">
              <a:spAutoFit/>
            </a:bodyPr>
            <a:p>
              <a:pPr lvl="0">
                <a:spcBef>
                  <a:spcPct val="50000"/>
                </a:spcBef>
                <a:buClr>
                  <a:srgbClr val="000000"/>
                </a:buClr>
              </a:pPr>
              <a:r>
                <a:rPr lang="zh-CN" altLang="en-US" sz="1600">
                  <a:solidFill>
                    <a:schemeClr val="tx1"/>
                  </a:solidFill>
                  <a:latin typeface="Times New Roman" panose="02020603050405020304" charset="0"/>
                  <a:ea typeface="宋体" panose="02010600030101010101" pitchFamily="2" charset="-122"/>
                </a:rPr>
                <a:t>磁盘块号</a:t>
              </a:r>
              <a:endParaRPr lang="zh-CN" altLang="en-US" sz="1600">
                <a:solidFill>
                  <a:schemeClr val="tx1"/>
                </a:solidFill>
                <a:latin typeface="Times New Roman" panose="02020603050405020304" charset="0"/>
                <a:ea typeface="宋体" panose="02010600030101010101" pitchFamily="2" charset="-122"/>
              </a:endParaRPr>
            </a:p>
            <a:p>
              <a:pPr lvl="0">
                <a:buClr>
                  <a:srgbClr val="000000"/>
                </a:buClr>
              </a:pPr>
              <a:r>
                <a:rPr lang="zh-CN" altLang="en-US" sz="1600">
                  <a:solidFill>
                    <a:schemeClr val="tx1"/>
                  </a:solidFill>
                  <a:latin typeface="Times New Roman" panose="02020603050405020304" charset="0"/>
                  <a:ea typeface="宋体" panose="02010600030101010101" pitchFamily="2" charset="-122"/>
                </a:rPr>
                <a:t>     </a:t>
              </a:r>
              <a:r>
                <a:rPr lang="en-US" altLang="zh-CN" sz="1600">
                  <a:solidFill>
                    <a:schemeClr val="tx1"/>
                  </a:solidFill>
                  <a:latin typeface="Times New Roman" panose="02020603050405020304" charset="0"/>
                  <a:ea typeface="宋体" panose="02010600030101010101" pitchFamily="2" charset="-122"/>
                </a:rPr>
                <a:t>150</a:t>
              </a:r>
              <a:endParaRPr lang="en-US" altLang="zh-CN" sz="1600">
                <a:solidFill>
                  <a:schemeClr val="tx1"/>
                </a:solidFill>
                <a:latin typeface="Times New Roman" panose="02020603050405020304" charset="0"/>
                <a:ea typeface="宋体" panose="02010600030101010101" pitchFamily="2" charset="-122"/>
              </a:endParaRPr>
            </a:p>
          </p:txBody>
        </p:sp>
        <p:sp>
          <p:nvSpPr>
            <p:cNvPr id="33818" name="文本框 33818"/>
            <p:cNvSpPr txBox="1"/>
            <p:nvPr/>
          </p:nvSpPr>
          <p:spPr>
            <a:xfrm>
              <a:off x="3929" y="0"/>
              <a:ext cx="668" cy="366"/>
            </a:xfrm>
            <a:prstGeom prst="rect">
              <a:avLst/>
            </a:prstGeom>
            <a:noFill/>
            <a:ln w="9525">
              <a:noFill/>
              <a:miter/>
            </a:ln>
          </p:spPr>
          <p:txBody>
            <a:bodyPr anchor="t">
              <a:spAutoFit/>
            </a:bodyPr>
            <a:p>
              <a:pPr lvl="0">
                <a:spcBef>
                  <a:spcPct val="50000"/>
                </a:spcBef>
                <a:buClr>
                  <a:srgbClr val="000000"/>
                </a:buClr>
              </a:pPr>
              <a:r>
                <a:rPr lang="zh-CN" altLang="en-US" sz="1600">
                  <a:solidFill>
                    <a:schemeClr val="tx1"/>
                  </a:solidFill>
                  <a:latin typeface="Times New Roman" panose="02020603050405020304" charset="0"/>
                  <a:ea typeface="宋体" panose="02010600030101010101" pitchFamily="2" charset="-122"/>
                </a:rPr>
                <a:t>磁盘块号</a:t>
              </a:r>
              <a:endParaRPr lang="zh-CN" altLang="en-US" sz="1600">
                <a:solidFill>
                  <a:schemeClr val="tx1"/>
                </a:solidFill>
                <a:latin typeface="Times New Roman" panose="02020603050405020304" charset="0"/>
                <a:ea typeface="宋体" panose="02010600030101010101" pitchFamily="2" charset="-122"/>
              </a:endParaRPr>
            </a:p>
            <a:p>
              <a:pPr lvl="0">
                <a:buClr>
                  <a:srgbClr val="000000"/>
                </a:buClr>
              </a:pPr>
              <a:r>
                <a:rPr lang="zh-CN" altLang="en-US" sz="1600">
                  <a:solidFill>
                    <a:schemeClr val="tx1"/>
                  </a:solidFill>
                  <a:latin typeface="Times New Roman" panose="02020603050405020304" charset="0"/>
                  <a:ea typeface="宋体" panose="02010600030101010101" pitchFamily="2" charset="-122"/>
                </a:rPr>
                <a:t>     </a:t>
              </a:r>
              <a:r>
                <a:rPr lang="en-US" altLang="zh-CN" sz="1600">
                  <a:solidFill>
                    <a:schemeClr val="tx1"/>
                  </a:solidFill>
                  <a:latin typeface="Times New Roman" panose="02020603050405020304" charset="0"/>
                  <a:ea typeface="宋体" panose="02010600030101010101" pitchFamily="2" charset="-122"/>
                </a:rPr>
                <a:t>57</a:t>
              </a:r>
              <a:endParaRPr lang="en-US" altLang="zh-CN" sz="1600">
                <a:solidFill>
                  <a:schemeClr val="tx1"/>
                </a:solidFill>
                <a:latin typeface="Times New Roman" panose="02020603050405020304" charset="0"/>
                <a:ea typeface="宋体" panose="02010600030101010101" pitchFamily="2" charset="-122"/>
              </a:endParaRPr>
            </a:p>
          </p:txBody>
        </p:sp>
        <p:sp>
          <p:nvSpPr>
            <p:cNvPr id="33819" name="文本框 33819"/>
            <p:cNvSpPr txBox="1"/>
            <p:nvPr/>
          </p:nvSpPr>
          <p:spPr>
            <a:xfrm>
              <a:off x="590" y="1528"/>
              <a:ext cx="668" cy="212"/>
            </a:xfrm>
            <a:prstGeom prst="rect">
              <a:avLst/>
            </a:prstGeom>
            <a:noFill/>
            <a:ln w="9525">
              <a:noFill/>
              <a:miter/>
            </a:ln>
          </p:spPr>
          <p:txBody>
            <a:bodyPr anchor="t">
              <a:spAutoFit/>
            </a:bodyPr>
            <a:p>
              <a:pPr lvl="0">
                <a:spcBef>
                  <a:spcPct val="50000"/>
                </a:spcBef>
                <a:buClr>
                  <a:srgbClr val="000000"/>
                </a:buClr>
              </a:pPr>
              <a:r>
                <a:rPr lang="zh-CN" altLang="en-US" sz="1600">
                  <a:solidFill>
                    <a:schemeClr val="tx1"/>
                  </a:solidFill>
                  <a:latin typeface="Times New Roman" panose="02020603050405020304" charset="0"/>
                  <a:ea typeface="宋体" panose="02010600030101010101" pitchFamily="2" charset="-122"/>
                </a:rPr>
                <a:t>文件目录</a:t>
              </a:r>
              <a:endParaRPr lang="zh-CN" altLang="en-US" sz="1600">
                <a:solidFill>
                  <a:schemeClr val="tx1"/>
                </a:solidFill>
                <a:latin typeface="Times New Roman" panose="02020603050405020304" charset="0"/>
                <a:ea typeface="宋体" panose="02010600030101010101" pitchFamily="2" charset="-122"/>
              </a:endParaRPr>
            </a:p>
          </p:txBody>
        </p:sp>
        <p:sp>
          <p:nvSpPr>
            <p:cNvPr id="33820" name="文本框 33820"/>
            <p:cNvSpPr txBox="1"/>
            <p:nvPr/>
          </p:nvSpPr>
          <p:spPr>
            <a:xfrm>
              <a:off x="0" y="453"/>
              <a:ext cx="644" cy="381"/>
            </a:xfrm>
            <a:prstGeom prst="rect">
              <a:avLst/>
            </a:prstGeom>
            <a:noFill/>
            <a:ln w="9525">
              <a:noFill/>
              <a:miter/>
            </a:ln>
          </p:spPr>
          <p:txBody>
            <a:bodyPr anchor="t">
              <a:spAutoFit/>
            </a:bodyPr>
            <a:p>
              <a:pPr lvl="0">
                <a:spcBef>
                  <a:spcPct val="10000"/>
                </a:spcBef>
                <a:buClr>
                  <a:srgbClr val="000000"/>
                </a:buClr>
              </a:pPr>
              <a:r>
                <a:rPr lang="zh-CN" altLang="en-US" sz="1600">
                  <a:solidFill>
                    <a:schemeClr val="tx1"/>
                  </a:solidFill>
                  <a:latin typeface="Times New Roman" panose="02020603050405020304" charset="0"/>
                  <a:ea typeface="宋体" panose="02010600030101010101" pitchFamily="2" charset="-122"/>
                </a:rPr>
                <a:t>文件</a:t>
              </a:r>
              <a:r>
                <a:rPr lang="en-US" altLang="zh-CN" sz="1600">
                  <a:solidFill>
                    <a:schemeClr val="tx1"/>
                  </a:solidFill>
                  <a:latin typeface="Times New Roman" panose="02020603050405020304" charset="0"/>
                  <a:ea typeface="宋体" panose="02010600030101010101" pitchFamily="2" charset="-122"/>
                </a:rPr>
                <a:t>A</a:t>
              </a:r>
              <a:endParaRPr lang="en-US" altLang="zh-CN" sz="1600">
                <a:solidFill>
                  <a:schemeClr val="tx1"/>
                </a:solidFill>
                <a:latin typeface="Times New Roman" panose="02020603050405020304" charset="0"/>
                <a:ea typeface="宋体" panose="02010600030101010101" pitchFamily="2" charset="-122"/>
              </a:endParaRPr>
            </a:p>
            <a:p>
              <a:pPr lvl="0">
                <a:spcBef>
                  <a:spcPct val="10000"/>
                </a:spcBef>
                <a:buClr>
                  <a:srgbClr val="000000"/>
                </a:buClr>
              </a:pPr>
              <a:r>
                <a:rPr lang="zh-CN" altLang="en-US" sz="1600">
                  <a:solidFill>
                    <a:schemeClr val="tx1"/>
                  </a:solidFill>
                  <a:latin typeface="Times New Roman" panose="02020603050405020304" charset="0"/>
                  <a:ea typeface="宋体" panose="02010600030101010101" pitchFamily="2" charset="-122"/>
                </a:rPr>
                <a:t>目录项</a:t>
              </a:r>
              <a:endParaRPr lang="zh-CN" altLang="en-US" sz="1600">
                <a:solidFill>
                  <a:schemeClr val="tx1"/>
                </a:solidFill>
                <a:latin typeface="Times New Roman" panose="02020603050405020304" charset="0"/>
                <a:ea typeface="宋体" panose="02010600030101010101" pitchFamily="2" charset="-122"/>
              </a:endParaRPr>
            </a:p>
          </p:txBody>
        </p:sp>
      </p:grpSp>
      <p:sp>
        <p:nvSpPr>
          <p:cNvPr id="33822" name="矩形 33821"/>
          <p:cNvSpPr/>
          <p:nvPr/>
        </p:nvSpPr>
        <p:spPr>
          <a:xfrm>
            <a:off x="387350" y="3819525"/>
            <a:ext cx="8375650" cy="530225"/>
          </a:xfrm>
          <a:prstGeom prst="rect">
            <a:avLst/>
          </a:prstGeom>
          <a:noFill/>
          <a:ln w="9525">
            <a:noFill/>
            <a:miter/>
          </a:ln>
        </p:spPr>
        <p:txBody>
          <a:bodyPr wrap="square">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20000"/>
              </a:lnSpc>
              <a:buClr>
                <a:srgbClr val="000000"/>
              </a:buClr>
              <a:buNone/>
            </a:pPr>
            <a:r>
              <a:rPr lang="en-US" altLang="zh-CN" sz="2000" strike="noStrike" noProof="1">
                <a:solidFill>
                  <a:srgbClr val="CC0000"/>
                </a:solidFill>
                <a:latin typeface="Times New Roman" panose="02020603050405020304" charset="0"/>
                <a:ea typeface="宋体" panose="02010600030101010101" pitchFamily="2" charset="-122"/>
                <a:cs typeface="+mn-ea"/>
              </a:rPr>
              <a:t>  </a:t>
            </a:r>
            <a:r>
              <a:rPr lang="zh-CN" altLang="en-US" sz="2400" b="1" strike="noStrike" noProof="1">
                <a:solidFill>
                  <a:srgbClr val="CC0000"/>
                </a:solidFill>
                <a:latin typeface="Times New Roman" panose="02020603050405020304" charset="0"/>
                <a:ea typeface="宋体" panose="02010600030101010101" pitchFamily="2" charset="-122"/>
                <a:cs typeface="+mn-ea"/>
              </a:rPr>
              <a:t>问题：在串联文件结构下，存取 </a:t>
            </a:r>
            <a:r>
              <a:rPr lang="en-US" altLang="zh-CN" sz="2400" b="1" strike="noStrike" noProof="1">
                <a:solidFill>
                  <a:srgbClr val="CC0000"/>
                </a:solidFill>
                <a:latin typeface="Times New Roman" panose="02020603050405020304" charset="0"/>
                <a:ea typeface="宋体" panose="02010600030101010101" pitchFamily="2" charset="-122"/>
                <a:cs typeface="+mn-ea"/>
              </a:rPr>
              <a:t>r </a:t>
            </a:r>
            <a:r>
              <a:rPr lang="en-US" altLang="zh-CN" sz="2400" b="1" strike="noStrike" baseline="-25000" noProof="1">
                <a:solidFill>
                  <a:srgbClr val="CC0000"/>
                </a:solidFill>
                <a:latin typeface="Times New Roman" panose="02020603050405020304" charset="0"/>
                <a:ea typeface="宋体" panose="02010600030101010101" pitchFamily="2" charset="-122"/>
                <a:cs typeface="+mn-ea"/>
              </a:rPr>
              <a:t>i </a:t>
            </a:r>
            <a:r>
              <a:rPr lang="zh-CN" altLang="en-US" sz="2400" b="1" strike="noStrike" noProof="1">
                <a:solidFill>
                  <a:srgbClr val="CC0000"/>
                </a:solidFill>
                <a:latin typeface="Times New Roman" panose="02020603050405020304" charset="0"/>
                <a:ea typeface="宋体" panose="02010600030101010101" pitchFamily="2" charset="-122"/>
                <a:cs typeface="+mn-ea"/>
              </a:rPr>
              <a:t>记录时，应如何操作 ？</a:t>
            </a:r>
            <a:endParaRPr lang="zh-CN" altLang="en-US" sz="2400" b="1" strike="noStrike" noProof="1">
              <a:solidFill>
                <a:srgbClr val="CC0000"/>
              </a:solidFill>
              <a:latin typeface="Times New Roman" panose="02020603050405020304" charset="0"/>
              <a:ea typeface="宋体" panose="02010600030101010101" pitchFamily="2" charset="-122"/>
            </a:endParaRPr>
          </a:p>
        </p:txBody>
      </p:sp>
      <p:sp>
        <p:nvSpPr>
          <p:cNvPr id="33823" name="文本框 33822"/>
          <p:cNvSpPr txBox="1"/>
          <p:nvPr/>
        </p:nvSpPr>
        <p:spPr>
          <a:xfrm>
            <a:off x="3786188" y="3287713"/>
            <a:ext cx="1693862" cy="336550"/>
          </a:xfrm>
          <a:prstGeom prst="rect">
            <a:avLst/>
          </a:prstGeom>
          <a:noFill/>
          <a:ln w="9525">
            <a:noFill/>
            <a:miter/>
          </a:ln>
        </p:spPr>
        <p:txBody>
          <a:bodyPr anchor="t">
            <a:spAutoFit/>
          </a:bodyPr>
          <a:p>
            <a:pPr lvl="0">
              <a:spcBef>
                <a:spcPct val="30000"/>
              </a:spcBef>
              <a:buClr>
                <a:srgbClr val="000000"/>
              </a:buClr>
            </a:pPr>
            <a:r>
              <a:rPr lang="zh-CN" altLang="en-US" sz="1600" b="0">
                <a:solidFill>
                  <a:schemeClr val="tx1"/>
                </a:solidFill>
                <a:latin typeface="Times New Roman" panose="02020603050405020304" charset="0"/>
                <a:ea typeface="宋体" panose="02010600030101010101" pitchFamily="2" charset="-122"/>
              </a:rPr>
              <a:t>串联文件结构例</a:t>
            </a:r>
            <a:endParaRPr lang="zh-CN" altLang="en-US" sz="1600" b="0">
              <a:solidFill>
                <a:schemeClr val="tx1"/>
              </a:solidFill>
              <a:latin typeface="Times New Roman" panose="02020603050405020304"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33796" grpId="0" uiExpand="1" build="p"/>
      <p:bldP spid="33822" grpId="0"/>
      <p:bldP spid="33823"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8" name="标题 34817"/>
          <p:cNvSpPr>
            <a:spLocks noGrp="1"/>
          </p:cNvSpPr>
          <p:nvPr>
            <p:ph type="title"/>
          </p:nvPr>
        </p:nvSpPr>
        <p:spPr>
          <a:xfrm>
            <a:off x="363538" y="595313"/>
            <a:ext cx="8393113" cy="676275"/>
          </a:xfrm>
        </p:spPr>
        <p:txBody>
          <a:bodyPr>
            <a:spAutoFit/>
          </a:bodyPr>
          <a:p>
            <a:pPr marL="533400" lvl="0" indent="-533400">
              <a:lnSpc>
                <a:spcPct val="120000"/>
              </a:lnSpc>
              <a:spcBef>
                <a:spcPct val="30000"/>
              </a:spcBef>
              <a:buClr>
                <a:schemeClr val="tx2"/>
              </a:buClr>
              <a:buSzPct val="95000"/>
              <a:buFont typeface="Wingdings" panose="05000000000000000000" pitchFamily="2" charset="2"/>
              <a:buChar char="•"/>
            </a:pPr>
            <a:r>
              <a:rPr lang="zh-CN" altLang="en-US" sz="3200">
                <a:solidFill>
                  <a:srgbClr val="990000"/>
                </a:solidFill>
                <a:latin typeface="Times New Roman" panose="02020603050405020304" charset="0"/>
                <a:ea typeface="宋体" panose="02010600030101010101" pitchFamily="2" charset="-122"/>
              </a:rPr>
              <a:t>串联文件－文件映照</a:t>
            </a:r>
            <a:endParaRPr lang="zh-CN" altLang="en-US" sz="3200">
              <a:solidFill>
                <a:srgbClr val="990000"/>
              </a:solidFill>
              <a:latin typeface="Times New Roman" panose="02020603050405020304" charset="0"/>
              <a:ea typeface="宋体" panose="02010600030101010101" pitchFamily="2" charset="-122"/>
            </a:endParaRPr>
          </a:p>
        </p:txBody>
      </p:sp>
      <p:sp>
        <p:nvSpPr>
          <p:cNvPr id="34819" name="文本占位符 34818"/>
          <p:cNvSpPr>
            <a:spLocks noGrp="1"/>
          </p:cNvSpPr>
          <p:nvPr>
            <p:ph idx="1"/>
          </p:nvPr>
        </p:nvSpPr>
        <p:spPr>
          <a:xfrm>
            <a:off x="304800" y="1600200"/>
            <a:ext cx="8458200" cy="4572000"/>
          </a:xfrm>
        </p:spPr>
        <p:txBody>
          <a:bodyPr vert="horz" wrap="square" anchor="t">
            <a:spAutoFit/>
          </a:bodyPr>
          <a:p>
            <a:pPr lvl="0">
              <a:lnSpc>
                <a:spcPct val="110000"/>
              </a:lnSpc>
              <a:buNone/>
            </a:pPr>
            <a:r>
              <a:rPr lang="zh-CN" altLang="en-US" dirty="0">
                <a:latin typeface="Times New Roman" panose="02020603050405020304" charset="0"/>
                <a:ea typeface="宋体" panose="02010600030101010101" pitchFamily="2" charset="-122"/>
              </a:rPr>
              <a:t>		</a:t>
            </a:r>
            <a:r>
              <a:rPr lang="zh-CN" altLang="en-US" dirty="0">
                <a:solidFill>
                  <a:schemeClr val="tx1"/>
                </a:solidFill>
                <a:latin typeface="Times New Roman" panose="02020603050405020304" charset="0"/>
              </a:rPr>
              <a:t>为了克服</a:t>
            </a:r>
            <a:r>
              <a:rPr lang="zh-CN" altLang="en-US" dirty="0">
                <a:solidFill>
                  <a:schemeClr val="tx1"/>
                </a:solidFill>
                <a:latin typeface="Times New Roman" panose="02020603050405020304" charset="0"/>
                <a:ea typeface="宋体" panose="02010600030101010101" pitchFamily="2" charset="-122"/>
              </a:rPr>
              <a:t>串联文件</a:t>
            </a:r>
            <a:r>
              <a:rPr lang="zh-CN" altLang="en-US" dirty="0">
                <a:solidFill>
                  <a:schemeClr val="tx1"/>
                </a:solidFill>
                <a:latin typeface="Times New Roman" panose="02020603050405020304" charset="0"/>
              </a:rPr>
              <a:t>的存取效率太低的问题，人们提出文件映照的技术，即把链接文件中的链接字集中在一结构中，这样既保持了链接文件的优点，也克服了其缺点，DOS、WINDOWS系统就采用了这样结构。</a:t>
            </a:r>
            <a:endParaRPr lang="zh-CN" altLang="en-US" dirty="0">
              <a:solidFill>
                <a:schemeClr val="tx1"/>
              </a:solidFill>
              <a:latin typeface="Times New Roman" panose="02020603050405020304" charset="0"/>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2" name="标题 35841"/>
          <p:cNvSpPr>
            <a:spLocks noGrp="1"/>
          </p:cNvSpPr>
          <p:nvPr>
            <p:ph type="title"/>
          </p:nvPr>
        </p:nvSpPr>
        <p:spPr/>
        <p:txBody>
          <a:bodyPr>
            <a:spAutoFit/>
          </a:bodyPr>
          <a:p>
            <a:pPr lvl="0"/>
            <a:r>
              <a:rPr lang="zh-CN" altLang="en-US" dirty="0">
                <a:ea typeface="宋体" panose="02010600030101010101" pitchFamily="2" charset="-122"/>
              </a:rPr>
              <a:t>FAT 文件系统磁盘</a:t>
            </a:r>
            <a:endParaRPr lang="zh-CN" altLang="en-US" dirty="0"/>
          </a:p>
        </p:txBody>
      </p:sp>
      <p:pic>
        <p:nvPicPr>
          <p:cNvPr id="2" name="内容占位符 35842"/>
          <p:cNvPicPr>
            <a:picLocks noChangeAspect="1"/>
          </p:cNvPicPr>
          <p:nvPr>
            <p:ph idx="1"/>
          </p:nvPr>
        </p:nvPicPr>
        <p:blipFill>
          <a:blip r:embed="rId1"/>
          <a:stretch>
            <a:fillRect/>
          </a:stretch>
        </p:blipFill>
        <p:spPr>
          <a:xfrm>
            <a:off x="882968" y="1533843"/>
            <a:ext cx="5932487" cy="4681537"/>
          </a:xfrm>
        </p:spPr>
      </p:pic>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6" name="文本占位符 36865"/>
          <p:cNvSpPr>
            <a:spLocks noGrp="1"/>
          </p:cNvSpPr>
          <p:nvPr>
            <p:ph idx="1"/>
          </p:nvPr>
        </p:nvSpPr>
        <p:spPr>
          <a:xfrm>
            <a:off x="304800" y="1600200"/>
            <a:ext cx="8458200" cy="3963670"/>
          </a:xfrm>
        </p:spPr>
        <p:txBody>
          <a:bodyPr vert="horz" wrap="square" anchor="t">
            <a:spAutoFit/>
          </a:bodyPr>
          <a:p>
            <a:pPr algn="just" fontAlgn="base"/>
            <a:r>
              <a:rPr lang="zh-CN" altLang="en-US" sz="2800" strike="noStrike" noProof="1" dirty="0">
                <a:solidFill>
                  <a:schemeClr val="tx1"/>
                </a:solidFill>
                <a:latin typeface="Times New Roman" panose="02020603050405020304" charset="0"/>
              </a:rPr>
              <a:t>文件分配表</a:t>
            </a:r>
            <a:r>
              <a:rPr lang="en-US" altLang="x-none" sz="2800" strike="noStrike" noProof="1" dirty="0">
                <a:solidFill>
                  <a:schemeClr val="tx1"/>
                </a:solidFill>
              </a:rPr>
              <a:t>FAT</a:t>
            </a:r>
            <a:r>
              <a:rPr lang="zh-CN" altLang="en-US" sz="2800" strike="noStrike" noProof="1" dirty="0">
                <a:solidFill>
                  <a:schemeClr val="tx1"/>
                </a:solidFill>
                <a:latin typeface="Times New Roman" panose="02020603050405020304" charset="0"/>
              </a:rPr>
              <a:t>是以链接方式存储文件的系统中记录磁盘分配和跟踪空白块（</a:t>
            </a:r>
            <a:r>
              <a:rPr lang="zh-CN" altLang="en-US" sz="2800" strike="noStrike" noProof="1" dirty="0">
                <a:solidFill>
                  <a:schemeClr val="tx1"/>
                </a:solidFill>
              </a:rPr>
              <a:t>簇</a:t>
            </a:r>
            <a:r>
              <a:rPr lang="zh-CN" altLang="en-US" sz="2800" strike="noStrike" noProof="1" dirty="0">
                <a:solidFill>
                  <a:schemeClr val="tx1"/>
                </a:solidFill>
                <a:latin typeface="Times New Roman" panose="02020603050405020304" charset="0"/>
              </a:rPr>
              <a:t>）的数据结构。</a:t>
            </a:r>
            <a:endParaRPr lang="zh-CN" altLang="en-US" sz="2800" strike="noStrike" noProof="1" dirty="0">
              <a:solidFill>
                <a:schemeClr val="tx1"/>
              </a:solidFill>
              <a:latin typeface="Times New Roman" panose="02020603050405020304" charset="0"/>
            </a:endParaRPr>
          </a:p>
          <a:p>
            <a:pPr algn="just" fontAlgn="base"/>
            <a:r>
              <a:rPr lang="zh-CN" altLang="en-US" sz="2800" strike="noStrike" noProof="1" dirty="0">
                <a:solidFill>
                  <a:schemeClr val="tx1"/>
                </a:solidFill>
                <a:latin typeface="Times New Roman" panose="02020603050405020304" charset="0"/>
              </a:rPr>
              <a:t>该表在文件系统格式化后产生，其结构如下所示。表的序号是</a:t>
            </a:r>
            <a:r>
              <a:rPr lang="zh-CN" altLang="en-US" sz="2800" strike="noStrike" noProof="1" dirty="0">
                <a:solidFill>
                  <a:schemeClr val="tx1"/>
                </a:solidFill>
              </a:rPr>
              <a:t>簇</a:t>
            </a:r>
            <a:r>
              <a:rPr lang="zh-CN" altLang="en-US" sz="2800" strike="noStrike" noProof="1" dirty="0">
                <a:solidFill>
                  <a:schemeClr val="tx1"/>
                </a:solidFill>
                <a:latin typeface="Times New Roman" panose="02020603050405020304" charset="0"/>
              </a:rPr>
              <a:t>号，从</a:t>
            </a:r>
            <a:r>
              <a:rPr lang="zh-CN" altLang="en-US" sz="2800" strike="noStrike" noProof="1" dirty="0">
                <a:solidFill>
                  <a:schemeClr val="tx1"/>
                </a:solidFill>
              </a:rPr>
              <a:t>0</a:t>
            </a:r>
            <a:r>
              <a:rPr lang="zh-CN" altLang="en-US" sz="2800" strike="noStrike" noProof="1" dirty="0">
                <a:solidFill>
                  <a:schemeClr val="tx1"/>
                </a:solidFill>
                <a:latin typeface="Times New Roman" panose="02020603050405020304" charset="0"/>
              </a:rPr>
              <a:t>开始直至</a:t>
            </a:r>
            <a:r>
              <a:rPr lang="en-US" altLang="x-none" sz="2800" strike="noStrike" noProof="1" dirty="0">
                <a:solidFill>
                  <a:schemeClr val="tx1"/>
                </a:solidFill>
              </a:rPr>
              <a:t>N</a:t>
            </a:r>
            <a:r>
              <a:rPr lang="en-US" altLang="x-none" sz="2800" strike="noStrike" noProof="1" dirty="0">
                <a:solidFill>
                  <a:schemeClr val="tx1"/>
                </a:solidFill>
                <a:latin typeface="Times New Roman" panose="02020603050405020304" charset="0"/>
              </a:rPr>
              <a:t>－</a:t>
            </a:r>
            <a:r>
              <a:rPr lang="en-US" altLang="x-none" sz="2800" strike="noStrike" noProof="1" dirty="0">
                <a:solidFill>
                  <a:schemeClr val="tx1"/>
                </a:solidFill>
              </a:rPr>
              <a:t>1</a:t>
            </a:r>
            <a:r>
              <a:rPr lang="en-US" altLang="x-none" sz="2800" strike="noStrike" noProof="1" dirty="0">
                <a:solidFill>
                  <a:schemeClr val="tx1"/>
                </a:solidFill>
                <a:latin typeface="Times New Roman" panose="02020603050405020304" charset="0"/>
              </a:rPr>
              <a:t>（</a:t>
            </a:r>
            <a:r>
              <a:rPr lang="en-US" altLang="x-none" sz="2800" strike="noStrike" noProof="1" dirty="0">
                <a:solidFill>
                  <a:schemeClr val="tx1"/>
                </a:solidFill>
              </a:rPr>
              <a:t>N</a:t>
            </a:r>
            <a:r>
              <a:rPr lang="zh-CN" altLang="en-US" sz="2800" strike="noStrike" noProof="1" dirty="0">
                <a:solidFill>
                  <a:schemeClr val="tx1"/>
                </a:solidFill>
                <a:latin typeface="Times New Roman" panose="02020603050405020304" charset="0"/>
              </a:rPr>
              <a:t>为块</a:t>
            </a:r>
            <a:r>
              <a:rPr lang="zh-CN" altLang="en-US" sz="2800" strike="noStrike" noProof="1" dirty="0">
                <a:solidFill>
                  <a:schemeClr val="tx1"/>
                </a:solidFill>
              </a:rPr>
              <a:t>簇</a:t>
            </a:r>
            <a:r>
              <a:rPr lang="zh-CN" altLang="en-US" sz="2800" strike="noStrike" noProof="1" dirty="0">
                <a:solidFill>
                  <a:schemeClr val="tx1"/>
                </a:solidFill>
                <a:latin typeface="Times New Roman" panose="02020603050405020304" charset="0"/>
              </a:rPr>
              <a:t>总数）。</a:t>
            </a:r>
            <a:endParaRPr lang="zh-CN" altLang="en-US" sz="2800" strike="noStrike" noProof="1" dirty="0">
              <a:solidFill>
                <a:schemeClr val="tx1"/>
              </a:solidFill>
              <a:latin typeface="Times New Roman" panose="02020603050405020304" charset="0"/>
            </a:endParaRPr>
          </a:p>
          <a:p>
            <a:pPr algn="just" fontAlgn="base"/>
            <a:r>
              <a:rPr lang="zh-CN" altLang="en-US" sz="2800" strike="noStrike" noProof="1" dirty="0">
                <a:solidFill>
                  <a:schemeClr val="tx1"/>
                </a:solidFill>
                <a:latin typeface="Times New Roman" panose="02020603050405020304" charset="0"/>
              </a:rPr>
              <a:t>每个表项中的内容为存放文件数据的下一个</a:t>
            </a:r>
            <a:r>
              <a:rPr lang="zh-CN" altLang="en-US" sz="2800" strike="noStrike" noProof="1" dirty="0">
                <a:solidFill>
                  <a:schemeClr val="tx1"/>
                </a:solidFill>
              </a:rPr>
              <a:t>簇</a:t>
            </a:r>
            <a:r>
              <a:rPr lang="zh-CN" altLang="en-US" sz="2800" strike="noStrike" noProof="1" dirty="0">
                <a:solidFill>
                  <a:schemeClr val="tx1"/>
                </a:solidFill>
                <a:latin typeface="Times New Roman" panose="02020603050405020304" charset="0"/>
              </a:rPr>
              <a:t>号。</a:t>
            </a:r>
            <a:endParaRPr lang="zh-CN" altLang="en-US" sz="2800" strike="noStrike" noProof="1" dirty="0">
              <a:solidFill>
                <a:schemeClr val="tx1"/>
              </a:solidFill>
              <a:latin typeface="Times New Roman" panose="02020603050405020304" charset="0"/>
            </a:endParaRPr>
          </a:p>
          <a:p>
            <a:pPr algn="just" fontAlgn="base"/>
            <a:r>
              <a:rPr lang="zh-CN" altLang="en-US" sz="2800" strike="noStrike" noProof="1" dirty="0">
                <a:solidFill>
                  <a:schemeClr val="tx1"/>
                </a:solidFill>
                <a:latin typeface="Times New Roman" panose="02020603050405020304" charset="0"/>
              </a:rPr>
              <a:t>文件的首地址（第一个</a:t>
            </a:r>
            <a:r>
              <a:rPr lang="zh-CN" altLang="en-US" sz="2800" strike="noStrike" noProof="1" dirty="0">
                <a:solidFill>
                  <a:schemeClr val="tx1"/>
                </a:solidFill>
              </a:rPr>
              <a:t>簇</a:t>
            </a:r>
            <a:r>
              <a:rPr lang="zh-CN" altLang="en-US" sz="2800" strike="noStrike" noProof="1" dirty="0">
                <a:solidFill>
                  <a:schemeClr val="tx1"/>
                </a:solidFill>
                <a:latin typeface="Times New Roman" panose="02020603050405020304" charset="0"/>
              </a:rPr>
              <a:t>号）存放在目录中。因此，从目录中找到文件的首地址后，就能找到文件在磁盘上的所有存放地址。</a:t>
            </a:r>
            <a:endParaRPr lang="zh-CN" altLang="en-US" sz="2800" strike="noStrike" noProof="1" dirty="0">
              <a:solidFill>
                <a:schemeClr val="tx1"/>
              </a:solidFill>
              <a:latin typeface="Times New Roman" panose="02020603050405020304" charset="0"/>
            </a:endParaRPr>
          </a:p>
        </p:txBody>
      </p:sp>
      <p:sp>
        <p:nvSpPr>
          <p:cNvPr id="36867" name="标题 36866"/>
          <p:cNvSpPr>
            <a:spLocks noGrp="1"/>
          </p:cNvSpPr>
          <p:nvPr>
            <p:ph type="title"/>
          </p:nvPr>
        </p:nvSpPr>
        <p:spPr>
          <a:xfrm>
            <a:off x="304800" y="768350"/>
            <a:ext cx="8458200" cy="679450"/>
          </a:xfrm>
        </p:spPr>
        <p:txBody>
          <a:bodyPr vert="horz" wrap="square" anchor="b">
            <a:spAutoFit/>
          </a:bodyPr>
          <a:p>
            <a:pPr algn="ctr" fontAlgn="base"/>
            <a:r>
              <a:rPr lang="en-US" altLang="zh-CN" sz="3200" b="0" strike="noStrike" noProof="1">
                <a:solidFill>
                  <a:srgbClr val="000000"/>
                </a:solidFill>
              </a:rPr>
              <a:t>FAT</a:t>
            </a:r>
            <a:r>
              <a:rPr lang="zh-CN" altLang="en-US" sz="3200" b="0" strike="noStrike" noProof="1">
                <a:solidFill>
                  <a:srgbClr val="000000"/>
                </a:solidFill>
              </a:rPr>
              <a:t>：文件分配表</a:t>
            </a:r>
            <a:endParaRPr lang="zh-CN" altLang="en-US" sz="3200" b="0" strike="noStrike" noProof="1">
              <a:solidFill>
                <a:srgbClr val="000000"/>
              </a:solidFill>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889" name="矩形 37889"/>
          <p:cNvSpPr/>
          <p:nvPr/>
        </p:nvSpPr>
        <p:spPr>
          <a:xfrm>
            <a:off x="228600" y="762000"/>
            <a:ext cx="4267200" cy="5410200"/>
          </a:xfrm>
          <a:prstGeom prst="rect">
            <a:avLst/>
          </a:prstGeom>
          <a:noFill/>
          <a:ln w="9525">
            <a:noFill/>
            <a:miter/>
          </a:ln>
        </p:spPr>
        <p:txBody>
          <a:bodyPr wrap="square" anchor="t"/>
          <a:p>
            <a:pPr lvl="0" algn="just">
              <a:spcBef>
                <a:spcPct val="20000"/>
              </a:spcBef>
              <a:buClr>
                <a:schemeClr val="bg2"/>
              </a:buClr>
              <a:buFont typeface="Monotype Sorts" pitchFamily="2" charset="2"/>
              <a:buNone/>
            </a:pPr>
            <a:r>
              <a:rPr lang="zh-CN" altLang="en-US" sz="2800">
                <a:solidFill>
                  <a:srgbClr val="000000"/>
                </a:solidFill>
                <a:latin typeface="Arial" panose="02080604020202020204" pitchFamily="34" charset="0"/>
                <a:ea typeface="宋体" panose="02010600030101010101" pitchFamily="2" charset="-122"/>
              </a:rPr>
              <a:t>磁盘格式化后建立，从分区的第二个扇区开始，有两个相同的</a:t>
            </a:r>
            <a:r>
              <a:rPr lang="en-US" altLang="zh-CN" sz="2800">
                <a:solidFill>
                  <a:srgbClr val="000000"/>
                </a:solidFill>
                <a:latin typeface="Arial" panose="02080604020202020204" pitchFamily="34" charset="0"/>
                <a:ea typeface="宋体" panose="02010600030101010101" pitchFamily="2" charset="-122"/>
              </a:rPr>
              <a:t>FAT</a:t>
            </a:r>
            <a:r>
              <a:rPr lang="zh-CN" altLang="en-US" sz="2800">
                <a:solidFill>
                  <a:srgbClr val="000000"/>
                </a:solidFill>
                <a:latin typeface="Arial" panose="02080604020202020204" pitchFamily="34" charset="0"/>
                <a:ea typeface="宋体" panose="02010600030101010101" pitchFamily="2" charset="-122"/>
              </a:rPr>
              <a:t>。</a:t>
            </a:r>
            <a:endParaRPr lang="zh-CN" altLang="en-US" sz="2800">
              <a:solidFill>
                <a:srgbClr val="000000"/>
              </a:solidFill>
              <a:latin typeface="Arial" panose="02080604020202020204" pitchFamily="34" charset="0"/>
              <a:ea typeface="宋体" panose="02010600030101010101" pitchFamily="2" charset="-122"/>
            </a:endParaRPr>
          </a:p>
          <a:p>
            <a:pPr lvl="0" algn="just">
              <a:spcBef>
                <a:spcPct val="20000"/>
              </a:spcBef>
              <a:buClr>
                <a:schemeClr val="bg2"/>
              </a:buClr>
              <a:buFont typeface="Monotype Sorts" pitchFamily="2" charset="2"/>
              <a:buNone/>
            </a:pPr>
            <a:r>
              <a:rPr lang="x-none" altLang="zh-CN" sz="2800">
                <a:solidFill>
                  <a:srgbClr val="000000"/>
                </a:solidFill>
                <a:latin typeface="Arial" panose="02080604020202020204" pitchFamily="34" charset="0"/>
                <a:ea typeface="宋体" panose="02010600030101010101" pitchFamily="2" charset="-122"/>
              </a:rPr>
              <a:t>第0,1位置专门用途。</a:t>
            </a:r>
            <a:endParaRPr lang="x-none" altLang="zh-CN" sz="2800">
              <a:solidFill>
                <a:srgbClr val="000000"/>
              </a:solidFill>
              <a:latin typeface="Arial" panose="02080604020202020204" pitchFamily="34" charset="0"/>
              <a:ea typeface="宋体" panose="02010600030101010101" pitchFamily="2" charset="-122"/>
            </a:endParaRPr>
          </a:p>
          <a:p>
            <a:pPr lvl="0" algn="just">
              <a:spcBef>
                <a:spcPct val="20000"/>
              </a:spcBef>
              <a:buClr>
                <a:schemeClr val="bg2"/>
              </a:buClr>
              <a:buFont typeface="Monotype Sorts" pitchFamily="2" charset="2"/>
              <a:buNone/>
            </a:pPr>
            <a:endParaRPr lang="x-none" altLang="zh-CN" sz="2800">
              <a:solidFill>
                <a:srgbClr val="000000"/>
              </a:solidFill>
              <a:latin typeface="Arial" panose="02080604020202020204" pitchFamily="34" charset="0"/>
              <a:ea typeface="宋体" panose="02010600030101010101" pitchFamily="2" charset="-122"/>
            </a:endParaRPr>
          </a:p>
          <a:p>
            <a:pPr lvl="0" algn="just">
              <a:spcBef>
                <a:spcPct val="20000"/>
              </a:spcBef>
              <a:buClr>
                <a:schemeClr val="bg2"/>
              </a:buClr>
              <a:buFont typeface="Monotype Sorts" pitchFamily="2" charset="2"/>
              <a:buNone/>
            </a:pPr>
            <a:r>
              <a:rPr lang="en-US" altLang="zh-CN" sz="2800">
                <a:solidFill>
                  <a:srgbClr val="000000"/>
                </a:solidFill>
                <a:latin typeface="Arial" panose="02080604020202020204" pitchFamily="34" charset="0"/>
                <a:ea typeface="宋体" panose="02010600030101010101" pitchFamily="2" charset="-122"/>
              </a:rPr>
              <a:t>000H</a:t>
            </a:r>
            <a:r>
              <a:rPr lang="zh-CN" altLang="en-US" sz="2800">
                <a:solidFill>
                  <a:srgbClr val="000000"/>
                </a:solidFill>
                <a:latin typeface="Arial" panose="02080604020202020204" pitchFamily="34" charset="0"/>
                <a:ea typeface="宋体" panose="02010600030101010101" pitchFamily="2" charset="-122"/>
              </a:rPr>
              <a:t>：空闲簇</a:t>
            </a:r>
            <a:endParaRPr lang="zh-CN" altLang="en-US" sz="2800">
              <a:solidFill>
                <a:srgbClr val="000000"/>
              </a:solidFill>
              <a:latin typeface="Arial" panose="02080604020202020204" pitchFamily="34" charset="0"/>
              <a:ea typeface="宋体" panose="02010600030101010101" pitchFamily="2" charset="-122"/>
            </a:endParaRPr>
          </a:p>
          <a:p>
            <a:pPr lvl="0" algn="just">
              <a:spcBef>
                <a:spcPct val="20000"/>
              </a:spcBef>
              <a:buClr>
                <a:schemeClr val="bg2"/>
              </a:buClr>
              <a:buFont typeface="Monotype Sorts" pitchFamily="2" charset="2"/>
              <a:buNone/>
            </a:pPr>
            <a:r>
              <a:rPr lang="zh-CN" altLang="en-US" sz="2800">
                <a:solidFill>
                  <a:srgbClr val="000000"/>
                </a:solidFill>
                <a:latin typeface="Arial" panose="02080604020202020204" pitchFamily="34" charset="0"/>
                <a:ea typeface="宋体" panose="02010600030101010101" pitchFamily="2" charset="-122"/>
              </a:rPr>
              <a:t>（</a:t>
            </a:r>
            <a:r>
              <a:rPr lang="en-US" altLang="zh-CN" sz="2800">
                <a:solidFill>
                  <a:srgbClr val="000000"/>
                </a:solidFill>
                <a:latin typeface="Arial" panose="02080604020202020204" pitchFamily="34" charset="0"/>
                <a:ea typeface="宋体" panose="02010600030101010101" pitchFamily="2" charset="-122"/>
              </a:rPr>
              <a:t>001H</a:t>
            </a:r>
            <a:r>
              <a:rPr lang="zh-CN" altLang="en-US" sz="2800">
                <a:solidFill>
                  <a:srgbClr val="000000"/>
                </a:solidFill>
                <a:latin typeface="Arial" panose="02080604020202020204" pitchFamily="34" charset="0"/>
                <a:ea typeface="宋体" panose="02010600030101010101" pitchFamily="2" charset="-122"/>
              </a:rPr>
              <a:t>：保留簇）</a:t>
            </a:r>
            <a:endParaRPr lang="zh-CN" altLang="en-US" sz="2800">
              <a:solidFill>
                <a:srgbClr val="000000"/>
              </a:solidFill>
              <a:latin typeface="Arial" panose="02080604020202020204" pitchFamily="34" charset="0"/>
              <a:ea typeface="宋体" panose="02010600030101010101" pitchFamily="2" charset="-122"/>
            </a:endParaRPr>
          </a:p>
          <a:p>
            <a:pPr lvl="0" algn="just">
              <a:spcBef>
                <a:spcPct val="20000"/>
              </a:spcBef>
              <a:buClr>
                <a:schemeClr val="bg2"/>
              </a:buClr>
              <a:buFont typeface="Monotype Sorts" pitchFamily="2" charset="2"/>
              <a:buNone/>
            </a:pPr>
            <a:r>
              <a:rPr lang="en-US" altLang="zh-CN" sz="2800">
                <a:solidFill>
                  <a:srgbClr val="000000"/>
                </a:solidFill>
                <a:latin typeface="Arial" panose="02080604020202020204" pitchFamily="34" charset="0"/>
                <a:ea typeface="宋体" panose="02010600030101010101" pitchFamily="2" charset="-122"/>
              </a:rPr>
              <a:t>FFFH</a:t>
            </a:r>
            <a:r>
              <a:rPr lang="zh-CN" altLang="en-US" sz="2800">
                <a:solidFill>
                  <a:srgbClr val="000000"/>
                </a:solidFill>
                <a:latin typeface="Arial" panose="02080604020202020204" pitchFamily="34" charset="0"/>
                <a:ea typeface="宋体" panose="02010600030101010101" pitchFamily="2" charset="-122"/>
              </a:rPr>
              <a:t>：文件的结尾簇</a:t>
            </a:r>
            <a:endParaRPr lang="zh-CN" altLang="en-US" sz="2800">
              <a:solidFill>
                <a:srgbClr val="000000"/>
              </a:solidFill>
              <a:latin typeface="Arial" panose="02080604020202020204" pitchFamily="34" charset="0"/>
              <a:ea typeface="宋体" panose="02010600030101010101" pitchFamily="2" charset="-122"/>
            </a:endParaRPr>
          </a:p>
          <a:p>
            <a:pPr lvl="0" algn="just">
              <a:spcBef>
                <a:spcPct val="20000"/>
              </a:spcBef>
              <a:buClr>
                <a:schemeClr val="bg2"/>
              </a:buClr>
              <a:buFont typeface="Monotype Sorts" pitchFamily="2" charset="2"/>
              <a:buNone/>
            </a:pPr>
            <a:r>
              <a:rPr lang="x-none" altLang="zh-CN" sz="2800">
                <a:solidFill>
                  <a:srgbClr val="000000"/>
                </a:solidFill>
                <a:latin typeface="Arial" panose="02080604020202020204" pitchFamily="34" charset="0"/>
                <a:ea typeface="宋体" panose="02010600030101010101" pitchFamily="2" charset="-122"/>
              </a:rPr>
              <a:t>FF7H：坏簇</a:t>
            </a:r>
            <a:endParaRPr lang="x-none" altLang="zh-CN" sz="2800">
              <a:solidFill>
                <a:srgbClr val="000000"/>
              </a:solidFill>
              <a:latin typeface="Arial" panose="02080604020202020204" pitchFamily="34" charset="0"/>
              <a:ea typeface="宋体" panose="02010600030101010101" pitchFamily="2" charset="-122"/>
            </a:endParaRPr>
          </a:p>
          <a:p>
            <a:pPr lvl="0" algn="just">
              <a:spcBef>
                <a:spcPct val="20000"/>
              </a:spcBef>
              <a:buClr>
                <a:schemeClr val="bg2"/>
              </a:buClr>
              <a:buFont typeface="Monotype Sorts" pitchFamily="2" charset="2"/>
              <a:buNone/>
            </a:pPr>
            <a:r>
              <a:rPr lang="en-US" altLang="zh-CN" sz="2800">
                <a:solidFill>
                  <a:srgbClr val="000000"/>
                </a:solidFill>
                <a:latin typeface="Arial" panose="02080604020202020204" pitchFamily="34" charset="0"/>
                <a:ea typeface="宋体" panose="02010600030101010101" pitchFamily="2" charset="-122"/>
              </a:rPr>
              <a:t>XXXH</a:t>
            </a:r>
            <a:r>
              <a:rPr lang="zh-CN" altLang="en-US" sz="2800">
                <a:solidFill>
                  <a:srgbClr val="000000"/>
                </a:solidFill>
                <a:latin typeface="Arial" panose="02080604020202020204" pitchFamily="34" charset="0"/>
                <a:ea typeface="宋体" panose="02010600030101010101" pitchFamily="2" charset="-122"/>
              </a:rPr>
              <a:t>：文件的下一簇</a:t>
            </a:r>
            <a:endParaRPr lang="zh-CN" altLang="en-US" sz="2800">
              <a:solidFill>
                <a:srgbClr val="000000"/>
              </a:solidFill>
              <a:latin typeface="Arial" panose="02080604020202020204" pitchFamily="34" charset="0"/>
              <a:ea typeface="宋体" panose="02010600030101010101" pitchFamily="2" charset="-122"/>
            </a:endParaRPr>
          </a:p>
        </p:txBody>
      </p:sp>
      <p:graphicFrame>
        <p:nvGraphicFramePr>
          <p:cNvPr id="37890" name="对象 37890"/>
          <p:cNvGraphicFramePr>
            <a:graphicFrameLocks noChangeAspect="1"/>
          </p:cNvGraphicFramePr>
          <p:nvPr/>
        </p:nvGraphicFramePr>
        <p:xfrm>
          <a:off x="4751388" y="741363"/>
          <a:ext cx="4246562" cy="5502275"/>
        </p:xfrm>
        <a:graphic>
          <a:graphicData uri="http://schemas.openxmlformats.org/presentationml/2006/ole">
            <mc:AlternateContent xmlns:mc="http://schemas.openxmlformats.org/markup-compatibility/2006">
              <mc:Choice xmlns:v="urn:schemas-microsoft-com:vml" Requires="v">
                <p:oleObj spid="_x0000_s3079" name="" r:id="rId1" imgW="3686175" imgH="3781425" progId="Paint.Picture">
                  <p:embed/>
                </p:oleObj>
              </mc:Choice>
              <mc:Fallback>
                <p:oleObj name="" r:id="rId1" imgW="3686175" imgH="3781425" progId="Paint.Picture">
                  <p:embed/>
                  <p:pic>
                    <p:nvPicPr>
                      <p:cNvPr id="0" name="图片 3078"/>
                      <p:cNvPicPr/>
                      <p:nvPr/>
                    </p:nvPicPr>
                    <p:blipFill>
                      <a:blip r:embed="rId2"/>
                      <a:stretch>
                        <a:fillRect/>
                      </a:stretch>
                    </p:blipFill>
                    <p:spPr>
                      <a:xfrm>
                        <a:off x="4751388" y="741363"/>
                        <a:ext cx="4246562" cy="5502275"/>
                      </a:xfrm>
                      <a:prstGeom prst="rect">
                        <a:avLst/>
                      </a:prstGeom>
                      <a:noFill/>
                      <a:ln w="38100">
                        <a:noFill/>
                        <a:miter/>
                      </a:ln>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3" name="文本框 38913"/>
          <p:cNvSpPr txBox="1"/>
          <p:nvPr/>
        </p:nvSpPr>
        <p:spPr>
          <a:xfrm>
            <a:off x="8493125" y="6510338"/>
            <a:ext cx="376238"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buFont typeface="Wingdings" panose="05000000000000000000" pitchFamily="2" charset="2"/>
              <a:buNone/>
            </a:pPr>
            <a:r>
              <a:rPr lang="en-US" altLang="zh-CN" b="0">
                <a:solidFill>
                  <a:schemeClr val="tx2"/>
                </a:solidFill>
                <a:latin typeface="Times New Roman" panose="02020603050405020304" charset="0"/>
                <a:ea typeface="宋体" panose="02010600030101010101" pitchFamily="2" charset="-122"/>
              </a:rPr>
              <a:t>17</a:t>
            </a:r>
            <a:endParaRPr lang="en-US" altLang="zh-CN" b="0">
              <a:solidFill>
                <a:schemeClr val="tx2"/>
              </a:solidFill>
              <a:latin typeface="Times New Roman" panose="02020603050405020304" charset="0"/>
              <a:ea typeface="宋体" panose="02010600030101010101" pitchFamily="2" charset="-122"/>
            </a:endParaRPr>
          </a:p>
        </p:txBody>
      </p:sp>
      <p:sp>
        <p:nvSpPr>
          <p:cNvPr id="38915" name="矩形 38914"/>
          <p:cNvSpPr/>
          <p:nvPr/>
        </p:nvSpPr>
        <p:spPr>
          <a:xfrm>
            <a:off x="507365" y="647700"/>
            <a:ext cx="8086090" cy="2748915"/>
          </a:xfrm>
          <a:prstGeom prst="rect">
            <a:avLst/>
          </a:prstGeom>
          <a:noFill/>
          <a:ln w="9525">
            <a:noFill/>
            <a:miter/>
          </a:ln>
        </p:spPr>
        <p:txBody>
          <a:bodyPr wrap="square">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457200" lvl="0" indent="-457200" fontAlgn="base">
              <a:lnSpc>
                <a:spcPct val="120000"/>
              </a:lnSpc>
              <a:buNone/>
            </a:pPr>
            <a:r>
              <a:rPr lang="zh-CN" altLang="en-US" strike="noStrike" noProof="1">
                <a:solidFill>
                  <a:schemeClr val="tx1"/>
                </a:solidFill>
                <a:latin typeface="Times New Roman" panose="02020603050405020304" charset="0"/>
                <a:ea typeface="宋体" panose="02010600030101010101" pitchFamily="2" charset="-122"/>
                <a:cs typeface="+mn-cs"/>
              </a:rPr>
              <a:t>习题</a:t>
            </a:r>
            <a:r>
              <a:rPr lang="en-US" altLang="zh-CN" strike="noStrike" noProof="1">
                <a:solidFill>
                  <a:schemeClr val="tx1"/>
                </a:solidFill>
                <a:latin typeface="Times New Roman" panose="02020603050405020304" charset="0"/>
                <a:ea typeface="宋体" panose="02010600030101010101" pitchFamily="2" charset="-122"/>
                <a:cs typeface="+mn-cs"/>
              </a:rPr>
              <a:t>9-5</a:t>
            </a:r>
            <a:endParaRPr lang="en-US" altLang="zh-CN" strike="noStrike" noProof="1">
              <a:solidFill>
                <a:schemeClr val="tx1"/>
              </a:solidFill>
              <a:latin typeface="Times New Roman" panose="02020603050405020304" charset="0"/>
              <a:ea typeface="宋体" panose="02010600030101010101" pitchFamily="2" charset="-122"/>
              <a:cs typeface="+mn-cs"/>
            </a:endParaRPr>
          </a:p>
          <a:p>
            <a:pPr marL="457200" lvl="0" indent="-457200" fontAlgn="base">
              <a:lnSpc>
                <a:spcPct val="120000"/>
              </a:lnSpc>
              <a:buNone/>
            </a:pPr>
            <a:r>
              <a:rPr lang="en-US" altLang="zh-CN" strike="noStrike" noProof="1">
                <a:solidFill>
                  <a:schemeClr val="tx1"/>
                </a:solidFill>
                <a:latin typeface="Times New Roman" panose="02020603050405020304" charset="0"/>
                <a:ea typeface="宋体" panose="02010600030101010101" pitchFamily="2" charset="-122"/>
                <a:cs typeface="+mn-cs"/>
              </a:rPr>
              <a:t>         </a:t>
            </a:r>
            <a:r>
              <a:rPr lang="zh-CN" altLang="en-US" sz="2400" strike="noStrike" noProof="1">
                <a:solidFill>
                  <a:schemeClr val="tx1"/>
                </a:solidFill>
                <a:latin typeface="Times New Roman" panose="02020603050405020304" charset="0"/>
                <a:ea typeface="宋体" panose="02010600030101010101" pitchFamily="2" charset="-122"/>
                <a:cs typeface="+mn-cs"/>
              </a:rPr>
              <a:t>对文件</a:t>
            </a:r>
            <a:r>
              <a:rPr lang="en-US" altLang="zh-CN" sz="2400" strike="noStrike" noProof="1">
                <a:solidFill>
                  <a:schemeClr val="tx1"/>
                </a:solidFill>
                <a:latin typeface="Times New Roman" panose="02020603050405020304" charset="0"/>
                <a:ea typeface="宋体" panose="02010600030101010101" pitchFamily="2" charset="-122"/>
                <a:cs typeface="+mn-cs"/>
              </a:rPr>
              <a:t>A</a:t>
            </a:r>
            <a:r>
              <a:rPr lang="zh-CN" altLang="en-US" sz="2400" strike="noStrike" noProof="1">
                <a:solidFill>
                  <a:schemeClr val="tx1"/>
                </a:solidFill>
                <a:latin typeface="Times New Roman" panose="02020603050405020304" charset="0"/>
                <a:ea typeface="宋体" panose="02010600030101010101" pitchFamily="2" charset="-122"/>
                <a:cs typeface="+mn-cs"/>
              </a:rPr>
              <a:t>按照连续文件构造，并由</a:t>
            </a:r>
            <a:r>
              <a:rPr lang="en-US" altLang="zh-CN" sz="2400" strike="noStrike" noProof="1">
                <a:solidFill>
                  <a:schemeClr val="tx1"/>
                </a:solidFill>
                <a:latin typeface="Times New Roman" panose="02020603050405020304" charset="0"/>
                <a:ea typeface="宋体" panose="02010600030101010101" pitchFamily="2" charset="-122"/>
                <a:cs typeface="+mn-cs"/>
              </a:rPr>
              <a:t>4</a:t>
            </a:r>
            <a:r>
              <a:rPr lang="zh-CN" altLang="en-US" sz="2400" strike="noStrike" noProof="1">
                <a:solidFill>
                  <a:schemeClr val="tx1"/>
                </a:solidFill>
                <a:latin typeface="Times New Roman" panose="02020603050405020304" charset="0"/>
                <a:ea typeface="宋体" panose="02010600030101010101" pitchFamily="2" charset="-122"/>
                <a:cs typeface="+mn-cs"/>
              </a:rPr>
              <a:t>个逻辑记录组成（每个逻辑记录的大小和磁盘块大小相同，都为</a:t>
            </a:r>
            <a:r>
              <a:rPr lang="en-US" altLang="zh-CN" sz="2400" strike="noStrike" noProof="1">
                <a:solidFill>
                  <a:schemeClr val="tx1"/>
                </a:solidFill>
                <a:latin typeface="Times New Roman" panose="02020603050405020304" charset="0"/>
                <a:ea typeface="宋体" panose="02010600030101010101" pitchFamily="2" charset="-122"/>
                <a:cs typeface="+mn-cs"/>
              </a:rPr>
              <a:t>512B</a:t>
            </a:r>
            <a:r>
              <a:rPr lang="zh-CN" altLang="en-US" sz="2400" strike="noStrike" noProof="1">
                <a:solidFill>
                  <a:schemeClr val="tx1"/>
                </a:solidFill>
                <a:latin typeface="Times New Roman" panose="02020603050405020304" charset="0"/>
                <a:ea typeface="宋体" panose="02010600030101010101" pitchFamily="2" charset="-122"/>
                <a:cs typeface="+mn-cs"/>
              </a:rPr>
              <a:t>）。如果第一个记录存放在第</a:t>
            </a:r>
            <a:r>
              <a:rPr lang="en-US" altLang="zh-CN" sz="2400" strike="noStrike" noProof="1">
                <a:solidFill>
                  <a:schemeClr val="tx1"/>
                </a:solidFill>
                <a:latin typeface="Times New Roman" panose="02020603050405020304" charset="0"/>
                <a:ea typeface="宋体" panose="02010600030101010101" pitchFamily="2" charset="-122"/>
                <a:cs typeface="+mn-cs"/>
              </a:rPr>
              <a:t>100</a:t>
            </a:r>
            <a:r>
              <a:rPr lang="zh-CN" altLang="en-US" sz="2400" strike="noStrike" noProof="1">
                <a:solidFill>
                  <a:schemeClr val="tx1"/>
                </a:solidFill>
                <a:latin typeface="Times New Roman" panose="02020603050405020304" charset="0"/>
                <a:ea typeface="宋体" panose="02010600030101010101" pitchFamily="2" charset="-122"/>
                <a:cs typeface="+mn-cs"/>
              </a:rPr>
              <a:t>号磁盘块上，试画出这个文件的结构。</a:t>
            </a:r>
            <a:endParaRPr lang="en-US" altLang="zh-CN" sz="2400" strike="noStrike" noProof="1">
              <a:solidFill>
                <a:schemeClr val="tx1"/>
              </a:solidFill>
              <a:latin typeface="Times New Roman" panose="02020603050405020304" charset="0"/>
              <a:ea typeface="宋体" panose="02010600030101010101" pitchFamily="2" charset="-122"/>
              <a:cs typeface="+mn-cs"/>
            </a:endParaRPr>
          </a:p>
        </p:txBody>
      </p:sp>
      <p:sp>
        <p:nvSpPr>
          <p:cNvPr id="38916" name="矩形 38915"/>
          <p:cNvSpPr/>
          <p:nvPr/>
        </p:nvSpPr>
        <p:spPr>
          <a:xfrm>
            <a:off x="381000" y="4286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Arial" panose="02080604020202020204" pitchFamily="34" charset="0"/>
                <a:ea typeface="宋体" panose="02010600030101010101" pitchFamily="2" charset="-122"/>
                <a:cs typeface="+mn-ea"/>
              </a:rPr>
              <a:t>文件系统</a:t>
            </a:r>
            <a:r>
              <a:rPr lang="en-US" altLang="zh-CN" sz="2400" strike="noStrike" noProof="1">
                <a:latin typeface="Arial" panose="02080604020202020204" pitchFamily="34" charset="0"/>
                <a:ea typeface="宋体" panose="02010600030101010101" pitchFamily="2" charset="-122"/>
                <a:cs typeface="+mn-ea"/>
              </a:rPr>
              <a:t>——</a:t>
            </a:r>
            <a:r>
              <a:rPr lang="zh-CN" altLang="en-US" sz="2400" strike="noStrike" noProof="1">
                <a:latin typeface="Arial" panose="02080604020202020204" pitchFamily="34" charset="0"/>
                <a:ea typeface="宋体" panose="02010600030101010101" pitchFamily="2" charset="-122"/>
                <a:cs typeface="+mn-ea"/>
              </a:rPr>
              <a:t>文件的物理结构</a:t>
            </a:r>
            <a:endParaRPr lang="zh-CN" altLang="en-US" sz="2400" strike="noStrike" noProof="1">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3" name="文本框 38913"/>
          <p:cNvSpPr txBox="1"/>
          <p:nvPr/>
        </p:nvSpPr>
        <p:spPr>
          <a:xfrm>
            <a:off x="8493125" y="6510338"/>
            <a:ext cx="376238"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buFont typeface="Wingdings" panose="05000000000000000000" pitchFamily="2" charset="2"/>
              <a:buNone/>
            </a:pPr>
            <a:r>
              <a:rPr lang="en-US" altLang="zh-CN" b="0">
                <a:solidFill>
                  <a:schemeClr val="tx2"/>
                </a:solidFill>
                <a:latin typeface="Times New Roman" panose="02020603050405020304" charset="0"/>
                <a:ea typeface="宋体" panose="02010600030101010101" pitchFamily="2" charset="-122"/>
              </a:rPr>
              <a:t>17</a:t>
            </a:r>
            <a:endParaRPr lang="en-US" altLang="zh-CN" b="0">
              <a:solidFill>
                <a:schemeClr val="tx2"/>
              </a:solidFill>
              <a:latin typeface="Times New Roman" panose="02020603050405020304" charset="0"/>
              <a:ea typeface="宋体" panose="02010600030101010101" pitchFamily="2" charset="-122"/>
            </a:endParaRPr>
          </a:p>
        </p:txBody>
      </p:sp>
      <p:sp>
        <p:nvSpPr>
          <p:cNvPr id="38915" name="矩形 38914"/>
          <p:cNvSpPr/>
          <p:nvPr/>
        </p:nvSpPr>
        <p:spPr>
          <a:xfrm>
            <a:off x="507365" y="647700"/>
            <a:ext cx="8086090" cy="5110480"/>
          </a:xfrm>
          <a:prstGeom prst="rect">
            <a:avLst/>
          </a:prstGeom>
          <a:noFill/>
          <a:ln w="9525">
            <a:noFill/>
            <a:miter/>
          </a:ln>
        </p:spPr>
        <p:txBody>
          <a:bodyPr wrap="square">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457200" lvl="0" indent="-457200" fontAlgn="base">
              <a:lnSpc>
                <a:spcPct val="120000"/>
              </a:lnSpc>
              <a:buNone/>
            </a:pPr>
            <a:r>
              <a:rPr lang="zh-CN" altLang="en-US" strike="noStrike" noProof="1">
                <a:solidFill>
                  <a:schemeClr val="tx1"/>
                </a:solidFill>
                <a:latin typeface="Times New Roman" panose="02020603050405020304" charset="0"/>
                <a:ea typeface="宋体" panose="02010600030101010101" pitchFamily="2" charset="-122"/>
                <a:cs typeface="+mn-cs"/>
              </a:rPr>
              <a:t>习题</a:t>
            </a:r>
            <a:r>
              <a:rPr lang="en-US" altLang="zh-CN" strike="noStrike" noProof="1">
                <a:solidFill>
                  <a:schemeClr val="tx1"/>
                </a:solidFill>
                <a:latin typeface="Times New Roman" panose="02020603050405020304" charset="0"/>
                <a:ea typeface="宋体" panose="02010600030101010101" pitchFamily="2" charset="-122"/>
                <a:cs typeface="+mn-cs"/>
              </a:rPr>
              <a:t>9-6</a:t>
            </a:r>
            <a:endParaRPr lang="en-US" altLang="zh-CN" strike="noStrike" noProof="1">
              <a:solidFill>
                <a:schemeClr val="tx1"/>
              </a:solidFill>
              <a:latin typeface="Times New Roman" panose="02020603050405020304" charset="0"/>
              <a:ea typeface="宋体" panose="02010600030101010101" pitchFamily="2" charset="-122"/>
              <a:cs typeface="+mn-cs"/>
            </a:endParaRPr>
          </a:p>
          <a:p>
            <a:pPr marL="457200" lvl="0" indent="-457200" fontAlgn="base">
              <a:lnSpc>
                <a:spcPct val="120000"/>
              </a:lnSpc>
              <a:buNone/>
            </a:pPr>
            <a:r>
              <a:rPr lang="zh-CN" altLang="en-US" sz="2400" strike="noStrike" noProof="1">
                <a:solidFill>
                  <a:schemeClr val="tx1"/>
                </a:solidFill>
                <a:latin typeface="Times New Roman" panose="02020603050405020304" charset="0"/>
                <a:ea typeface="宋体" panose="02010600030101010101" pitchFamily="2" charset="-122"/>
                <a:cs typeface="+mn-cs"/>
              </a:rPr>
              <a:t>对文件</a:t>
            </a:r>
            <a:r>
              <a:rPr lang="en-US" altLang="zh-CN" sz="2400" strike="noStrike" noProof="1">
                <a:solidFill>
                  <a:schemeClr val="tx1"/>
                </a:solidFill>
                <a:latin typeface="Times New Roman" panose="02020603050405020304" charset="0"/>
                <a:ea typeface="宋体" panose="02010600030101010101" pitchFamily="2" charset="-122"/>
                <a:cs typeface="+mn-cs"/>
              </a:rPr>
              <a:t>B</a:t>
            </a:r>
            <a:r>
              <a:rPr lang="zh-CN" altLang="en-US" sz="2400" strike="noStrike" noProof="1">
                <a:solidFill>
                  <a:schemeClr val="tx1"/>
                </a:solidFill>
                <a:latin typeface="Times New Roman" panose="02020603050405020304" charset="0"/>
                <a:ea typeface="宋体" panose="02010600030101010101" pitchFamily="2" charset="-122"/>
                <a:cs typeface="+mn-cs"/>
              </a:rPr>
              <a:t>按照串联文件构造，并由</a:t>
            </a:r>
            <a:r>
              <a:rPr lang="en-US" altLang="zh-CN" sz="2400" strike="noStrike" noProof="1">
                <a:solidFill>
                  <a:schemeClr val="tx1"/>
                </a:solidFill>
                <a:latin typeface="Times New Roman" panose="02020603050405020304" charset="0"/>
                <a:ea typeface="宋体" panose="02010600030101010101" pitchFamily="2" charset="-122"/>
                <a:cs typeface="+mn-cs"/>
              </a:rPr>
              <a:t>4</a:t>
            </a:r>
            <a:r>
              <a:rPr lang="zh-CN" altLang="en-US" sz="2400" strike="noStrike" noProof="1">
                <a:solidFill>
                  <a:schemeClr val="tx1"/>
                </a:solidFill>
                <a:latin typeface="Times New Roman" panose="02020603050405020304" charset="0"/>
                <a:ea typeface="宋体" panose="02010600030101010101" pitchFamily="2" charset="-122"/>
                <a:cs typeface="+mn-cs"/>
              </a:rPr>
              <a:t>个逻辑记录组成（每个逻辑记录的大小和磁盘块大小相同，都为</a:t>
            </a:r>
            <a:r>
              <a:rPr lang="en-US" altLang="zh-CN" sz="2400" strike="noStrike" noProof="1">
                <a:solidFill>
                  <a:schemeClr val="tx1"/>
                </a:solidFill>
                <a:latin typeface="Times New Roman" panose="02020603050405020304" charset="0"/>
                <a:ea typeface="宋体" panose="02010600030101010101" pitchFamily="2" charset="-122"/>
                <a:cs typeface="+mn-cs"/>
              </a:rPr>
              <a:t>512B</a:t>
            </a:r>
            <a:r>
              <a:rPr lang="zh-CN" altLang="en-US" sz="2400" strike="noStrike" noProof="1">
                <a:solidFill>
                  <a:schemeClr val="tx1"/>
                </a:solidFill>
                <a:latin typeface="Times New Roman" panose="02020603050405020304" charset="0"/>
                <a:ea typeface="宋体" panose="02010600030101010101" pitchFamily="2" charset="-122"/>
                <a:cs typeface="+mn-cs"/>
              </a:rPr>
              <a:t>）。这</a:t>
            </a:r>
            <a:r>
              <a:rPr lang="en-US" altLang="zh-CN" sz="2400" strike="noStrike" noProof="1">
                <a:solidFill>
                  <a:schemeClr val="tx1"/>
                </a:solidFill>
                <a:latin typeface="Times New Roman" panose="02020603050405020304" charset="0"/>
                <a:ea typeface="宋体" panose="02010600030101010101" pitchFamily="2" charset="-122"/>
                <a:cs typeface="+mn-cs"/>
              </a:rPr>
              <a:t>4</a:t>
            </a:r>
            <a:r>
              <a:rPr lang="zh-CN" altLang="en-US" sz="2400" strike="noStrike" noProof="1">
                <a:solidFill>
                  <a:schemeClr val="tx1"/>
                </a:solidFill>
                <a:latin typeface="Times New Roman" panose="02020603050405020304" charset="0"/>
                <a:ea typeface="宋体" panose="02010600030101010101" pitchFamily="2" charset="-122"/>
                <a:cs typeface="+mn-cs"/>
              </a:rPr>
              <a:t>个逻辑记录分别存放在第</a:t>
            </a:r>
            <a:r>
              <a:rPr lang="en-US" altLang="zh-CN" sz="2400" strike="noStrike" noProof="1">
                <a:solidFill>
                  <a:schemeClr val="tx1"/>
                </a:solidFill>
                <a:latin typeface="Times New Roman" panose="02020603050405020304" charset="0"/>
                <a:ea typeface="宋体" panose="02010600030101010101" pitchFamily="2" charset="-122"/>
                <a:cs typeface="+mn-cs"/>
              </a:rPr>
              <a:t>100</a:t>
            </a:r>
            <a:r>
              <a:rPr lang="zh-CN" altLang="en-US" sz="2400" strike="noStrike" noProof="1">
                <a:solidFill>
                  <a:schemeClr val="tx1"/>
                </a:solidFill>
                <a:latin typeface="Times New Roman" panose="02020603050405020304" charset="0"/>
                <a:ea typeface="宋体" panose="02010600030101010101" pitchFamily="2" charset="-122"/>
                <a:cs typeface="+mn-cs"/>
              </a:rPr>
              <a:t>，</a:t>
            </a:r>
            <a:r>
              <a:rPr lang="en-US" altLang="zh-CN" sz="2400" strike="noStrike" noProof="1">
                <a:solidFill>
                  <a:schemeClr val="tx1"/>
                </a:solidFill>
                <a:latin typeface="Times New Roman" panose="02020603050405020304" charset="0"/>
                <a:ea typeface="宋体" panose="02010600030101010101" pitchFamily="2" charset="-122"/>
                <a:cs typeface="+mn-cs"/>
              </a:rPr>
              <a:t>157</a:t>
            </a:r>
            <a:r>
              <a:rPr lang="zh-CN" altLang="en-US" sz="2400" strike="noStrike" noProof="1">
                <a:solidFill>
                  <a:schemeClr val="tx1"/>
                </a:solidFill>
                <a:latin typeface="Times New Roman" panose="02020603050405020304" charset="0"/>
                <a:ea typeface="宋体" panose="02010600030101010101" pitchFamily="2" charset="-122"/>
                <a:cs typeface="+mn-cs"/>
              </a:rPr>
              <a:t>，</a:t>
            </a:r>
            <a:r>
              <a:rPr lang="en-US" altLang="zh-CN" sz="2400" strike="noStrike" noProof="1">
                <a:solidFill>
                  <a:schemeClr val="tx1"/>
                </a:solidFill>
                <a:latin typeface="Times New Roman" panose="02020603050405020304" charset="0"/>
                <a:ea typeface="宋体" panose="02010600030101010101" pitchFamily="2" charset="-122"/>
                <a:cs typeface="+mn-cs"/>
              </a:rPr>
              <a:t>66</a:t>
            </a:r>
            <a:r>
              <a:rPr lang="zh-CN" altLang="en-US" sz="2400" strike="noStrike" noProof="1">
                <a:solidFill>
                  <a:schemeClr val="tx1"/>
                </a:solidFill>
                <a:latin typeface="Times New Roman" panose="02020603050405020304" charset="0"/>
                <a:ea typeface="宋体" panose="02010600030101010101" pitchFamily="2" charset="-122"/>
                <a:cs typeface="+mn-cs"/>
              </a:rPr>
              <a:t>，</a:t>
            </a:r>
            <a:r>
              <a:rPr lang="en-US" altLang="zh-CN" sz="2400" strike="noStrike" noProof="1">
                <a:solidFill>
                  <a:schemeClr val="tx1"/>
                </a:solidFill>
                <a:latin typeface="Times New Roman" panose="02020603050405020304" charset="0"/>
                <a:ea typeface="宋体" panose="02010600030101010101" pitchFamily="2" charset="-122"/>
                <a:cs typeface="+mn-cs"/>
              </a:rPr>
              <a:t>67</a:t>
            </a:r>
            <a:r>
              <a:rPr lang="zh-CN" altLang="en-US" sz="2400" strike="noStrike" noProof="1">
                <a:solidFill>
                  <a:schemeClr val="tx1"/>
                </a:solidFill>
                <a:latin typeface="Times New Roman" panose="02020603050405020304" charset="0"/>
                <a:ea typeface="宋体" panose="02010600030101010101" pitchFamily="2" charset="-122"/>
                <a:cs typeface="+mn-cs"/>
              </a:rPr>
              <a:t>号磁盘上，回答如下问题：</a:t>
            </a:r>
            <a:endParaRPr lang="zh-CN" altLang="en-US" sz="2400" strike="noStrike" noProof="1">
              <a:solidFill>
                <a:schemeClr val="tx1"/>
              </a:solidFill>
              <a:latin typeface="Times New Roman" panose="02020603050405020304" charset="0"/>
              <a:ea typeface="宋体" panose="02010600030101010101" pitchFamily="2" charset="-122"/>
              <a:cs typeface="+mn-cs"/>
            </a:endParaRPr>
          </a:p>
          <a:p>
            <a:pPr marL="457200" lvl="0" indent="-457200" fontAlgn="base">
              <a:lnSpc>
                <a:spcPct val="120000"/>
              </a:lnSpc>
              <a:buNone/>
            </a:pPr>
            <a:r>
              <a:rPr lang="en-US" altLang="zh-CN" sz="2400" strike="noStrike" noProof="1">
                <a:solidFill>
                  <a:schemeClr val="tx1"/>
                </a:solidFill>
                <a:latin typeface="Times New Roman" panose="02020603050405020304" charset="0"/>
                <a:ea typeface="宋体" panose="02010600030101010101" pitchFamily="2" charset="-122"/>
                <a:cs typeface="+mn-cs"/>
              </a:rPr>
              <a:t>1</a:t>
            </a:r>
            <a:r>
              <a:rPr lang="zh-CN" altLang="en-US" sz="2400" strike="noStrike" noProof="1">
                <a:solidFill>
                  <a:schemeClr val="tx1"/>
                </a:solidFill>
                <a:latin typeface="Times New Roman" panose="02020603050405020304" charset="0"/>
                <a:ea typeface="宋体" panose="02010600030101010101" pitchFamily="2" charset="-122"/>
                <a:cs typeface="+mn-cs"/>
              </a:rPr>
              <a:t>）画出此串连文件的结构</a:t>
            </a:r>
            <a:endParaRPr lang="zh-CN" altLang="en-US" sz="2400" strike="noStrike" noProof="1">
              <a:solidFill>
                <a:schemeClr val="tx1"/>
              </a:solidFill>
              <a:latin typeface="Times New Roman" panose="02020603050405020304" charset="0"/>
              <a:ea typeface="宋体" panose="02010600030101010101" pitchFamily="2" charset="-122"/>
              <a:cs typeface="+mn-cs"/>
            </a:endParaRPr>
          </a:p>
          <a:p>
            <a:pPr marL="457200" lvl="0" indent="-457200" fontAlgn="base">
              <a:lnSpc>
                <a:spcPct val="120000"/>
              </a:lnSpc>
              <a:buNone/>
            </a:pPr>
            <a:r>
              <a:rPr lang="en-US" altLang="zh-CN" sz="2400" strike="noStrike" noProof="1">
                <a:solidFill>
                  <a:schemeClr val="tx1"/>
                </a:solidFill>
                <a:latin typeface="Times New Roman" panose="02020603050405020304" charset="0"/>
                <a:ea typeface="宋体" panose="02010600030101010101" pitchFamily="2" charset="-122"/>
                <a:cs typeface="+mn-cs"/>
              </a:rPr>
              <a:t>2</a:t>
            </a:r>
            <a:r>
              <a:rPr lang="zh-CN" altLang="en-US" sz="2400" strike="noStrike" noProof="1">
                <a:solidFill>
                  <a:schemeClr val="tx1"/>
                </a:solidFill>
                <a:latin typeface="Times New Roman" panose="02020603050405020304" charset="0"/>
                <a:ea typeface="宋体" panose="02010600030101010101" pitchFamily="2" charset="-122"/>
                <a:cs typeface="+mn-cs"/>
              </a:rPr>
              <a:t>）如果要读文件</a:t>
            </a:r>
            <a:r>
              <a:rPr lang="en-US" altLang="zh-CN" sz="2400" strike="noStrike" noProof="1">
                <a:solidFill>
                  <a:schemeClr val="tx1"/>
                </a:solidFill>
                <a:latin typeface="Times New Roman" panose="02020603050405020304" charset="0"/>
                <a:ea typeface="宋体" panose="02010600030101010101" pitchFamily="2" charset="-122"/>
                <a:cs typeface="+mn-cs"/>
              </a:rPr>
              <a:t>B</a:t>
            </a:r>
            <a:r>
              <a:rPr lang="zh-CN" altLang="en-US" sz="2400" strike="noStrike" noProof="1">
                <a:solidFill>
                  <a:schemeClr val="tx1"/>
                </a:solidFill>
                <a:latin typeface="Times New Roman" panose="02020603050405020304" charset="0"/>
                <a:ea typeface="宋体" panose="02010600030101010101" pitchFamily="2" charset="-122"/>
                <a:cs typeface="+mn-cs"/>
              </a:rPr>
              <a:t>第</a:t>
            </a:r>
            <a:r>
              <a:rPr lang="en-US" altLang="zh-CN" sz="2400" strike="noStrike" noProof="1">
                <a:solidFill>
                  <a:schemeClr val="tx1"/>
                </a:solidFill>
                <a:latin typeface="Times New Roman" panose="02020603050405020304" charset="0"/>
                <a:ea typeface="宋体" panose="02010600030101010101" pitchFamily="2" charset="-122"/>
                <a:cs typeface="+mn-cs"/>
              </a:rPr>
              <a:t>1560</a:t>
            </a:r>
            <a:r>
              <a:rPr lang="zh-CN" altLang="en-US" sz="2400" strike="noStrike" noProof="1">
                <a:solidFill>
                  <a:schemeClr val="tx1"/>
                </a:solidFill>
                <a:latin typeface="Times New Roman" panose="02020603050405020304" charset="0"/>
                <a:ea typeface="宋体" panose="02010600030101010101" pitchFamily="2" charset="-122"/>
                <a:cs typeface="+mn-cs"/>
              </a:rPr>
              <a:t>字节处的信息，问要访问哪个磁盘块？为什么？</a:t>
            </a:r>
            <a:endParaRPr lang="zh-CN" altLang="en-US" sz="2400" strike="noStrike" noProof="1">
              <a:solidFill>
                <a:schemeClr val="tx1"/>
              </a:solidFill>
              <a:latin typeface="Times New Roman" panose="02020603050405020304" charset="0"/>
              <a:ea typeface="宋体" panose="02010600030101010101" pitchFamily="2" charset="-122"/>
              <a:cs typeface="+mn-cs"/>
            </a:endParaRPr>
          </a:p>
          <a:p>
            <a:pPr marL="457200" lvl="0" indent="-457200" fontAlgn="base">
              <a:lnSpc>
                <a:spcPct val="120000"/>
              </a:lnSpc>
              <a:buNone/>
            </a:pPr>
            <a:r>
              <a:rPr lang="en-US" altLang="zh-CN" sz="2400" strike="noStrike" noProof="1">
                <a:solidFill>
                  <a:schemeClr val="tx1"/>
                </a:solidFill>
                <a:latin typeface="Times New Roman" panose="02020603050405020304" charset="0"/>
                <a:ea typeface="宋体" panose="02010600030101010101" pitchFamily="2" charset="-122"/>
                <a:cs typeface="+mn-cs"/>
              </a:rPr>
              <a:t>3</a:t>
            </a:r>
            <a:r>
              <a:rPr lang="zh-CN" altLang="en-US" sz="2400" strike="noStrike" noProof="1">
                <a:solidFill>
                  <a:schemeClr val="tx1"/>
                </a:solidFill>
                <a:latin typeface="Times New Roman" panose="02020603050405020304" charset="0"/>
                <a:ea typeface="宋体" panose="02010600030101010101" pitchFamily="2" charset="-122"/>
                <a:cs typeface="+mn-cs"/>
              </a:rPr>
              <a:t>）如果要</a:t>
            </a:r>
            <a:r>
              <a:rPr lang="zh-CN" altLang="en-US" sz="2400">
                <a:solidFill>
                  <a:schemeClr val="tx1"/>
                </a:solidFill>
                <a:latin typeface="Times New Roman" panose="02020603050405020304" charset="0"/>
                <a:cs typeface="+mn-cs"/>
                <a:sym typeface="+mn-ea"/>
              </a:rPr>
              <a:t>读文件</a:t>
            </a:r>
            <a:r>
              <a:rPr lang="en-US" altLang="zh-CN" sz="2400">
                <a:solidFill>
                  <a:schemeClr val="tx1"/>
                </a:solidFill>
                <a:latin typeface="Times New Roman" panose="02020603050405020304" charset="0"/>
                <a:cs typeface="+mn-cs"/>
                <a:sym typeface="+mn-ea"/>
              </a:rPr>
              <a:t>B</a:t>
            </a:r>
            <a:r>
              <a:rPr lang="zh-CN" altLang="en-US" sz="2400">
                <a:solidFill>
                  <a:schemeClr val="tx1"/>
                </a:solidFill>
                <a:latin typeface="Times New Roman" panose="02020603050405020304" charset="0"/>
                <a:cs typeface="+mn-cs"/>
                <a:sym typeface="+mn-ea"/>
              </a:rPr>
              <a:t>第</a:t>
            </a:r>
            <a:r>
              <a:rPr lang="en-US" altLang="zh-CN" sz="2400">
                <a:solidFill>
                  <a:schemeClr val="tx1"/>
                </a:solidFill>
                <a:latin typeface="Times New Roman" panose="02020603050405020304" charset="0"/>
                <a:cs typeface="+mn-cs"/>
                <a:sym typeface="+mn-ea"/>
              </a:rPr>
              <a:t>1560</a:t>
            </a:r>
            <a:r>
              <a:rPr lang="zh-CN" altLang="en-US" sz="2400">
                <a:solidFill>
                  <a:schemeClr val="tx1"/>
                </a:solidFill>
                <a:latin typeface="Times New Roman" panose="02020603050405020304" charset="0"/>
                <a:cs typeface="+mn-cs"/>
                <a:sym typeface="+mn-ea"/>
              </a:rPr>
              <a:t>字节处的信息，需要进行几次</a:t>
            </a:r>
            <a:r>
              <a:rPr lang="en-US" altLang="zh-CN" sz="2400">
                <a:solidFill>
                  <a:schemeClr val="tx1"/>
                </a:solidFill>
                <a:latin typeface="Times New Roman" panose="02020603050405020304" charset="0"/>
                <a:cs typeface="+mn-cs"/>
                <a:sym typeface="+mn-ea"/>
              </a:rPr>
              <a:t>I/O</a:t>
            </a:r>
            <a:r>
              <a:rPr lang="zh-CN" altLang="en-US" sz="2400">
                <a:solidFill>
                  <a:schemeClr val="tx1"/>
                </a:solidFill>
                <a:latin typeface="Times New Roman" panose="02020603050405020304" charset="0"/>
                <a:cs typeface="+mn-cs"/>
                <a:sym typeface="+mn-ea"/>
              </a:rPr>
              <a:t>操作？为什么？</a:t>
            </a:r>
            <a:endParaRPr lang="zh-CN" altLang="en-US" sz="2400" strike="noStrike" noProof="1">
              <a:solidFill>
                <a:schemeClr val="tx1"/>
              </a:solidFill>
              <a:latin typeface="Times New Roman" panose="02020603050405020304" charset="0"/>
              <a:ea typeface="宋体" panose="02010600030101010101" pitchFamily="2" charset="-122"/>
              <a:cs typeface="+mn-cs"/>
              <a:sym typeface="+mn-ea"/>
            </a:endParaRPr>
          </a:p>
        </p:txBody>
      </p:sp>
      <p:sp>
        <p:nvSpPr>
          <p:cNvPr id="38916" name="矩形 38915"/>
          <p:cNvSpPr/>
          <p:nvPr/>
        </p:nvSpPr>
        <p:spPr>
          <a:xfrm>
            <a:off x="381000" y="4286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Arial" panose="02080604020202020204" pitchFamily="34" charset="0"/>
                <a:ea typeface="宋体" panose="02010600030101010101" pitchFamily="2" charset="-122"/>
                <a:cs typeface="+mn-ea"/>
              </a:rPr>
              <a:t>文件系统</a:t>
            </a:r>
            <a:r>
              <a:rPr lang="en-US" altLang="zh-CN" sz="2400" strike="noStrike" noProof="1">
                <a:latin typeface="Arial" panose="02080604020202020204" pitchFamily="34" charset="0"/>
                <a:ea typeface="宋体" panose="02010600030101010101" pitchFamily="2" charset="-122"/>
                <a:cs typeface="+mn-ea"/>
              </a:rPr>
              <a:t>——</a:t>
            </a:r>
            <a:r>
              <a:rPr lang="zh-CN" altLang="en-US" sz="2400" strike="noStrike" noProof="1">
                <a:latin typeface="Arial" panose="02080604020202020204" pitchFamily="34" charset="0"/>
                <a:ea typeface="宋体" panose="02010600030101010101" pitchFamily="2" charset="-122"/>
                <a:cs typeface="+mn-ea"/>
              </a:rPr>
              <a:t>文件的物理结构</a:t>
            </a:r>
            <a:endParaRPr lang="zh-CN" altLang="en-US" sz="2400" strike="noStrike" noProof="1">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3" name="文本框 38913"/>
          <p:cNvSpPr txBox="1"/>
          <p:nvPr/>
        </p:nvSpPr>
        <p:spPr>
          <a:xfrm>
            <a:off x="8493125" y="6510338"/>
            <a:ext cx="376238"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buFont typeface="Wingdings" panose="05000000000000000000" pitchFamily="2" charset="2"/>
              <a:buNone/>
            </a:pPr>
            <a:r>
              <a:rPr lang="en-US" altLang="zh-CN" b="0">
                <a:solidFill>
                  <a:schemeClr val="tx2"/>
                </a:solidFill>
                <a:latin typeface="Times New Roman" panose="02020603050405020304" charset="0"/>
                <a:ea typeface="宋体" panose="02010600030101010101" pitchFamily="2" charset="-122"/>
              </a:rPr>
              <a:t>17</a:t>
            </a:r>
            <a:endParaRPr lang="en-US" altLang="zh-CN" b="0">
              <a:solidFill>
                <a:schemeClr val="tx2"/>
              </a:solidFill>
              <a:latin typeface="Times New Roman" panose="02020603050405020304" charset="0"/>
              <a:ea typeface="宋体" panose="02010600030101010101" pitchFamily="2" charset="-122"/>
            </a:endParaRPr>
          </a:p>
        </p:txBody>
      </p:sp>
      <p:sp>
        <p:nvSpPr>
          <p:cNvPr id="38915" name="矩形 38914"/>
          <p:cNvSpPr/>
          <p:nvPr/>
        </p:nvSpPr>
        <p:spPr>
          <a:xfrm>
            <a:off x="355600" y="647700"/>
            <a:ext cx="8289925" cy="5768975"/>
          </a:xfrm>
          <a:prstGeom prst="rect">
            <a:avLst/>
          </a:prstGeom>
          <a:noFill/>
          <a:ln w="9525">
            <a:noFill/>
            <a:miter/>
          </a:ln>
        </p:spPr>
        <p:txBody>
          <a:bodyPr wrap="square">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20000"/>
              </a:lnSpc>
              <a:buNone/>
            </a:pPr>
            <a:r>
              <a:rPr lang="en-US" altLang="zh-CN" b="1" strike="noStrike" noProof="1">
                <a:solidFill>
                  <a:srgbClr val="990000"/>
                </a:solidFill>
                <a:latin typeface="Times New Roman" panose="02020603050405020304" charset="0"/>
                <a:ea typeface="宋体" panose="02010600030101010101" pitchFamily="2" charset="-122"/>
                <a:cs typeface="+mn-ea"/>
              </a:rPr>
              <a:t>3.  </a:t>
            </a:r>
            <a:r>
              <a:rPr lang="zh-CN" altLang="en-US" b="1" strike="noStrike" noProof="1">
                <a:solidFill>
                  <a:srgbClr val="990000"/>
                </a:solidFill>
                <a:latin typeface="Times New Roman" panose="02020603050405020304" charset="0"/>
                <a:ea typeface="宋体" panose="02010600030101010101" pitchFamily="2" charset="-122"/>
                <a:cs typeface="+mn-ea"/>
              </a:rPr>
              <a:t>索引文件</a:t>
            </a:r>
            <a:endParaRPr lang="zh-CN" altLang="en-US" b="1" strike="noStrike" noProof="1">
              <a:solidFill>
                <a:srgbClr val="990000"/>
              </a:solidFill>
              <a:latin typeface="Times New Roman" panose="02020603050405020304" charset="0"/>
              <a:ea typeface="宋体" panose="02010600030101010101" pitchFamily="2" charset="-122"/>
            </a:endParaRPr>
          </a:p>
          <a:p>
            <a:pPr marL="533400" lvl="0" indent="-533400" fontAlgn="base">
              <a:lnSpc>
                <a:spcPct val="120000"/>
              </a:lnSpc>
              <a:spcBef>
                <a:spcPct val="20000"/>
              </a:spcBef>
              <a:buNone/>
            </a:pPr>
            <a:r>
              <a:rPr lang="zh-CN" altLang="en-US" sz="2800" b="1" strike="noStrike" noProof="1">
                <a:solidFill>
                  <a:srgbClr val="A50021"/>
                </a:solidFill>
                <a:latin typeface="Times New Roman" panose="02020603050405020304" charset="0"/>
                <a:ea typeface="宋体" panose="02010600030101010101" pitchFamily="2" charset="-122"/>
                <a:cs typeface="+mn-ea"/>
              </a:rPr>
              <a:t>   </a:t>
            </a:r>
            <a:r>
              <a:rPr lang="en-US" altLang="zh-CN" sz="2800" b="1" strike="noStrike" noProof="1">
                <a:solidFill>
                  <a:srgbClr val="A50021"/>
                </a:solidFill>
                <a:latin typeface="Times New Roman" panose="02020603050405020304" charset="0"/>
                <a:ea typeface="宋体" panose="02010600030101010101" pitchFamily="2" charset="-122"/>
                <a:cs typeface="+mn-ea"/>
              </a:rPr>
              <a:t>(1) </a:t>
            </a:r>
            <a:r>
              <a:rPr lang="zh-CN" altLang="en-US" sz="2800" b="1" strike="noStrike" noProof="1">
                <a:solidFill>
                  <a:srgbClr val="A50021"/>
                </a:solidFill>
                <a:latin typeface="Times New Roman" panose="02020603050405020304" charset="0"/>
                <a:ea typeface="宋体" panose="02010600030101010101" pitchFamily="2" charset="-122"/>
                <a:cs typeface="+mn-ea"/>
              </a:rPr>
              <a:t>什么是索引文件</a:t>
            </a:r>
            <a:endParaRPr lang="zh-CN" altLang="en-US" sz="2800" b="1" strike="noStrike" noProof="1">
              <a:solidFill>
                <a:srgbClr val="A50021"/>
              </a:solidFill>
              <a:latin typeface="Times New Roman" panose="02020603050405020304" charset="0"/>
              <a:ea typeface="宋体" panose="02010600030101010101" pitchFamily="2" charset="-122"/>
            </a:endParaRPr>
          </a:p>
          <a:p>
            <a:pPr marL="457200" lvl="0" indent="-457200" fontAlgn="base">
              <a:lnSpc>
                <a:spcPct val="120000"/>
              </a:lnSpc>
              <a:buNone/>
            </a:pPr>
            <a:r>
              <a:rPr lang="zh-CN" altLang="en-US" strike="noStrike" noProof="1">
                <a:solidFill>
                  <a:schemeClr val="tx1"/>
                </a:solidFill>
                <a:latin typeface="Times New Roman" panose="02020603050405020304" charset="0"/>
                <a:ea typeface="宋体" panose="02010600030101010101" pitchFamily="2" charset="-122"/>
                <a:cs typeface="+mn-cs"/>
              </a:rPr>
              <a:t>          </a:t>
            </a:r>
            <a:r>
              <a:rPr lang="x-none" altLang="zh-CN" sz="2800" strike="noStrike" noProof="1">
                <a:solidFill>
                  <a:schemeClr val="tx1"/>
                </a:solidFill>
                <a:effectLst/>
                <a:latin typeface="Times New Roman" panose="02020603050405020304" charset="0"/>
                <a:ea typeface="宋体" panose="02010600030101010101" pitchFamily="2" charset="-122"/>
                <a:cs typeface="+mn-cs"/>
              </a:rPr>
              <a:t>为了克服串联文件不适合随机访问的缺点，构造了索引文件：既能充分利用辅存空间，又能随机的访问文件的任一部分。</a:t>
            </a:r>
            <a:endParaRPr lang="x-none" altLang="zh-CN" sz="2800" strike="noStrike" noProof="1">
              <a:solidFill>
                <a:schemeClr val="tx1"/>
              </a:solidFill>
              <a:latin typeface="Times New Roman" panose="02020603050405020304" charset="0"/>
              <a:ea typeface="宋体" panose="02010600030101010101" pitchFamily="2" charset="-122"/>
              <a:cs typeface="+mn-cs"/>
            </a:endParaRPr>
          </a:p>
          <a:p>
            <a:pPr marL="457200" lvl="0" indent="-457200" fontAlgn="base">
              <a:lnSpc>
                <a:spcPct val="120000"/>
              </a:lnSpc>
              <a:buNone/>
            </a:pPr>
            <a:r>
              <a:rPr lang="x-none" altLang="zh-CN" sz="2800" b="1" strike="noStrike" noProof="1">
                <a:solidFill>
                  <a:schemeClr val="tx1"/>
                </a:solidFill>
                <a:effectLst/>
                <a:latin typeface="Times New Roman" panose="02020603050405020304" charset="0"/>
                <a:ea typeface="宋体" panose="02010600030101010101" pitchFamily="2" charset="-122"/>
                <a:cs typeface="+mn-cs"/>
              </a:rPr>
              <a:t>	      将逻辑文件顺序的划分成</a:t>
            </a:r>
            <a:r>
              <a:rPr lang="zh-CN" altLang="x-none" sz="2800" b="1" strike="noStrike" noProof="1">
                <a:solidFill>
                  <a:schemeClr val="tx1"/>
                </a:solidFill>
                <a:effectLst/>
                <a:latin typeface="Times New Roman" panose="02020603050405020304" charset="0"/>
                <a:ea typeface="宋体" panose="02010600030101010101" pitchFamily="2" charset="-122"/>
                <a:cs typeface="+mn-cs"/>
              </a:rPr>
              <a:t>长度与物理存储块长度相同的</a:t>
            </a:r>
            <a:r>
              <a:rPr lang="x-none" altLang="zh-CN" sz="2800" b="1" strike="noStrike" noProof="1">
                <a:solidFill>
                  <a:schemeClr val="tx1"/>
                </a:solidFill>
                <a:effectLst/>
                <a:latin typeface="Times New Roman" panose="02020603050405020304" charset="0"/>
                <a:ea typeface="宋体" panose="02010600030101010101" pitchFamily="2" charset="-122"/>
                <a:cs typeface="+mn-cs"/>
              </a:rPr>
              <a:t>逻辑块，</a:t>
            </a:r>
            <a:r>
              <a:rPr lang="zh-CN" altLang="en-US" sz="2800" b="1" strike="noStrike" noProof="1">
                <a:solidFill>
                  <a:schemeClr val="tx1"/>
                </a:solidFill>
                <a:effectLst/>
                <a:latin typeface="Times New Roman" panose="02020603050405020304" charset="0"/>
                <a:ea typeface="宋体" panose="02010600030101010101" pitchFamily="2" charset="-122"/>
                <a:cs typeface="+mn-cs"/>
              </a:rPr>
              <a:t>为每个文件分别建立逻辑块号与物理块号的对照表。这张表称为该文件的索引表。文件由数据和索引表构成。由这种方式构造的文件称为索引文件。 </a:t>
            </a:r>
            <a:r>
              <a:rPr lang="zh-CN" altLang="en-US" sz="2800" strike="noStrike" noProof="1">
                <a:solidFill>
                  <a:schemeClr val="tx1"/>
                </a:solidFill>
                <a:latin typeface="Times New Roman" panose="02020603050405020304" charset="0"/>
                <a:ea typeface="宋体" panose="02010600030101010101" pitchFamily="2" charset="-122"/>
                <a:cs typeface="+mn-cs"/>
              </a:rPr>
              <a:t> </a:t>
            </a:r>
            <a:r>
              <a:rPr lang="zh-CN" altLang="en-US" sz="2400" strike="noStrike" noProof="1">
                <a:solidFill>
                  <a:schemeClr val="tx1"/>
                </a:solidFill>
                <a:latin typeface="Times New Roman" panose="02020603050405020304" charset="0"/>
                <a:ea typeface="宋体" panose="02010600030101010101" pitchFamily="2" charset="-122"/>
                <a:cs typeface="+mn-cs"/>
              </a:rPr>
              <a:t>            </a:t>
            </a:r>
            <a:endParaRPr lang="zh-CN" altLang="en-US" sz="2400" strike="noStrike" noProof="1">
              <a:solidFill>
                <a:schemeClr val="tx1"/>
              </a:solidFill>
              <a:latin typeface="Times New Roman" panose="02020603050405020304" charset="0"/>
              <a:ea typeface="宋体" panose="02010600030101010101" pitchFamily="2" charset="-122"/>
              <a:cs typeface="+mn-cs"/>
            </a:endParaRPr>
          </a:p>
        </p:txBody>
      </p:sp>
      <p:sp>
        <p:nvSpPr>
          <p:cNvPr id="38916" name="矩形 38915"/>
          <p:cNvSpPr/>
          <p:nvPr/>
        </p:nvSpPr>
        <p:spPr>
          <a:xfrm>
            <a:off x="381000" y="4286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Arial" panose="02080604020202020204" pitchFamily="34" charset="0"/>
                <a:ea typeface="宋体" panose="02010600030101010101" pitchFamily="2" charset="-122"/>
                <a:cs typeface="+mn-ea"/>
              </a:rPr>
              <a:t>文件系统</a:t>
            </a:r>
            <a:r>
              <a:rPr lang="en-US" altLang="zh-CN" sz="2400" strike="noStrike" noProof="1">
                <a:latin typeface="Arial" panose="02080604020202020204" pitchFamily="34" charset="0"/>
                <a:ea typeface="宋体" panose="02010600030101010101" pitchFamily="2" charset="-122"/>
                <a:cs typeface="+mn-ea"/>
              </a:rPr>
              <a:t>——</a:t>
            </a:r>
            <a:r>
              <a:rPr lang="zh-CN" altLang="en-US" sz="2400" strike="noStrike" noProof="1">
                <a:latin typeface="Arial" panose="02080604020202020204" pitchFamily="34" charset="0"/>
                <a:ea typeface="宋体" panose="02010600030101010101" pitchFamily="2" charset="-122"/>
                <a:cs typeface="+mn-ea"/>
              </a:rPr>
              <a:t>文件的物理结构</a:t>
            </a:r>
            <a:endParaRPr lang="zh-CN" altLang="en-US" sz="2400" strike="noStrike" noProof="1">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38915" grpId="0" uiExpand="1"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937" name="文本框 39937"/>
          <p:cNvSpPr txBox="1"/>
          <p:nvPr/>
        </p:nvSpPr>
        <p:spPr>
          <a:xfrm>
            <a:off x="8493125" y="6510338"/>
            <a:ext cx="376238"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buFont typeface="Wingdings" panose="05000000000000000000" pitchFamily="2" charset="2"/>
              <a:buNone/>
            </a:pPr>
            <a:r>
              <a:rPr lang="en-US" altLang="zh-CN" b="0">
                <a:solidFill>
                  <a:schemeClr val="tx2"/>
                </a:solidFill>
                <a:latin typeface="Times New Roman" panose="02020603050405020304" charset="0"/>
                <a:ea typeface="宋体" panose="02010600030101010101" pitchFamily="2" charset="-122"/>
              </a:rPr>
              <a:t>18</a:t>
            </a:r>
            <a:endParaRPr lang="en-US" altLang="zh-CN" b="0">
              <a:solidFill>
                <a:schemeClr val="tx2"/>
              </a:solidFill>
              <a:latin typeface="Times New Roman" panose="02020603050405020304" charset="0"/>
              <a:ea typeface="宋体" panose="02010600030101010101" pitchFamily="2" charset="-122"/>
            </a:endParaRPr>
          </a:p>
        </p:txBody>
      </p:sp>
      <p:sp>
        <p:nvSpPr>
          <p:cNvPr id="39939" name="矩形 39938"/>
          <p:cNvSpPr/>
          <p:nvPr/>
        </p:nvSpPr>
        <p:spPr>
          <a:xfrm>
            <a:off x="657225" y="587375"/>
            <a:ext cx="6997700" cy="604838"/>
          </a:xfrm>
          <a:prstGeom prst="rect">
            <a:avLst/>
          </a:prstGeom>
          <a:noFill/>
          <a:ln w="9525">
            <a:noFill/>
            <a:miter/>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20000"/>
              </a:lnSpc>
              <a:spcBef>
                <a:spcPct val="20000"/>
              </a:spcBef>
              <a:buNone/>
            </a:pPr>
            <a:r>
              <a:rPr lang="en-US" altLang="zh-CN" sz="2800" b="1" strike="noStrike" noProof="1">
                <a:solidFill>
                  <a:srgbClr val="A50021"/>
                </a:solidFill>
                <a:latin typeface="Times New Roman" panose="02020603050405020304" charset="0"/>
                <a:ea typeface="宋体" panose="02010600030101010101" pitchFamily="2" charset="-122"/>
                <a:cs typeface="+mn-ea"/>
              </a:rPr>
              <a:t>(2) </a:t>
            </a:r>
            <a:r>
              <a:rPr lang="zh-CN" altLang="en-US" sz="2800" b="1" strike="noStrike" noProof="1">
                <a:solidFill>
                  <a:srgbClr val="A50021"/>
                </a:solidFill>
                <a:latin typeface="Times New Roman" panose="02020603050405020304" charset="0"/>
                <a:ea typeface="宋体" panose="02010600030101010101" pitchFamily="2" charset="-122"/>
                <a:cs typeface="+mn-ea"/>
              </a:rPr>
              <a:t>索引文件结构例</a:t>
            </a:r>
            <a:endParaRPr lang="zh-CN" altLang="en-US" sz="2800" b="1" strike="noStrike" noProof="1">
              <a:solidFill>
                <a:srgbClr val="A50021"/>
              </a:solidFill>
              <a:latin typeface="Times New Roman" panose="02020603050405020304" charset="0"/>
              <a:ea typeface="宋体" panose="02010600030101010101" pitchFamily="2" charset="-122"/>
            </a:endParaRPr>
          </a:p>
        </p:txBody>
      </p:sp>
      <p:sp>
        <p:nvSpPr>
          <p:cNvPr id="39940" name="矩形 39939"/>
          <p:cNvSpPr/>
          <p:nvPr/>
        </p:nvSpPr>
        <p:spPr>
          <a:xfrm>
            <a:off x="381000" y="4286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Arial" panose="02080604020202020204" pitchFamily="34" charset="0"/>
                <a:ea typeface="宋体" panose="02010600030101010101" pitchFamily="2" charset="-122"/>
                <a:cs typeface="+mn-ea"/>
              </a:rPr>
              <a:t>文件系统</a:t>
            </a:r>
            <a:r>
              <a:rPr lang="en-US" altLang="zh-CN" sz="2400" strike="noStrike" noProof="1">
                <a:latin typeface="Arial" panose="02080604020202020204" pitchFamily="34" charset="0"/>
                <a:ea typeface="宋体" panose="02010600030101010101" pitchFamily="2" charset="-122"/>
                <a:cs typeface="+mn-ea"/>
              </a:rPr>
              <a:t>——</a:t>
            </a:r>
            <a:r>
              <a:rPr lang="zh-CN" altLang="en-US" sz="2400" strike="noStrike" noProof="1">
                <a:latin typeface="Arial" panose="02080604020202020204" pitchFamily="34" charset="0"/>
                <a:ea typeface="宋体" panose="02010600030101010101" pitchFamily="2" charset="-122"/>
                <a:cs typeface="+mn-ea"/>
              </a:rPr>
              <a:t>文件的物理结构</a:t>
            </a:r>
            <a:endParaRPr lang="zh-CN" altLang="en-US" sz="2400" strike="noStrike" noProof="1">
              <a:ea typeface="宋体" panose="02010600030101010101" pitchFamily="2" charset="-122"/>
            </a:endParaRPr>
          </a:p>
        </p:txBody>
      </p:sp>
      <p:grpSp>
        <p:nvGrpSpPr>
          <p:cNvPr id="39941" name="组合 39940"/>
          <p:cNvGrpSpPr/>
          <p:nvPr/>
        </p:nvGrpSpPr>
        <p:grpSpPr>
          <a:xfrm>
            <a:off x="619125" y="1357313"/>
            <a:ext cx="7739063" cy="4400550"/>
            <a:chOff x="0" y="0"/>
            <a:chExt cx="4875" cy="2772"/>
          </a:xfrm>
        </p:grpSpPr>
        <p:sp>
          <p:nvSpPr>
            <p:cNvPr id="2" name="文本框 39941"/>
            <p:cNvSpPr txBox="1"/>
            <p:nvPr/>
          </p:nvSpPr>
          <p:spPr>
            <a:xfrm>
              <a:off x="527" y="406"/>
              <a:ext cx="878" cy="2051"/>
            </a:xfrm>
            <a:prstGeom prst="rect">
              <a:avLst/>
            </a:prstGeom>
            <a:solidFill>
              <a:srgbClr val="FFCCCC"/>
            </a:solidFill>
            <a:ln w="12700" cap="flat" cmpd="sng">
              <a:solidFill>
                <a:srgbClr val="000000"/>
              </a:solidFill>
              <a:prstDash val="solid"/>
              <a:miter/>
              <a:headEnd type="none" w="med" len="med"/>
              <a:tailEnd type="none" w="med" len="med"/>
            </a:ln>
          </p:spPr>
          <p:txBody>
            <a:bodyPr anchor="t"/>
            <a:p>
              <a:pPr lvl="0" algn="just">
                <a:buClr>
                  <a:srgbClr val="000000"/>
                </a:buClr>
              </a:pPr>
              <a:endParaRPr lang="en-US" altLang="zh-CN" sz="1600">
                <a:solidFill>
                  <a:schemeClr val="tx1"/>
                </a:solidFill>
                <a:latin typeface="Times New Roman" panose="02020603050405020304" charset="0"/>
                <a:ea typeface="宋体" panose="02010600030101010101" pitchFamily="2" charset="-122"/>
              </a:endParaRPr>
            </a:p>
            <a:p>
              <a:pPr lvl="0" algn="just">
                <a:buClr>
                  <a:srgbClr val="000000"/>
                </a:buClr>
              </a:pPr>
              <a:endParaRPr lang="en-US" altLang="zh-CN" sz="1600">
                <a:solidFill>
                  <a:schemeClr val="tx1"/>
                </a:solidFill>
                <a:latin typeface="Times New Roman" panose="02020603050405020304" charset="0"/>
                <a:ea typeface="宋体" panose="02010600030101010101" pitchFamily="2" charset="-122"/>
              </a:endParaRPr>
            </a:p>
            <a:p>
              <a:pPr lvl="0" algn="just">
                <a:lnSpc>
                  <a:spcPct val="120000"/>
                </a:lnSpc>
                <a:buClr>
                  <a:srgbClr val="000000"/>
                </a:buClr>
              </a:pPr>
              <a:endParaRPr lang="en-US" altLang="zh-CN" sz="1600">
                <a:solidFill>
                  <a:schemeClr val="tx1"/>
                </a:solidFill>
                <a:latin typeface="Times New Roman" panose="02020603050405020304" charset="0"/>
                <a:ea typeface="宋体" panose="02010600030101010101" pitchFamily="2" charset="-122"/>
              </a:endParaRPr>
            </a:p>
            <a:p>
              <a:pPr lvl="0" algn="just">
                <a:lnSpc>
                  <a:spcPct val="120000"/>
                </a:lnSpc>
                <a:buClr>
                  <a:srgbClr val="000000"/>
                </a:buClr>
              </a:pPr>
              <a:r>
                <a:rPr lang="zh-CN" altLang="en-US" sz="1600">
                  <a:solidFill>
                    <a:schemeClr val="tx1"/>
                  </a:solidFill>
                  <a:latin typeface="Times New Roman" panose="02020603050405020304" charset="0"/>
                  <a:ea typeface="宋体" panose="02010600030101010101" pitchFamily="2" charset="-122"/>
                </a:rPr>
                <a:t>文件</a:t>
              </a:r>
              <a:r>
                <a:rPr lang="en-US" altLang="zh-CN" sz="1600">
                  <a:solidFill>
                    <a:schemeClr val="tx1"/>
                  </a:solidFill>
                  <a:latin typeface="Times New Roman" panose="02020603050405020304" charset="0"/>
                  <a:ea typeface="宋体" panose="02010600030101010101" pitchFamily="2" charset="-122"/>
                </a:rPr>
                <a:t>A</a:t>
              </a:r>
              <a:endParaRPr lang="en-US" altLang="zh-CN" sz="1600">
                <a:solidFill>
                  <a:schemeClr val="tx1"/>
                </a:solidFill>
                <a:latin typeface="Times New Roman" panose="02020603050405020304" charset="0"/>
                <a:ea typeface="宋体" panose="02010600030101010101" pitchFamily="2" charset="-122"/>
              </a:endParaRPr>
            </a:p>
            <a:p>
              <a:pPr lvl="0" algn="just">
                <a:lnSpc>
                  <a:spcPct val="120000"/>
                </a:lnSpc>
                <a:buClr>
                  <a:srgbClr val="000000"/>
                </a:buClr>
              </a:pPr>
              <a:r>
                <a:rPr lang="zh-CN" altLang="en-US" sz="1600">
                  <a:solidFill>
                    <a:schemeClr val="tx1"/>
                  </a:solidFill>
                  <a:latin typeface="Times New Roman" panose="02020603050405020304" charset="0"/>
                  <a:ea typeface="宋体" panose="02010600030101010101" pitchFamily="2" charset="-122"/>
                </a:rPr>
                <a:t>索引表指针</a:t>
              </a:r>
              <a:endParaRPr lang="zh-CN" altLang="en-US" sz="1600">
                <a:solidFill>
                  <a:schemeClr val="tx1"/>
                </a:solidFill>
                <a:latin typeface="Times New Roman" panose="02020603050405020304" charset="0"/>
                <a:ea typeface="宋体" panose="02010600030101010101" pitchFamily="2" charset="-122"/>
              </a:endParaRPr>
            </a:p>
          </p:txBody>
        </p:sp>
        <p:sp>
          <p:nvSpPr>
            <p:cNvPr id="39942" name="文本框 39942"/>
            <p:cNvSpPr txBox="1"/>
            <p:nvPr/>
          </p:nvSpPr>
          <p:spPr>
            <a:xfrm>
              <a:off x="0" y="898"/>
              <a:ext cx="600" cy="396"/>
            </a:xfrm>
            <a:prstGeom prst="rect">
              <a:avLst/>
            </a:prstGeom>
            <a:noFill/>
            <a:ln w="9525">
              <a:noFill/>
              <a:miter/>
            </a:ln>
          </p:spPr>
          <p:txBody>
            <a:bodyPr anchor="t"/>
            <a:p>
              <a:pPr lvl="0" algn="just">
                <a:buClr>
                  <a:srgbClr val="000000"/>
                </a:buClr>
              </a:pPr>
              <a:r>
                <a:rPr lang="zh-CN" altLang="en-US" sz="1600">
                  <a:solidFill>
                    <a:schemeClr val="tx1"/>
                  </a:solidFill>
                  <a:latin typeface="Times New Roman" panose="02020603050405020304" charset="0"/>
                  <a:ea typeface="宋体" panose="02010600030101010101" pitchFamily="2" charset="-122"/>
                </a:rPr>
                <a:t>文件</a:t>
              </a:r>
              <a:r>
                <a:rPr lang="en-US" altLang="zh-CN" sz="1600">
                  <a:solidFill>
                    <a:schemeClr val="tx1"/>
                  </a:solidFill>
                  <a:latin typeface="Times New Roman" panose="02020603050405020304" charset="0"/>
                  <a:ea typeface="宋体" panose="02010600030101010101" pitchFamily="2" charset="-122"/>
                </a:rPr>
                <a:t>A</a:t>
              </a:r>
              <a:endParaRPr lang="en-US" altLang="zh-CN" sz="1600">
                <a:solidFill>
                  <a:schemeClr val="tx1"/>
                </a:solidFill>
                <a:latin typeface="Times New Roman" panose="02020603050405020304" charset="0"/>
                <a:ea typeface="宋体" panose="02010600030101010101" pitchFamily="2" charset="-122"/>
              </a:endParaRPr>
            </a:p>
            <a:p>
              <a:pPr lvl="0" algn="just">
                <a:buClr>
                  <a:srgbClr val="000000"/>
                </a:buClr>
              </a:pPr>
              <a:r>
                <a:rPr lang="zh-CN" altLang="en-US" sz="1600">
                  <a:solidFill>
                    <a:schemeClr val="tx1"/>
                  </a:solidFill>
                  <a:latin typeface="Times New Roman" panose="02020603050405020304" charset="0"/>
                  <a:ea typeface="宋体" panose="02010600030101010101" pitchFamily="2" charset="-122"/>
                </a:rPr>
                <a:t>目录项</a:t>
              </a:r>
              <a:endParaRPr lang="zh-CN" altLang="en-US" sz="1600">
                <a:solidFill>
                  <a:schemeClr val="tx1"/>
                </a:solidFill>
                <a:latin typeface="Times New Roman" panose="02020603050405020304" charset="0"/>
                <a:ea typeface="宋体" panose="02010600030101010101" pitchFamily="2" charset="-122"/>
              </a:endParaRPr>
            </a:p>
          </p:txBody>
        </p:sp>
        <p:sp>
          <p:nvSpPr>
            <p:cNvPr id="39943" name="文本框 39943"/>
            <p:cNvSpPr txBox="1"/>
            <p:nvPr/>
          </p:nvSpPr>
          <p:spPr>
            <a:xfrm>
              <a:off x="3721" y="406"/>
              <a:ext cx="407" cy="289"/>
            </a:xfrm>
            <a:prstGeom prst="rect">
              <a:avLst/>
            </a:prstGeom>
            <a:solidFill>
              <a:srgbClr val="FFCCCC"/>
            </a:solidFill>
            <a:ln w="12700" cap="flat" cmpd="sng">
              <a:solidFill>
                <a:srgbClr val="000000"/>
              </a:solidFill>
              <a:prstDash val="solid"/>
              <a:miter/>
              <a:headEnd type="none" w="med" len="med"/>
              <a:tailEnd type="none" w="med" len="med"/>
            </a:ln>
          </p:spPr>
          <p:txBody>
            <a:bodyPr anchor="t"/>
            <a:p>
              <a:pPr lvl="0" algn="just">
                <a:buClr>
                  <a:srgbClr val="000000"/>
                </a:buClr>
              </a:pPr>
              <a:r>
                <a:rPr lang="en-US" altLang="zh-CN" sz="1600">
                  <a:solidFill>
                    <a:schemeClr val="tx1"/>
                  </a:solidFill>
                  <a:latin typeface="Times New Roman" panose="02020603050405020304" charset="0"/>
                  <a:ea typeface="宋体" panose="02010600030101010101" pitchFamily="2" charset="-122"/>
                </a:rPr>
                <a:t>  r</a:t>
              </a:r>
              <a:r>
                <a:rPr lang="en-US" altLang="zh-CN" sz="1600" baseline="-25000">
                  <a:solidFill>
                    <a:schemeClr val="tx1"/>
                  </a:solidFill>
                  <a:latin typeface="Times New Roman" panose="02020603050405020304" charset="0"/>
                  <a:ea typeface="宋体" panose="02010600030101010101" pitchFamily="2" charset="-122"/>
                </a:rPr>
                <a:t>0</a:t>
              </a:r>
              <a:endParaRPr lang="en-US" altLang="zh-CN" sz="1600" baseline="-25000">
                <a:solidFill>
                  <a:schemeClr val="tx1"/>
                </a:solidFill>
                <a:latin typeface="Times New Roman" panose="02020603050405020304" charset="0"/>
                <a:ea typeface="宋体" panose="02010600030101010101" pitchFamily="2" charset="-122"/>
              </a:endParaRPr>
            </a:p>
          </p:txBody>
        </p:sp>
        <p:sp>
          <p:nvSpPr>
            <p:cNvPr id="39944" name="文本框 39944"/>
            <p:cNvSpPr txBox="1"/>
            <p:nvPr/>
          </p:nvSpPr>
          <p:spPr>
            <a:xfrm>
              <a:off x="3721" y="810"/>
              <a:ext cx="407" cy="266"/>
            </a:xfrm>
            <a:prstGeom prst="rect">
              <a:avLst/>
            </a:prstGeom>
            <a:solidFill>
              <a:srgbClr val="FFCCCC"/>
            </a:solidFill>
            <a:ln w="12700" cap="flat" cmpd="sng">
              <a:solidFill>
                <a:srgbClr val="000000"/>
              </a:solidFill>
              <a:prstDash val="solid"/>
              <a:miter/>
              <a:headEnd type="none" w="med" len="med"/>
              <a:tailEnd type="none" w="med" len="med"/>
            </a:ln>
          </p:spPr>
          <p:txBody>
            <a:bodyPr anchor="t"/>
            <a:p>
              <a:pPr lvl="0" algn="just">
                <a:buClr>
                  <a:srgbClr val="000000"/>
                </a:buClr>
              </a:pPr>
              <a:r>
                <a:rPr lang="en-US" altLang="zh-CN" sz="1600">
                  <a:solidFill>
                    <a:schemeClr val="tx1"/>
                  </a:solidFill>
                  <a:latin typeface="Times New Roman" panose="02020603050405020304" charset="0"/>
                  <a:ea typeface="宋体" panose="02010600030101010101" pitchFamily="2" charset="-122"/>
                </a:rPr>
                <a:t>  r</a:t>
              </a:r>
              <a:r>
                <a:rPr lang="en-US" altLang="zh-CN" sz="1600" baseline="-25000">
                  <a:solidFill>
                    <a:schemeClr val="tx1"/>
                  </a:solidFill>
                  <a:latin typeface="Times New Roman" panose="02020603050405020304" charset="0"/>
                  <a:ea typeface="宋体" panose="02010600030101010101" pitchFamily="2" charset="-122"/>
                </a:rPr>
                <a:t>1</a:t>
              </a:r>
              <a:endParaRPr lang="en-US" altLang="zh-CN" sz="1600" baseline="-25000">
                <a:solidFill>
                  <a:schemeClr val="tx1"/>
                </a:solidFill>
                <a:latin typeface="Times New Roman" panose="02020603050405020304" charset="0"/>
                <a:ea typeface="宋体" panose="02010600030101010101" pitchFamily="2" charset="-122"/>
              </a:endParaRPr>
            </a:p>
          </p:txBody>
        </p:sp>
        <p:sp>
          <p:nvSpPr>
            <p:cNvPr id="39945" name="直接连接符 39945"/>
            <p:cNvSpPr/>
            <p:nvPr/>
          </p:nvSpPr>
          <p:spPr>
            <a:xfrm>
              <a:off x="1280" y="1239"/>
              <a:ext cx="272" cy="0"/>
            </a:xfrm>
            <a:prstGeom prst="line">
              <a:avLst/>
            </a:prstGeom>
            <a:ln w="12700"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39946" name="直接连接符 39946"/>
            <p:cNvSpPr/>
            <p:nvPr/>
          </p:nvSpPr>
          <p:spPr>
            <a:xfrm flipV="1">
              <a:off x="1561" y="480"/>
              <a:ext cx="0" cy="759"/>
            </a:xfrm>
            <a:prstGeom prst="line">
              <a:avLst/>
            </a:prstGeom>
            <a:ln w="12700"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39947" name="直接连接符 39947"/>
            <p:cNvSpPr/>
            <p:nvPr/>
          </p:nvSpPr>
          <p:spPr>
            <a:xfrm>
              <a:off x="1570" y="480"/>
              <a:ext cx="335" cy="0"/>
            </a:xfrm>
            <a:prstGeom prst="line">
              <a:avLst/>
            </a:prstGeom>
            <a:ln w="12700" cap="flat" cmpd="sng">
              <a:solidFill>
                <a:srgbClr val="000000"/>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39948" name="直接连接符 39948"/>
            <p:cNvSpPr/>
            <p:nvPr/>
          </p:nvSpPr>
          <p:spPr>
            <a:xfrm>
              <a:off x="527" y="903"/>
              <a:ext cx="878" cy="0"/>
            </a:xfrm>
            <a:prstGeom prst="line">
              <a:avLst/>
            </a:prstGeom>
            <a:ln w="12700"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39949" name="直接连接符 39949"/>
            <p:cNvSpPr/>
            <p:nvPr/>
          </p:nvSpPr>
          <p:spPr>
            <a:xfrm>
              <a:off x="527" y="1335"/>
              <a:ext cx="878" cy="0"/>
            </a:xfrm>
            <a:prstGeom prst="line">
              <a:avLst/>
            </a:prstGeom>
            <a:ln w="12700"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39950" name="直接连接符 39950"/>
            <p:cNvSpPr/>
            <p:nvPr/>
          </p:nvSpPr>
          <p:spPr>
            <a:xfrm>
              <a:off x="527" y="1128"/>
              <a:ext cx="878" cy="0"/>
            </a:xfrm>
            <a:prstGeom prst="line">
              <a:avLst/>
            </a:prstGeom>
            <a:ln w="12700"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39951" name="文本框 39951"/>
            <p:cNvSpPr txBox="1"/>
            <p:nvPr/>
          </p:nvSpPr>
          <p:spPr>
            <a:xfrm>
              <a:off x="667" y="2522"/>
              <a:ext cx="739" cy="250"/>
            </a:xfrm>
            <a:prstGeom prst="rect">
              <a:avLst/>
            </a:prstGeom>
            <a:noFill/>
            <a:ln w="9525">
              <a:noFill/>
              <a:miter/>
            </a:ln>
          </p:spPr>
          <p:txBody>
            <a:bodyPr anchor="t"/>
            <a:p>
              <a:pPr lvl="0" algn="just">
                <a:buClr>
                  <a:srgbClr val="000000"/>
                </a:buClr>
              </a:pPr>
              <a:r>
                <a:rPr lang="zh-CN" altLang="en-US" sz="1600">
                  <a:solidFill>
                    <a:schemeClr val="tx1"/>
                  </a:solidFill>
                  <a:latin typeface="Times New Roman" panose="02020603050405020304" charset="0"/>
                  <a:ea typeface="宋体" panose="02010600030101010101" pitchFamily="2" charset="-122"/>
                </a:rPr>
                <a:t>文件目录</a:t>
              </a:r>
              <a:endParaRPr lang="zh-CN" altLang="en-US" sz="1600">
                <a:solidFill>
                  <a:schemeClr val="tx1"/>
                </a:solidFill>
                <a:latin typeface="Times New Roman" panose="02020603050405020304" charset="0"/>
                <a:ea typeface="宋体" panose="02010600030101010101" pitchFamily="2" charset="-122"/>
              </a:endParaRPr>
            </a:p>
          </p:txBody>
        </p:sp>
        <p:sp>
          <p:nvSpPr>
            <p:cNvPr id="39952" name="文本框 39952"/>
            <p:cNvSpPr txBox="1"/>
            <p:nvPr/>
          </p:nvSpPr>
          <p:spPr>
            <a:xfrm>
              <a:off x="1913" y="487"/>
              <a:ext cx="1215" cy="875"/>
            </a:xfrm>
            <a:prstGeom prst="rect">
              <a:avLst/>
            </a:prstGeom>
            <a:solidFill>
              <a:srgbClr val="FFCCCC"/>
            </a:solidFill>
            <a:ln w="12700" cap="flat" cmpd="sng">
              <a:solidFill>
                <a:srgbClr val="000000"/>
              </a:solidFill>
              <a:prstDash val="solid"/>
              <a:miter/>
              <a:headEnd type="none" w="med" len="med"/>
              <a:tailEnd type="none" w="med" len="med"/>
            </a:ln>
          </p:spPr>
          <p:txBody>
            <a:bodyPr anchor="t"/>
            <a:p>
              <a:pPr lvl="0" algn="just">
                <a:lnSpc>
                  <a:spcPct val="120000"/>
                </a:lnSpc>
                <a:spcBef>
                  <a:spcPct val="20000"/>
                </a:spcBef>
                <a:buClr>
                  <a:srgbClr val="000000"/>
                </a:buClr>
              </a:pPr>
              <a:r>
                <a:rPr lang="en-US" altLang="zh-CN" sz="1600">
                  <a:solidFill>
                    <a:schemeClr val="tx1"/>
                  </a:solidFill>
                  <a:latin typeface="Times New Roman" panose="02020603050405020304" charset="0"/>
                  <a:ea typeface="宋体" panose="02010600030101010101" pitchFamily="2" charset="-122"/>
                </a:rPr>
                <a:t>      0           23</a:t>
              </a:r>
              <a:endParaRPr lang="en-US" altLang="zh-CN" sz="1600">
                <a:solidFill>
                  <a:schemeClr val="tx1"/>
                </a:solidFill>
                <a:latin typeface="Times New Roman" panose="02020603050405020304" charset="0"/>
                <a:ea typeface="宋体" panose="02010600030101010101" pitchFamily="2" charset="-122"/>
              </a:endParaRPr>
            </a:p>
            <a:p>
              <a:pPr lvl="0" algn="just">
                <a:lnSpc>
                  <a:spcPct val="120000"/>
                </a:lnSpc>
                <a:spcBef>
                  <a:spcPct val="20000"/>
                </a:spcBef>
                <a:buClr>
                  <a:srgbClr val="000000"/>
                </a:buClr>
              </a:pPr>
              <a:r>
                <a:rPr lang="en-US" altLang="zh-CN" sz="1600">
                  <a:solidFill>
                    <a:schemeClr val="tx1"/>
                  </a:solidFill>
                  <a:latin typeface="Times New Roman" panose="02020603050405020304" charset="0"/>
                  <a:ea typeface="宋体" panose="02010600030101010101" pitchFamily="2" charset="-122"/>
                </a:rPr>
                <a:t>      1           19</a:t>
              </a:r>
              <a:endParaRPr lang="en-US" altLang="zh-CN" sz="1600">
                <a:solidFill>
                  <a:schemeClr val="tx1"/>
                </a:solidFill>
                <a:latin typeface="Times New Roman" panose="02020603050405020304" charset="0"/>
                <a:ea typeface="宋体" panose="02010600030101010101" pitchFamily="2" charset="-122"/>
              </a:endParaRPr>
            </a:p>
            <a:p>
              <a:pPr lvl="0" algn="just">
                <a:lnSpc>
                  <a:spcPct val="120000"/>
                </a:lnSpc>
                <a:spcBef>
                  <a:spcPct val="20000"/>
                </a:spcBef>
                <a:buClr>
                  <a:srgbClr val="000000"/>
                </a:buClr>
              </a:pPr>
              <a:r>
                <a:rPr lang="en-US" altLang="zh-CN" sz="1600">
                  <a:solidFill>
                    <a:schemeClr val="tx1"/>
                  </a:solidFill>
                  <a:latin typeface="Times New Roman" panose="02020603050405020304" charset="0"/>
                  <a:ea typeface="宋体" panose="02010600030101010101" pitchFamily="2" charset="-122"/>
                </a:rPr>
                <a:t>      2           26</a:t>
              </a:r>
              <a:endParaRPr lang="en-US" altLang="zh-CN" sz="1600">
                <a:solidFill>
                  <a:schemeClr val="tx1"/>
                </a:solidFill>
                <a:latin typeface="Times New Roman" panose="02020603050405020304" charset="0"/>
                <a:ea typeface="宋体" panose="02010600030101010101" pitchFamily="2" charset="-122"/>
              </a:endParaRPr>
            </a:p>
            <a:p>
              <a:pPr lvl="0" algn="just">
                <a:lnSpc>
                  <a:spcPct val="120000"/>
                </a:lnSpc>
                <a:spcBef>
                  <a:spcPct val="20000"/>
                </a:spcBef>
                <a:buClr>
                  <a:srgbClr val="000000"/>
                </a:buClr>
              </a:pPr>
              <a:r>
                <a:rPr lang="en-US" altLang="zh-CN" sz="1600">
                  <a:solidFill>
                    <a:schemeClr val="tx1"/>
                  </a:solidFill>
                  <a:latin typeface="Times New Roman" panose="02020603050405020304" charset="0"/>
                  <a:ea typeface="宋体" panose="02010600030101010101" pitchFamily="2" charset="-122"/>
                </a:rPr>
                <a:t>      3           29</a:t>
              </a:r>
              <a:endParaRPr lang="en-US" altLang="zh-CN" sz="1600">
                <a:solidFill>
                  <a:schemeClr val="tx1"/>
                </a:solidFill>
                <a:latin typeface="Times New Roman" panose="02020603050405020304" charset="0"/>
                <a:ea typeface="宋体" panose="02010600030101010101" pitchFamily="2" charset="-122"/>
              </a:endParaRPr>
            </a:p>
          </p:txBody>
        </p:sp>
        <p:sp>
          <p:nvSpPr>
            <p:cNvPr id="39953" name="直接连接符 39953"/>
            <p:cNvSpPr/>
            <p:nvPr/>
          </p:nvSpPr>
          <p:spPr>
            <a:xfrm>
              <a:off x="1913" y="714"/>
              <a:ext cx="1215" cy="0"/>
            </a:xfrm>
            <a:prstGeom prst="line">
              <a:avLst/>
            </a:prstGeom>
            <a:ln w="12700"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39954" name="直接连接符 39954"/>
            <p:cNvSpPr/>
            <p:nvPr/>
          </p:nvSpPr>
          <p:spPr>
            <a:xfrm>
              <a:off x="1913" y="919"/>
              <a:ext cx="1215" cy="0"/>
            </a:xfrm>
            <a:prstGeom prst="line">
              <a:avLst/>
            </a:prstGeom>
            <a:ln w="12700"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39955" name="直接连接符 39955"/>
            <p:cNvSpPr/>
            <p:nvPr/>
          </p:nvSpPr>
          <p:spPr>
            <a:xfrm>
              <a:off x="1913" y="1128"/>
              <a:ext cx="1215" cy="0"/>
            </a:xfrm>
            <a:prstGeom prst="line">
              <a:avLst/>
            </a:prstGeom>
            <a:ln w="12700"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39956" name="直接连接符 39956"/>
            <p:cNvSpPr/>
            <p:nvPr/>
          </p:nvSpPr>
          <p:spPr>
            <a:xfrm>
              <a:off x="2502" y="487"/>
              <a:ext cx="0" cy="875"/>
            </a:xfrm>
            <a:prstGeom prst="line">
              <a:avLst/>
            </a:prstGeom>
            <a:ln w="12700"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39957" name="文本框 39957"/>
            <p:cNvSpPr txBox="1"/>
            <p:nvPr/>
          </p:nvSpPr>
          <p:spPr>
            <a:xfrm>
              <a:off x="3721" y="1256"/>
              <a:ext cx="407" cy="266"/>
            </a:xfrm>
            <a:prstGeom prst="rect">
              <a:avLst/>
            </a:prstGeom>
            <a:solidFill>
              <a:srgbClr val="FFCCCC"/>
            </a:solidFill>
            <a:ln w="12700" cap="flat" cmpd="sng">
              <a:solidFill>
                <a:srgbClr val="000000"/>
              </a:solidFill>
              <a:prstDash val="solid"/>
              <a:miter/>
              <a:headEnd type="none" w="med" len="med"/>
              <a:tailEnd type="none" w="med" len="med"/>
            </a:ln>
          </p:spPr>
          <p:txBody>
            <a:bodyPr anchor="t"/>
            <a:p>
              <a:pPr lvl="0" algn="just">
                <a:buClr>
                  <a:srgbClr val="000000"/>
                </a:buClr>
              </a:pPr>
              <a:r>
                <a:rPr lang="en-US" altLang="zh-CN" sz="1600">
                  <a:solidFill>
                    <a:schemeClr val="tx1"/>
                  </a:solidFill>
                  <a:latin typeface="Times New Roman" panose="02020603050405020304" charset="0"/>
                  <a:ea typeface="宋体" panose="02010600030101010101" pitchFamily="2" charset="-122"/>
                </a:rPr>
                <a:t>  r</a:t>
              </a:r>
              <a:r>
                <a:rPr lang="en-US" altLang="zh-CN" sz="1600" baseline="-25000">
                  <a:solidFill>
                    <a:schemeClr val="tx1"/>
                  </a:solidFill>
                  <a:latin typeface="Times New Roman" panose="02020603050405020304" charset="0"/>
                  <a:ea typeface="宋体" panose="02010600030101010101" pitchFamily="2" charset="-122"/>
                </a:rPr>
                <a:t>2</a:t>
              </a:r>
              <a:endParaRPr lang="en-US" altLang="zh-CN" sz="1600" baseline="-25000">
                <a:solidFill>
                  <a:schemeClr val="tx1"/>
                </a:solidFill>
                <a:latin typeface="Times New Roman" panose="02020603050405020304" charset="0"/>
                <a:ea typeface="宋体" panose="02010600030101010101" pitchFamily="2" charset="-122"/>
              </a:endParaRPr>
            </a:p>
          </p:txBody>
        </p:sp>
        <p:sp>
          <p:nvSpPr>
            <p:cNvPr id="39958" name="文本框 39958"/>
            <p:cNvSpPr txBox="1"/>
            <p:nvPr/>
          </p:nvSpPr>
          <p:spPr>
            <a:xfrm>
              <a:off x="3721" y="1705"/>
              <a:ext cx="407" cy="266"/>
            </a:xfrm>
            <a:prstGeom prst="rect">
              <a:avLst/>
            </a:prstGeom>
            <a:solidFill>
              <a:srgbClr val="FFCCCC"/>
            </a:solidFill>
            <a:ln w="12700" cap="flat" cmpd="sng">
              <a:solidFill>
                <a:srgbClr val="000000"/>
              </a:solidFill>
              <a:prstDash val="solid"/>
              <a:miter/>
              <a:headEnd type="none" w="med" len="med"/>
              <a:tailEnd type="none" w="med" len="med"/>
            </a:ln>
          </p:spPr>
          <p:txBody>
            <a:bodyPr anchor="t"/>
            <a:p>
              <a:pPr lvl="0" algn="just">
                <a:buClr>
                  <a:srgbClr val="000000"/>
                </a:buClr>
              </a:pPr>
              <a:r>
                <a:rPr lang="en-US" altLang="zh-CN" sz="1600">
                  <a:solidFill>
                    <a:schemeClr val="tx1"/>
                  </a:solidFill>
                  <a:latin typeface="Times New Roman" panose="02020603050405020304" charset="0"/>
                  <a:ea typeface="宋体" panose="02010600030101010101" pitchFamily="2" charset="-122"/>
                </a:rPr>
                <a:t>  r</a:t>
              </a:r>
              <a:r>
                <a:rPr lang="en-US" altLang="zh-CN" sz="1600" baseline="-25000">
                  <a:solidFill>
                    <a:schemeClr val="tx1"/>
                  </a:solidFill>
                  <a:latin typeface="Times New Roman" panose="02020603050405020304" charset="0"/>
                  <a:ea typeface="宋体" panose="02010600030101010101" pitchFamily="2" charset="-122"/>
                </a:rPr>
                <a:t>3</a:t>
              </a:r>
              <a:endParaRPr lang="en-US" altLang="zh-CN" sz="1600" baseline="-25000">
                <a:solidFill>
                  <a:schemeClr val="tx1"/>
                </a:solidFill>
                <a:latin typeface="Times New Roman" panose="02020603050405020304" charset="0"/>
                <a:ea typeface="宋体" panose="02010600030101010101" pitchFamily="2" charset="-122"/>
              </a:endParaRPr>
            </a:p>
          </p:txBody>
        </p:sp>
        <p:sp>
          <p:nvSpPr>
            <p:cNvPr id="39959" name="文本框 39959"/>
            <p:cNvSpPr txBox="1"/>
            <p:nvPr/>
          </p:nvSpPr>
          <p:spPr>
            <a:xfrm>
              <a:off x="4136" y="353"/>
              <a:ext cx="739" cy="333"/>
            </a:xfrm>
            <a:prstGeom prst="rect">
              <a:avLst/>
            </a:prstGeom>
            <a:noFill/>
            <a:ln w="9525">
              <a:noFill/>
              <a:miter/>
            </a:ln>
          </p:spPr>
          <p:txBody>
            <a:bodyPr anchor="t"/>
            <a:p>
              <a:pPr lvl="0" algn="just">
                <a:buClr>
                  <a:srgbClr val="000000"/>
                </a:buClr>
              </a:pPr>
              <a:r>
                <a:rPr lang="zh-CN" altLang="en-US" sz="1600">
                  <a:solidFill>
                    <a:schemeClr val="tx1"/>
                  </a:solidFill>
                  <a:latin typeface="Times New Roman" panose="02020603050405020304" charset="0"/>
                  <a:ea typeface="宋体" panose="02010600030101010101" pitchFamily="2" charset="-122"/>
                </a:rPr>
                <a:t>磁盘块号</a:t>
              </a:r>
              <a:endParaRPr lang="zh-CN" altLang="en-US" sz="1600">
                <a:solidFill>
                  <a:schemeClr val="tx1"/>
                </a:solidFill>
                <a:latin typeface="Times New Roman" panose="02020603050405020304" charset="0"/>
                <a:ea typeface="宋体" panose="02010600030101010101" pitchFamily="2" charset="-122"/>
              </a:endParaRPr>
            </a:p>
            <a:p>
              <a:pPr lvl="0" algn="just">
                <a:buClr>
                  <a:srgbClr val="000000"/>
                </a:buClr>
              </a:pPr>
              <a:r>
                <a:rPr lang="zh-CN" altLang="en-US" sz="1600">
                  <a:solidFill>
                    <a:schemeClr val="tx1"/>
                  </a:solidFill>
                  <a:latin typeface="Times New Roman" panose="02020603050405020304" charset="0"/>
                  <a:ea typeface="宋体" panose="02010600030101010101" pitchFamily="2" charset="-122"/>
                </a:rPr>
                <a:t>      </a:t>
              </a:r>
              <a:r>
                <a:rPr lang="en-US" altLang="zh-CN" sz="1600">
                  <a:solidFill>
                    <a:schemeClr val="tx1"/>
                  </a:solidFill>
                  <a:latin typeface="Times New Roman" panose="02020603050405020304" charset="0"/>
                  <a:ea typeface="宋体" panose="02010600030101010101" pitchFamily="2" charset="-122"/>
                </a:rPr>
                <a:t>23</a:t>
              </a:r>
              <a:endParaRPr lang="en-US" altLang="zh-CN" sz="1600">
                <a:solidFill>
                  <a:schemeClr val="tx1"/>
                </a:solidFill>
                <a:latin typeface="Times New Roman" panose="02020603050405020304" charset="0"/>
                <a:ea typeface="宋体" panose="02010600030101010101" pitchFamily="2" charset="-122"/>
              </a:endParaRPr>
            </a:p>
          </p:txBody>
        </p:sp>
        <p:sp>
          <p:nvSpPr>
            <p:cNvPr id="39960" name="文本框 39960"/>
            <p:cNvSpPr txBox="1"/>
            <p:nvPr/>
          </p:nvSpPr>
          <p:spPr>
            <a:xfrm>
              <a:off x="4136" y="768"/>
              <a:ext cx="732" cy="333"/>
            </a:xfrm>
            <a:prstGeom prst="rect">
              <a:avLst/>
            </a:prstGeom>
            <a:noFill/>
            <a:ln w="9525">
              <a:noFill/>
              <a:miter/>
            </a:ln>
          </p:spPr>
          <p:txBody>
            <a:bodyPr anchor="t"/>
            <a:p>
              <a:pPr lvl="0" algn="just">
                <a:buClr>
                  <a:srgbClr val="000000"/>
                </a:buClr>
              </a:pPr>
              <a:r>
                <a:rPr lang="zh-CN" altLang="en-US" sz="1600">
                  <a:solidFill>
                    <a:schemeClr val="tx1"/>
                  </a:solidFill>
                  <a:latin typeface="Times New Roman" panose="02020603050405020304" charset="0"/>
                  <a:ea typeface="宋体" panose="02010600030101010101" pitchFamily="2" charset="-122"/>
                </a:rPr>
                <a:t>磁盘块号</a:t>
              </a:r>
              <a:endParaRPr lang="zh-CN" altLang="en-US" sz="1600">
                <a:solidFill>
                  <a:schemeClr val="tx1"/>
                </a:solidFill>
                <a:latin typeface="Times New Roman" panose="02020603050405020304" charset="0"/>
                <a:ea typeface="宋体" panose="02010600030101010101" pitchFamily="2" charset="-122"/>
              </a:endParaRPr>
            </a:p>
            <a:p>
              <a:pPr lvl="0" algn="just">
                <a:buClr>
                  <a:srgbClr val="000000"/>
                </a:buClr>
              </a:pPr>
              <a:r>
                <a:rPr lang="zh-CN" altLang="en-US" sz="1600">
                  <a:solidFill>
                    <a:schemeClr val="tx1"/>
                  </a:solidFill>
                  <a:latin typeface="Times New Roman" panose="02020603050405020304" charset="0"/>
                  <a:ea typeface="宋体" panose="02010600030101010101" pitchFamily="2" charset="-122"/>
                </a:rPr>
                <a:t>      </a:t>
              </a:r>
              <a:r>
                <a:rPr lang="en-US" altLang="zh-CN" sz="1600">
                  <a:solidFill>
                    <a:schemeClr val="tx1"/>
                  </a:solidFill>
                  <a:latin typeface="Times New Roman" panose="02020603050405020304" charset="0"/>
                  <a:ea typeface="宋体" panose="02010600030101010101" pitchFamily="2" charset="-122"/>
                </a:rPr>
                <a:t>19</a:t>
              </a:r>
              <a:endParaRPr lang="en-US" altLang="zh-CN" sz="1600">
                <a:solidFill>
                  <a:schemeClr val="tx1"/>
                </a:solidFill>
                <a:latin typeface="Times New Roman" panose="02020603050405020304" charset="0"/>
                <a:ea typeface="宋体" panose="02010600030101010101" pitchFamily="2" charset="-122"/>
              </a:endParaRPr>
            </a:p>
          </p:txBody>
        </p:sp>
        <p:sp>
          <p:nvSpPr>
            <p:cNvPr id="39961" name="文本框 39961"/>
            <p:cNvSpPr txBox="1"/>
            <p:nvPr/>
          </p:nvSpPr>
          <p:spPr>
            <a:xfrm>
              <a:off x="4136" y="1213"/>
              <a:ext cx="642" cy="333"/>
            </a:xfrm>
            <a:prstGeom prst="rect">
              <a:avLst/>
            </a:prstGeom>
            <a:noFill/>
            <a:ln w="9525">
              <a:noFill/>
              <a:miter/>
            </a:ln>
          </p:spPr>
          <p:txBody>
            <a:bodyPr anchor="t"/>
            <a:p>
              <a:pPr lvl="0" algn="just">
                <a:buClr>
                  <a:srgbClr val="000000"/>
                </a:buClr>
              </a:pPr>
              <a:r>
                <a:rPr lang="zh-CN" altLang="en-US" sz="1600">
                  <a:solidFill>
                    <a:schemeClr val="tx1"/>
                  </a:solidFill>
                  <a:latin typeface="Times New Roman" panose="02020603050405020304" charset="0"/>
                  <a:ea typeface="宋体" panose="02010600030101010101" pitchFamily="2" charset="-122"/>
                </a:rPr>
                <a:t>磁盘块号</a:t>
              </a:r>
              <a:endParaRPr lang="zh-CN" altLang="en-US" sz="1600">
                <a:solidFill>
                  <a:schemeClr val="tx1"/>
                </a:solidFill>
                <a:latin typeface="Times New Roman" panose="02020603050405020304" charset="0"/>
                <a:ea typeface="宋体" panose="02010600030101010101" pitchFamily="2" charset="-122"/>
              </a:endParaRPr>
            </a:p>
            <a:p>
              <a:pPr lvl="0" algn="just">
                <a:buClr>
                  <a:srgbClr val="000000"/>
                </a:buClr>
              </a:pPr>
              <a:r>
                <a:rPr lang="zh-CN" altLang="en-US" sz="1600">
                  <a:solidFill>
                    <a:schemeClr val="tx1"/>
                  </a:solidFill>
                  <a:latin typeface="Times New Roman" panose="02020603050405020304" charset="0"/>
                  <a:ea typeface="宋体" panose="02010600030101010101" pitchFamily="2" charset="-122"/>
                </a:rPr>
                <a:t>      </a:t>
              </a:r>
              <a:r>
                <a:rPr lang="en-US" altLang="zh-CN" sz="1600">
                  <a:solidFill>
                    <a:schemeClr val="tx1"/>
                  </a:solidFill>
                  <a:latin typeface="Times New Roman" panose="02020603050405020304" charset="0"/>
                  <a:ea typeface="宋体" panose="02010600030101010101" pitchFamily="2" charset="-122"/>
                </a:rPr>
                <a:t>26</a:t>
              </a:r>
              <a:endParaRPr lang="en-US" altLang="zh-CN" sz="1600">
                <a:solidFill>
                  <a:schemeClr val="tx1"/>
                </a:solidFill>
                <a:latin typeface="Times New Roman" panose="02020603050405020304" charset="0"/>
                <a:ea typeface="宋体" panose="02010600030101010101" pitchFamily="2" charset="-122"/>
              </a:endParaRPr>
            </a:p>
          </p:txBody>
        </p:sp>
        <p:sp>
          <p:nvSpPr>
            <p:cNvPr id="39962" name="文本框 39962"/>
            <p:cNvSpPr txBox="1"/>
            <p:nvPr/>
          </p:nvSpPr>
          <p:spPr>
            <a:xfrm>
              <a:off x="4136" y="1680"/>
              <a:ext cx="632" cy="334"/>
            </a:xfrm>
            <a:prstGeom prst="rect">
              <a:avLst/>
            </a:prstGeom>
            <a:noFill/>
            <a:ln w="9525">
              <a:noFill/>
              <a:miter/>
            </a:ln>
          </p:spPr>
          <p:txBody>
            <a:bodyPr anchor="t"/>
            <a:p>
              <a:pPr lvl="0" algn="just">
                <a:buClr>
                  <a:srgbClr val="000000"/>
                </a:buClr>
              </a:pPr>
              <a:r>
                <a:rPr lang="zh-CN" altLang="en-US" sz="1600">
                  <a:solidFill>
                    <a:schemeClr val="tx1"/>
                  </a:solidFill>
                  <a:latin typeface="Times New Roman" panose="02020603050405020304" charset="0"/>
                  <a:ea typeface="宋体" panose="02010600030101010101" pitchFamily="2" charset="-122"/>
                </a:rPr>
                <a:t>磁盘块号</a:t>
              </a:r>
              <a:endParaRPr lang="zh-CN" altLang="en-US" sz="1600">
                <a:solidFill>
                  <a:schemeClr val="tx1"/>
                </a:solidFill>
                <a:latin typeface="Times New Roman" panose="02020603050405020304" charset="0"/>
                <a:ea typeface="宋体" panose="02010600030101010101" pitchFamily="2" charset="-122"/>
              </a:endParaRPr>
            </a:p>
            <a:p>
              <a:pPr lvl="0" algn="just">
                <a:buClr>
                  <a:srgbClr val="000000"/>
                </a:buClr>
              </a:pPr>
              <a:r>
                <a:rPr lang="zh-CN" altLang="en-US" sz="1600">
                  <a:solidFill>
                    <a:schemeClr val="tx1"/>
                  </a:solidFill>
                  <a:latin typeface="Times New Roman" panose="02020603050405020304" charset="0"/>
                  <a:ea typeface="宋体" panose="02010600030101010101" pitchFamily="2" charset="-122"/>
                </a:rPr>
                <a:t>      </a:t>
              </a:r>
              <a:r>
                <a:rPr lang="en-US" altLang="zh-CN" sz="1600">
                  <a:solidFill>
                    <a:schemeClr val="tx1"/>
                  </a:solidFill>
                  <a:latin typeface="Times New Roman" panose="02020603050405020304" charset="0"/>
                  <a:ea typeface="宋体" panose="02010600030101010101" pitchFamily="2" charset="-122"/>
                </a:rPr>
                <a:t>29</a:t>
              </a:r>
              <a:endParaRPr lang="en-US" altLang="zh-CN" sz="1600">
                <a:solidFill>
                  <a:schemeClr val="tx1"/>
                </a:solidFill>
                <a:latin typeface="Times New Roman" panose="02020603050405020304" charset="0"/>
                <a:ea typeface="宋体" panose="02010600030101010101" pitchFamily="2" charset="-122"/>
              </a:endParaRPr>
            </a:p>
          </p:txBody>
        </p:sp>
        <p:sp>
          <p:nvSpPr>
            <p:cNvPr id="39963" name="直接连接符 39963"/>
            <p:cNvSpPr/>
            <p:nvPr/>
          </p:nvSpPr>
          <p:spPr>
            <a:xfrm flipV="1">
              <a:off x="3040" y="413"/>
              <a:ext cx="684" cy="192"/>
            </a:xfrm>
            <a:prstGeom prst="line">
              <a:avLst/>
            </a:prstGeom>
            <a:ln w="12700" cap="flat" cmpd="sng">
              <a:solidFill>
                <a:schemeClr val="tx1"/>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39964" name="直接连接符 39964"/>
            <p:cNvSpPr/>
            <p:nvPr/>
          </p:nvSpPr>
          <p:spPr>
            <a:xfrm>
              <a:off x="3041" y="820"/>
              <a:ext cx="692" cy="0"/>
            </a:xfrm>
            <a:prstGeom prst="line">
              <a:avLst/>
            </a:prstGeom>
            <a:ln w="12700" cap="flat" cmpd="sng">
              <a:solidFill>
                <a:schemeClr val="tx1"/>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39965" name="直接连接符 39965"/>
            <p:cNvSpPr/>
            <p:nvPr/>
          </p:nvSpPr>
          <p:spPr>
            <a:xfrm>
              <a:off x="3022" y="998"/>
              <a:ext cx="692" cy="258"/>
            </a:xfrm>
            <a:prstGeom prst="line">
              <a:avLst/>
            </a:prstGeom>
            <a:ln w="12700" cap="flat" cmpd="sng">
              <a:solidFill>
                <a:schemeClr val="tx1"/>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39966" name="直接连接符 39966"/>
            <p:cNvSpPr/>
            <p:nvPr/>
          </p:nvSpPr>
          <p:spPr>
            <a:xfrm>
              <a:off x="3051" y="1250"/>
              <a:ext cx="663" cy="469"/>
            </a:xfrm>
            <a:prstGeom prst="line">
              <a:avLst/>
            </a:prstGeom>
            <a:ln w="12700" cap="flat" cmpd="sng">
              <a:solidFill>
                <a:schemeClr val="tx1"/>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39967" name="文本框 39967"/>
            <p:cNvSpPr txBox="1"/>
            <p:nvPr/>
          </p:nvSpPr>
          <p:spPr>
            <a:xfrm>
              <a:off x="2128" y="0"/>
              <a:ext cx="924" cy="250"/>
            </a:xfrm>
            <a:prstGeom prst="rect">
              <a:avLst/>
            </a:prstGeom>
            <a:noFill/>
            <a:ln w="9525">
              <a:noFill/>
              <a:miter/>
            </a:ln>
          </p:spPr>
          <p:txBody>
            <a:bodyPr anchor="t"/>
            <a:p>
              <a:pPr lvl="0" algn="just">
                <a:buClr>
                  <a:srgbClr val="000000"/>
                </a:buClr>
              </a:pPr>
              <a:r>
                <a:rPr lang="zh-CN" altLang="en-US" sz="1600">
                  <a:solidFill>
                    <a:schemeClr val="tx1"/>
                  </a:solidFill>
                  <a:latin typeface="Times New Roman" panose="02020603050405020304" charset="0"/>
                  <a:ea typeface="宋体" panose="02010600030101010101" pitchFamily="2" charset="-122"/>
                </a:rPr>
                <a:t>文件索引表</a:t>
              </a:r>
              <a:endParaRPr lang="zh-CN" altLang="en-US" sz="1600">
                <a:solidFill>
                  <a:schemeClr val="tx1"/>
                </a:solidFill>
                <a:latin typeface="Times New Roman" panose="02020603050405020304" charset="0"/>
                <a:ea typeface="宋体" panose="02010600030101010101" pitchFamily="2" charset="-122"/>
              </a:endParaRPr>
            </a:p>
          </p:txBody>
        </p:sp>
        <p:sp>
          <p:nvSpPr>
            <p:cNvPr id="39968" name="文本框 39968"/>
            <p:cNvSpPr txBox="1"/>
            <p:nvPr/>
          </p:nvSpPr>
          <p:spPr>
            <a:xfrm>
              <a:off x="1918" y="232"/>
              <a:ext cx="664" cy="250"/>
            </a:xfrm>
            <a:prstGeom prst="rect">
              <a:avLst/>
            </a:prstGeom>
            <a:noFill/>
            <a:ln w="9525">
              <a:noFill/>
              <a:miter/>
            </a:ln>
          </p:spPr>
          <p:txBody>
            <a:bodyPr anchor="t"/>
            <a:p>
              <a:pPr lvl="0" algn="just">
                <a:buClr>
                  <a:srgbClr val="000000"/>
                </a:buClr>
              </a:pPr>
              <a:r>
                <a:rPr lang="zh-CN" altLang="en-US" sz="1600">
                  <a:solidFill>
                    <a:schemeClr val="tx1"/>
                  </a:solidFill>
                  <a:latin typeface="Arial" panose="02080604020202020204" pitchFamily="34" charset="0"/>
                  <a:ea typeface="宋体" panose="02010600030101010101" pitchFamily="2" charset="-122"/>
                </a:rPr>
                <a:t>逻辑块号</a:t>
              </a:r>
              <a:endParaRPr lang="zh-CN" altLang="en-US" sz="1600">
                <a:solidFill>
                  <a:schemeClr val="tx1"/>
                </a:solidFill>
                <a:latin typeface="Arial" panose="02080604020202020204" pitchFamily="34" charset="0"/>
                <a:ea typeface="宋体" panose="02010600030101010101" pitchFamily="2" charset="-122"/>
              </a:endParaRPr>
            </a:p>
          </p:txBody>
        </p:sp>
        <p:sp>
          <p:nvSpPr>
            <p:cNvPr id="39969" name="文本框 39969"/>
            <p:cNvSpPr txBox="1"/>
            <p:nvPr/>
          </p:nvSpPr>
          <p:spPr>
            <a:xfrm>
              <a:off x="2548" y="242"/>
              <a:ext cx="664" cy="250"/>
            </a:xfrm>
            <a:prstGeom prst="rect">
              <a:avLst/>
            </a:prstGeom>
            <a:noFill/>
            <a:ln w="9525">
              <a:noFill/>
              <a:miter/>
            </a:ln>
          </p:spPr>
          <p:txBody>
            <a:bodyPr anchor="t"/>
            <a:p>
              <a:pPr lvl="0" algn="just">
                <a:buClr>
                  <a:srgbClr val="000000"/>
                </a:buClr>
              </a:pPr>
              <a:r>
                <a:rPr lang="zh-CN" altLang="en-US" sz="1600">
                  <a:solidFill>
                    <a:schemeClr val="tx1"/>
                  </a:solidFill>
                  <a:latin typeface="Arial" panose="02080604020202020204" pitchFamily="34" charset="0"/>
                  <a:ea typeface="宋体" panose="02010600030101010101" pitchFamily="2" charset="-122"/>
                </a:rPr>
                <a:t>物理块号</a:t>
              </a:r>
              <a:endParaRPr lang="zh-CN" altLang="en-US" sz="1600">
                <a:solidFill>
                  <a:schemeClr val="tx1"/>
                </a:solidFill>
                <a:latin typeface="Arial" panose="02080604020202020204" pitchFamily="34" charset="0"/>
                <a:ea typeface="宋体" panose="02010600030101010101" pitchFamily="2" charset="-122"/>
              </a:endParaRPr>
            </a:p>
          </p:txBody>
        </p:sp>
      </p:grpSp>
      <p:sp>
        <p:nvSpPr>
          <p:cNvPr id="39971" name="文本框 39970"/>
          <p:cNvSpPr txBox="1"/>
          <p:nvPr/>
        </p:nvSpPr>
        <p:spPr>
          <a:xfrm>
            <a:off x="3786188" y="5667375"/>
            <a:ext cx="1693862" cy="336550"/>
          </a:xfrm>
          <a:prstGeom prst="rect">
            <a:avLst/>
          </a:prstGeom>
          <a:noFill/>
          <a:ln w="9525">
            <a:noFill/>
            <a:miter/>
          </a:ln>
        </p:spPr>
        <p:txBody>
          <a:bodyPr anchor="t">
            <a:spAutoFit/>
          </a:bodyPr>
          <a:p>
            <a:pPr lvl="0">
              <a:spcBef>
                <a:spcPct val="30000"/>
              </a:spcBef>
              <a:buClr>
                <a:srgbClr val="000000"/>
              </a:buClr>
            </a:pPr>
            <a:r>
              <a:rPr lang="zh-CN" altLang="en-US" sz="1600" b="0">
                <a:solidFill>
                  <a:schemeClr val="tx1"/>
                </a:solidFill>
                <a:latin typeface="Times New Roman" panose="02020603050405020304" charset="0"/>
                <a:ea typeface="宋体" panose="02010600030101010101" pitchFamily="2" charset="-122"/>
              </a:rPr>
              <a:t>索引文件结构例</a:t>
            </a:r>
            <a:endParaRPr lang="zh-CN" altLang="en-US" sz="1600" b="0">
              <a:solidFill>
                <a:schemeClr val="tx1"/>
              </a:solidFill>
              <a:latin typeface="Times New Roman" panose="02020603050405020304"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39939" grpId="0" build="p"/>
      <p:bldP spid="39971"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61" name="文本框 40961"/>
          <p:cNvSpPr txBox="1"/>
          <p:nvPr/>
        </p:nvSpPr>
        <p:spPr>
          <a:xfrm>
            <a:off x="8493125" y="6510338"/>
            <a:ext cx="376238"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buFont typeface="Wingdings" panose="05000000000000000000" pitchFamily="2" charset="2"/>
              <a:buNone/>
            </a:pPr>
            <a:r>
              <a:rPr lang="en-US" altLang="zh-CN" b="0">
                <a:solidFill>
                  <a:schemeClr val="tx2"/>
                </a:solidFill>
                <a:latin typeface="Times New Roman" panose="02020603050405020304" charset="0"/>
                <a:ea typeface="宋体" panose="02010600030101010101" pitchFamily="2" charset="-122"/>
              </a:rPr>
              <a:t>19</a:t>
            </a:r>
            <a:endParaRPr lang="en-US" altLang="zh-CN" b="0">
              <a:solidFill>
                <a:schemeClr val="tx2"/>
              </a:solidFill>
              <a:latin typeface="Times New Roman" panose="02020603050405020304" charset="0"/>
              <a:ea typeface="宋体" panose="02010600030101010101" pitchFamily="2" charset="-122"/>
            </a:endParaRPr>
          </a:p>
        </p:txBody>
      </p:sp>
      <p:sp>
        <p:nvSpPr>
          <p:cNvPr id="40963" name="矩形 40962"/>
          <p:cNvSpPr/>
          <p:nvPr/>
        </p:nvSpPr>
        <p:spPr>
          <a:xfrm>
            <a:off x="671513" y="687388"/>
            <a:ext cx="8318500" cy="5669280"/>
          </a:xfrm>
          <a:prstGeom prst="rect">
            <a:avLst/>
          </a:prstGeom>
          <a:noFill/>
          <a:ln w="9525">
            <a:noFill/>
            <a:miter/>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20000"/>
              </a:lnSpc>
              <a:spcBef>
                <a:spcPct val="20000"/>
              </a:spcBef>
              <a:buNone/>
            </a:pPr>
            <a:r>
              <a:rPr lang="en-US" altLang="zh-CN" sz="2800" b="1" strike="noStrike" noProof="1">
                <a:solidFill>
                  <a:srgbClr val="A50021"/>
                </a:solidFill>
                <a:latin typeface="Times New Roman" panose="02020603050405020304" charset="0"/>
                <a:ea typeface="宋体" panose="02010600030101010101" pitchFamily="2" charset="-122"/>
                <a:cs typeface="+mn-ea"/>
              </a:rPr>
              <a:t>(3) </a:t>
            </a:r>
            <a:r>
              <a:rPr lang="zh-CN" altLang="en-US" sz="2800" b="1" strike="noStrike" noProof="1">
                <a:solidFill>
                  <a:srgbClr val="A50021"/>
                </a:solidFill>
                <a:latin typeface="Times New Roman" panose="02020603050405020304" charset="0"/>
                <a:ea typeface="宋体" panose="02010600030101010101" pitchFamily="2" charset="-122"/>
                <a:cs typeface="+mn-ea"/>
              </a:rPr>
              <a:t>索引文件的操作</a:t>
            </a:r>
            <a:endParaRPr lang="zh-CN" altLang="en-US" sz="2800" b="1" strike="noStrike" noProof="1">
              <a:solidFill>
                <a:srgbClr val="A50021"/>
              </a:solidFill>
              <a:latin typeface="Times New Roman" panose="02020603050405020304" charset="0"/>
              <a:ea typeface="宋体" panose="02010600030101010101" pitchFamily="2" charset="-122"/>
            </a:endParaRPr>
          </a:p>
          <a:p>
            <a:pPr marL="533400" lvl="0" indent="-533400" fontAlgn="base">
              <a:lnSpc>
                <a:spcPct val="120000"/>
              </a:lnSpc>
              <a:spcBef>
                <a:spcPct val="20000"/>
              </a:spcBef>
              <a:buNone/>
            </a:pPr>
            <a:r>
              <a:rPr lang="en-US" altLang="zh-CN" sz="2400" b="1" strike="noStrike" noProof="1">
                <a:solidFill>
                  <a:srgbClr val="000099"/>
                </a:solidFill>
                <a:latin typeface="Times New Roman" panose="02020603050405020304" charset="0"/>
                <a:ea typeface="宋体" panose="02010600030101010101" pitchFamily="2" charset="-122"/>
                <a:cs typeface="+mn-ea"/>
              </a:rPr>
              <a:t>①</a:t>
            </a:r>
            <a:r>
              <a:rPr lang="en-US" altLang="zh-CN" sz="2400" b="1" strike="noStrike" noProof="1">
                <a:solidFill>
                  <a:srgbClr val="000099"/>
                </a:solidFill>
                <a:latin typeface="宋体" panose="02010600030101010101" pitchFamily="2" charset="-122"/>
                <a:ea typeface="宋体" panose="02010600030101010101" pitchFamily="2" charset="-122"/>
                <a:cs typeface="+mn-ea"/>
              </a:rPr>
              <a:t> </a:t>
            </a:r>
            <a:r>
              <a:rPr lang="zh-CN" altLang="en-US" sz="2400" b="1" strike="noStrike" noProof="1">
                <a:solidFill>
                  <a:srgbClr val="000099"/>
                </a:solidFill>
                <a:latin typeface="Times New Roman" panose="02020603050405020304" charset="0"/>
                <a:ea typeface="宋体" panose="02010600030101010101" pitchFamily="2" charset="-122"/>
                <a:cs typeface="+mn-ea"/>
              </a:rPr>
              <a:t>索引文件在存储区中占两个区</a:t>
            </a:r>
            <a:endParaRPr lang="zh-CN" altLang="en-US" sz="2400" b="1" strike="noStrike" noProof="1">
              <a:solidFill>
                <a:srgbClr val="000099"/>
              </a:solidFill>
              <a:latin typeface="Times New Roman" panose="02020603050405020304" charset="0"/>
              <a:ea typeface="宋体" panose="02010600030101010101" pitchFamily="2" charset="-122"/>
            </a:endParaRPr>
          </a:p>
          <a:p>
            <a:pPr marL="533400" lvl="0" indent="-533400" fontAlgn="base">
              <a:lnSpc>
                <a:spcPct val="120000"/>
              </a:lnSpc>
              <a:spcBef>
                <a:spcPct val="20000"/>
              </a:spcBef>
              <a:buNone/>
            </a:pPr>
            <a:r>
              <a:rPr lang="zh-CN" altLang="en-US" sz="2400" strike="noStrike" noProof="1">
                <a:solidFill>
                  <a:schemeClr val="tx1"/>
                </a:solidFill>
                <a:latin typeface="Times New Roman" panose="02020603050405020304" charset="0"/>
                <a:ea typeface="宋体" panose="02010600030101010101" pitchFamily="2" charset="-122"/>
                <a:cs typeface="+mn-ea"/>
              </a:rPr>
              <a:t>       </a:t>
            </a:r>
            <a:r>
              <a:rPr lang="en-US" altLang="zh-CN" sz="2400" strike="noStrike" noProof="1">
                <a:solidFill>
                  <a:schemeClr val="tx1"/>
                </a:solidFill>
                <a:latin typeface="宋体" panose="02010600030101010101" pitchFamily="2" charset="-122"/>
                <a:ea typeface="宋体" panose="02010600030101010101" pitchFamily="2" charset="-122"/>
                <a:cs typeface="+mn-ea"/>
              </a:rPr>
              <a:t>ⅰ </a:t>
            </a:r>
            <a:r>
              <a:rPr lang="zh-CN" altLang="en-US" sz="2400" strike="noStrike" noProof="1">
                <a:solidFill>
                  <a:schemeClr val="tx1"/>
                </a:solidFill>
                <a:latin typeface="Times New Roman" panose="02020603050405020304" charset="0"/>
                <a:ea typeface="宋体" panose="02010600030101010101" pitchFamily="2" charset="-122"/>
                <a:cs typeface="+mn-ea"/>
              </a:rPr>
              <a:t>索引区：存放索引表</a:t>
            </a:r>
            <a:endParaRPr lang="zh-CN" altLang="en-US" sz="2400" strike="noStrike" noProof="1">
              <a:solidFill>
                <a:schemeClr val="tx1"/>
              </a:solidFill>
              <a:latin typeface="Times New Roman" panose="02020603050405020304" charset="0"/>
              <a:ea typeface="宋体" panose="02010600030101010101" pitchFamily="2" charset="-122"/>
            </a:endParaRPr>
          </a:p>
          <a:p>
            <a:pPr marL="533400" lvl="0" indent="-533400" fontAlgn="base">
              <a:lnSpc>
                <a:spcPct val="120000"/>
              </a:lnSpc>
              <a:spcBef>
                <a:spcPct val="20000"/>
              </a:spcBef>
              <a:buNone/>
            </a:pPr>
            <a:r>
              <a:rPr lang="zh-CN" altLang="en-US" sz="2400" strike="noStrike" noProof="1">
                <a:solidFill>
                  <a:schemeClr val="tx1"/>
                </a:solidFill>
                <a:latin typeface="Times New Roman" panose="02020603050405020304" charset="0"/>
                <a:ea typeface="宋体" panose="02010600030101010101" pitchFamily="2" charset="-122"/>
                <a:cs typeface="+mn-ea"/>
              </a:rPr>
              <a:t>       </a:t>
            </a:r>
            <a:r>
              <a:rPr lang="en-US" altLang="zh-CN" sz="2400" strike="noStrike" noProof="1">
                <a:solidFill>
                  <a:schemeClr val="tx1"/>
                </a:solidFill>
                <a:latin typeface="宋体" panose="02010600030101010101" pitchFamily="2" charset="-122"/>
                <a:ea typeface="宋体" panose="02010600030101010101" pitchFamily="2" charset="-122"/>
                <a:cs typeface="+mn-ea"/>
              </a:rPr>
              <a:t>ⅱ </a:t>
            </a:r>
            <a:r>
              <a:rPr lang="zh-CN" altLang="en-US" sz="2400" strike="noStrike" noProof="1">
                <a:solidFill>
                  <a:schemeClr val="tx1"/>
                </a:solidFill>
                <a:latin typeface="Times New Roman" panose="02020603050405020304" charset="0"/>
                <a:ea typeface="宋体" panose="02010600030101010101" pitchFamily="2" charset="-122"/>
                <a:cs typeface="+mn-ea"/>
              </a:rPr>
              <a:t>数据区：存放数据文件</a:t>
            </a:r>
            <a:endParaRPr lang="zh-CN" altLang="en-US" sz="2400" strike="noStrike" noProof="1">
              <a:solidFill>
                <a:schemeClr val="tx1"/>
              </a:solidFill>
              <a:latin typeface="Times New Roman" panose="02020603050405020304" charset="0"/>
              <a:ea typeface="宋体" panose="02010600030101010101" pitchFamily="2" charset="-122"/>
            </a:endParaRPr>
          </a:p>
          <a:p>
            <a:pPr marL="533400" lvl="0" indent="-533400" fontAlgn="base">
              <a:lnSpc>
                <a:spcPct val="120000"/>
              </a:lnSpc>
              <a:spcBef>
                <a:spcPct val="20000"/>
              </a:spcBef>
              <a:buNone/>
            </a:pPr>
            <a:r>
              <a:rPr lang="en-US" altLang="zh-CN" sz="2400" b="1" strike="noStrike" noProof="1">
                <a:solidFill>
                  <a:srgbClr val="000099"/>
                </a:solidFill>
                <a:latin typeface="宋体" panose="02010600030101010101" pitchFamily="2" charset="-122"/>
                <a:ea typeface="宋体" panose="02010600030101010101" pitchFamily="2" charset="-122"/>
                <a:cs typeface="+mn-ea"/>
              </a:rPr>
              <a:t>② </a:t>
            </a:r>
            <a:r>
              <a:rPr lang="zh-CN" altLang="en-US" sz="2400" b="1" strike="noStrike" noProof="1">
                <a:solidFill>
                  <a:srgbClr val="000099"/>
                </a:solidFill>
                <a:latin typeface="Times New Roman" panose="02020603050405020304" charset="0"/>
                <a:ea typeface="宋体" panose="02010600030101010101" pitchFamily="2" charset="-122"/>
                <a:cs typeface="+mn-ea"/>
              </a:rPr>
              <a:t>访问索引文件的</a:t>
            </a:r>
            <a:r>
              <a:rPr lang="x-none" altLang="zh-CN" sz="2400" b="1" strike="noStrike" noProof="1">
                <a:solidFill>
                  <a:srgbClr val="000099"/>
                </a:solidFill>
                <a:latin typeface="Times New Roman" panose="02020603050405020304" charset="0"/>
                <a:ea typeface="宋体" panose="02010600030101010101" pitchFamily="2" charset="-122"/>
                <a:cs typeface="+mn-ea"/>
              </a:rPr>
              <a:t>2步</a:t>
            </a:r>
            <a:r>
              <a:rPr lang="zh-CN" altLang="en-US" sz="2400" b="1" strike="noStrike" noProof="1">
                <a:solidFill>
                  <a:srgbClr val="000099"/>
                </a:solidFill>
                <a:latin typeface="Times New Roman" panose="02020603050405020304" charset="0"/>
                <a:ea typeface="宋体" panose="02010600030101010101" pitchFamily="2" charset="-122"/>
                <a:cs typeface="+mn-ea"/>
              </a:rPr>
              <a:t>操作</a:t>
            </a:r>
            <a:endParaRPr lang="zh-CN" altLang="en-US" sz="2400" b="1" strike="noStrike" noProof="1">
              <a:solidFill>
                <a:srgbClr val="000099"/>
              </a:solidFill>
              <a:latin typeface="Times New Roman" panose="02020603050405020304" charset="0"/>
              <a:ea typeface="宋体" panose="02010600030101010101" pitchFamily="2" charset="-122"/>
            </a:endParaRPr>
          </a:p>
          <a:p>
            <a:pPr marL="914400" lvl="1" indent="-457200" fontAlgn="base">
              <a:lnSpc>
                <a:spcPct val="130000"/>
              </a:lnSpc>
              <a:buNone/>
            </a:pPr>
            <a:r>
              <a:rPr lang="en-US" altLang="zh-CN" sz="2400" strike="noStrike" noProof="1">
                <a:solidFill>
                  <a:schemeClr val="tx1"/>
                </a:solidFill>
                <a:latin typeface="宋体" panose="02010600030101010101" pitchFamily="2" charset="-122"/>
                <a:ea typeface="宋体" panose="02010600030101010101" pitchFamily="2" charset="-122"/>
                <a:cs typeface="+mn-cs"/>
              </a:rPr>
              <a:t>ⅰ </a:t>
            </a:r>
            <a:r>
              <a:rPr lang="zh-CN" altLang="en-US" sz="2400" strike="noStrike" noProof="1">
                <a:solidFill>
                  <a:schemeClr val="tx1"/>
                </a:solidFill>
                <a:latin typeface="Times New Roman" panose="02020603050405020304" charset="0"/>
                <a:ea typeface="宋体" panose="02010600030101010101" pitchFamily="2" charset="-122"/>
                <a:cs typeface="+mn-cs"/>
              </a:rPr>
              <a:t>查文件索引，由逻辑块号查得物理块号</a:t>
            </a:r>
            <a:endParaRPr lang="zh-CN" altLang="en-US" sz="2400" strike="noStrike" noProof="1">
              <a:solidFill>
                <a:schemeClr val="tx1"/>
              </a:solidFill>
              <a:latin typeface="Times New Roman" panose="02020603050405020304" charset="0"/>
              <a:ea typeface="宋体" panose="02010600030101010101" pitchFamily="2" charset="-122"/>
            </a:endParaRPr>
          </a:p>
          <a:p>
            <a:pPr marL="914400" lvl="1" indent="-457200" fontAlgn="base">
              <a:lnSpc>
                <a:spcPct val="130000"/>
              </a:lnSpc>
              <a:buNone/>
            </a:pPr>
            <a:r>
              <a:rPr lang="en-US" altLang="zh-CN" sz="2400" strike="noStrike" noProof="1">
                <a:solidFill>
                  <a:schemeClr val="tx1"/>
                </a:solidFill>
                <a:latin typeface="宋体" panose="02010600030101010101" pitchFamily="2" charset="-122"/>
                <a:ea typeface="宋体" panose="02010600030101010101" pitchFamily="2" charset="-122"/>
                <a:cs typeface="+mn-cs"/>
              </a:rPr>
              <a:t>ⅱ </a:t>
            </a:r>
            <a:r>
              <a:rPr lang="zh-CN" altLang="en-US" sz="2400" strike="noStrike" noProof="1">
                <a:solidFill>
                  <a:schemeClr val="tx1"/>
                </a:solidFill>
                <a:latin typeface="Times New Roman" panose="02020603050405020304" charset="0"/>
                <a:ea typeface="宋体" panose="02010600030101010101" pitchFamily="2" charset="-122"/>
                <a:cs typeface="+mn-cs"/>
              </a:rPr>
              <a:t>由此物理块号而获得所要求的信息</a:t>
            </a:r>
            <a:endParaRPr lang="zh-CN" altLang="en-US" sz="2400" strike="noStrike" noProof="1">
              <a:solidFill>
                <a:schemeClr val="tx1"/>
              </a:solidFill>
              <a:latin typeface="Times New Roman" panose="02020603050405020304" charset="0"/>
              <a:ea typeface="宋体" panose="02010600030101010101" pitchFamily="2" charset="-122"/>
            </a:endParaRPr>
          </a:p>
          <a:p>
            <a:pPr marL="533400" lvl="0" indent="-533400" fontAlgn="base">
              <a:lnSpc>
                <a:spcPct val="130000"/>
              </a:lnSpc>
              <a:buNone/>
            </a:pPr>
            <a:r>
              <a:rPr lang="en-US" altLang="zh-CN" sz="2800" b="1" strike="noStrike" noProof="1">
                <a:solidFill>
                  <a:srgbClr val="A50021"/>
                </a:solidFill>
                <a:latin typeface="Times New Roman" panose="02020603050405020304" charset="0"/>
                <a:ea typeface="宋体" panose="02010600030101010101" pitchFamily="2" charset="-122"/>
                <a:cs typeface="+mn-ea"/>
              </a:rPr>
              <a:t>(4) </a:t>
            </a:r>
            <a:r>
              <a:rPr lang="zh-CN" altLang="en-US" sz="2800" b="1" strike="noStrike" noProof="1">
                <a:solidFill>
                  <a:srgbClr val="A50021"/>
                </a:solidFill>
                <a:latin typeface="Times New Roman" panose="02020603050405020304" charset="0"/>
                <a:ea typeface="宋体" panose="02010600030101010101" pitchFamily="2" charset="-122"/>
                <a:cs typeface="+mn-ea"/>
              </a:rPr>
              <a:t>索引文件的特点</a:t>
            </a:r>
            <a:endParaRPr lang="zh-CN" altLang="en-US" sz="2800" b="1" strike="noStrike" noProof="1">
              <a:solidFill>
                <a:srgbClr val="A50021"/>
              </a:solidFill>
              <a:latin typeface="Times New Roman" panose="02020603050405020304" charset="0"/>
              <a:ea typeface="宋体" panose="02010600030101010101" pitchFamily="2" charset="-122"/>
            </a:endParaRPr>
          </a:p>
          <a:p>
            <a:pPr marL="533400" lvl="0" indent="-533400" fontAlgn="base">
              <a:lnSpc>
                <a:spcPct val="130000"/>
              </a:lnSpc>
              <a:buNone/>
            </a:pPr>
            <a:r>
              <a:rPr lang="en-US" altLang="zh-CN" sz="2400" b="1" strike="noStrike" noProof="1">
                <a:solidFill>
                  <a:srgbClr val="000099"/>
                </a:solidFill>
                <a:latin typeface="Times New Roman" panose="02020603050405020304" charset="0"/>
                <a:ea typeface="宋体" panose="02010600030101010101" pitchFamily="2" charset="-122"/>
                <a:cs typeface="+mn-ea"/>
              </a:rPr>
              <a:t>①</a:t>
            </a:r>
            <a:r>
              <a:rPr lang="en-US" altLang="zh-CN" sz="2400" b="1" strike="noStrike" noProof="1">
                <a:solidFill>
                  <a:srgbClr val="000099"/>
                </a:solidFill>
                <a:latin typeface="宋体" panose="02010600030101010101" pitchFamily="2" charset="-122"/>
                <a:ea typeface="宋体" panose="02010600030101010101" pitchFamily="2" charset="-122"/>
                <a:cs typeface="+mn-ea"/>
              </a:rPr>
              <a:t> </a:t>
            </a:r>
            <a:r>
              <a:rPr lang="zh-CN" altLang="en-US" sz="2400" b="1" strike="noStrike" noProof="1">
                <a:solidFill>
                  <a:srgbClr val="000099"/>
                </a:solidFill>
                <a:latin typeface="Times New Roman" panose="02020603050405020304" charset="0"/>
                <a:ea typeface="宋体" panose="02010600030101010101" pitchFamily="2" charset="-122"/>
                <a:cs typeface="+mn-ea"/>
                <a:sym typeface="+mn-ea"/>
              </a:rPr>
              <a:t>直接读写任意记录</a:t>
            </a:r>
            <a:endParaRPr lang="zh-CN" altLang="en-US" sz="2400" b="1" strike="noStrike" noProof="1">
              <a:solidFill>
                <a:srgbClr val="000099"/>
              </a:solidFill>
              <a:latin typeface="Times New Roman" panose="02020603050405020304" charset="0"/>
              <a:ea typeface="宋体" panose="02010600030101010101" pitchFamily="2" charset="-122"/>
            </a:endParaRPr>
          </a:p>
          <a:p>
            <a:pPr marL="533400" lvl="0" indent="-533400" fontAlgn="base">
              <a:lnSpc>
                <a:spcPct val="130000"/>
              </a:lnSpc>
              <a:buNone/>
            </a:pPr>
            <a:r>
              <a:rPr lang="en-US" altLang="zh-CN" sz="2400" b="1" strike="noStrike" noProof="1">
                <a:solidFill>
                  <a:srgbClr val="000099"/>
                </a:solidFill>
                <a:latin typeface="Times New Roman" panose="02020603050405020304" charset="0"/>
                <a:ea typeface="宋体" panose="02010600030101010101" pitchFamily="2" charset="-122"/>
                <a:cs typeface="+mn-ea"/>
              </a:rPr>
              <a:t>②</a:t>
            </a:r>
            <a:r>
              <a:rPr lang="en-US" altLang="zh-CN" sz="2400" b="1" strike="noStrike" noProof="1">
                <a:solidFill>
                  <a:srgbClr val="000099"/>
                </a:solidFill>
                <a:latin typeface="宋体" panose="02010600030101010101" pitchFamily="2" charset="-122"/>
                <a:ea typeface="宋体" panose="02010600030101010101" pitchFamily="2" charset="-122"/>
                <a:cs typeface="+mn-ea"/>
              </a:rPr>
              <a:t> </a:t>
            </a:r>
            <a:r>
              <a:rPr lang="zh-CN" altLang="en-US" sz="2400" b="1" strike="noStrike" noProof="1">
                <a:solidFill>
                  <a:srgbClr val="000099"/>
                </a:solidFill>
                <a:latin typeface="Times New Roman" panose="02020603050405020304" charset="0"/>
                <a:ea typeface="宋体" panose="02010600030101010101" pitchFamily="2" charset="-122"/>
                <a:cs typeface="+mn-ea"/>
                <a:sym typeface="+mn-ea"/>
              </a:rPr>
              <a:t>易于文件的增删</a:t>
            </a:r>
            <a:endParaRPr lang="zh-CN" altLang="en-US" sz="2400" b="1" strike="noStrike" noProof="1">
              <a:solidFill>
                <a:srgbClr val="000099"/>
              </a:solidFill>
              <a:latin typeface="Times New Roman" panose="02020603050405020304" charset="0"/>
              <a:ea typeface="宋体" panose="02010600030101010101" pitchFamily="2" charset="-122"/>
            </a:endParaRPr>
          </a:p>
        </p:txBody>
      </p:sp>
      <p:sp>
        <p:nvSpPr>
          <p:cNvPr id="40964" name="矩形 40963"/>
          <p:cNvSpPr/>
          <p:nvPr/>
        </p:nvSpPr>
        <p:spPr>
          <a:xfrm>
            <a:off x="381000" y="4286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Arial" panose="02080604020202020204" pitchFamily="34" charset="0"/>
                <a:ea typeface="宋体" panose="02010600030101010101" pitchFamily="2" charset="-122"/>
                <a:cs typeface="+mn-ea"/>
              </a:rPr>
              <a:t>文件系统</a:t>
            </a:r>
            <a:r>
              <a:rPr lang="en-US" altLang="zh-CN" sz="2400" strike="noStrike" noProof="1">
                <a:latin typeface="Arial" panose="02080604020202020204" pitchFamily="34" charset="0"/>
                <a:ea typeface="宋体" panose="02010600030101010101" pitchFamily="2" charset="-122"/>
                <a:cs typeface="+mn-ea"/>
              </a:rPr>
              <a:t>——</a:t>
            </a:r>
            <a:r>
              <a:rPr lang="zh-CN" altLang="en-US" sz="2400" strike="noStrike" noProof="1">
                <a:latin typeface="Arial" panose="02080604020202020204" pitchFamily="34" charset="0"/>
                <a:ea typeface="宋体" panose="02010600030101010101" pitchFamily="2" charset="-122"/>
                <a:cs typeface="+mn-ea"/>
              </a:rPr>
              <a:t>文件的物理结构</a:t>
            </a:r>
            <a:endParaRPr lang="zh-CN" altLang="en-US" sz="2400" strike="noStrike" noProof="1">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40963" grpId="0" uiExpand="1"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1985" name="文本框 41985"/>
          <p:cNvSpPr txBox="1"/>
          <p:nvPr/>
        </p:nvSpPr>
        <p:spPr>
          <a:xfrm>
            <a:off x="8493125" y="6510338"/>
            <a:ext cx="376238"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buFont typeface="Wingdings" panose="05000000000000000000" pitchFamily="2" charset="2"/>
              <a:buNone/>
            </a:pPr>
            <a:r>
              <a:rPr lang="en-US" altLang="zh-CN" b="0">
                <a:solidFill>
                  <a:schemeClr val="tx2"/>
                </a:solidFill>
                <a:latin typeface="Times New Roman" panose="02020603050405020304" charset="0"/>
                <a:ea typeface="宋体" panose="02010600030101010101" pitchFamily="2" charset="-122"/>
              </a:rPr>
              <a:t>20</a:t>
            </a:r>
            <a:endParaRPr lang="en-US" altLang="zh-CN" b="0">
              <a:solidFill>
                <a:schemeClr val="tx2"/>
              </a:solidFill>
              <a:latin typeface="Times New Roman" panose="02020603050405020304" charset="0"/>
              <a:ea typeface="宋体" panose="02010600030101010101" pitchFamily="2" charset="-122"/>
            </a:endParaRPr>
          </a:p>
        </p:txBody>
      </p:sp>
      <p:sp>
        <p:nvSpPr>
          <p:cNvPr id="41987" name="矩形 41986"/>
          <p:cNvSpPr/>
          <p:nvPr/>
        </p:nvSpPr>
        <p:spPr>
          <a:xfrm>
            <a:off x="185738" y="530225"/>
            <a:ext cx="8318500" cy="1274763"/>
          </a:xfrm>
          <a:prstGeom prst="rect">
            <a:avLst/>
          </a:prstGeom>
          <a:noFill/>
          <a:ln w="9525">
            <a:noFill/>
            <a:miter/>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20000"/>
              </a:lnSpc>
              <a:buNone/>
            </a:pPr>
            <a:r>
              <a:rPr lang="en-US" altLang="zh-CN" b="1" strike="noStrike" noProof="1">
                <a:solidFill>
                  <a:srgbClr val="990000"/>
                </a:solidFill>
                <a:latin typeface="Times New Roman" panose="02020603050405020304" charset="0"/>
                <a:ea typeface="宋体" panose="02010600030101010101" pitchFamily="2" charset="-122"/>
                <a:cs typeface="+mn-ea"/>
              </a:rPr>
              <a:t>4.  </a:t>
            </a:r>
            <a:r>
              <a:rPr lang="zh-CN" altLang="en-US" b="1" strike="noStrike" noProof="1">
                <a:solidFill>
                  <a:srgbClr val="990000"/>
                </a:solidFill>
                <a:latin typeface="Times New Roman" panose="02020603050405020304" charset="0"/>
                <a:ea typeface="宋体" panose="02010600030101010101" pitchFamily="2" charset="-122"/>
                <a:cs typeface="+mn-ea"/>
              </a:rPr>
              <a:t>索引表的组织</a:t>
            </a:r>
            <a:r>
              <a:rPr lang="en-US" altLang="zh-CN" b="1" strike="noStrike" noProof="1">
                <a:solidFill>
                  <a:srgbClr val="990000"/>
                </a:solidFill>
                <a:latin typeface="Times New Roman" panose="02020603050405020304" charset="0"/>
                <a:ea typeface="宋体" panose="02010600030101010101" pitchFamily="2" charset="-122"/>
                <a:cs typeface="+mn-ea"/>
              </a:rPr>
              <a:t>——</a:t>
            </a:r>
            <a:r>
              <a:rPr lang="zh-CN" altLang="en-US" b="1" strike="noStrike" noProof="1">
                <a:solidFill>
                  <a:srgbClr val="990000"/>
                </a:solidFill>
                <a:latin typeface="Times New Roman" panose="02020603050405020304" charset="0"/>
                <a:ea typeface="宋体" panose="02010600030101010101" pitchFamily="2" charset="-122"/>
                <a:cs typeface="+mn-ea"/>
              </a:rPr>
              <a:t>多级索引</a:t>
            </a:r>
            <a:endParaRPr lang="zh-CN" altLang="en-US" b="1" strike="noStrike" noProof="1">
              <a:solidFill>
                <a:srgbClr val="990000"/>
              </a:solidFill>
              <a:latin typeface="Times New Roman" panose="02020603050405020304" charset="0"/>
              <a:ea typeface="宋体" panose="02010600030101010101" pitchFamily="2" charset="-122"/>
            </a:endParaRPr>
          </a:p>
          <a:p>
            <a:pPr marL="533400" lvl="0" indent="-533400" fontAlgn="base">
              <a:lnSpc>
                <a:spcPct val="120000"/>
              </a:lnSpc>
              <a:spcBef>
                <a:spcPct val="20000"/>
              </a:spcBef>
              <a:buNone/>
            </a:pPr>
            <a:r>
              <a:rPr lang="zh-CN" altLang="en-US" sz="2800" b="1" strike="noStrike" noProof="1">
                <a:solidFill>
                  <a:srgbClr val="A50021"/>
                </a:solidFill>
                <a:latin typeface="Times New Roman" panose="02020603050405020304" charset="0"/>
                <a:ea typeface="宋体" panose="02010600030101010101" pitchFamily="2" charset="-122"/>
                <a:cs typeface="+mn-ea"/>
              </a:rPr>
              <a:t>      </a:t>
            </a:r>
            <a:r>
              <a:rPr lang="en-US" altLang="zh-CN" sz="2800" b="1" strike="noStrike" noProof="1">
                <a:solidFill>
                  <a:srgbClr val="A50021"/>
                </a:solidFill>
                <a:latin typeface="Times New Roman" panose="02020603050405020304" charset="0"/>
                <a:ea typeface="宋体" panose="02010600030101010101" pitchFamily="2" charset="-122"/>
                <a:cs typeface="+mn-ea"/>
              </a:rPr>
              <a:t>(1) </a:t>
            </a:r>
            <a:r>
              <a:rPr lang="zh-CN" altLang="en-US" sz="2800" b="1" strike="noStrike" noProof="1">
                <a:solidFill>
                  <a:srgbClr val="A50021"/>
                </a:solidFill>
                <a:latin typeface="Times New Roman" panose="02020603050405020304" charset="0"/>
                <a:ea typeface="宋体" panose="02010600030101010101" pitchFamily="2" charset="-122"/>
                <a:cs typeface="+mn-ea"/>
              </a:rPr>
              <a:t>直接索引</a:t>
            </a:r>
            <a:endParaRPr lang="zh-CN" altLang="en-US" sz="2800" b="1" strike="noStrike" noProof="1">
              <a:solidFill>
                <a:srgbClr val="A50021"/>
              </a:solidFill>
              <a:latin typeface="Times New Roman" panose="02020603050405020304" charset="0"/>
              <a:ea typeface="宋体" panose="02010600030101010101" pitchFamily="2" charset="-122"/>
            </a:endParaRPr>
          </a:p>
        </p:txBody>
      </p:sp>
      <p:sp>
        <p:nvSpPr>
          <p:cNvPr id="41988" name="矩形 41987"/>
          <p:cNvSpPr/>
          <p:nvPr/>
        </p:nvSpPr>
        <p:spPr>
          <a:xfrm>
            <a:off x="381000" y="4286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Arial" panose="02080604020202020204" pitchFamily="34" charset="0"/>
                <a:ea typeface="宋体" panose="02010600030101010101" pitchFamily="2" charset="-122"/>
                <a:cs typeface="+mn-ea"/>
              </a:rPr>
              <a:t>文件系统</a:t>
            </a:r>
            <a:r>
              <a:rPr lang="en-US" altLang="zh-CN" sz="2400" strike="noStrike" noProof="1">
                <a:latin typeface="Arial" panose="02080604020202020204" pitchFamily="34" charset="0"/>
                <a:ea typeface="宋体" panose="02010600030101010101" pitchFamily="2" charset="-122"/>
                <a:cs typeface="+mn-ea"/>
              </a:rPr>
              <a:t>——</a:t>
            </a:r>
            <a:r>
              <a:rPr lang="zh-CN" altLang="en-US" sz="2400" strike="noStrike" noProof="1">
                <a:latin typeface="Arial" panose="02080604020202020204" pitchFamily="34" charset="0"/>
                <a:ea typeface="宋体" panose="02010600030101010101" pitchFamily="2" charset="-122"/>
                <a:cs typeface="+mn-ea"/>
              </a:rPr>
              <a:t>文件的物理结构</a:t>
            </a:r>
            <a:endParaRPr lang="zh-CN" altLang="en-US" sz="2400" strike="noStrike" noProof="1">
              <a:ea typeface="宋体" panose="02010600030101010101" pitchFamily="2" charset="-122"/>
            </a:endParaRPr>
          </a:p>
        </p:txBody>
      </p:sp>
      <p:sp>
        <p:nvSpPr>
          <p:cNvPr id="41989" name="矩形 41988"/>
          <p:cNvSpPr/>
          <p:nvPr/>
        </p:nvSpPr>
        <p:spPr>
          <a:xfrm>
            <a:off x="450850" y="5511800"/>
            <a:ext cx="8445500" cy="1041400"/>
          </a:xfrm>
          <a:prstGeom prst="rect">
            <a:avLst/>
          </a:prstGeom>
          <a:noFill/>
          <a:ln w="9525">
            <a:noFill/>
            <a:miter/>
          </a:ln>
        </p:spPr>
        <p:txBody>
          <a:bodyPr wrap="square">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20000"/>
              </a:lnSpc>
              <a:spcBef>
                <a:spcPct val="20000"/>
              </a:spcBef>
              <a:buNone/>
            </a:pPr>
            <a:r>
              <a:rPr lang="en-US" altLang="zh-CN" sz="2000" strike="noStrike" noProof="1">
                <a:latin typeface="Times New Roman" panose="02020603050405020304" charset="0"/>
                <a:ea typeface="宋体" panose="02010600030101010101" pitchFamily="2" charset="-122"/>
                <a:cs typeface="+mn-ea"/>
              </a:rPr>
              <a:t>      </a:t>
            </a:r>
            <a:r>
              <a:rPr lang="zh-CN" altLang="en-US" sz="2400" strike="noStrike" noProof="1">
                <a:solidFill>
                  <a:schemeClr val="tx1"/>
                </a:solidFill>
                <a:latin typeface="Times New Roman" panose="02020603050405020304" charset="0"/>
                <a:ea typeface="宋体" panose="02010600030101010101" pitchFamily="2" charset="-122"/>
                <a:cs typeface="+mn-ea"/>
              </a:rPr>
              <a:t>文件目录项中有一组表项用于索引。每一个表项登记的是</a:t>
            </a:r>
            <a:endParaRPr lang="zh-CN" altLang="en-US" sz="2400" strike="noStrike" noProof="1">
              <a:solidFill>
                <a:schemeClr val="tx1"/>
              </a:solidFill>
              <a:latin typeface="Times New Roman" panose="02020603050405020304" charset="0"/>
              <a:ea typeface="宋体" panose="02010600030101010101" pitchFamily="2" charset="-122"/>
            </a:endParaRPr>
          </a:p>
          <a:p>
            <a:pPr marL="533400" lvl="0" indent="-533400" fontAlgn="base">
              <a:lnSpc>
                <a:spcPct val="120000"/>
              </a:lnSpc>
              <a:spcBef>
                <a:spcPct val="20000"/>
              </a:spcBef>
              <a:buNone/>
            </a:pPr>
            <a:r>
              <a:rPr lang="zh-CN" altLang="en-US" sz="2400" strike="noStrike" noProof="1">
                <a:solidFill>
                  <a:schemeClr val="tx1"/>
                </a:solidFill>
                <a:latin typeface="Times New Roman" panose="02020603050405020304" charset="0"/>
                <a:ea typeface="宋体" panose="02010600030101010101" pitchFamily="2" charset="-122"/>
                <a:cs typeface="+mn-ea"/>
              </a:rPr>
              <a:t>     逻辑记录所在的磁盘块号。</a:t>
            </a:r>
            <a:endParaRPr lang="zh-CN" altLang="en-US" sz="2400" strike="noStrike" noProof="1">
              <a:solidFill>
                <a:schemeClr val="tx1"/>
              </a:solidFill>
              <a:latin typeface="Times New Roman" panose="02020603050405020304" charset="0"/>
              <a:ea typeface="宋体" panose="02010600030101010101" pitchFamily="2" charset="-122"/>
            </a:endParaRPr>
          </a:p>
        </p:txBody>
      </p:sp>
      <p:grpSp>
        <p:nvGrpSpPr>
          <p:cNvPr id="41990" name="组合 41989"/>
          <p:cNvGrpSpPr/>
          <p:nvPr/>
        </p:nvGrpSpPr>
        <p:grpSpPr>
          <a:xfrm>
            <a:off x="3116263" y="1420813"/>
            <a:ext cx="5907087" cy="3689350"/>
            <a:chOff x="0" y="0"/>
            <a:chExt cx="3223" cy="2324"/>
          </a:xfrm>
        </p:grpSpPr>
        <p:sp>
          <p:nvSpPr>
            <p:cNvPr id="2" name="文本框 41990"/>
            <p:cNvSpPr txBox="1"/>
            <p:nvPr/>
          </p:nvSpPr>
          <p:spPr>
            <a:xfrm>
              <a:off x="541" y="0"/>
              <a:ext cx="1003" cy="2028"/>
            </a:xfrm>
            <a:prstGeom prst="rect">
              <a:avLst/>
            </a:prstGeom>
            <a:solidFill>
              <a:srgbClr val="FFCCCC"/>
            </a:solidFill>
            <a:ln w="19050" cap="flat" cmpd="sng">
              <a:solidFill>
                <a:srgbClr val="000000"/>
              </a:solidFill>
              <a:prstDash val="solid"/>
              <a:miter/>
              <a:headEnd type="none" w="med" len="med"/>
              <a:tailEnd type="none" w="med" len="med"/>
            </a:ln>
          </p:spPr>
          <p:txBody>
            <a:bodyPr anchor="t"/>
            <a:p>
              <a:pPr lvl="0" algn="just">
                <a:buClr>
                  <a:srgbClr val="000000"/>
                </a:buClr>
              </a:pPr>
              <a:endParaRPr lang="en-US" altLang="zh-CN" sz="1600">
                <a:solidFill>
                  <a:schemeClr val="tx1"/>
                </a:solidFill>
                <a:latin typeface="Times New Roman" panose="02020603050405020304" charset="0"/>
                <a:ea typeface="宋体" panose="02010600030101010101" pitchFamily="2" charset="-122"/>
              </a:endParaRPr>
            </a:p>
            <a:p>
              <a:pPr lvl="0" algn="just">
                <a:buClr>
                  <a:srgbClr val="000000"/>
                </a:buClr>
              </a:pPr>
              <a:endParaRPr lang="en-US" altLang="zh-CN" sz="1600">
                <a:solidFill>
                  <a:schemeClr val="tx1"/>
                </a:solidFill>
                <a:latin typeface="Times New Roman" panose="02020603050405020304" charset="0"/>
                <a:ea typeface="宋体" panose="02010600030101010101" pitchFamily="2" charset="-122"/>
              </a:endParaRPr>
            </a:p>
            <a:p>
              <a:pPr lvl="0" algn="just">
                <a:buClr>
                  <a:srgbClr val="000000"/>
                </a:buClr>
              </a:pPr>
              <a:endParaRPr lang="en-US" altLang="zh-CN" sz="1600">
                <a:solidFill>
                  <a:schemeClr val="tx1"/>
                </a:solidFill>
                <a:latin typeface="Times New Roman" panose="02020603050405020304" charset="0"/>
                <a:ea typeface="宋体" panose="02010600030101010101" pitchFamily="2" charset="-122"/>
              </a:endParaRPr>
            </a:p>
            <a:p>
              <a:pPr lvl="0" algn="just">
                <a:buClr>
                  <a:srgbClr val="000000"/>
                </a:buClr>
              </a:pPr>
              <a:endParaRPr lang="en-US" altLang="zh-CN" sz="1600">
                <a:solidFill>
                  <a:schemeClr val="tx1"/>
                </a:solidFill>
                <a:latin typeface="Times New Roman" panose="02020603050405020304" charset="0"/>
                <a:ea typeface="宋体" panose="02010600030101010101" pitchFamily="2" charset="-122"/>
              </a:endParaRPr>
            </a:p>
          </p:txBody>
        </p:sp>
        <p:sp>
          <p:nvSpPr>
            <p:cNvPr id="41991" name="文本框 41991"/>
            <p:cNvSpPr txBox="1"/>
            <p:nvPr/>
          </p:nvSpPr>
          <p:spPr>
            <a:xfrm>
              <a:off x="0" y="450"/>
              <a:ext cx="586" cy="393"/>
            </a:xfrm>
            <a:prstGeom prst="rect">
              <a:avLst/>
            </a:prstGeom>
            <a:noFill/>
            <a:ln w="9525">
              <a:noFill/>
              <a:miter/>
            </a:ln>
          </p:spPr>
          <p:txBody>
            <a:bodyPr anchor="t"/>
            <a:p>
              <a:pPr lvl="0" algn="just">
                <a:buClr>
                  <a:srgbClr val="000000"/>
                </a:buClr>
              </a:pPr>
              <a:r>
                <a:rPr lang="zh-CN" altLang="en-US" sz="1600">
                  <a:solidFill>
                    <a:schemeClr val="tx1"/>
                  </a:solidFill>
                  <a:latin typeface="Times New Roman" panose="02020603050405020304" charset="0"/>
                  <a:ea typeface="宋体" panose="02010600030101010101" pitchFamily="2" charset="-122"/>
                </a:rPr>
                <a:t>文件</a:t>
              </a:r>
              <a:r>
                <a:rPr lang="en-US" altLang="zh-CN" sz="1600">
                  <a:solidFill>
                    <a:schemeClr val="tx1"/>
                  </a:solidFill>
                  <a:latin typeface="Times New Roman" panose="02020603050405020304" charset="0"/>
                  <a:ea typeface="宋体" panose="02010600030101010101" pitchFamily="2" charset="-122"/>
                </a:rPr>
                <a:t>A</a:t>
              </a:r>
              <a:endParaRPr lang="en-US" altLang="zh-CN" sz="1600">
                <a:solidFill>
                  <a:schemeClr val="tx1"/>
                </a:solidFill>
                <a:latin typeface="Times New Roman" panose="02020603050405020304" charset="0"/>
                <a:ea typeface="宋体" panose="02010600030101010101" pitchFamily="2" charset="-122"/>
              </a:endParaRPr>
            </a:p>
            <a:p>
              <a:pPr lvl="0" algn="just">
                <a:buClr>
                  <a:srgbClr val="000000"/>
                </a:buClr>
              </a:pPr>
              <a:r>
                <a:rPr lang="zh-CN" altLang="en-US" sz="1600">
                  <a:solidFill>
                    <a:schemeClr val="tx1"/>
                  </a:solidFill>
                  <a:latin typeface="Times New Roman" panose="02020603050405020304" charset="0"/>
                  <a:ea typeface="宋体" panose="02010600030101010101" pitchFamily="2" charset="-122"/>
                </a:rPr>
                <a:t>目录项</a:t>
              </a:r>
              <a:endParaRPr lang="zh-CN" altLang="en-US" sz="1600">
                <a:solidFill>
                  <a:schemeClr val="tx1"/>
                </a:solidFill>
                <a:latin typeface="Times New Roman" panose="02020603050405020304" charset="0"/>
                <a:ea typeface="宋体" panose="02010600030101010101" pitchFamily="2" charset="-122"/>
              </a:endParaRPr>
            </a:p>
          </p:txBody>
        </p:sp>
        <p:sp>
          <p:nvSpPr>
            <p:cNvPr id="41992" name="文本框 41992"/>
            <p:cNvSpPr txBox="1"/>
            <p:nvPr/>
          </p:nvSpPr>
          <p:spPr>
            <a:xfrm>
              <a:off x="2096" y="267"/>
              <a:ext cx="398" cy="287"/>
            </a:xfrm>
            <a:prstGeom prst="rect">
              <a:avLst/>
            </a:prstGeom>
            <a:solidFill>
              <a:srgbClr val="FFCCCC"/>
            </a:solidFill>
            <a:ln w="19050" cap="flat" cmpd="sng">
              <a:solidFill>
                <a:srgbClr val="000000"/>
              </a:solidFill>
              <a:prstDash val="solid"/>
              <a:miter/>
              <a:headEnd type="none" w="med" len="med"/>
              <a:tailEnd type="none" w="med" len="med"/>
            </a:ln>
          </p:spPr>
          <p:txBody>
            <a:bodyPr anchor="t"/>
            <a:p>
              <a:pPr lvl="0" algn="just">
                <a:buClr>
                  <a:srgbClr val="000000"/>
                </a:buClr>
              </a:pPr>
              <a:r>
                <a:rPr lang="en-US" altLang="zh-CN" sz="1600">
                  <a:solidFill>
                    <a:schemeClr val="tx1"/>
                  </a:solidFill>
                  <a:latin typeface="Times New Roman" panose="02020603050405020304" charset="0"/>
                  <a:ea typeface="宋体" panose="02010600030101010101" pitchFamily="2" charset="-122"/>
                </a:rPr>
                <a:t>  r</a:t>
              </a:r>
              <a:r>
                <a:rPr lang="en-US" altLang="zh-CN" sz="1600" baseline="-25000">
                  <a:solidFill>
                    <a:schemeClr val="tx1"/>
                  </a:solidFill>
                  <a:latin typeface="Times New Roman" panose="02020603050405020304" charset="0"/>
                  <a:ea typeface="宋体" panose="02010600030101010101" pitchFamily="2" charset="-122"/>
                </a:rPr>
                <a:t>0</a:t>
              </a:r>
              <a:endParaRPr lang="en-US" altLang="zh-CN" sz="1600" baseline="-25000">
                <a:solidFill>
                  <a:schemeClr val="tx1"/>
                </a:solidFill>
                <a:latin typeface="Times New Roman" panose="02020603050405020304" charset="0"/>
                <a:ea typeface="宋体" panose="02010600030101010101" pitchFamily="2" charset="-122"/>
              </a:endParaRPr>
            </a:p>
          </p:txBody>
        </p:sp>
        <p:sp>
          <p:nvSpPr>
            <p:cNvPr id="41993" name="文本框 41993"/>
            <p:cNvSpPr txBox="1"/>
            <p:nvPr/>
          </p:nvSpPr>
          <p:spPr>
            <a:xfrm>
              <a:off x="2096" y="801"/>
              <a:ext cx="398" cy="263"/>
            </a:xfrm>
            <a:prstGeom prst="rect">
              <a:avLst/>
            </a:prstGeom>
            <a:solidFill>
              <a:srgbClr val="FFCCCC"/>
            </a:solidFill>
            <a:ln w="19050" cap="flat" cmpd="sng">
              <a:solidFill>
                <a:srgbClr val="000000"/>
              </a:solidFill>
              <a:prstDash val="solid"/>
              <a:miter/>
              <a:headEnd type="none" w="med" len="med"/>
              <a:tailEnd type="none" w="med" len="med"/>
            </a:ln>
          </p:spPr>
          <p:txBody>
            <a:bodyPr anchor="t"/>
            <a:p>
              <a:pPr lvl="0" algn="just">
                <a:buClr>
                  <a:srgbClr val="000000"/>
                </a:buClr>
              </a:pPr>
              <a:r>
                <a:rPr lang="en-US" altLang="zh-CN" sz="1600">
                  <a:solidFill>
                    <a:schemeClr val="tx1"/>
                  </a:solidFill>
                  <a:latin typeface="Times New Roman" panose="02020603050405020304" charset="0"/>
                  <a:ea typeface="宋体" panose="02010600030101010101" pitchFamily="2" charset="-122"/>
                </a:rPr>
                <a:t>  r</a:t>
              </a:r>
              <a:r>
                <a:rPr lang="en-US" altLang="zh-CN" sz="1600" baseline="-25000">
                  <a:solidFill>
                    <a:schemeClr val="tx1"/>
                  </a:solidFill>
                  <a:latin typeface="Times New Roman" panose="02020603050405020304" charset="0"/>
                  <a:ea typeface="宋体" panose="02010600030101010101" pitchFamily="2" charset="-122"/>
                </a:rPr>
                <a:t>1</a:t>
              </a:r>
              <a:endParaRPr lang="en-US" altLang="zh-CN" sz="1600" baseline="-25000">
                <a:solidFill>
                  <a:schemeClr val="tx1"/>
                </a:solidFill>
                <a:latin typeface="Times New Roman" panose="02020603050405020304" charset="0"/>
                <a:ea typeface="宋体" panose="02010600030101010101" pitchFamily="2" charset="-122"/>
              </a:endParaRPr>
            </a:p>
          </p:txBody>
        </p:sp>
        <p:sp>
          <p:nvSpPr>
            <p:cNvPr id="41994" name="文本框 41994"/>
            <p:cNvSpPr txBox="1"/>
            <p:nvPr/>
          </p:nvSpPr>
          <p:spPr>
            <a:xfrm>
              <a:off x="721" y="2078"/>
              <a:ext cx="722" cy="246"/>
            </a:xfrm>
            <a:prstGeom prst="rect">
              <a:avLst/>
            </a:prstGeom>
            <a:noFill/>
            <a:ln w="9525">
              <a:noFill/>
              <a:miter/>
            </a:ln>
          </p:spPr>
          <p:txBody>
            <a:bodyPr anchor="t"/>
            <a:p>
              <a:pPr lvl="0" algn="just">
                <a:buClr>
                  <a:srgbClr val="000000"/>
                </a:buClr>
              </a:pPr>
              <a:r>
                <a:rPr lang="zh-CN" altLang="en-US" sz="1600">
                  <a:solidFill>
                    <a:schemeClr val="tx1"/>
                  </a:solidFill>
                  <a:latin typeface="Times New Roman" panose="02020603050405020304" charset="0"/>
                  <a:ea typeface="宋体" panose="02010600030101010101" pitchFamily="2" charset="-122"/>
                </a:rPr>
                <a:t>文件目录</a:t>
              </a:r>
              <a:endParaRPr lang="zh-CN" altLang="en-US" sz="1600">
                <a:solidFill>
                  <a:schemeClr val="tx1"/>
                </a:solidFill>
                <a:latin typeface="Times New Roman" panose="02020603050405020304" charset="0"/>
                <a:ea typeface="宋体" panose="02010600030101010101" pitchFamily="2" charset="-122"/>
              </a:endParaRPr>
            </a:p>
          </p:txBody>
        </p:sp>
        <p:sp>
          <p:nvSpPr>
            <p:cNvPr id="41995" name="文本框 41995"/>
            <p:cNvSpPr txBox="1"/>
            <p:nvPr/>
          </p:nvSpPr>
          <p:spPr>
            <a:xfrm>
              <a:off x="2096" y="1337"/>
              <a:ext cx="398" cy="263"/>
            </a:xfrm>
            <a:prstGeom prst="rect">
              <a:avLst/>
            </a:prstGeom>
            <a:solidFill>
              <a:srgbClr val="FFCCCC"/>
            </a:solidFill>
            <a:ln w="19050" cap="flat" cmpd="sng">
              <a:solidFill>
                <a:srgbClr val="000000"/>
              </a:solidFill>
              <a:prstDash val="solid"/>
              <a:miter/>
              <a:headEnd type="none" w="med" len="med"/>
              <a:tailEnd type="none" w="med" len="med"/>
            </a:ln>
          </p:spPr>
          <p:txBody>
            <a:bodyPr anchor="t"/>
            <a:p>
              <a:pPr lvl="0" algn="just">
                <a:buClr>
                  <a:srgbClr val="000000"/>
                </a:buClr>
              </a:pPr>
              <a:r>
                <a:rPr lang="en-US" altLang="zh-CN" sz="1600">
                  <a:solidFill>
                    <a:schemeClr val="tx1"/>
                  </a:solidFill>
                  <a:latin typeface="Times New Roman" panose="02020603050405020304" charset="0"/>
                  <a:ea typeface="宋体" panose="02010600030101010101" pitchFamily="2" charset="-122"/>
                </a:rPr>
                <a:t>  r</a:t>
              </a:r>
              <a:r>
                <a:rPr lang="en-US" altLang="zh-CN" sz="1600" baseline="-25000">
                  <a:solidFill>
                    <a:schemeClr val="tx1"/>
                  </a:solidFill>
                  <a:latin typeface="Times New Roman" panose="02020603050405020304" charset="0"/>
                  <a:ea typeface="宋体" panose="02010600030101010101" pitchFamily="2" charset="-122"/>
                </a:rPr>
                <a:t>2</a:t>
              </a:r>
              <a:endParaRPr lang="en-US" altLang="zh-CN" sz="1600" baseline="-25000">
                <a:solidFill>
                  <a:schemeClr val="tx1"/>
                </a:solidFill>
                <a:latin typeface="Times New Roman" panose="02020603050405020304" charset="0"/>
                <a:ea typeface="宋体" panose="02010600030101010101" pitchFamily="2" charset="-122"/>
              </a:endParaRPr>
            </a:p>
          </p:txBody>
        </p:sp>
        <p:sp>
          <p:nvSpPr>
            <p:cNvPr id="41996" name="文本框 41996"/>
            <p:cNvSpPr txBox="1"/>
            <p:nvPr/>
          </p:nvSpPr>
          <p:spPr>
            <a:xfrm>
              <a:off x="2096" y="1913"/>
              <a:ext cx="398" cy="263"/>
            </a:xfrm>
            <a:prstGeom prst="rect">
              <a:avLst/>
            </a:prstGeom>
            <a:solidFill>
              <a:srgbClr val="FFCCCC"/>
            </a:solidFill>
            <a:ln w="19050" cap="flat" cmpd="sng">
              <a:solidFill>
                <a:srgbClr val="000000"/>
              </a:solidFill>
              <a:prstDash val="solid"/>
              <a:miter/>
              <a:headEnd type="none" w="med" len="med"/>
              <a:tailEnd type="none" w="med" len="med"/>
            </a:ln>
          </p:spPr>
          <p:txBody>
            <a:bodyPr anchor="t"/>
            <a:p>
              <a:pPr lvl="0" algn="just">
                <a:buClr>
                  <a:srgbClr val="000000"/>
                </a:buClr>
              </a:pPr>
              <a:r>
                <a:rPr lang="en-US" altLang="zh-CN" sz="1600">
                  <a:solidFill>
                    <a:schemeClr val="tx1"/>
                  </a:solidFill>
                  <a:latin typeface="Times New Roman" panose="02020603050405020304" charset="0"/>
                  <a:ea typeface="宋体" panose="02010600030101010101" pitchFamily="2" charset="-122"/>
                </a:rPr>
                <a:t>  r</a:t>
              </a:r>
              <a:r>
                <a:rPr lang="en-US" altLang="zh-CN" sz="1600" baseline="-25000">
                  <a:solidFill>
                    <a:schemeClr val="tx1"/>
                  </a:solidFill>
                  <a:latin typeface="Times New Roman" panose="02020603050405020304" charset="0"/>
                  <a:ea typeface="宋体" panose="02010600030101010101" pitchFamily="2" charset="-122"/>
                </a:rPr>
                <a:t>3</a:t>
              </a:r>
              <a:endParaRPr lang="en-US" altLang="zh-CN" sz="1600" baseline="-25000">
                <a:solidFill>
                  <a:schemeClr val="tx1"/>
                </a:solidFill>
                <a:latin typeface="Times New Roman" panose="02020603050405020304" charset="0"/>
                <a:ea typeface="宋体" panose="02010600030101010101" pitchFamily="2" charset="-122"/>
              </a:endParaRPr>
            </a:p>
          </p:txBody>
        </p:sp>
        <p:sp>
          <p:nvSpPr>
            <p:cNvPr id="41997" name="文本框 41997"/>
            <p:cNvSpPr txBox="1"/>
            <p:nvPr/>
          </p:nvSpPr>
          <p:spPr>
            <a:xfrm>
              <a:off x="2502" y="225"/>
              <a:ext cx="721" cy="329"/>
            </a:xfrm>
            <a:prstGeom prst="rect">
              <a:avLst/>
            </a:prstGeom>
            <a:noFill/>
            <a:ln w="9525">
              <a:noFill/>
              <a:miter/>
            </a:ln>
          </p:spPr>
          <p:txBody>
            <a:bodyPr anchor="t"/>
            <a:p>
              <a:pPr lvl="0" algn="just">
                <a:buClr>
                  <a:srgbClr val="000000"/>
                </a:buClr>
              </a:pPr>
              <a:r>
                <a:rPr lang="zh-CN" altLang="en-US" sz="1600">
                  <a:solidFill>
                    <a:schemeClr val="tx1"/>
                  </a:solidFill>
                  <a:latin typeface="Times New Roman" panose="02020603050405020304" charset="0"/>
                  <a:ea typeface="宋体" panose="02010600030101010101" pitchFamily="2" charset="-122"/>
                </a:rPr>
                <a:t>磁盘块号</a:t>
              </a:r>
              <a:endParaRPr lang="zh-CN" altLang="en-US" sz="1600">
                <a:solidFill>
                  <a:schemeClr val="tx1"/>
                </a:solidFill>
                <a:latin typeface="Times New Roman" panose="02020603050405020304" charset="0"/>
                <a:ea typeface="宋体" panose="02010600030101010101" pitchFamily="2" charset="-122"/>
              </a:endParaRPr>
            </a:p>
            <a:p>
              <a:pPr lvl="0" algn="just">
                <a:buClr>
                  <a:srgbClr val="000000"/>
                </a:buClr>
              </a:pPr>
              <a:r>
                <a:rPr lang="zh-CN" altLang="en-US" sz="1600">
                  <a:solidFill>
                    <a:schemeClr val="tx1"/>
                  </a:solidFill>
                  <a:latin typeface="Times New Roman" panose="02020603050405020304" charset="0"/>
                  <a:ea typeface="宋体" panose="02010600030101010101" pitchFamily="2" charset="-122"/>
                </a:rPr>
                <a:t>      </a:t>
              </a:r>
              <a:r>
                <a:rPr lang="en-US" altLang="zh-CN" sz="1600">
                  <a:solidFill>
                    <a:schemeClr val="tx1"/>
                  </a:solidFill>
                  <a:latin typeface="Times New Roman" panose="02020603050405020304" charset="0"/>
                  <a:ea typeface="宋体" panose="02010600030101010101" pitchFamily="2" charset="-122"/>
                </a:rPr>
                <a:t>23</a:t>
              </a:r>
              <a:endParaRPr lang="en-US" altLang="zh-CN" sz="1600">
                <a:solidFill>
                  <a:schemeClr val="tx1"/>
                </a:solidFill>
                <a:latin typeface="Times New Roman" panose="02020603050405020304" charset="0"/>
                <a:ea typeface="宋体" panose="02010600030101010101" pitchFamily="2" charset="-122"/>
              </a:endParaRPr>
            </a:p>
          </p:txBody>
        </p:sp>
        <p:sp>
          <p:nvSpPr>
            <p:cNvPr id="41998" name="文本框 41998"/>
            <p:cNvSpPr txBox="1"/>
            <p:nvPr/>
          </p:nvSpPr>
          <p:spPr>
            <a:xfrm>
              <a:off x="2502" y="759"/>
              <a:ext cx="721" cy="329"/>
            </a:xfrm>
            <a:prstGeom prst="rect">
              <a:avLst/>
            </a:prstGeom>
            <a:noFill/>
            <a:ln w="9525">
              <a:noFill/>
              <a:miter/>
            </a:ln>
          </p:spPr>
          <p:txBody>
            <a:bodyPr anchor="t"/>
            <a:p>
              <a:pPr lvl="0" algn="just">
                <a:buClr>
                  <a:srgbClr val="000000"/>
                </a:buClr>
              </a:pPr>
              <a:r>
                <a:rPr lang="zh-CN" altLang="en-US" sz="1600">
                  <a:solidFill>
                    <a:schemeClr val="tx1"/>
                  </a:solidFill>
                  <a:latin typeface="Times New Roman" panose="02020603050405020304" charset="0"/>
                  <a:ea typeface="宋体" panose="02010600030101010101" pitchFamily="2" charset="-122"/>
                </a:rPr>
                <a:t>磁盘块号</a:t>
              </a:r>
              <a:endParaRPr lang="zh-CN" altLang="en-US" sz="1600">
                <a:solidFill>
                  <a:schemeClr val="tx1"/>
                </a:solidFill>
                <a:latin typeface="Times New Roman" panose="02020603050405020304" charset="0"/>
                <a:ea typeface="宋体" panose="02010600030101010101" pitchFamily="2" charset="-122"/>
              </a:endParaRPr>
            </a:p>
            <a:p>
              <a:pPr lvl="0" algn="just">
                <a:buClr>
                  <a:srgbClr val="000000"/>
                </a:buClr>
              </a:pPr>
              <a:r>
                <a:rPr lang="zh-CN" altLang="en-US" sz="1600">
                  <a:solidFill>
                    <a:schemeClr val="tx1"/>
                  </a:solidFill>
                  <a:latin typeface="Times New Roman" panose="02020603050405020304" charset="0"/>
                  <a:ea typeface="宋体" panose="02010600030101010101" pitchFamily="2" charset="-122"/>
                </a:rPr>
                <a:t>      </a:t>
              </a:r>
              <a:r>
                <a:rPr lang="en-US" altLang="zh-CN" sz="1600">
                  <a:solidFill>
                    <a:schemeClr val="tx1"/>
                  </a:solidFill>
                  <a:latin typeface="Times New Roman" panose="02020603050405020304" charset="0"/>
                  <a:ea typeface="宋体" panose="02010600030101010101" pitchFamily="2" charset="-122"/>
                </a:rPr>
                <a:t>89</a:t>
              </a:r>
              <a:endParaRPr lang="en-US" altLang="zh-CN" sz="1600">
                <a:solidFill>
                  <a:schemeClr val="tx1"/>
                </a:solidFill>
                <a:latin typeface="Times New Roman" panose="02020603050405020304" charset="0"/>
                <a:ea typeface="宋体" panose="02010600030101010101" pitchFamily="2" charset="-122"/>
              </a:endParaRPr>
            </a:p>
          </p:txBody>
        </p:sp>
        <p:sp>
          <p:nvSpPr>
            <p:cNvPr id="41999" name="文本框 41999"/>
            <p:cNvSpPr txBox="1"/>
            <p:nvPr/>
          </p:nvSpPr>
          <p:spPr>
            <a:xfrm>
              <a:off x="2502" y="1295"/>
              <a:ext cx="721" cy="330"/>
            </a:xfrm>
            <a:prstGeom prst="rect">
              <a:avLst/>
            </a:prstGeom>
            <a:noFill/>
            <a:ln w="9525">
              <a:noFill/>
              <a:miter/>
            </a:ln>
          </p:spPr>
          <p:txBody>
            <a:bodyPr anchor="t"/>
            <a:p>
              <a:pPr lvl="0" algn="just">
                <a:buClr>
                  <a:srgbClr val="000000"/>
                </a:buClr>
              </a:pPr>
              <a:r>
                <a:rPr lang="zh-CN" altLang="en-US" sz="1600">
                  <a:solidFill>
                    <a:schemeClr val="tx1"/>
                  </a:solidFill>
                  <a:latin typeface="Times New Roman" panose="02020603050405020304" charset="0"/>
                  <a:ea typeface="宋体" panose="02010600030101010101" pitchFamily="2" charset="-122"/>
                </a:rPr>
                <a:t>磁盘块号</a:t>
              </a:r>
              <a:endParaRPr lang="zh-CN" altLang="en-US" sz="1600">
                <a:solidFill>
                  <a:schemeClr val="tx1"/>
                </a:solidFill>
                <a:latin typeface="Times New Roman" panose="02020603050405020304" charset="0"/>
                <a:ea typeface="宋体" panose="02010600030101010101" pitchFamily="2" charset="-122"/>
              </a:endParaRPr>
            </a:p>
            <a:p>
              <a:pPr lvl="0" algn="just">
                <a:buClr>
                  <a:srgbClr val="000000"/>
                </a:buClr>
              </a:pPr>
              <a:r>
                <a:rPr lang="zh-CN" altLang="en-US" sz="1600">
                  <a:solidFill>
                    <a:schemeClr val="tx1"/>
                  </a:solidFill>
                  <a:latin typeface="Times New Roman" panose="02020603050405020304" charset="0"/>
                  <a:ea typeface="宋体" panose="02010600030101010101" pitchFamily="2" charset="-122"/>
                </a:rPr>
                <a:t>     </a:t>
              </a:r>
              <a:r>
                <a:rPr lang="en-US" altLang="zh-CN" sz="1600">
                  <a:solidFill>
                    <a:schemeClr val="tx1"/>
                  </a:solidFill>
                  <a:latin typeface="Times New Roman" panose="02020603050405020304" charset="0"/>
                  <a:ea typeface="宋体" panose="02010600030101010101" pitchFamily="2" charset="-122"/>
                </a:rPr>
                <a:t>126</a:t>
              </a:r>
              <a:endParaRPr lang="en-US" altLang="zh-CN" sz="1600">
                <a:solidFill>
                  <a:schemeClr val="tx1"/>
                </a:solidFill>
                <a:latin typeface="Times New Roman" panose="02020603050405020304" charset="0"/>
                <a:ea typeface="宋体" panose="02010600030101010101" pitchFamily="2" charset="-122"/>
              </a:endParaRPr>
            </a:p>
          </p:txBody>
        </p:sp>
        <p:sp>
          <p:nvSpPr>
            <p:cNvPr id="42000" name="文本框 42000"/>
            <p:cNvSpPr txBox="1"/>
            <p:nvPr/>
          </p:nvSpPr>
          <p:spPr>
            <a:xfrm>
              <a:off x="2502" y="1871"/>
              <a:ext cx="721" cy="331"/>
            </a:xfrm>
            <a:prstGeom prst="rect">
              <a:avLst/>
            </a:prstGeom>
            <a:noFill/>
            <a:ln w="9525">
              <a:noFill/>
              <a:miter/>
            </a:ln>
          </p:spPr>
          <p:txBody>
            <a:bodyPr anchor="t"/>
            <a:p>
              <a:pPr lvl="0" algn="just">
                <a:buClr>
                  <a:srgbClr val="000000"/>
                </a:buClr>
              </a:pPr>
              <a:r>
                <a:rPr lang="zh-CN" altLang="en-US" sz="1600">
                  <a:solidFill>
                    <a:schemeClr val="tx1"/>
                  </a:solidFill>
                  <a:latin typeface="Times New Roman" panose="02020603050405020304" charset="0"/>
                  <a:ea typeface="宋体" panose="02010600030101010101" pitchFamily="2" charset="-122"/>
                </a:rPr>
                <a:t>磁盘块号</a:t>
              </a:r>
              <a:endParaRPr lang="zh-CN" altLang="en-US" sz="1600">
                <a:solidFill>
                  <a:schemeClr val="tx1"/>
                </a:solidFill>
                <a:latin typeface="Times New Roman" panose="02020603050405020304" charset="0"/>
                <a:ea typeface="宋体" panose="02010600030101010101" pitchFamily="2" charset="-122"/>
              </a:endParaRPr>
            </a:p>
            <a:p>
              <a:pPr lvl="0" algn="just">
                <a:buClr>
                  <a:srgbClr val="000000"/>
                </a:buClr>
              </a:pPr>
              <a:r>
                <a:rPr lang="zh-CN" altLang="en-US" sz="1600">
                  <a:solidFill>
                    <a:schemeClr val="tx1"/>
                  </a:solidFill>
                  <a:latin typeface="Times New Roman" panose="02020603050405020304" charset="0"/>
                  <a:ea typeface="宋体" panose="02010600030101010101" pitchFamily="2" charset="-122"/>
                </a:rPr>
                <a:t>     </a:t>
              </a:r>
              <a:r>
                <a:rPr lang="en-US" altLang="zh-CN" sz="1600">
                  <a:solidFill>
                    <a:schemeClr val="tx1"/>
                  </a:solidFill>
                  <a:latin typeface="Times New Roman" panose="02020603050405020304" charset="0"/>
                  <a:ea typeface="宋体" panose="02010600030101010101" pitchFamily="2" charset="-122"/>
                </a:rPr>
                <a:t>229</a:t>
              </a:r>
              <a:endParaRPr lang="en-US" altLang="zh-CN" sz="1600">
                <a:solidFill>
                  <a:schemeClr val="tx1"/>
                </a:solidFill>
                <a:latin typeface="Times New Roman" panose="02020603050405020304" charset="0"/>
                <a:ea typeface="宋体" panose="02010600030101010101" pitchFamily="2" charset="-122"/>
              </a:endParaRPr>
            </a:p>
          </p:txBody>
        </p:sp>
        <p:sp>
          <p:nvSpPr>
            <p:cNvPr id="42001" name="直接连接符 42001"/>
            <p:cNvSpPr/>
            <p:nvPr/>
          </p:nvSpPr>
          <p:spPr>
            <a:xfrm flipV="1">
              <a:off x="1471" y="266"/>
              <a:ext cx="630" cy="375"/>
            </a:xfrm>
            <a:prstGeom prst="line">
              <a:avLst/>
            </a:prstGeom>
            <a:ln w="19050" cap="flat" cmpd="sng">
              <a:solidFill>
                <a:schemeClr val="tx1"/>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42002" name="直接连接符 42002"/>
            <p:cNvSpPr/>
            <p:nvPr/>
          </p:nvSpPr>
          <p:spPr>
            <a:xfrm>
              <a:off x="1425" y="801"/>
              <a:ext cx="676" cy="0"/>
            </a:xfrm>
            <a:prstGeom prst="line">
              <a:avLst/>
            </a:prstGeom>
            <a:ln w="19050" cap="flat" cmpd="sng">
              <a:solidFill>
                <a:schemeClr val="tx1"/>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42003" name="直接连接符 42003"/>
            <p:cNvSpPr/>
            <p:nvPr/>
          </p:nvSpPr>
          <p:spPr>
            <a:xfrm>
              <a:off x="1425" y="966"/>
              <a:ext cx="676" cy="371"/>
            </a:xfrm>
            <a:prstGeom prst="line">
              <a:avLst/>
            </a:prstGeom>
            <a:ln w="19050" cap="flat" cmpd="sng">
              <a:solidFill>
                <a:schemeClr val="tx1"/>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42004" name="直接连接符 42004"/>
            <p:cNvSpPr/>
            <p:nvPr/>
          </p:nvSpPr>
          <p:spPr>
            <a:xfrm>
              <a:off x="1416" y="1139"/>
              <a:ext cx="676" cy="783"/>
            </a:xfrm>
            <a:prstGeom prst="line">
              <a:avLst/>
            </a:prstGeom>
            <a:ln w="19050" cap="flat" cmpd="sng">
              <a:solidFill>
                <a:schemeClr val="tx1"/>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42005" name="直接连接符 42005"/>
            <p:cNvSpPr/>
            <p:nvPr/>
          </p:nvSpPr>
          <p:spPr>
            <a:xfrm>
              <a:off x="543" y="368"/>
              <a:ext cx="1002" cy="0"/>
            </a:xfrm>
            <a:prstGeom prst="line">
              <a:avLst/>
            </a:prstGeom>
            <a:ln w="25400"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42006" name="直接连接符 42006"/>
            <p:cNvSpPr/>
            <p:nvPr/>
          </p:nvSpPr>
          <p:spPr>
            <a:xfrm>
              <a:off x="557" y="567"/>
              <a:ext cx="980" cy="0"/>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42007" name="直接连接符 42007"/>
            <p:cNvSpPr/>
            <p:nvPr/>
          </p:nvSpPr>
          <p:spPr>
            <a:xfrm>
              <a:off x="550" y="726"/>
              <a:ext cx="979" cy="0"/>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42008" name="直接连接符 42008"/>
            <p:cNvSpPr/>
            <p:nvPr/>
          </p:nvSpPr>
          <p:spPr>
            <a:xfrm>
              <a:off x="553" y="884"/>
              <a:ext cx="981" cy="0"/>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42009" name="直接连接符 42009"/>
            <p:cNvSpPr/>
            <p:nvPr/>
          </p:nvSpPr>
          <p:spPr>
            <a:xfrm>
              <a:off x="557" y="1072"/>
              <a:ext cx="980" cy="0"/>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42010" name="直接连接符 42010"/>
            <p:cNvSpPr/>
            <p:nvPr/>
          </p:nvSpPr>
          <p:spPr>
            <a:xfrm>
              <a:off x="550" y="1240"/>
              <a:ext cx="979" cy="0"/>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42011" name="文本框 42011"/>
            <p:cNvSpPr txBox="1"/>
            <p:nvPr/>
          </p:nvSpPr>
          <p:spPr>
            <a:xfrm>
              <a:off x="864" y="566"/>
              <a:ext cx="425" cy="142"/>
            </a:xfrm>
            <a:prstGeom prst="rect">
              <a:avLst/>
            </a:prstGeom>
            <a:noFill/>
            <a:ln w="9525">
              <a:noFill/>
              <a:miter/>
            </a:ln>
          </p:spPr>
          <p:txBody>
            <a:bodyPr anchor="t"/>
            <a:p>
              <a:pPr lvl="0" algn="just">
                <a:lnSpc>
                  <a:spcPct val="80000"/>
                </a:lnSpc>
                <a:buClr>
                  <a:srgbClr val="000000"/>
                </a:buClr>
              </a:pPr>
              <a:r>
                <a:rPr lang="en-US" altLang="zh-CN" sz="1600">
                  <a:solidFill>
                    <a:schemeClr val="tx1"/>
                  </a:solidFill>
                  <a:latin typeface="Times New Roman" panose="02020603050405020304" charset="0"/>
                  <a:ea typeface="宋体" panose="02010600030101010101" pitchFamily="2" charset="-122"/>
                </a:rPr>
                <a:t>  23</a:t>
              </a:r>
              <a:endParaRPr lang="en-US" altLang="zh-CN" sz="1600">
                <a:solidFill>
                  <a:schemeClr val="tx1"/>
                </a:solidFill>
                <a:latin typeface="Times New Roman" panose="02020603050405020304" charset="0"/>
                <a:ea typeface="宋体" panose="02010600030101010101" pitchFamily="2" charset="-122"/>
              </a:endParaRPr>
            </a:p>
          </p:txBody>
        </p:sp>
        <p:sp>
          <p:nvSpPr>
            <p:cNvPr id="42012" name="文本框 42012"/>
            <p:cNvSpPr txBox="1"/>
            <p:nvPr/>
          </p:nvSpPr>
          <p:spPr>
            <a:xfrm>
              <a:off x="864" y="727"/>
              <a:ext cx="425" cy="142"/>
            </a:xfrm>
            <a:prstGeom prst="rect">
              <a:avLst/>
            </a:prstGeom>
            <a:noFill/>
            <a:ln w="9525">
              <a:noFill/>
              <a:miter/>
            </a:ln>
          </p:spPr>
          <p:txBody>
            <a:bodyPr anchor="t"/>
            <a:p>
              <a:pPr lvl="0" algn="just">
                <a:lnSpc>
                  <a:spcPct val="80000"/>
                </a:lnSpc>
                <a:buClr>
                  <a:srgbClr val="000000"/>
                </a:buClr>
              </a:pPr>
              <a:r>
                <a:rPr lang="en-US" altLang="zh-CN" sz="1600">
                  <a:solidFill>
                    <a:schemeClr val="tx1"/>
                  </a:solidFill>
                  <a:latin typeface="Times New Roman" panose="02020603050405020304" charset="0"/>
                  <a:ea typeface="宋体" panose="02010600030101010101" pitchFamily="2" charset="-122"/>
                </a:rPr>
                <a:t>  89</a:t>
              </a:r>
              <a:endParaRPr lang="en-US" altLang="zh-CN" sz="1600">
                <a:solidFill>
                  <a:schemeClr val="tx1"/>
                </a:solidFill>
                <a:latin typeface="Times New Roman" panose="02020603050405020304" charset="0"/>
                <a:ea typeface="宋体" panose="02010600030101010101" pitchFamily="2" charset="-122"/>
              </a:endParaRPr>
            </a:p>
          </p:txBody>
        </p:sp>
        <p:sp>
          <p:nvSpPr>
            <p:cNvPr id="42013" name="文本框 42013"/>
            <p:cNvSpPr txBox="1"/>
            <p:nvPr/>
          </p:nvSpPr>
          <p:spPr>
            <a:xfrm>
              <a:off x="815" y="913"/>
              <a:ext cx="425" cy="144"/>
            </a:xfrm>
            <a:prstGeom prst="rect">
              <a:avLst/>
            </a:prstGeom>
            <a:noFill/>
            <a:ln w="9525">
              <a:noFill/>
              <a:miter/>
            </a:ln>
          </p:spPr>
          <p:txBody>
            <a:bodyPr anchor="t"/>
            <a:p>
              <a:pPr lvl="0" algn="just">
                <a:lnSpc>
                  <a:spcPct val="80000"/>
                </a:lnSpc>
                <a:buClr>
                  <a:srgbClr val="000000"/>
                </a:buClr>
              </a:pPr>
              <a:r>
                <a:rPr lang="en-US" altLang="zh-CN" sz="1600">
                  <a:solidFill>
                    <a:schemeClr val="tx1"/>
                  </a:solidFill>
                  <a:latin typeface="Times New Roman" panose="02020603050405020304" charset="0"/>
                  <a:ea typeface="宋体" panose="02010600030101010101" pitchFamily="2" charset="-122"/>
                </a:rPr>
                <a:t>  126</a:t>
              </a:r>
              <a:endParaRPr lang="en-US" altLang="zh-CN" sz="1600">
                <a:solidFill>
                  <a:schemeClr val="tx1"/>
                </a:solidFill>
                <a:latin typeface="Times New Roman" panose="02020603050405020304" charset="0"/>
                <a:ea typeface="宋体" panose="02010600030101010101" pitchFamily="2" charset="-122"/>
              </a:endParaRPr>
            </a:p>
          </p:txBody>
        </p:sp>
        <p:sp>
          <p:nvSpPr>
            <p:cNvPr id="42014" name="文本框 42014"/>
            <p:cNvSpPr txBox="1"/>
            <p:nvPr/>
          </p:nvSpPr>
          <p:spPr>
            <a:xfrm>
              <a:off x="819" y="1077"/>
              <a:ext cx="425" cy="142"/>
            </a:xfrm>
            <a:prstGeom prst="rect">
              <a:avLst/>
            </a:prstGeom>
            <a:noFill/>
            <a:ln w="9525">
              <a:noFill/>
              <a:miter/>
            </a:ln>
          </p:spPr>
          <p:txBody>
            <a:bodyPr anchor="t"/>
            <a:p>
              <a:pPr lvl="0" algn="just">
                <a:lnSpc>
                  <a:spcPct val="80000"/>
                </a:lnSpc>
                <a:buClr>
                  <a:srgbClr val="000000"/>
                </a:buClr>
              </a:pPr>
              <a:r>
                <a:rPr lang="en-US" altLang="zh-CN" sz="1600">
                  <a:solidFill>
                    <a:schemeClr val="tx1"/>
                  </a:solidFill>
                  <a:latin typeface="Times New Roman" panose="02020603050405020304" charset="0"/>
                  <a:ea typeface="宋体" panose="02010600030101010101" pitchFamily="2" charset="-122"/>
                </a:rPr>
                <a:t>  229</a:t>
              </a:r>
              <a:endParaRPr lang="en-US" altLang="zh-CN" sz="1600">
                <a:solidFill>
                  <a:schemeClr val="tx1"/>
                </a:solidFill>
                <a:latin typeface="Times New Roman" panose="02020603050405020304" charset="0"/>
                <a:ea typeface="宋体" panose="02010600030101010101" pitchFamily="2" charset="-122"/>
              </a:endParaRPr>
            </a:p>
          </p:txBody>
        </p:sp>
        <p:sp>
          <p:nvSpPr>
            <p:cNvPr id="42015" name="直接连接符 42015"/>
            <p:cNvSpPr/>
            <p:nvPr/>
          </p:nvSpPr>
          <p:spPr>
            <a:xfrm>
              <a:off x="554" y="1454"/>
              <a:ext cx="1002" cy="0"/>
            </a:xfrm>
            <a:prstGeom prst="line">
              <a:avLst/>
            </a:prstGeom>
            <a:ln w="25400"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42016" name="文本框 42016"/>
            <p:cNvSpPr txBox="1"/>
            <p:nvPr/>
          </p:nvSpPr>
          <p:spPr>
            <a:xfrm>
              <a:off x="924" y="393"/>
              <a:ext cx="298" cy="194"/>
            </a:xfrm>
            <a:prstGeom prst="rect">
              <a:avLst/>
            </a:prstGeom>
            <a:noFill/>
            <a:ln w="9525">
              <a:noFill/>
              <a:miter/>
            </a:ln>
          </p:spPr>
          <p:txBody>
            <a:bodyPr anchor="t"/>
            <a:p>
              <a:pPr lvl="0" algn="just">
                <a:lnSpc>
                  <a:spcPct val="80000"/>
                </a:lnSpc>
                <a:buClr>
                  <a:srgbClr val="000000"/>
                </a:buClr>
              </a:pPr>
              <a:r>
                <a:rPr lang="en-US" altLang="zh-CN" sz="1600">
                  <a:solidFill>
                    <a:schemeClr val="tx1"/>
                  </a:solidFill>
                  <a:latin typeface="Times New Roman" panose="02020603050405020304" charset="0"/>
                  <a:ea typeface="宋体" panose="02010600030101010101" pitchFamily="2" charset="-122"/>
                </a:rPr>
                <a:t> ...</a:t>
              </a:r>
              <a:endParaRPr lang="en-US" altLang="zh-CN" sz="1600">
                <a:solidFill>
                  <a:schemeClr val="tx1"/>
                </a:solidFill>
                <a:latin typeface="Arial" panose="02080604020202020204" pitchFamily="34" charset="0"/>
                <a:ea typeface="宋体" panose="02010600030101010101" pitchFamily="2" charset="-122"/>
                <a:sym typeface="MT Extra" panose="05050102010205020202" pitchFamily="2" charset="2"/>
              </a:endParaRPr>
            </a:p>
          </p:txBody>
        </p:sp>
        <p:sp>
          <p:nvSpPr>
            <p:cNvPr id="42017" name="文本框 42017"/>
            <p:cNvSpPr txBox="1"/>
            <p:nvPr/>
          </p:nvSpPr>
          <p:spPr>
            <a:xfrm>
              <a:off x="924" y="1278"/>
              <a:ext cx="298" cy="193"/>
            </a:xfrm>
            <a:prstGeom prst="rect">
              <a:avLst/>
            </a:prstGeom>
            <a:noFill/>
            <a:ln w="9525">
              <a:noFill/>
              <a:miter/>
            </a:ln>
          </p:spPr>
          <p:txBody>
            <a:bodyPr anchor="t"/>
            <a:p>
              <a:pPr lvl="0" algn="just">
                <a:lnSpc>
                  <a:spcPct val="80000"/>
                </a:lnSpc>
                <a:buClr>
                  <a:srgbClr val="000000"/>
                </a:buClr>
              </a:pPr>
              <a:r>
                <a:rPr lang="en-US" altLang="zh-CN" sz="1600">
                  <a:solidFill>
                    <a:schemeClr val="tx1"/>
                  </a:solidFill>
                  <a:latin typeface="Times New Roman" panose="02020603050405020304" charset="0"/>
                  <a:ea typeface="宋体" panose="02010600030101010101" pitchFamily="2" charset="-122"/>
                </a:rPr>
                <a:t> ...</a:t>
              </a:r>
              <a:endParaRPr lang="en-US" altLang="zh-CN" sz="1600">
                <a:solidFill>
                  <a:schemeClr val="tx1"/>
                </a:solidFill>
                <a:latin typeface="Arial" panose="02080604020202020204" pitchFamily="34" charset="0"/>
                <a:ea typeface="宋体" panose="02010600030101010101" pitchFamily="2" charset="-122"/>
                <a:sym typeface="MT Extra" panose="05050102010205020202" pitchFamily="2" charset="2"/>
              </a:endParaRPr>
            </a:p>
          </p:txBody>
        </p:sp>
      </p:grpSp>
      <p:sp>
        <p:nvSpPr>
          <p:cNvPr id="42019" name="文本框 42018"/>
          <p:cNvSpPr txBox="1"/>
          <p:nvPr/>
        </p:nvSpPr>
        <p:spPr>
          <a:xfrm>
            <a:off x="3786188" y="5110163"/>
            <a:ext cx="1954212" cy="336550"/>
          </a:xfrm>
          <a:prstGeom prst="rect">
            <a:avLst/>
          </a:prstGeom>
          <a:noFill/>
          <a:ln w="9525">
            <a:noFill/>
            <a:miter/>
          </a:ln>
        </p:spPr>
        <p:txBody>
          <a:bodyPr anchor="t">
            <a:spAutoFit/>
          </a:bodyPr>
          <a:p>
            <a:pPr lvl="0">
              <a:spcBef>
                <a:spcPct val="30000"/>
              </a:spcBef>
              <a:buClr>
                <a:srgbClr val="000000"/>
              </a:buClr>
            </a:pPr>
            <a:r>
              <a:rPr lang="zh-CN" altLang="en-US" sz="1600" b="0">
                <a:solidFill>
                  <a:schemeClr val="tx1"/>
                </a:solidFill>
                <a:latin typeface="Times New Roman" panose="02020603050405020304" charset="0"/>
                <a:ea typeface="宋体" panose="02010600030101010101" pitchFamily="2" charset="-122"/>
              </a:rPr>
              <a:t>直接索引文件结构</a:t>
            </a:r>
            <a:endParaRPr lang="zh-CN" altLang="en-US" sz="1600" b="0">
              <a:solidFill>
                <a:schemeClr val="tx1"/>
              </a:solidFill>
              <a:latin typeface="Times New Roman" panose="02020603050405020304" charset="0"/>
              <a:ea typeface="宋体" panose="02010600030101010101" pitchFamily="2" charset="-122"/>
            </a:endParaRPr>
          </a:p>
        </p:txBody>
      </p:sp>
      <p:sp>
        <p:nvSpPr>
          <p:cNvPr id="45091" name="文本框 2"/>
          <p:cNvSpPr txBox="1"/>
          <p:nvPr/>
        </p:nvSpPr>
        <p:spPr>
          <a:xfrm>
            <a:off x="292100" y="2393950"/>
            <a:ext cx="2682875" cy="1617663"/>
          </a:xfrm>
          <a:prstGeom prst="rect">
            <a:avLst/>
          </a:prstGeom>
          <a:noFill/>
          <a:ln w="9525">
            <a:solidFill>
              <a:schemeClr val="accent4"/>
            </a:solidFill>
            <a:miter/>
          </a:ln>
        </p:spPr>
        <p:txBody>
          <a:bodyPr wrap="square" anchor="t">
            <a:spAutoFit/>
          </a:bodyPr>
          <a:p>
            <a:pPr lvl="0" fontAlgn="base"/>
            <a:r>
              <a:rPr lang="zh-CN" altLang="en-US" sz="2000" strike="noStrike" noProof="1">
                <a:solidFill>
                  <a:schemeClr val="tx1"/>
                </a:solidFill>
                <a:latin typeface="Times New Roman" panose="02020603050405020304" charset="0"/>
                <a:ea typeface="宋体" panose="02010600030101010101" pitchFamily="2" charset="-122"/>
                <a:cs typeface="+mn-ea"/>
                <a:sym typeface="Arial" panose="02080604020202020204" pitchFamily="34" charset="0"/>
              </a:rPr>
              <a:t>假设一个物理块的大小为</a:t>
            </a:r>
            <a:r>
              <a:rPr lang="en-US" altLang="zh-CN" sz="2000" strike="noStrike" noProof="1">
                <a:solidFill>
                  <a:schemeClr val="tx1"/>
                </a:solidFill>
                <a:latin typeface="Times New Roman" panose="02020603050405020304" charset="0"/>
                <a:ea typeface="宋体" panose="02010600030101010101" pitchFamily="2" charset="-122"/>
                <a:cs typeface="+mn-ea"/>
                <a:sym typeface="Arial" panose="02080604020202020204" pitchFamily="34" charset="0"/>
              </a:rPr>
              <a:t>512B</a:t>
            </a:r>
            <a:r>
              <a:rPr lang="x-none" altLang="en-US" sz="2000" strike="noStrike" noProof="1">
                <a:solidFill>
                  <a:schemeClr val="tx1"/>
                </a:solidFill>
                <a:latin typeface="Times New Roman" panose="02020603050405020304" charset="0"/>
                <a:ea typeface="宋体" panose="02010600030101010101" pitchFamily="2" charset="-122"/>
                <a:cs typeface="+mn-ea"/>
                <a:sym typeface="Arial" panose="02080604020202020204" pitchFamily="34" charset="0"/>
              </a:rPr>
              <a:t>,</a:t>
            </a:r>
            <a:endParaRPr lang="x-none" altLang="en-US" sz="2000" strike="noStrike" noProof="1">
              <a:solidFill>
                <a:schemeClr val="tx1"/>
              </a:solidFill>
              <a:latin typeface="Times New Roman" panose="02020603050405020304" charset="0"/>
              <a:ea typeface="宋体" panose="02010600030101010101" pitchFamily="2" charset="-122"/>
              <a:sym typeface="Arial" panose="02080604020202020204" pitchFamily="34" charset="0"/>
            </a:endParaRPr>
          </a:p>
          <a:p>
            <a:pPr lvl="0" fontAlgn="base"/>
            <a:endParaRPr lang="x-none" altLang="en-US" sz="2000" strike="noStrike" noProof="1">
              <a:solidFill>
                <a:schemeClr val="tx1"/>
              </a:solidFill>
              <a:latin typeface="Times New Roman" panose="02020603050405020304" charset="0"/>
              <a:ea typeface="宋体" panose="02010600030101010101" pitchFamily="2" charset="-122"/>
              <a:sym typeface="Arial" panose="02080604020202020204" pitchFamily="34" charset="0"/>
            </a:endParaRPr>
          </a:p>
          <a:p>
            <a:pPr lvl="0" fontAlgn="base"/>
            <a:r>
              <a:rPr lang="zh-CN" altLang="zh-CN" sz="2000" strike="noStrike" noProof="1">
                <a:solidFill>
                  <a:srgbClr val="C00000"/>
                </a:solidFill>
                <a:latin typeface="Times New Roman" panose="02020603050405020304" charset="0"/>
                <a:ea typeface="宋体" panose="02010600030101010101" pitchFamily="2" charset="-122"/>
                <a:cs typeface="+mn-ea"/>
                <a:sym typeface="Arial" panose="02080604020202020204" pitchFamily="34" charset="0"/>
              </a:rPr>
              <a:t>计算文件长度的最大值？</a:t>
            </a:r>
            <a:endParaRPr lang="zh-CN" altLang="zh-CN" sz="2000" strike="noStrike" noProof="1">
              <a:solidFill>
                <a:srgbClr val="C00000"/>
              </a:solidFill>
              <a:latin typeface="Times New Roman" panose="02020603050405020304" charset="0"/>
              <a:ea typeface="宋体" panose="02010600030101010101" pitchFamily="2" charset="-122"/>
              <a:sym typeface="Arial" panose="0208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41987" grpId="0" build="p"/>
      <p:bldP spid="42019"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3011" name="矩形 43010"/>
          <p:cNvSpPr/>
          <p:nvPr/>
        </p:nvSpPr>
        <p:spPr>
          <a:xfrm>
            <a:off x="128588" y="530225"/>
            <a:ext cx="5218113" cy="603250"/>
          </a:xfrm>
          <a:prstGeom prst="rect">
            <a:avLst/>
          </a:prstGeom>
          <a:noFill/>
          <a:ln w="9525">
            <a:noFill/>
            <a:miter/>
          </a:ln>
        </p:spPr>
        <p:txBody>
          <a:bodyPr wrap="square">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20000"/>
              </a:lnSpc>
              <a:spcBef>
                <a:spcPct val="20000"/>
              </a:spcBef>
              <a:buNone/>
            </a:pPr>
            <a:r>
              <a:rPr lang="en-US" altLang="zh-CN" sz="2800" b="1" strike="noStrike" noProof="1">
                <a:solidFill>
                  <a:srgbClr val="A50021"/>
                </a:solidFill>
                <a:latin typeface="Times New Roman" panose="02020603050405020304" charset="0"/>
                <a:ea typeface="宋体" panose="02010600030101010101" pitchFamily="2" charset="-122"/>
                <a:cs typeface="+mn-ea"/>
              </a:rPr>
              <a:t>(2) </a:t>
            </a:r>
            <a:r>
              <a:rPr lang="zh-CN" altLang="en-US" sz="2800" b="1" strike="noStrike" noProof="1">
                <a:solidFill>
                  <a:srgbClr val="A50021"/>
                </a:solidFill>
                <a:latin typeface="Times New Roman" panose="02020603050405020304" charset="0"/>
                <a:ea typeface="宋体" panose="02010600030101010101" pitchFamily="2" charset="-122"/>
                <a:cs typeface="+mn-ea"/>
              </a:rPr>
              <a:t>一级间接索引</a:t>
            </a:r>
            <a:endParaRPr lang="zh-CN" altLang="en-US" sz="2800" b="1" strike="noStrike" noProof="1">
              <a:solidFill>
                <a:srgbClr val="A50021"/>
              </a:solidFill>
              <a:latin typeface="Times New Roman" panose="02020603050405020304" charset="0"/>
              <a:ea typeface="宋体" panose="02010600030101010101" pitchFamily="2" charset="-122"/>
            </a:endParaRPr>
          </a:p>
        </p:txBody>
      </p:sp>
      <p:sp>
        <p:nvSpPr>
          <p:cNvPr id="43012" name="矩形 43011"/>
          <p:cNvSpPr/>
          <p:nvPr/>
        </p:nvSpPr>
        <p:spPr>
          <a:xfrm>
            <a:off x="381000" y="4286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Arial" panose="02080604020202020204" pitchFamily="34" charset="0"/>
                <a:ea typeface="宋体" panose="02010600030101010101" pitchFamily="2" charset="-122"/>
                <a:cs typeface="+mn-ea"/>
              </a:rPr>
              <a:t>文件系统</a:t>
            </a:r>
            <a:r>
              <a:rPr lang="en-US" altLang="zh-CN" sz="2400" strike="noStrike" noProof="1">
                <a:latin typeface="Arial" panose="02080604020202020204" pitchFamily="34" charset="0"/>
                <a:ea typeface="宋体" panose="02010600030101010101" pitchFamily="2" charset="-122"/>
                <a:cs typeface="+mn-ea"/>
              </a:rPr>
              <a:t>——</a:t>
            </a:r>
            <a:r>
              <a:rPr lang="zh-CN" altLang="en-US" sz="2400" strike="noStrike" noProof="1">
                <a:latin typeface="Arial" panose="02080604020202020204" pitchFamily="34" charset="0"/>
                <a:ea typeface="宋体" panose="02010600030101010101" pitchFamily="2" charset="-122"/>
                <a:cs typeface="+mn-ea"/>
              </a:rPr>
              <a:t>文件的物理结构</a:t>
            </a:r>
            <a:endParaRPr lang="zh-CN" altLang="en-US" sz="2400" strike="noStrike" noProof="1">
              <a:ea typeface="宋体" panose="02010600030101010101" pitchFamily="2" charset="-122"/>
            </a:endParaRPr>
          </a:p>
        </p:txBody>
      </p:sp>
      <p:sp>
        <p:nvSpPr>
          <p:cNvPr id="43013" name="矩形 43012"/>
          <p:cNvSpPr/>
          <p:nvPr/>
        </p:nvSpPr>
        <p:spPr>
          <a:xfrm>
            <a:off x="352425" y="5059363"/>
            <a:ext cx="8448675" cy="1516063"/>
          </a:xfrm>
          <a:prstGeom prst="rect">
            <a:avLst/>
          </a:prstGeom>
          <a:noFill/>
          <a:ln w="9525">
            <a:noFill/>
            <a:miter/>
          </a:ln>
        </p:spPr>
        <p:txBody>
          <a:bodyPr wrap="square">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30000"/>
              </a:lnSpc>
              <a:buNone/>
            </a:pPr>
            <a:r>
              <a:rPr lang="en-US" altLang="zh-CN" sz="2000" strike="noStrike" noProof="1">
                <a:latin typeface="Times New Roman" panose="02020603050405020304" charset="0"/>
                <a:ea typeface="宋体" panose="02010600030101010101" pitchFamily="2" charset="-122"/>
                <a:cs typeface="+mn-ea"/>
              </a:rPr>
              <a:t>           </a:t>
            </a:r>
            <a:r>
              <a:rPr lang="zh-CN" altLang="en-US" sz="2400" strike="noStrike" noProof="1">
                <a:solidFill>
                  <a:schemeClr val="tx1"/>
                </a:solidFill>
                <a:latin typeface="Times New Roman" panose="02020603050405020304" charset="0"/>
                <a:ea typeface="宋体" panose="02010600030101010101" pitchFamily="2" charset="-122"/>
                <a:cs typeface="+mn-ea"/>
              </a:rPr>
              <a:t>文件目录项中有一组表项，其内容登记的是第一级索引表块的块号。第一级索引表块中的索引表项登记的是文件逻辑记录所在的磁盘块号。</a:t>
            </a:r>
            <a:endParaRPr lang="zh-CN" altLang="en-US" sz="2400" strike="noStrike" noProof="1">
              <a:solidFill>
                <a:schemeClr val="tx1"/>
              </a:solidFill>
              <a:latin typeface="Times New Roman" panose="02020603050405020304" charset="0"/>
              <a:ea typeface="宋体" panose="02010600030101010101" pitchFamily="2" charset="-122"/>
            </a:endParaRPr>
          </a:p>
        </p:txBody>
      </p:sp>
      <p:grpSp>
        <p:nvGrpSpPr>
          <p:cNvPr id="43014" name="组合 43013"/>
          <p:cNvGrpSpPr/>
          <p:nvPr/>
        </p:nvGrpSpPr>
        <p:grpSpPr>
          <a:xfrm>
            <a:off x="2255838" y="704850"/>
            <a:ext cx="6775450" cy="4210050"/>
            <a:chOff x="0" y="0"/>
            <a:chExt cx="3573" cy="2652"/>
          </a:xfrm>
        </p:grpSpPr>
        <p:sp>
          <p:nvSpPr>
            <p:cNvPr id="2" name="文本框 43014"/>
            <p:cNvSpPr txBox="1"/>
            <p:nvPr/>
          </p:nvSpPr>
          <p:spPr>
            <a:xfrm>
              <a:off x="503" y="89"/>
              <a:ext cx="932" cy="2194"/>
            </a:xfrm>
            <a:prstGeom prst="rect">
              <a:avLst/>
            </a:prstGeom>
            <a:solidFill>
              <a:srgbClr val="FFCCCC"/>
            </a:solidFill>
            <a:ln w="19050" cap="flat" cmpd="sng">
              <a:solidFill>
                <a:srgbClr val="000000"/>
              </a:solidFill>
              <a:prstDash val="solid"/>
              <a:miter/>
              <a:headEnd type="none" w="med" len="med"/>
              <a:tailEnd type="none" w="med" len="med"/>
            </a:ln>
          </p:spPr>
          <p:txBody>
            <a:bodyPr anchor="t"/>
            <a:p>
              <a:pPr lvl="0" algn="just">
                <a:buClr>
                  <a:srgbClr val="000000"/>
                </a:buClr>
              </a:pPr>
              <a:endParaRPr lang="en-US" altLang="zh-CN" sz="1600">
                <a:solidFill>
                  <a:schemeClr val="tx1"/>
                </a:solidFill>
                <a:latin typeface="Times New Roman" panose="02020603050405020304" charset="0"/>
                <a:ea typeface="宋体" panose="02010600030101010101" pitchFamily="2" charset="-122"/>
              </a:endParaRPr>
            </a:p>
            <a:p>
              <a:pPr lvl="0" algn="just">
                <a:buClr>
                  <a:srgbClr val="000000"/>
                </a:buClr>
              </a:pPr>
              <a:endParaRPr lang="en-US" altLang="zh-CN" sz="1600">
                <a:solidFill>
                  <a:schemeClr val="tx1"/>
                </a:solidFill>
                <a:latin typeface="Times New Roman" panose="02020603050405020304" charset="0"/>
                <a:ea typeface="宋体" panose="02010600030101010101" pitchFamily="2" charset="-122"/>
              </a:endParaRPr>
            </a:p>
            <a:p>
              <a:pPr lvl="0" algn="just">
                <a:buClr>
                  <a:srgbClr val="000000"/>
                </a:buClr>
              </a:pPr>
              <a:endParaRPr lang="en-US" altLang="zh-CN" sz="1600">
                <a:solidFill>
                  <a:schemeClr val="tx1"/>
                </a:solidFill>
                <a:latin typeface="Times New Roman" panose="02020603050405020304" charset="0"/>
                <a:ea typeface="宋体" panose="02010600030101010101" pitchFamily="2" charset="-122"/>
              </a:endParaRPr>
            </a:p>
            <a:p>
              <a:pPr lvl="0" algn="just">
                <a:buClr>
                  <a:srgbClr val="000000"/>
                </a:buClr>
              </a:pPr>
              <a:endParaRPr lang="en-US" altLang="zh-CN" sz="1600">
                <a:solidFill>
                  <a:schemeClr val="tx1"/>
                </a:solidFill>
                <a:latin typeface="Times New Roman" panose="02020603050405020304" charset="0"/>
                <a:ea typeface="宋体" panose="02010600030101010101" pitchFamily="2" charset="-122"/>
              </a:endParaRPr>
            </a:p>
          </p:txBody>
        </p:sp>
        <p:sp>
          <p:nvSpPr>
            <p:cNvPr id="43015" name="文本框 43015"/>
            <p:cNvSpPr txBox="1"/>
            <p:nvPr/>
          </p:nvSpPr>
          <p:spPr>
            <a:xfrm>
              <a:off x="0" y="576"/>
              <a:ext cx="544" cy="425"/>
            </a:xfrm>
            <a:prstGeom prst="rect">
              <a:avLst/>
            </a:prstGeom>
            <a:noFill/>
            <a:ln w="9525">
              <a:noFill/>
              <a:miter/>
            </a:ln>
          </p:spPr>
          <p:txBody>
            <a:bodyPr anchor="t"/>
            <a:p>
              <a:pPr lvl="0" algn="just">
                <a:buClr>
                  <a:srgbClr val="000000"/>
                </a:buClr>
              </a:pPr>
              <a:r>
                <a:rPr lang="zh-CN" altLang="en-US" sz="1600">
                  <a:solidFill>
                    <a:schemeClr val="tx1"/>
                  </a:solidFill>
                  <a:latin typeface="Times New Roman" panose="02020603050405020304" charset="0"/>
                  <a:ea typeface="宋体" panose="02010600030101010101" pitchFamily="2" charset="-122"/>
                </a:rPr>
                <a:t>文件</a:t>
              </a:r>
              <a:r>
                <a:rPr lang="en-US" altLang="zh-CN" sz="1600">
                  <a:solidFill>
                    <a:schemeClr val="tx1"/>
                  </a:solidFill>
                  <a:latin typeface="Times New Roman" panose="02020603050405020304" charset="0"/>
                  <a:ea typeface="宋体" panose="02010600030101010101" pitchFamily="2" charset="-122"/>
                </a:rPr>
                <a:t>A</a:t>
              </a:r>
              <a:endParaRPr lang="en-US" altLang="zh-CN" sz="1600">
                <a:solidFill>
                  <a:schemeClr val="tx1"/>
                </a:solidFill>
                <a:latin typeface="Times New Roman" panose="02020603050405020304" charset="0"/>
                <a:ea typeface="宋体" panose="02010600030101010101" pitchFamily="2" charset="-122"/>
              </a:endParaRPr>
            </a:p>
            <a:p>
              <a:pPr lvl="0" algn="just">
                <a:buClr>
                  <a:srgbClr val="000000"/>
                </a:buClr>
              </a:pPr>
              <a:r>
                <a:rPr lang="zh-CN" altLang="en-US" sz="1600">
                  <a:solidFill>
                    <a:schemeClr val="tx1"/>
                  </a:solidFill>
                  <a:latin typeface="Times New Roman" panose="02020603050405020304" charset="0"/>
                  <a:ea typeface="宋体" panose="02010600030101010101" pitchFamily="2" charset="-122"/>
                </a:rPr>
                <a:t>目录项</a:t>
              </a:r>
              <a:endParaRPr lang="zh-CN" altLang="en-US" sz="1600">
                <a:solidFill>
                  <a:schemeClr val="tx1"/>
                </a:solidFill>
                <a:latin typeface="Times New Roman" panose="02020603050405020304" charset="0"/>
                <a:ea typeface="宋体" panose="02010600030101010101" pitchFamily="2" charset="-122"/>
              </a:endParaRPr>
            </a:p>
          </p:txBody>
        </p:sp>
        <p:sp>
          <p:nvSpPr>
            <p:cNvPr id="43016" name="文本框 43016"/>
            <p:cNvSpPr txBox="1"/>
            <p:nvPr/>
          </p:nvSpPr>
          <p:spPr>
            <a:xfrm>
              <a:off x="649" y="2350"/>
              <a:ext cx="671" cy="267"/>
            </a:xfrm>
            <a:prstGeom prst="rect">
              <a:avLst/>
            </a:prstGeom>
            <a:noFill/>
            <a:ln w="9525">
              <a:noFill/>
              <a:miter/>
            </a:ln>
          </p:spPr>
          <p:txBody>
            <a:bodyPr anchor="t"/>
            <a:p>
              <a:pPr lvl="0" algn="just">
                <a:buClr>
                  <a:srgbClr val="000000"/>
                </a:buClr>
              </a:pPr>
              <a:r>
                <a:rPr lang="zh-CN" altLang="en-US" sz="1600">
                  <a:solidFill>
                    <a:schemeClr val="tx1"/>
                  </a:solidFill>
                  <a:latin typeface="Times New Roman" panose="02020603050405020304" charset="0"/>
                  <a:ea typeface="宋体" panose="02010600030101010101" pitchFamily="2" charset="-122"/>
                </a:rPr>
                <a:t>文件目录</a:t>
              </a:r>
              <a:endParaRPr lang="zh-CN" altLang="en-US" sz="1600">
                <a:solidFill>
                  <a:schemeClr val="tx1"/>
                </a:solidFill>
                <a:latin typeface="Times New Roman" panose="02020603050405020304" charset="0"/>
                <a:ea typeface="宋体" panose="02010600030101010101" pitchFamily="2" charset="-122"/>
              </a:endParaRPr>
            </a:p>
          </p:txBody>
        </p:sp>
        <p:sp>
          <p:nvSpPr>
            <p:cNvPr id="43017" name="直接连接符 43017"/>
            <p:cNvSpPr/>
            <p:nvPr/>
          </p:nvSpPr>
          <p:spPr>
            <a:xfrm>
              <a:off x="505" y="487"/>
              <a:ext cx="920" cy="0"/>
            </a:xfrm>
            <a:prstGeom prst="line">
              <a:avLst/>
            </a:prstGeom>
            <a:ln w="222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43018" name="直接连接符 43018"/>
            <p:cNvSpPr/>
            <p:nvPr/>
          </p:nvSpPr>
          <p:spPr>
            <a:xfrm>
              <a:off x="517" y="703"/>
              <a:ext cx="911" cy="0"/>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43019" name="直接连接符 43019"/>
            <p:cNvSpPr/>
            <p:nvPr/>
          </p:nvSpPr>
          <p:spPr>
            <a:xfrm>
              <a:off x="510" y="873"/>
              <a:ext cx="912" cy="0"/>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43020" name="直接连接符 43020"/>
            <p:cNvSpPr/>
            <p:nvPr/>
          </p:nvSpPr>
          <p:spPr>
            <a:xfrm>
              <a:off x="514" y="1045"/>
              <a:ext cx="911" cy="0"/>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43021" name="直接连接符 43021"/>
            <p:cNvSpPr/>
            <p:nvPr/>
          </p:nvSpPr>
          <p:spPr>
            <a:xfrm>
              <a:off x="517" y="1248"/>
              <a:ext cx="911" cy="0"/>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43022" name="直接连接符 43022"/>
            <p:cNvSpPr/>
            <p:nvPr/>
          </p:nvSpPr>
          <p:spPr>
            <a:xfrm>
              <a:off x="510" y="1431"/>
              <a:ext cx="912" cy="0"/>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43023" name="文本框 43023"/>
            <p:cNvSpPr txBox="1"/>
            <p:nvPr/>
          </p:nvSpPr>
          <p:spPr>
            <a:xfrm>
              <a:off x="764" y="721"/>
              <a:ext cx="395" cy="154"/>
            </a:xfrm>
            <a:prstGeom prst="rect">
              <a:avLst/>
            </a:prstGeom>
            <a:noFill/>
            <a:ln w="9525">
              <a:noFill/>
              <a:miter/>
            </a:ln>
          </p:spPr>
          <p:txBody>
            <a:bodyPr anchor="t"/>
            <a:p>
              <a:pPr lvl="0" algn="just">
                <a:lnSpc>
                  <a:spcPct val="80000"/>
                </a:lnSpc>
                <a:buClr>
                  <a:srgbClr val="000000"/>
                </a:buClr>
              </a:pPr>
              <a:r>
                <a:rPr lang="en-US" altLang="zh-CN" sz="1600">
                  <a:solidFill>
                    <a:schemeClr val="tx1"/>
                  </a:solidFill>
                  <a:latin typeface="Times New Roman" panose="02020603050405020304" charset="0"/>
                  <a:ea typeface="宋体" panose="02010600030101010101" pitchFamily="2" charset="-122"/>
                </a:rPr>
                <a:t>  52</a:t>
              </a:r>
              <a:endParaRPr lang="en-US" altLang="zh-CN" sz="1600">
                <a:solidFill>
                  <a:schemeClr val="tx1"/>
                </a:solidFill>
                <a:latin typeface="Times New Roman" panose="02020603050405020304" charset="0"/>
                <a:ea typeface="宋体" panose="02010600030101010101" pitchFamily="2" charset="-122"/>
              </a:endParaRPr>
            </a:p>
          </p:txBody>
        </p:sp>
        <p:sp>
          <p:nvSpPr>
            <p:cNvPr id="43024" name="文本框 43024"/>
            <p:cNvSpPr txBox="1"/>
            <p:nvPr/>
          </p:nvSpPr>
          <p:spPr>
            <a:xfrm>
              <a:off x="775" y="874"/>
              <a:ext cx="395" cy="155"/>
            </a:xfrm>
            <a:prstGeom prst="rect">
              <a:avLst/>
            </a:prstGeom>
            <a:noFill/>
            <a:ln w="9525">
              <a:noFill/>
              <a:miter/>
            </a:ln>
          </p:spPr>
          <p:txBody>
            <a:bodyPr anchor="t"/>
            <a:p>
              <a:pPr lvl="0" algn="just">
                <a:lnSpc>
                  <a:spcPct val="80000"/>
                </a:lnSpc>
                <a:buClr>
                  <a:srgbClr val="000000"/>
                </a:buClr>
              </a:pPr>
              <a:r>
                <a:rPr lang="en-US" altLang="zh-CN" sz="1600">
                  <a:solidFill>
                    <a:schemeClr val="tx1"/>
                  </a:solidFill>
                  <a:latin typeface="Times New Roman" panose="02020603050405020304" charset="0"/>
                  <a:ea typeface="宋体" panose="02010600030101010101" pitchFamily="2" charset="-122"/>
                </a:rPr>
                <a:t>  66</a:t>
              </a:r>
              <a:endParaRPr lang="en-US" altLang="zh-CN" sz="1600">
                <a:solidFill>
                  <a:schemeClr val="tx1"/>
                </a:solidFill>
                <a:latin typeface="Times New Roman" panose="02020603050405020304" charset="0"/>
                <a:ea typeface="宋体" panose="02010600030101010101" pitchFamily="2" charset="-122"/>
              </a:endParaRPr>
            </a:p>
          </p:txBody>
        </p:sp>
        <p:sp>
          <p:nvSpPr>
            <p:cNvPr id="43025" name="文本框 43025"/>
            <p:cNvSpPr txBox="1"/>
            <p:nvPr/>
          </p:nvSpPr>
          <p:spPr>
            <a:xfrm>
              <a:off x="739" y="1077"/>
              <a:ext cx="395" cy="155"/>
            </a:xfrm>
            <a:prstGeom prst="rect">
              <a:avLst/>
            </a:prstGeom>
            <a:noFill/>
            <a:ln w="9525">
              <a:noFill/>
              <a:miter/>
            </a:ln>
          </p:spPr>
          <p:txBody>
            <a:bodyPr anchor="t"/>
            <a:p>
              <a:pPr lvl="0" algn="just">
                <a:lnSpc>
                  <a:spcPct val="80000"/>
                </a:lnSpc>
                <a:buClr>
                  <a:srgbClr val="000000"/>
                </a:buClr>
              </a:pPr>
              <a:r>
                <a:rPr lang="en-US" altLang="zh-CN" sz="1600">
                  <a:solidFill>
                    <a:schemeClr val="tx1"/>
                  </a:solidFill>
                  <a:latin typeface="Times New Roman" panose="02020603050405020304" charset="0"/>
                  <a:ea typeface="宋体" panose="02010600030101010101" pitchFamily="2" charset="-122"/>
                </a:rPr>
                <a:t>  126</a:t>
              </a:r>
              <a:endParaRPr lang="en-US" altLang="zh-CN" sz="1600">
                <a:solidFill>
                  <a:schemeClr val="tx1"/>
                </a:solidFill>
                <a:latin typeface="Times New Roman" panose="02020603050405020304" charset="0"/>
                <a:ea typeface="宋体" panose="02010600030101010101" pitchFamily="2" charset="-122"/>
              </a:endParaRPr>
            </a:p>
          </p:txBody>
        </p:sp>
        <p:sp>
          <p:nvSpPr>
            <p:cNvPr id="43026" name="文本框 43026"/>
            <p:cNvSpPr txBox="1"/>
            <p:nvPr/>
          </p:nvSpPr>
          <p:spPr>
            <a:xfrm>
              <a:off x="751" y="1253"/>
              <a:ext cx="395" cy="155"/>
            </a:xfrm>
            <a:prstGeom prst="rect">
              <a:avLst/>
            </a:prstGeom>
            <a:noFill/>
            <a:ln w="9525">
              <a:noFill/>
              <a:miter/>
            </a:ln>
          </p:spPr>
          <p:txBody>
            <a:bodyPr anchor="t"/>
            <a:p>
              <a:pPr lvl="0" algn="just">
                <a:lnSpc>
                  <a:spcPct val="80000"/>
                </a:lnSpc>
                <a:buClr>
                  <a:srgbClr val="000000"/>
                </a:buClr>
              </a:pPr>
              <a:r>
                <a:rPr lang="en-US" altLang="zh-CN" sz="1600">
                  <a:solidFill>
                    <a:schemeClr val="tx1"/>
                  </a:solidFill>
                  <a:latin typeface="Times New Roman" panose="02020603050405020304" charset="0"/>
                  <a:ea typeface="宋体" panose="02010600030101010101" pitchFamily="2" charset="-122"/>
                </a:rPr>
                <a:t>  229</a:t>
              </a:r>
              <a:endParaRPr lang="en-US" altLang="zh-CN" sz="1600">
                <a:solidFill>
                  <a:schemeClr val="tx1"/>
                </a:solidFill>
                <a:latin typeface="Times New Roman" panose="02020603050405020304" charset="0"/>
                <a:ea typeface="宋体" panose="02010600030101010101" pitchFamily="2" charset="-122"/>
              </a:endParaRPr>
            </a:p>
          </p:txBody>
        </p:sp>
        <p:sp>
          <p:nvSpPr>
            <p:cNvPr id="43027" name="文本框 43027"/>
            <p:cNvSpPr txBox="1"/>
            <p:nvPr/>
          </p:nvSpPr>
          <p:spPr>
            <a:xfrm>
              <a:off x="2536" y="372"/>
              <a:ext cx="370" cy="211"/>
            </a:xfrm>
            <a:prstGeom prst="rect">
              <a:avLst/>
            </a:prstGeom>
            <a:solidFill>
              <a:srgbClr val="FFCCCC"/>
            </a:solidFill>
            <a:ln w="19050" cap="flat" cmpd="sng">
              <a:solidFill>
                <a:srgbClr val="000000"/>
              </a:solidFill>
              <a:prstDash val="solid"/>
              <a:miter/>
              <a:headEnd type="none" w="med" len="med"/>
              <a:tailEnd type="none" w="med" len="med"/>
            </a:ln>
          </p:spPr>
          <p:txBody>
            <a:bodyPr anchor="t"/>
            <a:p>
              <a:pPr lvl="0" algn="just">
                <a:lnSpc>
                  <a:spcPct val="60000"/>
                </a:lnSpc>
                <a:buClr>
                  <a:srgbClr val="000000"/>
                </a:buClr>
              </a:pPr>
              <a:r>
                <a:rPr lang="en-US" altLang="zh-CN" sz="1600">
                  <a:solidFill>
                    <a:schemeClr val="tx1"/>
                  </a:solidFill>
                  <a:latin typeface="Times New Roman" panose="02020603050405020304" charset="0"/>
                  <a:ea typeface="宋体" panose="02010600030101010101" pitchFamily="2" charset="-122"/>
                </a:rPr>
                <a:t>  r</a:t>
              </a:r>
              <a:r>
                <a:rPr lang="en-US" altLang="zh-CN" sz="1600" baseline="-25000">
                  <a:solidFill>
                    <a:schemeClr val="tx1"/>
                  </a:solidFill>
                  <a:latin typeface="Times New Roman" panose="02020603050405020304" charset="0"/>
                  <a:ea typeface="宋体" panose="02010600030101010101" pitchFamily="2" charset="-122"/>
                </a:rPr>
                <a:t>0</a:t>
              </a:r>
              <a:endParaRPr lang="en-US" altLang="zh-CN" sz="1600" baseline="-25000">
                <a:solidFill>
                  <a:schemeClr val="tx1"/>
                </a:solidFill>
                <a:latin typeface="Times New Roman" panose="02020603050405020304" charset="0"/>
                <a:ea typeface="宋体" panose="02010600030101010101" pitchFamily="2" charset="-122"/>
              </a:endParaRPr>
            </a:p>
          </p:txBody>
        </p:sp>
        <p:sp>
          <p:nvSpPr>
            <p:cNvPr id="43028" name="文本框 43028"/>
            <p:cNvSpPr txBox="1"/>
            <p:nvPr/>
          </p:nvSpPr>
          <p:spPr>
            <a:xfrm>
              <a:off x="2912" y="358"/>
              <a:ext cx="581" cy="258"/>
            </a:xfrm>
            <a:prstGeom prst="rect">
              <a:avLst/>
            </a:prstGeom>
            <a:noFill/>
            <a:ln w="9525">
              <a:noFill/>
              <a:miter/>
            </a:ln>
          </p:spPr>
          <p:txBody>
            <a:bodyPr anchor="t"/>
            <a:p>
              <a:pPr lvl="0" algn="just">
                <a:buClr>
                  <a:srgbClr val="000000"/>
                </a:buClr>
              </a:pPr>
              <a:r>
                <a:rPr lang="zh-CN" altLang="en-US" sz="1600">
                  <a:solidFill>
                    <a:schemeClr val="tx1"/>
                  </a:solidFill>
                  <a:latin typeface="Times New Roman" panose="02020603050405020304" charset="0"/>
                  <a:ea typeface="宋体" panose="02010600030101010101" pitchFamily="2" charset="-122"/>
                </a:rPr>
                <a:t>块号 </a:t>
              </a:r>
              <a:r>
                <a:rPr lang="en-US" altLang="zh-CN" sz="1600">
                  <a:solidFill>
                    <a:schemeClr val="tx1"/>
                  </a:solidFill>
                  <a:latin typeface="Times New Roman" panose="02020603050405020304" charset="0"/>
                  <a:ea typeface="宋体" panose="02010600030101010101" pitchFamily="2" charset="-122"/>
                </a:rPr>
                <a:t>23</a:t>
              </a:r>
              <a:endParaRPr lang="en-US" altLang="zh-CN" sz="1600">
                <a:solidFill>
                  <a:schemeClr val="tx1"/>
                </a:solidFill>
                <a:latin typeface="Times New Roman" panose="02020603050405020304" charset="0"/>
                <a:ea typeface="宋体" panose="02010600030101010101" pitchFamily="2" charset="-122"/>
              </a:endParaRPr>
            </a:p>
          </p:txBody>
        </p:sp>
        <p:sp>
          <p:nvSpPr>
            <p:cNvPr id="43029" name="文本框 43029"/>
            <p:cNvSpPr txBox="1"/>
            <p:nvPr/>
          </p:nvSpPr>
          <p:spPr>
            <a:xfrm>
              <a:off x="1793" y="448"/>
              <a:ext cx="555" cy="588"/>
            </a:xfrm>
            <a:prstGeom prst="rect">
              <a:avLst/>
            </a:prstGeom>
            <a:solidFill>
              <a:srgbClr val="FFCCCC"/>
            </a:solidFill>
            <a:ln w="19050" cap="flat" cmpd="sng">
              <a:solidFill>
                <a:srgbClr val="000000"/>
              </a:solidFill>
              <a:prstDash val="solid"/>
              <a:miter/>
              <a:headEnd type="none" w="med" len="med"/>
              <a:tailEnd type="none" w="med" len="med"/>
            </a:ln>
          </p:spPr>
          <p:txBody>
            <a:bodyPr anchor="t"/>
            <a:p>
              <a:pPr lvl="0" algn="just">
                <a:buClr>
                  <a:srgbClr val="000000"/>
                </a:buClr>
              </a:pPr>
              <a:r>
                <a:rPr lang="en-US" altLang="zh-CN" sz="1600">
                  <a:solidFill>
                    <a:schemeClr val="tx1"/>
                  </a:solidFill>
                  <a:latin typeface="Times New Roman" panose="02020603050405020304" charset="0"/>
                  <a:ea typeface="宋体" panose="02010600030101010101" pitchFamily="2" charset="-122"/>
                </a:rPr>
                <a:t>  </a:t>
              </a:r>
              <a:endParaRPr lang="en-US" altLang="zh-CN" sz="1600">
                <a:solidFill>
                  <a:schemeClr val="tx1"/>
                </a:solidFill>
                <a:latin typeface="Times New Roman" panose="02020603050405020304" charset="0"/>
                <a:ea typeface="宋体" panose="02010600030101010101" pitchFamily="2" charset="-122"/>
              </a:endParaRPr>
            </a:p>
          </p:txBody>
        </p:sp>
        <p:sp>
          <p:nvSpPr>
            <p:cNvPr id="43030" name="直接连接符 43030"/>
            <p:cNvSpPr/>
            <p:nvPr/>
          </p:nvSpPr>
          <p:spPr>
            <a:xfrm>
              <a:off x="1793" y="585"/>
              <a:ext cx="555" cy="0"/>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43031" name="直接连接符 43031"/>
            <p:cNvSpPr/>
            <p:nvPr/>
          </p:nvSpPr>
          <p:spPr>
            <a:xfrm>
              <a:off x="1798" y="711"/>
              <a:ext cx="553" cy="0"/>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43032" name="直接连接符 43032"/>
            <p:cNvSpPr/>
            <p:nvPr/>
          </p:nvSpPr>
          <p:spPr>
            <a:xfrm>
              <a:off x="1801" y="915"/>
              <a:ext cx="554" cy="0"/>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43033" name="文本框 43033"/>
            <p:cNvSpPr txBox="1"/>
            <p:nvPr/>
          </p:nvSpPr>
          <p:spPr>
            <a:xfrm>
              <a:off x="1946" y="734"/>
              <a:ext cx="276" cy="211"/>
            </a:xfrm>
            <a:prstGeom prst="rect">
              <a:avLst/>
            </a:prstGeom>
            <a:noFill/>
            <a:ln w="9525">
              <a:noFill/>
              <a:miter/>
            </a:ln>
          </p:spPr>
          <p:txBody>
            <a:bodyPr anchor="t"/>
            <a:p>
              <a:pPr lvl="0" algn="just">
                <a:lnSpc>
                  <a:spcPct val="80000"/>
                </a:lnSpc>
                <a:buClr>
                  <a:srgbClr val="000000"/>
                </a:buClr>
              </a:pPr>
              <a:r>
                <a:rPr lang="en-US" altLang="zh-CN" sz="1600">
                  <a:solidFill>
                    <a:schemeClr val="tx1"/>
                  </a:solidFill>
                  <a:latin typeface="Times New Roman" panose="02020603050405020304" charset="0"/>
                  <a:ea typeface="宋体" panose="02010600030101010101" pitchFamily="2" charset="-122"/>
                </a:rPr>
                <a:t> ...</a:t>
              </a:r>
              <a:endParaRPr lang="en-US" altLang="zh-CN" sz="1600">
                <a:solidFill>
                  <a:schemeClr val="tx1"/>
                </a:solidFill>
                <a:latin typeface="宋体" panose="02010600030101010101" pitchFamily="2" charset="-122"/>
                <a:ea typeface="宋体" panose="02010600030101010101" pitchFamily="2" charset="-122"/>
                <a:sym typeface="MT Extra" panose="05050102010205020202" pitchFamily="2" charset="2"/>
              </a:endParaRPr>
            </a:p>
          </p:txBody>
        </p:sp>
        <p:sp>
          <p:nvSpPr>
            <p:cNvPr id="43034" name="文本框 43034"/>
            <p:cNvSpPr txBox="1"/>
            <p:nvPr/>
          </p:nvSpPr>
          <p:spPr>
            <a:xfrm>
              <a:off x="1873" y="428"/>
              <a:ext cx="395" cy="155"/>
            </a:xfrm>
            <a:prstGeom prst="rect">
              <a:avLst/>
            </a:prstGeom>
            <a:noFill/>
            <a:ln w="9525">
              <a:noFill/>
              <a:miter/>
            </a:ln>
          </p:spPr>
          <p:txBody>
            <a:bodyPr anchor="t"/>
            <a:p>
              <a:pPr lvl="0" algn="just">
                <a:lnSpc>
                  <a:spcPct val="80000"/>
                </a:lnSpc>
                <a:buClr>
                  <a:srgbClr val="000000"/>
                </a:buClr>
              </a:pPr>
              <a:r>
                <a:rPr lang="en-US" altLang="zh-CN" sz="1600">
                  <a:solidFill>
                    <a:schemeClr val="tx1"/>
                  </a:solidFill>
                  <a:latin typeface="Times New Roman" panose="02020603050405020304" charset="0"/>
                  <a:ea typeface="宋体" panose="02010600030101010101" pitchFamily="2" charset="-122"/>
                </a:rPr>
                <a:t>  23</a:t>
              </a:r>
              <a:endParaRPr lang="en-US" altLang="zh-CN" sz="1600">
                <a:solidFill>
                  <a:schemeClr val="tx1"/>
                </a:solidFill>
                <a:latin typeface="Times New Roman" panose="02020603050405020304" charset="0"/>
                <a:ea typeface="宋体" panose="02010600030101010101" pitchFamily="2" charset="-122"/>
              </a:endParaRPr>
            </a:p>
          </p:txBody>
        </p:sp>
        <p:sp>
          <p:nvSpPr>
            <p:cNvPr id="43035" name="文本框 43035"/>
            <p:cNvSpPr txBox="1"/>
            <p:nvPr/>
          </p:nvSpPr>
          <p:spPr>
            <a:xfrm>
              <a:off x="1876" y="561"/>
              <a:ext cx="396" cy="155"/>
            </a:xfrm>
            <a:prstGeom prst="rect">
              <a:avLst/>
            </a:prstGeom>
            <a:noFill/>
            <a:ln w="9525">
              <a:noFill/>
              <a:miter/>
            </a:ln>
          </p:spPr>
          <p:txBody>
            <a:bodyPr anchor="t"/>
            <a:p>
              <a:pPr lvl="0" algn="just">
                <a:lnSpc>
                  <a:spcPct val="80000"/>
                </a:lnSpc>
                <a:buClr>
                  <a:srgbClr val="000000"/>
                </a:buClr>
              </a:pPr>
              <a:r>
                <a:rPr lang="en-US" altLang="zh-CN" sz="1600">
                  <a:solidFill>
                    <a:schemeClr val="tx1"/>
                  </a:solidFill>
                  <a:latin typeface="Times New Roman" panose="02020603050405020304" charset="0"/>
                  <a:ea typeface="宋体" panose="02010600030101010101" pitchFamily="2" charset="-122"/>
                </a:rPr>
                <a:t>  89</a:t>
              </a:r>
              <a:endParaRPr lang="en-US" altLang="zh-CN" sz="1600">
                <a:solidFill>
                  <a:schemeClr val="tx1"/>
                </a:solidFill>
                <a:latin typeface="Times New Roman" panose="02020603050405020304" charset="0"/>
                <a:ea typeface="宋体" panose="02010600030101010101" pitchFamily="2" charset="-122"/>
              </a:endParaRPr>
            </a:p>
          </p:txBody>
        </p:sp>
        <p:sp>
          <p:nvSpPr>
            <p:cNvPr id="43036" name="文本框 43036"/>
            <p:cNvSpPr txBox="1"/>
            <p:nvPr/>
          </p:nvSpPr>
          <p:spPr>
            <a:xfrm>
              <a:off x="2536" y="650"/>
              <a:ext cx="370" cy="211"/>
            </a:xfrm>
            <a:prstGeom prst="rect">
              <a:avLst/>
            </a:prstGeom>
            <a:solidFill>
              <a:srgbClr val="FFCCCC"/>
            </a:solidFill>
            <a:ln w="19050" cap="flat" cmpd="sng">
              <a:solidFill>
                <a:srgbClr val="000000"/>
              </a:solidFill>
              <a:prstDash val="solid"/>
              <a:miter/>
              <a:headEnd type="none" w="med" len="med"/>
              <a:tailEnd type="none" w="med" len="med"/>
            </a:ln>
          </p:spPr>
          <p:txBody>
            <a:bodyPr anchor="t"/>
            <a:p>
              <a:pPr lvl="0" algn="just">
                <a:lnSpc>
                  <a:spcPct val="60000"/>
                </a:lnSpc>
                <a:buClr>
                  <a:srgbClr val="000000"/>
                </a:buClr>
              </a:pPr>
              <a:r>
                <a:rPr lang="en-US" altLang="zh-CN" sz="1600">
                  <a:solidFill>
                    <a:schemeClr val="tx1"/>
                  </a:solidFill>
                  <a:latin typeface="Times New Roman" panose="02020603050405020304" charset="0"/>
                  <a:ea typeface="宋体" panose="02010600030101010101" pitchFamily="2" charset="-122"/>
                </a:rPr>
                <a:t>  r</a:t>
              </a:r>
              <a:r>
                <a:rPr lang="en-US" altLang="zh-CN" sz="1600" baseline="-25000">
                  <a:solidFill>
                    <a:schemeClr val="tx1"/>
                  </a:solidFill>
                  <a:latin typeface="Times New Roman" panose="02020603050405020304" charset="0"/>
                  <a:ea typeface="宋体" panose="02010600030101010101" pitchFamily="2" charset="-122"/>
                </a:rPr>
                <a:t>1</a:t>
              </a:r>
              <a:endParaRPr lang="en-US" altLang="zh-CN" sz="1600" baseline="-25000">
                <a:solidFill>
                  <a:schemeClr val="tx1"/>
                </a:solidFill>
                <a:latin typeface="Times New Roman" panose="02020603050405020304" charset="0"/>
                <a:ea typeface="宋体" panose="02010600030101010101" pitchFamily="2" charset="-122"/>
              </a:endParaRPr>
            </a:p>
          </p:txBody>
        </p:sp>
        <p:sp>
          <p:nvSpPr>
            <p:cNvPr id="43037" name="文本框 43037"/>
            <p:cNvSpPr txBox="1"/>
            <p:nvPr/>
          </p:nvSpPr>
          <p:spPr>
            <a:xfrm>
              <a:off x="2912" y="636"/>
              <a:ext cx="581" cy="258"/>
            </a:xfrm>
            <a:prstGeom prst="rect">
              <a:avLst/>
            </a:prstGeom>
            <a:noFill/>
            <a:ln w="9525">
              <a:noFill/>
              <a:miter/>
            </a:ln>
          </p:spPr>
          <p:txBody>
            <a:bodyPr anchor="t"/>
            <a:p>
              <a:pPr lvl="0" algn="just">
                <a:buClr>
                  <a:srgbClr val="000000"/>
                </a:buClr>
              </a:pPr>
              <a:r>
                <a:rPr lang="zh-CN" altLang="en-US" sz="1600">
                  <a:solidFill>
                    <a:schemeClr val="tx1"/>
                  </a:solidFill>
                  <a:latin typeface="Times New Roman" panose="02020603050405020304" charset="0"/>
                  <a:ea typeface="宋体" panose="02010600030101010101" pitchFamily="2" charset="-122"/>
                </a:rPr>
                <a:t>块号 </a:t>
              </a:r>
              <a:r>
                <a:rPr lang="en-US" altLang="zh-CN" sz="1600">
                  <a:solidFill>
                    <a:schemeClr val="tx1"/>
                  </a:solidFill>
                  <a:latin typeface="Times New Roman" panose="02020603050405020304" charset="0"/>
                  <a:ea typeface="宋体" panose="02010600030101010101" pitchFamily="2" charset="-122"/>
                </a:rPr>
                <a:t>89</a:t>
              </a:r>
              <a:endParaRPr lang="en-US" altLang="zh-CN" sz="1600">
                <a:solidFill>
                  <a:schemeClr val="tx1"/>
                </a:solidFill>
                <a:latin typeface="Times New Roman" panose="02020603050405020304" charset="0"/>
                <a:ea typeface="宋体" panose="02010600030101010101" pitchFamily="2" charset="-122"/>
              </a:endParaRPr>
            </a:p>
          </p:txBody>
        </p:sp>
        <p:sp>
          <p:nvSpPr>
            <p:cNvPr id="43038" name="直接连接符 43038"/>
            <p:cNvSpPr/>
            <p:nvPr/>
          </p:nvSpPr>
          <p:spPr>
            <a:xfrm flipV="1">
              <a:off x="2269" y="379"/>
              <a:ext cx="277" cy="111"/>
            </a:xfrm>
            <a:prstGeom prst="line">
              <a:avLst/>
            </a:prstGeom>
            <a:ln w="12700" cap="flat" cmpd="sng">
              <a:solidFill>
                <a:schemeClr val="tx1"/>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43039" name="直接连接符 43039"/>
            <p:cNvSpPr/>
            <p:nvPr/>
          </p:nvSpPr>
          <p:spPr>
            <a:xfrm>
              <a:off x="2269" y="658"/>
              <a:ext cx="277" cy="0"/>
            </a:xfrm>
            <a:prstGeom prst="line">
              <a:avLst/>
            </a:prstGeom>
            <a:ln w="12700" cap="flat" cmpd="sng">
              <a:solidFill>
                <a:schemeClr val="tx1"/>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43040" name="文本框 43040"/>
            <p:cNvSpPr txBox="1"/>
            <p:nvPr/>
          </p:nvSpPr>
          <p:spPr>
            <a:xfrm>
              <a:off x="2545" y="1269"/>
              <a:ext cx="369" cy="197"/>
            </a:xfrm>
            <a:prstGeom prst="rect">
              <a:avLst/>
            </a:prstGeom>
            <a:solidFill>
              <a:srgbClr val="FFCCCC"/>
            </a:solidFill>
            <a:ln w="19050" cap="flat" cmpd="sng">
              <a:solidFill>
                <a:srgbClr val="000000"/>
              </a:solidFill>
              <a:prstDash val="solid"/>
              <a:miter/>
              <a:headEnd type="none" w="med" len="med"/>
              <a:tailEnd type="none" w="med" len="med"/>
            </a:ln>
          </p:spPr>
          <p:txBody>
            <a:bodyPr anchor="t"/>
            <a:p>
              <a:pPr lvl="0" algn="just">
                <a:lnSpc>
                  <a:spcPct val="60000"/>
                </a:lnSpc>
                <a:buClr>
                  <a:srgbClr val="000000"/>
                </a:buClr>
              </a:pPr>
              <a:r>
                <a:rPr lang="en-US" altLang="zh-CN" sz="1600">
                  <a:solidFill>
                    <a:schemeClr val="tx1"/>
                  </a:solidFill>
                  <a:latin typeface="Times New Roman" panose="02020603050405020304" charset="0"/>
                  <a:ea typeface="宋体" panose="02010600030101010101" pitchFamily="2" charset="-122"/>
                </a:rPr>
                <a:t> r</a:t>
              </a:r>
              <a:r>
                <a:rPr lang="en-US" altLang="zh-CN" sz="1600" baseline="-25000">
                  <a:solidFill>
                    <a:schemeClr val="tx1"/>
                  </a:solidFill>
                  <a:latin typeface="Times New Roman" panose="02020603050405020304" charset="0"/>
                  <a:ea typeface="宋体" panose="02010600030101010101" pitchFamily="2" charset="-122"/>
                </a:rPr>
                <a:t>256</a:t>
              </a:r>
              <a:endParaRPr lang="en-US" altLang="zh-CN" sz="1600" baseline="-25000">
                <a:solidFill>
                  <a:schemeClr val="tx1"/>
                </a:solidFill>
                <a:latin typeface="Times New Roman" panose="02020603050405020304" charset="0"/>
                <a:ea typeface="宋体" panose="02010600030101010101" pitchFamily="2" charset="-122"/>
              </a:endParaRPr>
            </a:p>
          </p:txBody>
        </p:sp>
        <p:sp>
          <p:nvSpPr>
            <p:cNvPr id="43041" name="文本框 43041"/>
            <p:cNvSpPr txBox="1"/>
            <p:nvPr/>
          </p:nvSpPr>
          <p:spPr>
            <a:xfrm>
              <a:off x="2922" y="1256"/>
              <a:ext cx="651" cy="257"/>
            </a:xfrm>
            <a:prstGeom prst="rect">
              <a:avLst/>
            </a:prstGeom>
            <a:noFill/>
            <a:ln w="9525">
              <a:noFill/>
              <a:miter/>
            </a:ln>
          </p:spPr>
          <p:txBody>
            <a:bodyPr anchor="t"/>
            <a:p>
              <a:pPr lvl="0" algn="just">
                <a:buClr>
                  <a:srgbClr val="000000"/>
                </a:buClr>
              </a:pPr>
              <a:r>
                <a:rPr lang="zh-CN" altLang="en-US" sz="1600">
                  <a:solidFill>
                    <a:schemeClr val="tx1"/>
                  </a:solidFill>
                  <a:latin typeface="Times New Roman" panose="02020603050405020304" charset="0"/>
                  <a:ea typeface="宋体" panose="02010600030101010101" pitchFamily="2" charset="-122"/>
                </a:rPr>
                <a:t>块号 </a:t>
              </a:r>
              <a:r>
                <a:rPr lang="en-US" altLang="zh-CN" sz="1600">
                  <a:solidFill>
                    <a:schemeClr val="tx1"/>
                  </a:solidFill>
                  <a:latin typeface="Times New Roman" panose="02020603050405020304" charset="0"/>
                  <a:ea typeface="宋体" panose="02010600030101010101" pitchFamily="2" charset="-122"/>
                </a:rPr>
                <a:t>178</a:t>
              </a:r>
              <a:endParaRPr lang="en-US" altLang="zh-CN" sz="1600">
                <a:solidFill>
                  <a:schemeClr val="tx1"/>
                </a:solidFill>
                <a:latin typeface="Times New Roman" panose="02020603050405020304" charset="0"/>
                <a:ea typeface="宋体" panose="02010600030101010101" pitchFamily="2" charset="-122"/>
              </a:endParaRPr>
            </a:p>
          </p:txBody>
        </p:sp>
        <p:sp>
          <p:nvSpPr>
            <p:cNvPr id="43042" name="文本框 43042"/>
            <p:cNvSpPr txBox="1"/>
            <p:nvPr/>
          </p:nvSpPr>
          <p:spPr>
            <a:xfrm>
              <a:off x="1803" y="1344"/>
              <a:ext cx="554" cy="590"/>
            </a:xfrm>
            <a:prstGeom prst="rect">
              <a:avLst/>
            </a:prstGeom>
            <a:solidFill>
              <a:srgbClr val="FFCCCC"/>
            </a:solidFill>
            <a:ln w="19050" cap="flat" cmpd="sng">
              <a:solidFill>
                <a:srgbClr val="000000"/>
              </a:solidFill>
              <a:prstDash val="solid"/>
              <a:miter/>
              <a:headEnd type="none" w="med" len="med"/>
              <a:tailEnd type="none" w="med" len="med"/>
            </a:ln>
          </p:spPr>
          <p:txBody>
            <a:bodyPr anchor="t"/>
            <a:p>
              <a:pPr lvl="0" algn="just">
                <a:buClr>
                  <a:srgbClr val="000000"/>
                </a:buClr>
              </a:pPr>
              <a:r>
                <a:rPr lang="en-US" altLang="zh-CN" sz="1600">
                  <a:solidFill>
                    <a:schemeClr val="tx1"/>
                  </a:solidFill>
                  <a:latin typeface="Times New Roman" panose="02020603050405020304" charset="0"/>
                  <a:ea typeface="宋体" panose="02010600030101010101" pitchFamily="2" charset="-122"/>
                </a:rPr>
                <a:t>  </a:t>
              </a:r>
              <a:endParaRPr lang="en-US" altLang="zh-CN" sz="1600">
                <a:solidFill>
                  <a:schemeClr val="tx1"/>
                </a:solidFill>
                <a:latin typeface="Times New Roman" panose="02020603050405020304" charset="0"/>
                <a:ea typeface="宋体" panose="02010600030101010101" pitchFamily="2" charset="-122"/>
              </a:endParaRPr>
            </a:p>
          </p:txBody>
        </p:sp>
        <p:sp>
          <p:nvSpPr>
            <p:cNvPr id="43043" name="直接连接符 43043"/>
            <p:cNvSpPr/>
            <p:nvPr/>
          </p:nvSpPr>
          <p:spPr>
            <a:xfrm>
              <a:off x="1803" y="1482"/>
              <a:ext cx="554" cy="0"/>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43044" name="直接连接符 43044"/>
            <p:cNvSpPr/>
            <p:nvPr/>
          </p:nvSpPr>
          <p:spPr>
            <a:xfrm>
              <a:off x="1806" y="1608"/>
              <a:ext cx="554" cy="0"/>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43045" name="直接连接符 43045"/>
            <p:cNvSpPr/>
            <p:nvPr/>
          </p:nvSpPr>
          <p:spPr>
            <a:xfrm>
              <a:off x="1809" y="1812"/>
              <a:ext cx="555" cy="0"/>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43046" name="文本框 43046"/>
            <p:cNvSpPr txBox="1"/>
            <p:nvPr/>
          </p:nvSpPr>
          <p:spPr>
            <a:xfrm>
              <a:off x="1981" y="1631"/>
              <a:ext cx="277" cy="211"/>
            </a:xfrm>
            <a:prstGeom prst="rect">
              <a:avLst/>
            </a:prstGeom>
            <a:noFill/>
            <a:ln w="9525">
              <a:noFill/>
              <a:miter/>
            </a:ln>
          </p:spPr>
          <p:txBody>
            <a:bodyPr anchor="t"/>
            <a:p>
              <a:pPr lvl="0" algn="just">
                <a:lnSpc>
                  <a:spcPct val="80000"/>
                </a:lnSpc>
                <a:buClr>
                  <a:srgbClr val="000000"/>
                </a:buClr>
              </a:pPr>
              <a:r>
                <a:rPr lang="en-US" altLang="zh-CN" sz="1600">
                  <a:solidFill>
                    <a:schemeClr val="tx1"/>
                  </a:solidFill>
                  <a:latin typeface="Times New Roman" panose="02020603050405020304" charset="0"/>
                  <a:ea typeface="宋体" panose="02010600030101010101" pitchFamily="2" charset="-122"/>
                </a:rPr>
                <a:t> ...</a:t>
              </a:r>
              <a:endParaRPr lang="en-US" altLang="zh-CN" sz="1600">
                <a:solidFill>
                  <a:schemeClr val="tx1"/>
                </a:solidFill>
                <a:latin typeface="宋体" panose="02010600030101010101" pitchFamily="2" charset="-122"/>
                <a:ea typeface="宋体" panose="02010600030101010101" pitchFamily="2" charset="-122"/>
                <a:sym typeface="MT Extra" panose="05050102010205020202" pitchFamily="2" charset="2"/>
              </a:endParaRPr>
            </a:p>
          </p:txBody>
        </p:sp>
        <p:sp>
          <p:nvSpPr>
            <p:cNvPr id="43047" name="文本框 43047"/>
            <p:cNvSpPr txBox="1"/>
            <p:nvPr/>
          </p:nvSpPr>
          <p:spPr>
            <a:xfrm>
              <a:off x="1882" y="1325"/>
              <a:ext cx="395" cy="155"/>
            </a:xfrm>
            <a:prstGeom prst="rect">
              <a:avLst/>
            </a:prstGeom>
            <a:noFill/>
            <a:ln w="9525">
              <a:noFill/>
              <a:miter/>
            </a:ln>
          </p:spPr>
          <p:txBody>
            <a:bodyPr anchor="t"/>
            <a:p>
              <a:pPr lvl="0" algn="just">
                <a:lnSpc>
                  <a:spcPct val="80000"/>
                </a:lnSpc>
                <a:buClr>
                  <a:srgbClr val="000000"/>
                </a:buClr>
              </a:pPr>
              <a:r>
                <a:rPr lang="en-US" altLang="zh-CN" sz="1600">
                  <a:solidFill>
                    <a:schemeClr val="tx1"/>
                  </a:solidFill>
                  <a:latin typeface="Times New Roman" panose="02020603050405020304" charset="0"/>
                  <a:ea typeface="宋体" panose="02010600030101010101" pitchFamily="2" charset="-122"/>
                </a:rPr>
                <a:t>  178</a:t>
              </a:r>
              <a:endParaRPr lang="en-US" altLang="zh-CN" sz="1600">
                <a:solidFill>
                  <a:schemeClr val="tx1"/>
                </a:solidFill>
                <a:latin typeface="Times New Roman" panose="02020603050405020304" charset="0"/>
                <a:ea typeface="宋体" panose="02010600030101010101" pitchFamily="2" charset="-122"/>
              </a:endParaRPr>
            </a:p>
          </p:txBody>
        </p:sp>
        <p:sp>
          <p:nvSpPr>
            <p:cNvPr id="43048" name="文本框 43048"/>
            <p:cNvSpPr txBox="1"/>
            <p:nvPr/>
          </p:nvSpPr>
          <p:spPr>
            <a:xfrm>
              <a:off x="1890" y="1791"/>
              <a:ext cx="395" cy="156"/>
            </a:xfrm>
            <a:prstGeom prst="rect">
              <a:avLst/>
            </a:prstGeom>
            <a:noFill/>
            <a:ln w="9525">
              <a:noFill/>
              <a:miter/>
            </a:ln>
          </p:spPr>
          <p:txBody>
            <a:bodyPr anchor="t"/>
            <a:p>
              <a:pPr lvl="0" algn="just">
                <a:lnSpc>
                  <a:spcPct val="80000"/>
                </a:lnSpc>
                <a:buClr>
                  <a:srgbClr val="000000"/>
                </a:buClr>
              </a:pPr>
              <a:r>
                <a:rPr lang="en-US" altLang="zh-CN" sz="1600">
                  <a:solidFill>
                    <a:schemeClr val="tx1"/>
                  </a:solidFill>
                  <a:latin typeface="Times New Roman" panose="02020603050405020304" charset="0"/>
                  <a:ea typeface="宋体" panose="02010600030101010101" pitchFamily="2" charset="-122"/>
                </a:rPr>
                <a:t>  49</a:t>
              </a:r>
              <a:endParaRPr lang="en-US" altLang="zh-CN" sz="1600">
                <a:solidFill>
                  <a:schemeClr val="tx1"/>
                </a:solidFill>
                <a:latin typeface="Times New Roman" panose="02020603050405020304" charset="0"/>
                <a:ea typeface="宋体" panose="02010600030101010101" pitchFamily="2" charset="-122"/>
              </a:endParaRPr>
            </a:p>
          </p:txBody>
        </p:sp>
        <p:sp>
          <p:nvSpPr>
            <p:cNvPr id="43049" name="文本框 43049"/>
            <p:cNvSpPr txBox="1"/>
            <p:nvPr/>
          </p:nvSpPr>
          <p:spPr>
            <a:xfrm>
              <a:off x="2555" y="1777"/>
              <a:ext cx="369" cy="211"/>
            </a:xfrm>
            <a:prstGeom prst="rect">
              <a:avLst/>
            </a:prstGeom>
            <a:solidFill>
              <a:srgbClr val="FFCCCC"/>
            </a:solidFill>
            <a:ln w="19050" cap="flat" cmpd="sng">
              <a:solidFill>
                <a:srgbClr val="000000"/>
              </a:solidFill>
              <a:prstDash val="solid"/>
              <a:miter/>
              <a:headEnd type="none" w="med" len="med"/>
              <a:tailEnd type="none" w="med" len="med"/>
            </a:ln>
          </p:spPr>
          <p:txBody>
            <a:bodyPr anchor="t"/>
            <a:p>
              <a:pPr lvl="0" algn="just">
                <a:lnSpc>
                  <a:spcPct val="70000"/>
                </a:lnSpc>
                <a:buClr>
                  <a:srgbClr val="000000"/>
                </a:buClr>
              </a:pPr>
              <a:r>
                <a:rPr lang="en-US" altLang="zh-CN">
                  <a:solidFill>
                    <a:schemeClr val="tx1"/>
                  </a:solidFill>
                  <a:latin typeface="Times New Roman" panose="02020603050405020304" charset="0"/>
                  <a:ea typeface="宋体" panose="02010600030101010101" pitchFamily="2" charset="-122"/>
                </a:rPr>
                <a:t> </a:t>
              </a:r>
              <a:r>
                <a:rPr lang="en-US" altLang="zh-CN" sz="1600">
                  <a:solidFill>
                    <a:schemeClr val="tx1"/>
                  </a:solidFill>
                  <a:latin typeface="Times New Roman" panose="02020603050405020304" charset="0"/>
                  <a:ea typeface="宋体" panose="02010600030101010101" pitchFamily="2" charset="-122"/>
                </a:rPr>
                <a:t>r</a:t>
              </a:r>
              <a:r>
                <a:rPr lang="en-US" altLang="zh-CN" sz="1600" baseline="-25000">
                  <a:solidFill>
                    <a:schemeClr val="tx1"/>
                  </a:solidFill>
                  <a:latin typeface="Times New Roman" panose="02020603050405020304" charset="0"/>
                  <a:ea typeface="宋体" panose="02010600030101010101" pitchFamily="2" charset="-122"/>
                </a:rPr>
                <a:t>511</a:t>
              </a:r>
              <a:endParaRPr lang="en-US" altLang="zh-CN" sz="1600" baseline="-25000">
                <a:solidFill>
                  <a:schemeClr val="tx1"/>
                </a:solidFill>
                <a:latin typeface="Times New Roman" panose="02020603050405020304" charset="0"/>
                <a:ea typeface="宋体" panose="02010600030101010101" pitchFamily="2" charset="-122"/>
              </a:endParaRPr>
            </a:p>
            <a:p>
              <a:pPr lvl="0" algn="just">
                <a:lnSpc>
                  <a:spcPct val="60000"/>
                </a:lnSpc>
                <a:buClr>
                  <a:srgbClr val="000000"/>
                </a:buClr>
              </a:pPr>
              <a:endParaRPr lang="en-US" altLang="zh-CN" sz="1600" baseline="-25000">
                <a:solidFill>
                  <a:schemeClr val="tx1"/>
                </a:solidFill>
                <a:latin typeface="Times New Roman" panose="02020603050405020304" charset="0"/>
                <a:ea typeface="宋体" panose="02010600030101010101" pitchFamily="2" charset="-122"/>
              </a:endParaRPr>
            </a:p>
          </p:txBody>
        </p:sp>
        <p:sp>
          <p:nvSpPr>
            <p:cNvPr id="43050" name="文本框 43050"/>
            <p:cNvSpPr txBox="1"/>
            <p:nvPr/>
          </p:nvSpPr>
          <p:spPr>
            <a:xfrm>
              <a:off x="2922" y="1799"/>
              <a:ext cx="571" cy="259"/>
            </a:xfrm>
            <a:prstGeom prst="rect">
              <a:avLst/>
            </a:prstGeom>
            <a:noFill/>
            <a:ln w="9525">
              <a:noFill/>
              <a:miter/>
            </a:ln>
          </p:spPr>
          <p:txBody>
            <a:bodyPr anchor="t"/>
            <a:p>
              <a:pPr lvl="0" algn="just">
                <a:buClr>
                  <a:srgbClr val="000000"/>
                </a:buClr>
              </a:pPr>
              <a:r>
                <a:rPr lang="zh-CN" altLang="en-US" sz="1600">
                  <a:solidFill>
                    <a:schemeClr val="tx1"/>
                  </a:solidFill>
                  <a:latin typeface="Times New Roman" panose="02020603050405020304" charset="0"/>
                  <a:ea typeface="宋体" panose="02010600030101010101" pitchFamily="2" charset="-122"/>
                </a:rPr>
                <a:t>块号 </a:t>
              </a:r>
              <a:r>
                <a:rPr lang="en-US" altLang="zh-CN" sz="1600">
                  <a:solidFill>
                    <a:schemeClr val="tx1"/>
                  </a:solidFill>
                  <a:latin typeface="Times New Roman" panose="02020603050405020304" charset="0"/>
                  <a:ea typeface="宋体" panose="02010600030101010101" pitchFamily="2" charset="-122"/>
                </a:rPr>
                <a:t>49</a:t>
              </a:r>
              <a:endParaRPr lang="en-US" altLang="zh-CN" sz="1600">
                <a:solidFill>
                  <a:schemeClr val="tx1"/>
                </a:solidFill>
                <a:latin typeface="Times New Roman" panose="02020603050405020304" charset="0"/>
                <a:ea typeface="宋体" panose="02010600030101010101" pitchFamily="2" charset="-122"/>
              </a:endParaRPr>
            </a:p>
          </p:txBody>
        </p:sp>
        <p:sp>
          <p:nvSpPr>
            <p:cNvPr id="43051" name="直接连接符 43051"/>
            <p:cNvSpPr/>
            <p:nvPr/>
          </p:nvSpPr>
          <p:spPr>
            <a:xfrm flipV="1">
              <a:off x="2278" y="1266"/>
              <a:ext cx="277" cy="130"/>
            </a:xfrm>
            <a:prstGeom prst="line">
              <a:avLst/>
            </a:prstGeom>
            <a:ln w="12700" cap="flat" cmpd="sng">
              <a:solidFill>
                <a:schemeClr val="tx1"/>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43052" name="直接连接符 43052"/>
            <p:cNvSpPr/>
            <p:nvPr/>
          </p:nvSpPr>
          <p:spPr>
            <a:xfrm>
              <a:off x="2278" y="1867"/>
              <a:ext cx="277" cy="0"/>
            </a:xfrm>
            <a:prstGeom prst="line">
              <a:avLst/>
            </a:prstGeom>
            <a:ln w="12700" cap="flat" cmpd="sng">
              <a:solidFill>
                <a:schemeClr val="tx1"/>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43053" name="直接连接符 43053"/>
            <p:cNvSpPr/>
            <p:nvPr/>
          </p:nvSpPr>
          <p:spPr>
            <a:xfrm flipV="1">
              <a:off x="1385" y="449"/>
              <a:ext cx="397" cy="338"/>
            </a:xfrm>
            <a:prstGeom prst="line">
              <a:avLst/>
            </a:prstGeom>
            <a:ln w="12700" cap="flat" cmpd="sng">
              <a:solidFill>
                <a:schemeClr val="tx1"/>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43054" name="直接连接符 43054"/>
            <p:cNvSpPr/>
            <p:nvPr/>
          </p:nvSpPr>
          <p:spPr>
            <a:xfrm>
              <a:off x="1382" y="955"/>
              <a:ext cx="412" cy="388"/>
            </a:xfrm>
            <a:prstGeom prst="line">
              <a:avLst/>
            </a:prstGeom>
            <a:ln w="12700" cap="flat" cmpd="sng">
              <a:solidFill>
                <a:schemeClr val="tx1"/>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43055" name="文本框 43055"/>
            <p:cNvSpPr txBox="1"/>
            <p:nvPr/>
          </p:nvSpPr>
          <p:spPr>
            <a:xfrm>
              <a:off x="2609" y="929"/>
              <a:ext cx="276" cy="192"/>
            </a:xfrm>
            <a:prstGeom prst="rect">
              <a:avLst/>
            </a:prstGeom>
            <a:noFill/>
            <a:ln w="9525">
              <a:noFill/>
              <a:miter/>
            </a:ln>
          </p:spPr>
          <p:txBody>
            <a:bodyPr anchor="t"/>
            <a:p>
              <a:pPr lvl="0" algn="just">
                <a:lnSpc>
                  <a:spcPct val="80000"/>
                </a:lnSpc>
                <a:buClr>
                  <a:srgbClr val="000000"/>
                </a:buClr>
              </a:pPr>
              <a:r>
                <a:rPr lang="en-US" altLang="zh-CN" sz="1600">
                  <a:solidFill>
                    <a:schemeClr val="tx1"/>
                  </a:solidFill>
                  <a:latin typeface="Times New Roman" panose="02020603050405020304" charset="0"/>
                  <a:ea typeface="宋体" panose="02010600030101010101" pitchFamily="2" charset="-122"/>
                </a:rPr>
                <a:t> ...</a:t>
              </a:r>
              <a:endParaRPr lang="en-US" altLang="zh-CN" sz="1600">
                <a:solidFill>
                  <a:schemeClr val="tx1"/>
                </a:solidFill>
                <a:latin typeface="宋体" panose="02010600030101010101" pitchFamily="2" charset="-122"/>
                <a:ea typeface="宋体" panose="02010600030101010101" pitchFamily="2" charset="-122"/>
                <a:sym typeface="MT Extra" panose="05050102010205020202" pitchFamily="2" charset="2"/>
              </a:endParaRPr>
            </a:p>
          </p:txBody>
        </p:sp>
        <p:sp>
          <p:nvSpPr>
            <p:cNvPr id="43056" name="文本框 43056"/>
            <p:cNvSpPr txBox="1"/>
            <p:nvPr/>
          </p:nvSpPr>
          <p:spPr>
            <a:xfrm>
              <a:off x="1502" y="0"/>
              <a:ext cx="1058" cy="436"/>
            </a:xfrm>
            <a:prstGeom prst="rect">
              <a:avLst/>
            </a:prstGeom>
            <a:noFill/>
            <a:ln w="9525">
              <a:noFill/>
              <a:miter/>
            </a:ln>
          </p:spPr>
          <p:txBody>
            <a:bodyPr anchor="t"/>
            <a:p>
              <a:pPr lvl="0" algn="just">
                <a:lnSpc>
                  <a:spcPct val="120000"/>
                </a:lnSpc>
                <a:buClr>
                  <a:srgbClr val="000000"/>
                </a:buClr>
              </a:pPr>
              <a:r>
                <a:rPr lang="zh-CN" altLang="en-US" sz="1600">
                  <a:solidFill>
                    <a:schemeClr val="tx1"/>
                  </a:solidFill>
                  <a:latin typeface="Times New Roman" panose="02020603050405020304" charset="0"/>
                  <a:ea typeface="宋体" panose="02010600030101010101" pitchFamily="2" charset="-122"/>
                </a:rPr>
                <a:t>一级间接索引表</a:t>
              </a:r>
              <a:endParaRPr lang="zh-CN" altLang="en-US" sz="1600">
                <a:solidFill>
                  <a:schemeClr val="tx1"/>
                </a:solidFill>
                <a:latin typeface="Times New Roman" panose="02020603050405020304" charset="0"/>
                <a:ea typeface="宋体" panose="02010600030101010101" pitchFamily="2" charset="-122"/>
              </a:endParaRPr>
            </a:p>
            <a:p>
              <a:pPr lvl="0" algn="just">
                <a:lnSpc>
                  <a:spcPct val="120000"/>
                </a:lnSpc>
                <a:buClr>
                  <a:srgbClr val="000000"/>
                </a:buClr>
              </a:pPr>
              <a:r>
                <a:rPr lang="zh-CN" altLang="en-US" sz="1600">
                  <a:solidFill>
                    <a:schemeClr val="tx1"/>
                  </a:solidFill>
                  <a:latin typeface="Times New Roman" panose="02020603050405020304" charset="0"/>
                  <a:ea typeface="宋体" panose="02010600030101010101" pitchFamily="2" charset="-122"/>
                </a:rPr>
                <a:t>    磁盘块号 </a:t>
              </a:r>
              <a:r>
                <a:rPr lang="en-US" altLang="zh-CN" sz="1600">
                  <a:solidFill>
                    <a:schemeClr val="tx1"/>
                  </a:solidFill>
                  <a:latin typeface="Times New Roman" panose="02020603050405020304" charset="0"/>
                  <a:ea typeface="宋体" panose="02010600030101010101" pitchFamily="2" charset="-122"/>
                </a:rPr>
                <a:t>52</a:t>
              </a:r>
              <a:endParaRPr lang="en-US" altLang="zh-CN" sz="1600">
                <a:solidFill>
                  <a:schemeClr val="tx1"/>
                </a:solidFill>
                <a:latin typeface="Times New Roman" panose="02020603050405020304" charset="0"/>
                <a:ea typeface="宋体" panose="02010600030101010101" pitchFamily="2" charset="-122"/>
              </a:endParaRPr>
            </a:p>
          </p:txBody>
        </p:sp>
        <p:sp>
          <p:nvSpPr>
            <p:cNvPr id="43057" name="文本框 43057"/>
            <p:cNvSpPr txBox="1"/>
            <p:nvPr/>
          </p:nvSpPr>
          <p:spPr>
            <a:xfrm>
              <a:off x="2504" y="63"/>
              <a:ext cx="585" cy="252"/>
            </a:xfrm>
            <a:prstGeom prst="rect">
              <a:avLst/>
            </a:prstGeom>
            <a:noFill/>
            <a:ln w="9525">
              <a:noFill/>
              <a:miter/>
            </a:ln>
          </p:spPr>
          <p:txBody>
            <a:bodyPr anchor="t"/>
            <a:p>
              <a:pPr lvl="0" algn="just">
                <a:buClr>
                  <a:srgbClr val="000000"/>
                </a:buClr>
              </a:pPr>
              <a:r>
                <a:rPr lang="zh-CN" altLang="en-US" sz="1600">
                  <a:solidFill>
                    <a:schemeClr val="tx1"/>
                  </a:solidFill>
                  <a:latin typeface="Times New Roman" panose="02020603050405020304" charset="0"/>
                  <a:ea typeface="宋体" panose="02010600030101010101" pitchFamily="2" charset="-122"/>
                </a:rPr>
                <a:t>磁盘块</a:t>
              </a:r>
              <a:endParaRPr lang="zh-CN" altLang="en-US" sz="1600">
                <a:solidFill>
                  <a:schemeClr val="tx1"/>
                </a:solidFill>
                <a:latin typeface="Times New Roman" panose="02020603050405020304" charset="0"/>
                <a:ea typeface="宋体" panose="02010600030101010101" pitchFamily="2" charset="-122"/>
              </a:endParaRPr>
            </a:p>
          </p:txBody>
        </p:sp>
        <p:sp>
          <p:nvSpPr>
            <p:cNvPr id="43058" name="直接连接符 43058"/>
            <p:cNvSpPr/>
            <p:nvPr/>
          </p:nvSpPr>
          <p:spPr>
            <a:xfrm>
              <a:off x="515" y="1703"/>
              <a:ext cx="911" cy="0"/>
            </a:xfrm>
            <a:prstGeom prst="line">
              <a:avLst/>
            </a:prstGeom>
            <a:ln w="222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43059" name="文本框 43059"/>
            <p:cNvSpPr txBox="1"/>
            <p:nvPr/>
          </p:nvSpPr>
          <p:spPr>
            <a:xfrm>
              <a:off x="846" y="514"/>
              <a:ext cx="282" cy="193"/>
            </a:xfrm>
            <a:prstGeom prst="rect">
              <a:avLst/>
            </a:prstGeom>
            <a:noFill/>
            <a:ln w="9525">
              <a:noFill/>
              <a:miter/>
            </a:ln>
          </p:spPr>
          <p:txBody>
            <a:bodyPr anchor="t"/>
            <a:p>
              <a:pPr lvl="0" algn="just">
                <a:lnSpc>
                  <a:spcPct val="80000"/>
                </a:lnSpc>
                <a:buClr>
                  <a:srgbClr val="000000"/>
                </a:buClr>
              </a:pPr>
              <a:r>
                <a:rPr lang="en-US" altLang="zh-CN" sz="1600">
                  <a:solidFill>
                    <a:schemeClr val="tx1"/>
                  </a:solidFill>
                  <a:latin typeface="Times New Roman" panose="02020603050405020304" charset="0"/>
                  <a:ea typeface="宋体" panose="02010600030101010101" pitchFamily="2" charset="-122"/>
                </a:rPr>
                <a:t> ...</a:t>
              </a:r>
              <a:endParaRPr lang="en-US" altLang="zh-CN" sz="1600">
                <a:solidFill>
                  <a:schemeClr val="tx1"/>
                </a:solidFill>
                <a:latin typeface="Arial" panose="02080604020202020204" pitchFamily="34" charset="0"/>
                <a:ea typeface="宋体" panose="02010600030101010101" pitchFamily="2" charset="-122"/>
                <a:sym typeface="MT Extra" panose="05050102010205020202" pitchFamily="2" charset="2"/>
              </a:endParaRPr>
            </a:p>
          </p:txBody>
        </p:sp>
        <p:sp>
          <p:nvSpPr>
            <p:cNvPr id="43060" name="文本框 43060"/>
            <p:cNvSpPr txBox="1"/>
            <p:nvPr/>
          </p:nvSpPr>
          <p:spPr>
            <a:xfrm>
              <a:off x="871" y="1492"/>
              <a:ext cx="282" cy="193"/>
            </a:xfrm>
            <a:prstGeom prst="rect">
              <a:avLst/>
            </a:prstGeom>
            <a:noFill/>
            <a:ln w="9525">
              <a:noFill/>
              <a:miter/>
            </a:ln>
          </p:spPr>
          <p:txBody>
            <a:bodyPr anchor="t"/>
            <a:p>
              <a:pPr lvl="0" algn="just">
                <a:lnSpc>
                  <a:spcPct val="80000"/>
                </a:lnSpc>
                <a:buClr>
                  <a:srgbClr val="000000"/>
                </a:buClr>
              </a:pPr>
              <a:r>
                <a:rPr lang="en-US" altLang="zh-CN" sz="1600">
                  <a:solidFill>
                    <a:schemeClr val="tx1"/>
                  </a:solidFill>
                  <a:latin typeface="Times New Roman" panose="02020603050405020304" charset="0"/>
                  <a:ea typeface="宋体" panose="02010600030101010101" pitchFamily="2" charset="-122"/>
                </a:rPr>
                <a:t> ...</a:t>
              </a:r>
              <a:endParaRPr lang="en-US" altLang="zh-CN" sz="1600">
                <a:solidFill>
                  <a:schemeClr val="tx1"/>
                </a:solidFill>
                <a:latin typeface="Arial" panose="02080604020202020204" pitchFamily="34" charset="0"/>
                <a:ea typeface="宋体" panose="02010600030101010101" pitchFamily="2" charset="-122"/>
                <a:sym typeface="MT Extra" panose="05050102010205020202" pitchFamily="2" charset="2"/>
              </a:endParaRPr>
            </a:p>
          </p:txBody>
        </p:sp>
        <p:sp>
          <p:nvSpPr>
            <p:cNvPr id="43061" name="文本框 43061"/>
            <p:cNvSpPr txBox="1"/>
            <p:nvPr/>
          </p:nvSpPr>
          <p:spPr>
            <a:xfrm>
              <a:off x="2612" y="1557"/>
              <a:ext cx="277" cy="211"/>
            </a:xfrm>
            <a:prstGeom prst="rect">
              <a:avLst/>
            </a:prstGeom>
            <a:noFill/>
            <a:ln w="9525">
              <a:noFill/>
              <a:miter/>
            </a:ln>
          </p:spPr>
          <p:txBody>
            <a:bodyPr anchor="t"/>
            <a:p>
              <a:pPr lvl="0" algn="just">
                <a:lnSpc>
                  <a:spcPct val="80000"/>
                </a:lnSpc>
                <a:buClr>
                  <a:srgbClr val="000000"/>
                </a:buClr>
              </a:pPr>
              <a:r>
                <a:rPr lang="en-US" altLang="zh-CN" sz="1600">
                  <a:solidFill>
                    <a:schemeClr val="tx1"/>
                  </a:solidFill>
                  <a:latin typeface="Times New Roman" panose="02020603050405020304" charset="0"/>
                  <a:ea typeface="宋体" panose="02010600030101010101" pitchFamily="2" charset="-122"/>
                </a:rPr>
                <a:t> ...</a:t>
              </a:r>
              <a:endParaRPr lang="en-US" altLang="zh-CN" sz="1600">
                <a:solidFill>
                  <a:schemeClr val="tx1"/>
                </a:solidFill>
                <a:latin typeface="宋体" panose="02010600030101010101" pitchFamily="2" charset="-122"/>
                <a:ea typeface="宋体" panose="02010600030101010101" pitchFamily="2" charset="-122"/>
                <a:sym typeface="MT Extra" panose="05050102010205020202" pitchFamily="2" charset="2"/>
              </a:endParaRPr>
            </a:p>
          </p:txBody>
        </p:sp>
        <p:sp>
          <p:nvSpPr>
            <p:cNvPr id="43062" name="文本框 43062"/>
            <p:cNvSpPr txBox="1"/>
            <p:nvPr/>
          </p:nvSpPr>
          <p:spPr>
            <a:xfrm>
              <a:off x="1224" y="2440"/>
              <a:ext cx="1406" cy="212"/>
            </a:xfrm>
            <a:prstGeom prst="rect">
              <a:avLst/>
            </a:prstGeom>
            <a:noFill/>
            <a:ln w="9525">
              <a:noFill/>
              <a:miter/>
            </a:ln>
          </p:spPr>
          <p:txBody>
            <a:bodyPr anchor="t">
              <a:spAutoFit/>
            </a:bodyPr>
            <a:p>
              <a:pPr lvl="0">
                <a:spcBef>
                  <a:spcPct val="30000"/>
                </a:spcBef>
                <a:buClr>
                  <a:srgbClr val="000000"/>
                </a:buClr>
              </a:pPr>
              <a:r>
                <a:rPr lang="zh-CN" altLang="en-US" sz="1600" b="0">
                  <a:solidFill>
                    <a:schemeClr val="tx1"/>
                  </a:solidFill>
                  <a:latin typeface="Times New Roman" panose="02020603050405020304" charset="0"/>
                  <a:ea typeface="宋体" panose="02010600030101010101" pitchFamily="2" charset="-122"/>
                </a:rPr>
                <a:t>一级间接索引文件结构</a:t>
              </a:r>
              <a:endParaRPr lang="zh-CN" altLang="en-US" sz="1600" b="0">
                <a:solidFill>
                  <a:schemeClr val="tx1"/>
                </a:solidFill>
                <a:latin typeface="Times New Roman" panose="02020603050405020304" charset="0"/>
                <a:ea typeface="宋体" panose="02010600030101010101" pitchFamily="2" charset="-122"/>
              </a:endParaRPr>
            </a:p>
          </p:txBody>
        </p:sp>
      </p:grpSp>
      <p:sp>
        <p:nvSpPr>
          <p:cNvPr id="3" name="文本框 2"/>
          <p:cNvSpPr txBox="1"/>
          <p:nvPr/>
        </p:nvSpPr>
        <p:spPr>
          <a:xfrm>
            <a:off x="223838" y="2222500"/>
            <a:ext cx="2682875" cy="2835275"/>
          </a:xfrm>
          <a:prstGeom prst="rect">
            <a:avLst/>
          </a:prstGeom>
          <a:noFill/>
          <a:ln w="12700" cmpd="sng">
            <a:solidFill>
              <a:schemeClr val="accent4"/>
            </a:solidFill>
            <a:prstDash val="solid"/>
            <a:miter/>
          </a:ln>
        </p:spPr>
        <p:txBody>
          <a:bodyPr wrap="square" anchor="t">
            <a:spAutoFit/>
          </a:bodyPr>
          <a:p>
            <a:pPr lvl="0" fontAlgn="base"/>
            <a:r>
              <a:rPr lang="zh-CN" altLang="en-US" sz="2000" strike="noStrike" noProof="1">
                <a:solidFill>
                  <a:schemeClr val="tx1"/>
                </a:solidFill>
                <a:latin typeface="Times New Roman" panose="02020603050405020304" charset="0"/>
                <a:ea typeface="宋体" panose="02010600030101010101" pitchFamily="2" charset="-122"/>
                <a:cs typeface="+mn-ea"/>
                <a:sym typeface="Arial" panose="02080604020202020204" pitchFamily="34" charset="0"/>
              </a:rPr>
              <a:t>假设一个物理块的大小为</a:t>
            </a:r>
            <a:r>
              <a:rPr lang="en-US" altLang="zh-CN" sz="2000" strike="noStrike" noProof="1">
                <a:solidFill>
                  <a:schemeClr val="tx1"/>
                </a:solidFill>
                <a:latin typeface="Times New Roman" panose="02020603050405020304" charset="0"/>
                <a:ea typeface="宋体" panose="02010600030101010101" pitchFamily="2" charset="-122"/>
                <a:cs typeface="+mn-ea"/>
                <a:sym typeface="Arial" panose="02080604020202020204" pitchFamily="34" charset="0"/>
              </a:rPr>
              <a:t>512B</a:t>
            </a:r>
            <a:r>
              <a:rPr lang="zh-CN" altLang="en-US" sz="2000" strike="noStrike" noProof="1">
                <a:solidFill>
                  <a:schemeClr val="tx1"/>
                </a:solidFill>
                <a:latin typeface="Times New Roman" panose="02020603050405020304" charset="0"/>
                <a:ea typeface="宋体" panose="02010600030101010101" pitchFamily="2" charset="-122"/>
                <a:cs typeface="+mn-ea"/>
                <a:sym typeface="Arial" panose="02080604020202020204" pitchFamily="34" charset="0"/>
              </a:rPr>
              <a:t>，一个索引项占用</a:t>
            </a:r>
            <a:r>
              <a:rPr lang="en-US" altLang="zh-CN" sz="2000" strike="noStrike" noProof="1">
                <a:solidFill>
                  <a:schemeClr val="tx1"/>
                </a:solidFill>
                <a:latin typeface="Times New Roman" panose="02020603050405020304" charset="0"/>
                <a:ea typeface="宋体" panose="02010600030101010101" pitchFamily="2" charset="-122"/>
                <a:cs typeface="+mn-ea"/>
                <a:sym typeface="Arial" panose="02080604020202020204" pitchFamily="34" charset="0"/>
              </a:rPr>
              <a:t>2</a:t>
            </a:r>
            <a:r>
              <a:rPr lang="zh-CN" altLang="en-US" sz="2000" strike="noStrike" noProof="1">
                <a:solidFill>
                  <a:schemeClr val="tx1"/>
                </a:solidFill>
                <a:latin typeface="Times New Roman" panose="02020603050405020304" charset="0"/>
                <a:ea typeface="宋体" panose="02010600030101010101" pitchFamily="2" charset="-122"/>
                <a:cs typeface="+mn-ea"/>
                <a:sym typeface="Arial" panose="02080604020202020204" pitchFamily="34" charset="0"/>
              </a:rPr>
              <a:t>个字节，</a:t>
            </a:r>
            <a:endParaRPr lang="zh-CN" altLang="en-US" sz="2000" strike="noStrike" noProof="1">
              <a:solidFill>
                <a:schemeClr val="tx1"/>
              </a:solidFill>
              <a:latin typeface="Times New Roman" panose="02020603050405020304" charset="0"/>
              <a:ea typeface="宋体" panose="02010600030101010101" pitchFamily="2" charset="-122"/>
              <a:sym typeface="Arial" panose="02080604020202020204" pitchFamily="34" charset="0"/>
            </a:endParaRPr>
          </a:p>
          <a:p>
            <a:pPr lvl="0" fontAlgn="base"/>
            <a:endParaRPr lang="zh-CN" altLang="en-US" sz="2000" strike="noStrike" noProof="1">
              <a:solidFill>
                <a:schemeClr val="tx1"/>
              </a:solidFill>
              <a:latin typeface="Times New Roman" panose="02020603050405020304" charset="0"/>
              <a:ea typeface="宋体" panose="02010600030101010101" pitchFamily="2" charset="-122"/>
              <a:sym typeface="Arial" panose="02080604020202020204" pitchFamily="34" charset="0"/>
            </a:endParaRPr>
          </a:p>
          <a:p>
            <a:pPr lvl="0" fontAlgn="base"/>
            <a:r>
              <a:rPr lang="zh-CN" altLang="en-US" sz="2000" strike="noStrike" noProof="1">
                <a:solidFill>
                  <a:schemeClr val="tx1"/>
                </a:solidFill>
                <a:latin typeface="Times New Roman" panose="02020603050405020304" charset="0"/>
                <a:ea typeface="宋体" panose="02010600030101010101" pitchFamily="2" charset="-122"/>
                <a:cs typeface="+mn-ea"/>
                <a:sym typeface="Arial" panose="02080604020202020204" pitchFamily="34" charset="0"/>
              </a:rPr>
              <a:t>则一个索引块最多可容纳</a:t>
            </a:r>
            <a:r>
              <a:rPr lang="en-US" altLang="zh-CN" sz="2000" strike="noStrike" noProof="1">
                <a:solidFill>
                  <a:schemeClr val="tx1"/>
                </a:solidFill>
                <a:latin typeface="Times New Roman" panose="02020603050405020304" charset="0"/>
                <a:ea typeface="宋体" panose="02010600030101010101" pitchFamily="2" charset="-122"/>
                <a:cs typeface="+mn-ea"/>
                <a:sym typeface="Arial" panose="02080604020202020204" pitchFamily="34" charset="0"/>
              </a:rPr>
              <a:t>256</a:t>
            </a:r>
            <a:r>
              <a:rPr lang="zh-CN" altLang="en-US" sz="2000" strike="noStrike" noProof="1">
                <a:solidFill>
                  <a:schemeClr val="tx1"/>
                </a:solidFill>
                <a:latin typeface="Times New Roman" panose="02020603050405020304" charset="0"/>
                <a:ea typeface="宋体" panose="02010600030101010101" pitchFamily="2" charset="-122"/>
                <a:cs typeface="+mn-ea"/>
                <a:sym typeface="Arial" panose="02080604020202020204" pitchFamily="34" charset="0"/>
              </a:rPr>
              <a:t>个索引项。</a:t>
            </a:r>
            <a:endParaRPr lang="zh-CN" altLang="en-US" sz="2000" strike="noStrike" noProof="1">
              <a:solidFill>
                <a:schemeClr val="tx1"/>
              </a:solidFill>
              <a:latin typeface="Times New Roman" panose="02020603050405020304" charset="0"/>
              <a:ea typeface="宋体" panose="02010600030101010101" pitchFamily="2" charset="-122"/>
              <a:sym typeface="Arial" panose="02080604020202020204" pitchFamily="34" charset="0"/>
            </a:endParaRPr>
          </a:p>
          <a:p>
            <a:pPr lvl="0" fontAlgn="base"/>
            <a:endParaRPr lang="zh-CN" altLang="en-US" sz="2000" strike="noStrike" noProof="1">
              <a:solidFill>
                <a:schemeClr val="tx1"/>
              </a:solidFill>
              <a:latin typeface="Times New Roman" panose="02020603050405020304" charset="0"/>
              <a:ea typeface="宋体" panose="02010600030101010101" pitchFamily="2" charset="-122"/>
              <a:sym typeface="Arial" panose="02080604020202020204" pitchFamily="34" charset="0"/>
            </a:endParaRPr>
          </a:p>
          <a:p>
            <a:pPr lvl="0" fontAlgn="base"/>
            <a:r>
              <a:rPr lang="zh-CN" altLang="zh-CN" sz="2000" strike="noStrike" noProof="1">
                <a:solidFill>
                  <a:srgbClr val="C00000"/>
                </a:solidFill>
                <a:latin typeface="Times New Roman" panose="02020603050405020304" charset="0"/>
                <a:ea typeface="宋体" panose="02010600030101010101" pitchFamily="2" charset="-122"/>
                <a:cs typeface="+mn-ea"/>
                <a:sym typeface="Arial" panose="02080604020202020204" pitchFamily="34" charset="0"/>
              </a:rPr>
              <a:t>计算文件长度的最大值？</a:t>
            </a:r>
            <a:endParaRPr lang="zh-CN" altLang="zh-CN" sz="2000" strike="noStrike" noProof="1">
              <a:solidFill>
                <a:srgbClr val="C00000"/>
              </a:solidFill>
              <a:latin typeface="Times New Roman" panose="02020603050405020304" charset="0"/>
              <a:ea typeface="宋体" panose="02010600030101010101" pitchFamily="2" charset="-122"/>
              <a:sym typeface="Arial" panose="0208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43011" grpId="0" build="p"/>
      <p:bldP spid="43013" grpId="0"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4035" name="矩形 44034"/>
          <p:cNvSpPr/>
          <p:nvPr/>
        </p:nvSpPr>
        <p:spPr>
          <a:xfrm>
            <a:off x="657225" y="530225"/>
            <a:ext cx="8318500" cy="604838"/>
          </a:xfrm>
          <a:prstGeom prst="rect">
            <a:avLst/>
          </a:prstGeom>
          <a:noFill/>
          <a:ln w="9525">
            <a:noFill/>
            <a:miter/>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20000"/>
              </a:lnSpc>
              <a:spcBef>
                <a:spcPct val="20000"/>
              </a:spcBef>
              <a:buNone/>
            </a:pPr>
            <a:r>
              <a:rPr lang="en-US" altLang="zh-CN" sz="2800" b="1" strike="noStrike" noProof="1">
                <a:solidFill>
                  <a:srgbClr val="A50021"/>
                </a:solidFill>
                <a:latin typeface="Times New Roman" panose="02020603050405020304" charset="0"/>
                <a:ea typeface="宋体" panose="02010600030101010101" pitchFamily="2" charset="-122"/>
                <a:cs typeface="+mn-ea"/>
              </a:rPr>
              <a:t>(3) </a:t>
            </a:r>
            <a:r>
              <a:rPr lang="zh-CN" altLang="en-US" sz="2800" b="1" strike="noStrike" noProof="1">
                <a:solidFill>
                  <a:srgbClr val="A50021"/>
                </a:solidFill>
                <a:latin typeface="Times New Roman" panose="02020603050405020304" charset="0"/>
                <a:ea typeface="宋体" panose="02010600030101010101" pitchFamily="2" charset="-122"/>
                <a:cs typeface="+mn-ea"/>
              </a:rPr>
              <a:t>二级间接索引</a:t>
            </a:r>
            <a:endParaRPr lang="zh-CN" altLang="en-US" sz="2800" b="1" strike="noStrike" noProof="1">
              <a:solidFill>
                <a:srgbClr val="A50021"/>
              </a:solidFill>
              <a:latin typeface="Times New Roman" panose="02020603050405020304" charset="0"/>
              <a:ea typeface="宋体" panose="02010600030101010101" pitchFamily="2" charset="-122"/>
            </a:endParaRPr>
          </a:p>
        </p:txBody>
      </p:sp>
      <p:sp>
        <p:nvSpPr>
          <p:cNvPr id="44036" name="矩形 44035"/>
          <p:cNvSpPr/>
          <p:nvPr/>
        </p:nvSpPr>
        <p:spPr>
          <a:xfrm>
            <a:off x="381000" y="4286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Arial" panose="02080604020202020204" pitchFamily="34" charset="0"/>
                <a:ea typeface="宋体" panose="02010600030101010101" pitchFamily="2" charset="-122"/>
                <a:cs typeface="+mn-ea"/>
              </a:rPr>
              <a:t>文件系统</a:t>
            </a:r>
            <a:r>
              <a:rPr lang="en-US" altLang="zh-CN" sz="2400" strike="noStrike" noProof="1">
                <a:latin typeface="Arial" panose="02080604020202020204" pitchFamily="34" charset="0"/>
                <a:ea typeface="宋体" panose="02010600030101010101" pitchFamily="2" charset="-122"/>
                <a:cs typeface="+mn-ea"/>
              </a:rPr>
              <a:t>——</a:t>
            </a:r>
            <a:r>
              <a:rPr lang="zh-CN" altLang="en-US" sz="2400" strike="noStrike" noProof="1">
                <a:latin typeface="Arial" panose="02080604020202020204" pitchFamily="34" charset="0"/>
                <a:ea typeface="宋体" panose="02010600030101010101" pitchFamily="2" charset="-122"/>
                <a:cs typeface="+mn-ea"/>
              </a:rPr>
              <a:t>文件的物理结构</a:t>
            </a:r>
            <a:endParaRPr lang="zh-CN" altLang="en-US" sz="2400" strike="noStrike" noProof="1">
              <a:ea typeface="宋体" panose="02010600030101010101" pitchFamily="2" charset="-122"/>
            </a:endParaRPr>
          </a:p>
        </p:txBody>
      </p:sp>
      <p:sp>
        <p:nvSpPr>
          <p:cNvPr id="44037" name="矩形 44036"/>
          <p:cNvSpPr/>
          <p:nvPr/>
        </p:nvSpPr>
        <p:spPr>
          <a:xfrm>
            <a:off x="173038" y="5226050"/>
            <a:ext cx="8890000" cy="1190625"/>
          </a:xfrm>
          <a:prstGeom prst="rect">
            <a:avLst/>
          </a:prstGeom>
          <a:noFill/>
          <a:ln w="9525">
            <a:noFill/>
            <a:miter/>
          </a:ln>
        </p:spPr>
        <p:txBody>
          <a:bodyPr wrap="square">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0" lvl="0" indent="0" fontAlgn="base">
              <a:lnSpc>
                <a:spcPct val="100000"/>
              </a:lnSpc>
              <a:spcBef>
                <a:spcPts val="0"/>
              </a:spcBef>
              <a:buNone/>
            </a:pPr>
            <a:r>
              <a:rPr lang="zh-CN" altLang="en-US" sz="2400" strike="noStrike" noProof="1">
                <a:solidFill>
                  <a:schemeClr val="tx1"/>
                </a:solidFill>
                <a:latin typeface="Times New Roman" panose="02020603050405020304" charset="0"/>
                <a:ea typeface="宋体" panose="02010600030101010101" pitchFamily="2" charset="-122"/>
                <a:cs typeface="+mn-ea"/>
              </a:rPr>
              <a:t>文件目录项中有一组表项，其内容登记的是第二级索引表块的块号。第二级索引表块中的索引表项登记的第一级索引表块的块号，第一级索引表项中登记的是文件逻辑记录所在的磁盘块号。</a:t>
            </a:r>
            <a:endParaRPr lang="zh-CN" altLang="en-US" sz="2400" strike="noStrike" noProof="1">
              <a:solidFill>
                <a:schemeClr val="tx1"/>
              </a:solidFill>
              <a:latin typeface="Times New Roman" panose="02020603050405020304" charset="0"/>
              <a:ea typeface="宋体" panose="02010600030101010101" pitchFamily="2" charset="-122"/>
            </a:endParaRPr>
          </a:p>
        </p:txBody>
      </p:sp>
      <p:grpSp>
        <p:nvGrpSpPr>
          <p:cNvPr id="44038" name="组合 44037"/>
          <p:cNvGrpSpPr/>
          <p:nvPr/>
        </p:nvGrpSpPr>
        <p:grpSpPr>
          <a:xfrm>
            <a:off x="1220788" y="698500"/>
            <a:ext cx="6588125" cy="4441825"/>
            <a:chOff x="0" y="0"/>
            <a:chExt cx="4150" cy="2798"/>
          </a:xfrm>
        </p:grpSpPr>
        <p:sp>
          <p:nvSpPr>
            <p:cNvPr id="2" name="文本框 44038"/>
            <p:cNvSpPr txBox="1"/>
            <p:nvPr/>
          </p:nvSpPr>
          <p:spPr>
            <a:xfrm>
              <a:off x="0" y="760"/>
              <a:ext cx="571" cy="302"/>
            </a:xfrm>
            <a:prstGeom prst="rect">
              <a:avLst/>
            </a:prstGeom>
            <a:noFill/>
            <a:ln w="9525">
              <a:noFill/>
              <a:miter/>
            </a:ln>
          </p:spPr>
          <p:txBody>
            <a:bodyPr anchor="t"/>
            <a:p>
              <a:pPr lvl="0" algn="just">
                <a:buClr>
                  <a:srgbClr val="000000"/>
                </a:buClr>
              </a:pPr>
              <a:r>
                <a:rPr lang="zh-CN" altLang="en-US" sz="1600">
                  <a:solidFill>
                    <a:schemeClr val="tx1"/>
                  </a:solidFill>
                  <a:latin typeface="Times New Roman" panose="02020603050405020304" charset="0"/>
                  <a:ea typeface="宋体" panose="02010600030101010101" pitchFamily="2" charset="-122"/>
                </a:rPr>
                <a:t>文件</a:t>
              </a:r>
              <a:r>
                <a:rPr lang="en-US" altLang="zh-CN" sz="1600">
                  <a:solidFill>
                    <a:schemeClr val="tx1"/>
                  </a:solidFill>
                  <a:latin typeface="Times New Roman" panose="02020603050405020304" charset="0"/>
                  <a:ea typeface="宋体" panose="02010600030101010101" pitchFamily="2" charset="-122"/>
                </a:rPr>
                <a:t>A</a:t>
              </a:r>
              <a:endParaRPr lang="en-US" altLang="zh-CN" sz="1600">
                <a:solidFill>
                  <a:schemeClr val="tx1"/>
                </a:solidFill>
                <a:latin typeface="Times New Roman" panose="02020603050405020304" charset="0"/>
                <a:ea typeface="宋体" panose="02010600030101010101" pitchFamily="2" charset="-122"/>
              </a:endParaRPr>
            </a:p>
            <a:p>
              <a:pPr lvl="0" algn="just">
                <a:buClr>
                  <a:srgbClr val="000000"/>
                </a:buClr>
              </a:pPr>
              <a:r>
                <a:rPr lang="zh-CN" altLang="en-US" sz="1600">
                  <a:solidFill>
                    <a:schemeClr val="tx1"/>
                  </a:solidFill>
                  <a:latin typeface="Times New Roman" panose="02020603050405020304" charset="0"/>
                  <a:ea typeface="宋体" panose="02010600030101010101" pitchFamily="2" charset="-122"/>
                </a:rPr>
                <a:t>目录项</a:t>
              </a:r>
              <a:endParaRPr lang="zh-CN" altLang="en-US" sz="1600">
                <a:solidFill>
                  <a:schemeClr val="tx1"/>
                </a:solidFill>
                <a:latin typeface="Times New Roman" panose="02020603050405020304" charset="0"/>
                <a:ea typeface="宋体" panose="02010600030101010101" pitchFamily="2" charset="-122"/>
              </a:endParaRPr>
            </a:p>
          </p:txBody>
        </p:sp>
        <p:sp>
          <p:nvSpPr>
            <p:cNvPr id="44039" name="文本框 44039"/>
            <p:cNvSpPr txBox="1"/>
            <p:nvPr/>
          </p:nvSpPr>
          <p:spPr>
            <a:xfrm>
              <a:off x="527" y="414"/>
              <a:ext cx="979" cy="1560"/>
            </a:xfrm>
            <a:prstGeom prst="rect">
              <a:avLst/>
            </a:prstGeom>
            <a:solidFill>
              <a:srgbClr val="FFCCCC"/>
            </a:solidFill>
            <a:ln w="19050" cap="flat" cmpd="sng">
              <a:solidFill>
                <a:srgbClr val="000000"/>
              </a:solidFill>
              <a:prstDash val="solid"/>
              <a:miter/>
              <a:headEnd type="none" w="med" len="med"/>
              <a:tailEnd type="none" w="med" len="med"/>
            </a:ln>
          </p:spPr>
          <p:txBody>
            <a:bodyPr anchor="t"/>
            <a:p>
              <a:pPr lvl="0" algn="just">
                <a:buClr>
                  <a:srgbClr val="000000"/>
                </a:buClr>
              </a:pPr>
              <a:endParaRPr lang="en-US" altLang="zh-CN" sz="1600">
                <a:solidFill>
                  <a:schemeClr val="tx1"/>
                </a:solidFill>
                <a:latin typeface="Times New Roman" panose="02020603050405020304" charset="0"/>
                <a:ea typeface="宋体" panose="02010600030101010101" pitchFamily="2" charset="-122"/>
              </a:endParaRPr>
            </a:p>
            <a:p>
              <a:pPr lvl="0" algn="just">
                <a:buClr>
                  <a:srgbClr val="000000"/>
                </a:buClr>
              </a:pPr>
              <a:endParaRPr lang="en-US" altLang="zh-CN" sz="1600">
                <a:solidFill>
                  <a:schemeClr val="tx1"/>
                </a:solidFill>
                <a:latin typeface="Times New Roman" panose="02020603050405020304" charset="0"/>
                <a:ea typeface="宋体" panose="02010600030101010101" pitchFamily="2" charset="-122"/>
              </a:endParaRPr>
            </a:p>
            <a:p>
              <a:pPr lvl="0" algn="just">
                <a:buClr>
                  <a:srgbClr val="000000"/>
                </a:buClr>
              </a:pPr>
              <a:endParaRPr lang="en-US" altLang="zh-CN" sz="1600">
                <a:solidFill>
                  <a:schemeClr val="tx1"/>
                </a:solidFill>
                <a:latin typeface="Times New Roman" panose="02020603050405020304" charset="0"/>
                <a:ea typeface="宋体" panose="02010600030101010101" pitchFamily="2" charset="-122"/>
              </a:endParaRPr>
            </a:p>
            <a:p>
              <a:pPr lvl="0" algn="just">
                <a:buClr>
                  <a:srgbClr val="000000"/>
                </a:buClr>
              </a:pPr>
              <a:endParaRPr lang="en-US" altLang="zh-CN" sz="1600">
                <a:solidFill>
                  <a:schemeClr val="tx1"/>
                </a:solidFill>
                <a:latin typeface="Times New Roman" panose="02020603050405020304" charset="0"/>
                <a:ea typeface="宋体" panose="02010600030101010101" pitchFamily="2" charset="-122"/>
              </a:endParaRPr>
            </a:p>
          </p:txBody>
        </p:sp>
        <p:sp>
          <p:nvSpPr>
            <p:cNvPr id="44040" name="文本框 44040"/>
            <p:cNvSpPr txBox="1"/>
            <p:nvPr/>
          </p:nvSpPr>
          <p:spPr>
            <a:xfrm>
              <a:off x="615" y="2060"/>
              <a:ext cx="703" cy="190"/>
            </a:xfrm>
            <a:prstGeom prst="rect">
              <a:avLst/>
            </a:prstGeom>
            <a:noFill/>
            <a:ln w="9525">
              <a:noFill/>
              <a:miter/>
            </a:ln>
          </p:spPr>
          <p:txBody>
            <a:bodyPr anchor="t"/>
            <a:p>
              <a:pPr lvl="0" algn="just">
                <a:buClr>
                  <a:srgbClr val="000000"/>
                </a:buClr>
              </a:pPr>
              <a:r>
                <a:rPr lang="zh-CN" altLang="en-US" sz="1600">
                  <a:solidFill>
                    <a:schemeClr val="tx1"/>
                  </a:solidFill>
                  <a:latin typeface="Times New Roman" panose="02020603050405020304" charset="0"/>
                  <a:ea typeface="宋体" panose="02010600030101010101" pitchFamily="2" charset="-122"/>
                </a:rPr>
                <a:t>文件目录</a:t>
              </a:r>
              <a:endParaRPr lang="zh-CN" altLang="en-US" sz="1600">
                <a:solidFill>
                  <a:schemeClr val="tx1"/>
                </a:solidFill>
                <a:latin typeface="Times New Roman" panose="02020603050405020304" charset="0"/>
                <a:ea typeface="宋体" panose="02010600030101010101" pitchFamily="2" charset="-122"/>
              </a:endParaRPr>
            </a:p>
          </p:txBody>
        </p:sp>
        <p:sp>
          <p:nvSpPr>
            <p:cNvPr id="44041" name="直接连接符 44041"/>
            <p:cNvSpPr/>
            <p:nvPr/>
          </p:nvSpPr>
          <p:spPr>
            <a:xfrm>
              <a:off x="530" y="650"/>
              <a:ext cx="955" cy="0"/>
            </a:xfrm>
            <a:prstGeom prst="line">
              <a:avLst/>
            </a:prstGeom>
            <a:ln w="222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44042" name="直接连接符 44042"/>
            <p:cNvSpPr/>
            <p:nvPr/>
          </p:nvSpPr>
          <p:spPr>
            <a:xfrm>
              <a:off x="543" y="850"/>
              <a:ext cx="955" cy="0"/>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44043" name="直接连接符 44043"/>
            <p:cNvSpPr/>
            <p:nvPr/>
          </p:nvSpPr>
          <p:spPr>
            <a:xfrm>
              <a:off x="536" y="972"/>
              <a:ext cx="955" cy="0"/>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44044" name="直接连接符 44044"/>
            <p:cNvSpPr/>
            <p:nvPr/>
          </p:nvSpPr>
          <p:spPr>
            <a:xfrm>
              <a:off x="539" y="1093"/>
              <a:ext cx="955" cy="0"/>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44045" name="直接连接符 44045"/>
            <p:cNvSpPr/>
            <p:nvPr/>
          </p:nvSpPr>
          <p:spPr>
            <a:xfrm>
              <a:off x="543" y="1239"/>
              <a:ext cx="955" cy="0"/>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44046" name="直接连接符 44046"/>
            <p:cNvSpPr/>
            <p:nvPr/>
          </p:nvSpPr>
          <p:spPr>
            <a:xfrm>
              <a:off x="536" y="1368"/>
              <a:ext cx="955" cy="0"/>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44047" name="文本框 44047"/>
            <p:cNvSpPr txBox="1"/>
            <p:nvPr/>
          </p:nvSpPr>
          <p:spPr>
            <a:xfrm>
              <a:off x="1881" y="526"/>
              <a:ext cx="581" cy="419"/>
            </a:xfrm>
            <a:prstGeom prst="rect">
              <a:avLst/>
            </a:prstGeom>
            <a:solidFill>
              <a:srgbClr val="FFCCCC"/>
            </a:solidFill>
            <a:ln w="19050" cap="flat" cmpd="sng">
              <a:solidFill>
                <a:srgbClr val="000000"/>
              </a:solidFill>
              <a:prstDash val="solid"/>
              <a:miter/>
              <a:headEnd type="none" w="med" len="med"/>
              <a:tailEnd type="none" w="med" len="med"/>
            </a:ln>
          </p:spPr>
          <p:txBody>
            <a:bodyPr anchor="t"/>
            <a:p>
              <a:pPr lvl="0" algn="just">
                <a:buClr>
                  <a:srgbClr val="000000"/>
                </a:buClr>
              </a:pPr>
              <a:r>
                <a:rPr lang="en-US" altLang="zh-CN" sz="1600">
                  <a:solidFill>
                    <a:schemeClr val="tx1"/>
                  </a:solidFill>
                  <a:latin typeface="Times New Roman" panose="02020603050405020304" charset="0"/>
                  <a:ea typeface="宋体" panose="02010600030101010101" pitchFamily="2" charset="-122"/>
                </a:rPr>
                <a:t>  </a:t>
              </a:r>
              <a:endParaRPr lang="en-US" altLang="zh-CN" sz="1600">
                <a:solidFill>
                  <a:schemeClr val="tx1"/>
                </a:solidFill>
                <a:latin typeface="Times New Roman" panose="02020603050405020304" charset="0"/>
                <a:ea typeface="宋体" panose="02010600030101010101" pitchFamily="2" charset="-122"/>
              </a:endParaRPr>
            </a:p>
          </p:txBody>
        </p:sp>
        <p:sp>
          <p:nvSpPr>
            <p:cNvPr id="44048" name="直接连接符 44048"/>
            <p:cNvSpPr/>
            <p:nvPr/>
          </p:nvSpPr>
          <p:spPr>
            <a:xfrm>
              <a:off x="1881" y="624"/>
              <a:ext cx="581" cy="0"/>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44049" name="直接连接符 44049"/>
            <p:cNvSpPr/>
            <p:nvPr/>
          </p:nvSpPr>
          <p:spPr>
            <a:xfrm>
              <a:off x="1885" y="713"/>
              <a:ext cx="580" cy="0"/>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44050" name="直接连接符 44050"/>
            <p:cNvSpPr/>
            <p:nvPr/>
          </p:nvSpPr>
          <p:spPr>
            <a:xfrm>
              <a:off x="1888" y="859"/>
              <a:ext cx="581" cy="0"/>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44051" name="文本框 44051"/>
            <p:cNvSpPr txBox="1"/>
            <p:nvPr/>
          </p:nvSpPr>
          <p:spPr>
            <a:xfrm>
              <a:off x="2039" y="703"/>
              <a:ext cx="290" cy="150"/>
            </a:xfrm>
            <a:prstGeom prst="rect">
              <a:avLst/>
            </a:prstGeom>
            <a:noFill/>
            <a:ln w="9525">
              <a:noFill/>
              <a:miter/>
            </a:ln>
          </p:spPr>
          <p:txBody>
            <a:bodyPr anchor="t"/>
            <a:p>
              <a:pPr lvl="0" algn="just">
                <a:lnSpc>
                  <a:spcPct val="80000"/>
                </a:lnSpc>
                <a:buClr>
                  <a:srgbClr val="000000"/>
                </a:buClr>
              </a:pPr>
              <a:r>
                <a:rPr lang="en-US" altLang="zh-CN" sz="1600">
                  <a:solidFill>
                    <a:schemeClr val="tx1"/>
                  </a:solidFill>
                  <a:latin typeface="Times New Roman" panose="02020603050405020304" charset="0"/>
                  <a:ea typeface="宋体" panose="02010600030101010101" pitchFamily="2" charset="-122"/>
                </a:rPr>
                <a:t> ...</a:t>
              </a:r>
              <a:endParaRPr lang="en-US" altLang="zh-CN" sz="1600">
                <a:solidFill>
                  <a:schemeClr val="tx1"/>
                </a:solidFill>
                <a:latin typeface="宋体" panose="02010600030101010101" pitchFamily="2" charset="-122"/>
                <a:ea typeface="宋体" panose="02010600030101010101" pitchFamily="2" charset="-122"/>
                <a:sym typeface="MT Extra" panose="05050102010205020202" pitchFamily="2" charset="2"/>
              </a:endParaRPr>
            </a:p>
          </p:txBody>
        </p:sp>
        <p:sp>
          <p:nvSpPr>
            <p:cNvPr id="44052" name="文本框 44052"/>
            <p:cNvSpPr txBox="1"/>
            <p:nvPr/>
          </p:nvSpPr>
          <p:spPr>
            <a:xfrm>
              <a:off x="1891" y="1886"/>
              <a:ext cx="581" cy="419"/>
            </a:xfrm>
            <a:prstGeom prst="rect">
              <a:avLst/>
            </a:prstGeom>
            <a:solidFill>
              <a:srgbClr val="FFCCCC"/>
            </a:solidFill>
            <a:ln w="19050" cap="flat" cmpd="sng">
              <a:solidFill>
                <a:srgbClr val="000000"/>
              </a:solidFill>
              <a:prstDash val="solid"/>
              <a:miter/>
              <a:headEnd type="none" w="med" len="med"/>
              <a:tailEnd type="none" w="med" len="med"/>
            </a:ln>
          </p:spPr>
          <p:txBody>
            <a:bodyPr anchor="t"/>
            <a:p>
              <a:pPr lvl="0" algn="just">
                <a:buClr>
                  <a:srgbClr val="000000"/>
                </a:buClr>
              </a:pPr>
              <a:r>
                <a:rPr lang="en-US" altLang="zh-CN" sz="1600">
                  <a:solidFill>
                    <a:schemeClr val="tx1"/>
                  </a:solidFill>
                  <a:latin typeface="Times New Roman" panose="02020603050405020304" charset="0"/>
                  <a:ea typeface="宋体" panose="02010600030101010101" pitchFamily="2" charset="-122"/>
                </a:rPr>
                <a:t>  </a:t>
              </a:r>
              <a:endParaRPr lang="en-US" altLang="zh-CN" sz="1600">
                <a:solidFill>
                  <a:schemeClr val="tx1"/>
                </a:solidFill>
                <a:latin typeface="Times New Roman" panose="02020603050405020304" charset="0"/>
                <a:ea typeface="宋体" panose="02010600030101010101" pitchFamily="2" charset="-122"/>
              </a:endParaRPr>
            </a:p>
          </p:txBody>
        </p:sp>
        <p:sp>
          <p:nvSpPr>
            <p:cNvPr id="44053" name="直接连接符 44053"/>
            <p:cNvSpPr/>
            <p:nvPr/>
          </p:nvSpPr>
          <p:spPr>
            <a:xfrm>
              <a:off x="1891" y="1984"/>
              <a:ext cx="581" cy="0"/>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44054" name="直接连接符 44054"/>
            <p:cNvSpPr/>
            <p:nvPr/>
          </p:nvSpPr>
          <p:spPr>
            <a:xfrm>
              <a:off x="1895" y="2073"/>
              <a:ext cx="580" cy="0"/>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44055" name="直接连接符 44055"/>
            <p:cNvSpPr/>
            <p:nvPr/>
          </p:nvSpPr>
          <p:spPr>
            <a:xfrm>
              <a:off x="1898" y="2219"/>
              <a:ext cx="581" cy="0"/>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44056" name="文本框 44056"/>
            <p:cNvSpPr txBox="1"/>
            <p:nvPr/>
          </p:nvSpPr>
          <p:spPr>
            <a:xfrm>
              <a:off x="2049" y="2063"/>
              <a:ext cx="290" cy="150"/>
            </a:xfrm>
            <a:prstGeom prst="rect">
              <a:avLst/>
            </a:prstGeom>
            <a:noFill/>
            <a:ln w="9525">
              <a:noFill/>
              <a:miter/>
            </a:ln>
          </p:spPr>
          <p:txBody>
            <a:bodyPr anchor="t"/>
            <a:p>
              <a:pPr lvl="0" algn="just">
                <a:lnSpc>
                  <a:spcPct val="80000"/>
                </a:lnSpc>
                <a:buClr>
                  <a:srgbClr val="000000"/>
                </a:buClr>
              </a:pPr>
              <a:r>
                <a:rPr lang="en-US" altLang="zh-CN" sz="1600">
                  <a:solidFill>
                    <a:schemeClr val="tx1"/>
                  </a:solidFill>
                  <a:latin typeface="Times New Roman" panose="02020603050405020304" charset="0"/>
                  <a:ea typeface="宋体" panose="02010600030101010101" pitchFamily="2" charset="-122"/>
                </a:rPr>
                <a:t> ...</a:t>
              </a:r>
              <a:endParaRPr lang="en-US" altLang="zh-CN" sz="1600">
                <a:solidFill>
                  <a:schemeClr val="tx1"/>
                </a:solidFill>
                <a:latin typeface="宋体" panose="02010600030101010101" pitchFamily="2" charset="-122"/>
                <a:ea typeface="宋体" panose="02010600030101010101" pitchFamily="2" charset="-122"/>
                <a:sym typeface="MT Extra" panose="05050102010205020202" pitchFamily="2" charset="2"/>
              </a:endParaRPr>
            </a:p>
          </p:txBody>
        </p:sp>
        <p:sp>
          <p:nvSpPr>
            <p:cNvPr id="44057" name="直接连接符 44057"/>
            <p:cNvSpPr/>
            <p:nvPr/>
          </p:nvSpPr>
          <p:spPr>
            <a:xfrm flipV="1">
              <a:off x="1462" y="509"/>
              <a:ext cx="415" cy="405"/>
            </a:xfrm>
            <a:prstGeom prst="line">
              <a:avLst/>
            </a:prstGeom>
            <a:ln w="12700" cap="flat" cmpd="sng">
              <a:solidFill>
                <a:schemeClr val="tx1"/>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44058" name="文本框 44058"/>
            <p:cNvSpPr txBox="1"/>
            <p:nvPr/>
          </p:nvSpPr>
          <p:spPr>
            <a:xfrm>
              <a:off x="2046" y="1271"/>
              <a:ext cx="289" cy="149"/>
            </a:xfrm>
            <a:prstGeom prst="rect">
              <a:avLst/>
            </a:prstGeom>
            <a:noFill/>
            <a:ln w="9525">
              <a:noFill/>
              <a:miter/>
            </a:ln>
          </p:spPr>
          <p:txBody>
            <a:bodyPr anchor="t"/>
            <a:p>
              <a:pPr lvl="0" algn="just">
                <a:lnSpc>
                  <a:spcPct val="80000"/>
                </a:lnSpc>
                <a:buClr>
                  <a:srgbClr val="000000"/>
                </a:buClr>
              </a:pPr>
              <a:r>
                <a:rPr lang="en-US" altLang="zh-CN" sz="1600">
                  <a:solidFill>
                    <a:schemeClr val="tx1"/>
                  </a:solidFill>
                  <a:latin typeface="Times New Roman" panose="02020603050405020304" charset="0"/>
                  <a:ea typeface="宋体" panose="02010600030101010101" pitchFamily="2" charset="-122"/>
                </a:rPr>
                <a:t> ...</a:t>
              </a:r>
              <a:endParaRPr lang="en-US" altLang="zh-CN" sz="1600">
                <a:solidFill>
                  <a:schemeClr val="tx1"/>
                </a:solidFill>
                <a:latin typeface="宋体" panose="02010600030101010101" pitchFamily="2" charset="-122"/>
                <a:ea typeface="宋体" panose="02010600030101010101" pitchFamily="2" charset="-122"/>
                <a:sym typeface="MT Extra" panose="05050102010205020202" pitchFamily="2" charset="2"/>
              </a:endParaRPr>
            </a:p>
          </p:txBody>
        </p:sp>
        <p:sp>
          <p:nvSpPr>
            <p:cNvPr id="44059" name="文本框 44059"/>
            <p:cNvSpPr txBox="1"/>
            <p:nvPr/>
          </p:nvSpPr>
          <p:spPr>
            <a:xfrm>
              <a:off x="1680" y="269"/>
              <a:ext cx="966" cy="262"/>
            </a:xfrm>
            <a:prstGeom prst="rect">
              <a:avLst/>
            </a:prstGeom>
            <a:noFill/>
            <a:ln w="9525">
              <a:noFill/>
              <a:miter/>
            </a:ln>
          </p:spPr>
          <p:txBody>
            <a:bodyPr anchor="t"/>
            <a:p>
              <a:pPr lvl="0" algn="just">
                <a:buClr>
                  <a:srgbClr val="000000"/>
                </a:buClr>
              </a:pPr>
              <a:r>
                <a:rPr lang="zh-CN" altLang="en-US" sz="1600">
                  <a:solidFill>
                    <a:schemeClr val="tx1"/>
                  </a:solidFill>
                  <a:latin typeface="Times New Roman" panose="02020603050405020304" charset="0"/>
                  <a:ea typeface="宋体" panose="02010600030101010101" pitchFamily="2" charset="-122"/>
                </a:rPr>
                <a:t>二级间接索引</a:t>
              </a:r>
              <a:endParaRPr lang="zh-CN" altLang="en-US" sz="1600">
                <a:solidFill>
                  <a:schemeClr val="tx1"/>
                </a:solidFill>
                <a:latin typeface="Times New Roman" panose="02020603050405020304" charset="0"/>
                <a:ea typeface="宋体" panose="02010600030101010101" pitchFamily="2" charset="-122"/>
              </a:endParaRPr>
            </a:p>
          </p:txBody>
        </p:sp>
        <p:sp>
          <p:nvSpPr>
            <p:cNvPr id="44060" name="文本框 44060"/>
            <p:cNvSpPr txBox="1"/>
            <p:nvPr/>
          </p:nvSpPr>
          <p:spPr>
            <a:xfrm>
              <a:off x="3639" y="235"/>
              <a:ext cx="387" cy="150"/>
            </a:xfrm>
            <a:prstGeom prst="rect">
              <a:avLst/>
            </a:prstGeom>
            <a:solidFill>
              <a:srgbClr val="FFCCCC"/>
            </a:solidFill>
            <a:ln w="19050" cap="flat" cmpd="sng">
              <a:solidFill>
                <a:srgbClr val="000000"/>
              </a:solidFill>
              <a:prstDash val="solid"/>
              <a:miter/>
              <a:headEnd type="none" w="med" len="med"/>
              <a:tailEnd type="none" w="med" len="med"/>
            </a:ln>
          </p:spPr>
          <p:txBody>
            <a:bodyPr anchor="t"/>
            <a:p>
              <a:pPr lvl="0" algn="just">
                <a:lnSpc>
                  <a:spcPct val="60000"/>
                </a:lnSpc>
                <a:buClr>
                  <a:srgbClr val="000000"/>
                </a:buClr>
              </a:pPr>
              <a:r>
                <a:rPr lang="en-US" altLang="zh-CN" sz="1600">
                  <a:solidFill>
                    <a:schemeClr val="tx1"/>
                  </a:solidFill>
                  <a:latin typeface="Times New Roman" panose="02020603050405020304" charset="0"/>
                  <a:ea typeface="宋体" panose="02010600030101010101" pitchFamily="2" charset="-122"/>
                </a:rPr>
                <a:t>  </a:t>
              </a:r>
              <a:endParaRPr lang="en-US" altLang="zh-CN" sz="1600">
                <a:solidFill>
                  <a:schemeClr val="tx1"/>
                </a:solidFill>
                <a:latin typeface="Times New Roman" panose="02020603050405020304" charset="0"/>
                <a:ea typeface="宋体" panose="02010600030101010101" pitchFamily="2" charset="-122"/>
              </a:endParaRPr>
            </a:p>
          </p:txBody>
        </p:sp>
        <p:sp>
          <p:nvSpPr>
            <p:cNvPr id="44061" name="文本框 44061"/>
            <p:cNvSpPr txBox="1"/>
            <p:nvPr/>
          </p:nvSpPr>
          <p:spPr>
            <a:xfrm>
              <a:off x="3640" y="624"/>
              <a:ext cx="388" cy="150"/>
            </a:xfrm>
            <a:prstGeom prst="rect">
              <a:avLst/>
            </a:prstGeom>
            <a:solidFill>
              <a:srgbClr val="FFCCCC"/>
            </a:solidFill>
            <a:ln w="19050" cap="flat" cmpd="sng">
              <a:solidFill>
                <a:srgbClr val="000000"/>
              </a:solidFill>
              <a:prstDash val="solid"/>
              <a:miter/>
              <a:headEnd type="none" w="med" len="med"/>
              <a:tailEnd type="none" w="med" len="med"/>
            </a:ln>
          </p:spPr>
          <p:txBody>
            <a:bodyPr anchor="t"/>
            <a:p>
              <a:pPr lvl="0" algn="just">
                <a:lnSpc>
                  <a:spcPct val="60000"/>
                </a:lnSpc>
                <a:buClr>
                  <a:srgbClr val="000000"/>
                </a:buClr>
              </a:pPr>
              <a:r>
                <a:rPr lang="en-US" altLang="zh-CN" sz="1600">
                  <a:solidFill>
                    <a:schemeClr val="tx1"/>
                  </a:solidFill>
                  <a:latin typeface="Times New Roman" panose="02020603050405020304" charset="0"/>
                  <a:ea typeface="宋体" panose="02010600030101010101" pitchFamily="2" charset="-122"/>
                </a:rPr>
                <a:t>  </a:t>
              </a:r>
              <a:endParaRPr lang="en-US" altLang="zh-CN" sz="1600">
                <a:solidFill>
                  <a:schemeClr val="tx1"/>
                </a:solidFill>
                <a:latin typeface="Times New Roman" panose="02020603050405020304" charset="0"/>
                <a:ea typeface="宋体" panose="02010600030101010101" pitchFamily="2" charset="-122"/>
              </a:endParaRPr>
            </a:p>
          </p:txBody>
        </p:sp>
        <p:sp>
          <p:nvSpPr>
            <p:cNvPr id="44062" name="直接连接符 44062"/>
            <p:cNvSpPr/>
            <p:nvPr/>
          </p:nvSpPr>
          <p:spPr>
            <a:xfrm flipV="1">
              <a:off x="3368" y="237"/>
              <a:ext cx="290" cy="60"/>
            </a:xfrm>
            <a:prstGeom prst="line">
              <a:avLst/>
            </a:prstGeom>
            <a:ln w="12700" cap="flat" cmpd="sng">
              <a:solidFill>
                <a:schemeClr val="tx1"/>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44063" name="直接连接符 44063"/>
            <p:cNvSpPr/>
            <p:nvPr/>
          </p:nvSpPr>
          <p:spPr>
            <a:xfrm>
              <a:off x="3361" y="630"/>
              <a:ext cx="290" cy="0"/>
            </a:xfrm>
            <a:prstGeom prst="line">
              <a:avLst/>
            </a:prstGeom>
            <a:ln w="12700" cap="flat" cmpd="sng">
              <a:solidFill>
                <a:schemeClr val="tx1"/>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44064" name="文本框 44064"/>
            <p:cNvSpPr txBox="1"/>
            <p:nvPr/>
          </p:nvSpPr>
          <p:spPr>
            <a:xfrm>
              <a:off x="3712" y="441"/>
              <a:ext cx="290" cy="150"/>
            </a:xfrm>
            <a:prstGeom prst="rect">
              <a:avLst/>
            </a:prstGeom>
            <a:noFill/>
            <a:ln w="9525">
              <a:noFill/>
              <a:miter/>
            </a:ln>
          </p:spPr>
          <p:txBody>
            <a:bodyPr anchor="t"/>
            <a:p>
              <a:pPr lvl="0" algn="just">
                <a:lnSpc>
                  <a:spcPct val="80000"/>
                </a:lnSpc>
                <a:buClr>
                  <a:srgbClr val="000000"/>
                </a:buClr>
              </a:pPr>
              <a:r>
                <a:rPr lang="en-US" altLang="zh-CN" sz="1600">
                  <a:solidFill>
                    <a:schemeClr val="tx1"/>
                  </a:solidFill>
                  <a:latin typeface="Times New Roman" panose="02020603050405020304" charset="0"/>
                  <a:ea typeface="宋体" panose="02010600030101010101" pitchFamily="2" charset="-122"/>
                </a:rPr>
                <a:t> ...</a:t>
              </a:r>
              <a:endParaRPr lang="en-US" altLang="zh-CN" sz="1600">
                <a:solidFill>
                  <a:schemeClr val="tx1"/>
                </a:solidFill>
                <a:latin typeface="宋体" panose="02010600030101010101" pitchFamily="2" charset="-122"/>
                <a:ea typeface="宋体" panose="02010600030101010101" pitchFamily="2" charset="-122"/>
                <a:sym typeface="MT Extra" panose="05050102010205020202" pitchFamily="2" charset="2"/>
              </a:endParaRPr>
            </a:p>
          </p:txBody>
        </p:sp>
        <p:sp>
          <p:nvSpPr>
            <p:cNvPr id="44065" name="文本框 44065"/>
            <p:cNvSpPr txBox="1"/>
            <p:nvPr/>
          </p:nvSpPr>
          <p:spPr>
            <a:xfrm>
              <a:off x="2828" y="258"/>
              <a:ext cx="581" cy="419"/>
            </a:xfrm>
            <a:prstGeom prst="rect">
              <a:avLst/>
            </a:prstGeom>
            <a:solidFill>
              <a:srgbClr val="FFCCCC"/>
            </a:solidFill>
            <a:ln w="19050" cap="flat" cmpd="sng">
              <a:solidFill>
                <a:srgbClr val="000000"/>
              </a:solidFill>
              <a:prstDash val="solid"/>
              <a:miter/>
              <a:headEnd type="none" w="med" len="med"/>
              <a:tailEnd type="none" w="med" len="med"/>
            </a:ln>
          </p:spPr>
          <p:txBody>
            <a:bodyPr anchor="t"/>
            <a:p>
              <a:pPr lvl="0" algn="just">
                <a:buClr>
                  <a:srgbClr val="000000"/>
                </a:buClr>
              </a:pPr>
              <a:r>
                <a:rPr lang="en-US" altLang="zh-CN" sz="1600">
                  <a:solidFill>
                    <a:schemeClr val="tx1"/>
                  </a:solidFill>
                  <a:latin typeface="Times New Roman" panose="02020603050405020304" charset="0"/>
                  <a:ea typeface="宋体" panose="02010600030101010101" pitchFamily="2" charset="-122"/>
                </a:rPr>
                <a:t>  </a:t>
              </a:r>
              <a:endParaRPr lang="en-US" altLang="zh-CN" sz="1600">
                <a:solidFill>
                  <a:schemeClr val="tx1"/>
                </a:solidFill>
                <a:latin typeface="Times New Roman" panose="02020603050405020304" charset="0"/>
                <a:ea typeface="宋体" panose="02010600030101010101" pitchFamily="2" charset="-122"/>
              </a:endParaRPr>
            </a:p>
          </p:txBody>
        </p:sp>
        <p:sp>
          <p:nvSpPr>
            <p:cNvPr id="44066" name="直接连接符 44066"/>
            <p:cNvSpPr/>
            <p:nvPr/>
          </p:nvSpPr>
          <p:spPr>
            <a:xfrm>
              <a:off x="2828" y="356"/>
              <a:ext cx="581" cy="0"/>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44067" name="直接连接符 44067"/>
            <p:cNvSpPr/>
            <p:nvPr/>
          </p:nvSpPr>
          <p:spPr>
            <a:xfrm>
              <a:off x="2832" y="445"/>
              <a:ext cx="580" cy="0"/>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44068" name="直接连接符 44068"/>
            <p:cNvSpPr/>
            <p:nvPr/>
          </p:nvSpPr>
          <p:spPr>
            <a:xfrm>
              <a:off x="2835" y="591"/>
              <a:ext cx="581" cy="0"/>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44069" name="文本框 44069"/>
            <p:cNvSpPr txBox="1"/>
            <p:nvPr/>
          </p:nvSpPr>
          <p:spPr>
            <a:xfrm>
              <a:off x="3013" y="444"/>
              <a:ext cx="290" cy="150"/>
            </a:xfrm>
            <a:prstGeom prst="rect">
              <a:avLst/>
            </a:prstGeom>
            <a:noFill/>
            <a:ln w="9525">
              <a:noFill/>
              <a:miter/>
            </a:ln>
          </p:spPr>
          <p:txBody>
            <a:bodyPr anchor="t"/>
            <a:p>
              <a:pPr lvl="0" algn="just">
                <a:lnSpc>
                  <a:spcPct val="80000"/>
                </a:lnSpc>
                <a:buClr>
                  <a:srgbClr val="000000"/>
                </a:buClr>
              </a:pPr>
              <a:r>
                <a:rPr lang="en-US" altLang="zh-CN" sz="1600">
                  <a:solidFill>
                    <a:schemeClr val="tx1"/>
                  </a:solidFill>
                  <a:latin typeface="Times New Roman" panose="02020603050405020304" charset="0"/>
                  <a:ea typeface="宋体" panose="02010600030101010101" pitchFamily="2" charset="-122"/>
                </a:rPr>
                <a:t> ...</a:t>
              </a:r>
              <a:endParaRPr lang="en-US" altLang="zh-CN" sz="1600">
                <a:solidFill>
                  <a:schemeClr val="tx1"/>
                </a:solidFill>
                <a:latin typeface="宋体" panose="02010600030101010101" pitchFamily="2" charset="-122"/>
                <a:ea typeface="宋体" panose="02010600030101010101" pitchFamily="2" charset="-122"/>
                <a:sym typeface="MT Extra" panose="05050102010205020202" pitchFamily="2" charset="2"/>
              </a:endParaRPr>
            </a:p>
          </p:txBody>
        </p:sp>
        <p:sp>
          <p:nvSpPr>
            <p:cNvPr id="44070" name="文本框 44070"/>
            <p:cNvSpPr txBox="1"/>
            <p:nvPr/>
          </p:nvSpPr>
          <p:spPr>
            <a:xfrm>
              <a:off x="3008" y="741"/>
              <a:ext cx="290" cy="149"/>
            </a:xfrm>
            <a:prstGeom prst="rect">
              <a:avLst/>
            </a:prstGeom>
            <a:noFill/>
            <a:ln w="9525">
              <a:noFill/>
              <a:miter/>
            </a:ln>
          </p:spPr>
          <p:txBody>
            <a:bodyPr anchor="t"/>
            <a:p>
              <a:pPr lvl="0" algn="just">
                <a:lnSpc>
                  <a:spcPct val="80000"/>
                </a:lnSpc>
                <a:buClr>
                  <a:srgbClr val="000000"/>
                </a:buClr>
              </a:pPr>
              <a:r>
                <a:rPr lang="en-US" altLang="zh-CN" sz="1600">
                  <a:solidFill>
                    <a:schemeClr val="tx1"/>
                  </a:solidFill>
                  <a:latin typeface="Times New Roman" panose="02020603050405020304" charset="0"/>
                  <a:ea typeface="宋体" panose="02010600030101010101" pitchFamily="2" charset="-122"/>
                </a:rPr>
                <a:t> ...</a:t>
              </a:r>
              <a:endParaRPr lang="en-US" altLang="zh-CN" sz="1600">
                <a:solidFill>
                  <a:schemeClr val="tx1"/>
                </a:solidFill>
                <a:latin typeface="宋体" panose="02010600030101010101" pitchFamily="2" charset="-122"/>
                <a:ea typeface="宋体" panose="02010600030101010101" pitchFamily="2" charset="-122"/>
                <a:sym typeface="MT Extra" panose="05050102010205020202" pitchFamily="2" charset="2"/>
              </a:endParaRPr>
            </a:p>
          </p:txBody>
        </p:sp>
        <p:sp>
          <p:nvSpPr>
            <p:cNvPr id="44071" name="直接连接符 44071"/>
            <p:cNvSpPr/>
            <p:nvPr/>
          </p:nvSpPr>
          <p:spPr>
            <a:xfrm flipV="1">
              <a:off x="2371" y="267"/>
              <a:ext cx="457" cy="300"/>
            </a:xfrm>
            <a:prstGeom prst="line">
              <a:avLst/>
            </a:prstGeom>
            <a:ln w="12700" cap="flat" cmpd="sng">
              <a:solidFill>
                <a:schemeClr val="tx1"/>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44072" name="文本框 44072"/>
            <p:cNvSpPr txBox="1"/>
            <p:nvPr/>
          </p:nvSpPr>
          <p:spPr>
            <a:xfrm>
              <a:off x="3569" y="0"/>
              <a:ext cx="581" cy="184"/>
            </a:xfrm>
            <a:prstGeom prst="rect">
              <a:avLst/>
            </a:prstGeom>
            <a:noFill/>
            <a:ln w="9525">
              <a:noFill/>
              <a:miter/>
            </a:ln>
          </p:spPr>
          <p:txBody>
            <a:bodyPr anchor="t"/>
            <a:p>
              <a:pPr lvl="0" algn="just">
                <a:buClr>
                  <a:srgbClr val="000000"/>
                </a:buClr>
              </a:pPr>
              <a:r>
                <a:rPr lang="zh-CN" altLang="en-US" sz="1600">
                  <a:solidFill>
                    <a:schemeClr val="tx1"/>
                  </a:solidFill>
                  <a:latin typeface="Times New Roman" panose="02020603050405020304" charset="0"/>
                  <a:ea typeface="宋体" panose="02010600030101010101" pitchFamily="2" charset="-122"/>
                </a:rPr>
                <a:t>磁盘块</a:t>
              </a:r>
              <a:endParaRPr lang="zh-CN" altLang="en-US" sz="1600">
                <a:solidFill>
                  <a:schemeClr val="tx1"/>
                </a:solidFill>
                <a:latin typeface="Times New Roman" panose="02020603050405020304" charset="0"/>
                <a:ea typeface="宋体" panose="02010600030101010101" pitchFamily="2" charset="-122"/>
              </a:endParaRPr>
            </a:p>
          </p:txBody>
        </p:sp>
        <p:sp>
          <p:nvSpPr>
            <p:cNvPr id="44073" name="文本框 44073"/>
            <p:cNvSpPr txBox="1"/>
            <p:nvPr/>
          </p:nvSpPr>
          <p:spPr>
            <a:xfrm>
              <a:off x="3636" y="1298"/>
              <a:ext cx="388" cy="150"/>
            </a:xfrm>
            <a:prstGeom prst="rect">
              <a:avLst/>
            </a:prstGeom>
            <a:solidFill>
              <a:srgbClr val="FFCCCC"/>
            </a:solidFill>
            <a:ln w="19050" cap="flat" cmpd="sng">
              <a:solidFill>
                <a:srgbClr val="000000"/>
              </a:solidFill>
              <a:prstDash val="solid"/>
              <a:miter/>
              <a:headEnd type="none" w="med" len="med"/>
              <a:tailEnd type="none" w="med" len="med"/>
            </a:ln>
          </p:spPr>
          <p:txBody>
            <a:bodyPr anchor="t"/>
            <a:p>
              <a:pPr lvl="0" algn="just">
                <a:lnSpc>
                  <a:spcPct val="60000"/>
                </a:lnSpc>
                <a:buClr>
                  <a:srgbClr val="000000"/>
                </a:buClr>
              </a:pPr>
              <a:endParaRPr sz="1600">
                <a:solidFill>
                  <a:schemeClr val="tx1"/>
                </a:solidFill>
                <a:latin typeface="Times New Roman" panose="02020603050405020304" charset="0"/>
                <a:ea typeface="宋体" panose="02010600030101010101" pitchFamily="2" charset="-122"/>
              </a:endParaRPr>
            </a:p>
          </p:txBody>
        </p:sp>
        <p:sp>
          <p:nvSpPr>
            <p:cNvPr id="44074" name="文本框 44074"/>
            <p:cNvSpPr txBox="1"/>
            <p:nvPr/>
          </p:nvSpPr>
          <p:spPr>
            <a:xfrm>
              <a:off x="3714" y="1134"/>
              <a:ext cx="290" cy="150"/>
            </a:xfrm>
            <a:prstGeom prst="rect">
              <a:avLst/>
            </a:prstGeom>
            <a:noFill/>
            <a:ln w="9525">
              <a:noFill/>
              <a:miter/>
            </a:ln>
          </p:spPr>
          <p:txBody>
            <a:bodyPr anchor="t"/>
            <a:p>
              <a:pPr lvl="0" algn="just">
                <a:lnSpc>
                  <a:spcPct val="80000"/>
                </a:lnSpc>
                <a:buClr>
                  <a:srgbClr val="000000"/>
                </a:buClr>
              </a:pPr>
              <a:r>
                <a:rPr lang="en-US" altLang="zh-CN" sz="1600">
                  <a:solidFill>
                    <a:schemeClr val="tx1"/>
                  </a:solidFill>
                  <a:latin typeface="Times New Roman" panose="02020603050405020304" charset="0"/>
                  <a:ea typeface="宋体" panose="02010600030101010101" pitchFamily="2" charset="-122"/>
                </a:rPr>
                <a:t> ...</a:t>
              </a:r>
              <a:endParaRPr lang="en-US" altLang="zh-CN" sz="1600">
                <a:solidFill>
                  <a:schemeClr val="tx1"/>
                </a:solidFill>
                <a:latin typeface="宋体" panose="02010600030101010101" pitchFamily="2" charset="-122"/>
                <a:ea typeface="宋体" panose="02010600030101010101" pitchFamily="2" charset="-122"/>
                <a:sym typeface="MT Extra" panose="05050102010205020202" pitchFamily="2" charset="2"/>
              </a:endParaRPr>
            </a:p>
          </p:txBody>
        </p:sp>
        <p:sp>
          <p:nvSpPr>
            <p:cNvPr id="44075" name="文本框 44075"/>
            <p:cNvSpPr txBox="1"/>
            <p:nvPr/>
          </p:nvSpPr>
          <p:spPr>
            <a:xfrm>
              <a:off x="2826" y="925"/>
              <a:ext cx="581" cy="419"/>
            </a:xfrm>
            <a:prstGeom prst="rect">
              <a:avLst/>
            </a:prstGeom>
            <a:solidFill>
              <a:srgbClr val="FFCCCC"/>
            </a:solidFill>
            <a:ln w="19050" cap="flat" cmpd="sng">
              <a:solidFill>
                <a:srgbClr val="000000"/>
              </a:solidFill>
              <a:prstDash val="solid"/>
              <a:miter/>
              <a:headEnd type="none" w="med" len="med"/>
              <a:tailEnd type="none" w="med" len="med"/>
            </a:ln>
          </p:spPr>
          <p:txBody>
            <a:bodyPr anchor="t"/>
            <a:p>
              <a:pPr lvl="0" algn="just">
                <a:buClr>
                  <a:srgbClr val="000000"/>
                </a:buClr>
              </a:pPr>
              <a:r>
                <a:rPr lang="en-US" altLang="zh-CN" sz="1600">
                  <a:solidFill>
                    <a:schemeClr val="tx1"/>
                  </a:solidFill>
                  <a:latin typeface="Times New Roman" panose="02020603050405020304" charset="0"/>
                  <a:ea typeface="宋体" panose="02010600030101010101" pitchFamily="2" charset="-122"/>
                </a:rPr>
                <a:t>  </a:t>
              </a:r>
              <a:endParaRPr lang="en-US" altLang="zh-CN" sz="1600">
                <a:solidFill>
                  <a:schemeClr val="tx1"/>
                </a:solidFill>
                <a:latin typeface="Times New Roman" panose="02020603050405020304" charset="0"/>
                <a:ea typeface="宋体" panose="02010600030101010101" pitchFamily="2" charset="-122"/>
              </a:endParaRPr>
            </a:p>
          </p:txBody>
        </p:sp>
        <p:sp>
          <p:nvSpPr>
            <p:cNvPr id="44076" name="直接连接符 44076"/>
            <p:cNvSpPr/>
            <p:nvPr/>
          </p:nvSpPr>
          <p:spPr>
            <a:xfrm>
              <a:off x="2826" y="1023"/>
              <a:ext cx="581" cy="0"/>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44077" name="直接连接符 44077"/>
            <p:cNvSpPr/>
            <p:nvPr/>
          </p:nvSpPr>
          <p:spPr>
            <a:xfrm>
              <a:off x="2830" y="1112"/>
              <a:ext cx="580" cy="0"/>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44078" name="直接连接符 44078"/>
            <p:cNvSpPr/>
            <p:nvPr/>
          </p:nvSpPr>
          <p:spPr>
            <a:xfrm>
              <a:off x="2833" y="1258"/>
              <a:ext cx="581" cy="0"/>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44079" name="文本框 44079"/>
            <p:cNvSpPr txBox="1"/>
            <p:nvPr/>
          </p:nvSpPr>
          <p:spPr>
            <a:xfrm>
              <a:off x="2993" y="1111"/>
              <a:ext cx="290" cy="150"/>
            </a:xfrm>
            <a:prstGeom prst="rect">
              <a:avLst/>
            </a:prstGeom>
            <a:noFill/>
            <a:ln w="9525">
              <a:noFill/>
              <a:miter/>
            </a:ln>
          </p:spPr>
          <p:txBody>
            <a:bodyPr anchor="t"/>
            <a:p>
              <a:pPr lvl="0" algn="just">
                <a:lnSpc>
                  <a:spcPct val="80000"/>
                </a:lnSpc>
                <a:buClr>
                  <a:srgbClr val="000000"/>
                </a:buClr>
              </a:pPr>
              <a:r>
                <a:rPr lang="en-US" altLang="zh-CN" sz="1600">
                  <a:solidFill>
                    <a:schemeClr val="tx1"/>
                  </a:solidFill>
                  <a:latin typeface="Times New Roman" panose="02020603050405020304" charset="0"/>
                  <a:ea typeface="宋体" panose="02010600030101010101" pitchFamily="2" charset="-122"/>
                </a:rPr>
                <a:t> ...</a:t>
              </a:r>
              <a:endParaRPr lang="en-US" altLang="zh-CN" sz="1600">
                <a:solidFill>
                  <a:schemeClr val="tx1"/>
                </a:solidFill>
                <a:latin typeface="宋体" panose="02010600030101010101" pitchFamily="2" charset="-122"/>
                <a:ea typeface="宋体" panose="02010600030101010101" pitchFamily="2" charset="-122"/>
                <a:sym typeface="MT Extra" panose="05050102010205020202" pitchFamily="2" charset="2"/>
              </a:endParaRPr>
            </a:p>
          </p:txBody>
        </p:sp>
        <p:sp>
          <p:nvSpPr>
            <p:cNvPr id="44080" name="直接连接符 44080"/>
            <p:cNvSpPr/>
            <p:nvPr/>
          </p:nvSpPr>
          <p:spPr>
            <a:xfrm>
              <a:off x="3346" y="961"/>
              <a:ext cx="290" cy="0"/>
            </a:xfrm>
            <a:prstGeom prst="line">
              <a:avLst/>
            </a:prstGeom>
            <a:ln w="12700" cap="flat" cmpd="sng">
              <a:solidFill>
                <a:schemeClr val="tx1"/>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44081" name="文本框 44081"/>
            <p:cNvSpPr txBox="1"/>
            <p:nvPr/>
          </p:nvSpPr>
          <p:spPr>
            <a:xfrm>
              <a:off x="3625" y="955"/>
              <a:ext cx="388" cy="150"/>
            </a:xfrm>
            <a:prstGeom prst="rect">
              <a:avLst/>
            </a:prstGeom>
            <a:solidFill>
              <a:srgbClr val="FFCCCC"/>
            </a:solidFill>
            <a:ln w="19050" cap="flat" cmpd="sng">
              <a:solidFill>
                <a:srgbClr val="000000"/>
              </a:solidFill>
              <a:prstDash val="solid"/>
              <a:miter/>
              <a:headEnd type="none" w="med" len="med"/>
              <a:tailEnd type="none" w="med" len="med"/>
            </a:ln>
          </p:spPr>
          <p:txBody>
            <a:bodyPr anchor="t"/>
            <a:p>
              <a:pPr lvl="0" algn="just">
                <a:lnSpc>
                  <a:spcPct val="60000"/>
                </a:lnSpc>
                <a:buClr>
                  <a:srgbClr val="000000"/>
                </a:buClr>
              </a:pPr>
              <a:r>
                <a:rPr lang="en-US" altLang="zh-CN" sz="1600">
                  <a:solidFill>
                    <a:schemeClr val="tx1"/>
                  </a:solidFill>
                  <a:latin typeface="Times New Roman" panose="02020603050405020304" charset="0"/>
                  <a:ea typeface="宋体" panose="02010600030101010101" pitchFamily="2" charset="-122"/>
                </a:rPr>
                <a:t>  </a:t>
              </a:r>
              <a:endParaRPr lang="en-US" altLang="zh-CN" sz="1600">
                <a:solidFill>
                  <a:schemeClr val="tx1"/>
                </a:solidFill>
                <a:latin typeface="Times New Roman" panose="02020603050405020304" charset="0"/>
                <a:ea typeface="宋体" panose="02010600030101010101" pitchFamily="2" charset="-122"/>
              </a:endParaRPr>
            </a:p>
          </p:txBody>
        </p:sp>
        <p:sp>
          <p:nvSpPr>
            <p:cNvPr id="44082" name="直接连接符 44082"/>
            <p:cNvSpPr/>
            <p:nvPr/>
          </p:nvSpPr>
          <p:spPr>
            <a:xfrm>
              <a:off x="3346" y="1300"/>
              <a:ext cx="290" cy="0"/>
            </a:xfrm>
            <a:prstGeom prst="line">
              <a:avLst/>
            </a:prstGeom>
            <a:ln w="12700" cap="flat" cmpd="sng">
              <a:solidFill>
                <a:schemeClr val="tx1"/>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44083" name="直接连接符 44083"/>
            <p:cNvSpPr/>
            <p:nvPr/>
          </p:nvSpPr>
          <p:spPr>
            <a:xfrm>
              <a:off x="2288" y="926"/>
              <a:ext cx="540" cy="0"/>
            </a:xfrm>
            <a:prstGeom prst="line">
              <a:avLst/>
            </a:prstGeom>
            <a:ln w="12700" cap="flat" cmpd="sng">
              <a:solidFill>
                <a:schemeClr val="tx1"/>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44084" name="文本框 44084"/>
            <p:cNvSpPr txBox="1"/>
            <p:nvPr/>
          </p:nvSpPr>
          <p:spPr>
            <a:xfrm>
              <a:off x="3642" y="1585"/>
              <a:ext cx="388" cy="150"/>
            </a:xfrm>
            <a:prstGeom prst="rect">
              <a:avLst/>
            </a:prstGeom>
            <a:solidFill>
              <a:srgbClr val="FFCCCC"/>
            </a:solidFill>
            <a:ln w="19050" cap="flat" cmpd="sng">
              <a:solidFill>
                <a:srgbClr val="000000"/>
              </a:solidFill>
              <a:prstDash val="solid"/>
              <a:miter/>
              <a:headEnd type="none" w="med" len="med"/>
              <a:tailEnd type="none" w="med" len="med"/>
            </a:ln>
          </p:spPr>
          <p:txBody>
            <a:bodyPr anchor="t"/>
            <a:p>
              <a:pPr lvl="0" algn="just">
                <a:lnSpc>
                  <a:spcPct val="60000"/>
                </a:lnSpc>
                <a:buClr>
                  <a:srgbClr val="000000"/>
                </a:buClr>
              </a:pPr>
              <a:r>
                <a:rPr lang="en-US" altLang="zh-CN" sz="1600">
                  <a:solidFill>
                    <a:schemeClr val="tx1"/>
                  </a:solidFill>
                  <a:latin typeface="Times New Roman" panose="02020603050405020304" charset="0"/>
                  <a:ea typeface="宋体" panose="02010600030101010101" pitchFamily="2" charset="-122"/>
                </a:rPr>
                <a:t>  </a:t>
              </a:r>
              <a:endParaRPr lang="en-US" altLang="zh-CN" sz="1600">
                <a:solidFill>
                  <a:schemeClr val="tx1"/>
                </a:solidFill>
                <a:latin typeface="Times New Roman" panose="02020603050405020304" charset="0"/>
                <a:ea typeface="宋体" panose="02010600030101010101" pitchFamily="2" charset="-122"/>
              </a:endParaRPr>
            </a:p>
          </p:txBody>
        </p:sp>
        <p:sp>
          <p:nvSpPr>
            <p:cNvPr id="44085" name="文本框 44085"/>
            <p:cNvSpPr txBox="1"/>
            <p:nvPr/>
          </p:nvSpPr>
          <p:spPr>
            <a:xfrm>
              <a:off x="3644" y="1974"/>
              <a:ext cx="388" cy="150"/>
            </a:xfrm>
            <a:prstGeom prst="rect">
              <a:avLst/>
            </a:prstGeom>
            <a:solidFill>
              <a:srgbClr val="FFCCCC"/>
            </a:solidFill>
            <a:ln w="19050" cap="flat" cmpd="sng">
              <a:solidFill>
                <a:srgbClr val="000000"/>
              </a:solidFill>
              <a:prstDash val="solid"/>
              <a:miter/>
              <a:headEnd type="none" w="med" len="med"/>
              <a:tailEnd type="none" w="med" len="med"/>
            </a:ln>
          </p:spPr>
          <p:txBody>
            <a:bodyPr anchor="t"/>
            <a:p>
              <a:pPr lvl="0" algn="just">
                <a:lnSpc>
                  <a:spcPct val="60000"/>
                </a:lnSpc>
                <a:buClr>
                  <a:srgbClr val="000000"/>
                </a:buClr>
              </a:pPr>
              <a:r>
                <a:rPr lang="en-US" altLang="zh-CN" sz="1600">
                  <a:solidFill>
                    <a:schemeClr val="tx1"/>
                  </a:solidFill>
                  <a:latin typeface="Times New Roman" panose="02020603050405020304" charset="0"/>
                  <a:ea typeface="宋体" panose="02010600030101010101" pitchFamily="2" charset="-122"/>
                </a:rPr>
                <a:t>  </a:t>
              </a:r>
              <a:endParaRPr lang="en-US" altLang="zh-CN" sz="1600">
                <a:solidFill>
                  <a:schemeClr val="tx1"/>
                </a:solidFill>
                <a:latin typeface="Times New Roman" panose="02020603050405020304" charset="0"/>
                <a:ea typeface="宋体" panose="02010600030101010101" pitchFamily="2" charset="-122"/>
              </a:endParaRPr>
            </a:p>
          </p:txBody>
        </p:sp>
        <p:sp>
          <p:nvSpPr>
            <p:cNvPr id="44086" name="直接连接符 44086"/>
            <p:cNvSpPr/>
            <p:nvPr/>
          </p:nvSpPr>
          <p:spPr>
            <a:xfrm flipV="1">
              <a:off x="3371" y="1588"/>
              <a:ext cx="290" cy="60"/>
            </a:xfrm>
            <a:prstGeom prst="line">
              <a:avLst/>
            </a:prstGeom>
            <a:ln w="12700" cap="flat" cmpd="sng">
              <a:solidFill>
                <a:schemeClr val="tx1"/>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44087" name="直接连接符 44087"/>
            <p:cNvSpPr/>
            <p:nvPr/>
          </p:nvSpPr>
          <p:spPr>
            <a:xfrm>
              <a:off x="3365" y="1980"/>
              <a:ext cx="290" cy="0"/>
            </a:xfrm>
            <a:prstGeom prst="line">
              <a:avLst/>
            </a:prstGeom>
            <a:ln w="12700" cap="flat" cmpd="sng">
              <a:solidFill>
                <a:schemeClr val="tx1"/>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44088" name="文本框 44088"/>
            <p:cNvSpPr txBox="1"/>
            <p:nvPr/>
          </p:nvSpPr>
          <p:spPr>
            <a:xfrm>
              <a:off x="3724" y="1791"/>
              <a:ext cx="290" cy="150"/>
            </a:xfrm>
            <a:prstGeom prst="rect">
              <a:avLst/>
            </a:prstGeom>
            <a:noFill/>
            <a:ln w="9525">
              <a:noFill/>
              <a:miter/>
            </a:ln>
          </p:spPr>
          <p:txBody>
            <a:bodyPr anchor="t"/>
            <a:p>
              <a:pPr lvl="0" algn="just">
                <a:lnSpc>
                  <a:spcPct val="80000"/>
                </a:lnSpc>
                <a:buClr>
                  <a:srgbClr val="000000"/>
                </a:buClr>
              </a:pPr>
              <a:r>
                <a:rPr lang="en-US" altLang="zh-CN" sz="1600">
                  <a:solidFill>
                    <a:schemeClr val="tx1"/>
                  </a:solidFill>
                  <a:latin typeface="Times New Roman" panose="02020603050405020304" charset="0"/>
                  <a:ea typeface="宋体" panose="02010600030101010101" pitchFamily="2" charset="-122"/>
                </a:rPr>
                <a:t> ...</a:t>
              </a:r>
              <a:endParaRPr lang="en-US" altLang="zh-CN" sz="1600">
                <a:solidFill>
                  <a:schemeClr val="tx1"/>
                </a:solidFill>
                <a:latin typeface="宋体" panose="02010600030101010101" pitchFamily="2" charset="-122"/>
                <a:ea typeface="宋体" panose="02010600030101010101" pitchFamily="2" charset="-122"/>
                <a:sym typeface="MT Extra" panose="05050102010205020202" pitchFamily="2" charset="2"/>
              </a:endParaRPr>
            </a:p>
          </p:txBody>
        </p:sp>
        <p:sp>
          <p:nvSpPr>
            <p:cNvPr id="44089" name="文本框 44089"/>
            <p:cNvSpPr txBox="1"/>
            <p:nvPr/>
          </p:nvSpPr>
          <p:spPr>
            <a:xfrm>
              <a:off x="2831" y="1608"/>
              <a:ext cx="582" cy="419"/>
            </a:xfrm>
            <a:prstGeom prst="rect">
              <a:avLst/>
            </a:prstGeom>
            <a:solidFill>
              <a:srgbClr val="FFCCCC"/>
            </a:solidFill>
            <a:ln w="19050" cap="flat" cmpd="sng">
              <a:solidFill>
                <a:srgbClr val="000000"/>
              </a:solidFill>
              <a:prstDash val="solid"/>
              <a:miter/>
              <a:headEnd type="none" w="med" len="med"/>
              <a:tailEnd type="none" w="med" len="med"/>
            </a:ln>
          </p:spPr>
          <p:txBody>
            <a:bodyPr anchor="t"/>
            <a:p>
              <a:pPr lvl="0" algn="just">
                <a:buClr>
                  <a:srgbClr val="000000"/>
                </a:buClr>
              </a:pPr>
              <a:r>
                <a:rPr lang="en-US" altLang="zh-CN" sz="1600">
                  <a:solidFill>
                    <a:schemeClr val="tx1"/>
                  </a:solidFill>
                  <a:latin typeface="Times New Roman" panose="02020603050405020304" charset="0"/>
                  <a:ea typeface="宋体" panose="02010600030101010101" pitchFamily="2" charset="-122"/>
                </a:rPr>
                <a:t>  </a:t>
              </a:r>
              <a:endParaRPr lang="en-US" altLang="zh-CN" sz="1600">
                <a:solidFill>
                  <a:schemeClr val="tx1"/>
                </a:solidFill>
                <a:latin typeface="Times New Roman" panose="02020603050405020304" charset="0"/>
                <a:ea typeface="宋体" panose="02010600030101010101" pitchFamily="2" charset="-122"/>
              </a:endParaRPr>
            </a:p>
          </p:txBody>
        </p:sp>
        <p:sp>
          <p:nvSpPr>
            <p:cNvPr id="44090" name="直接连接符 44090"/>
            <p:cNvSpPr/>
            <p:nvPr/>
          </p:nvSpPr>
          <p:spPr>
            <a:xfrm>
              <a:off x="2831" y="1706"/>
              <a:ext cx="582" cy="0"/>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44091" name="直接连接符 44091"/>
            <p:cNvSpPr/>
            <p:nvPr/>
          </p:nvSpPr>
          <p:spPr>
            <a:xfrm>
              <a:off x="2835" y="1795"/>
              <a:ext cx="581" cy="0"/>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44092" name="直接连接符 44092"/>
            <p:cNvSpPr/>
            <p:nvPr/>
          </p:nvSpPr>
          <p:spPr>
            <a:xfrm>
              <a:off x="2838" y="1941"/>
              <a:ext cx="582" cy="0"/>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44093" name="文本框 44093"/>
            <p:cNvSpPr txBox="1"/>
            <p:nvPr/>
          </p:nvSpPr>
          <p:spPr>
            <a:xfrm>
              <a:off x="3016" y="1794"/>
              <a:ext cx="290" cy="150"/>
            </a:xfrm>
            <a:prstGeom prst="rect">
              <a:avLst/>
            </a:prstGeom>
            <a:noFill/>
            <a:ln w="9525">
              <a:noFill/>
              <a:miter/>
            </a:ln>
          </p:spPr>
          <p:txBody>
            <a:bodyPr anchor="t"/>
            <a:p>
              <a:pPr lvl="0" algn="just">
                <a:lnSpc>
                  <a:spcPct val="80000"/>
                </a:lnSpc>
                <a:buClr>
                  <a:srgbClr val="000000"/>
                </a:buClr>
              </a:pPr>
              <a:r>
                <a:rPr lang="en-US" altLang="zh-CN" sz="1600">
                  <a:solidFill>
                    <a:schemeClr val="tx1"/>
                  </a:solidFill>
                  <a:latin typeface="Times New Roman" panose="02020603050405020304" charset="0"/>
                  <a:ea typeface="宋体" panose="02010600030101010101" pitchFamily="2" charset="-122"/>
                </a:rPr>
                <a:t> ...</a:t>
              </a:r>
              <a:endParaRPr lang="en-US" altLang="zh-CN" sz="1600">
                <a:solidFill>
                  <a:schemeClr val="tx1"/>
                </a:solidFill>
                <a:latin typeface="宋体" panose="02010600030101010101" pitchFamily="2" charset="-122"/>
                <a:ea typeface="宋体" panose="02010600030101010101" pitchFamily="2" charset="-122"/>
                <a:sym typeface="MT Extra" panose="05050102010205020202" pitchFamily="2" charset="2"/>
              </a:endParaRPr>
            </a:p>
          </p:txBody>
        </p:sp>
        <p:sp>
          <p:nvSpPr>
            <p:cNvPr id="44094" name="文本框 44094"/>
            <p:cNvSpPr txBox="1"/>
            <p:nvPr/>
          </p:nvSpPr>
          <p:spPr>
            <a:xfrm>
              <a:off x="3012" y="2091"/>
              <a:ext cx="290" cy="150"/>
            </a:xfrm>
            <a:prstGeom prst="rect">
              <a:avLst/>
            </a:prstGeom>
            <a:noFill/>
            <a:ln w="9525">
              <a:noFill/>
              <a:miter/>
            </a:ln>
          </p:spPr>
          <p:txBody>
            <a:bodyPr anchor="t"/>
            <a:p>
              <a:pPr lvl="0" algn="just">
                <a:lnSpc>
                  <a:spcPct val="80000"/>
                </a:lnSpc>
                <a:buClr>
                  <a:srgbClr val="000000"/>
                </a:buClr>
              </a:pPr>
              <a:r>
                <a:rPr lang="en-US" altLang="zh-CN" sz="1600">
                  <a:solidFill>
                    <a:schemeClr val="tx1"/>
                  </a:solidFill>
                  <a:latin typeface="Times New Roman" panose="02020603050405020304" charset="0"/>
                  <a:ea typeface="宋体" panose="02010600030101010101" pitchFamily="2" charset="-122"/>
                </a:rPr>
                <a:t> ...</a:t>
              </a:r>
              <a:endParaRPr lang="en-US" altLang="zh-CN" sz="1600">
                <a:solidFill>
                  <a:schemeClr val="tx1"/>
                </a:solidFill>
                <a:latin typeface="宋体" panose="02010600030101010101" pitchFamily="2" charset="-122"/>
                <a:ea typeface="宋体" panose="02010600030101010101" pitchFamily="2" charset="-122"/>
                <a:sym typeface="MT Extra" panose="05050102010205020202" pitchFamily="2" charset="2"/>
              </a:endParaRPr>
            </a:p>
          </p:txBody>
        </p:sp>
        <p:sp>
          <p:nvSpPr>
            <p:cNvPr id="44095" name="直接连接符 44095"/>
            <p:cNvSpPr/>
            <p:nvPr/>
          </p:nvSpPr>
          <p:spPr>
            <a:xfrm flipV="1">
              <a:off x="2374" y="1617"/>
              <a:ext cx="457" cy="300"/>
            </a:xfrm>
            <a:prstGeom prst="line">
              <a:avLst/>
            </a:prstGeom>
            <a:ln w="12700" cap="flat" cmpd="sng">
              <a:solidFill>
                <a:schemeClr val="tx1"/>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44096" name="文本框 44096"/>
            <p:cNvSpPr txBox="1"/>
            <p:nvPr/>
          </p:nvSpPr>
          <p:spPr>
            <a:xfrm>
              <a:off x="3639" y="2648"/>
              <a:ext cx="388" cy="150"/>
            </a:xfrm>
            <a:prstGeom prst="rect">
              <a:avLst/>
            </a:prstGeom>
            <a:solidFill>
              <a:srgbClr val="FFCCCC"/>
            </a:solidFill>
            <a:ln w="19050" cap="flat" cmpd="sng">
              <a:solidFill>
                <a:srgbClr val="000000"/>
              </a:solidFill>
              <a:prstDash val="solid"/>
              <a:miter/>
              <a:headEnd type="none" w="med" len="med"/>
              <a:tailEnd type="none" w="med" len="med"/>
            </a:ln>
          </p:spPr>
          <p:txBody>
            <a:bodyPr anchor="t"/>
            <a:p>
              <a:pPr lvl="0" algn="just">
                <a:lnSpc>
                  <a:spcPct val="60000"/>
                </a:lnSpc>
                <a:buClr>
                  <a:srgbClr val="000000"/>
                </a:buClr>
              </a:pPr>
              <a:endParaRPr sz="1600">
                <a:solidFill>
                  <a:schemeClr val="tx1"/>
                </a:solidFill>
                <a:latin typeface="Times New Roman" panose="02020603050405020304" charset="0"/>
                <a:ea typeface="宋体" panose="02010600030101010101" pitchFamily="2" charset="-122"/>
              </a:endParaRPr>
            </a:p>
          </p:txBody>
        </p:sp>
        <p:sp>
          <p:nvSpPr>
            <p:cNvPr id="44097" name="文本框 44097"/>
            <p:cNvSpPr txBox="1"/>
            <p:nvPr/>
          </p:nvSpPr>
          <p:spPr>
            <a:xfrm>
              <a:off x="3726" y="2484"/>
              <a:ext cx="290" cy="150"/>
            </a:xfrm>
            <a:prstGeom prst="rect">
              <a:avLst/>
            </a:prstGeom>
            <a:noFill/>
            <a:ln w="9525">
              <a:noFill/>
              <a:miter/>
            </a:ln>
          </p:spPr>
          <p:txBody>
            <a:bodyPr anchor="t"/>
            <a:p>
              <a:pPr lvl="0" algn="just">
                <a:lnSpc>
                  <a:spcPct val="80000"/>
                </a:lnSpc>
                <a:buClr>
                  <a:srgbClr val="000000"/>
                </a:buClr>
              </a:pPr>
              <a:r>
                <a:rPr lang="en-US" altLang="zh-CN" sz="1600">
                  <a:solidFill>
                    <a:schemeClr val="tx1"/>
                  </a:solidFill>
                  <a:latin typeface="Times New Roman" panose="02020603050405020304" charset="0"/>
                  <a:ea typeface="宋体" panose="02010600030101010101" pitchFamily="2" charset="-122"/>
                </a:rPr>
                <a:t> ...</a:t>
              </a:r>
              <a:endParaRPr lang="en-US" altLang="zh-CN" sz="1600">
                <a:solidFill>
                  <a:schemeClr val="tx1"/>
                </a:solidFill>
                <a:latin typeface="宋体" panose="02010600030101010101" pitchFamily="2" charset="-122"/>
                <a:ea typeface="宋体" panose="02010600030101010101" pitchFamily="2" charset="-122"/>
                <a:sym typeface="MT Extra" panose="05050102010205020202" pitchFamily="2" charset="2"/>
              </a:endParaRPr>
            </a:p>
          </p:txBody>
        </p:sp>
        <p:sp>
          <p:nvSpPr>
            <p:cNvPr id="44098" name="文本框 44098"/>
            <p:cNvSpPr txBox="1"/>
            <p:nvPr/>
          </p:nvSpPr>
          <p:spPr>
            <a:xfrm>
              <a:off x="2829" y="2275"/>
              <a:ext cx="581" cy="419"/>
            </a:xfrm>
            <a:prstGeom prst="rect">
              <a:avLst/>
            </a:prstGeom>
            <a:solidFill>
              <a:srgbClr val="FFCCCC"/>
            </a:solidFill>
            <a:ln w="19050" cap="flat" cmpd="sng">
              <a:solidFill>
                <a:srgbClr val="000000"/>
              </a:solidFill>
              <a:prstDash val="solid"/>
              <a:miter/>
              <a:headEnd type="none" w="med" len="med"/>
              <a:tailEnd type="none" w="med" len="med"/>
            </a:ln>
          </p:spPr>
          <p:txBody>
            <a:bodyPr anchor="t"/>
            <a:p>
              <a:pPr lvl="0" algn="just">
                <a:buClr>
                  <a:srgbClr val="000000"/>
                </a:buClr>
              </a:pPr>
              <a:r>
                <a:rPr lang="en-US" altLang="zh-CN" sz="1600">
                  <a:solidFill>
                    <a:schemeClr val="tx1"/>
                  </a:solidFill>
                  <a:latin typeface="Times New Roman" panose="02020603050405020304" charset="0"/>
                  <a:ea typeface="宋体" panose="02010600030101010101" pitchFamily="2" charset="-122"/>
                </a:rPr>
                <a:t>  </a:t>
              </a:r>
              <a:endParaRPr lang="en-US" altLang="zh-CN" sz="1600">
                <a:solidFill>
                  <a:schemeClr val="tx1"/>
                </a:solidFill>
                <a:latin typeface="Times New Roman" panose="02020603050405020304" charset="0"/>
                <a:ea typeface="宋体" panose="02010600030101010101" pitchFamily="2" charset="-122"/>
              </a:endParaRPr>
            </a:p>
          </p:txBody>
        </p:sp>
        <p:sp>
          <p:nvSpPr>
            <p:cNvPr id="44099" name="直接连接符 44099"/>
            <p:cNvSpPr/>
            <p:nvPr/>
          </p:nvSpPr>
          <p:spPr>
            <a:xfrm>
              <a:off x="2829" y="2373"/>
              <a:ext cx="581" cy="0"/>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44100" name="直接连接符 44100"/>
            <p:cNvSpPr/>
            <p:nvPr/>
          </p:nvSpPr>
          <p:spPr>
            <a:xfrm>
              <a:off x="2833" y="2462"/>
              <a:ext cx="580" cy="0"/>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44101" name="直接连接符 44101"/>
            <p:cNvSpPr/>
            <p:nvPr/>
          </p:nvSpPr>
          <p:spPr>
            <a:xfrm>
              <a:off x="2836" y="2608"/>
              <a:ext cx="581" cy="0"/>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44102" name="文本框 44102"/>
            <p:cNvSpPr txBox="1"/>
            <p:nvPr/>
          </p:nvSpPr>
          <p:spPr>
            <a:xfrm>
              <a:off x="3014" y="2461"/>
              <a:ext cx="290" cy="150"/>
            </a:xfrm>
            <a:prstGeom prst="rect">
              <a:avLst/>
            </a:prstGeom>
            <a:noFill/>
            <a:ln w="9525">
              <a:noFill/>
              <a:miter/>
            </a:ln>
          </p:spPr>
          <p:txBody>
            <a:bodyPr anchor="t"/>
            <a:p>
              <a:pPr lvl="0" algn="just">
                <a:lnSpc>
                  <a:spcPct val="80000"/>
                </a:lnSpc>
                <a:buClr>
                  <a:srgbClr val="000000"/>
                </a:buClr>
              </a:pPr>
              <a:r>
                <a:rPr lang="en-US" altLang="zh-CN" sz="1600">
                  <a:solidFill>
                    <a:schemeClr val="tx1"/>
                  </a:solidFill>
                  <a:latin typeface="Times New Roman" panose="02020603050405020304" charset="0"/>
                  <a:ea typeface="宋体" panose="02010600030101010101" pitchFamily="2" charset="-122"/>
                </a:rPr>
                <a:t> ...</a:t>
              </a:r>
              <a:endParaRPr lang="en-US" altLang="zh-CN" sz="1600">
                <a:solidFill>
                  <a:schemeClr val="tx1"/>
                </a:solidFill>
                <a:latin typeface="宋体" panose="02010600030101010101" pitchFamily="2" charset="-122"/>
                <a:ea typeface="宋体" panose="02010600030101010101" pitchFamily="2" charset="-122"/>
                <a:sym typeface="MT Extra" panose="05050102010205020202" pitchFamily="2" charset="2"/>
              </a:endParaRPr>
            </a:p>
          </p:txBody>
        </p:sp>
        <p:sp>
          <p:nvSpPr>
            <p:cNvPr id="44103" name="直接连接符 44103"/>
            <p:cNvSpPr/>
            <p:nvPr/>
          </p:nvSpPr>
          <p:spPr>
            <a:xfrm>
              <a:off x="3349" y="2311"/>
              <a:ext cx="290" cy="0"/>
            </a:xfrm>
            <a:prstGeom prst="line">
              <a:avLst/>
            </a:prstGeom>
            <a:ln w="12700" cap="flat" cmpd="sng">
              <a:solidFill>
                <a:schemeClr val="tx1"/>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44104" name="文本框 44104"/>
            <p:cNvSpPr txBox="1"/>
            <p:nvPr/>
          </p:nvSpPr>
          <p:spPr>
            <a:xfrm>
              <a:off x="3628" y="2305"/>
              <a:ext cx="388" cy="150"/>
            </a:xfrm>
            <a:prstGeom prst="rect">
              <a:avLst/>
            </a:prstGeom>
            <a:solidFill>
              <a:srgbClr val="FFCCCC"/>
            </a:solidFill>
            <a:ln w="19050" cap="flat" cmpd="sng">
              <a:solidFill>
                <a:srgbClr val="000000"/>
              </a:solidFill>
              <a:prstDash val="solid"/>
              <a:miter/>
              <a:headEnd type="none" w="med" len="med"/>
              <a:tailEnd type="none" w="med" len="med"/>
            </a:ln>
          </p:spPr>
          <p:txBody>
            <a:bodyPr anchor="t"/>
            <a:p>
              <a:pPr lvl="0" algn="just">
                <a:lnSpc>
                  <a:spcPct val="60000"/>
                </a:lnSpc>
                <a:buClr>
                  <a:srgbClr val="000000"/>
                </a:buClr>
              </a:pPr>
              <a:r>
                <a:rPr lang="en-US" altLang="zh-CN" sz="1600">
                  <a:solidFill>
                    <a:schemeClr val="tx1"/>
                  </a:solidFill>
                  <a:latin typeface="Times New Roman" panose="02020603050405020304" charset="0"/>
                  <a:ea typeface="宋体" panose="02010600030101010101" pitchFamily="2" charset="-122"/>
                </a:rPr>
                <a:t>  </a:t>
              </a:r>
              <a:endParaRPr lang="en-US" altLang="zh-CN" sz="1600">
                <a:solidFill>
                  <a:schemeClr val="tx1"/>
                </a:solidFill>
                <a:latin typeface="Times New Roman" panose="02020603050405020304" charset="0"/>
                <a:ea typeface="宋体" panose="02010600030101010101" pitchFamily="2" charset="-122"/>
              </a:endParaRPr>
            </a:p>
          </p:txBody>
        </p:sp>
        <p:sp>
          <p:nvSpPr>
            <p:cNvPr id="44105" name="直接连接符 44105"/>
            <p:cNvSpPr/>
            <p:nvPr/>
          </p:nvSpPr>
          <p:spPr>
            <a:xfrm>
              <a:off x="3349" y="2650"/>
              <a:ext cx="290" cy="0"/>
            </a:xfrm>
            <a:prstGeom prst="line">
              <a:avLst/>
            </a:prstGeom>
            <a:ln w="12700" cap="flat" cmpd="sng">
              <a:solidFill>
                <a:schemeClr val="tx1"/>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44106" name="直接连接符 44106"/>
            <p:cNvSpPr/>
            <p:nvPr/>
          </p:nvSpPr>
          <p:spPr>
            <a:xfrm>
              <a:off x="2291" y="2276"/>
              <a:ext cx="540" cy="0"/>
            </a:xfrm>
            <a:prstGeom prst="line">
              <a:avLst/>
            </a:prstGeom>
            <a:ln w="12700" cap="flat" cmpd="sng">
              <a:solidFill>
                <a:schemeClr val="tx1"/>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44107" name="直接连接符 44107"/>
            <p:cNvSpPr/>
            <p:nvPr/>
          </p:nvSpPr>
          <p:spPr>
            <a:xfrm>
              <a:off x="1367" y="1300"/>
              <a:ext cx="517" cy="588"/>
            </a:xfrm>
            <a:prstGeom prst="line">
              <a:avLst/>
            </a:prstGeom>
            <a:ln w="12700" cap="flat" cmpd="sng">
              <a:solidFill>
                <a:schemeClr val="tx1"/>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44108" name="文本框 44108"/>
            <p:cNvSpPr txBox="1"/>
            <p:nvPr/>
          </p:nvSpPr>
          <p:spPr>
            <a:xfrm>
              <a:off x="2640" y="18"/>
              <a:ext cx="923" cy="237"/>
            </a:xfrm>
            <a:prstGeom prst="rect">
              <a:avLst/>
            </a:prstGeom>
            <a:noFill/>
            <a:ln w="9525">
              <a:noFill/>
              <a:miter/>
            </a:ln>
          </p:spPr>
          <p:txBody>
            <a:bodyPr anchor="t"/>
            <a:p>
              <a:pPr lvl="0" algn="just">
                <a:buClr>
                  <a:srgbClr val="000000"/>
                </a:buClr>
              </a:pPr>
              <a:r>
                <a:rPr lang="zh-CN" altLang="en-US" sz="1600">
                  <a:solidFill>
                    <a:schemeClr val="tx1"/>
                  </a:solidFill>
                  <a:latin typeface="Times New Roman" panose="02020603050405020304" charset="0"/>
                  <a:ea typeface="宋体" panose="02010600030101010101" pitchFamily="2" charset="-122"/>
                </a:rPr>
                <a:t>一级间接索引</a:t>
              </a:r>
              <a:endParaRPr lang="zh-CN" altLang="en-US" sz="1600">
                <a:solidFill>
                  <a:schemeClr val="tx1"/>
                </a:solidFill>
                <a:latin typeface="Times New Roman" panose="02020603050405020304" charset="0"/>
                <a:ea typeface="宋体" panose="02010600030101010101" pitchFamily="2" charset="-122"/>
              </a:endParaRPr>
            </a:p>
          </p:txBody>
        </p:sp>
        <p:sp>
          <p:nvSpPr>
            <p:cNvPr id="44109" name="直接连接符 44109"/>
            <p:cNvSpPr/>
            <p:nvPr/>
          </p:nvSpPr>
          <p:spPr>
            <a:xfrm>
              <a:off x="540" y="1582"/>
              <a:ext cx="955" cy="0"/>
            </a:xfrm>
            <a:prstGeom prst="line">
              <a:avLst/>
            </a:prstGeom>
            <a:ln w="222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44110" name="文本框 44110"/>
            <p:cNvSpPr txBox="1"/>
            <p:nvPr/>
          </p:nvSpPr>
          <p:spPr>
            <a:xfrm>
              <a:off x="872" y="666"/>
              <a:ext cx="285" cy="194"/>
            </a:xfrm>
            <a:prstGeom prst="rect">
              <a:avLst/>
            </a:prstGeom>
            <a:noFill/>
            <a:ln w="9525">
              <a:noFill/>
              <a:miter/>
            </a:ln>
          </p:spPr>
          <p:txBody>
            <a:bodyPr anchor="t"/>
            <a:p>
              <a:pPr lvl="0" algn="just">
                <a:lnSpc>
                  <a:spcPct val="80000"/>
                </a:lnSpc>
                <a:buClr>
                  <a:srgbClr val="000000"/>
                </a:buClr>
              </a:pPr>
              <a:r>
                <a:rPr lang="en-US" altLang="zh-CN" sz="1600">
                  <a:solidFill>
                    <a:schemeClr val="tx1"/>
                  </a:solidFill>
                  <a:latin typeface="Arial" panose="02080604020202020204" pitchFamily="34" charset="0"/>
                  <a:ea typeface="宋体" panose="02010600030101010101" pitchFamily="2" charset="-122"/>
                  <a:sym typeface="MT Extra" panose="05050102010205020202" pitchFamily="2" charset="2"/>
                </a:rPr>
                <a:t>...</a:t>
              </a:r>
              <a:endParaRPr lang="en-US" altLang="zh-CN" sz="1600">
                <a:solidFill>
                  <a:schemeClr val="tx1"/>
                </a:solidFill>
                <a:latin typeface="Arial" panose="02080604020202020204" pitchFamily="34" charset="0"/>
                <a:ea typeface="宋体" panose="02010600030101010101" pitchFamily="2" charset="-122"/>
                <a:sym typeface="MT Extra" panose="05050102010205020202" pitchFamily="2" charset="2"/>
              </a:endParaRPr>
            </a:p>
          </p:txBody>
        </p:sp>
        <p:sp>
          <p:nvSpPr>
            <p:cNvPr id="44111" name="文本框 44111"/>
            <p:cNvSpPr txBox="1"/>
            <p:nvPr/>
          </p:nvSpPr>
          <p:spPr>
            <a:xfrm>
              <a:off x="872" y="1402"/>
              <a:ext cx="285" cy="194"/>
            </a:xfrm>
            <a:prstGeom prst="rect">
              <a:avLst/>
            </a:prstGeom>
            <a:noFill/>
            <a:ln w="9525">
              <a:noFill/>
              <a:miter/>
            </a:ln>
          </p:spPr>
          <p:txBody>
            <a:bodyPr anchor="t"/>
            <a:p>
              <a:pPr lvl="0" algn="just">
                <a:lnSpc>
                  <a:spcPct val="80000"/>
                </a:lnSpc>
                <a:buClr>
                  <a:srgbClr val="000000"/>
                </a:buClr>
              </a:pPr>
              <a:r>
                <a:rPr lang="en-US" altLang="zh-CN" sz="1600">
                  <a:solidFill>
                    <a:schemeClr val="tx1"/>
                  </a:solidFill>
                  <a:latin typeface="Arial" panose="02080604020202020204" pitchFamily="34" charset="0"/>
                  <a:ea typeface="宋体" panose="02010600030101010101" pitchFamily="2" charset="-122"/>
                  <a:sym typeface="MT Extra" panose="05050102010205020202" pitchFamily="2" charset="2"/>
                </a:rPr>
                <a:t>...</a:t>
              </a:r>
              <a:endParaRPr lang="en-US" altLang="zh-CN" sz="1600">
                <a:solidFill>
                  <a:schemeClr val="tx1"/>
                </a:solidFill>
                <a:latin typeface="Arial" panose="02080604020202020204" pitchFamily="34" charset="0"/>
                <a:ea typeface="宋体" panose="02010600030101010101" pitchFamily="2" charset="-122"/>
                <a:sym typeface="MT Extra" panose="05050102010205020202" pitchFamily="2" charset="2"/>
              </a:endParaRPr>
            </a:p>
          </p:txBody>
        </p:sp>
      </p:grpSp>
      <p:sp>
        <p:nvSpPr>
          <p:cNvPr id="44113" name="文本框 44112"/>
          <p:cNvSpPr txBox="1"/>
          <p:nvPr/>
        </p:nvSpPr>
        <p:spPr>
          <a:xfrm>
            <a:off x="2422525" y="4787900"/>
            <a:ext cx="2232025" cy="336550"/>
          </a:xfrm>
          <a:prstGeom prst="rect">
            <a:avLst/>
          </a:prstGeom>
          <a:noFill/>
          <a:ln w="9525">
            <a:noFill/>
            <a:miter/>
          </a:ln>
        </p:spPr>
        <p:txBody>
          <a:bodyPr anchor="t">
            <a:spAutoFit/>
          </a:bodyPr>
          <a:p>
            <a:pPr lvl="0">
              <a:spcBef>
                <a:spcPct val="30000"/>
              </a:spcBef>
              <a:buClr>
                <a:srgbClr val="000000"/>
              </a:buClr>
            </a:pPr>
            <a:r>
              <a:rPr lang="zh-CN" altLang="en-US" sz="1600" b="0">
                <a:solidFill>
                  <a:schemeClr val="tx1"/>
                </a:solidFill>
                <a:latin typeface="Times New Roman" panose="02020603050405020304" charset="0"/>
                <a:ea typeface="宋体" panose="02010600030101010101" pitchFamily="2" charset="-122"/>
              </a:rPr>
              <a:t>二级间接索引文件结构</a:t>
            </a:r>
            <a:endParaRPr lang="zh-CN" altLang="en-US" sz="1600" b="0">
              <a:solidFill>
                <a:schemeClr val="tx1"/>
              </a:solidFill>
              <a:latin typeface="Times New Roman" panose="02020603050405020304"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44035" grpId="0" build="p"/>
      <p:bldP spid="44037" grpId="0" build="p"/>
      <p:bldP spid="44113"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5057" name="图片 33793"/>
          <p:cNvPicPr>
            <a:picLocks noChangeAspect="1"/>
          </p:cNvPicPr>
          <p:nvPr/>
        </p:nvPicPr>
        <p:blipFill>
          <a:blip r:embed="rId1"/>
          <a:stretch>
            <a:fillRect/>
          </a:stretch>
        </p:blipFill>
        <p:spPr>
          <a:xfrm>
            <a:off x="234950" y="546100"/>
            <a:ext cx="8534400" cy="5965825"/>
          </a:xfrm>
          <a:prstGeom prst="rect">
            <a:avLst/>
          </a:prstGeom>
          <a:noFill/>
          <a:ln w="9525">
            <a:noFill/>
            <a:miter/>
          </a:ln>
        </p:spPr>
      </p:pic>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8" name="标题 34817"/>
          <p:cNvSpPr>
            <a:spLocks noGrp="1"/>
          </p:cNvSpPr>
          <p:nvPr>
            <p:ph type="title"/>
          </p:nvPr>
        </p:nvSpPr>
        <p:spPr>
          <a:xfrm>
            <a:off x="363538" y="668338"/>
            <a:ext cx="8393113" cy="676275"/>
          </a:xfrm>
        </p:spPr>
        <p:txBody>
          <a:bodyPr anchor="b">
            <a:spAutoFit/>
          </a:bodyPr>
          <a:p>
            <a:pPr marL="533400" lvl="0" indent="-533400">
              <a:lnSpc>
                <a:spcPct val="120000"/>
              </a:lnSpc>
              <a:spcBef>
                <a:spcPct val="30000"/>
              </a:spcBef>
              <a:buClr>
                <a:schemeClr val="tx2"/>
              </a:buClr>
              <a:buSzPct val="95000"/>
              <a:buFont typeface="Wingdings" panose="05000000000000000000" pitchFamily="2" charset="2"/>
              <a:buChar char="•"/>
            </a:pPr>
            <a:r>
              <a:rPr lang="zh-CN" altLang="en-US" sz="3200" b="0">
                <a:solidFill>
                  <a:srgbClr val="990000"/>
                </a:solidFill>
                <a:latin typeface="Times New Roman" panose="02020603050405020304" charset="0"/>
                <a:ea typeface="宋体" panose="02010600030101010101" pitchFamily="2" charset="-122"/>
              </a:rPr>
              <a:t>几种文件物理结构的比较</a:t>
            </a:r>
            <a:endParaRPr lang="zh-CN" altLang="en-US" sz="3200" b="0">
              <a:solidFill>
                <a:srgbClr val="990000"/>
              </a:solidFill>
              <a:latin typeface="Times New Roman" panose="02020603050405020304" charset="0"/>
              <a:ea typeface="宋体" panose="02010600030101010101" pitchFamily="2" charset="-122"/>
            </a:endParaRPr>
          </a:p>
        </p:txBody>
      </p:sp>
      <p:sp>
        <p:nvSpPr>
          <p:cNvPr id="34819" name="文本占位符 34818"/>
          <p:cNvSpPr>
            <a:spLocks noGrp="1"/>
          </p:cNvSpPr>
          <p:nvPr>
            <p:ph idx="1"/>
          </p:nvPr>
        </p:nvSpPr>
        <p:spPr>
          <a:xfrm>
            <a:off x="304800" y="1600200"/>
            <a:ext cx="8458200" cy="3989070"/>
          </a:xfrm>
        </p:spPr>
        <p:txBody>
          <a:bodyPr>
            <a:spAutoFit/>
          </a:bodyPr>
          <a:p>
            <a:pPr fontAlgn="base">
              <a:lnSpc>
                <a:spcPct val="110000"/>
              </a:lnSpc>
            </a:pPr>
            <a:r>
              <a:rPr lang="zh-CN" altLang="en-US" strike="noStrike" noProof="1" dirty="0">
                <a:solidFill>
                  <a:schemeClr val="tx1"/>
                </a:solidFill>
                <a:effectLst/>
                <a:latin typeface="Times New Roman" panose="02020603050405020304" charset="0"/>
              </a:rPr>
              <a:t>连续文件的优点是不需要额外的空间开销，只要在文件目录中指出文件的大小和首块的块号即可，对顺序的访问效率很高。适应于顺序存取和随机存取。</a:t>
            </a:r>
            <a:endParaRPr lang="zh-CN" altLang="en-US" strike="noStrike" noProof="1" dirty="0">
              <a:solidFill>
                <a:schemeClr val="tx1"/>
              </a:solidFill>
              <a:effectLst/>
              <a:latin typeface="Times New Roman" panose="02020603050405020304" charset="0"/>
            </a:endParaRPr>
          </a:p>
          <a:p>
            <a:pPr fontAlgn="base">
              <a:lnSpc>
                <a:spcPct val="110000"/>
              </a:lnSpc>
            </a:pPr>
            <a:r>
              <a:rPr lang="zh-CN" altLang="en-US" strike="noStrike" noProof="1" dirty="0">
                <a:solidFill>
                  <a:schemeClr val="tx1"/>
                </a:solidFill>
                <a:effectLst/>
                <a:latin typeface="Times New Roman" panose="02020603050405020304" charset="0"/>
              </a:rPr>
              <a:t>缺点是动态地增长和缩小系统开销很大；文件创建时要求用户提供文件的大小；存储空间浪费较大。</a:t>
            </a:r>
            <a:endParaRPr lang="zh-CN" altLang="en-US" strike="noStrike" noProof="1" dirty="0">
              <a:solidFill>
                <a:schemeClr val="tx1"/>
              </a:solidFill>
              <a:effectLst/>
              <a:latin typeface="Times New Roman" panose="02020603050405020304" charset="0"/>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2" name="文本占位符 35841"/>
          <p:cNvSpPr>
            <a:spLocks noGrp="1"/>
          </p:cNvSpPr>
          <p:nvPr>
            <p:ph idx="1"/>
          </p:nvPr>
        </p:nvSpPr>
        <p:spPr/>
        <p:txBody>
          <a:bodyPr>
            <a:spAutoFit/>
          </a:bodyPr>
          <a:p>
            <a:pPr fontAlgn="base">
              <a:lnSpc>
                <a:spcPct val="110000"/>
              </a:lnSpc>
            </a:pPr>
            <a:r>
              <a:rPr lang="zh-CN" altLang="en-US" strike="noStrike" noProof="1">
                <a:solidFill>
                  <a:schemeClr val="tx1"/>
                </a:solidFill>
                <a:effectLst/>
                <a:latin typeface="Times New Roman" panose="02020603050405020304" charset="0"/>
              </a:rPr>
              <a:t>串联文件克服了连续文件的不足之处，但文件的随机访问系统开销较大。适应于顺序访问的文件。</a:t>
            </a:r>
            <a:endParaRPr lang="zh-CN" altLang="en-US" strike="noStrike" noProof="1">
              <a:solidFill>
                <a:schemeClr val="tx1"/>
              </a:solidFill>
              <a:effectLst/>
              <a:latin typeface="Times New Roman" panose="02020603050405020304" charset="0"/>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35842" grpId="0"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6" name="文本占位符 36865"/>
          <p:cNvSpPr>
            <a:spLocks noGrp="1"/>
          </p:cNvSpPr>
          <p:nvPr>
            <p:ph idx="1"/>
          </p:nvPr>
        </p:nvSpPr>
        <p:spPr>
          <a:xfrm>
            <a:off x="381000" y="1163638"/>
            <a:ext cx="8388350" cy="3485515"/>
          </a:xfrm>
        </p:spPr>
        <p:txBody>
          <a:bodyPr>
            <a:spAutoFit/>
          </a:bodyPr>
          <a:p>
            <a:pPr fontAlgn="base">
              <a:lnSpc>
                <a:spcPct val="110000"/>
              </a:lnSpc>
            </a:pPr>
            <a:r>
              <a:rPr lang="zh-CN" altLang="en-US" strike="noStrike" noProof="1">
                <a:solidFill>
                  <a:schemeClr val="tx1"/>
                </a:solidFill>
                <a:effectLst/>
                <a:latin typeface="Times New Roman" panose="02020603050405020304" charset="0"/>
              </a:rPr>
              <a:t>索引文件既适应于顺序存访问，也适应于随机访问，是一种比较好的文件物理结构，但要有用于索引表的空间开销和文件索引的时间开销。</a:t>
            </a:r>
            <a:r>
              <a:rPr lang="x-none" altLang="zh-CN" strike="noStrike" noProof="1">
                <a:solidFill>
                  <a:schemeClr val="tx1"/>
                </a:solidFill>
                <a:effectLst/>
                <a:latin typeface="Times New Roman" panose="02020603050405020304" charset="0"/>
              </a:rPr>
              <a:t>要考虑如何有效的存储和访问索引表。</a:t>
            </a:r>
            <a:endParaRPr lang="x-none" altLang="zh-CN" strike="noStrike" noProof="1">
              <a:solidFill>
                <a:schemeClr val="tx1"/>
              </a:solidFill>
              <a:effectLst/>
              <a:latin typeface="Times New Roman" panose="02020603050405020304" charset="0"/>
            </a:endParaRPr>
          </a:p>
          <a:p>
            <a:pPr fontAlgn="base">
              <a:lnSpc>
                <a:spcPct val="110000"/>
              </a:lnSpc>
            </a:pPr>
            <a:r>
              <a:rPr lang="en-US" altLang="zh-CN" strike="noStrike" noProof="1">
                <a:solidFill>
                  <a:schemeClr val="tx1"/>
                </a:solidFill>
                <a:effectLst/>
                <a:latin typeface="Times New Roman" panose="02020603050405020304" charset="0"/>
              </a:rPr>
              <a:t>UNIX</a:t>
            </a:r>
            <a:r>
              <a:rPr lang="x-none" altLang="en-US" strike="noStrike" noProof="1">
                <a:solidFill>
                  <a:schemeClr val="tx1"/>
                </a:solidFill>
                <a:effectLst/>
                <a:latin typeface="Times New Roman" panose="02020603050405020304" charset="0"/>
              </a:rPr>
              <a:t>文件</a:t>
            </a:r>
            <a:r>
              <a:rPr lang="zh-CN" altLang="en-US" strike="noStrike" noProof="1">
                <a:solidFill>
                  <a:schemeClr val="tx1"/>
                </a:solidFill>
                <a:effectLst/>
                <a:latin typeface="Times New Roman" panose="02020603050405020304" charset="0"/>
              </a:rPr>
              <a:t>系统是使用索引结构</a:t>
            </a:r>
            <a:r>
              <a:rPr lang="x-none" altLang="zh-CN" strike="noStrike" noProof="1">
                <a:solidFill>
                  <a:schemeClr val="tx1"/>
                </a:solidFill>
                <a:effectLst/>
                <a:latin typeface="Times New Roman" panose="02020603050405020304" charset="0"/>
              </a:rPr>
              <a:t>的</a:t>
            </a:r>
            <a:r>
              <a:rPr lang="zh-CN" altLang="en-US" strike="noStrike" noProof="1">
                <a:solidFill>
                  <a:schemeClr val="tx1"/>
                </a:solidFill>
                <a:effectLst/>
                <a:latin typeface="Times New Roman" panose="02020603050405020304" charset="0"/>
              </a:rPr>
              <a:t>成功例子</a:t>
            </a:r>
            <a:endParaRPr lang="zh-CN" altLang="en-US" strike="noStrike" noProof="1">
              <a:solidFill>
                <a:schemeClr val="tx1"/>
              </a:solidFill>
              <a:effectLst/>
              <a:latin typeface="Times New Roman" panose="02020603050405020304" charset="0"/>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3" name="文本框 38913"/>
          <p:cNvSpPr txBox="1"/>
          <p:nvPr/>
        </p:nvSpPr>
        <p:spPr>
          <a:xfrm>
            <a:off x="8493125" y="6510338"/>
            <a:ext cx="376238"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buFont typeface="Wingdings" panose="05000000000000000000" pitchFamily="2" charset="2"/>
              <a:buNone/>
            </a:pPr>
            <a:r>
              <a:rPr lang="en-US" altLang="zh-CN" b="0">
                <a:solidFill>
                  <a:schemeClr val="tx2"/>
                </a:solidFill>
                <a:latin typeface="Times New Roman" panose="02020603050405020304" charset="0"/>
                <a:ea typeface="宋体" panose="02010600030101010101" pitchFamily="2" charset="-122"/>
              </a:rPr>
              <a:t>17</a:t>
            </a:r>
            <a:endParaRPr lang="en-US" altLang="zh-CN" b="0">
              <a:solidFill>
                <a:schemeClr val="tx2"/>
              </a:solidFill>
              <a:latin typeface="Times New Roman" panose="02020603050405020304" charset="0"/>
              <a:ea typeface="宋体" panose="02010600030101010101" pitchFamily="2" charset="-122"/>
            </a:endParaRPr>
          </a:p>
        </p:txBody>
      </p:sp>
      <p:sp>
        <p:nvSpPr>
          <p:cNvPr id="38915" name="矩形 38914"/>
          <p:cNvSpPr/>
          <p:nvPr/>
        </p:nvSpPr>
        <p:spPr>
          <a:xfrm>
            <a:off x="416560" y="2345690"/>
            <a:ext cx="8086090" cy="3227705"/>
          </a:xfrm>
          <a:prstGeom prst="rect">
            <a:avLst/>
          </a:prstGeom>
          <a:noFill/>
          <a:ln w="9525">
            <a:noFill/>
            <a:miter/>
          </a:ln>
        </p:spPr>
        <p:txBody>
          <a:bodyPr wrap="square">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457200" lvl="0" indent="-457200" fontAlgn="base">
              <a:lnSpc>
                <a:spcPct val="120000"/>
              </a:lnSpc>
              <a:buNone/>
            </a:pPr>
            <a:r>
              <a:rPr lang="zh-CN" altLang="en-US" strike="noStrike" noProof="1">
                <a:solidFill>
                  <a:schemeClr val="tx1"/>
                </a:solidFill>
                <a:latin typeface="Times New Roman" panose="02020603050405020304" charset="0"/>
                <a:ea typeface="宋体" panose="02010600030101010101" pitchFamily="2" charset="-122"/>
                <a:cs typeface="+mn-cs"/>
              </a:rPr>
              <a:t>习题</a:t>
            </a:r>
            <a:r>
              <a:rPr lang="en-US" altLang="zh-CN" strike="noStrike" noProof="1">
                <a:solidFill>
                  <a:schemeClr val="tx1"/>
                </a:solidFill>
                <a:latin typeface="Times New Roman" panose="02020603050405020304" charset="0"/>
                <a:ea typeface="宋体" panose="02010600030101010101" pitchFamily="2" charset="-122"/>
                <a:cs typeface="+mn-cs"/>
              </a:rPr>
              <a:t>9-9</a:t>
            </a:r>
            <a:endParaRPr lang="en-US" altLang="zh-CN" strike="noStrike" noProof="1">
              <a:solidFill>
                <a:schemeClr val="tx1"/>
              </a:solidFill>
              <a:latin typeface="Times New Roman" panose="02020603050405020304" charset="0"/>
              <a:ea typeface="宋体" panose="02010600030101010101" pitchFamily="2" charset="-122"/>
              <a:cs typeface="+mn-cs"/>
            </a:endParaRPr>
          </a:p>
          <a:p>
            <a:pPr marL="457200" lvl="0" indent="-457200" fontAlgn="base">
              <a:lnSpc>
                <a:spcPct val="120000"/>
              </a:lnSpc>
              <a:buNone/>
            </a:pPr>
            <a:r>
              <a:rPr lang="zh-CN" altLang="en-US" sz="2400" strike="noStrike" noProof="1">
                <a:solidFill>
                  <a:schemeClr val="tx1"/>
                </a:solidFill>
                <a:latin typeface="Times New Roman" panose="02020603050405020304" charset="0"/>
                <a:ea typeface="宋体" panose="02010600030101010101" pitchFamily="2" charset="-122"/>
                <a:cs typeface="+mn-cs"/>
              </a:rPr>
              <a:t>某系统磁盘块大小为</a:t>
            </a:r>
            <a:r>
              <a:rPr lang="en-US" altLang="zh-CN" sz="2400" strike="noStrike" noProof="1">
                <a:solidFill>
                  <a:schemeClr val="tx1"/>
                </a:solidFill>
                <a:latin typeface="Times New Roman" panose="02020603050405020304" charset="0"/>
                <a:ea typeface="宋体" panose="02010600030101010101" pitchFamily="2" charset="-122"/>
                <a:cs typeface="+mn-cs"/>
              </a:rPr>
              <a:t>512B</a:t>
            </a:r>
            <a:r>
              <a:rPr lang="zh-CN" altLang="en-US" sz="2400" strike="noStrike" noProof="1">
                <a:solidFill>
                  <a:schemeClr val="tx1"/>
                </a:solidFill>
                <a:latin typeface="Times New Roman" panose="02020603050405020304" charset="0"/>
                <a:ea typeface="宋体" panose="02010600030101010101" pitchFamily="2" charset="-122"/>
                <a:cs typeface="+mn-cs"/>
              </a:rPr>
              <a:t>，文件</a:t>
            </a:r>
            <a:r>
              <a:rPr lang="en-US" altLang="zh-CN" sz="2400" strike="noStrike" noProof="1">
                <a:solidFill>
                  <a:schemeClr val="tx1"/>
                </a:solidFill>
                <a:latin typeface="Times New Roman" panose="02020603050405020304" charset="0"/>
                <a:ea typeface="宋体" panose="02010600030101010101" pitchFamily="2" charset="-122"/>
                <a:cs typeface="+mn-cs"/>
              </a:rPr>
              <a:t>A</a:t>
            </a:r>
            <a:r>
              <a:rPr lang="zh-CN" altLang="en-US" sz="2400" strike="noStrike" noProof="1">
                <a:solidFill>
                  <a:schemeClr val="tx1"/>
                </a:solidFill>
                <a:latin typeface="Times New Roman" panose="02020603050405020304" charset="0"/>
                <a:ea typeface="宋体" panose="02010600030101010101" pitchFamily="2" charset="-122"/>
                <a:cs typeface="+mn-cs"/>
              </a:rPr>
              <a:t>共有</a:t>
            </a:r>
            <a:r>
              <a:rPr lang="en-US" altLang="zh-CN" sz="2400" strike="noStrike" noProof="1">
                <a:solidFill>
                  <a:schemeClr val="tx1"/>
                </a:solidFill>
                <a:latin typeface="Times New Roman" panose="02020603050405020304" charset="0"/>
                <a:ea typeface="宋体" panose="02010600030101010101" pitchFamily="2" charset="-122"/>
                <a:cs typeface="+mn-cs"/>
              </a:rPr>
              <a:t>10</a:t>
            </a:r>
            <a:r>
              <a:rPr lang="zh-CN" altLang="en-US" sz="2400" strike="noStrike" noProof="1">
                <a:solidFill>
                  <a:schemeClr val="tx1"/>
                </a:solidFill>
                <a:latin typeface="Times New Roman" panose="02020603050405020304" charset="0"/>
                <a:ea typeface="宋体" panose="02010600030101010101" pitchFamily="2" charset="-122"/>
                <a:cs typeface="+mn-cs"/>
              </a:rPr>
              <a:t>个逻辑记录</a:t>
            </a:r>
            <a:r>
              <a:rPr lang="en-US" altLang="zh-CN" sz="2400" strike="noStrike" noProof="1">
                <a:solidFill>
                  <a:schemeClr val="tx1"/>
                </a:solidFill>
                <a:latin typeface="Times New Roman" panose="02020603050405020304" charset="0"/>
                <a:ea typeface="宋体" panose="02010600030101010101" pitchFamily="2" charset="-122"/>
                <a:cs typeface="+mn-cs"/>
              </a:rPr>
              <a:t>(r0~r9)</a:t>
            </a:r>
            <a:r>
              <a:rPr lang="zh-CN" altLang="en-US" sz="2400" strike="noStrike" noProof="1">
                <a:solidFill>
                  <a:schemeClr val="tx1"/>
                </a:solidFill>
                <a:latin typeface="Times New Roman" panose="02020603050405020304" charset="0"/>
                <a:ea typeface="宋体" panose="02010600030101010101" pitchFamily="2" charset="-122"/>
                <a:cs typeface="+mn-cs"/>
              </a:rPr>
              <a:t>，逻辑记录大小与磁盘块大小相同。回答如下问题：</a:t>
            </a:r>
            <a:endParaRPr lang="zh-CN" altLang="en-US" sz="2400" strike="noStrike" noProof="1">
              <a:solidFill>
                <a:schemeClr val="tx1"/>
              </a:solidFill>
              <a:latin typeface="Times New Roman" panose="02020603050405020304" charset="0"/>
              <a:ea typeface="宋体" panose="02010600030101010101" pitchFamily="2" charset="-122"/>
              <a:cs typeface="+mn-cs"/>
            </a:endParaRPr>
          </a:p>
          <a:p>
            <a:pPr marL="457200" lvl="0" indent="-457200" fontAlgn="base">
              <a:lnSpc>
                <a:spcPct val="120000"/>
              </a:lnSpc>
              <a:buNone/>
            </a:pPr>
            <a:r>
              <a:rPr lang="en-US" altLang="zh-CN" sz="2400" strike="noStrike" noProof="1">
                <a:solidFill>
                  <a:schemeClr val="tx1"/>
                </a:solidFill>
                <a:latin typeface="Times New Roman" panose="02020603050405020304" charset="0"/>
                <a:ea typeface="宋体" panose="02010600030101010101" pitchFamily="2" charset="-122"/>
                <a:cs typeface="+mn-cs"/>
              </a:rPr>
              <a:t>1</a:t>
            </a:r>
            <a:r>
              <a:rPr lang="zh-CN" altLang="en-US" sz="2400" strike="noStrike" noProof="1">
                <a:solidFill>
                  <a:schemeClr val="tx1"/>
                </a:solidFill>
                <a:latin typeface="Times New Roman" panose="02020603050405020304" charset="0"/>
                <a:ea typeface="宋体" panose="02010600030101010101" pitchFamily="2" charset="-122"/>
                <a:cs typeface="+mn-cs"/>
              </a:rPr>
              <a:t>）画出文件</a:t>
            </a:r>
            <a:r>
              <a:rPr lang="en-US" altLang="zh-CN" sz="2400" strike="noStrike" noProof="1">
                <a:solidFill>
                  <a:schemeClr val="tx1"/>
                </a:solidFill>
                <a:latin typeface="Times New Roman" panose="02020603050405020304" charset="0"/>
                <a:ea typeface="宋体" panose="02010600030101010101" pitchFamily="2" charset="-122"/>
                <a:cs typeface="+mn-cs"/>
              </a:rPr>
              <a:t>A</a:t>
            </a:r>
            <a:r>
              <a:rPr lang="zh-CN" altLang="en-US" sz="2400" strike="noStrike" noProof="1">
                <a:solidFill>
                  <a:schemeClr val="tx1"/>
                </a:solidFill>
                <a:latin typeface="Times New Roman" panose="02020603050405020304" charset="0"/>
                <a:ea typeface="宋体" panose="02010600030101010101" pitchFamily="2" charset="-122"/>
                <a:cs typeface="+mn-cs"/>
              </a:rPr>
              <a:t>的索引文件结构（磁盘块由读者确定）</a:t>
            </a:r>
            <a:endParaRPr lang="zh-CN" altLang="en-US" sz="2400" strike="noStrike" noProof="1">
              <a:solidFill>
                <a:schemeClr val="tx1"/>
              </a:solidFill>
              <a:latin typeface="Times New Roman" panose="02020603050405020304" charset="0"/>
              <a:ea typeface="宋体" panose="02010600030101010101" pitchFamily="2" charset="-122"/>
              <a:cs typeface="+mn-cs"/>
            </a:endParaRPr>
          </a:p>
          <a:p>
            <a:pPr marL="457200" lvl="0" indent="-457200" fontAlgn="base">
              <a:lnSpc>
                <a:spcPct val="120000"/>
              </a:lnSpc>
              <a:buNone/>
            </a:pPr>
            <a:r>
              <a:rPr lang="en-US" altLang="zh-CN" sz="2400" strike="noStrike" noProof="1">
                <a:solidFill>
                  <a:schemeClr val="tx1"/>
                </a:solidFill>
                <a:latin typeface="Times New Roman" panose="02020603050405020304" charset="0"/>
                <a:ea typeface="宋体" panose="02010600030101010101" pitchFamily="2" charset="-122"/>
                <a:cs typeface="+mn-cs"/>
              </a:rPr>
              <a:t>2</a:t>
            </a:r>
            <a:r>
              <a:rPr lang="zh-CN" altLang="en-US" sz="2400" strike="noStrike" noProof="1">
                <a:solidFill>
                  <a:schemeClr val="tx1"/>
                </a:solidFill>
                <a:latin typeface="Times New Roman" panose="02020603050405020304" charset="0"/>
                <a:ea typeface="宋体" panose="02010600030101010101" pitchFamily="2" charset="-122"/>
                <a:cs typeface="+mn-cs"/>
              </a:rPr>
              <a:t>）当要读文件</a:t>
            </a:r>
            <a:r>
              <a:rPr lang="en-US" altLang="zh-CN" sz="2400" strike="noStrike" noProof="1">
                <a:solidFill>
                  <a:schemeClr val="tx1"/>
                </a:solidFill>
                <a:latin typeface="Times New Roman" panose="02020603050405020304" charset="0"/>
                <a:ea typeface="宋体" panose="02010600030101010101" pitchFamily="2" charset="-122"/>
                <a:cs typeface="+mn-cs"/>
              </a:rPr>
              <a:t>A</a:t>
            </a:r>
            <a:r>
              <a:rPr lang="zh-CN" altLang="en-US" sz="2400" strike="noStrike" noProof="1">
                <a:solidFill>
                  <a:schemeClr val="tx1"/>
                </a:solidFill>
                <a:latin typeface="Times New Roman" panose="02020603050405020304" charset="0"/>
                <a:ea typeface="宋体" panose="02010600030101010101" pitchFamily="2" charset="-122"/>
                <a:cs typeface="+mn-cs"/>
              </a:rPr>
              <a:t>的记录</a:t>
            </a:r>
            <a:r>
              <a:rPr lang="en-US" altLang="zh-CN" sz="2400" strike="noStrike" noProof="1">
                <a:solidFill>
                  <a:schemeClr val="tx1"/>
                </a:solidFill>
                <a:latin typeface="Times New Roman" panose="02020603050405020304" charset="0"/>
                <a:ea typeface="宋体" panose="02010600030101010101" pitchFamily="2" charset="-122"/>
                <a:cs typeface="+mn-cs"/>
              </a:rPr>
              <a:t>r5</a:t>
            </a:r>
            <a:r>
              <a:rPr lang="zh-CN" altLang="en-US" sz="2400" strike="noStrike" noProof="1">
                <a:solidFill>
                  <a:schemeClr val="tx1"/>
                </a:solidFill>
                <a:latin typeface="Times New Roman" panose="02020603050405020304" charset="0"/>
                <a:ea typeface="宋体" panose="02010600030101010101" pitchFamily="2" charset="-122"/>
                <a:cs typeface="+mn-cs"/>
              </a:rPr>
              <a:t>时，试问需进行多少次</a:t>
            </a:r>
            <a:r>
              <a:rPr lang="en-US" altLang="zh-CN" sz="2400" strike="noStrike" noProof="1">
                <a:solidFill>
                  <a:schemeClr val="tx1"/>
                </a:solidFill>
                <a:latin typeface="Times New Roman" panose="02020603050405020304" charset="0"/>
                <a:ea typeface="宋体" panose="02010600030101010101" pitchFamily="2" charset="-122"/>
                <a:cs typeface="+mn-cs"/>
              </a:rPr>
              <a:t>I/O</a:t>
            </a:r>
            <a:r>
              <a:rPr lang="zh-CN" altLang="en-US" sz="2400" strike="noStrike" noProof="1">
                <a:solidFill>
                  <a:schemeClr val="tx1"/>
                </a:solidFill>
                <a:latin typeface="Times New Roman" panose="02020603050405020304" charset="0"/>
                <a:ea typeface="宋体" panose="02010600030101010101" pitchFamily="2" charset="-122"/>
                <a:cs typeface="+mn-cs"/>
              </a:rPr>
              <a:t>操作，要求做必要的说明。</a:t>
            </a:r>
            <a:endParaRPr lang="zh-CN" altLang="en-US" sz="2400" strike="noStrike" noProof="1">
              <a:solidFill>
                <a:schemeClr val="tx1"/>
              </a:solidFill>
              <a:latin typeface="Times New Roman" panose="02020603050405020304" charset="0"/>
              <a:ea typeface="宋体" panose="02010600030101010101" pitchFamily="2" charset="-122"/>
              <a:cs typeface="+mn-cs"/>
              <a:sym typeface="+mn-ea"/>
            </a:endParaRPr>
          </a:p>
        </p:txBody>
      </p:sp>
      <p:sp>
        <p:nvSpPr>
          <p:cNvPr id="18434" name="标题 18433"/>
          <p:cNvSpPr>
            <a:spLocks noGrp="1"/>
          </p:cNvSpPr>
          <p:nvPr>
            <p:ph type="title"/>
          </p:nvPr>
        </p:nvSpPr>
        <p:spPr>
          <a:xfrm>
            <a:off x="501015" y="589280"/>
            <a:ext cx="8001635" cy="589280"/>
          </a:xfrm>
        </p:spPr>
        <p:txBody>
          <a:bodyPr vert="horz" wrap="square" anchor="b">
            <a:spAutoFit/>
          </a:bodyPr>
          <a:p>
            <a:pPr algn="l" fontAlgn="base"/>
            <a:r>
              <a:rPr lang="x-none" altLang="zh-CN" sz="3600" b="0" strike="noStrike" noProof="1">
                <a:solidFill>
                  <a:schemeClr val="tx1"/>
                </a:solidFill>
              </a:rPr>
              <a:t>课后习题</a:t>
            </a:r>
            <a:r>
              <a:rPr lang="en-US" altLang="x-none" sz="3600" b="0" strike="noStrike" noProof="1">
                <a:solidFill>
                  <a:schemeClr val="tx1"/>
                </a:solidFill>
              </a:rPr>
              <a:t>9</a:t>
            </a:r>
            <a:r>
              <a:rPr lang="x-none" altLang="zh-CN" sz="3600" b="0" strike="noStrike" noProof="1">
                <a:solidFill>
                  <a:schemeClr val="tx1"/>
                </a:solidFill>
              </a:rPr>
              <a:t> - 7，8，9，10</a:t>
            </a:r>
            <a:endParaRPr lang="x-none" altLang="zh-CN" sz="3600" b="0" strike="noStrike" noProof="1">
              <a:solidFill>
                <a:schemeClr val="tx1"/>
              </a:solidFill>
            </a:endParaRPr>
          </a:p>
        </p:txBody>
      </p:sp>
      <p:sp>
        <p:nvSpPr>
          <p:cNvPr id="3" name="矩形 2"/>
          <p:cNvSpPr/>
          <p:nvPr/>
        </p:nvSpPr>
        <p:spPr>
          <a:xfrm>
            <a:off x="414020" y="1070610"/>
            <a:ext cx="8086090" cy="1235075"/>
          </a:xfrm>
          <a:prstGeom prst="rect">
            <a:avLst/>
          </a:prstGeom>
          <a:noFill/>
          <a:ln w="9525">
            <a:noFill/>
            <a:miter/>
          </a:ln>
        </p:spPr>
        <p:txBody>
          <a:bodyPr wrap="square">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457200" lvl="0" indent="-457200" fontAlgn="base">
              <a:lnSpc>
                <a:spcPct val="120000"/>
              </a:lnSpc>
              <a:buNone/>
            </a:pPr>
            <a:r>
              <a:rPr lang="zh-CN" altLang="en-US" strike="noStrike" noProof="1">
                <a:solidFill>
                  <a:schemeClr val="tx1"/>
                </a:solidFill>
                <a:latin typeface="Times New Roman" panose="02020603050405020304" charset="0"/>
                <a:ea typeface="宋体" panose="02010600030101010101" pitchFamily="2" charset="-122"/>
                <a:cs typeface="+mn-cs"/>
              </a:rPr>
              <a:t>习题</a:t>
            </a:r>
            <a:r>
              <a:rPr lang="en-US" altLang="zh-CN" strike="noStrike" noProof="1">
                <a:solidFill>
                  <a:schemeClr val="tx1"/>
                </a:solidFill>
                <a:latin typeface="Times New Roman" panose="02020603050405020304" charset="0"/>
                <a:ea typeface="宋体" panose="02010600030101010101" pitchFamily="2" charset="-122"/>
                <a:cs typeface="+mn-cs"/>
              </a:rPr>
              <a:t>9-7</a:t>
            </a:r>
            <a:endParaRPr lang="en-US" altLang="zh-CN" strike="noStrike" noProof="1">
              <a:solidFill>
                <a:schemeClr val="tx1"/>
              </a:solidFill>
              <a:latin typeface="Times New Roman" panose="02020603050405020304" charset="0"/>
              <a:ea typeface="宋体" panose="02010600030101010101" pitchFamily="2" charset="-122"/>
              <a:cs typeface="+mn-cs"/>
            </a:endParaRPr>
          </a:p>
          <a:p>
            <a:pPr marL="457200" lvl="0" indent="-457200" fontAlgn="base">
              <a:lnSpc>
                <a:spcPct val="120000"/>
              </a:lnSpc>
              <a:buNone/>
            </a:pPr>
            <a:r>
              <a:rPr lang="zh-CN" altLang="en-US" sz="2400" strike="noStrike" noProof="1">
                <a:solidFill>
                  <a:schemeClr val="tx1"/>
                </a:solidFill>
                <a:latin typeface="Times New Roman" panose="02020603050405020304" charset="0"/>
                <a:ea typeface="宋体" panose="02010600030101010101" pitchFamily="2" charset="-122"/>
                <a:cs typeface="+mn-cs"/>
              </a:rPr>
              <a:t>什么是索引文件？要随机存取某一个记录需经过几步操作？</a:t>
            </a:r>
            <a:endParaRPr lang="zh-CN" altLang="en-US" sz="2400" strike="noStrike" noProof="1">
              <a:solidFill>
                <a:schemeClr val="tx1"/>
              </a:solidFill>
              <a:latin typeface="Times New Roman" panose="02020603050405020304" charset="0"/>
              <a:ea typeface="宋体" panose="02010600030101010101" pitchFamily="2" charset="-122"/>
              <a:cs typeface="+mn-cs"/>
              <a:sym typeface="+mn-ea"/>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4" name="标题 18433"/>
          <p:cNvSpPr>
            <a:spLocks noGrp="1"/>
          </p:cNvSpPr>
          <p:nvPr>
            <p:ph type="title"/>
          </p:nvPr>
        </p:nvSpPr>
        <p:spPr>
          <a:xfrm>
            <a:off x="592138" y="2674938"/>
            <a:ext cx="8458200" cy="755650"/>
          </a:xfrm>
        </p:spPr>
        <p:txBody>
          <a:bodyPr vert="horz" wrap="square" anchor="b">
            <a:spAutoFit/>
          </a:bodyPr>
          <a:p>
            <a:pPr algn="ctr" fontAlgn="base"/>
            <a:r>
              <a:rPr lang="zh-CN" altLang="en-US" sz="4400" b="0" strike="noStrike" noProof="1">
                <a:solidFill>
                  <a:schemeClr val="tx1"/>
                </a:solidFill>
              </a:rPr>
              <a:t>文件存储空间的管理</a:t>
            </a:r>
            <a:endParaRPr lang="zh-CN" altLang="en-US" sz="4400" b="0" strike="noStrike" noProof="1">
              <a:solidFill>
                <a:schemeClr val="tx1"/>
              </a:solidFill>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2" name="文本占位符 20481"/>
          <p:cNvSpPr>
            <a:spLocks noGrp="1"/>
          </p:cNvSpPr>
          <p:nvPr>
            <p:ph idx="1"/>
          </p:nvPr>
        </p:nvSpPr>
        <p:spPr>
          <a:xfrm>
            <a:off x="377825" y="1292225"/>
            <a:ext cx="8388350" cy="2813050"/>
          </a:xfrm>
        </p:spPr>
        <p:txBody>
          <a:bodyPr>
            <a:spAutoFit/>
          </a:bodyPr>
          <a:p>
            <a:pPr lvl="0"/>
            <a:r>
              <a:rPr lang="zh-CN" altLang="en-US" sz="2800" dirty="0">
                <a:solidFill>
                  <a:schemeClr val="tx1"/>
                </a:solidFill>
                <a:effectLst/>
              </a:rPr>
              <a:t>文件存储设备是分成若干个大小相等的物理块，并以块为单位来交换信息的</a:t>
            </a:r>
            <a:r>
              <a:rPr lang="zh-CN" altLang="en-US" sz="2800" dirty="0">
                <a:solidFill>
                  <a:schemeClr val="tx1"/>
                </a:solidFill>
                <a:effectLst/>
                <a:ea typeface="宋体" panose="02010600030101010101" pitchFamily="2" charset="-122"/>
              </a:rPr>
              <a:t>。</a:t>
            </a:r>
            <a:endParaRPr lang="zh-CN" altLang="en-US" sz="2800" dirty="0">
              <a:solidFill>
                <a:schemeClr val="tx1"/>
              </a:solidFill>
              <a:effectLst/>
              <a:ea typeface="宋体" panose="02010600030101010101" pitchFamily="2" charset="-122"/>
            </a:endParaRPr>
          </a:p>
          <a:p>
            <a:pPr lvl="0"/>
            <a:r>
              <a:rPr lang="zh-CN" altLang="zh-CN" sz="2800" dirty="0">
                <a:solidFill>
                  <a:schemeClr val="tx1"/>
                </a:solidFill>
                <a:effectLst/>
                <a:ea typeface="宋体" panose="02010600030101010101" pitchFamily="2" charset="-122"/>
              </a:rPr>
              <a:t>哪些块是空闲的；</a:t>
            </a:r>
            <a:endParaRPr lang="zh-CN" altLang="zh-CN" sz="2800" dirty="0">
              <a:solidFill>
                <a:schemeClr val="tx1"/>
              </a:solidFill>
              <a:effectLst/>
              <a:ea typeface="宋体" panose="02010600030101010101" pitchFamily="2" charset="-122"/>
            </a:endParaRPr>
          </a:p>
          <a:p>
            <a:pPr lvl="0"/>
            <a:r>
              <a:rPr lang="zh-CN" altLang="zh-CN" sz="2800" dirty="0">
                <a:solidFill>
                  <a:schemeClr val="tx1"/>
                </a:solidFill>
                <a:effectLst/>
                <a:ea typeface="宋体" panose="02010600030101010101" pitchFamily="2" charset="-122"/>
              </a:rPr>
              <a:t>哪些块已经分配出去；已经分配出去的块被哪些文件占有；（由文件目录解决）</a:t>
            </a:r>
            <a:endParaRPr lang="zh-CN" altLang="zh-CN" sz="2800" dirty="0">
              <a:solidFill>
                <a:schemeClr val="tx1"/>
              </a:solidFill>
              <a:effectLst/>
              <a:ea typeface="宋体" panose="02010600030101010101" pitchFamily="2" charset="-122"/>
            </a:endParaRPr>
          </a:p>
          <a:p>
            <a:pPr lvl="0"/>
            <a:r>
              <a:rPr lang="zh-CN" altLang="en-US" sz="2800" dirty="0">
                <a:solidFill>
                  <a:schemeClr val="tx1"/>
                </a:solidFill>
                <a:effectLst/>
              </a:rPr>
              <a:t>空闲块的组织，空闲块的分配与空闲块的回收</a:t>
            </a:r>
            <a:r>
              <a:rPr lang="zh-CN" altLang="en-US" sz="2800" dirty="0">
                <a:solidFill>
                  <a:schemeClr val="tx1"/>
                </a:solidFill>
                <a:ea typeface="宋体" panose="02010600030101010101" pitchFamily="2" charset="-122"/>
              </a:rPr>
              <a:t>。</a:t>
            </a:r>
            <a:endParaRPr lang="zh-CN" altLang="en-US" sz="2800" dirty="0">
              <a:solidFill>
                <a:schemeClr val="tx1"/>
              </a:solidFill>
              <a:ea typeface="宋体" panose="02010600030101010101" pitchFamily="2" charset="-122"/>
            </a:endParaRPr>
          </a:p>
        </p:txBody>
      </p:sp>
      <p:sp>
        <p:nvSpPr>
          <p:cNvPr id="55298" name="文本框 20482"/>
          <p:cNvSpPr txBox="1"/>
          <p:nvPr/>
        </p:nvSpPr>
        <p:spPr>
          <a:xfrm>
            <a:off x="295275" y="4187825"/>
            <a:ext cx="5948363" cy="2116138"/>
          </a:xfrm>
          <a:prstGeom prst="rect">
            <a:avLst/>
          </a:prstGeom>
          <a:noFill/>
          <a:ln w="9525">
            <a:noFill/>
            <a:miter/>
          </a:ln>
        </p:spPr>
        <p:txBody>
          <a:bodyPr wrap="square" anchor="ctr">
            <a:spAutoFit/>
          </a:bodyPr>
          <a:p>
            <a:pPr lvl="0"/>
            <a:r>
              <a:rPr lang="zh-CN" altLang="en-US" sz="3200" dirty="0">
                <a:solidFill>
                  <a:srgbClr val="C00000"/>
                </a:solidFill>
              </a:rPr>
              <a:t>常用空闲块管理策略：</a:t>
            </a:r>
            <a:endParaRPr lang="zh-CN" altLang="en-US" sz="3200" dirty="0">
              <a:solidFill>
                <a:srgbClr val="C00000"/>
              </a:solidFill>
            </a:endParaRPr>
          </a:p>
          <a:p>
            <a:pPr marL="571500" lvl="1" indent="-571500" algn="l" eaLnBrk="1" fontAlgn="base" latinLnBrk="0" hangingPunct="1">
              <a:lnSpc>
                <a:spcPct val="90000"/>
              </a:lnSpc>
              <a:spcBef>
                <a:spcPct val="30000"/>
              </a:spcBef>
              <a:buClr>
                <a:schemeClr val="tx2"/>
              </a:buClr>
              <a:buSzPct val="95000"/>
              <a:buFont typeface="Wingdings" panose="05000000000000000000" pitchFamily="2" charset="2"/>
              <a:buBlip>
                <a:blip r:embed="rId1"/>
              </a:buBlip>
            </a:pPr>
            <a:r>
              <a:rPr lang="zh-CN" altLang="en-US" sz="2800" b="0" dirty="0">
                <a:solidFill>
                  <a:schemeClr val="tx1"/>
                </a:solidFill>
                <a:effectLst>
                  <a:outerShdw blurRad="38100" dist="38100" dir="2700000">
                    <a:srgbClr val="FFFFFF"/>
                  </a:outerShdw>
                </a:effectLst>
                <a:latin typeface="Arial" panose="02080604020202020204" pitchFamily="34" charset="0"/>
                <a:ea typeface="方正书宋_GBK" panose="02000000000000000000" charset="-122"/>
              </a:rPr>
              <a:t>空闲文件目录</a:t>
            </a:r>
            <a:endParaRPr lang="zh-CN" altLang="en-US" sz="2800" b="0" dirty="0">
              <a:solidFill>
                <a:schemeClr val="tx1"/>
              </a:solidFill>
              <a:effectLst>
                <a:outerShdw blurRad="38100" dist="38100" dir="2700000">
                  <a:srgbClr val="FFFFFF"/>
                </a:outerShdw>
              </a:effectLst>
              <a:latin typeface="Arial" panose="02080604020202020204" pitchFamily="34" charset="0"/>
              <a:ea typeface="方正书宋_GBK" panose="02000000000000000000" charset="-122"/>
            </a:endParaRPr>
          </a:p>
          <a:p>
            <a:pPr marL="571500" lvl="1" indent="-571500" algn="l" eaLnBrk="1" fontAlgn="base" latinLnBrk="0" hangingPunct="1">
              <a:lnSpc>
                <a:spcPct val="90000"/>
              </a:lnSpc>
              <a:spcBef>
                <a:spcPct val="30000"/>
              </a:spcBef>
              <a:buClr>
                <a:schemeClr val="tx2"/>
              </a:buClr>
              <a:buSzPct val="95000"/>
              <a:buFont typeface="Wingdings" panose="05000000000000000000" pitchFamily="2" charset="2"/>
              <a:buBlip>
                <a:blip r:embed="rId1"/>
              </a:buBlip>
            </a:pPr>
            <a:r>
              <a:rPr lang="zh-CN" altLang="en-US" sz="2800" b="0" dirty="0">
                <a:solidFill>
                  <a:schemeClr val="tx1"/>
                </a:solidFill>
                <a:effectLst>
                  <a:outerShdw blurRad="38100" dist="38100" dir="2700000">
                    <a:srgbClr val="FFFFFF"/>
                  </a:outerShdw>
                </a:effectLst>
                <a:latin typeface="Arial" panose="02080604020202020204" pitchFamily="34" charset="0"/>
                <a:ea typeface="方正书宋_GBK" panose="02000000000000000000" charset="-122"/>
              </a:rPr>
              <a:t>空闲块链</a:t>
            </a:r>
            <a:endParaRPr lang="zh-CN" altLang="en-US" sz="2800" b="0" dirty="0">
              <a:solidFill>
                <a:schemeClr val="tx1"/>
              </a:solidFill>
              <a:effectLst>
                <a:outerShdw blurRad="38100" dist="38100" dir="2700000">
                  <a:srgbClr val="FFFFFF"/>
                </a:outerShdw>
              </a:effectLst>
              <a:latin typeface="Arial" panose="02080604020202020204" pitchFamily="34" charset="0"/>
              <a:ea typeface="方正书宋_GBK" panose="02000000000000000000" charset="-122"/>
            </a:endParaRPr>
          </a:p>
          <a:p>
            <a:pPr marL="571500" lvl="1" indent="-571500" algn="l" eaLnBrk="1" fontAlgn="base" latinLnBrk="0" hangingPunct="1">
              <a:lnSpc>
                <a:spcPct val="90000"/>
              </a:lnSpc>
              <a:spcBef>
                <a:spcPct val="30000"/>
              </a:spcBef>
              <a:buClr>
                <a:schemeClr val="tx2"/>
              </a:buClr>
              <a:buSzPct val="95000"/>
              <a:buFont typeface="Wingdings" panose="05000000000000000000" pitchFamily="2" charset="2"/>
              <a:buBlip>
                <a:blip r:embed="rId1"/>
              </a:buBlip>
            </a:pPr>
            <a:r>
              <a:rPr lang="zh-CN" altLang="en-US" sz="2800" b="0" dirty="0">
                <a:solidFill>
                  <a:schemeClr val="tx1"/>
                </a:solidFill>
                <a:effectLst>
                  <a:outerShdw blurRad="38100" dist="38100" dir="2700000">
                    <a:srgbClr val="FFFFFF"/>
                  </a:outerShdw>
                </a:effectLst>
                <a:latin typeface="Arial" panose="02080604020202020204" pitchFamily="34" charset="0"/>
                <a:ea typeface="方正书宋_GBK" panose="02000000000000000000" charset="-122"/>
              </a:rPr>
              <a:t>位示图</a:t>
            </a:r>
            <a:endParaRPr lang="zh-CN" altLang="en-US" sz="2800" b="0" dirty="0">
              <a:solidFill>
                <a:schemeClr val="tx1"/>
              </a:solidFill>
              <a:effectLst>
                <a:outerShdw blurRad="38100" dist="38100" dir="2700000">
                  <a:srgbClr val="FFFFFF"/>
                </a:outerShdw>
              </a:effectLst>
              <a:latin typeface="Arial" panose="02080604020202020204" pitchFamily="34" charset="0"/>
              <a:ea typeface="方正书宋_GBK" panose="02000000000000000000" charset="-122"/>
            </a:endParaRPr>
          </a:p>
        </p:txBody>
      </p:sp>
      <p:sp>
        <p:nvSpPr>
          <p:cNvPr id="52227" name="文本框 20483"/>
          <p:cNvSpPr txBox="1"/>
          <p:nvPr/>
        </p:nvSpPr>
        <p:spPr>
          <a:xfrm>
            <a:off x="293688" y="619125"/>
            <a:ext cx="4246562" cy="581025"/>
          </a:xfrm>
          <a:prstGeom prst="rect">
            <a:avLst/>
          </a:prstGeom>
          <a:noFill/>
          <a:ln w="9525">
            <a:noFill/>
            <a:miter/>
          </a:ln>
        </p:spPr>
        <p:txBody>
          <a:bodyPr wrap="none" anchor="t">
            <a:spAutoFit/>
          </a:bodyPr>
          <a:p>
            <a:pPr lvl="0" algn="ctr"/>
            <a:r>
              <a:rPr lang="zh-CN" altLang="en-US" sz="3200" dirty="0">
                <a:solidFill>
                  <a:srgbClr val="C00000"/>
                </a:solidFill>
                <a:latin typeface="Arial" panose="02080604020202020204" pitchFamily="34" charset="0"/>
                <a:ea typeface="宋体" panose="02010600030101010101" pitchFamily="2" charset="-122"/>
              </a:rPr>
              <a:t>文件存储空间的管理</a:t>
            </a:r>
            <a:r>
              <a:rPr lang="zh-CN" altLang="en-US" sz="3200" b="0" dirty="0">
                <a:solidFill>
                  <a:srgbClr val="C00000"/>
                </a:solidFill>
                <a:latin typeface="Arial" panose="02080604020202020204" pitchFamily="34" charset="0"/>
                <a:ea typeface="宋体" panose="02010600030101010101" pitchFamily="2" charset="-122"/>
              </a:rPr>
              <a:t>：</a:t>
            </a:r>
            <a:endParaRPr lang="zh-CN" altLang="en-US" sz="3200" b="0" dirty="0">
              <a:solidFill>
                <a:srgbClr val="C00000"/>
              </a:solidFill>
              <a:latin typeface="Arial" panose="02080604020202020204" pitchFamily="34"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6" name="文本占位符 21505"/>
          <p:cNvSpPr>
            <a:spLocks noGrp="1"/>
          </p:cNvSpPr>
          <p:nvPr>
            <p:ph type="body" sz="half" idx="1"/>
          </p:nvPr>
        </p:nvSpPr>
        <p:spPr>
          <a:xfrm>
            <a:off x="332105" y="1099185"/>
            <a:ext cx="4157663" cy="2451735"/>
          </a:xfrm>
        </p:spPr>
        <p:txBody>
          <a:bodyPr vert="horz" wrap="square" anchor="t">
            <a:spAutoFit/>
          </a:bodyPr>
          <a:p>
            <a:pPr fontAlgn="base">
              <a:lnSpc>
                <a:spcPct val="100000"/>
              </a:lnSpc>
              <a:spcAft>
                <a:spcPts val="600"/>
              </a:spcAft>
              <a:buClr>
                <a:srgbClr val="000000"/>
              </a:buClr>
              <a:buNone/>
            </a:pPr>
            <a:r>
              <a:rPr lang="en-US" altLang="zh-CN" sz="2800" strike="noStrike" kern="1200" noProof="1">
                <a:solidFill>
                  <a:schemeClr val="tx1"/>
                </a:solidFill>
                <a:effectLst/>
                <a:latin typeface="Times New Roman" panose="02020603050405020304" charset="0"/>
              </a:rPr>
              <a:t>(1) </a:t>
            </a:r>
            <a:r>
              <a:rPr lang="zh-CN" altLang="en-US" sz="2800" strike="noStrike" kern="1200" noProof="1">
                <a:solidFill>
                  <a:schemeClr val="tx1"/>
                </a:solidFill>
                <a:effectLst/>
                <a:latin typeface="Times New Roman" panose="02020603050405020304" charset="0"/>
              </a:rPr>
              <a:t>空闲文件目录  </a:t>
            </a:r>
            <a:endParaRPr lang="zh-CN" altLang="en-US" sz="2800" strike="noStrike" kern="1200" noProof="1">
              <a:solidFill>
                <a:schemeClr val="tx1"/>
              </a:solidFill>
              <a:effectLst/>
              <a:latin typeface="Times New Roman" panose="02020603050405020304" charset="0"/>
            </a:endParaRPr>
          </a:p>
          <a:p>
            <a:pPr fontAlgn="base">
              <a:lnSpc>
                <a:spcPct val="100000"/>
              </a:lnSpc>
              <a:spcAft>
                <a:spcPts val="600"/>
              </a:spcAft>
              <a:buClr>
                <a:srgbClr val="000000"/>
              </a:buClr>
              <a:buNone/>
            </a:pPr>
            <a:r>
              <a:rPr lang="zh-CN" altLang="en-US" sz="2800" strike="noStrike" kern="1200" noProof="1">
                <a:solidFill>
                  <a:schemeClr val="tx1"/>
                </a:solidFill>
                <a:effectLst/>
                <a:latin typeface="Times New Roman" panose="02020603050405020304" charset="0"/>
              </a:rPr>
              <a:t>   将所有空闲块记录在一个表中，即空闲块表表中有两项：起始块号，空闲块个数。</a:t>
            </a:r>
            <a:endParaRPr lang="zh-CN" altLang="en-US" sz="2800" strike="noStrike" kern="1200" noProof="1">
              <a:solidFill>
                <a:schemeClr val="tx1"/>
              </a:solidFill>
              <a:latin typeface="Times New Roman" panose="02020603050405020304" charset="0"/>
            </a:endParaRPr>
          </a:p>
        </p:txBody>
      </p:sp>
      <p:graphicFrame>
        <p:nvGraphicFramePr>
          <p:cNvPr id="21507" name="内容占位符 21506"/>
          <p:cNvGraphicFramePr/>
          <p:nvPr>
            <p:ph sz="half" idx="2"/>
          </p:nvPr>
        </p:nvGraphicFramePr>
        <p:xfrm>
          <a:off x="4636453" y="854075"/>
          <a:ext cx="4116388" cy="3343275"/>
        </p:xfrm>
        <a:graphic>
          <a:graphicData uri="http://schemas.openxmlformats.org/drawingml/2006/table">
            <a:tbl>
              <a:tblPr/>
              <a:tblGrid>
                <a:gridCol w="509588"/>
                <a:gridCol w="1019175"/>
                <a:gridCol w="784225"/>
                <a:gridCol w="1803400"/>
              </a:tblGrid>
              <a:tr h="912813">
                <a:tc>
                  <a:txBody>
                    <a:bodyPr wrap="square"/>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buBlip>
                          <a:blip r:embed="rId1"/>
                        </a:buBlip>
                        <a:defRPr sz="2400" kern="1200">
                          <a:effectLst>
                            <a:outerShdw blurRad="38100" dist="38100" dir="2700000">
                              <a:srgbClr val="000000"/>
                            </a:outerShdw>
                          </a:effectLst>
                        </a:defRPr>
                      </a:lvl2pPr>
                      <a:lvl3pPr marL="1428750" lvl="2" indent="-398145">
                        <a:buBlip>
                          <a:blip r:embed="rId1"/>
                        </a:buBlip>
                        <a:defRPr sz="2000" kern="1200">
                          <a:effectLst>
                            <a:outerShdw blurRad="38100" dist="38100" dir="2700000">
                              <a:srgbClr val="000000"/>
                            </a:outerShdw>
                          </a:effectLst>
                        </a:defRPr>
                      </a:lvl3pPr>
                      <a:lvl4pPr marL="1752600" lvl="3" indent="-321945">
                        <a:buBlip>
                          <a:blip r:embed="rId1"/>
                        </a:buBlip>
                        <a:defRPr sz="1800" kern="1200">
                          <a:effectLst>
                            <a:outerShdw blurRad="38100" dist="38100" dir="2700000">
                              <a:srgbClr val="000000"/>
                            </a:outerShdw>
                          </a:effectLst>
                        </a:defRPr>
                      </a:lvl4pPr>
                      <a:lvl5pPr marL="2092325" lvl="4" indent="-337820">
                        <a:buBlip>
                          <a:blip r:embed="rId1"/>
                        </a:buBlip>
                        <a:defRPr sz="1800" kern="1200">
                          <a:effectLst>
                            <a:outerShdw blurRad="38100" dist="38100" dir="2700000">
                              <a:srgbClr val="000000"/>
                            </a:outerShdw>
                          </a:effectLst>
                        </a:defRPr>
                      </a:lvl5pPr>
                    </a:lstStyle>
                    <a:p>
                      <a:pPr marL="0" lvl="0" indent="0" algn="ctr">
                        <a:buNone/>
                      </a:pPr>
                      <a:r>
                        <a:rPr lang="zh-CN" altLang="en-US" sz="2000" b="1">
                          <a:solidFill>
                            <a:schemeClr val="tx1"/>
                          </a:solidFill>
                          <a:effectLst/>
                          <a:latin typeface="Arial" panose="02080604020202020204" pitchFamily="34" charset="0"/>
                        </a:rPr>
                        <a:t>序号</a:t>
                      </a:r>
                      <a:endParaRPr lang="zh-CN" altLang="en-US" sz="2000" b="1">
                        <a:solidFill>
                          <a:schemeClr val="tx1"/>
                        </a:solidFill>
                        <a:effectLst/>
                        <a:latin typeface="Arial" panose="02080604020202020204" pitchFamily="34" charset="0"/>
                      </a:endParaRPr>
                    </a:p>
                  </a:txBody>
                  <a:tcPr vert="horz"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wrap="square"/>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buBlip>
                          <a:blip r:embed="rId1"/>
                        </a:buBlip>
                        <a:defRPr sz="2400" kern="1200">
                          <a:effectLst>
                            <a:outerShdw blurRad="38100" dist="38100" dir="2700000">
                              <a:srgbClr val="000000"/>
                            </a:outerShdw>
                          </a:effectLst>
                        </a:defRPr>
                      </a:lvl2pPr>
                      <a:lvl3pPr marL="1428750" lvl="2" indent="-398145">
                        <a:buBlip>
                          <a:blip r:embed="rId1"/>
                        </a:buBlip>
                        <a:defRPr sz="2000" kern="1200">
                          <a:effectLst>
                            <a:outerShdw blurRad="38100" dist="38100" dir="2700000">
                              <a:srgbClr val="000000"/>
                            </a:outerShdw>
                          </a:effectLst>
                        </a:defRPr>
                      </a:lvl3pPr>
                      <a:lvl4pPr marL="1752600" lvl="3" indent="-321945">
                        <a:buBlip>
                          <a:blip r:embed="rId1"/>
                        </a:buBlip>
                        <a:defRPr sz="1800" kern="1200">
                          <a:effectLst>
                            <a:outerShdw blurRad="38100" dist="38100" dir="2700000">
                              <a:srgbClr val="000000"/>
                            </a:outerShdw>
                          </a:effectLst>
                        </a:defRPr>
                      </a:lvl4pPr>
                      <a:lvl5pPr marL="2092325" lvl="4" indent="-337820">
                        <a:buBlip>
                          <a:blip r:embed="rId1"/>
                        </a:buBlip>
                        <a:defRPr sz="1800" kern="1200">
                          <a:effectLst>
                            <a:outerShdw blurRad="38100" dist="38100" dir="2700000">
                              <a:srgbClr val="000000"/>
                            </a:outerShdw>
                          </a:effectLst>
                        </a:defRPr>
                      </a:lvl5pPr>
                    </a:lstStyle>
                    <a:p>
                      <a:pPr marL="0" lvl="0" indent="0" algn="ctr">
                        <a:spcBef>
                          <a:spcPct val="0"/>
                        </a:spcBef>
                        <a:buClr>
                          <a:srgbClr val="000000"/>
                        </a:buClr>
                        <a:buNone/>
                      </a:pPr>
                      <a:r>
                        <a:rPr lang="zh-CN" altLang="en-US" sz="2000" b="1">
                          <a:solidFill>
                            <a:schemeClr val="tx1"/>
                          </a:solidFill>
                          <a:effectLst/>
                          <a:latin typeface="Arial" panose="02080604020202020204" pitchFamily="34" charset="0"/>
                        </a:rPr>
                        <a:t>第一个空闲块号</a:t>
                      </a:r>
                      <a:endParaRPr lang="zh-CN" altLang="en-US" sz="2000" b="1">
                        <a:solidFill>
                          <a:schemeClr val="tx1"/>
                        </a:solidFill>
                        <a:effectLst/>
                        <a:latin typeface="Arial" panose="02080604020202020204" pitchFamily="34" charset="0"/>
                      </a:endParaRPr>
                    </a:p>
                  </a:txBody>
                  <a:tcPr vert="horz"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wrap="square"/>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buBlip>
                          <a:blip r:embed="rId1"/>
                        </a:buBlip>
                        <a:defRPr sz="2400" kern="1200">
                          <a:effectLst>
                            <a:outerShdw blurRad="38100" dist="38100" dir="2700000">
                              <a:srgbClr val="000000"/>
                            </a:outerShdw>
                          </a:effectLst>
                        </a:defRPr>
                      </a:lvl2pPr>
                      <a:lvl3pPr marL="1428750" lvl="2" indent="-398145">
                        <a:buBlip>
                          <a:blip r:embed="rId1"/>
                        </a:buBlip>
                        <a:defRPr sz="2000" kern="1200">
                          <a:effectLst>
                            <a:outerShdw blurRad="38100" dist="38100" dir="2700000">
                              <a:srgbClr val="000000"/>
                            </a:outerShdw>
                          </a:effectLst>
                        </a:defRPr>
                      </a:lvl3pPr>
                      <a:lvl4pPr marL="1752600" lvl="3" indent="-321945">
                        <a:buBlip>
                          <a:blip r:embed="rId1"/>
                        </a:buBlip>
                        <a:defRPr sz="1800" kern="1200">
                          <a:effectLst>
                            <a:outerShdw blurRad="38100" dist="38100" dir="2700000">
                              <a:srgbClr val="000000"/>
                            </a:outerShdw>
                          </a:effectLst>
                        </a:defRPr>
                      </a:lvl4pPr>
                      <a:lvl5pPr marL="2092325" lvl="4" indent="-337820">
                        <a:buBlip>
                          <a:blip r:embed="rId1"/>
                        </a:buBlip>
                        <a:defRPr sz="1800" kern="1200">
                          <a:effectLst>
                            <a:outerShdw blurRad="38100" dist="38100" dir="2700000">
                              <a:srgbClr val="000000"/>
                            </a:outerShdw>
                          </a:effectLst>
                        </a:defRPr>
                      </a:lvl5pPr>
                    </a:lstStyle>
                    <a:p>
                      <a:pPr marL="0" lvl="0" indent="0" algn="ctr">
                        <a:spcBef>
                          <a:spcPct val="0"/>
                        </a:spcBef>
                        <a:buClr>
                          <a:srgbClr val="000000"/>
                        </a:buClr>
                        <a:buNone/>
                      </a:pPr>
                      <a:r>
                        <a:rPr lang="zh-CN" altLang="en-US" sz="2000" b="1">
                          <a:solidFill>
                            <a:schemeClr val="tx1"/>
                          </a:solidFill>
                          <a:effectLst/>
                          <a:latin typeface="Arial" panose="02080604020202020204" pitchFamily="34" charset="0"/>
                        </a:rPr>
                        <a:t>空闲块个数</a:t>
                      </a:r>
                      <a:endParaRPr lang="zh-CN" altLang="en-US" sz="2000" b="1">
                        <a:solidFill>
                          <a:schemeClr val="tx1"/>
                        </a:solidFill>
                        <a:effectLst/>
                        <a:latin typeface="Arial" panose="02080604020202020204" pitchFamily="34" charset="0"/>
                      </a:endParaRPr>
                    </a:p>
                  </a:txBody>
                  <a:tcPr vert="horz"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wrap="square"/>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buBlip>
                          <a:blip r:embed="rId1"/>
                        </a:buBlip>
                        <a:defRPr sz="2400" kern="1200">
                          <a:effectLst>
                            <a:outerShdw blurRad="38100" dist="38100" dir="2700000">
                              <a:srgbClr val="000000"/>
                            </a:outerShdw>
                          </a:effectLst>
                        </a:defRPr>
                      </a:lvl2pPr>
                      <a:lvl3pPr marL="1428750" lvl="2" indent="-398145">
                        <a:buBlip>
                          <a:blip r:embed="rId1"/>
                        </a:buBlip>
                        <a:defRPr sz="2000" kern="1200">
                          <a:effectLst>
                            <a:outerShdw blurRad="38100" dist="38100" dir="2700000">
                              <a:srgbClr val="000000"/>
                            </a:outerShdw>
                          </a:effectLst>
                        </a:defRPr>
                      </a:lvl3pPr>
                      <a:lvl4pPr marL="1752600" lvl="3" indent="-321945">
                        <a:buBlip>
                          <a:blip r:embed="rId1"/>
                        </a:buBlip>
                        <a:defRPr sz="1800" kern="1200">
                          <a:effectLst>
                            <a:outerShdw blurRad="38100" dist="38100" dir="2700000">
                              <a:srgbClr val="000000"/>
                            </a:outerShdw>
                          </a:effectLst>
                        </a:defRPr>
                      </a:lvl4pPr>
                      <a:lvl5pPr marL="2092325" lvl="4" indent="-337820">
                        <a:buBlip>
                          <a:blip r:embed="rId1"/>
                        </a:buBlip>
                        <a:defRPr sz="1800" kern="1200">
                          <a:effectLst>
                            <a:outerShdw blurRad="38100" dist="38100" dir="2700000">
                              <a:srgbClr val="000000"/>
                            </a:outerShdw>
                          </a:effectLst>
                        </a:defRPr>
                      </a:lvl5pPr>
                    </a:lstStyle>
                    <a:p>
                      <a:pPr marL="0" lvl="0" indent="0" algn="ctr">
                        <a:spcBef>
                          <a:spcPct val="0"/>
                        </a:spcBef>
                        <a:buClr>
                          <a:srgbClr val="000000"/>
                        </a:buClr>
                        <a:buNone/>
                      </a:pPr>
                      <a:r>
                        <a:rPr lang="zh-CN" altLang="en-US" sz="2000" b="1">
                          <a:solidFill>
                            <a:schemeClr val="tx1"/>
                          </a:solidFill>
                          <a:effectLst/>
                        </a:rPr>
                        <a:t>物理块号</a:t>
                      </a:r>
                      <a:endParaRPr lang="zh-CN" altLang="en-US" sz="2000" b="1">
                        <a:solidFill>
                          <a:schemeClr val="tx1"/>
                        </a:solidFill>
                        <a:effectLst/>
                      </a:endParaRPr>
                    </a:p>
                  </a:txBody>
                  <a:tcPr vert="horz"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65125">
                <a:tc>
                  <a:txBody>
                    <a:bodyPr wrap="square"/>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buBlip>
                          <a:blip r:embed="rId1"/>
                        </a:buBlip>
                        <a:defRPr sz="2400" kern="1200">
                          <a:effectLst>
                            <a:outerShdw blurRad="38100" dist="38100" dir="2700000">
                              <a:srgbClr val="000000"/>
                            </a:outerShdw>
                          </a:effectLst>
                        </a:defRPr>
                      </a:lvl2pPr>
                      <a:lvl3pPr marL="1428750" lvl="2" indent="-398145">
                        <a:buBlip>
                          <a:blip r:embed="rId1"/>
                        </a:buBlip>
                        <a:defRPr sz="2000" kern="1200">
                          <a:effectLst>
                            <a:outerShdw blurRad="38100" dist="38100" dir="2700000">
                              <a:srgbClr val="000000"/>
                            </a:outerShdw>
                          </a:effectLst>
                        </a:defRPr>
                      </a:lvl3pPr>
                      <a:lvl4pPr marL="1752600" lvl="3" indent="-321945">
                        <a:buBlip>
                          <a:blip r:embed="rId1"/>
                        </a:buBlip>
                        <a:defRPr sz="1800" kern="1200">
                          <a:effectLst>
                            <a:outerShdw blurRad="38100" dist="38100" dir="2700000">
                              <a:srgbClr val="000000"/>
                            </a:outerShdw>
                          </a:effectLst>
                        </a:defRPr>
                      </a:lvl4pPr>
                      <a:lvl5pPr marL="2092325" lvl="4" indent="-337820">
                        <a:buBlip>
                          <a:blip r:embed="rId1"/>
                        </a:buBlip>
                        <a:defRPr sz="1800" kern="1200">
                          <a:effectLst>
                            <a:outerShdw blurRad="38100" dist="38100" dir="2700000">
                              <a:srgbClr val="000000"/>
                            </a:outerShdw>
                          </a:effectLst>
                        </a:defRPr>
                      </a:lvl5pPr>
                    </a:lstStyle>
                    <a:p>
                      <a:pPr marL="0" lvl="0" indent="0" algn="ctr">
                        <a:buNone/>
                      </a:pPr>
                      <a:r>
                        <a:rPr lang="en-US" altLang="zh-CN" sz="2000">
                          <a:solidFill>
                            <a:schemeClr val="tx1"/>
                          </a:solidFill>
                          <a:effectLst/>
                        </a:rPr>
                        <a:t>1</a:t>
                      </a:r>
                      <a:endParaRPr lang="en-US" altLang="zh-CN" sz="2000">
                        <a:solidFill>
                          <a:schemeClr val="tx1"/>
                        </a:solidFill>
                        <a:effectLst/>
                      </a:endParaRPr>
                    </a:p>
                  </a:txBody>
                  <a:tcPr vert="horz"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wrap="square"/>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buBlip>
                          <a:blip r:embed="rId1"/>
                        </a:buBlip>
                        <a:defRPr sz="2400" kern="1200">
                          <a:effectLst>
                            <a:outerShdw blurRad="38100" dist="38100" dir="2700000">
                              <a:srgbClr val="000000"/>
                            </a:outerShdw>
                          </a:effectLst>
                        </a:defRPr>
                      </a:lvl2pPr>
                      <a:lvl3pPr marL="1428750" lvl="2" indent="-398145">
                        <a:buBlip>
                          <a:blip r:embed="rId1"/>
                        </a:buBlip>
                        <a:defRPr sz="2000" kern="1200">
                          <a:effectLst>
                            <a:outerShdw blurRad="38100" dist="38100" dir="2700000">
                              <a:srgbClr val="000000"/>
                            </a:outerShdw>
                          </a:effectLst>
                        </a:defRPr>
                      </a:lvl3pPr>
                      <a:lvl4pPr marL="1752600" lvl="3" indent="-321945">
                        <a:buBlip>
                          <a:blip r:embed="rId1"/>
                        </a:buBlip>
                        <a:defRPr sz="1800" kern="1200">
                          <a:effectLst>
                            <a:outerShdw blurRad="38100" dist="38100" dir="2700000">
                              <a:srgbClr val="000000"/>
                            </a:outerShdw>
                          </a:effectLst>
                        </a:defRPr>
                      </a:lvl4pPr>
                      <a:lvl5pPr marL="2092325" lvl="4" indent="-337820">
                        <a:buBlip>
                          <a:blip r:embed="rId1"/>
                        </a:buBlip>
                        <a:defRPr sz="1800" kern="1200">
                          <a:effectLst>
                            <a:outerShdw blurRad="38100" dist="38100" dir="2700000">
                              <a:srgbClr val="000000"/>
                            </a:outerShdw>
                          </a:effectLst>
                        </a:defRPr>
                      </a:lvl5pPr>
                    </a:lstStyle>
                    <a:p>
                      <a:pPr marL="0" lvl="0" indent="0" algn="ctr">
                        <a:buNone/>
                      </a:pPr>
                      <a:r>
                        <a:rPr lang="en-US" altLang="zh-CN" sz="2000">
                          <a:solidFill>
                            <a:schemeClr val="tx1"/>
                          </a:solidFill>
                          <a:effectLst/>
                        </a:rPr>
                        <a:t>5</a:t>
                      </a:r>
                      <a:endParaRPr lang="en-US" altLang="zh-CN" sz="2000">
                        <a:solidFill>
                          <a:schemeClr val="tx1"/>
                        </a:solidFill>
                        <a:effectLst/>
                      </a:endParaRPr>
                    </a:p>
                  </a:txBody>
                  <a:tcPr vert="horz"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wrap="square"/>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buBlip>
                          <a:blip r:embed="rId1"/>
                        </a:buBlip>
                        <a:defRPr sz="2400" kern="1200">
                          <a:effectLst>
                            <a:outerShdw blurRad="38100" dist="38100" dir="2700000">
                              <a:srgbClr val="000000"/>
                            </a:outerShdw>
                          </a:effectLst>
                        </a:defRPr>
                      </a:lvl2pPr>
                      <a:lvl3pPr marL="1428750" lvl="2" indent="-398145">
                        <a:buBlip>
                          <a:blip r:embed="rId1"/>
                        </a:buBlip>
                        <a:defRPr sz="2000" kern="1200">
                          <a:effectLst>
                            <a:outerShdw blurRad="38100" dist="38100" dir="2700000">
                              <a:srgbClr val="000000"/>
                            </a:outerShdw>
                          </a:effectLst>
                        </a:defRPr>
                      </a:lvl3pPr>
                      <a:lvl4pPr marL="1752600" lvl="3" indent="-321945">
                        <a:buBlip>
                          <a:blip r:embed="rId1"/>
                        </a:buBlip>
                        <a:defRPr sz="1800" kern="1200">
                          <a:effectLst>
                            <a:outerShdw blurRad="38100" dist="38100" dir="2700000">
                              <a:srgbClr val="000000"/>
                            </a:outerShdw>
                          </a:effectLst>
                        </a:defRPr>
                      </a:lvl4pPr>
                      <a:lvl5pPr marL="2092325" lvl="4" indent="-337820">
                        <a:buBlip>
                          <a:blip r:embed="rId1"/>
                        </a:buBlip>
                        <a:defRPr sz="1800" kern="1200">
                          <a:effectLst>
                            <a:outerShdw blurRad="38100" dist="38100" dir="2700000">
                              <a:srgbClr val="000000"/>
                            </a:outerShdw>
                          </a:effectLst>
                        </a:defRPr>
                      </a:lvl5pPr>
                    </a:lstStyle>
                    <a:p>
                      <a:pPr marL="0" lvl="0" indent="0" algn="ctr">
                        <a:buNone/>
                      </a:pPr>
                      <a:r>
                        <a:rPr lang="zh-CN" altLang="en-US" sz="2000" dirty="0">
                          <a:solidFill>
                            <a:schemeClr val="tx1"/>
                          </a:solidFill>
                          <a:effectLst/>
                        </a:rPr>
                        <a:t>4</a:t>
                      </a:r>
                      <a:endParaRPr lang="zh-CN" altLang="en-US" sz="2000" dirty="0">
                        <a:solidFill>
                          <a:schemeClr val="tx1"/>
                        </a:solidFill>
                        <a:effectLst/>
                      </a:endParaRPr>
                    </a:p>
                  </a:txBody>
                  <a:tcPr vert="horz"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wrap="square"/>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buBlip>
                          <a:blip r:embed="rId1"/>
                        </a:buBlip>
                        <a:defRPr sz="2400" kern="1200">
                          <a:effectLst>
                            <a:outerShdw blurRad="38100" dist="38100" dir="2700000">
                              <a:srgbClr val="000000"/>
                            </a:outerShdw>
                          </a:effectLst>
                        </a:defRPr>
                      </a:lvl2pPr>
                      <a:lvl3pPr marL="1428750" lvl="2" indent="-398145">
                        <a:buBlip>
                          <a:blip r:embed="rId1"/>
                        </a:buBlip>
                        <a:defRPr sz="2000" kern="1200">
                          <a:effectLst>
                            <a:outerShdw blurRad="38100" dist="38100" dir="2700000">
                              <a:srgbClr val="000000"/>
                            </a:outerShdw>
                          </a:effectLst>
                        </a:defRPr>
                      </a:lvl3pPr>
                      <a:lvl4pPr marL="1752600" lvl="3" indent="-321945">
                        <a:buBlip>
                          <a:blip r:embed="rId1"/>
                        </a:buBlip>
                        <a:defRPr sz="1800" kern="1200">
                          <a:effectLst>
                            <a:outerShdw blurRad="38100" dist="38100" dir="2700000">
                              <a:srgbClr val="000000"/>
                            </a:outerShdw>
                          </a:effectLst>
                        </a:defRPr>
                      </a:lvl4pPr>
                      <a:lvl5pPr marL="2092325" lvl="4" indent="-337820">
                        <a:buBlip>
                          <a:blip r:embed="rId1"/>
                        </a:buBlip>
                        <a:defRPr sz="1800" kern="1200">
                          <a:effectLst>
                            <a:outerShdw blurRad="38100" dist="38100" dir="2700000">
                              <a:srgbClr val="000000"/>
                            </a:outerShdw>
                          </a:effectLst>
                        </a:defRPr>
                      </a:lvl5pPr>
                    </a:lstStyle>
                    <a:p>
                      <a:pPr marL="0" lvl="0" indent="0" algn="ctr">
                        <a:buNone/>
                      </a:pPr>
                      <a:r>
                        <a:rPr lang="zh-CN" altLang="en-US" sz="2000" dirty="0">
                          <a:solidFill>
                            <a:schemeClr val="tx1"/>
                          </a:solidFill>
                          <a:effectLst/>
                        </a:rPr>
                        <a:t>（5，6，7,8）</a:t>
                      </a:r>
                      <a:endParaRPr lang="zh-CN" altLang="en-US" sz="2000" dirty="0">
                        <a:solidFill>
                          <a:schemeClr val="tx1"/>
                        </a:solidFill>
                        <a:effectLst/>
                      </a:endParaRPr>
                    </a:p>
                  </a:txBody>
                  <a:tcPr vert="horz"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639762">
                <a:tc>
                  <a:txBody>
                    <a:bodyPr wrap="square"/>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buBlip>
                          <a:blip r:embed="rId1"/>
                        </a:buBlip>
                        <a:defRPr sz="2400" kern="1200">
                          <a:effectLst>
                            <a:outerShdw blurRad="38100" dist="38100" dir="2700000">
                              <a:srgbClr val="000000"/>
                            </a:outerShdw>
                          </a:effectLst>
                        </a:defRPr>
                      </a:lvl2pPr>
                      <a:lvl3pPr marL="1428750" lvl="2" indent="-398145">
                        <a:buBlip>
                          <a:blip r:embed="rId1"/>
                        </a:buBlip>
                        <a:defRPr sz="2000" kern="1200">
                          <a:effectLst>
                            <a:outerShdw blurRad="38100" dist="38100" dir="2700000">
                              <a:srgbClr val="000000"/>
                            </a:outerShdw>
                          </a:effectLst>
                        </a:defRPr>
                      </a:lvl3pPr>
                      <a:lvl4pPr marL="1752600" lvl="3" indent="-321945">
                        <a:buBlip>
                          <a:blip r:embed="rId1"/>
                        </a:buBlip>
                        <a:defRPr sz="1800" kern="1200">
                          <a:effectLst>
                            <a:outerShdw blurRad="38100" dist="38100" dir="2700000">
                              <a:srgbClr val="000000"/>
                            </a:outerShdw>
                          </a:effectLst>
                        </a:defRPr>
                      </a:lvl4pPr>
                      <a:lvl5pPr marL="2092325" lvl="4" indent="-337820">
                        <a:buBlip>
                          <a:blip r:embed="rId1"/>
                        </a:buBlip>
                        <a:defRPr sz="1800" kern="1200">
                          <a:effectLst>
                            <a:outerShdw blurRad="38100" dist="38100" dir="2700000">
                              <a:srgbClr val="000000"/>
                            </a:outerShdw>
                          </a:effectLst>
                        </a:defRPr>
                      </a:lvl5pPr>
                    </a:lstStyle>
                    <a:p>
                      <a:pPr marL="0" lvl="0" indent="0" algn="ctr">
                        <a:buNone/>
                      </a:pPr>
                      <a:r>
                        <a:rPr lang="en-US" altLang="zh-CN" sz="2000">
                          <a:solidFill>
                            <a:schemeClr val="tx1"/>
                          </a:solidFill>
                          <a:effectLst/>
                        </a:rPr>
                        <a:t>2</a:t>
                      </a:r>
                      <a:endParaRPr lang="en-US" altLang="zh-CN" sz="2000">
                        <a:solidFill>
                          <a:schemeClr val="tx1"/>
                        </a:solidFill>
                        <a:effectLst/>
                      </a:endParaRPr>
                    </a:p>
                  </a:txBody>
                  <a:tcPr vert="horz"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wrap="square"/>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buBlip>
                          <a:blip r:embed="rId1"/>
                        </a:buBlip>
                        <a:defRPr sz="2400" kern="1200">
                          <a:effectLst>
                            <a:outerShdw blurRad="38100" dist="38100" dir="2700000">
                              <a:srgbClr val="000000"/>
                            </a:outerShdw>
                          </a:effectLst>
                        </a:defRPr>
                      </a:lvl2pPr>
                      <a:lvl3pPr marL="1428750" lvl="2" indent="-398145">
                        <a:buBlip>
                          <a:blip r:embed="rId1"/>
                        </a:buBlip>
                        <a:defRPr sz="2000" kern="1200">
                          <a:effectLst>
                            <a:outerShdw blurRad="38100" dist="38100" dir="2700000">
                              <a:srgbClr val="000000"/>
                            </a:outerShdw>
                          </a:effectLst>
                        </a:defRPr>
                      </a:lvl3pPr>
                      <a:lvl4pPr marL="1752600" lvl="3" indent="-321945">
                        <a:buBlip>
                          <a:blip r:embed="rId1"/>
                        </a:buBlip>
                        <a:defRPr sz="1800" kern="1200">
                          <a:effectLst>
                            <a:outerShdw blurRad="38100" dist="38100" dir="2700000">
                              <a:srgbClr val="000000"/>
                            </a:outerShdw>
                          </a:effectLst>
                        </a:defRPr>
                      </a:lvl4pPr>
                      <a:lvl5pPr marL="2092325" lvl="4" indent="-337820">
                        <a:buBlip>
                          <a:blip r:embed="rId1"/>
                        </a:buBlip>
                        <a:defRPr sz="1800" kern="1200">
                          <a:effectLst>
                            <a:outerShdw blurRad="38100" dist="38100" dir="2700000">
                              <a:srgbClr val="000000"/>
                            </a:outerShdw>
                          </a:effectLst>
                        </a:defRPr>
                      </a:lvl5pPr>
                    </a:lstStyle>
                    <a:p>
                      <a:pPr marL="0" lvl="0" indent="0" algn="ctr">
                        <a:buNone/>
                      </a:pPr>
                      <a:r>
                        <a:rPr lang="zh-CN" altLang="en-US" sz="2000" dirty="0">
                          <a:solidFill>
                            <a:schemeClr val="tx1"/>
                          </a:solidFill>
                          <a:effectLst/>
                        </a:rPr>
                        <a:t>23</a:t>
                      </a:r>
                      <a:endParaRPr lang="zh-CN" altLang="en-US" sz="2000" dirty="0">
                        <a:solidFill>
                          <a:schemeClr val="tx1"/>
                        </a:solidFill>
                        <a:effectLst/>
                      </a:endParaRPr>
                    </a:p>
                  </a:txBody>
                  <a:tcPr vert="horz"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wrap="square"/>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buBlip>
                          <a:blip r:embed="rId1"/>
                        </a:buBlip>
                        <a:defRPr sz="2400" kern="1200">
                          <a:effectLst>
                            <a:outerShdw blurRad="38100" dist="38100" dir="2700000">
                              <a:srgbClr val="000000"/>
                            </a:outerShdw>
                          </a:effectLst>
                        </a:defRPr>
                      </a:lvl2pPr>
                      <a:lvl3pPr marL="1428750" lvl="2" indent="-398145">
                        <a:buBlip>
                          <a:blip r:embed="rId1"/>
                        </a:buBlip>
                        <a:defRPr sz="2000" kern="1200">
                          <a:effectLst>
                            <a:outerShdw blurRad="38100" dist="38100" dir="2700000">
                              <a:srgbClr val="000000"/>
                            </a:outerShdw>
                          </a:effectLst>
                        </a:defRPr>
                      </a:lvl3pPr>
                      <a:lvl4pPr marL="1752600" lvl="3" indent="-321945">
                        <a:buBlip>
                          <a:blip r:embed="rId1"/>
                        </a:buBlip>
                        <a:defRPr sz="1800" kern="1200">
                          <a:effectLst>
                            <a:outerShdw blurRad="38100" dist="38100" dir="2700000">
                              <a:srgbClr val="000000"/>
                            </a:outerShdw>
                          </a:effectLst>
                        </a:defRPr>
                      </a:lvl4pPr>
                      <a:lvl5pPr marL="2092325" lvl="4" indent="-337820">
                        <a:buBlip>
                          <a:blip r:embed="rId1"/>
                        </a:buBlip>
                        <a:defRPr sz="1800" kern="1200">
                          <a:effectLst>
                            <a:outerShdw blurRad="38100" dist="38100" dir="2700000">
                              <a:srgbClr val="000000"/>
                            </a:outerShdw>
                          </a:effectLst>
                        </a:defRPr>
                      </a:lvl5pPr>
                    </a:lstStyle>
                    <a:p>
                      <a:pPr marL="0" lvl="0" indent="0" algn="ctr">
                        <a:buNone/>
                      </a:pPr>
                      <a:r>
                        <a:rPr lang="en-US" altLang="zh-CN" sz="2000">
                          <a:solidFill>
                            <a:schemeClr val="tx1"/>
                          </a:solidFill>
                          <a:effectLst/>
                        </a:rPr>
                        <a:t>5</a:t>
                      </a:r>
                      <a:endParaRPr lang="en-US" altLang="zh-CN" sz="2000">
                        <a:solidFill>
                          <a:schemeClr val="tx1"/>
                        </a:solidFill>
                        <a:effectLst/>
                      </a:endParaRPr>
                    </a:p>
                  </a:txBody>
                  <a:tcPr vert="horz"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wrap="square"/>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buBlip>
                          <a:blip r:embed="rId1"/>
                        </a:buBlip>
                        <a:defRPr sz="2400" kern="1200">
                          <a:effectLst>
                            <a:outerShdw blurRad="38100" dist="38100" dir="2700000">
                              <a:srgbClr val="000000"/>
                            </a:outerShdw>
                          </a:effectLst>
                        </a:defRPr>
                      </a:lvl2pPr>
                      <a:lvl3pPr marL="1428750" lvl="2" indent="-398145">
                        <a:buBlip>
                          <a:blip r:embed="rId1"/>
                        </a:buBlip>
                        <a:defRPr sz="2000" kern="1200">
                          <a:effectLst>
                            <a:outerShdw blurRad="38100" dist="38100" dir="2700000">
                              <a:srgbClr val="000000"/>
                            </a:outerShdw>
                          </a:effectLst>
                        </a:defRPr>
                      </a:lvl3pPr>
                      <a:lvl4pPr marL="1752600" lvl="3" indent="-321945">
                        <a:buBlip>
                          <a:blip r:embed="rId1"/>
                        </a:buBlip>
                        <a:defRPr sz="1800" kern="1200">
                          <a:effectLst>
                            <a:outerShdw blurRad="38100" dist="38100" dir="2700000">
                              <a:srgbClr val="000000"/>
                            </a:outerShdw>
                          </a:effectLst>
                        </a:defRPr>
                      </a:lvl4pPr>
                      <a:lvl5pPr marL="2092325" lvl="4" indent="-337820">
                        <a:buBlip>
                          <a:blip r:embed="rId1"/>
                        </a:buBlip>
                        <a:defRPr sz="1800" kern="1200">
                          <a:effectLst>
                            <a:outerShdw blurRad="38100" dist="38100" dir="2700000">
                              <a:srgbClr val="000000"/>
                            </a:outerShdw>
                          </a:effectLst>
                        </a:defRPr>
                      </a:lvl5pPr>
                    </a:lstStyle>
                    <a:p>
                      <a:pPr marL="0" lvl="0" indent="0" algn="ctr">
                        <a:buNone/>
                      </a:pPr>
                      <a:r>
                        <a:rPr lang="zh-CN" altLang="en-US" sz="2000" dirty="0">
                          <a:solidFill>
                            <a:schemeClr val="tx1"/>
                          </a:solidFill>
                          <a:effectLst/>
                        </a:rPr>
                        <a:t>（23，24，25，26，27）</a:t>
                      </a:r>
                      <a:endParaRPr lang="zh-CN" altLang="en-US" sz="2000" dirty="0">
                        <a:solidFill>
                          <a:schemeClr val="tx1"/>
                        </a:solidFill>
                        <a:effectLst/>
                      </a:endParaRPr>
                    </a:p>
                  </a:txBody>
                  <a:tcPr vert="horz"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911225">
                <a:tc>
                  <a:txBody>
                    <a:bodyPr wrap="square"/>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buBlip>
                          <a:blip r:embed="rId1"/>
                        </a:buBlip>
                        <a:defRPr sz="2400" kern="1200">
                          <a:effectLst>
                            <a:outerShdw blurRad="38100" dist="38100" dir="2700000">
                              <a:srgbClr val="000000"/>
                            </a:outerShdw>
                          </a:effectLst>
                        </a:defRPr>
                      </a:lvl2pPr>
                      <a:lvl3pPr marL="1428750" lvl="2" indent="-398145">
                        <a:buBlip>
                          <a:blip r:embed="rId1"/>
                        </a:buBlip>
                        <a:defRPr sz="2000" kern="1200">
                          <a:effectLst>
                            <a:outerShdw blurRad="38100" dist="38100" dir="2700000">
                              <a:srgbClr val="000000"/>
                            </a:outerShdw>
                          </a:effectLst>
                        </a:defRPr>
                      </a:lvl3pPr>
                      <a:lvl4pPr marL="1752600" lvl="3" indent="-321945">
                        <a:buBlip>
                          <a:blip r:embed="rId1"/>
                        </a:buBlip>
                        <a:defRPr sz="1800" kern="1200">
                          <a:effectLst>
                            <a:outerShdw blurRad="38100" dist="38100" dir="2700000">
                              <a:srgbClr val="000000"/>
                            </a:outerShdw>
                          </a:effectLst>
                        </a:defRPr>
                      </a:lvl4pPr>
                      <a:lvl5pPr marL="2092325" lvl="4" indent="-337820">
                        <a:buBlip>
                          <a:blip r:embed="rId1"/>
                        </a:buBlip>
                        <a:defRPr sz="1800" kern="1200">
                          <a:effectLst>
                            <a:outerShdw blurRad="38100" dist="38100" dir="2700000">
                              <a:srgbClr val="000000"/>
                            </a:outerShdw>
                          </a:effectLst>
                        </a:defRPr>
                      </a:lvl5pPr>
                    </a:lstStyle>
                    <a:p>
                      <a:pPr marL="0" lvl="0" indent="0" algn="ctr">
                        <a:buNone/>
                      </a:pPr>
                      <a:r>
                        <a:rPr lang="en-US" altLang="zh-CN" sz="2000">
                          <a:solidFill>
                            <a:schemeClr val="tx1"/>
                          </a:solidFill>
                          <a:effectLst/>
                        </a:rPr>
                        <a:t>3</a:t>
                      </a:r>
                      <a:endParaRPr lang="en-US" altLang="zh-CN" sz="2000">
                        <a:solidFill>
                          <a:schemeClr val="tx1"/>
                        </a:solidFill>
                        <a:effectLst/>
                      </a:endParaRPr>
                    </a:p>
                  </a:txBody>
                  <a:tcPr vert="horz"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wrap="square"/>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buBlip>
                          <a:blip r:embed="rId1"/>
                        </a:buBlip>
                        <a:defRPr sz="2400" kern="1200">
                          <a:effectLst>
                            <a:outerShdw blurRad="38100" dist="38100" dir="2700000">
                              <a:srgbClr val="000000"/>
                            </a:outerShdw>
                          </a:effectLst>
                        </a:defRPr>
                      </a:lvl2pPr>
                      <a:lvl3pPr marL="1428750" lvl="2" indent="-398145">
                        <a:buBlip>
                          <a:blip r:embed="rId1"/>
                        </a:buBlip>
                        <a:defRPr sz="2000" kern="1200">
                          <a:effectLst>
                            <a:outerShdw blurRad="38100" dist="38100" dir="2700000">
                              <a:srgbClr val="000000"/>
                            </a:outerShdw>
                          </a:effectLst>
                        </a:defRPr>
                      </a:lvl3pPr>
                      <a:lvl4pPr marL="1752600" lvl="3" indent="-321945">
                        <a:buBlip>
                          <a:blip r:embed="rId1"/>
                        </a:buBlip>
                        <a:defRPr sz="1800" kern="1200">
                          <a:effectLst>
                            <a:outerShdw blurRad="38100" dist="38100" dir="2700000">
                              <a:srgbClr val="000000"/>
                            </a:outerShdw>
                          </a:effectLst>
                        </a:defRPr>
                      </a:lvl4pPr>
                      <a:lvl5pPr marL="2092325" lvl="4" indent="-337820">
                        <a:buBlip>
                          <a:blip r:embed="rId1"/>
                        </a:buBlip>
                        <a:defRPr sz="1800" kern="1200">
                          <a:effectLst>
                            <a:outerShdw blurRad="38100" dist="38100" dir="2700000">
                              <a:srgbClr val="000000"/>
                            </a:outerShdw>
                          </a:effectLst>
                        </a:defRPr>
                      </a:lvl5pPr>
                    </a:lstStyle>
                    <a:p>
                      <a:pPr marL="0" lvl="0" indent="0" algn="ctr">
                        <a:buNone/>
                      </a:pPr>
                      <a:r>
                        <a:rPr lang="zh-CN" altLang="en-US" sz="2000" dirty="0">
                          <a:solidFill>
                            <a:schemeClr val="tx1"/>
                          </a:solidFill>
                          <a:effectLst/>
                        </a:rPr>
                        <a:t>30</a:t>
                      </a:r>
                      <a:endParaRPr lang="zh-CN" altLang="en-US" sz="2000" dirty="0">
                        <a:solidFill>
                          <a:schemeClr val="tx1"/>
                        </a:solidFill>
                        <a:effectLst/>
                      </a:endParaRPr>
                    </a:p>
                  </a:txBody>
                  <a:tcPr vert="horz"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wrap="square"/>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buBlip>
                          <a:blip r:embed="rId1"/>
                        </a:buBlip>
                        <a:defRPr sz="2400" kern="1200">
                          <a:effectLst>
                            <a:outerShdw blurRad="38100" dist="38100" dir="2700000">
                              <a:srgbClr val="000000"/>
                            </a:outerShdw>
                          </a:effectLst>
                        </a:defRPr>
                      </a:lvl2pPr>
                      <a:lvl3pPr marL="1428750" lvl="2" indent="-398145">
                        <a:buBlip>
                          <a:blip r:embed="rId1"/>
                        </a:buBlip>
                        <a:defRPr sz="2000" kern="1200">
                          <a:effectLst>
                            <a:outerShdw blurRad="38100" dist="38100" dir="2700000">
                              <a:srgbClr val="000000"/>
                            </a:outerShdw>
                          </a:effectLst>
                        </a:defRPr>
                      </a:lvl3pPr>
                      <a:lvl4pPr marL="1752600" lvl="3" indent="-321945">
                        <a:buBlip>
                          <a:blip r:embed="rId1"/>
                        </a:buBlip>
                        <a:defRPr sz="1800" kern="1200">
                          <a:effectLst>
                            <a:outerShdw blurRad="38100" dist="38100" dir="2700000">
                              <a:srgbClr val="000000"/>
                            </a:outerShdw>
                          </a:effectLst>
                        </a:defRPr>
                      </a:lvl4pPr>
                      <a:lvl5pPr marL="2092325" lvl="4" indent="-337820">
                        <a:buBlip>
                          <a:blip r:embed="rId1"/>
                        </a:buBlip>
                        <a:defRPr sz="1800" kern="1200">
                          <a:effectLst>
                            <a:outerShdw blurRad="38100" dist="38100" dir="2700000">
                              <a:srgbClr val="000000"/>
                            </a:outerShdw>
                          </a:effectLst>
                        </a:defRPr>
                      </a:lvl5pPr>
                    </a:lstStyle>
                    <a:p>
                      <a:pPr marL="0" lvl="0" indent="0" algn="ctr">
                        <a:buNone/>
                      </a:pPr>
                      <a:r>
                        <a:rPr lang="en-US" altLang="zh-CN" sz="2000">
                          <a:solidFill>
                            <a:schemeClr val="tx1"/>
                          </a:solidFill>
                          <a:effectLst/>
                        </a:rPr>
                        <a:t>6</a:t>
                      </a:r>
                      <a:endParaRPr lang="en-US" altLang="zh-CN" sz="2000">
                        <a:solidFill>
                          <a:schemeClr val="tx1"/>
                        </a:solidFill>
                        <a:effectLst/>
                      </a:endParaRPr>
                    </a:p>
                  </a:txBody>
                  <a:tcPr vert="horz"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wrap="square"/>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buBlip>
                          <a:blip r:embed="rId1"/>
                        </a:buBlip>
                        <a:defRPr sz="2400" kern="1200">
                          <a:effectLst>
                            <a:outerShdw blurRad="38100" dist="38100" dir="2700000">
                              <a:srgbClr val="000000"/>
                            </a:outerShdw>
                          </a:effectLst>
                        </a:defRPr>
                      </a:lvl2pPr>
                      <a:lvl3pPr marL="1428750" lvl="2" indent="-398145">
                        <a:buBlip>
                          <a:blip r:embed="rId1"/>
                        </a:buBlip>
                        <a:defRPr sz="2000" kern="1200">
                          <a:effectLst>
                            <a:outerShdw blurRad="38100" dist="38100" dir="2700000">
                              <a:srgbClr val="000000"/>
                            </a:outerShdw>
                          </a:effectLst>
                        </a:defRPr>
                      </a:lvl3pPr>
                      <a:lvl4pPr marL="1752600" lvl="3" indent="-321945">
                        <a:buBlip>
                          <a:blip r:embed="rId1"/>
                        </a:buBlip>
                        <a:defRPr sz="1800" kern="1200">
                          <a:effectLst>
                            <a:outerShdw blurRad="38100" dist="38100" dir="2700000">
                              <a:srgbClr val="000000"/>
                            </a:outerShdw>
                          </a:effectLst>
                        </a:defRPr>
                      </a:lvl4pPr>
                      <a:lvl5pPr marL="2092325" lvl="4" indent="-337820">
                        <a:buBlip>
                          <a:blip r:embed="rId1"/>
                        </a:buBlip>
                        <a:defRPr sz="1800" kern="1200">
                          <a:effectLst>
                            <a:outerShdw blurRad="38100" dist="38100" dir="2700000">
                              <a:srgbClr val="000000"/>
                            </a:outerShdw>
                          </a:effectLst>
                        </a:defRPr>
                      </a:lvl5pPr>
                    </a:lstStyle>
                    <a:p>
                      <a:pPr marL="0" lvl="0" indent="0" algn="ctr">
                        <a:buNone/>
                      </a:pPr>
                      <a:r>
                        <a:rPr lang="zh-CN" altLang="en-US" sz="2000" dirty="0">
                          <a:solidFill>
                            <a:schemeClr val="tx1"/>
                          </a:solidFill>
                          <a:effectLst/>
                        </a:rPr>
                        <a:t>（30，31，32，33，34，35）</a:t>
                      </a:r>
                      <a:endParaRPr lang="zh-CN" altLang="en-US" sz="2000" dirty="0">
                        <a:solidFill>
                          <a:schemeClr val="tx1"/>
                        </a:solidFill>
                        <a:effectLst/>
                      </a:endParaRPr>
                    </a:p>
                  </a:txBody>
                  <a:tcPr vert="horz"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400050">
                <a:tc>
                  <a:txBody>
                    <a:bodyPr wrap="square"/>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buBlip>
                          <a:blip r:embed="rId1"/>
                        </a:buBlip>
                        <a:defRPr sz="2400" kern="1200">
                          <a:effectLst>
                            <a:outerShdw blurRad="38100" dist="38100" dir="2700000">
                              <a:srgbClr val="000000"/>
                            </a:outerShdw>
                          </a:effectLst>
                        </a:defRPr>
                      </a:lvl2pPr>
                      <a:lvl3pPr marL="1428750" lvl="2" indent="-398145">
                        <a:buBlip>
                          <a:blip r:embed="rId1"/>
                        </a:buBlip>
                        <a:defRPr sz="2000" kern="1200">
                          <a:effectLst>
                            <a:outerShdw blurRad="38100" dist="38100" dir="2700000">
                              <a:srgbClr val="000000"/>
                            </a:outerShdw>
                          </a:effectLst>
                        </a:defRPr>
                      </a:lvl3pPr>
                      <a:lvl4pPr marL="1752600" lvl="3" indent="-321945">
                        <a:buBlip>
                          <a:blip r:embed="rId1"/>
                        </a:buBlip>
                        <a:defRPr sz="1800" kern="1200">
                          <a:effectLst>
                            <a:outerShdw blurRad="38100" dist="38100" dir="2700000">
                              <a:srgbClr val="000000"/>
                            </a:outerShdw>
                          </a:effectLst>
                        </a:defRPr>
                      </a:lvl4pPr>
                      <a:lvl5pPr marL="2092325" lvl="4" indent="-337820">
                        <a:buBlip>
                          <a:blip r:embed="rId1"/>
                        </a:buBlip>
                        <a:defRPr sz="1800" kern="1200">
                          <a:effectLst>
                            <a:outerShdw blurRad="38100" dist="38100" dir="2700000">
                              <a:srgbClr val="000000"/>
                            </a:outerShdw>
                          </a:effectLst>
                        </a:defRPr>
                      </a:lvl5pPr>
                    </a:lstStyle>
                    <a:p>
                      <a:pPr marL="0" lvl="0" indent="0" algn="ctr">
                        <a:buNone/>
                      </a:pPr>
                      <a:r>
                        <a:rPr lang="en-US" altLang="zh-CN" sz="2000">
                          <a:solidFill>
                            <a:schemeClr val="tx1"/>
                          </a:solidFill>
                          <a:effectLst/>
                        </a:rPr>
                        <a:t>4</a:t>
                      </a:r>
                      <a:endParaRPr lang="en-US" altLang="zh-CN" sz="2000">
                        <a:solidFill>
                          <a:schemeClr val="tx1"/>
                        </a:solidFill>
                        <a:effectLst/>
                      </a:endParaRPr>
                    </a:p>
                  </a:txBody>
                  <a:tcPr vert="horz"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wrap="square"/>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buBlip>
                          <a:blip r:embed="rId1"/>
                        </a:buBlip>
                        <a:defRPr sz="2400" kern="1200">
                          <a:effectLst>
                            <a:outerShdw blurRad="38100" dist="38100" dir="2700000">
                              <a:srgbClr val="000000"/>
                            </a:outerShdw>
                          </a:effectLst>
                        </a:defRPr>
                      </a:lvl2pPr>
                      <a:lvl3pPr marL="1428750" lvl="2" indent="-398145">
                        <a:buBlip>
                          <a:blip r:embed="rId1"/>
                        </a:buBlip>
                        <a:defRPr sz="2000" kern="1200">
                          <a:effectLst>
                            <a:outerShdw blurRad="38100" dist="38100" dir="2700000">
                              <a:srgbClr val="000000"/>
                            </a:outerShdw>
                          </a:effectLst>
                        </a:defRPr>
                      </a:lvl3pPr>
                      <a:lvl4pPr marL="1752600" lvl="3" indent="-321945">
                        <a:buBlip>
                          <a:blip r:embed="rId1"/>
                        </a:buBlip>
                        <a:defRPr sz="1800" kern="1200">
                          <a:effectLst>
                            <a:outerShdw blurRad="38100" dist="38100" dir="2700000">
                              <a:srgbClr val="000000"/>
                            </a:outerShdw>
                          </a:effectLst>
                        </a:defRPr>
                      </a:lvl4pPr>
                      <a:lvl5pPr marL="2092325" lvl="4" indent="-337820">
                        <a:buBlip>
                          <a:blip r:embed="rId1"/>
                        </a:buBlip>
                        <a:defRPr sz="1800" kern="1200">
                          <a:effectLst>
                            <a:outerShdw blurRad="38100" dist="38100" dir="2700000">
                              <a:srgbClr val="000000"/>
                            </a:outerShdw>
                          </a:effectLst>
                        </a:defRPr>
                      </a:lvl5pPr>
                    </a:lstStyle>
                    <a:p>
                      <a:pPr marL="0" lvl="0" indent="0" algn="ctr">
                        <a:buNone/>
                      </a:pPr>
                      <a:r>
                        <a:rPr lang="en-US" altLang="zh-CN" sz="2000" b="1">
                          <a:solidFill>
                            <a:schemeClr val="tx1"/>
                          </a:solidFill>
                          <a:effectLst/>
                        </a:rPr>
                        <a:t>--</a:t>
                      </a:r>
                      <a:endParaRPr lang="en-US" altLang="zh-CN" sz="2000" b="1">
                        <a:solidFill>
                          <a:schemeClr val="tx1"/>
                        </a:solidFill>
                        <a:effectLst/>
                      </a:endParaRPr>
                    </a:p>
                  </a:txBody>
                  <a:tcPr vert="horz"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wrap="square"/>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buBlip>
                          <a:blip r:embed="rId1"/>
                        </a:buBlip>
                        <a:defRPr sz="2400" kern="1200">
                          <a:effectLst>
                            <a:outerShdw blurRad="38100" dist="38100" dir="2700000">
                              <a:srgbClr val="000000"/>
                            </a:outerShdw>
                          </a:effectLst>
                        </a:defRPr>
                      </a:lvl2pPr>
                      <a:lvl3pPr marL="1428750" lvl="2" indent="-398145">
                        <a:buBlip>
                          <a:blip r:embed="rId1"/>
                        </a:buBlip>
                        <a:defRPr sz="2000" kern="1200">
                          <a:effectLst>
                            <a:outerShdw blurRad="38100" dist="38100" dir="2700000">
                              <a:srgbClr val="000000"/>
                            </a:outerShdw>
                          </a:effectLst>
                        </a:defRPr>
                      </a:lvl3pPr>
                      <a:lvl4pPr marL="1752600" lvl="3" indent="-321945">
                        <a:buBlip>
                          <a:blip r:embed="rId1"/>
                        </a:buBlip>
                        <a:defRPr sz="1800" kern="1200">
                          <a:effectLst>
                            <a:outerShdw blurRad="38100" dist="38100" dir="2700000">
                              <a:srgbClr val="000000"/>
                            </a:outerShdw>
                          </a:effectLst>
                        </a:defRPr>
                      </a:lvl4pPr>
                      <a:lvl5pPr marL="2092325" lvl="4" indent="-337820">
                        <a:buBlip>
                          <a:blip r:embed="rId1"/>
                        </a:buBlip>
                        <a:defRPr sz="1800" kern="1200">
                          <a:effectLst>
                            <a:outerShdw blurRad="38100" dist="38100" dir="2700000">
                              <a:srgbClr val="000000"/>
                            </a:outerShdw>
                          </a:effectLst>
                        </a:defRPr>
                      </a:lvl5pPr>
                    </a:lstStyle>
                    <a:p>
                      <a:pPr marL="0" lvl="0" indent="0" algn="ctr">
                        <a:buNone/>
                      </a:pPr>
                      <a:r>
                        <a:rPr lang="en-US" altLang="zh-CN" sz="2000" b="1">
                          <a:solidFill>
                            <a:schemeClr val="tx1"/>
                          </a:solidFill>
                          <a:effectLst/>
                        </a:rPr>
                        <a:t>--</a:t>
                      </a:r>
                      <a:endParaRPr lang="en-US" altLang="zh-CN" sz="2000" b="1">
                        <a:solidFill>
                          <a:schemeClr val="tx1"/>
                        </a:solidFill>
                        <a:effectLst/>
                      </a:endParaRPr>
                    </a:p>
                  </a:txBody>
                  <a:tcPr vert="horz"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wrap="square"/>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buBlip>
                          <a:blip r:embed="rId1"/>
                        </a:buBlip>
                        <a:defRPr sz="2400" kern="1200">
                          <a:effectLst>
                            <a:outerShdw blurRad="38100" dist="38100" dir="2700000">
                              <a:srgbClr val="000000"/>
                            </a:outerShdw>
                          </a:effectLst>
                        </a:defRPr>
                      </a:lvl2pPr>
                      <a:lvl3pPr marL="1428750" lvl="2" indent="-398145">
                        <a:buBlip>
                          <a:blip r:embed="rId1"/>
                        </a:buBlip>
                        <a:defRPr sz="2000" kern="1200">
                          <a:effectLst>
                            <a:outerShdw blurRad="38100" dist="38100" dir="2700000">
                              <a:srgbClr val="000000"/>
                            </a:outerShdw>
                          </a:effectLst>
                        </a:defRPr>
                      </a:lvl3pPr>
                      <a:lvl4pPr marL="1752600" lvl="3" indent="-321945">
                        <a:buBlip>
                          <a:blip r:embed="rId1"/>
                        </a:buBlip>
                        <a:defRPr sz="1800" kern="1200">
                          <a:effectLst>
                            <a:outerShdw blurRad="38100" dist="38100" dir="2700000">
                              <a:srgbClr val="000000"/>
                            </a:outerShdw>
                          </a:effectLst>
                        </a:defRPr>
                      </a:lvl4pPr>
                      <a:lvl5pPr marL="2092325" lvl="4" indent="-337820">
                        <a:buBlip>
                          <a:blip r:embed="rId1"/>
                        </a:buBlip>
                        <a:defRPr sz="1800" kern="1200">
                          <a:effectLst>
                            <a:outerShdw blurRad="38100" dist="38100" dir="2700000">
                              <a:srgbClr val="000000"/>
                            </a:outerShdw>
                          </a:effectLst>
                        </a:defRPr>
                      </a:lvl5pPr>
                    </a:lstStyle>
                    <a:p>
                      <a:pPr marL="0" lvl="0" indent="0" algn="ctr">
                        <a:buNone/>
                      </a:pPr>
                      <a:r>
                        <a:rPr lang="en-US" altLang="zh-CN" sz="2000" b="1">
                          <a:solidFill>
                            <a:schemeClr val="tx1"/>
                          </a:solidFill>
                          <a:effectLst/>
                        </a:rPr>
                        <a:t>--</a:t>
                      </a:r>
                      <a:endParaRPr lang="en-US" altLang="zh-CN" sz="2000" b="1">
                        <a:solidFill>
                          <a:schemeClr val="tx1"/>
                        </a:solidFill>
                        <a:effectLst/>
                      </a:endParaRPr>
                    </a:p>
                  </a:txBody>
                  <a:tcPr vert="horz"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bl>
          </a:graphicData>
        </a:graphic>
      </p:graphicFrame>
      <p:sp>
        <p:nvSpPr>
          <p:cNvPr id="2" name="文本占位符 21505"/>
          <p:cNvSpPr>
            <a:spLocks noGrp="1"/>
          </p:cNvSpPr>
          <p:nvPr/>
        </p:nvSpPr>
        <p:spPr>
          <a:xfrm>
            <a:off x="508635" y="4311650"/>
            <a:ext cx="8127365" cy="2020570"/>
          </a:xfrm>
          <a:prstGeom prst="rect">
            <a:avLst/>
          </a:prstGeom>
          <a:noFill/>
          <a:ln w="9525">
            <a:noFill/>
            <a:miter/>
          </a:ln>
        </p:spPr>
        <p:txBody>
          <a:bodyPr vert="horz" wrap="square" anchor="t">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mn-lt"/>
                <a:ea typeface="+mn-ea"/>
                <a:cs typeface="+mn-cs"/>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vl6pPr marL="2514600" lvl="5"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6pPr>
            <a:lvl7pPr marL="2971800" lvl="6"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7pPr>
            <a:lvl8pPr marL="3429000" lvl="7"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8pPr>
            <a:lvl9pPr marL="3886200" lvl="8"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9pPr>
          </a:lstStyle>
          <a:p>
            <a:pPr fontAlgn="base">
              <a:lnSpc>
                <a:spcPct val="100000"/>
              </a:lnSpc>
              <a:spcAft>
                <a:spcPts val="600"/>
              </a:spcAft>
              <a:buClr>
                <a:srgbClr val="000000"/>
              </a:buClr>
              <a:buNone/>
            </a:pPr>
            <a:r>
              <a:rPr lang="zh-CN" altLang="en-US" sz="2800" strike="noStrike" kern="1200" noProof="1">
                <a:solidFill>
                  <a:schemeClr val="tx1"/>
                </a:solidFill>
                <a:effectLst/>
                <a:latin typeface="Times New Roman" panose="02020603050405020304" charset="0"/>
              </a:rPr>
              <a:t>分配和释放磁盘空间时，都要扫描目录表，直到找到合适的空闲文件位置。</a:t>
            </a:r>
            <a:endParaRPr lang="zh-CN" altLang="en-US" sz="2800" strike="noStrike" kern="1200" noProof="1">
              <a:solidFill>
                <a:schemeClr val="tx1"/>
              </a:solidFill>
              <a:effectLst/>
              <a:latin typeface="Times New Roman" panose="02020603050405020304" charset="0"/>
            </a:endParaRPr>
          </a:p>
          <a:p>
            <a:pPr fontAlgn="base">
              <a:lnSpc>
                <a:spcPct val="100000"/>
              </a:lnSpc>
              <a:spcAft>
                <a:spcPts val="600"/>
              </a:spcAft>
              <a:buClr>
                <a:srgbClr val="000000"/>
              </a:buClr>
              <a:buNone/>
            </a:pPr>
            <a:r>
              <a:rPr lang="zh-CN" altLang="en-US" sz="2800" strike="noStrike" kern="1200" noProof="1">
                <a:solidFill>
                  <a:schemeClr val="tx1"/>
                </a:solidFill>
                <a:latin typeface="Times New Roman" panose="02020603050405020304" charset="0"/>
              </a:rPr>
              <a:t>这种方法适用于连续文件，并且适合少量的空闲区，否则效率较低。</a:t>
            </a:r>
            <a:endParaRPr lang="zh-CN" altLang="en-US" sz="2800" strike="noStrike" kern="1200" noProof="1">
              <a:solidFill>
                <a:schemeClr val="tx1"/>
              </a:solidFill>
              <a:latin typeface="Times New Roman" panose="02020603050405020304" charset="0"/>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30" name="文本占位符 22529"/>
          <p:cNvSpPr>
            <a:spLocks noGrp="1"/>
          </p:cNvSpPr>
          <p:nvPr>
            <p:ph idx="1"/>
          </p:nvPr>
        </p:nvSpPr>
        <p:spPr>
          <a:xfrm>
            <a:off x="219075" y="568325"/>
            <a:ext cx="8665210" cy="5353050"/>
          </a:xfrm>
        </p:spPr>
        <p:txBody>
          <a:bodyPr vert="horz" wrap="square" anchor="t">
            <a:spAutoFit/>
          </a:bodyPr>
          <a:p>
            <a:pPr fontAlgn="base">
              <a:lnSpc>
                <a:spcPct val="100000"/>
              </a:lnSpc>
              <a:spcAft>
                <a:spcPts val="600"/>
              </a:spcAft>
              <a:buClr>
                <a:srgbClr val="000000"/>
              </a:buClr>
              <a:buNone/>
            </a:pPr>
            <a:r>
              <a:rPr lang="zh-CN" altLang="en-US" sz="2800" strike="noStrike" noProof="1" dirty="0">
                <a:effectLst/>
                <a:latin typeface="Times New Roman" panose="02020603050405020304" charset="0"/>
              </a:rPr>
              <a:t>   	</a:t>
            </a:r>
            <a:r>
              <a:rPr lang="zh-CN" altLang="en-US" sz="3600" strike="noStrike" noProof="1" dirty="0">
                <a:solidFill>
                  <a:schemeClr val="tx1"/>
                </a:solidFill>
                <a:effectLst/>
                <a:latin typeface="Times New Roman" panose="02020603050405020304" charset="0"/>
              </a:rPr>
              <a:t>(2) 空闲块链</a:t>
            </a:r>
            <a:endParaRPr lang="zh-CN" altLang="en-US" sz="3600" strike="noStrike" noProof="1" dirty="0">
              <a:solidFill>
                <a:schemeClr val="tx1"/>
              </a:solidFill>
              <a:effectLst/>
              <a:latin typeface="Times New Roman" panose="02020603050405020304" charset="0"/>
            </a:endParaRPr>
          </a:p>
          <a:p>
            <a:pPr fontAlgn="base">
              <a:lnSpc>
                <a:spcPct val="100000"/>
              </a:lnSpc>
              <a:spcAft>
                <a:spcPts val="600"/>
              </a:spcAft>
              <a:buClr>
                <a:srgbClr val="000000"/>
              </a:buClr>
              <a:buNone/>
            </a:pPr>
            <a:r>
              <a:rPr lang="zh-CN" altLang="en-US" sz="3600" strike="noStrike" noProof="1" dirty="0">
                <a:solidFill>
                  <a:schemeClr val="tx1"/>
                </a:solidFill>
                <a:effectLst/>
                <a:latin typeface="Times New Roman" panose="02020603050405020304" charset="0"/>
              </a:rPr>
              <a:t>		</a:t>
            </a:r>
            <a:r>
              <a:rPr lang="zh-CN" altLang="en-US" sz="2800" strike="noStrike" noProof="1" dirty="0">
                <a:solidFill>
                  <a:schemeClr val="tx1"/>
                </a:solidFill>
                <a:effectLst/>
                <a:latin typeface="Times New Roman" panose="02020603050405020304" charset="0"/>
              </a:rPr>
              <a:t>把所有空闲块链成一个链，</a:t>
            </a:r>
            <a:r>
              <a:rPr lang="zh-CN" altLang="en-US" sz="2800" strike="noStrike" noProof="1" dirty="0">
                <a:solidFill>
                  <a:schemeClr val="tx1"/>
                </a:solidFill>
                <a:effectLst/>
              </a:rPr>
              <a:t>每个空闲</a:t>
            </a:r>
            <a:r>
              <a:rPr lang="zh-CN" altLang="en-US" sz="2800" strike="noStrike" noProof="1" dirty="0">
                <a:solidFill>
                  <a:schemeClr val="tx1"/>
                </a:solidFill>
                <a:effectLst/>
                <a:latin typeface="Times New Roman" panose="02020603050405020304" charset="0"/>
              </a:rPr>
              <a:t>块</a:t>
            </a:r>
            <a:r>
              <a:rPr lang="zh-CN" altLang="en-US" sz="2800" strike="noStrike" noProof="1" dirty="0">
                <a:solidFill>
                  <a:schemeClr val="tx1"/>
                </a:solidFill>
                <a:effectLst/>
              </a:rPr>
              <a:t>中有指向下一个空闲</a:t>
            </a:r>
            <a:r>
              <a:rPr lang="zh-CN" altLang="en-US" sz="2800" strike="noStrike" noProof="1" dirty="0">
                <a:solidFill>
                  <a:schemeClr val="tx1"/>
                </a:solidFill>
                <a:effectLst/>
                <a:latin typeface="Times New Roman" panose="02020603050405020304" charset="0"/>
              </a:rPr>
              <a:t>块</a:t>
            </a:r>
            <a:r>
              <a:rPr lang="zh-CN" altLang="en-US" sz="2800" strike="noStrike" noProof="1" dirty="0">
                <a:solidFill>
                  <a:schemeClr val="tx1"/>
                </a:solidFill>
                <a:effectLst/>
              </a:rPr>
              <a:t>的指针，所有空闲</a:t>
            </a:r>
            <a:r>
              <a:rPr lang="zh-CN" altLang="en-US" sz="2800" strike="noStrike" noProof="1" dirty="0">
                <a:solidFill>
                  <a:schemeClr val="tx1"/>
                </a:solidFill>
                <a:effectLst/>
                <a:latin typeface="Times New Roman" panose="02020603050405020304" charset="0"/>
              </a:rPr>
              <a:t>块</a:t>
            </a:r>
            <a:r>
              <a:rPr lang="zh-CN" altLang="en-US" sz="2800" strike="noStrike" noProof="1" dirty="0">
                <a:solidFill>
                  <a:schemeClr val="tx1"/>
                </a:solidFill>
                <a:effectLst/>
              </a:rPr>
              <a:t>构成一个链表。不需要磁盘分配表，节省空间。每次申请空闲</a:t>
            </a:r>
            <a:r>
              <a:rPr lang="zh-CN" altLang="en-US" sz="2800" strike="noStrike" noProof="1" dirty="0">
                <a:solidFill>
                  <a:schemeClr val="tx1"/>
                </a:solidFill>
                <a:effectLst/>
                <a:latin typeface="Times New Roman" panose="02020603050405020304" charset="0"/>
              </a:rPr>
              <a:t>块</a:t>
            </a:r>
            <a:r>
              <a:rPr lang="zh-CN" altLang="en-US" sz="2800" strike="noStrike" noProof="1" dirty="0">
                <a:solidFill>
                  <a:schemeClr val="tx1"/>
                </a:solidFill>
                <a:effectLst/>
              </a:rPr>
              <a:t>只需取出链表开头的空闲</a:t>
            </a:r>
            <a:r>
              <a:rPr lang="zh-CN" altLang="en-US" sz="2800" strike="noStrike" noProof="1" dirty="0">
                <a:solidFill>
                  <a:schemeClr val="tx1"/>
                </a:solidFill>
                <a:effectLst/>
                <a:latin typeface="Times New Roman" panose="02020603050405020304" charset="0"/>
              </a:rPr>
              <a:t>块</a:t>
            </a:r>
            <a:r>
              <a:rPr lang="zh-CN" altLang="en-US" sz="2800" strike="noStrike" noProof="1" dirty="0">
                <a:solidFill>
                  <a:schemeClr val="tx1"/>
                </a:solidFill>
                <a:effectLst/>
              </a:rPr>
              <a:t>即可。</a:t>
            </a:r>
            <a:endParaRPr lang="zh-CN" altLang="en-US" sz="2800" strike="noStrike" noProof="1" dirty="0">
              <a:solidFill>
                <a:schemeClr val="tx1"/>
              </a:solidFill>
              <a:effectLst/>
            </a:endParaRPr>
          </a:p>
          <a:p>
            <a:pPr algn="just" fontAlgn="base">
              <a:lnSpc>
                <a:spcPct val="100000"/>
              </a:lnSpc>
              <a:buNone/>
            </a:pPr>
            <a:r>
              <a:rPr lang="zh-CN" altLang="en-US" sz="2800" strike="noStrike" noProof="1" dirty="0">
                <a:solidFill>
                  <a:schemeClr val="tx1"/>
                </a:solidFill>
                <a:effectLst/>
              </a:rPr>
              <a:t>		当申请分配存储空间时，就按需要从链首依次取下几个物理块分配给文件。当回收存储空间时，将回收的空闲块依次链入空闲块链中。</a:t>
            </a:r>
            <a:endParaRPr lang="zh-CN" altLang="en-US" sz="2800" strike="noStrike" noProof="1" dirty="0">
              <a:solidFill>
                <a:schemeClr val="tx1"/>
              </a:solidFill>
              <a:effectLst/>
            </a:endParaRPr>
          </a:p>
          <a:p>
            <a:pPr algn="just" fontAlgn="base">
              <a:lnSpc>
                <a:spcPct val="100000"/>
              </a:lnSpc>
              <a:buNone/>
            </a:pPr>
            <a:endParaRPr lang="zh-CN" altLang="en-US" sz="2800" strike="noStrike" noProof="1" dirty="0">
              <a:solidFill>
                <a:schemeClr val="tx1"/>
              </a:solidFill>
              <a:effectLst/>
            </a:endParaRPr>
          </a:p>
          <a:p>
            <a:pPr algn="just" fontAlgn="base">
              <a:lnSpc>
                <a:spcPct val="100000"/>
              </a:lnSpc>
              <a:buNone/>
            </a:pPr>
            <a:r>
              <a:rPr lang="zh-CN" altLang="en-US" sz="2800" strike="noStrike" noProof="1" dirty="0">
                <a:solidFill>
                  <a:schemeClr val="tx1"/>
                </a:solidFill>
                <a:effectLst/>
              </a:rPr>
              <a:t>优点是简单，但是效率低，链表操作需要很多</a:t>
            </a:r>
            <a:r>
              <a:rPr lang="en-US" altLang="zh-CN" sz="2800" strike="noStrike" noProof="1" dirty="0">
                <a:solidFill>
                  <a:schemeClr val="tx1"/>
                </a:solidFill>
                <a:effectLst/>
              </a:rPr>
              <a:t>I/O</a:t>
            </a:r>
            <a:r>
              <a:rPr lang="zh-CN" altLang="en-US" sz="2800" strike="noStrike" noProof="1" dirty="0">
                <a:solidFill>
                  <a:schemeClr val="tx1"/>
                </a:solidFill>
                <a:effectLst/>
              </a:rPr>
              <a:t>操作</a:t>
            </a:r>
            <a:endParaRPr lang="en-US" altLang="zh-CN" sz="2800" strike="noStrike" noProof="1" dirty="0">
              <a:solidFill>
                <a:schemeClr val="tx1"/>
              </a:solidFill>
              <a:effectLst/>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4" name="文本占位符 23553"/>
          <p:cNvSpPr>
            <a:spLocks noGrp="1"/>
          </p:cNvSpPr>
          <p:nvPr>
            <p:ph idx="1"/>
          </p:nvPr>
        </p:nvSpPr>
        <p:spPr>
          <a:xfrm>
            <a:off x="190500" y="996950"/>
            <a:ext cx="8534400" cy="4572000"/>
          </a:xfrm>
        </p:spPr>
        <p:txBody>
          <a:bodyPr vert="horz" wrap="square" anchor="t">
            <a:spAutoFit/>
          </a:bodyPr>
          <a:p>
            <a:pPr fontAlgn="base">
              <a:buClr>
                <a:srgbClr val="000000"/>
              </a:buClr>
              <a:buNone/>
            </a:pPr>
            <a:r>
              <a:rPr lang="zh-CN" altLang="en-US" strike="noStrike" noProof="1" dirty="0">
                <a:solidFill>
                  <a:schemeClr val="tx1"/>
                </a:solidFill>
                <a:effectLst/>
                <a:latin typeface="Times New Roman" panose="02020603050405020304" charset="0"/>
              </a:rPr>
              <a:t>(3) 位示图</a:t>
            </a:r>
            <a:endParaRPr lang="zh-CN" altLang="en-US" strike="noStrike" noProof="1" dirty="0">
              <a:solidFill>
                <a:schemeClr val="tx1"/>
              </a:solidFill>
              <a:effectLst/>
              <a:latin typeface="Times New Roman" panose="02020603050405020304" charset="0"/>
            </a:endParaRPr>
          </a:p>
          <a:p>
            <a:pPr fontAlgn="base">
              <a:buNone/>
            </a:pPr>
            <a:r>
              <a:rPr lang="en-US" altLang="x-none" strike="noStrike" noProof="1" dirty="0">
                <a:solidFill>
                  <a:schemeClr val="tx1"/>
                </a:solidFill>
                <a:effectLst/>
                <a:latin typeface="Times New Roman" panose="02020603050405020304" charset="0"/>
              </a:rPr>
              <a:t>	</a:t>
            </a:r>
            <a:r>
              <a:rPr lang="en-US" altLang="en-US" strike="noStrike" noProof="1" dirty="0">
                <a:solidFill>
                  <a:schemeClr val="tx1"/>
                </a:solidFill>
                <a:effectLst/>
                <a:latin typeface="Times New Roman" panose="02020603050405020304" charset="0"/>
              </a:rPr>
              <a:t>用一串二进制位反映磁盘空间中分配使用情况，每个物理块对应一位，分配物理块为1，否则为0。</a:t>
            </a:r>
            <a:endParaRPr lang="en-US" altLang="en-US" strike="noStrike" noProof="1" dirty="0">
              <a:solidFill>
                <a:schemeClr val="tx1"/>
              </a:solidFill>
              <a:effectLst/>
              <a:latin typeface="Times New Roman" panose="02020603050405020304" charset="0"/>
            </a:endParaRPr>
          </a:p>
          <a:p>
            <a:pPr fontAlgn="base">
              <a:buNone/>
            </a:pPr>
            <a:r>
              <a:rPr lang="en-US" altLang="x-none" strike="noStrike" noProof="1" dirty="0">
                <a:solidFill>
                  <a:schemeClr val="tx1"/>
                </a:solidFill>
                <a:effectLst/>
                <a:latin typeface="Times New Roman" panose="02020603050405020304" charset="0"/>
              </a:rPr>
              <a:t>	</a:t>
            </a:r>
            <a:r>
              <a:rPr lang="en-US" altLang="en-US" strike="noStrike" noProof="1" dirty="0">
                <a:solidFill>
                  <a:schemeClr val="tx1"/>
                </a:solidFill>
                <a:effectLst/>
                <a:latin typeface="Times New Roman" panose="02020603050405020304" charset="0"/>
              </a:rPr>
              <a:t>申请物理块时，在位示图中查找为0的位，返回对应物理块号。</a:t>
            </a:r>
            <a:endParaRPr lang="en-US" altLang="en-US" strike="noStrike" noProof="1" dirty="0">
              <a:solidFill>
                <a:schemeClr val="tx1"/>
              </a:solidFill>
              <a:effectLst/>
              <a:latin typeface="Times New Roman" panose="02020603050405020304" charset="0"/>
            </a:endParaRPr>
          </a:p>
          <a:p>
            <a:pPr fontAlgn="base">
              <a:buNone/>
            </a:pPr>
            <a:r>
              <a:rPr lang="en-US" altLang="x-none" strike="noStrike" noProof="1" dirty="0">
                <a:solidFill>
                  <a:schemeClr val="tx1"/>
                </a:solidFill>
                <a:effectLst/>
                <a:latin typeface="Times New Roman" panose="02020603050405020304" charset="0"/>
              </a:rPr>
              <a:t>	</a:t>
            </a:r>
            <a:r>
              <a:rPr lang="en-US" altLang="en-US" strike="noStrike" noProof="1" dirty="0">
                <a:solidFill>
                  <a:schemeClr val="tx1"/>
                </a:solidFill>
                <a:effectLst/>
                <a:latin typeface="Times New Roman" panose="02020603050405020304" charset="0"/>
              </a:rPr>
              <a:t>归还时，将对应位转置0。</a:t>
            </a:r>
            <a:endParaRPr lang="en-US" altLang="en-US" strike="noStrike" noProof="1" dirty="0">
              <a:solidFill>
                <a:schemeClr val="tx1"/>
              </a:solidFill>
              <a:effectLst/>
              <a:latin typeface="Times New Roman" panose="02020603050405020304" charset="0"/>
            </a:endParaRPr>
          </a:p>
          <a:p>
            <a:pPr fontAlgn="base">
              <a:buNone/>
            </a:pPr>
            <a:r>
              <a:rPr lang="en-US" altLang="x-none" strike="noStrike" noProof="1" dirty="0">
                <a:solidFill>
                  <a:schemeClr val="tx1"/>
                </a:solidFill>
                <a:effectLst/>
                <a:latin typeface="Times New Roman" panose="02020603050405020304" charset="0"/>
              </a:rPr>
              <a:t>	</a:t>
            </a:r>
            <a:r>
              <a:rPr lang="en-US" altLang="en-US" strike="noStrike" noProof="1" dirty="0">
                <a:solidFill>
                  <a:schemeClr val="tx1"/>
                </a:solidFill>
                <a:effectLst/>
                <a:latin typeface="Times New Roman" panose="02020603050405020304" charset="0"/>
              </a:rPr>
              <a:t>描述能力强，适合各种物理结构。</a:t>
            </a:r>
            <a:endParaRPr lang="en-US" altLang="en-US" strike="noStrike" noProof="1" dirty="0">
              <a:solidFill>
                <a:schemeClr val="tx1"/>
              </a:solidFill>
              <a:effectLst/>
              <a:latin typeface="Times New Roman" panose="02020603050405020304" charset="0"/>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4" name="文本占位符 23553"/>
          <p:cNvSpPr>
            <a:spLocks noGrp="1"/>
          </p:cNvSpPr>
          <p:nvPr>
            <p:ph idx="1"/>
          </p:nvPr>
        </p:nvSpPr>
        <p:spPr>
          <a:xfrm>
            <a:off x="212725" y="720090"/>
            <a:ext cx="8534400" cy="4950460"/>
          </a:xfrm>
        </p:spPr>
        <p:txBody>
          <a:bodyPr vert="horz" wrap="square" anchor="t">
            <a:spAutoFit/>
          </a:bodyPr>
          <a:p>
            <a:pPr fontAlgn="base">
              <a:buClr>
                <a:srgbClr val="000000"/>
              </a:buClr>
              <a:buNone/>
            </a:pPr>
            <a:r>
              <a:rPr lang="x-none" altLang="zh-CN" strike="noStrike" noProof="1" dirty="0">
                <a:solidFill>
                  <a:schemeClr val="tx1"/>
                </a:solidFill>
                <a:latin typeface="Times New Roman" panose="02020603050405020304" charset="0"/>
              </a:rPr>
              <a:t>位示图中的计算：32bit整数中的1的个数</a:t>
            </a:r>
            <a:endParaRPr lang="x-none" altLang="zh-CN" strike="noStrike" noProof="1" dirty="0">
              <a:solidFill>
                <a:schemeClr val="tx1"/>
              </a:solidFill>
              <a:latin typeface="Times New Roman" panose="02020603050405020304" charset="0"/>
            </a:endParaRPr>
          </a:p>
          <a:p>
            <a:pPr fontAlgn="base">
              <a:buNone/>
            </a:pPr>
            <a:endParaRPr lang="x-none" altLang="en-US" sz="2400" strike="noStrike" noProof="1" dirty="0">
              <a:solidFill>
                <a:schemeClr val="tx1"/>
              </a:solidFill>
              <a:latin typeface="Times New Roman" panose="02020603050405020304" charset="0"/>
            </a:endParaRPr>
          </a:p>
          <a:p>
            <a:pPr fontAlgn="base">
              <a:buNone/>
            </a:pPr>
            <a:r>
              <a:rPr lang="x-none" altLang="en-US" sz="2400" strike="noStrike" noProof="1" dirty="0">
                <a:solidFill>
                  <a:schemeClr val="tx1"/>
                </a:solidFill>
                <a:latin typeface="Times New Roman" panose="02020603050405020304" charset="0"/>
              </a:rPr>
              <a:t>1、循环法：</a:t>
            </a:r>
            <a:endParaRPr lang="x-none" altLang="en-US" sz="2400" strike="noStrike" noProof="1" dirty="0">
              <a:solidFill>
                <a:schemeClr val="tx1"/>
              </a:solidFill>
              <a:latin typeface="Times New Roman" panose="02020603050405020304" charset="0"/>
            </a:endParaRPr>
          </a:p>
          <a:p>
            <a:pPr fontAlgn="base">
              <a:buNone/>
            </a:pPr>
            <a:r>
              <a:rPr lang="x-none" altLang="en-US" sz="2400" strike="noStrike" noProof="1" dirty="0">
                <a:solidFill>
                  <a:schemeClr val="tx1"/>
                </a:solidFill>
                <a:latin typeface="Times New Roman" panose="02020603050405020304" charset="0"/>
              </a:rPr>
              <a:t>int BitCount1(unsigned int n)</a:t>
            </a:r>
            <a:endParaRPr lang="x-none" altLang="en-US" sz="2400" strike="noStrike" noProof="1" dirty="0">
              <a:solidFill>
                <a:schemeClr val="tx1"/>
              </a:solidFill>
              <a:latin typeface="Times New Roman" panose="02020603050405020304" charset="0"/>
            </a:endParaRPr>
          </a:p>
          <a:p>
            <a:pPr fontAlgn="base">
              <a:buNone/>
            </a:pPr>
            <a:r>
              <a:rPr lang="x-none" altLang="en-US" sz="2400" strike="noStrike" noProof="1" dirty="0">
                <a:solidFill>
                  <a:schemeClr val="tx1"/>
                </a:solidFill>
                <a:latin typeface="Times New Roman" panose="02020603050405020304" charset="0"/>
              </a:rPr>
              <a:t>{</a:t>
            </a:r>
            <a:endParaRPr lang="x-none" altLang="en-US" sz="2400" strike="noStrike" noProof="1" dirty="0">
              <a:solidFill>
                <a:schemeClr val="tx1"/>
              </a:solidFill>
              <a:latin typeface="Times New Roman" panose="02020603050405020304" charset="0"/>
            </a:endParaRPr>
          </a:p>
          <a:p>
            <a:pPr fontAlgn="base">
              <a:buNone/>
            </a:pPr>
            <a:r>
              <a:rPr lang="x-none" altLang="en-US" sz="2400" strike="noStrike" noProof="1" dirty="0">
                <a:solidFill>
                  <a:schemeClr val="tx1"/>
                </a:solidFill>
                <a:latin typeface="Times New Roman" panose="02020603050405020304" charset="0"/>
              </a:rPr>
              <a:t>    unsigned int c =0 ; // 计数器</a:t>
            </a:r>
            <a:endParaRPr lang="x-none" altLang="en-US" sz="2400" strike="noStrike" noProof="1" dirty="0">
              <a:solidFill>
                <a:schemeClr val="tx1"/>
              </a:solidFill>
              <a:latin typeface="Times New Roman" panose="02020603050405020304" charset="0"/>
            </a:endParaRPr>
          </a:p>
          <a:p>
            <a:pPr fontAlgn="base">
              <a:buNone/>
            </a:pPr>
            <a:r>
              <a:rPr lang="x-none" altLang="en-US" sz="2400" strike="noStrike" noProof="1" dirty="0">
                <a:solidFill>
                  <a:schemeClr val="tx1"/>
                </a:solidFill>
                <a:latin typeface="Times New Roman" panose="02020603050405020304" charset="0"/>
              </a:rPr>
              <a:t>    for (c =0; n; n &gt;&gt;=1) // 循环移位</a:t>
            </a:r>
            <a:endParaRPr lang="x-none" altLang="en-US" sz="2400" strike="noStrike" noProof="1" dirty="0">
              <a:solidFill>
                <a:schemeClr val="tx1"/>
              </a:solidFill>
              <a:latin typeface="Times New Roman" panose="02020603050405020304" charset="0"/>
            </a:endParaRPr>
          </a:p>
          <a:p>
            <a:pPr fontAlgn="base">
              <a:buNone/>
            </a:pPr>
            <a:r>
              <a:rPr lang="x-none" altLang="en-US" sz="2400" strike="noStrike" noProof="1" dirty="0">
                <a:solidFill>
                  <a:schemeClr val="tx1"/>
                </a:solidFill>
                <a:latin typeface="Times New Roman" panose="02020603050405020304" charset="0"/>
              </a:rPr>
              <a:t>        c += n &amp;1 ; // 如果当前位是1，则计数器加1</a:t>
            </a:r>
            <a:endParaRPr lang="x-none" altLang="en-US" sz="2400" strike="noStrike" noProof="1" dirty="0">
              <a:solidFill>
                <a:schemeClr val="tx1"/>
              </a:solidFill>
              <a:latin typeface="Times New Roman" panose="02020603050405020304" charset="0"/>
            </a:endParaRPr>
          </a:p>
          <a:p>
            <a:pPr fontAlgn="base">
              <a:buNone/>
            </a:pPr>
            <a:r>
              <a:rPr lang="x-none" altLang="en-US" sz="2400" strike="noStrike" noProof="1" dirty="0">
                <a:solidFill>
                  <a:schemeClr val="tx1"/>
                </a:solidFill>
                <a:latin typeface="Times New Roman" panose="02020603050405020304" charset="0"/>
              </a:rPr>
              <a:t>    return c ;</a:t>
            </a:r>
            <a:endParaRPr lang="x-none" altLang="en-US" sz="2400" strike="noStrike" noProof="1" dirty="0">
              <a:solidFill>
                <a:schemeClr val="tx1"/>
              </a:solidFill>
              <a:latin typeface="Times New Roman" panose="02020603050405020304" charset="0"/>
            </a:endParaRPr>
          </a:p>
          <a:p>
            <a:pPr fontAlgn="base">
              <a:buNone/>
            </a:pPr>
            <a:r>
              <a:rPr lang="x-none" altLang="en-US" sz="2400" strike="noStrike" noProof="1" dirty="0">
                <a:solidFill>
                  <a:schemeClr val="tx1"/>
                </a:solidFill>
                <a:latin typeface="Times New Roman" panose="02020603050405020304" charset="0"/>
              </a:rPr>
              <a:t>}</a:t>
            </a:r>
            <a:endParaRPr lang="x-none" altLang="en-US" sz="2400" strike="noStrike" noProof="1" dirty="0">
              <a:solidFill>
                <a:schemeClr val="tx1"/>
              </a:solidFill>
              <a:latin typeface="Times New Roman" panose="02020603050405020304" charset="0"/>
            </a:endParaRPr>
          </a:p>
          <a:p>
            <a:pPr fontAlgn="base">
              <a:buNone/>
            </a:pPr>
            <a:endParaRPr lang="x-none" altLang="en-US" sz="2400" strike="noStrike" noProof="1" dirty="0">
              <a:solidFill>
                <a:schemeClr val="tx1"/>
              </a:solidFill>
              <a:latin typeface="Times New Roman" panose="02020603050405020304" charset="0"/>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4" name="文本占位符 23553"/>
          <p:cNvSpPr>
            <a:spLocks noGrp="1"/>
          </p:cNvSpPr>
          <p:nvPr>
            <p:ph idx="1"/>
          </p:nvPr>
        </p:nvSpPr>
        <p:spPr>
          <a:xfrm>
            <a:off x="212725" y="720090"/>
            <a:ext cx="8534400" cy="4512310"/>
          </a:xfrm>
        </p:spPr>
        <p:txBody>
          <a:bodyPr vert="horz" wrap="square" anchor="t">
            <a:spAutoFit/>
          </a:bodyPr>
          <a:p>
            <a:pPr fontAlgn="base">
              <a:buClr>
                <a:srgbClr val="000000"/>
              </a:buClr>
              <a:buNone/>
            </a:pPr>
            <a:r>
              <a:rPr lang="x-none" altLang="zh-CN" strike="noStrike" noProof="1" dirty="0">
                <a:solidFill>
                  <a:schemeClr val="tx1"/>
                </a:solidFill>
                <a:latin typeface="Times New Roman" panose="02020603050405020304" charset="0"/>
              </a:rPr>
              <a:t>位示图中的计算：32bit整数中的1的个数</a:t>
            </a:r>
            <a:endParaRPr lang="x-none" altLang="zh-CN" strike="noStrike" noProof="1" dirty="0">
              <a:solidFill>
                <a:schemeClr val="tx1"/>
              </a:solidFill>
              <a:latin typeface="Times New Roman" panose="02020603050405020304" charset="0"/>
            </a:endParaRPr>
          </a:p>
          <a:p>
            <a:pPr fontAlgn="base">
              <a:buNone/>
            </a:pPr>
            <a:endParaRPr lang="x-none" altLang="en-US" sz="2400" strike="noStrike" noProof="1" dirty="0">
              <a:solidFill>
                <a:schemeClr val="tx1"/>
              </a:solidFill>
              <a:latin typeface="Times New Roman" panose="02020603050405020304" charset="0"/>
            </a:endParaRPr>
          </a:p>
          <a:p>
            <a:pPr fontAlgn="base">
              <a:buNone/>
            </a:pPr>
            <a:r>
              <a:rPr lang="x-none" altLang="en-US" sz="2400" strike="noStrike" noProof="1" dirty="0">
                <a:solidFill>
                  <a:schemeClr val="tx1"/>
                </a:solidFill>
                <a:latin typeface="Times New Roman" panose="02020603050405020304" charset="0"/>
              </a:rPr>
              <a:t>2、快速循环法：</a:t>
            </a:r>
            <a:endParaRPr lang="x-none" altLang="en-US" sz="2400" strike="noStrike" noProof="1" dirty="0">
              <a:solidFill>
                <a:schemeClr val="tx1"/>
              </a:solidFill>
              <a:latin typeface="Times New Roman" panose="02020603050405020304" charset="0"/>
            </a:endParaRPr>
          </a:p>
          <a:p>
            <a:pPr fontAlgn="base">
              <a:buNone/>
            </a:pPr>
            <a:r>
              <a:rPr lang="x-none" altLang="en-US" sz="2400" strike="noStrike" noProof="1" dirty="0">
                <a:solidFill>
                  <a:schemeClr val="tx1"/>
                </a:solidFill>
                <a:latin typeface="Times New Roman" panose="02020603050405020304" charset="0"/>
              </a:rPr>
              <a:t>int BitCount2(unsigned int n)</a:t>
            </a:r>
            <a:endParaRPr lang="x-none" altLang="en-US" sz="2400" strike="noStrike" noProof="1" dirty="0">
              <a:solidFill>
                <a:schemeClr val="tx1"/>
              </a:solidFill>
              <a:latin typeface="Times New Roman" panose="02020603050405020304" charset="0"/>
            </a:endParaRPr>
          </a:p>
          <a:p>
            <a:pPr fontAlgn="base">
              <a:buNone/>
            </a:pPr>
            <a:r>
              <a:rPr lang="x-none" altLang="en-US" sz="2400" strike="noStrike" noProof="1" dirty="0">
                <a:solidFill>
                  <a:schemeClr val="tx1"/>
                </a:solidFill>
                <a:latin typeface="Times New Roman" panose="02020603050405020304" charset="0"/>
              </a:rPr>
              <a:t>{</a:t>
            </a:r>
            <a:endParaRPr lang="x-none" altLang="en-US" sz="2400" strike="noStrike" noProof="1" dirty="0">
              <a:solidFill>
                <a:schemeClr val="tx1"/>
              </a:solidFill>
              <a:latin typeface="Times New Roman" panose="02020603050405020304" charset="0"/>
            </a:endParaRPr>
          </a:p>
          <a:p>
            <a:pPr fontAlgn="base">
              <a:buNone/>
            </a:pPr>
            <a:r>
              <a:rPr lang="x-none" altLang="en-US" sz="2400" strike="noStrike" noProof="1" dirty="0">
                <a:solidFill>
                  <a:schemeClr val="tx1"/>
                </a:solidFill>
                <a:latin typeface="Times New Roman" panose="02020603050405020304" charset="0"/>
              </a:rPr>
              <a:t>    unsigned int c =0 ;</a:t>
            </a:r>
            <a:endParaRPr lang="x-none" altLang="en-US" sz="2400" strike="noStrike" noProof="1" dirty="0">
              <a:solidFill>
                <a:schemeClr val="tx1"/>
              </a:solidFill>
              <a:latin typeface="Times New Roman" panose="02020603050405020304" charset="0"/>
            </a:endParaRPr>
          </a:p>
          <a:p>
            <a:pPr fontAlgn="base">
              <a:buNone/>
            </a:pPr>
            <a:r>
              <a:rPr lang="x-none" altLang="en-US" sz="2400" strike="noStrike" noProof="1" dirty="0">
                <a:solidFill>
                  <a:schemeClr val="tx1"/>
                </a:solidFill>
                <a:latin typeface="Times New Roman" panose="02020603050405020304" charset="0"/>
              </a:rPr>
              <a:t>    for (c =0; n; ++c)</a:t>
            </a:r>
            <a:endParaRPr lang="x-none" altLang="en-US" sz="2400" strike="noStrike" noProof="1" dirty="0">
              <a:solidFill>
                <a:schemeClr val="tx1"/>
              </a:solidFill>
              <a:latin typeface="Times New Roman" panose="02020603050405020304" charset="0"/>
            </a:endParaRPr>
          </a:p>
          <a:p>
            <a:pPr fontAlgn="base">
              <a:buNone/>
            </a:pPr>
            <a:r>
              <a:rPr lang="x-none" altLang="en-US" sz="2400" strike="noStrike" noProof="1" dirty="0">
                <a:solidFill>
                  <a:schemeClr val="tx1"/>
                </a:solidFill>
                <a:latin typeface="Times New Roman" panose="02020603050405020304" charset="0"/>
              </a:rPr>
              <a:t>        n &amp;= (n -1) ; // 清除最低位的1</a:t>
            </a:r>
            <a:endParaRPr lang="x-none" altLang="en-US" sz="2400" strike="noStrike" noProof="1" dirty="0">
              <a:solidFill>
                <a:schemeClr val="tx1"/>
              </a:solidFill>
              <a:latin typeface="Times New Roman" panose="02020603050405020304" charset="0"/>
            </a:endParaRPr>
          </a:p>
          <a:p>
            <a:pPr fontAlgn="base">
              <a:buNone/>
            </a:pPr>
            <a:r>
              <a:rPr lang="x-none" altLang="en-US" sz="2400" strike="noStrike" noProof="1" dirty="0">
                <a:solidFill>
                  <a:schemeClr val="tx1"/>
                </a:solidFill>
                <a:latin typeface="Times New Roman" panose="02020603050405020304" charset="0"/>
              </a:rPr>
              <a:t>    return c ;</a:t>
            </a:r>
            <a:endParaRPr lang="x-none" altLang="en-US" sz="2400" strike="noStrike" noProof="1" dirty="0">
              <a:solidFill>
                <a:schemeClr val="tx1"/>
              </a:solidFill>
              <a:latin typeface="Times New Roman" panose="02020603050405020304" charset="0"/>
            </a:endParaRPr>
          </a:p>
          <a:p>
            <a:pPr fontAlgn="base">
              <a:buNone/>
            </a:pPr>
            <a:r>
              <a:rPr lang="x-none" altLang="en-US" sz="2400" strike="noStrike" noProof="1" dirty="0">
                <a:solidFill>
                  <a:schemeClr val="tx1"/>
                </a:solidFill>
                <a:latin typeface="Times New Roman" panose="02020603050405020304" charset="0"/>
              </a:rPr>
              <a:t>}</a:t>
            </a:r>
            <a:endParaRPr lang="x-none" altLang="en-US" sz="2400" strike="noStrike" noProof="1" dirty="0">
              <a:solidFill>
                <a:schemeClr val="tx1"/>
              </a:solidFill>
              <a:latin typeface="Times New Roman" panose="02020603050405020304" charset="0"/>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4" name="文本占位符 23553"/>
          <p:cNvSpPr>
            <a:spLocks noGrp="1"/>
          </p:cNvSpPr>
          <p:nvPr>
            <p:ph idx="1"/>
          </p:nvPr>
        </p:nvSpPr>
        <p:spPr>
          <a:xfrm>
            <a:off x="212725" y="720090"/>
            <a:ext cx="8534400" cy="5826760"/>
          </a:xfrm>
        </p:spPr>
        <p:txBody>
          <a:bodyPr vert="horz" wrap="square" anchor="t">
            <a:spAutoFit/>
          </a:bodyPr>
          <a:p>
            <a:pPr fontAlgn="base">
              <a:buClr>
                <a:srgbClr val="000000"/>
              </a:buClr>
              <a:buNone/>
            </a:pPr>
            <a:r>
              <a:rPr lang="x-none" altLang="zh-CN" strike="noStrike" noProof="1" dirty="0">
                <a:solidFill>
                  <a:schemeClr val="tx1"/>
                </a:solidFill>
                <a:latin typeface="Times New Roman" panose="02020603050405020304" charset="0"/>
              </a:rPr>
              <a:t>位示图中的计算：32bit整数中的1的个数</a:t>
            </a:r>
            <a:endParaRPr lang="x-none" altLang="zh-CN" strike="noStrike" noProof="1" dirty="0">
              <a:solidFill>
                <a:schemeClr val="tx1"/>
              </a:solidFill>
              <a:latin typeface="Times New Roman" panose="02020603050405020304" charset="0"/>
            </a:endParaRPr>
          </a:p>
          <a:p>
            <a:pPr fontAlgn="base">
              <a:buNone/>
            </a:pPr>
            <a:r>
              <a:rPr lang="x-none" altLang="en-US" sz="2400" strike="noStrike" noProof="1" dirty="0">
                <a:solidFill>
                  <a:schemeClr val="tx1"/>
                </a:solidFill>
                <a:latin typeface="Times New Roman" panose="02020603050405020304" charset="0"/>
              </a:rPr>
              <a:t>3、查表：</a:t>
            </a:r>
            <a:endParaRPr lang="x-none" altLang="en-US" sz="2400" strike="noStrike" noProof="1" dirty="0">
              <a:solidFill>
                <a:schemeClr val="tx1"/>
              </a:solidFill>
              <a:latin typeface="Times New Roman" panose="02020603050405020304" charset="0"/>
            </a:endParaRPr>
          </a:p>
          <a:p>
            <a:pPr fontAlgn="base">
              <a:buNone/>
            </a:pPr>
            <a:r>
              <a:rPr lang="x-none" altLang="en-US" sz="2400" strike="noStrike" noProof="1" dirty="0">
                <a:solidFill>
                  <a:schemeClr val="tx1"/>
                </a:solidFill>
                <a:latin typeface="Times New Roman" panose="02020603050405020304" charset="0"/>
              </a:rPr>
              <a:t>int BitCount4(unsigned int n)</a:t>
            </a:r>
            <a:endParaRPr lang="x-none" altLang="en-US" sz="2400" strike="noStrike" noProof="1" dirty="0">
              <a:solidFill>
                <a:schemeClr val="tx1"/>
              </a:solidFill>
              <a:latin typeface="Times New Roman" panose="02020603050405020304" charset="0"/>
            </a:endParaRPr>
          </a:p>
          <a:p>
            <a:pPr fontAlgn="base">
              <a:buNone/>
            </a:pPr>
            <a:r>
              <a:rPr lang="x-none" altLang="en-US" sz="2400" strike="noStrike" noProof="1" dirty="0">
                <a:solidFill>
                  <a:schemeClr val="tx1"/>
                </a:solidFill>
                <a:latin typeface="Times New Roman" panose="02020603050405020304" charset="0"/>
              </a:rPr>
              <a:t>{</a:t>
            </a:r>
            <a:endParaRPr lang="x-none" altLang="en-US" sz="2400" strike="noStrike" noProof="1" dirty="0">
              <a:solidFill>
                <a:schemeClr val="tx1"/>
              </a:solidFill>
              <a:latin typeface="Times New Roman" panose="02020603050405020304" charset="0"/>
            </a:endParaRPr>
          </a:p>
          <a:p>
            <a:pPr fontAlgn="base">
              <a:buNone/>
            </a:pPr>
            <a:r>
              <a:rPr lang="x-none" altLang="en-US" sz="2400" strike="noStrike" noProof="1" dirty="0">
                <a:solidFill>
                  <a:schemeClr val="tx1"/>
                </a:solidFill>
                <a:latin typeface="Times New Roman" panose="02020603050405020304" charset="0"/>
              </a:rPr>
              <a:t>    unsigned int table[16] = {</a:t>
            </a:r>
            <a:endParaRPr lang="x-none" altLang="en-US" sz="2400" strike="noStrike" noProof="1" dirty="0">
              <a:solidFill>
                <a:schemeClr val="tx1"/>
              </a:solidFill>
              <a:latin typeface="Times New Roman" panose="02020603050405020304" charset="0"/>
            </a:endParaRPr>
          </a:p>
          <a:p>
            <a:pPr fontAlgn="base">
              <a:buNone/>
            </a:pPr>
            <a:r>
              <a:rPr lang="x-none" altLang="en-US" sz="2400" strike="noStrike" noProof="1" dirty="0">
                <a:solidFill>
                  <a:schemeClr val="tx1"/>
                </a:solidFill>
                <a:latin typeface="Times New Roman" panose="02020603050405020304" charset="0"/>
              </a:rPr>
              <a:t>        0, 1, 1, 2, 1, 2, 2, 3, 1, 2, 2, 3,2, 3, 3, 4} ;</a:t>
            </a:r>
            <a:endParaRPr lang="x-none" altLang="en-US" sz="2400" strike="noStrike" noProof="1" dirty="0">
              <a:solidFill>
                <a:schemeClr val="tx1"/>
              </a:solidFill>
              <a:latin typeface="Times New Roman" panose="02020603050405020304" charset="0"/>
            </a:endParaRPr>
          </a:p>
          <a:p>
            <a:pPr fontAlgn="base">
              <a:buNone/>
            </a:pPr>
            <a:r>
              <a:rPr lang="x-none" altLang="en-US" sz="2400" strike="noStrike" noProof="1" dirty="0">
                <a:solidFill>
                  <a:schemeClr val="tx1"/>
                </a:solidFill>
                <a:latin typeface="Times New Roman" panose="02020603050405020304" charset="0"/>
              </a:rPr>
              <a:t>    unsigned int count =0 ;</a:t>
            </a:r>
            <a:endParaRPr lang="x-none" altLang="en-US" sz="2400" strike="noStrike" noProof="1" dirty="0">
              <a:solidFill>
                <a:schemeClr val="tx1"/>
              </a:solidFill>
              <a:latin typeface="Times New Roman" panose="02020603050405020304" charset="0"/>
            </a:endParaRPr>
          </a:p>
          <a:p>
            <a:pPr fontAlgn="base">
              <a:buNone/>
            </a:pPr>
            <a:r>
              <a:rPr lang="x-none" altLang="en-US" sz="2400" strike="noStrike" noProof="1" dirty="0">
                <a:solidFill>
                  <a:schemeClr val="tx1"/>
                </a:solidFill>
                <a:latin typeface="Times New Roman" panose="02020603050405020304" charset="0"/>
              </a:rPr>
              <a:t>    while (n) {</a:t>
            </a:r>
            <a:endParaRPr lang="x-none" altLang="en-US" sz="2400" strike="noStrike" noProof="1" dirty="0">
              <a:solidFill>
                <a:schemeClr val="tx1"/>
              </a:solidFill>
              <a:latin typeface="Times New Roman" panose="02020603050405020304" charset="0"/>
            </a:endParaRPr>
          </a:p>
          <a:p>
            <a:pPr fontAlgn="base">
              <a:buNone/>
            </a:pPr>
            <a:r>
              <a:rPr lang="x-none" altLang="en-US" sz="2400" strike="noStrike" noProof="1" dirty="0">
                <a:solidFill>
                  <a:schemeClr val="tx1"/>
                </a:solidFill>
                <a:latin typeface="Times New Roman" panose="02020603050405020304" charset="0"/>
              </a:rPr>
              <a:t>        count += table[n &amp; 0xf] ;</a:t>
            </a:r>
            <a:endParaRPr lang="x-none" altLang="en-US" sz="2400" strike="noStrike" noProof="1" dirty="0">
              <a:solidFill>
                <a:schemeClr val="tx1"/>
              </a:solidFill>
              <a:latin typeface="Times New Roman" panose="02020603050405020304" charset="0"/>
            </a:endParaRPr>
          </a:p>
          <a:p>
            <a:pPr fontAlgn="base">
              <a:buNone/>
            </a:pPr>
            <a:r>
              <a:rPr lang="x-none" altLang="en-US" sz="2400" strike="noStrike" noProof="1" dirty="0">
                <a:solidFill>
                  <a:schemeClr val="tx1"/>
                </a:solidFill>
                <a:latin typeface="Times New Roman" panose="02020603050405020304" charset="0"/>
              </a:rPr>
              <a:t>        n &gt;&gt;=4 ;</a:t>
            </a:r>
            <a:endParaRPr lang="x-none" altLang="en-US" sz="2400" strike="noStrike" noProof="1" dirty="0">
              <a:solidFill>
                <a:schemeClr val="tx1"/>
              </a:solidFill>
              <a:latin typeface="Times New Roman" panose="02020603050405020304" charset="0"/>
            </a:endParaRPr>
          </a:p>
          <a:p>
            <a:pPr fontAlgn="base">
              <a:buNone/>
            </a:pPr>
            <a:r>
              <a:rPr lang="x-none" altLang="en-US" sz="2400" strike="noStrike" noProof="1" dirty="0">
                <a:solidFill>
                  <a:schemeClr val="tx1"/>
                </a:solidFill>
                <a:latin typeface="Times New Roman" panose="02020603050405020304" charset="0"/>
              </a:rPr>
              <a:t>    }</a:t>
            </a:r>
            <a:endParaRPr lang="x-none" altLang="en-US" sz="2400" strike="noStrike" noProof="1" dirty="0">
              <a:solidFill>
                <a:schemeClr val="tx1"/>
              </a:solidFill>
              <a:latin typeface="Times New Roman" panose="02020603050405020304" charset="0"/>
            </a:endParaRPr>
          </a:p>
          <a:p>
            <a:pPr fontAlgn="base">
              <a:buNone/>
            </a:pPr>
            <a:r>
              <a:rPr lang="x-none" altLang="en-US" sz="2400" strike="noStrike" noProof="1" dirty="0">
                <a:solidFill>
                  <a:schemeClr val="tx1"/>
                </a:solidFill>
                <a:latin typeface="Times New Roman" panose="02020603050405020304" charset="0"/>
              </a:rPr>
              <a:t>    return count ;</a:t>
            </a:r>
            <a:endParaRPr lang="x-none" altLang="en-US" sz="2400" strike="noStrike" noProof="1" dirty="0">
              <a:solidFill>
                <a:schemeClr val="tx1"/>
              </a:solidFill>
              <a:latin typeface="Times New Roman" panose="02020603050405020304" charset="0"/>
            </a:endParaRPr>
          </a:p>
          <a:p>
            <a:pPr fontAlgn="base">
              <a:buNone/>
            </a:pPr>
            <a:r>
              <a:rPr lang="x-none" altLang="en-US" sz="2400" strike="noStrike" noProof="1" dirty="0">
                <a:solidFill>
                  <a:schemeClr val="tx1"/>
                </a:solidFill>
                <a:latin typeface="Times New Roman" panose="02020603050405020304" charset="0"/>
              </a:rPr>
              <a:t>}</a:t>
            </a:r>
            <a:endParaRPr lang="x-none" altLang="en-US" sz="2400" strike="noStrike" noProof="1" dirty="0">
              <a:solidFill>
                <a:schemeClr val="tx1"/>
              </a:solidFill>
              <a:latin typeface="Times New Roman" panose="02020603050405020304" charset="0"/>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4" name="文本占位符 23553"/>
          <p:cNvSpPr>
            <a:spLocks noGrp="1"/>
          </p:cNvSpPr>
          <p:nvPr>
            <p:ph idx="1"/>
          </p:nvPr>
        </p:nvSpPr>
        <p:spPr>
          <a:xfrm>
            <a:off x="212725" y="720090"/>
            <a:ext cx="8112760" cy="5401310"/>
          </a:xfrm>
        </p:spPr>
        <p:txBody>
          <a:bodyPr vert="horz" wrap="square" anchor="t">
            <a:spAutoFit/>
          </a:bodyPr>
          <a:p>
            <a:pPr fontAlgn="base">
              <a:buClr>
                <a:srgbClr val="000000"/>
              </a:buClr>
              <a:buNone/>
            </a:pPr>
            <a:r>
              <a:rPr lang="x-none" altLang="zh-CN" strike="noStrike" noProof="1" dirty="0">
                <a:solidFill>
                  <a:schemeClr val="tx1"/>
                </a:solidFill>
                <a:latin typeface="Times New Roman" panose="02020603050405020304" charset="0"/>
              </a:rPr>
              <a:t>位示图中的计算：32bit整数中的1的个数</a:t>
            </a:r>
            <a:endParaRPr lang="x-none" altLang="zh-CN" strike="noStrike" noProof="1" dirty="0">
              <a:solidFill>
                <a:schemeClr val="tx1"/>
              </a:solidFill>
              <a:latin typeface="Times New Roman" panose="02020603050405020304" charset="0"/>
            </a:endParaRPr>
          </a:p>
          <a:p>
            <a:pPr fontAlgn="base">
              <a:buNone/>
            </a:pPr>
            <a:endParaRPr lang="x-none" altLang="en-US" sz="2400" strike="noStrike" noProof="1" dirty="0">
              <a:solidFill>
                <a:schemeClr val="tx1"/>
              </a:solidFill>
              <a:latin typeface="Times New Roman" panose="02020603050405020304" charset="0"/>
            </a:endParaRPr>
          </a:p>
          <a:p>
            <a:pPr fontAlgn="base">
              <a:buNone/>
            </a:pPr>
            <a:r>
              <a:rPr lang="x-none" altLang="en-US" sz="2400" strike="noStrike" noProof="1" dirty="0">
                <a:solidFill>
                  <a:schemeClr val="tx1"/>
                </a:solidFill>
                <a:latin typeface="Times New Roman" panose="02020603050405020304" charset="0"/>
              </a:rPr>
              <a:t>4、HAKMEM算法：</a:t>
            </a:r>
            <a:endParaRPr lang="x-none" altLang="en-US" sz="2400" strike="noStrike" noProof="1" dirty="0">
              <a:solidFill>
                <a:schemeClr val="tx1"/>
              </a:solidFill>
              <a:latin typeface="Times New Roman" panose="02020603050405020304" charset="0"/>
            </a:endParaRPr>
          </a:p>
          <a:p>
            <a:pPr fontAlgn="base">
              <a:buNone/>
            </a:pPr>
            <a:r>
              <a:rPr lang="x-none" altLang="en-US" sz="2400" strike="noStrike" noProof="1" dirty="0">
                <a:solidFill>
                  <a:schemeClr val="tx1"/>
                </a:solidFill>
                <a:latin typeface="Times New Roman" panose="02020603050405020304" charset="0"/>
              </a:rPr>
              <a:t>int BitCount4(unsigned int n)</a:t>
            </a:r>
            <a:endParaRPr lang="x-none" altLang="en-US" sz="2400" strike="noStrike" noProof="1" dirty="0">
              <a:solidFill>
                <a:schemeClr val="tx1"/>
              </a:solidFill>
              <a:latin typeface="Times New Roman" panose="02020603050405020304" charset="0"/>
            </a:endParaRPr>
          </a:p>
          <a:p>
            <a:pPr fontAlgn="base">
              <a:buNone/>
            </a:pPr>
            <a:r>
              <a:rPr lang="x-none" altLang="en-US" sz="2400" strike="noStrike" noProof="1" dirty="0">
                <a:solidFill>
                  <a:schemeClr val="tx1"/>
                </a:solidFill>
                <a:latin typeface="Times New Roman" panose="02020603050405020304" charset="0"/>
              </a:rPr>
              <a:t>{</a:t>
            </a:r>
            <a:endParaRPr lang="x-none" altLang="en-US" sz="2400" strike="noStrike" noProof="1" dirty="0">
              <a:solidFill>
                <a:schemeClr val="tx1"/>
              </a:solidFill>
              <a:latin typeface="Times New Roman" panose="02020603050405020304" charset="0"/>
            </a:endParaRPr>
          </a:p>
          <a:p>
            <a:pPr fontAlgn="base">
              <a:buNone/>
            </a:pPr>
            <a:r>
              <a:rPr lang="x-none" altLang="en-US" sz="2400" strike="noStrike" noProof="1" dirty="0">
                <a:solidFill>
                  <a:schemeClr val="tx1"/>
                </a:solidFill>
                <a:latin typeface="Times New Roman" panose="02020603050405020304" charset="0"/>
              </a:rPr>
              <a:t>    unsigned int tmp = n</a:t>
            </a:r>
            <a:endParaRPr lang="x-none" altLang="en-US" sz="2400" strike="noStrike" noProof="1" dirty="0">
              <a:solidFill>
                <a:schemeClr val="tx1"/>
              </a:solidFill>
              <a:latin typeface="Times New Roman" panose="02020603050405020304" charset="0"/>
            </a:endParaRPr>
          </a:p>
          <a:p>
            <a:pPr fontAlgn="base">
              <a:buNone/>
            </a:pPr>
            <a:r>
              <a:rPr lang="x-none" altLang="en-US" sz="2400" strike="noStrike" noProof="1" dirty="0">
                <a:solidFill>
                  <a:schemeClr val="tx1"/>
                </a:solidFill>
                <a:latin typeface="Times New Roman" panose="02020603050405020304" charset="0"/>
              </a:rPr>
              <a:t>				- ((n &gt;&gt;1) &amp;033333333333)</a:t>
            </a:r>
            <a:endParaRPr lang="x-none" altLang="en-US" sz="2400" strike="noStrike" noProof="1" dirty="0">
              <a:solidFill>
                <a:schemeClr val="tx1"/>
              </a:solidFill>
              <a:latin typeface="Times New Roman" panose="02020603050405020304" charset="0"/>
            </a:endParaRPr>
          </a:p>
          <a:p>
            <a:pPr fontAlgn="base">
              <a:buNone/>
            </a:pPr>
            <a:r>
              <a:rPr lang="x-none" altLang="en-US" sz="2400" strike="noStrike" noProof="1" dirty="0">
                <a:solidFill>
                  <a:schemeClr val="tx1"/>
                </a:solidFill>
                <a:latin typeface="Times New Roman" panose="02020603050405020304" charset="0"/>
              </a:rPr>
              <a:t>				- ((n &gt;&gt;2) &amp;011111111111);</a:t>
            </a:r>
            <a:endParaRPr lang="x-none" altLang="en-US" sz="2400" strike="noStrike" noProof="1" dirty="0">
              <a:solidFill>
                <a:schemeClr val="tx1"/>
              </a:solidFill>
              <a:latin typeface="Times New Roman" panose="02020603050405020304" charset="0"/>
            </a:endParaRPr>
          </a:p>
          <a:p>
            <a:pPr fontAlgn="base">
              <a:buNone/>
            </a:pPr>
            <a:r>
              <a:rPr lang="x-none" altLang="en-US" sz="2400" strike="noStrike" noProof="1" dirty="0">
                <a:solidFill>
                  <a:schemeClr val="tx1"/>
                </a:solidFill>
                <a:latin typeface="Times New Roman" panose="02020603050405020304" charset="0"/>
              </a:rPr>
              <a:t>    tmp = ((tmp + (tmp &gt;&gt;3)) &amp; 030707070707);</a:t>
            </a:r>
            <a:endParaRPr lang="x-none" altLang="en-US" sz="2400" strike="noStrike" noProof="1" dirty="0">
              <a:solidFill>
                <a:schemeClr val="tx1"/>
              </a:solidFill>
              <a:latin typeface="Times New Roman" panose="02020603050405020304" charset="0"/>
            </a:endParaRPr>
          </a:p>
          <a:p>
            <a:pPr fontAlgn="base">
              <a:buNone/>
            </a:pPr>
            <a:r>
              <a:rPr lang="x-none" altLang="en-US" sz="2400" strike="noStrike" noProof="1" dirty="0">
                <a:solidFill>
                  <a:schemeClr val="tx1"/>
                </a:solidFill>
                <a:latin typeface="Times New Roman" panose="02020603050405020304" charset="0"/>
              </a:rPr>
              <a:t>    return (tmp%63);</a:t>
            </a:r>
            <a:endParaRPr lang="x-none" altLang="en-US" sz="2400" strike="noStrike" noProof="1" dirty="0">
              <a:solidFill>
                <a:schemeClr val="tx1"/>
              </a:solidFill>
              <a:latin typeface="Times New Roman" panose="02020603050405020304" charset="0"/>
            </a:endParaRPr>
          </a:p>
          <a:p>
            <a:pPr fontAlgn="base">
              <a:buNone/>
            </a:pPr>
            <a:r>
              <a:rPr lang="x-none" altLang="en-US" sz="2400" strike="noStrike" noProof="1" dirty="0">
                <a:solidFill>
                  <a:schemeClr val="tx1"/>
                </a:solidFill>
                <a:latin typeface="Times New Roman" panose="02020603050405020304" charset="0"/>
              </a:rPr>
              <a:t>}</a:t>
            </a:r>
            <a:endParaRPr lang="x-none" altLang="en-US" sz="2400" strike="noStrike" noProof="1" dirty="0">
              <a:solidFill>
                <a:schemeClr val="tx1"/>
              </a:solidFill>
              <a:latin typeface="Times New Roman" panose="02020603050405020304" charset="0"/>
            </a:endParaRPr>
          </a:p>
          <a:p>
            <a:pPr fontAlgn="base">
              <a:buNone/>
            </a:pPr>
            <a:r>
              <a:rPr lang="zh-CN" altLang="x-none" sz="2400" strike="noStrike" noProof="1" dirty="0">
                <a:solidFill>
                  <a:schemeClr val="tx1"/>
                </a:solidFill>
                <a:latin typeface="Times New Roman" panose="02020603050405020304" charset="0"/>
              </a:rPr>
              <a:t>（代码中使用8进制数，11位8进制数为33位2进制数）</a:t>
            </a:r>
            <a:endParaRPr lang="zh-CN" altLang="x-none" sz="2400" strike="noStrike" noProof="1" dirty="0">
              <a:solidFill>
                <a:schemeClr val="tx1"/>
              </a:solidFill>
              <a:latin typeface="Times New Roman" panose="02020603050405020304" charset="0"/>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4" name="文本占位符 23553"/>
          <p:cNvSpPr>
            <a:spLocks noGrp="1"/>
          </p:cNvSpPr>
          <p:nvPr>
            <p:ph idx="1"/>
          </p:nvPr>
        </p:nvSpPr>
        <p:spPr>
          <a:xfrm>
            <a:off x="217805" y="720090"/>
            <a:ext cx="8846185" cy="5717540"/>
          </a:xfrm>
        </p:spPr>
        <p:txBody>
          <a:bodyPr vert="horz" wrap="square" anchor="t">
            <a:spAutoFit/>
          </a:bodyPr>
          <a:p>
            <a:pPr fontAlgn="base">
              <a:buClr>
                <a:srgbClr val="000000"/>
              </a:buClr>
              <a:buNone/>
            </a:pPr>
            <a:r>
              <a:rPr lang="x-none" altLang="zh-CN" strike="noStrike" noProof="1" dirty="0">
                <a:solidFill>
                  <a:schemeClr val="tx1"/>
                </a:solidFill>
                <a:latin typeface="Times New Roman" panose="02020603050405020304" charset="0"/>
              </a:rPr>
              <a:t>位示图中的计算：32bit整数中的1的个数</a:t>
            </a:r>
            <a:endParaRPr lang="x-none" altLang="zh-CN" strike="noStrike" noProof="1" dirty="0">
              <a:solidFill>
                <a:schemeClr val="tx1"/>
              </a:solidFill>
              <a:latin typeface="Times New Roman" panose="02020603050405020304" charset="0"/>
            </a:endParaRPr>
          </a:p>
          <a:p>
            <a:pPr fontAlgn="base">
              <a:buNone/>
            </a:pPr>
            <a:endParaRPr lang="x-none" altLang="en-US" sz="2400" strike="noStrike" noProof="1" dirty="0">
              <a:solidFill>
                <a:schemeClr val="tx1"/>
              </a:solidFill>
              <a:latin typeface="Times New Roman" panose="02020603050405020304" charset="0"/>
            </a:endParaRPr>
          </a:p>
          <a:p>
            <a:pPr fontAlgn="base">
              <a:buNone/>
            </a:pPr>
            <a:r>
              <a:rPr lang="x-none" altLang="en-US" sz="2400" strike="noStrike" noProof="1" dirty="0">
                <a:solidFill>
                  <a:schemeClr val="tx1"/>
                </a:solidFill>
                <a:latin typeface="Times New Roman" panose="02020603050405020304" charset="0"/>
              </a:rPr>
              <a:t>5、gcc内建的位操作辅助函数：</a:t>
            </a:r>
            <a:endParaRPr lang="x-none" altLang="en-US" sz="2400" strike="noStrike" noProof="1" dirty="0">
              <a:solidFill>
                <a:schemeClr val="tx1"/>
              </a:solidFill>
              <a:latin typeface="Times New Roman" panose="02020603050405020304" charset="0"/>
            </a:endParaRPr>
          </a:p>
          <a:p>
            <a:pPr fontAlgn="base">
              <a:buNone/>
            </a:pPr>
            <a:endParaRPr lang="x-none" altLang="en-US" sz="2400" strike="noStrike" noProof="1" dirty="0">
              <a:solidFill>
                <a:schemeClr val="tx1"/>
              </a:solidFill>
              <a:latin typeface="Times New Roman" panose="02020603050405020304" charset="0"/>
            </a:endParaRPr>
          </a:p>
          <a:p>
            <a:pPr fontAlgn="base">
              <a:buNone/>
            </a:pPr>
            <a:r>
              <a:rPr lang="x-none" altLang="en-US" sz="2400" strike="noStrike" noProof="1" dirty="0">
                <a:solidFill>
                  <a:schemeClr val="tx1"/>
                </a:solidFill>
                <a:latin typeface="Times New Roman" panose="02020603050405020304" charset="0"/>
              </a:rPr>
              <a:t>__builtin_ffs(x)：返回x中最后一个为1的位是从右向左的第几位，如	__builtin_ffs(0x789)=1,</a:t>
            </a:r>
            <a:endParaRPr lang="x-none" altLang="en-US" sz="2400" strike="noStrike" noProof="1" dirty="0">
              <a:solidFill>
                <a:schemeClr val="tx1"/>
              </a:solidFill>
              <a:latin typeface="Times New Roman" panose="02020603050405020304" charset="0"/>
            </a:endParaRPr>
          </a:p>
          <a:p>
            <a:pPr fontAlgn="base">
              <a:buNone/>
            </a:pPr>
            <a:r>
              <a:rPr lang="x-none" altLang="en-US" sz="2400" strike="noStrike" noProof="1" dirty="0">
                <a:solidFill>
                  <a:schemeClr val="tx1"/>
                </a:solidFill>
                <a:latin typeface="Times New Roman" panose="02020603050405020304" charset="0"/>
              </a:rPr>
              <a:t>			__builtin_ffs(0x78c)=3</a:t>
            </a:r>
            <a:endParaRPr lang="x-none" altLang="en-US" sz="2400" strike="noStrike" noProof="1" dirty="0">
              <a:solidFill>
                <a:schemeClr val="tx1"/>
              </a:solidFill>
              <a:latin typeface="Times New Roman" panose="02020603050405020304" charset="0"/>
            </a:endParaRPr>
          </a:p>
          <a:p>
            <a:pPr fontAlgn="base">
              <a:buNone/>
            </a:pPr>
            <a:r>
              <a:rPr lang="x-none" altLang="en-US" sz="2400" dirty="0">
                <a:solidFill>
                  <a:schemeClr val="tx1"/>
                </a:solidFill>
                <a:latin typeface="Times New Roman" panose="02020603050405020304" charset="0"/>
                <a:sym typeface="+mn-ea"/>
              </a:rPr>
              <a:t>			__builtin_ffs(0x0)=0</a:t>
            </a:r>
            <a:endParaRPr lang="x-none" altLang="en-US" sz="2400" strike="noStrike" noProof="1" dirty="0">
              <a:solidFill>
                <a:schemeClr val="tx1"/>
              </a:solidFill>
              <a:latin typeface="Times New Roman" panose="02020603050405020304" charset="0"/>
            </a:endParaRPr>
          </a:p>
          <a:p>
            <a:pPr fontAlgn="base">
              <a:buNone/>
            </a:pPr>
            <a:endParaRPr lang="x-none" altLang="en-US" sz="2400" strike="noStrike" noProof="1" dirty="0">
              <a:solidFill>
                <a:schemeClr val="tx1"/>
              </a:solidFill>
              <a:latin typeface="Times New Roman" panose="02020603050405020304" charset="0"/>
            </a:endParaRPr>
          </a:p>
          <a:p>
            <a:pPr fontAlgn="base">
              <a:buNone/>
            </a:pPr>
            <a:r>
              <a:rPr lang="x-none" altLang="en-US" sz="2400" strike="noStrike" noProof="1" dirty="0">
                <a:solidFill>
                  <a:schemeClr val="tx1"/>
                </a:solidFill>
                <a:latin typeface="Times New Roman" panose="02020603050405020304" charset="0"/>
              </a:rPr>
              <a:t>__builtin_ctz(x)：x末尾0的个数。x=0时结果未定义。</a:t>
            </a:r>
            <a:endParaRPr lang="x-none" altLang="en-US" sz="2400" strike="noStrike" noProof="1" dirty="0">
              <a:solidFill>
                <a:schemeClr val="tx1"/>
              </a:solidFill>
              <a:latin typeface="Times New Roman" panose="02020603050405020304" charset="0"/>
            </a:endParaRPr>
          </a:p>
          <a:p>
            <a:pPr fontAlgn="base">
              <a:buNone/>
            </a:pPr>
            <a:r>
              <a:rPr lang="x-none" altLang="en-US" sz="2400" strike="noStrike" noProof="1" dirty="0">
                <a:solidFill>
                  <a:schemeClr val="tx1"/>
                </a:solidFill>
                <a:latin typeface="Times New Roman" panose="02020603050405020304" charset="0"/>
              </a:rPr>
              <a:t>__builtin_clz(x)：x前导0的个数。x=0时结果未定义。</a:t>
            </a:r>
            <a:endParaRPr lang="x-none" altLang="en-US" sz="2400" strike="noStrike" noProof="1" dirty="0">
              <a:solidFill>
                <a:schemeClr val="tx1"/>
              </a:solidFill>
              <a:latin typeface="Times New Roman" panose="02020603050405020304" charset="0"/>
            </a:endParaRPr>
          </a:p>
          <a:p>
            <a:pPr fontAlgn="base">
              <a:buNone/>
            </a:pPr>
            <a:endParaRPr lang="x-none" altLang="en-US" sz="2400" dirty="0">
              <a:solidFill>
                <a:schemeClr val="tx1"/>
              </a:solidFill>
              <a:latin typeface="Times New Roman" panose="02020603050405020304" charset="0"/>
              <a:sym typeface="+mn-ea"/>
            </a:endParaRPr>
          </a:p>
          <a:p>
            <a:pPr fontAlgn="base">
              <a:buNone/>
            </a:pPr>
            <a:r>
              <a:rPr lang="x-none" altLang="en-US" sz="2400" dirty="0">
                <a:solidFill>
                  <a:schemeClr val="tx1"/>
                </a:solidFill>
                <a:latin typeface="Times New Roman" panose="02020603050405020304" charset="0"/>
                <a:sym typeface="+mn-ea"/>
              </a:rPr>
              <a:t>__builtin_popcount(x)：x中1的个数。</a:t>
            </a:r>
            <a:endParaRPr lang="x-none" altLang="en-US" sz="2400" strike="noStrike" noProof="1" dirty="0">
              <a:solidFill>
                <a:schemeClr val="tx1"/>
              </a:solidFill>
              <a:latin typeface="Times New Roman" panose="02020603050405020304" charset="0"/>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058" name="矩形 45057"/>
          <p:cNvSpPr/>
          <p:nvPr/>
        </p:nvSpPr>
        <p:spPr>
          <a:xfrm>
            <a:off x="1006475" y="1562100"/>
            <a:ext cx="7129463" cy="2139950"/>
          </a:xfrm>
          <a:prstGeom prst="rect">
            <a:avLst/>
          </a:prstGeom>
          <a:noFill/>
          <a:ln w="9525">
            <a:noFill/>
            <a:miter/>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algn="ctr" fontAlgn="base">
              <a:lnSpc>
                <a:spcPct val="120000"/>
              </a:lnSpc>
              <a:spcBef>
                <a:spcPct val="0"/>
              </a:spcBef>
              <a:buFont typeface="Wingdings" panose="05000000000000000000" pitchFamily="2" charset="2"/>
              <a:buNone/>
            </a:pPr>
            <a:endParaRPr lang="en-US" altLang="zh-CN" sz="2800" b="1" strike="noStrike" noProof="1">
              <a:ea typeface="宋体" panose="02010600030101010101" pitchFamily="2" charset="-122"/>
            </a:endParaRPr>
          </a:p>
          <a:p>
            <a:pPr marL="533400" lvl="0" indent="-533400" algn="ctr" fontAlgn="base">
              <a:lnSpc>
                <a:spcPct val="120000"/>
              </a:lnSpc>
              <a:spcBef>
                <a:spcPct val="0"/>
              </a:spcBef>
              <a:buFont typeface="Wingdings" panose="05000000000000000000" pitchFamily="2" charset="2"/>
              <a:buNone/>
            </a:pPr>
            <a:r>
              <a:rPr lang="zh-CN" altLang="en-US" sz="4000" b="1" strike="noStrike" noProof="1">
                <a:solidFill>
                  <a:srgbClr val="663300"/>
                </a:solidFill>
                <a:latin typeface="Arial" panose="02080604020202020204" pitchFamily="34" charset="0"/>
                <a:ea typeface="宋体" panose="02010600030101010101" pitchFamily="2" charset="-122"/>
                <a:cs typeface="+mn-ea"/>
              </a:rPr>
              <a:t>文件目录及其结构</a:t>
            </a:r>
            <a:endParaRPr lang="zh-CN" altLang="en-US" sz="4000" b="1" strike="noStrike" noProof="1">
              <a:solidFill>
                <a:srgbClr val="663300"/>
              </a:solidFill>
              <a:ea typeface="宋体" panose="02010600030101010101" pitchFamily="2" charset="-122"/>
            </a:endParaRPr>
          </a:p>
          <a:p>
            <a:pPr marL="533400" lvl="0" indent="-533400" algn="ctr" fontAlgn="base">
              <a:lnSpc>
                <a:spcPct val="120000"/>
              </a:lnSpc>
              <a:spcBef>
                <a:spcPct val="0"/>
              </a:spcBef>
              <a:buFont typeface="Wingdings" panose="05000000000000000000" pitchFamily="2" charset="2"/>
              <a:buNone/>
            </a:pPr>
            <a:endParaRPr lang="zh-CN" altLang="en-US" sz="4000" b="1" strike="noStrike" noProof="1">
              <a:solidFill>
                <a:srgbClr val="663300"/>
              </a:solidFill>
              <a:ea typeface="宋体" panose="02010600030101010101" pitchFamily="2" charset="-122"/>
            </a:endParaRPr>
          </a:p>
        </p:txBody>
      </p:sp>
      <p:graphicFrame>
        <p:nvGraphicFramePr>
          <p:cNvPr id="56322" name="内容占位符 45058"/>
          <p:cNvGraphicFramePr>
            <a:graphicFrameLocks noChangeAspect="1"/>
          </p:cNvGraphicFramePr>
          <p:nvPr>
            <p:ph idx="1"/>
          </p:nvPr>
        </p:nvGraphicFramePr>
        <p:xfrm>
          <a:off x="0" y="0"/>
          <a:ext cx="838200" cy="517525"/>
        </p:xfrm>
        <a:graphic>
          <a:graphicData uri="http://schemas.openxmlformats.org/presentationml/2006/ole">
            <mc:AlternateContent xmlns:mc="http://schemas.openxmlformats.org/markup-compatibility/2006">
              <mc:Choice xmlns:v="urn:schemas-microsoft-com:vml" Requires="v">
                <p:oleObj spid="_x0000_s3080" name="" r:id="rId2" imgW="838200" imgH="647700" progId="Paint.Picture">
                  <p:embed/>
                </p:oleObj>
              </mc:Choice>
              <mc:Fallback>
                <p:oleObj name="" r:id="rId2" imgW="838200" imgH="647700" progId="Paint.Picture">
                  <p:embed/>
                  <p:pic>
                    <p:nvPicPr>
                      <p:cNvPr id="0" name="图片 3079"/>
                      <p:cNvPicPr/>
                      <p:nvPr/>
                    </p:nvPicPr>
                    <p:blipFill>
                      <a:blip r:embed="rId3"/>
                      <a:stretch>
                        <a:fillRect/>
                      </a:stretch>
                    </p:blipFill>
                    <p:spPr>
                      <a:xfrm>
                        <a:off x="0" y="0"/>
                        <a:ext cx="838200" cy="517525"/>
                      </a:xfrm>
                      <a:prstGeom prst="rect">
                        <a:avLst/>
                      </a:prstGeom>
                      <a:noFill/>
                      <a:ln w="38100"/>
                    </p:spPr>
                  </p:pic>
                </p:oleObj>
              </mc:Fallback>
            </mc:AlternateContent>
          </a:graphicData>
        </a:graphic>
      </p:graphicFrame>
      <p:sp>
        <p:nvSpPr>
          <p:cNvPr id="45060" name="矩形 45059"/>
          <p:cNvSpPr/>
          <p:nvPr/>
        </p:nvSpPr>
        <p:spPr>
          <a:xfrm>
            <a:off x="381000" y="4286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Arial" panose="02080604020202020204" pitchFamily="34" charset="0"/>
                <a:ea typeface="宋体" panose="02010600030101010101" pitchFamily="2" charset="-122"/>
                <a:cs typeface="+mn-ea"/>
              </a:rPr>
              <a:t>文件系统</a:t>
            </a:r>
            <a:r>
              <a:rPr lang="en-US" altLang="zh-CN" sz="2400" strike="noStrike" noProof="1">
                <a:latin typeface="Arial" panose="02080604020202020204" pitchFamily="34" charset="0"/>
                <a:ea typeface="宋体" panose="02010600030101010101" pitchFamily="2" charset="-122"/>
                <a:cs typeface="+mn-ea"/>
              </a:rPr>
              <a:t>——</a:t>
            </a:r>
            <a:r>
              <a:rPr lang="zh-CN" altLang="en-US" sz="2400" strike="noStrike" noProof="1">
                <a:latin typeface="Arial" panose="02080604020202020204" pitchFamily="34" charset="0"/>
                <a:ea typeface="宋体" panose="02010600030101010101" pitchFamily="2" charset="-122"/>
                <a:cs typeface="+mn-ea"/>
              </a:rPr>
              <a:t>文件目录及其结构</a:t>
            </a:r>
            <a:endParaRPr lang="zh-CN" altLang="en-US" sz="2400" strike="noStrike" noProof="1">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45058" grpId="0" build="p"/>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7345" name="文本框 46081"/>
          <p:cNvSpPr txBox="1"/>
          <p:nvPr/>
        </p:nvSpPr>
        <p:spPr>
          <a:xfrm>
            <a:off x="8493125" y="6510338"/>
            <a:ext cx="376238"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buFont typeface="Wingdings" panose="05000000000000000000" pitchFamily="2" charset="2"/>
              <a:buNone/>
            </a:pPr>
            <a:r>
              <a:rPr lang="en-US" altLang="zh-CN" b="0">
                <a:solidFill>
                  <a:schemeClr val="tx2"/>
                </a:solidFill>
                <a:latin typeface="Times New Roman" panose="02020603050405020304" charset="0"/>
                <a:ea typeface="宋体" panose="02010600030101010101" pitchFamily="2" charset="-122"/>
              </a:rPr>
              <a:t>23</a:t>
            </a:r>
            <a:endParaRPr lang="en-US" altLang="zh-CN" b="0">
              <a:solidFill>
                <a:schemeClr val="tx2"/>
              </a:solidFill>
              <a:latin typeface="Times New Roman" panose="02020603050405020304" charset="0"/>
              <a:ea typeface="宋体" panose="02010600030101010101" pitchFamily="2" charset="-122"/>
            </a:endParaRPr>
          </a:p>
        </p:txBody>
      </p:sp>
      <p:sp>
        <p:nvSpPr>
          <p:cNvPr id="46083" name="矩形 46082"/>
          <p:cNvSpPr/>
          <p:nvPr/>
        </p:nvSpPr>
        <p:spPr>
          <a:xfrm>
            <a:off x="200025" y="673100"/>
            <a:ext cx="8624570" cy="5244465"/>
          </a:xfrm>
          <a:prstGeom prst="rect">
            <a:avLst/>
          </a:prstGeom>
          <a:noFill/>
          <a:ln w="9525">
            <a:noFill/>
            <a:miter/>
          </a:ln>
        </p:spPr>
        <p:txBody>
          <a:bodyPr wrap="square">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20000"/>
              </a:lnSpc>
              <a:buNone/>
            </a:pPr>
            <a:r>
              <a:rPr lang="zh-CN" altLang="en-US" b="1" strike="noStrike" noProof="1">
                <a:solidFill>
                  <a:srgbClr val="990000"/>
                </a:solidFill>
                <a:effectLst/>
                <a:latin typeface="Times New Roman" panose="02020603050405020304" charset="0"/>
                <a:ea typeface="宋体" panose="02010600030101010101" pitchFamily="2" charset="-122"/>
                <a:cs typeface="+mn-ea"/>
              </a:rPr>
              <a:t>文件目录</a:t>
            </a:r>
            <a:r>
              <a:rPr lang="x-none" altLang="zh-CN" b="1" strike="noStrike" noProof="1">
                <a:solidFill>
                  <a:srgbClr val="990000"/>
                </a:solidFill>
                <a:effectLst/>
                <a:latin typeface="Times New Roman" panose="02020603050405020304" charset="0"/>
                <a:ea typeface="宋体" panose="02010600030101010101" pitchFamily="2" charset="-122"/>
                <a:cs typeface="+mn-ea"/>
              </a:rPr>
              <a:t>的重要性</a:t>
            </a:r>
            <a:endParaRPr lang="x-none" altLang="zh-CN" b="1" strike="noStrike" noProof="1">
              <a:solidFill>
                <a:srgbClr val="990000"/>
              </a:solidFill>
              <a:effectLst/>
              <a:latin typeface="Times New Roman" panose="02020603050405020304" charset="0"/>
              <a:ea typeface="宋体" panose="02010600030101010101" pitchFamily="2" charset="-122"/>
              <a:cs typeface="+mn-ea"/>
            </a:endParaRPr>
          </a:p>
          <a:p>
            <a:pPr marL="533400" lvl="0" indent="-533400" fontAlgn="base">
              <a:lnSpc>
                <a:spcPct val="130000"/>
              </a:lnSpc>
              <a:buNone/>
            </a:pPr>
            <a:r>
              <a:rPr lang="zh-CN" altLang="en-US" sz="2800" b="1" strike="noStrike" noProof="1">
                <a:solidFill>
                  <a:srgbClr val="A50021"/>
                </a:solidFill>
                <a:effectLst/>
                <a:latin typeface="Times New Roman" panose="02020603050405020304" charset="0"/>
                <a:ea typeface="宋体" panose="02010600030101010101" pitchFamily="2" charset="-122"/>
                <a:cs typeface="+mn-ea"/>
              </a:rPr>
              <a:t>    </a:t>
            </a:r>
            <a:r>
              <a:rPr lang="x-none" altLang="zh-CN" sz="2800" b="1" strike="noStrike" noProof="1">
                <a:solidFill>
                  <a:schemeClr val="tx1"/>
                </a:solidFill>
                <a:effectLst/>
                <a:latin typeface="Times New Roman" panose="02020603050405020304" charset="0"/>
                <a:ea typeface="宋体" panose="02010600030101010101" pitchFamily="2" charset="-122"/>
                <a:cs typeface="+mn-ea"/>
              </a:rPr>
              <a:t>文件系统要解决的核心问题：</a:t>
            </a:r>
            <a:endParaRPr lang="x-none" altLang="zh-CN" sz="2800" b="1" strike="noStrike" noProof="1">
              <a:solidFill>
                <a:schemeClr val="tx1"/>
              </a:solidFill>
              <a:effectLst/>
              <a:latin typeface="Times New Roman" panose="02020603050405020304" charset="0"/>
              <a:ea typeface="宋体" panose="02010600030101010101" pitchFamily="2" charset="-122"/>
              <a:cs typeface="+mn-ea"/>
            </a:endParaRPr>
          </a:p>
          <a:p>
            <a:pPr marL="533400" lvl="0" indent="-533400" fontAlgn="base">
              <a:lnSpc>
                <a:spcPct val="130000"/>
              </a:lnSpc>
              <a:buNone/>
            </a:pPr>
            <a:r>
              <a:rPr lang="x-none" altLang="zh-CN" sz="2800" b="1" strike="noStrike" noProof="1">
                <a:solidFill>
                  <a:srgbClr val="A50021"/>
                </a:solidFill>
                <a:effectLst/>
                <a:latin typeface="Times New Roman" panose="02020603050405020304" charset="0"/>
                <a:ea typeface="宋体" panose="02010600030101010101" pitchFamily="2" charset="-122"/>
                <a:cs typeface="+mn-ea"/>
              </a:rPr>
              <a:t>		</a:t>
            </a:r>
            <a:r>
              <a:rPr lang="x-none" altLang="zh-CN" sz="2400" strike="noStrike" noProof="1">
                <a:solidFill>
                  <a:schemeClr val="tx1"/>
                </a:solidFill>
                <a:effectLst/>
                <a:latin typeface="Times New Roman" panose="02020603050405020304" charset="0"/>
                <a:ea typeface="宋体" panose="02010600030101010101" pitchFamily="2" charset="-122"/>
                <a:cs typeface="+mn-ea"/>
              </a:rPr>
              <a:t>1 信息的逻辑结构 --&gt; 存储介质的物理结构</a:t>
            </a:r>
            <a:endParaRPr lang="x-none" altLang="zh-CN" sz="2400" strike="noStrike" noProof="1">
              <a:solidFill>
                <a:schemeClr val="tx1"/>
              </a:solidFill>
              <a:effectLst/>
              <a:latin typeface="Times New Roman" panose="02020603050405020304" charset="0"/>
              <a:ea typeface="宋体" panose="02010600030101010101" pitchFamily="2" charset="-122"/>
              <a:cs typeface="+mn-ea"/>
            </a:endParaRPr>
          </a:p>
          <a:p>
            <a:pPr marL="533400" lvl="0" indent="-533400" fontAlgn="base">
              <a:lnSpc>
                <a:spcPct val="130000"/>
              </a:lnSpc>
              <a:buNone/>
            </a:pPr>
            <a:r>
              <a:rPr lang="x-none" altLang="zh-CN" sz="2400" strike="noStrike" noProof="1">
                <a:solidFill>
                  <a:schemeClr val="tx1"/>
                </a:solidFill>
                <a:effectLst/>
                <a:latin typeface="Times New Roman" panose="02020603050405020304" charset="0"/>
                <a:ea typeface="宋体" panose="02010600030101010101" pitchFamily="2" charset="-122"/>
                <a:cs typeface="+mn-ea"/>
              </a:rPr>
              <a:t>		2 文件操作 --&gt; 存储</a:t>
            </a:r>
            <a:r>
              <a:rPr lang="zh-CN" altLang="x-none" sz="2400" strike="noStrike" noProof="1">
                <a:solidFill>
                  <a:schemeClr val="tx1"/>
                </a:solidFill>
                <a:effectLst/>
                <a:latin typeface="Times New Roman" panose="02020603050405020304" charset="0"/>
                <a:ea typeface="宋体" panose="02010600030101010101" pitchFamily="2" charset="-122"/>
                <a:cs typeface="+mn-ea"/>
              </a:rPr>
              <a:t>设备</a:t>
            </a:r>
            <a:r>
              <a:rPr lang="x-none" altLang="zh-CN" sz="2400" strike="noStrike" noProof="1">
                <a:solidFill>
                  <a:schemeClr val="tx1"/>
                </a:solidFill>
                <a:effectLst/>
                <a:latin typeface="Times New Roman" panose="02020603050405020304" charset="0"/>
                <a:ea typeface="宋体" panose="02010600030101010101" pitchFamily="2" charset="-122"/>
                <a:cs typeface="+mn-ea"/>
              </a:rPr>
              <a:t>的I/O指令</a:t>
            </a:r>
            <a:r>
              <a:rPr lang="zh-CN" altLang="en-US" sz="2800" strike="noStrike" noProof="1">
                <a:solidFill>
                  <a:schemeClr val="tx1"/>
                </a:solidFill>
                <a:effectLst/>
                <a:latin typeface="Times New Roman" panose="02020603050405020304" charset="0"/>
                <a:ea typeface="宋体" panose="02010600030101010101" pitchFamily="2" charset="-122"/>
                <a:cs typeface="+mn-ea"/>
              </a:rPr>
              <a:t> </a:t>
            </a:r>
            <a:endParaRPr lang="zh-CN" altLang="en-US" sz="2800" strike="noStrike" noProof="1">
              <a:solidFill>
                <a:schemeClr val="tx1"/>
              </a:solidFill>
              <a:effectLst/>
              <a:latin typeface="Times New Roman" panose="02020603050405020304" charset="0"/>
              <a:ea typeface="宋体" panose="02010600030101010101" pitchFamily="2" charset="-122"/>
              <a:cs typeface="+mn-ea"/>
            </a:endParaRPr>
          </a:p>
          <a:p>
            <a:pPr marL="533400" lvl="0" indent="-533400" fontAlgn="base">
              <a:lnSpc>
                <a:spcPct val="130000"/>
              </a:lnSpc>
              <a:buNone/>
            </a:pPr>
            <a:r>
              <a:rPr lang="x-none" altLang="zh-CN" sz="2800" b="1" strike="noStrike" noProof="1">
                <a:solidFill>
                  <a:schemeClr val="tx1"/>
                </a:solidFill>
                <a:effectLst/>
                <a:latin typeface="Times New Roman" panose="02020603050405020304" charset="0"/>
                <a:ea typeface="宋体" panose="02010600030101010101" pitchFamily="2" charset="-122"/>
              </a:rPr>
              <a:t>转换过程中用到的主要数据结构就是文件目录。</a:t>
            </a:r>
            <a:endParaRPr lang="x-none" altLang="zh-CN" sz="2800" b="1" strike="noStrike" noProof="1">
              <a:solidFill>
                <a:schemeClr val="tx1"/>
              </a:solidFill>
              <a:effectLst/>
              <a:latin typeface="Times New Roman" panose="02020603050405020304" charset="0"/>
              <a:ea typeface="宋体" panose="02010600030101010101" pitchFamily="2" charset="-122"/>
            </a:endParaRPr>
          </a:p>
          <a:p>
            <a:pPr marL="533400" lvl="0" indent="-533400" fontAlgn="base">
              <a:lnSpc>
                <a:spcPct val="130000"/>
              </a:lnSpc>
              <a:buNone/>
            </a:pPr>
            <a:r>
              <a:rPr lang="x-none" altLang="zh-CN" sz="2800" strike="noStrike" noProof="1">
                <a:solidFill>
                  <a:schemeClr val="tx1"/>
                </a:solidFill>
                <a:effectLst/>
                <a:latin typeface="Times New Roman" panose="02020603050405020304" charset="0"/>
                <a:ea typeface="宋体" panose="02010600030101010101" pitchFamily="2" charset="-122"/>
              </a:rPr>
              <a:t>文件目录将文件名和它们在辅存中的物理地址以及其他文件信息联系起来，实现了按名字查找文件，这是文件系统的基本功能。</a:t>
            </a:r>
            <a:endParaRPr lang="x-none" altLang="zh-CN" sz="2800" strike="noStrike" noProof="1">
              <a:solidFill>
                <a:schemeClr val="tx1"/>
              </a:solidFill>
              <a:effectLst/>
              <a:latin typeface="Times New Roman" panose="02020603050405020304" charset="0"/>
              <a:ea typeface="宋体" panose="02010600030101010101" pitchFamily="2" charset="-122"/>
            </a:endParaRPr>
          </a:p>
        </p:txBody>
      </p:sp>
      <p:sp>
        <p:nvSpPr>
          <p:cNvPr id="46084" name="矩形 46083"/>
          <p:cNvSpPr/>
          <p:nvPr/>
        </p:nvSpPr>
        <p:spPr>
          <a:xfrm>
            <a:off x="381000" y="4286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Arial" panose="02080604020202020204" pitchFamily="34" charset="0"/>
                <a:ea typeface="宋体" panose="02010600030101010101" pitchFamily="2" charset="-122"/>
                <a:cs typeface="+mn-ea"/>
              </a:rPr>
              <a:t>文件系统</a:t>
            </a:r>
            <a:r>
              <a:rPr lang="en-US" altLang="zh-CN" sz="2400" strike="noStrike" noProof="1">
                <a:latin typeface="Arial" panose="02080604020202020204" pitchFamily="34" charset="0"/>
                <a:ea typeface="宋体" panose="02010600030101010101" pitchFamily="2" charset="-122"/>
                <a:cs typeface="+mn-ea"/>
              </a:rPr>
              <a:t>——</a:t>
            </a:r>
            <a:r>
              <a:rPr lang="zh-CN" altLang="en-US" sz="2400" strike="noStrike" noProof="1">
                <a:latin typeface="Arial" panose="02080604020202020204" pitchFamily="34" charset="0"/>
                <a:ea typeface="宋体" panose="02010600030101010101" pitchFamily="2" charset="-122"/>
                <a:cs typeface="+mn-ea"/>
              </a:rPr>
              <a:t>文件目录及其结构</a:t>
            </a:r>
            <a:endParaRPr lang="zh-CN" altLang="en-US" sz="2400" strike="noStrike" noProof="1">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46083" grpId="0" uiExpand="1" build="p"/>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6083" name="矩形 46082"/>
          <p:cNvSpPr/>
          <p:nvPr/>
        </p:nvSpPr>
        <p:spPr>
          <a:xfrm>
            <a:off x="100965" y="673100"/>
            <a:ext cx="8943975" cy="4833938"/>
          </a:xfrm>
          <a:prstGeom prst="rect">
            <a:avLst/>
          </a:prstGeom>
          <a:noFill/>
          <a:ln w="9525">
            <a:noFill/>
            <a:miter/>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20000"/>
              </a:lnSpc>
              <a:buNone/>
            </a:pPr>
            <a:r>
              <a:rPr lang="en-US" altLang="zh-CN" b="1" strike="noStrike" noProof="1">
                <a:solidFill>
                  <a:srgbClr val="990000"/>
                </a:solidFill>
                <a:latin typeface="Times New Roman" panose="02020603050405020304" charset="0"/>
                <a:ea typeface="宋体" panose="02010600030101010101" pitchFamily="2" charset="-122"/>
                <a:cs typeface="+mn-ea"/>
              </a:rPr>
              <a:t>1.  </a:t>
            </a:r>
            <a:r>
              <a:rPr lang="zh-CN" altLang="en-US" b="1" strike="noStrike" noProof="1">
                <a:solidFill>
                  <a:srgbClr val="990000"/>
                </a:solidFill>
                <a:latin typeface="Times New Roman" panose="02020603050405020304" charset="0"/>
                <a:ea typeface="宋体" panose="02010600030101010101" pitchFamily="2" charset="-122"/>
                <a:cs typeface="+mn-ea"/>
              </a:rPr>
              <a:t>文件目录有关概念</a:t>
            </a:r>
            <a:endParaRPr lang="zh-CN" altLang="en-US" b="1" strike="noStrike" noProof="1">
              <a:solidFill>
                <a:srgbClr val="990000"/>
              </a:solidFill>
              <a:latin typeface="Times New Roman" panose="02020603050405020304" charset="0"/>
              <a:ea typeface="宋体" panose="02010600030101010101" pitchFamily="2" charset="-122"/>
            </a:endParaRPr>
          </a:p>
          <a:p>
            <a:pPr marL="533400" lvl="0" indent="-533400" fontAlgn="base">
              <a:lnSpc>
                <a:spcPct val="130000"/>
              </a:lnSpc>
              <a:buNone/>
            </a:pPr>
            <a:r>
              <a:rPr lang="zh-CN" altLang="en-US" sz="2800" b="1" strike="noStrike" noProof="1">
                <a:solidFill>
                  <a:srgbClr val="A50021"/>
                </a:solidFill>
                <a:latin typeface="Times New Roman" panose="02020603050405020304" charset="0"/>
                <a:ea typeface="宋体" panose="02010600030101010101" pitchFamily="2" charset="-122"/>
                <a:cs typeface="+mn-ea"/>
              </a:rPr>
              <a:t>      </a:t>
            </a:r>
            <a:r>
              <a:rPr lang="en-US" altLang="zh-CN" sz="2800" b="1" strike="noStrike" noProof="1">
                <a:solidFill>
                  <a:srgbClr val="A50021"/>
                </a:solidFill>
                <a:latin typeface="Times New Roman" panose="02020603050405020304" charset="0"/>
                <a:ea typeface="宋体" panose="02010600030101010101" pitchFamily="2" charset="-122"/>
                <a:cs typeface="+mn-ea"/>
              </a:rPr>
              <a:t>(1) </a:t>
            </a:r>
            <a:r>
              <a:rPr lang="zh-CN" altLang="en-US" sz="2800" b="1" strike="noStrike" noProof="1">
                <a:solidFill>
                  <a:srgbClr val="A50021"/>
                </a:solidFill>
                <a:latin typeface="Times New Roman" panose="02020603050405020304" charset="0"/>
                <a:ea typeface="宋体" panose="02010600030101010101" pitchFamily="2" charset="-122"/>
                <a:cs typeface="+mn-ea"/>
              </a:rPr>
              <a:t>什么是文件目录</a:t>
            </a:r>
            <a:endParaRPr lang="zh-CN" altLang="en-US" sz="2800" b="1" strike="noStrike" noProof="1">
              <a:solidFill>
                <a:srgbClr val="A50021"/>
              </a:solidFill>
              <a:latin typeface="Times New Roman" panose="02020603050405020304" charset="0"/>
              <a:ea typeface="宋体" panose="02010600030101010101" pitchFamily="2" charset="-122"/>
            </a:endParaRPr>
          </a:p>
          <a:p>
            <a:pPr marL="533400" lvl="0" indent="-533400" fontAlgn="base">
              <a:lnSpc>
                <a:spcPct val="120000"/>
              </a:lnSpc>
              <a:spcBef>
                <a:spcPct val="20000"/>
              </a:spcBef>
              <a:buNone/>
            </a:pPr>
            <a:r>
              <a:rPr lang="zh-CN" altLang="en-US" sz="2400" strike="noStrike" noProof="1">
                <a:solidFill>
                  <a:schemeClr val="tx1"/>
                </a:solidFill>
                <a:latin typeface="Times New Roman" panose="02020603050405020304" charset="0"/>
                <a:ea typeface="宋体" panose="02010600030101010101" pitchFamily="2" charset="-122"/>
                <a:cs typeface="+mn-ea"/>
              </a:rPr>
              <a:t>              文件目录是记录文件的名字、存放地址及其他有关文件</a:t>
            </a:r>
            <a:endParaRPr lang="zh-CN" altLang="en-US" sz="2400" strike="noStrike" noProof="1">
              <a:solidFill>
                <a:schemeClr val="tx1"/>
              </a:solidFill>
              <a:latin typeface="Times New Roman" panose="02020603050405020304" charset="0"/>
              <a:ea typeface="宋体" panose="02010600030101010101" pitchFamily="2" charset="-122"/>
            </a:endParaRPr>
          </a:p>
          <a:p>
            <a:pPr marL="533400" lvl="0" indent="-533400" fontAlgn="base">
              <a:lnSpc>
                <a:spcPct val="120000"/>
              </a:lnSpc>
              <a:spcBef>
                <a:spcPct val="20000"/>
              </a:spcBef>
              <a:buNone/>
            </a:pPr>
            <a:r>
              <a:rPr lang="zh-CN" altLang="en-US" sz="2400" strike="noStrike" noProof="1">
                <a:solidFill>
                  <a:schemeClr val="tx1"/>
                </a:solidFill>
                <a:latin typeface="Times New Roman" panose="02020603050405020304" charset="0"/>
                <a:ea typeface="宋体" panose="02010600030101010101" pitchFamily="2" charset="-122"/>
                <a:cs typeface="+mn-ea"/>
              </a:rPr>
              <a:t>              的说明信息和控制信息的数据结构。</a:t>
            </a:r>
            <a:endParaRPr lang="zh-CN" altLang="en-US" sz="2400" strike="noStrike" noProof="1">
              <a:solidFill>
                <a:schemeClr val="tx1"/>
              </a:solidFill>
              <a:latin typeface="Times New Roman" panose="02020603050405020304" charset="0"/>
              <a:ea typeface="宋体" panose="02010600030101010101" pitchFamily="2" charset="-122"/>
            </a:endParaRPr>
          </a:p>
          <a:p>
            <a:pPr marL="533400" lvl="0" indent="-533400" fontAlgn="base">
              <a:lnSpc>
                <a:spcPct val="130000"/>
              </a:lnSpc>
              <a:buNone/>
            </a:pPr>
            <a:r>
              <a:rPr lang="zh-CN" altLang="en-US" sz="2800" b="1" strike="noStrike" noProof="1">
                <a:solidFill>
                  <a:srgbClr val="A50021"/>
                </a:solidFill>
                <a:latin typeface="Times New Roman" panose="02020603050405020304" charset="0"/>
                <a:ea typeface="宋体" panose="02010600030101010101" pitchFamily="2" charset="-122"/>
                <a:cs typeface="+mn-ea"/>
              </a:rPr>
              <a:t>      </a:t>
            </a:r>
            <a:r>
              <a:rPr lang="en-US" altLang="zh-CN" sz="2800" b="1" strike="noStrike" noProof="1">
                <a:solidFill>
                  <a:srgbClr val="A50021"/>
                </a:solidFill>
                <a:latin typeface="Times New Roman" panose="02020603050405020304" charset="0"/>
                <a:ea typeface="宋体" panose="02010600030101010101" pitchFamily="2" charset="-122"/>
                <a:cs typeface="+mn-ea"/>
              </a:rPr>
              <a:t>(2) </a:t>
            </a:r>
            <a:r>
              <a:rPr lang="zh-CN" altLang="en-US" sz="2800" b="1" strike="noStrike" noProof="1">
                <a:solidFill>
                  <a:srgbClr val="A50021"/>
                </a:solidFill>
                <a:latin typeface="Times New Roman" panose="02020603050405020304" charset="0"/>
                <a:ea typeface="宋体" panose="02010600030101010101" pitchFamily="2" charset="-122"/>
                <a:cs typeface="+mn-ea"/>
              </a:rPr>
              <a:t>文件目录项的内容</a:t>
            </a:r>
            <a:endParaRPr lang="zh-CN" altLang="en-US" sz="2800" b="1" strike="noStrike" noProof="1">
              <a:solidFill>
                <a:srgbClr val="A50021"/>
              </a:solidFill>
              <a:latin typeface="Times New Roman" panose="02020603050405020304" charset="0"/>
              <a:ea typeface="宋体" panose="02010600030101010101" pitchFamily="2" charset="-122"/>
            </a:endParaRPr>
          </a:p>
          <a:p>
            <a:pPr marL="533400" lvl="0" indent="-533400" fontAlgn="base">
              <a:lnSpc>
                <a:spcPct val="130000"/>
              </a:lnSpc>
              <a:buNone/>
            </a:pPr>
            <a:r>
              <a:rPr lang="zh-CN" altLang="en-US" sz="2400" b="1" strike="noStrike" noProof="1">
                <a:solidFill>
                  <a:srgbClr val="000099"/>
                </a:solidFill>
                <a:latin typeface="Times New Roman" panose="02020603050405020304" charset="0"/>
                <a:ea typeface="宋体" panose="02010600030101010101" pitchFamily="2" charset="-122"/>
                <a:cs typeface="+mn-ea"/>
              </a:rPr>
              <a:t>       </a:t>
            </a:r>
            <a:r>
              <a:rPr lang="en-US" altLang="zh-CN" sz="2400" b="1" strike="noStrike" noProof="1">
                <a:solidFill>
                  <a:srgbClr val="000099"/>
                </a:solidFill>
                <a:latin typeface="Times New Roman" panose="02020603050405020304" charset="0"/>
                <a:ea typeface="宋体" panose="02010600030101010101" pitchFamily="2" charset="-122"/>
                <a:cs typeface="+mn-ea"/>
              </a:rPr>
              <a:t>①</a:t>
            </a:r>
            <a:r>
              <a:rPr lang="en-US" altLang="zh-CN" sz="2400" b="1" strike="noStrike" noProof="1">
                <a:solidFill>
                  <a:srgbClr val="000099"/>
                </a:solidFill>
                <a:latin typeface="宋体" panose="02010600030101010101" pitchFamily="2" charset="-122"/>
                <a:ea typeface="宋体" panose="02010600030101010101" pitchFamily="2" charset="-122"/>
                <a:cs typeface="+mn-ea"/>
              </a:rPr>
              <a:t> </a:t>
            </a:r>
            <a:r>
              <a:rPr lang="zh-CN" altLang="en-US" sz="2400" b="1" strike="noStrike" noProof="1">
                <a:solidFill>
                  <a:srgbClr val="000099"/>
                </a:solidFill>
                <a:latin typeface="Times New Roman" panose="02020603050405020304" charset="0"/>
                <a:ea typeface="宋体" panose="02010600030101010101" pitchFamily="2" charset="-122"/>
                <a:cs typeface="+mn-ea"/>
              </a:rPr>
              <a:t>文件名</a:t>
            </a:r>
            <a:endParaRPr lang="zh-CN" altLang="en-US" sz="2400" b="1" strike="noStrike" noProof="1">
              <a:solidFill>
                <a:srgbClr val="000099"/>
              </a:solidFill>
              <a:latin typeface="Times New Roman" panose="02020603050405020304" charset="0"/>
              <a:ea typeface="宋体" panose="02010600030101010101" pitchFamily="2" charset="-122"/>
            </a:endParaRPr>
          </a:p>
          <a:p>
            <a:pPr marL="533400" lvl="0" indent="-533400" fontAlgn="base">
              <a:lnSpc>
                <a:spcPct val="130000"/>
              </a:lnSpc>
              <a:buNone/>
            </a:pPr>
            <a:r>
              <a:rPr lang="zh-CN" altLang="en-US" sz="2400" b="1" strike="noStrike" noProof="1">
                <a:solidFill>
                  <a:srgbClr val="000099"/>
                </a:solidFill>
                <a:latin typeface="Times New Roman" panose="02020603050405020304" charset="0"/>
                <a:ea typeface="宋体" panose="02010600030101010101" pitchFamily="2" charset="-122"/>
                <a:cs typeface="+mn-ea"/>
              </a:rPr>
              <a:t>       </a:t>
            </a:r>
            <a:r>
              <a:rPr lang="en-US" altLang="zh-CN" sz="2400" b="1" strike="noStrike" noProof="1">
                <a:solidFill>
                  <a:srgbClr val="000099"/>
                </a:solidFill>
                <a:latin typeface="Times New Roman" panose="02020603050405020304" charset="0"/>
                <a:ea typeface="宋体" panose="02010600030101010101" pitchFamily="2" charset="-122"/>
                <a:cs typeface="+mn-ea"/>
              </a:rPr>
              <a:t>②</a:t>
            </a:r>
            <a:r>
              <a:rPr lang="en-US" altLang="zh-CN" sz="2400" b="1" strike="noStrike" noProof="1">
                <a:solidFill>
                  <a:srgbClr val="000099"/>
                </a:solidFill>
                <a:latin typeface="宋体" panose="02010600030101010101" pitchFamily="2" charset="-122"/>
                <a:ea typeface="宋体" panose="02010600030101010101" pitchFamily="2" charset="-122"/>
                <a:cs typeface="+mn-ea"/>
              </a:rPr>
              <a:t> </a:t>
            </a:r>
            <a:r>
              <a:rPr lang="zh-CN" altLang="en-US" sz="2400" b="1" strike="noStrike" noProof="1">
                <a:solidFill>
                  <a:srgbClr val="000099"/>
                </a:solidFill>
                <a:latin typeface="Times New Roman" panose="02020603050405020304" charset="0"/>
                <a:ea typeface="宋体" panose="02010600030101010101" pitchFamily="2" charset="-122"/>
                <a:cs typeface="+mn-ea"/>
              </a:rPr>
              <a:t>文件逻辑结构</a:t>
            </a:r>
            <a:endParaRPr lang="zh-CN" altLang="en-US" sz="2400" b="1" strike="noStrike" noProof="1">
              <a:solidFill>
                <a:srgbClr val="000099"/>
              </a:solidFill>
              <a:latin typeface="Times New Roman" panose="02020603050405020304" charset="0"/>
              <a:ea typeface="宋体" panose="02010600030101010101" pitchFamily="2" charset="-122"/>
            </a:endParaRPr>
          </a:p>
          <a:p>
            <a:pPr marL="533400" lvl="0" indent="-533400" fontAlgn="base">
              <a:lnSpc>
                <a:spcPct val="120000"/>
              </a:lnSpc>
              <a:spcBef>
                <a:spcPct val="20000"/>
              </a:spcBef>
              <a:buNone/>
            </a:pPr>
            <a:r>
              <a:rPr lang="zh-CN" altLang="en-US" sz="2400" strike="noStrike" noProof="1">
                <a:solidFill>
                  <a:schemeClr val="tx1"/>
                </a:solidFill>
                <a:latin typeface="Times New Roman" panose="02020603050405020304" charset="0"/>
                <a:ea typeface="宋体" panose="02010600030101010101" pitchFamily="2" charset="-122"/>
                <a:cs typeface="+mn-ea"/>
              </a:rPr>
              <a:t>             说明该文件的记录是否定长、记录长度及记录个数等。</a:t>
            </a:r>
            <a:r>
              <a:rPr lang="zh-CN" altLang="en-US" sz="2800" strike="noStrike" noProof="1">
                <a:solidFill>
                  <a:schemeClr val="tx1"/>
                </a:solidFill>
                <a:latin typeface="Times New Roman" panose="02020603050405020304" charset="0"/>
                <a:ea typeface="宋体" panose="02010600030101010101" pitchFamily="2" charset="-122"/>
                <a:cs typeface="+mn-ea"/>
              </a:rPr>
              <a:t> </a:t>
            </a:r>
            <a:endParaRPr lang="zh-CN" altLang="en-US" sz="2800" strike="noStrike" noProof="1">
              <a:solidFill>
                <a:schemeClr val="tx1"/>
              </a:solidFill>
              <a:latin typeface="Times New Roman" panose="02020603050405020304" charset="0"/>
              <a:ea typeface="宋体" panose="02010600030101010101" pitchFamily="2" charset="-122"/>
            </a:endParaRPr>
          </a:p>
        </p:txBody>
      </p:sp>
      <p:sp>
        <p:nvSpPr>
          <p:cNvPr id="46084" name="矩形 46083"/>
          <p:cNvSpPr/>
          <p:nvPr/>
        </p:nvSpPr>
        <p:spPr>
          <a:xfrm>
            <a:off x="381000" y="4286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Arial" panose="02080604020202020204" pitchFamily="34" charset="0"/>
                <a:ea typeface="宋体" panose="02010600030101010101" pitchFamily="2" charset="-122"/>
                <a:cs typeface="+mn-ea"/>
              </a:rPr>
              <a:t>文件系统</a:t>
            </a:r>
            <a:r>
              <a:rPr lang="en-US" altLang="zh-CN" sz="2400" strike="noStrike" noProof="1">
                <a:latin typeface="Arial" panose="02080604020202020204" pitchFamily="34" charset="0"/>
                <a:ea typeface="宋体" panose="02010600030101010101" pitchFamily="2" charset="-122"/>
                <a:cs typeface="+mn-ea"/>
              </a:rPr>
              <a:t>——</a:t>
            </a:r>
            <a:r>
              <a:rPr lang="zh-CN" altLang="en-US" sz="2400" strike="noStrike" noProof="1">
                <a:latin typeface="Arial" panose="02080604020202020204" pitchFamily="34" charset="0"/>
                <a:ea typeface="宋体" panose="02010600030101010101" pitchFamily="2" charset="-122"/>
                <a:cs typeface="+mn-ea"/>
              </a:rPr>
              <a:t>文件目录及其结构</a:t>
            </a:r>
            <a:endParaRPr lang="zh-CN" altLang="en-US" sz="2400" strike="noStrike" noProof="1">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46083" grpId="0" uiExpand="1" build="p"/>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7107" name="矩形 47106"/>
          <p:cNvSpPr/>
          <p:nvPr/>
        </p:nvSpPr>
        <p:spPr>
          <a:xfrm>
            <a:off x="128588" y="701675"/>
            <a:ext cx="8643938" cy="5788025"/>
          </a:xfrm>
          <a:prstGeom prst="rect">
            <a:avLst/>
          </a:prstGeom>
          <a:noFill/>
          <a:ln w="9525">
            <a:noFill/>
            <a:miter/>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914400" lvl="1" indent="-457200" fontAlgn="base">
              <a:lnSpc>
                <a:spcPct val="130000"/>
              </a:lnSpc>
              <a:buNone/>
            </a:pPr>
            <a:r>
              <a:rPr lang="en-US" altLang="zh-CN" sz="2400" b="1" strike="noStrike" noProof="1">
                <a:solidFill>
                  <a:srgbClr val="000099"/>
                </a:solidFill>
                <a:latin typeface="Times New Roman" panose="02020603050405020304" charset="0"/>
                <a:ea typeface="宋体" panose="02010600030101010101" pitchFamily="2" charset="-122"/>
                <a:cs typeface="+mn-cs"/>
              </a:rPr>
              <a:t>③</a:t>
            </a:r>
            <a:r>
              <a:rPr lang="en-US" altLang="zh-CN" sz="2400" b="1" strike="noStrike" noProof="1">
                <a:solidFill>
                  <a:srgbClr val="000099"/>
                </a:solidFill>
                <a:latin typeface="宋体" panose="02010600030101010101" pitchFamily="2" charset="-122"/>
                <a:ea typeface="宋体" panose="02010600030101010101" pitchFamily="2" charset="-122"/>
                <a:cs typeface="+mn-cs"/>
              </a:rPr>
              <a:t> </a:t>
            </a:r>
            <a:r>
              <a:rPr lang="zh-CN" altLang="en-US" sz="2400" b="1" strike="noStrike" noProof="1">
                <a:solidFill>
                  <a:srgbClr val="000099"/>
                </a:solidFill>
                <a:latin typeface="Times New Roman" panose="02020603050405020304" charset="0"/>
                <a:ea typeface="宋体" panose="02010600030101010101" pitchFamily="2" charset="-122"/>
                <a:cs typeface="+mn-cs"/>
              </a:rPr>
              <a:t>文件物理结构：记录文件的物理结构形式 </a:t>
            </a:r>
            <a:endParaRPr lang="zh-CN" altLang="en-US" sz="2400" b="1" strike="noStrike" noProof="1">
              <a:solidFill>
                <a:srgbClr val="000099"/>
              </a:solidFill>
              <a:latin typeface="Times New Roman" panose="02020603050405020304" charset="0"/>
              <a:ea typeface="宋体" panose="02010600030101010101" pitchFamily="2" charset="-122"/>
            </a:endParaRPr>
          </a:p>
          <a:p>
            <a:pPr marL="533400" lvl="0" indent="-533400" fontAlgn="base">
              <a:lnSpc>
                <a:spcPct val="130000"/>
              </a:lnSpc>
              <a:buNone/>
            </a:pPr>
            <a:r>
              <a:rPr lang="zh-CN" altLang="en-US" sz="2000" b="1" strike="noStrike" noProof="1">
                <a:solidFill>
                  <a:schemeClr val="tx1"/>
                </a:solidFill>
                <a:latin typeface="Times New Roman" panose="02020603050405020304" charset="0"/>
                <a:ea typeface="宋体" panose="02010600030101010101" pitchFamily="2" charset="-122"/>
                <a:cs typeface="+mn-ea"/>
              </a:rPr>
              <a:t>                      连续文件</a:t>
            </a:r>
            <a:r>
              <a:rPr lang="en-US" altLang="zh-CN" sz="2000" b="1" strike="noStrike" noProof="1">
                <a:solidFill>
                  <a:schemeClr val="tx1"/>
                </a:solidFill>
                <a:latin typeface="Times New Roman" panose="02020603050405020304" charset="0"/>
                <a:ea typeface="宋体" panose="02010600030101010101" pitchFamily="2" charset="-122"/>
                <a:cs typeface="+mn-ea"/>
              </a:rPr>
              <a:t>——</a:t>
            </a:r>
            <a:r>
              <a:rPr lang="zh-CN" altLang="en-US" sz="2000" strike="noStrike" noProof="1">
                <a:solidFill>
                  <a:schemeClr val="tx1"/>
                </a:solidFill>
                <a:latin typeface="Times New Roman" panose="02020603050405020304" charset="0"/>
                <a:ea typeface="宋体" panose="02010600030101010101" pitchFamily="2" charset="-122"/>
                <a:cs typeface="+mn-ea"/>
              </a:rPr>
              <a:t>指出文件第一块的物理地址、文件所占块数</a:t>
            </a:r>
            <a:endParaRPr lang="zh-CN" altLang="en-US" sz="2000" strike="noStrike" noProof="1">
              <a:solidFill>
                <a:schemeClr val="tx1"/>
              </a:solidFill>
              <a:latin typeface="Times New Roman" panose="02020603050405020304" charset="0"/>
              <a:ea typeface="宋体" panose="02010600030101010101" pitchFamily="2" charset="-122"/>
            </a:endParaRPr>
          </a:p>
          <a:p>
            <a:pPr marL="533400" lvl="0" indent="-533400" fontAlgn="base">
              <a:lnSpc>
                <a:spcPct val="130000"/>
              </a:lnSpc>
              <a:buNone/>
            </a:pPr>
            <a:r>
              <a:rPr lang="zh-CN" altLang="en-US" sz="2000" b="1" strike="noStrike" noProof="1">
                <a:solidFill>
                  <a:schemeClr val="tx1"/>
                </a:solidFill>
                <a:latin typeface="Times New Roman" panose="02020603050405020304" charset="0"/>
                <a:ea typeface="宋体" panose="02010600030101010101" pitchFamily="2" charset="-122"/>
                <a:cs typeface="+mn-ea"/>
              </a:rPr>
              <a:t>                      串联文件</a:t>
            </a:r>
            <a:r>
              <a:rPr lang="en-US" altLang="zh-CN" sz="2000" b="1" strike="noStrike" noProof="1">
                <a:solidFill>
                  <a:schemeClr val="tx1"/>
                </a:solidFill>
                <a:latin typeface="Times New Roman" panose="02020603050405020304" charset="0"/>
                <a:ea typeface="宋体" panose="02010600030101010101" pitchFamily="2" charset="-122"/>
                <a:cs typeface="+mn-ea"/>
              </a:rPr>
              <a:t>——</a:t>
            </a:r>
            <a:r>
              <a:rPr lang="zh-CN" altLang="en-US" sz="2000" strike="noStrike" noProof="1">
                <a:solidFill>
                  <a:schemeClr val="tx1"/>
                </a:solidFill>
                <a:latin typeface="Times New Roman" panose="02020603050405020304" charset="0"/>
                <a:ea typeface="宋体" panose="02010600030101010101" pitchFamily="2" charset="-122"/>
                <a:cs typeface="+mn-ea"/>
              </a:rPr>
              <a:t>指出该文件第一块的物理地址  </a:t>
            </a:r>
            <a:endParaRPr lang="zh-CN" altLang="en-US" sz="2000" strike="noStrike" noProof="1">
              <a:solidFill>
                <a:schemeClr val="tx1"/>
              </a:solidFill>
              <a:latin typeface="Times New Roman" panose="02020603050405020304" charset="0"/>
              <a:ea typeface="宋体" panose="02010600030101010101" pitchFamily="2" charset="-122"/>
            </a:endParaRPr>
          </a:p>
          <a:p>
            <a:pPr marL="533400" lvl="0" indent="-533400" fontAlgn="base">
              <a:lnSpc>
                <a:spcPct val="130000"/>
              </a:lnSpc>
              <a:buNone/>
            </a:pPr>
            <a:r>
              <a:rPr lang="zh-CN" altLang="en-US" sz="2000" b="1" strike="noStrike" noProof="1">
                <a:solidFill>
                  <a:schemeClr val="tx1"/>
                </a:solidFill>
                <a:latin typeface="Times New Roman" panose="02020603050405020304" charset="0"/>
                <a:ea typeface="宋体" panose="02010600030101010101" pitchFamily="2" charset="-122"/>
                <a:cs typeface="+mn-ea"/>
              </a:rPr>
              <a:t>                      索引文件</a:t>
            </a:r>
            <a:r>
              <a:rPr lang="en-US" altLang="zh-CN" sz="2000" b="1" strike="noStrike" noProof="1">
                <a:solidFill>
                  <a:schemeClr val="tx1"/>
                </a:solidFill>
                <a:latin typeface="Times New Roman" panose="02020603050405020304" charset="0"/>
                <a:ea typeface="宋体" panose="02010600030101010101" pitchFamily="2" charset="-122"/>
                <a:cs typeface="+mn-ea"/>
              </a:rPr>
              <a:t>——</a:t>
            </a:r>
            <a:r>
              <a:rPr lang="zh-CN" altLang="en-US" sz="2000" strike="noStrike" noProof="1">
                <a:solidFill>
                  <a:schemeClr val="tx1"/>
                </a:solidFill>
                <a:latin typeface="Times New Roman" panose="02020603050405020304" charset="0"/>
                <a:ea typeface="宋体" panose="02010600030101010101" pitchFamily="2" charset="-122"/>
                <a:cs typeface="+mn-ea"/>
              </a:rPr>
              <a:t>指出索引表</a:t>
            </a:r>
            <a:r>
              <a:rPr lang="zh-CN" altLang="en-US" sz="2000">
                <a:solidFill>
                  <a:schemeClr val="tx1"/>
                </a:solidFill>
                <a:latin typeface="Times New Roman" panose="02020603050405020304" charset="0"/>
                <a:cs typeface="+mn-ea"/>
                <a:sym typeface="+mn-ea"/>
              </a:rPr>
              <a:t>的物理</a:t>
            </a:r>
            <a:r>
              <a:rPr lang="zh-CN" altLang="en-US" sz="2000" strike="noStrike" noProof="1">
                <a:solidFill>
                  <a:schemeClr val="tx1"/>
                </a:solidFill>
                <a:latin typeface="Times New Roman" panose="02020603050405020304" charset="0"/>
                <a:ea typeface="宋体" panose="02010600030101010101" pitchFamily="2" charset="-122"/>
                <a:cs typeface="+mn-ea"/>
              </a:rPr>
              <a:t>地址</a:t>
            </a:r>
            <a:endParaRPr lang="zh-CN" altLang="en-US" sz="2000" strike="noStrike" noProof="1">
              <a:solidFill>
                <a:schemeClr val="tx1"/>
              </a:solidFill>
              <a:latin typeface="Times New Roman" panose="02020603050405020304" charset="0"/>
              <a:ea typeface="宋体" panose="02010600030101010101" pitchFamily="2" charset="-122"/>
            </a:endParaRPr>
          </a:p>
          <a:p>
            <a:pPr marL="914400" lvl="1" indent="-457200" fontAlgn="base">
              <a:lnSpc>
                <a:spcPct val="130000"/>
              </a:lnSpc>
              <a:buNone/>
            </a:pPr>
            <a:r>
              <a:rPr lang="en-US" altLang="zh-CN" sz="2400" b="1" strike="noStrike" noProof="1">
                <a:solidFill>
                  <a:srgbClr val="000099"/>
                </a:solidFill>
                <a:latin typeface="Times New Roman" panose="02020603050405020304" charset="0"/>
                <a:ea typeface="宋体" panose="02010600030101010101" pitchFamily="2" charset="-122"/>
                <a:cs typeface="+mn-cs"/>
              </a:rPr>
              <a:t>④</a:t>
            </a:r>
            <a:r>
              <a:rPr lang="en-US" altLang="zh-CN" sz="2400" b="1" strike="noStrike" noProof="1">
                <a:solidFill>
                  <a:srgbClr val="000099"/>
                </a:solidFill>
                <a:latin typeface="宋体" panose="02010600030101010101" pitchFamily="2" charset="-122"/>
                <a:ea typeface="宋体" panose="02010600030101010101" pitchFamily="2" charset="-122"/>
                <a:cs typeface="+mn-cs"/>
              </a:rPr>
              <a:t> </a:t>
            </a:r>
            <a:r>
              <a:rPr lang="zh-CN" altLang="en-US" sz="2400" b="1" strike="noStrike" noProof="1">
                <a:solidFill>
                  <a:srgbClr val="000099"/>
                </a:solidFill>
                <a:latin typeface="Times New Roman" panose="02020603050405020304" charset="0"/>
                <a:ea typeface="宋体" panose="02010600030101010101" pitchFamily="2" charset="-122"/>
                <a:cs typeface="+mn-cs"/>
              </a:rPr>
              <a:t>存取控制信息</a:t>
            </a:r>
            <a:endParaRPr lang="zh-CN" altLang="en-US" sz="2400" b="1" strike="noStrike" noProof="1">
              <a:solidFill>
                <a:srgbClr val="000099"/>
              </a:solidFill>
              <a:latin typeface="Times New Roman" panose="02020603050405020304" charset="0"/>
              <a:ea typeface="宋体" panose="02010600030101010101" pitchFamily="2" charset="-122"/>
            </a:endParaRPr>
          </a:p>
          <a:p>
            <a:pPr marL="914400" lvl="1" indent="-457200" fontAlgn="base">
              <a:lnSpc>
                <a:spcPct val="130000"/>
              </a:lnSpc>
              <a:buNone/>
            </a:pPr>
            <a:r>
              <a:rPr lang="zh-CN" altLang="en-US" sz="2000" b="1" strike="noStrike" noProof="1">
                <a:solidFill>
                  <a:schemeClr val="tx1"/>
                </a:solidFill>
                <a:latin typeface="Times New Roman" panose="02020603050405020304" charset="0"/>
                <a:ea typeface="宋体" panose="02010600030101010101" pitchFamily="2" charset="-122"/>
                <a:cs typeface="+mn-cs"/>
              </a:rPr>
              <a:t>       </a:t>
            </a:r>
            <a:r>
              <a:rPr lang="zh-CN" altLang="en-US" sz="2000" strike="noStrike" noProof="1">
                <a:solidFill>
                  <a:schemeClr val="tx1"/>
                </a:solidFill>
                <a:latin typeface="Times New Roman" panose="02020603050405020304" charset="0"/>
                <a:ea typeface="宋体" panose="02010600030101010101" pitchFamily="2" charset="-122"/>
                <a:cs typeface="+mn-cs"/>
              </a:rPr>
              <a:t>文件主具有的存取权限、核准的其他用户及其相应的存取权限</a:t>
            </a:r>
            <a:r>
              <a:rPr lang="zh-CN" altLang="en-US" sz="2000" b="1" strike="noStrike" noProof="1">
                <a:latin typeface="Times New Roman" panose="02020603050405020304" charset="0"/>
                <a:ea typeface="宋体" panose="02010600030101010101" pitchFamily="2" charset="-122"/>
                <a:cs typeface="+mn-cs"/>
              </a:rPr>
              <a:t> </a:t>
            </a:r>
            <a:endParaRPr lang="zh-CN" altLang="en-US" sz="2000" b="1" strike="noStrike" noProof="1">
              <a:latin typeface="Times New Roman" panose="02020603050405020304" charset="0"/>
              <a:ea typeface="宋体" panose="02010600030101010101" pitchFamily="2" charset="-122"/>
            </a:endParaRPr>
          </a:p>
          <a:p>
            <a:pPr marL="914400" lvl="1" indent="-457200" fontAlgn="base">
              <a:lnSpc>
                <a:spcPct val="130000"/>
              </a:lnSpc>
              <a:buNone/>
            </a:pPr>
            <a:r>
              <a:rPr lang="en-US" altLang="zh-CN" sz="2400" b="1" strike="noStrike" noProof="1">
                <a:solidFill>
                  <a:srgbClr val="000099"/>
                </a:solidFill>
                <a:latin typeface="Times New Roman" panose="02020603050405020304" charset="0"/>
                <a:ea typeface="宋体" panose="02010600030101010101" pitchFamily="2" charset="-122"/>
                <a:cs typeface="+mn-cs"/>
              </a:rPr>
              <a:t>⑤</a:t>
            </a:r>
            <a:r>
              <a:rPr lang="en-US" altLang="zh-CN" sz="2400" b="1" strike="noStrike" noProof="1">
                <a:solidFill>
                  <a:srgbClr val="000099"/>
                </a:solidFill>
                <a:latin typeface="宋体" panose="02010600030101010101" pitchFamily="2" charset="-122"/>
                <a:ea typeface="宋体" panose="02010600030101010101" pitchFamily="2" charset="-122"/>
                <a:cs typeface="+mn-cs"/>
              </a:rPr>
              <a:t> </a:t>
            </a:r>
            <a:r>
              <a:rPr lang="zh-CN" altLang="en-US" sz="2400" b="1" strike="noStrike" noProof="1">
                <a:solidFill>
                  <a:srgbClr val="000099"/>
                </a:solidFill>
                <a:latin typeface="Times New Roman" panose="02020603050405020304" charset="0"/>
                <a:ea typeface="宋体" panose="02010600030101010101" pitchFamily="2" charset="-122"/>
                <a:cs typeface="+mn-cs"/>
              </a:rPr>
              <a:t>管理信息</a:t>
            </a:r>
            <a:endParaRPr lang="zh-CN" altLang="en-US" sz="2400" b="1" strike="noStrike" noProof="1">
              <a:solidFill>
                <a:srgbClr val="000099"/>
              </a:solidFill>
              <a:latin typeface="Times New Roman" panose="02020603050405020304" charset="0"/>
              <a:ea typeface="宋体" panose="02010600030101010101" pitchFamily="2" charset="-122"/>
            </a:endParaRPr>
          </a:p>
          <a:p>
            <a:pPr marL="914400" lvl="1" indent="-457200" fontAlgn="base">
              <a:lnSpc>
                <a:spcPct val="130000"/>
              </a:lnSpc>
              <a:buNone/>
            </a:pPr>
            <a:r>
              <a:rPr lang="zh-CN" altLang="en-US" sz="2000" b="1" strike="noStrike" noProof="1">
                <a:solidFill>
                  <a:schemeClr val="tx1"/>
                </a:solidFill>
                <a:latin typeface="Times New Roman" panose="02020603050405020304" charset="0"/>
                <a:ea typeface="宋体" panose="02010600030101010101" pitchFamily="2" charset="-122"/>
                <a:cs typeface="+mn-cs"/>
              </a:rPr>
              <a:t>       </a:t>
            </a:r>
            <a:r>
              <a:rPr lang="zh-CN" altLang="en-US" sz="2000" strike="noStrike" noProof="1">
                <a:solidFill>
                  <a:schemeClr val="tx1"/>
                </a:solidFill>
                <a:latin typeface="Times New Roman" panose="02020603050405020304" charset="0"/>
                <a:ea typeface="宋体" panose="02010600030101010101" pitchFamily="2" charset="-122"/>
                <a:cs typeface="+mn-cs"/>
              </a:rPr>
              <a:t>文件建立日期、时间，上一次存取时间、要求文件保留的时间等</a:t>
            </a:r>
            <a:endParaRPr lang="zh-CN" altLang="en-US" sz="2000" strike="noStrike" noProof="1">
              <a:solidFill>
                <a:schemeClr val="tx1"/>
              </a:solidFill>
              <a:latin typeface="Times New Roman" panose="02020603050405020304" charset="0"/>
              <a:ea typeface="宋体" panose="02010600030101010101" pitchFamily="2" charset="-122"/>
            </a:endParaRPr>
          </a:p>
          <a:p>
            <a:pPr marL="914400" lvl="1" indent="-457200" fontAlgn="base">
              <a:lnSpc>
                <a:spcPct val="130000"/>
              </a:lnSpc>
              <a:buNone/>
            </a:pPr>
            <a:r>
              <a:rPr lang="en-US" altLang="zh-CN" sz="2400" b="1" strike="noStrike" noProof="1">
                <a:solidFill>
                  <a:srgbClr val="000099"/>
                </a:solidFill>
                <a:latin typeface="Times New Roman" panose="02020603050405020304" charset="0"/>
                <a:ea typeface="宋体" panose="02010600030101010101" pitchFamily="2" charset="-122"/>
                <a:cs typeface="+mn-cs"/>
              </a:rPr>
              <a:t>⑥</a:t>
            </a:r>
            <a:r>
              <a:rPr lang="en-US" altLang="zh-CN" sz="2400" b="1" strike="noStrike" noProof="1">
                <a:solidFill>
                  <a:srgbClr val="000099"/>
                </a:solidFill>
                <a:latin typeface="宋体" panose="02010600030101010101" pitchFamily="2" charset="-122"/>
                <a:ea typeface="宋体" panose="02010600030101010101" pitchFamily="2" charset="-122"/>
                <a:cs typeface="+mn-cs"/>
              </a:rPr>
              <a:t> </a:t>
            </a:r>
            <a:r>
              <a:rPr lang="zh-CN" altLang="en-US" sz="2400" b="1" strike="noStrike" noProof="1">
                <a:solidFill>
                  <a:srgbClr val="000099"/>
                </a:solidFill>
                <a:latin typeface="Times New Roman" panose="02020603050405020304" charset="0"/>
                <a:ea typeface="宋体" panose="02010600030101010101" pitchFamily="2" charset="-122"/>
                <a:cs typeface="+mn-cs"/>
              </a:rPr>
              <a:t>文件类型</a:t>
            </a:r>
            <a:endParaRPr lang="zh-CN" altLang="en-US" sz="2400" b="1" strike="noStrike" noProof="1">
              <a:solidFill>
                <a:srgbClr val="000099"/>
              </a:solidFill>
              <a:latin typeface="Times New Roman" panose="02020603050405020304" charset="0"/>
              <a:ea typeface="宋体" panose="02010600030101010101" pitchFamily="2" charset="-122"/>
            </a:endParaRPr>
          </a:p>
          <a:p>
            <a:pPr marL="914400" lvl="1" indent="-457200" fontAlgn="base">
              <a:lnSpc>
                <a:spcPct val="130000"/>
              </a:lnSpc>
              <a:buNone/>
            </a:pPr>
            <a:r>
              <a:rPr lang="zh-CN" altLang="en-US" sz="2000" b="1" strike="noStrike" noProof="1">
                <a:solidFill>
                  <a:schemeClr val="tx1"/>
                </a:solidFill>
                <a:latin typeface="Times New Roman" panose="02020603050405020304" charset="0"/>
                <a:ea typeface="宋体" panose="02010600030101010101" pitchFamily="2" charset="-122"/>
                <a:cs typeface="+mn-cs"/>
              </a:rPr>
              <a:t>       </a:t>
            </a:r>
            <a:r>
              <a:rPr lang="zh-CN" altLang="en-US" sz="2000" strike="noStrike" noProof="1">
                <a:solidFill>
                  <a:schemeClr val="tx1"/>
                </a:solidFill>
                <a:latin typeface="Times New Roman" panose="02020603050405020304" charset="0"/>
                <a:ea typeface="宋体" panose="02010600030101010101" pitchFamily="2" charset="-122"/>
                <a:cs typeface="+mn-cs"/>
              </a:rPr>
              <a:t>文件的类型，例如可分为数据文件、目录文件、块存储设备文件、</a:t>
            </a:r>
            <a:endParaRPr lang="zh-CN" altLang="en-US" sz="2000" strike="noStrike" noProof="1">
              <a:solidFill>
                <a:schemeClr val="tx1"/>
              </a:solidFill>
              <a:latin typeface="Times New Roman" panose="02020603050405020304" charset="0"/>
              <a:ea typeface="宋体" panose="02010600030101010101" pitchFamily="2" charset="-122"/>
            </a:endParaRPr>
          </a:p>
          <a:p>
            <a:pPr marL="914400" lvl="1" indent="-457200" fontAlgn="base">
              <a:lnSpc>
                <a:spcPct val="130000"/>
              </a:lnSpc>
              <a:buNone/>
            </a:pPr>
            <a:r>
              <a:rPr lang="zh-CN" altLang="en-US" sz="2000" strike="noStrike" noProof="1">
                <a:solidFill>
                  <a:schemeClr val="tx1"/>
                </a:solidFill>
                <a:latin typeface="Times New Roman" panose="02020603050405020304" charset="0"/>
                <a:ea typeface="宋体" panose="02010600030101010101" pitchFamily="2" charset="-122"/>
                <a:cs typeface="+mn-cs"/>
              </a:rPr>
              <a:t>       字符设备文件</a:t>
            </a:r>
            <a:endParaRPr lang="zh-CN" altLang="en-US" sz="2000" strike="noStrike" noProof="1">
              <a:solidFill>
                <a:schemeClr val="tx1"/>
              </a:solidFill>
              <a:latin typeface="Times New Roman" panose="02020603050405020304" charset="0"/>
              <a:ea typeface="宋体" panose="02010600030101010101" pitchFamily="2" charset="-122"/>
            </a:endParaRPr>
          </a:p>
        </p:txBody>
      </p:sp>
      <p:sp>
        <p:nvSpPr>
          <p:cNvPr id="47108" name="矩形 47107"/>
          <p:cNvSpPr/>
          <p:nvPr/>
        </p:nvSpPr>
        <p:spPr>
          <a:xfrm>
            <a:off x="381000" y="71438"/>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Arial" panose="02080604020202020204" pitchFamily="34" charset="0"/>
                <a:ea typeface="宋体" panose="02010600030101010101" pitchFamily="2" charset="-122"/>
                <a:cs typeface="+mn-ea"/>
              </a:rPr>
              <a:t>文件系统</a:t>
            </a:r>
            <a:r>
              <a:rPr lang="en-US" altLang="zh-CN" sz="2400" strike="noStrike" noProof="1">
                <a:latin typeface="Arial" panose="02080604020202020204" pitchFamily="34" charset="0"/>
                <a:ea typeface="宋体" panose="02010600030101010101" pitchFamily="2" charset="-122"/>
                <a:cs typeface="+mn-ea"/>
              </a:rPr>
              <a:t>——</a:t>
            </a:r>
            <a:r>
              <a:rPr lang="zh-CN" altLang="en-US" sz="2400" strike="noStrike" noProof="1">
                <a:latin typeface="Arial" panose="02080604020202020204" pitchFamily="34" charset="0"/>
                <a:ea typeface="宋体" panose="02010600030101010101" pitchFamily="2" charset="-122"/>
                <a:cs typeface="+mn-ea"/>
              </a:rPr>
              <a:t>文件目录及其结构</a:t>
            </a:r>
            <a:endParaRPr lang="zh-CN" altLang="en-US" sz="2400" strike="noStrike" noProof="1">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058" name="标题 45057"/>
          <p:cNvSpPr>
            <a:spLocks noGrp="1"/>
          </p:cNvSpPr>
          <p:nvPr>
            <p:ph type="title"/>
          </p:nvPr>
        </p:nvSpPr>
        <p:spPr>
          <a:xfrm>
            <a:off x="363538" y="668338"/>
            <a:ext cx="8393113" cy="676275"/>
          </a:xfrm>
        </p:spPr>
        <p:txBody>
          <a:bodyPr anchor="b">
            <a:spAutoFit/>
          </a:bodyPr>
          <a:p>
            <a:pPr marL="533400" lvl="0" indent="-533400">
              <a:lnSpc>
                <a:spcPct val="120000"/>
              </a:lnSpc>
              <a:spcBef>
                <a:spcPct val="30000"/>
              </a:spcBef>
              <a:buClr>
                <a:schemeClr val="tx2"/>
              </a:buClr>
              <a:buSzPct val="95000"/>
              <a:buFont typeface="Wingdings" panose="05000000000000000000" pitchFamily="2" charset="2"/>
              <a:buChar char="•"/>
            </a:pPr>
            <a:r>
              <a:rPr lang="zh-CN" altLang="en-US" sz="3200">
                <a:solidFill>
                  <a:srgbClr val="990000"/>
                </a:solidFill>
                <a:latin typeface="Times New Roman" panose="02020603050405020304" charset="0"/>
                <a:ea typeface="宋体" panose="02010600030101010101" pitchFamily="2" charset="-122"/>
              </a:rPr>
              <a:t>文件目录结构</a:t>
            </a:r>
            <a:endParaRPr lang="zh-CN" altLang="en-US" sz="3200">
              <a:solidFill>
                <a:srgbClr val="990000"/>
              </a:solidFill>
              <a:latin typeface="Times New Roman" panose="02020603050405020304" charset="0"/>
              <a:ea typeface="宋体" panose="02010600030101010101" pitchFamily="2" charset="-122"/>
            </a:endParaRPr>
          </a:p>
        </p:txBody>
      </p:sp>
      <p:sp>
        <p:nvSpPr>
          <p:cNvPr id="45059" name="文本占位符 45058"/>
          <p:cNvSpPr>
            <a:spLocks noGrp="1"/>
          </p:cNvSpPr>
          <p:nvPr>
            <p:ph idx="1"/>
          </p:nvPr>
        </p:nvSpPr>
        <p:spPr>
          <a:xfrm>
            <a:off x="381000" y="1803400"/>
            <a:ext cx="8388350" cy="1401763"/>
          </a:xfrm>
        </p:spPr>
        <p:txBody>
          <a:bodyPr>
            <a:spAutoFit/>
          </a:bodyPr>
          <a:p>
            <a:pPr fontAlgn="base">
              <a:spcBef>
                <a:spcPct val="50000"/>
              </a:spcBef>
            </a:pPr>
            <a:r>
              <a:rPr lang="zh-CN" altLang="en-US" sz="3600" strike="noStrike" noProof="1">
                <a:solidFill>
                  <a:schemeClr val="tx1"/>
                </a:solidFill>
                <a:latin typeface="Times New Roman" panose="02020603050405020304" charset="0"/>
              </a:rPr>
              <a:t>一级文件目录</a:t>
            </a:r>
            <a:endParaRPr lang="zh-CN" altLang="en-US" sz="3600" strike="noStrike" noProof="1">
              <a:solidFill>
                <a:schemeClr val="tx1"/>
              </a:solidFill>
              <a:latin typeface="Times New Roman" panose="02020603050405020304" charset="0"/>
            </a:endParaRPr>
          </a:p>
          <a:p>
            <a:pPr fontAlgn="base">
              <a:spcBef>
                <a:spcPct val="50000"/>
              </a:spcBef>
            </a:pPr>
            <a:r>
              <a:rPr lang="zh-CN" altLang="en-US" sz="3600" strike="noStrike" noProof="1">
                <a:solidFill>
                  <a:schemeClr val="tx1"/>
                </a:solidFill>
                <a:latin typeface="Times New Roman" panose="02020603050405020304" charset="0"/>
              </a:rPr>
              <a:t>多级文件目录</a:t>
            </a:r>
            <a:r>
              <a:rPr lang="en-US" altLang="zh-CN" sz="3600" strike="noStrike" noProof="1">
                <a:solidFill>
                  <a:schemeClr val="tx1"/>
                </a:solidFill>
                <a:latin typeface="Times New Roman" panose="02020603050405020304" charset="0"/>
              </a:rPr>
              <a:t>(</a:t>
            </a:r>
            <a:r>
              <a:rPr lang="zh-CN" altLang="en-US" sz="3600" strike="noStrike" noProof="1">
                <a:solidFill>
                  <a:schemeClr val="tx1"/>
                </a:solidFill>
                <a:latin typeface="Times New Roman" panose="02020603050405020304" charset="0"/>
              </a:rPr>
              <a:t>树型文件目录</a:t>
            </a:r>
            <a:r>
              <a:rPr lang="en-US" altLang="zh-CN" sz="3600" strike="noStrike" noProof="1">
                <a:solidFill>
                  <a:schemeClr val="tx1"/>
                </a:solidFill>
                <a:latin typeface="Times New Roman" panose="02020603050405020304" charset="0"/>
              </a:rPr>
              <a:t>)</a:t>
            </a:r>
            <a:endParaRPr lang="en-US" altLang="zh-CN" sz="3600" strike="noStrike" noProof="1">
              <a:solidFill>
                <a:schemeClr val="tx1"/>
              </a:solidFill>
              <a:latin typeface="Times New Roman" panose="02020603050405020304" charset="0"/>
            </a:endParaRPr>
          </a:p>
        </p:txBody>
      </p:sp>
      <p:sp>
        <p:nvSpPr>
          <p:cNvPr id="59395" name="灯片编号占位符 1"/>
          <p:cNvSpPr/>
          <p:nvPr>
            <p:ph type="sldNum" sz="quarter"/>
          </p:nvPr>
        </p:nvSpPr>
        <p:spPr>
          <a:xfrm>
            <a:off x="6532563" y="6367463"/>
            <a:ext cx="1905000" cy="457200"/>
          </a:xfrm>
          <a:prstGeom prst="rect">
            <a:avLst/>
          </a:prstGeom>
          <a:noFill/>
          <a:ln w="9525">
            <a:noFill/>
            <a:miter/>
          </a:ln>
        </p:spPr>
        <p:txBody>
          <a:bodyPr anchor="t"/>
          <a:p>
            <a:pPr lvl="0"/>
            <a:fld id="{9A0DB2DC-4C9A-4742-B13C-FB6460FD3503}" type="slidenum">
              <a:rPr lang="zh-CN" altLang="en-US"/>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0417" name="文本框 48129"/>
          <p:cNvSpPr txBox="1"/>
          <p:nvPr/>
        </p:nvSpPr>
        <p:spPr>
          <a:xfrm>
            <a:off x="8493125" y="6510338"/>
            <a:ext cx="376238"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buFont typeface="Wingdings" panose="05000000000000000000" pitchFamily="2" charset="2"/>
              <a:buNone/>
            </a:pPr>
            <a:r>
              <a:rPr lang="en-US" altLang="zh-CN" b="0">
                <a:solidFill>
                  <a:schemeClr val="tx2"/>
                </a:solidFill>
                <a:latin typeface="Times New Roman" panose="02020603050405020304" charset="0"/>
                <a:ea typeface="宋体" panose="02010600030101010101" pitchFamily="2" charset="-122"/>
              </a:rPr>
              <a:t>25</a:t>
            </a:r>
            <a:endParaRPr lang="en-US" altLang="zh-CN" b="0">
              <a:solidFill>
                <a:schemeClr val="tx2"/>
              </a:solidFill>
              <a:latin typeface="Times New Roman" panose="02020603050405020304" charset="0"/>
              <a:ea typeface="宋体" panose="02010600030101010101" pitchFamily="2" charset="-122"/>
            </a:endParaRPr>
          </a:p>
        </p:txBody>
      </p:sp>
      <p:sp>
        <p:nvSpPr>
          <p:cNvPr id="48131" name="矩形 48130"/>
          <p:cNvSpPr/>
          <p:nvPr/>
        </p:nvSpPr>
        <p:spPr>
          <a:xfrm>
            <a:off x="171450" y="673100"/>
            <a:ext cx="8778875" cy="2260600"/>
          </a:xfrm>
          <a:prstGeom prst="rect">
            <a:avLst/>
          </a:prstGeom>
          <a:noFill/>
          <a:ln w="9525">
            <a:noFill/>
            <a:miter/>
          </a:ln>
        </p:spPr>
        <p:txBody>
          <a:bodyPr wrap="square">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20000"/>
              </a:lnSpc>
              <a:buNone/>
            </a:pPr>
            <a:r>
              <a:rPr lang="en-US" altLang="zh-CN" b="1" strike="noStrike" noProof="1">
                <a:solidFill>
                  <a:srgbClr val="990000"/>
                </a:solidFill>
                <a:latin typeface="Times New Roman" panose="02020603050405020304" charset="0"/>
                <a:ea typeface="宋体" panose="02010600030101010101" pitchFamily="2" charset="-122"/>
                <a:cs typeface="+mn-ea"/>
              </a:rPr>
              <a:t>2.  </a:t>
            </a:r>
            <a:r>
              <a:rPr lang="zh-CN" altLang="en-US" b="1" strike="noStrike" noProof="1">
                <a:solidFill>
                  <a:srgbClr val="990000"/>
                </a:solidFill>
                <a:latin typeface="Times New Roman" panose="02020603050405020304" charset="0"/>
                <a:ea typeface="宋体" panose="02010600030101010101" pitchFamily="2" charset="-122"/>
                <a:cs typeface="+mn-ea"/>
              </a:rPr>
              <a:t>一级文件目录</a:t>
            </a:r>
            <a:endParaRPr lang="zh-CN" altLang="en-US" b="1" strike="noStrike" noProof="1">
              <a:solidFill>
                <a:srgbClr val="990000"/>
              </a:solidFill>
              <a:latin typeface="Times New Roman" panose="02020603050405020304" charset="0"/>
              <a:ea typeface="宋体" panose="02010600030101010101" pitchFamily="2" charset="-122"/>
            </a:endParaRPr>
          </a:p>
          <a:p>
            <a:pPr marL="533400" lvl="0" indent="-533400" fontAlgn="base">
              <a:lnSpc>
                <a:spcPct val="120000"/>
              </a:lnSpc>
              <a:spcBef>
                <a:spcPct val="20000"/>
              </a:spcBef>
              <a:buNone/>
            </a:pPr>
            <a:r>
              <a:rPr lang="zh-CN" altLang="en-US" sz="2800" b="1" strike="noStrike" noProof="1">
                <a:solidFill>
                  <a:srgbClr val="A50021"/>
                </a:solidFill>
                <a:latin typeface="Times New Roman" panose="02020603050405020304" charset="0"/>
                <a:ea typeface="宋体" panose="02010600030101010101" pitchFamily="2" charset="-122"/>
                <a:cs typeface="+mn-ea"/>
              </a:rPr>
              <a:t>      </a:t>
            </a:r>
            <a:r>
              <a:rPr lang="en-US" altLang="zh-CN" sz="2800" b="1" strike="noStrike" noProof="1">
                <a:solidFill>
                  <a:srgbClr val="A50021"/>
                </a:solidFill>
                <a:latin typeface="Times New Roman" panose="02020603050405020304" charset="0"/>
                <a:ea typeface="宋体" panose="02010600030101010101" pitchFamily="2" charset="-122"/>
                <a:cs typeface="+mn-ea"/>
              </a:rPr>
              <a:t>(1) </a:t>
            </a:r>
            <a:r>
              <a:rPr lang="zh-CN" altLang="en-US" sz="2800" b="1" strike="noStrike" noProof="1">
                <a:solidFill>
                  <a:srgbClr val="A50021"/>
                </a:solidFill>
                <a:latin typeface="Times New Roman" panose="02020603050405020304" charset="0"/>
                <a:ea typeface="宋体" panose="02010600030101010101" pitchFamily="2" charset="-122"/>
                <a:cs typeface="+mn-ea"/>
              </a:rPr>
              <a:t>什么是一级文件目录</a:t>
            </a:r>
            <a:endParaRPr lang="zh-CN" altLang="en-US" sz="2800" b="1" strike="noStrike" noProof="1">
              <a:solidFill>
                <a:srgbClr val="A50021"/>
              </a:solidFill>
              <a:latin typeface="Times New Roman" panose="02020603050405020304" charset="0"/>
              <a:ea typeface="宋体" panose="02010600030101010101" pitchFamily="2" charset="-122"/>
            </a:endParaRPr>
          </a:p>
          <a:p>
            <a:pPr marL="533400" lvl="0" indent="-533400" fontAlgn="base">
              <a:lnSpc>
                <a:spcPct val="120000"/>
              </a:lnSpc>
              <a:buNone/>
            </a:pPr>
            <a:r>
              <a:rPr lang="zh-CN" altLang="en-US" sz="2000" b="1" strike="noStrike" noProof="1">
                <a:solidFill>
                  <a:schemeClr val="tx1"/>
                </a:solidFill>
                <a:latin typeface="Times New Roman" panose="02020603050405020304" charset="0"/>
                <a:ea typeface="宋体" panose="02010600030101010101" pitchFamily="2" charset="-122"/>
                <a:cs typeface="+mn-ea"/>
              </a:rPr>
              <a:t>             </a:t>
            </a:r>
            <a:r>
              <a:rPr lang="zh-CN" altLang="en-US" sz="2400" strike="noStrike" noProof="1">
                <a:solidFill>
                  <a:schemeClr val="tx1"/>
                </a:solidFill>
                <a:latin typeface="Times New Roman" panose="02020603050405020304" charset="0"/>
                <a:ea typeface="宋体" panose="02010600030101010101" pitchFamily="2" charset="-122"/>
                <a:cs typeface="+mn-ea"/>
              </a:rPr>
              <a:t>系统将已建立的所有文件的文件名、存放地址及有关的说明信息放在一张表中，这张表称为一级文件目录。</a:t>
            </a:r>
            <a:r>
              <a:rPr lang="zh-CN" altLang="en-US" sz="2000" strike="noStrike" noProof="1">
                <a:solidFill>
                  <a:schemeClr val="tx1"/>
                </a:solidFill>
                <a:latin typeface="Times New Roman" panose="02020603050405020304" charset="0"/>
                <a:ea typeface="宋体" panose="02010600030101010101" pitchFamily="2" charset="-122"/>
                <a:cs typeface="+mn-ea"/>
              </a:rPr>
              <a:t>       </a:t>
            </a:r>
            <a:endParaRPr lang="zh-CN" altLang="en-US" sz="2000" strike="noStrike" noProof="1">
              <a:solidFill>
                <a:schemeClr val="tx1"/>
              </a:solidFill>
              <a:latin typeface="Times New Roman" panose="02020603050405020304" charset="0"/>
              <a:ea typeface="宋体" panose="02010600030101010101" pitchFamily="2" charset="-122"/>
            </a:endParaRPr>
          </a:p>
        </p:txBody>
      </p:sp>
      <p:sp>
        <p:nvSpPr>
          <p:cNvPr id="48132" name="矩形 48131"/>
          <p:cNvSpPr/>
          <p:nvPr/>
        </p:nvSpPr>
        <p:spPr>
          <a:xfrm>
            <a:off x="381000" y="4286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Arial" panose="02080604020202020204" pitchFamily="34" charset="0"/>
                <a:ea typeface="宋体" panose="02010600030101010101" pitchFamily="2" charset="-122"/>
                <a:cs typeface="+mn-ea"/>
              </a:rPr>
              <a:t>文件系统</a:t>
            </a:r>
            <a:r>
              <a:rPr lang="en-US" altLang="zh-CN" sz="2400" strike="noStrike" noProof="1">
                <a:latin typeface="Arial" panose="02080604020202020204" pitchFamily="34" charset="0"/>
                <a:ea typeface="宋体" panose="02010600030101010101" pitchFamily="2" charset="-122"/>
                <a:cs typeface="+mn-ea"/>
              </a:rPr>
              <a:t>——</a:t>
            </a:r>
            <a:r>
              <a:rPr lang="zh-CN" altLang="en-US" sz="2400" strike="noStrike" noProof="1">
                <a:latin typeface="Arial" panose="02080604020202020204" pitchFamily="34" charset="0"/>
                <a:ea typeface="宋体" panose="02010600030101010101" pitchFamily="2" charset="-122"/>
                <a:cs typeface="+mn-ea"/>
              </a:rPr>
              <a:t>文件目录及其结构</a:t>
            </a:r>
            <a:endParaRPr lang="zh-CN" altLang="en-US" sz="2400" strike="noStrike" noProof="1">
              <a:ea typeface="宋体" panose="02010600030101010101" pitchFamily="2" charset="-122"/>
            </a:endParaRPr>
          </a:p>
        </p:txBody>
      </p:sp>
      <p:graphicFrame>
        <p:nvGraphicFramePr>
          <p:cNvPr id="48133" name="表格 48132"/>
          <p:cNvGraphicFramePr/>
          <p:nvPr/>
        </p:nvGraphicFramePr>
        <p:xfrm>
          <a:off x="1552575" y="3556000"/>
          <a:ext cx="4410710" cy="2384425"/>
        </p:xfrm>
        <a:graphic>
          <a:graphicData uri="http://schemas.openxmlformats.org/drawingml/2006/table">
            <a:tbl>
              <a:tblPr/>
              <a:tblGrid>
                <a:gridCol w="1470660"/>
                <a:gridCol w="1469390"/>
                <a:gridCol w="1470660"/>
              </a:tblGrid>
              <a:tr h="334963">
                <a:tc>
                  <a:txBody>
                    <a:bodyPr wrap="square"/>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buBlip>
                          <a:blip r:embed="rId1"/>
                        </a:buBlip>
                        <a:defRPr sz="2400" kern="1200">
                          <a:effectLst>
                            <a:outerShdw blurRad="38100" dist="38100" dir="2700000">
                              <a:srgbClr val="000000"/>
                            </a:outerShdw>
                          </a:effectLst>
                        </a:defRPr>
                      </a:lvl2pPr>
                      <a:lvl3pPr marL="1428750" lvl="2" indent="-398145">
                        <a:buBlip>
                          <a:blip r:embed="rId1"/>
                        </a:buBlip>
                        <a:defRPr sz="2000" kern="1200">
                          <a:effectLst>
                            <a:outerShdw blurRad="38100" dist="38100" dir="2700000">
                              <a:srgbClr val="000000"/>
                            </a:outerShdw>
                          </a:effectLst>
                        </a:defRPr>
                      </a:lvl3pPr>
                      <a:lvl4pPr marL="1752600" lvl="3" indent="-321945">
                        <a:buBlip>
                          <a:blip r:embed="rId1"/>
                        </a:buBlip>
                        <a:defRPr sz="1800" kern="1200">
                          <a:effectLst>
                            <a:outerShdw blurRad="38100" dist="38100" dir="2700000">
                              <a:srgbClr val="000000"/>
                            </a:outerShdw>
                          </a:effectLst>
                        </a:defRPr>
                      </a:lvl4pPr>
                      <a:lvl5pPr marL="2092325" lvl="4" indent="-337820">
                        <a:buBlip>
                          <a:blip r:embed="rId1"/>
                        </a:buBlip>
                        <a:defRPr sz="1800" kern="1200">
                          <a:effectLst>
                            <a:outerShdw blurRad="38100" dist="38100" dir="2700000">
                              <a:srgbClr val="000000"/>
                            </a:outerShdw>
                          </a:effectLst>
                        </a:defRPr>
                      </a:lvl5pPr>
                    </a:lstStyle>
                    <a:p>
                      <a:pPr marL="0" lvl="0" indent="0" algn="ctr">
                        <a:lnSpc>
                          <a:spcPct val="100000"/>
                        </a:lnSpc>
                        <a:spcBef>
                          <a:spcPct val="0"/>
                        </a:spcBef>
                        <a:buClr>
                          <a:srgbClr val="000000"/>
                        </a:buClr>
                        <a:buNone/>
                      </a:pPr>
                      <a:r>
                        <a:rPr lang="zh-CN" altLang="en-US" sz="1600" b="1">
                          <a:solidFill>
                            <a:schemeClr val="tx1"/>
                          </a:solidFill>
                          <a:latin typeface="Times New Roman" panose="02020603050405020304" charset="0"/>
                          <a:ea typeface="宋体" panose="02010600030101010101" pitchFamily="2" charset="-122"/>
                        </a:rPr>
                        <a:t>文 件 名</a:t>
                      </a:r>
                      <a:endParaRPr lang="zh-CN" altLang="en-US" sz="1600" b="1">
                        <a:solidFill>
                          <a:schemeClr val="tx1"/>
                        </a:solidFill>
                        <a:latin typeface="Times New Roman" panose="02020603050405020304" charset="0"/>
                        <a:ea typeface="宋体" panose="02010600030101010101" pitchFamily="2" charset="-122"/>
                      </a:endParaRPr>
                    </a:p>
                  </a:txBody>
                  <a:tcPr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wrap="square"/>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buBlip>
                          <a:blip r:embed="rId1"/>
                        </a:buBlip>
                        <a:defRPr sz="2400" kern="1200">
                          <a:effectLst>
                            <a:outerShdw blurRad="38100" dist="38100" dir="2700000">
                              <a:srgbClr val="000000"/>
                            </a:outerShdw>
                          </a:effectLst>
                        </a:defRPr>
                      </a:lvl2pPr>
                      <a:lvl3pPr marL="1428750" lvl="2" indent="-398145">
                        <a:buBlip>
                          <a:blip r:embed="rId1"/>
                        </a:buBlip>
                        <a:defRPr sz="2000" kern="1200">
                          <a:effectLst>
                            <a:outerShdw blurRad="38100" dist="38100" dir="2700000">
                              <a:srgbClr val="000000"/>
                            </a:outerShdw>
                          </a:effectLst>
                        </a:defRPr>
                      </a:lvl3pPr>
                      <a:lvl4pPr marL="1752600" lvl="3" indent="-321945">
                        <a:buBlip>
                          <a:blip r:embed="rId1"/>
                        </a:buBlip>
                        <a:defRPr sz="1800" kern="1200">
                          <a:effectLst>
                            <a:outerShdw blurRad="38100" dist="38100" dir="2700000">
                              <a:srgbClr val="000000"/>
                            </a:outerShdw>
                          </a:effectLst>
                        </a:defRPr>
                      </a:lvl4pPr>
                      <a:lvl5pPr marL="2092325" lvl="4" indent="-337820">
                        <a:buBlip>
                          <a:blip r:embed="rId1"/>
                        </a:buBlip>
                        <a:defRPr sz="1800" kern="1200">
                          <a:effectLst>
                            <a:outerShdw blurRad="38100" dist="38100" dir="2700000">
                              <a:srgbClr val="000000"/>
                            </a:outerShdw>
                          </a:effectLst>
                        </a:defRPr>
                      </a:lvl5pPr>
                    </a:lstStyle>
                    <a:p>
                      <a:pPr marL="0" lvl="0" indent="0" algn="ctr">
                        <a:lnSpc>
                          <a:spcPct val="100000"/>
                        </a:lnSpc>
                        <a:spcBef>
                          <a:spcPct val="0"/>
                        </a:spcBef>
                        <a:buClr>
                          <a:srgbClr val="000000"/>
                        </a:buClr>
                        <a:buNone/>
                      </a:pPr>
                      <a:r>
                        <a:rPr lang="zh-CN" altLang="en-US" sz="1600" b="1">
                          <a:solidFill>
                            <a:schemeClr val="tx1"/>
                          </a:solidFill>
                          <a:latin typeface="Times New Roman" panose="02020603050405020304" charset="0"/>
                          <a:ea typeface="宋体" panose="02010600030101010101" pitchFamily="2" charset="-122"/>
                        </a:rPr>
                        <a:t>物 理 地 址</a:t>
                      </a:r>
                      <a:endParaRPr lang="zh-CN" altLang="en-US" sz="1600" b="1">
                        <a:solidFill>
                          <a:schemeClr val="tx1"/>
                        </a:solidFill>
                        <a:latin typeface="Times New Roman" panose="02020603050405020304" charset="0"/>
                        <a:ea typeface="宋体" panose="02010600030101010101" pitchFamily="2" charset="-122"/>
                      </a:endParaRPr>
                    </a:p>
                  </a:txBody>
                  <a:tcPr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wrap="square"/>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buBlip>
                          <a:blip r:embed="rId1"/>
                        </a:buBlip>
                        <a:defRPr sz="2400" kern="1200">
                          <a:effectLst>
                            <a:outerShdw blurRad="38100" dist="38100" dir="2700000">
                              <a:srgbClr val="000000"/>
                            </a:outerShdw>
                          </a:effectLst>
                        </a:defRPr>
                      </a:lvl2pPr>
                      <a:lvl3pPr marL="1428750" lvl="2" indent="-398145">
                        <a:buBlip>
                          <a:blip r:embed="rId1"/>
                        </a:buBlip>
                        <a:defRPr sz="2000" kern="1200">
                          <a:effectLst>
                            <a:outerShdw blurRad="38100" dist="38100" dir="2700000">
                              <a:srgbClr val="000000"/>
                            </a:outerShdw>
                          </a:effectLst>
                        </a:defRPr>
                      </a:lvl3pPr>
                      <a:lvl4pPr marL="1752600" lvl="3" indent="-321945">
                        <a:buBlip>
                          <a:blip r:embed="rId1"/>
                        </a:buBlip>
                        <a:defRPr sz="1800" kern="1200">
                          <a:effectLst>
                            <a:outerShdw blurRad="38100" dist="38100" dir="2700000">
                              <a:srgbClr val="000000"/>
                            </a:outerShdw>
                          </a:effectLst>
                        </a:defRPr>
                      </a:lvl4pPr>
                      <a:lvl5pPr marL="2092325" lvl="4" indent="-337820">
                        <a:buBlip>
                          <a:blip r:embed="rId1"/>
                        </a:buBlip>
                        <a:defRPr sz="1800" kern="1200">
                          <a:effectLst>
                            <a:outerShdw blurRad="38100" dist="38100" dir="2700000">
                              <a:srgbClr val="000000"/>
                            </a:outerShdw>
                          </a:effectLst>
                        </a:defRPr>
                      </a:lvl5pPr>
                    </a:lstStyle>
                    <a:p>
                      <a:pPr marL="0" lvl="0" indent="0" algn="ctr">
                        <a:lnSpc>
                          <a:spcPct val="100000"/>
                        </a:lnSpc>
                        <a:spcBef>
                          <a:spcPct val="0"/>
                        </a:spcBef>
                        <a:buClr>
                          <a:srgbClr val="000000"/>
                        </a:buClr>
                        <a:buNone/>
                      </a:pPr>
                      <a:r>
                        <a:rPr lang="zh-CN" altLang="en-US" sz="1600" b="1">
                          <a:solidFill>
                            <a:schemeClr val="tx1"/>
                          </a:solidFill>
                          <a:latin typeface="Times New Roman" panose="02020603050405020304" charset="0"/>
                          <a:ea typeface="宋体" panose="02010600030101010101" pitchFamily="2" charset="-122"/>
                        </a:rPr>
                        <a:t>其 他 信 息</a:t>
                      </a:r>
                      <a:endParaRPr lang="zh-CN" altLang="en-US" sz="1600" b="1">
                        <a:solidFill>
                          <a:schemeClr val="tx1"/>
                        </a:solidFill>
                        <a:latin typeface="Times New Roman" panose="02020603050405020304" charset="0"/>
                        <a:ea typeface="宋体" panose="02010600030101010101" pitchFamily="2" charset="-122"/>
                      </a:endParaRPr>
                    </a:p>
                  </a:txBody>
                  <a:tcPr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334962">
                <a:tc>
                  <a:txBody>
                    <a:bodyPr wrap="square"/>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buBlip>
                          <a:blip r:embed="rId1"/>
                        </a:buBlip>
                        <a:defRPr sz="2400" kern="1200">
                          <a:effectLst>
                            <a:outerShdw blurRad="38100" dist="38100" dir="2700000">
                              <a:srgbClr val="000000"/>
                            </a:outerShdw>
                          </a:effectLst>
                        </a:defRPr>
                      </a:lvl2pPr>
                      <a:lvl3pPr marL="1428750" lvl="2" indent="-398145">
                        <a:buBlip>
                          <a:blip r:embed="rId1"/>
                        </a:buBlip>
                        <a:defRPr sz="2000" kern="1200">
                          <a:effectLst>
                            <a:outerShdw blurRad="38100" dist="38100" dir="2700000">
                              <a:srgbClr val="000000"/>
                            </a:outerShdw>
                          </a:effectLst>
                        </a:defRPr>
                      </a:lvl3pPr>
                      <a:lvl4pPr marL="1752600" lvl="3" indent="-321945">
                        <a:buBlip>
                          <a:blip r:embed="rId1"/>
                        </a:buBlip>
                        <a:defRPr sz="1800" kern="1200">
                          <a:effectLst>
                            <a:outerShdw blurRad="38100" dist="38100" dir="2700000">
                              <a:srgbClr val="000000"/>
                            </a:outerShdw>
                          </a:effectLst>
                        </a:defRPr>
                      </a:lvl4pPr>
                      <a:lvl5pPr marL="2092325" lvl="4" indent="-337820">
                        <a:buBlip>
                          <a:blip r:embed="rId1"/>
                        </a:buBlip>
                        <a:defRPr sz="1800" kern="1200">
                          <a:effectLst>
                            <a:outerShdw blurRad="38100" dist="38100" dir="2700000">
                              <a:srgbClr val="000000"/>
                            </a:outerShdw>
                          </a:effectLst>
                        </a:defRPr>
                      </a:lvl5pPr>
                    </a:lstStyle>
                    <a:p>
                      <a:pPr marL="0" lvl="0" indent="0">
                        <a:lnSpc>
                          <a:spcPct val="100000"/>
                        </a:lnSpc>
                        <a:spcBef>
                          <a:spcPct val="0"/>
                        </a:spcBef>
                        <a:buClr>
                          <a:srgbClr val="000000"/>
                        </a:buClr>
                        <a:buNone/>
                      </a:pPr>
                      <a:r>
                        <a:rPr lang="en-US" altLang="zh-CN" sz="1600" b="1">
                          <a:solidFill>
                            <a:schemeClr val="tx1"/>
                          </a:solidFill>
                          <a:latin typeface="Times New Roman" panose="02020603050405020304" charset="0"/>
                          <a:ea typeface="宋体" panose="02010600030101010101" pitchFamily="2" charset="-122"/>
                        </a:rPr>
                        <a:t>pa</a:t>
                      </a:r>
                      <a:endParaRPr lang="en-US" altLang="zh-CN" sz="1600" b="1">
                        <a:solidFill>
                          <a:schemeClr val="tx1"/>
                        </a:solidFill>
                        <a:latin typeface="Times New Roman" panose="02020603050405020304" charset="0"/>
                        <a:ea typeface="宋体" panose="02010600030101010101" pitchFamily="2" charset="-122"/>
                      </a:endParaRPr>
                    </a:p>
                  </a:txBody>
                  <a:tcPr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wrap="square"/>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buBlip>
                          <a:blip r:embed="rId1"/>
                        </a:buBlip>
                        <a:defRPr sz="2400" kern="1200">
                          <a:effectLst>
                            <a:outerShdw blurRad="38100" dist="38100" dir="2700000">
                              <a:srgbClr val="000000"/>
                            </a:outerShdw>
                          </a:effectLst>
                        </a:defRPr>
                      </a:lvl2pPr>
                      <a:lvl3pPr marL="1428750" lvl="2" indent="-398145">
                        <a:buBlip>
                          <a:blip r:embed="rId1"/>
                        </a:buBlip>
                        <a:defRPr sz="2000" kern="1200">
                          <a:effectLst>
                            <a:outerShdw blurRad="38100" dist="38100" dir="2700000">
                              <a:srgbClr val="000000"/>
                            </a:outerShdw>
                          </a:effectLst>
                        </a:defRPr>
                      </a:lvl3pPr>
                      <a:lvl4pPr marL="1752600" lvl="3" indent="-321945">
                        <a:buBlip>
                          <a:blip r:embed="rId1"/>
                        </a:buBlip>
                        <a:defRPr sz="1800" kern="1200">
                          <a:effectLst>
                            <a:outerShdw blurRad="38100" dist="38100" dir="2700000">
                              <a:srgbClr val="000000"/>
                            </a:outerShdw>
                          </a:effectLst>
                        </a:defRPr>
                      </a:lvl4pPr>
                      <a:lvl5pPr marL="2092325" lvl="4" indent="-337820">
                        <a:buBlip>
                          <a:blip r:embed="rId1"/>
                        </a:buBlip>
                        <a:defRPr sz="1800" kern="1200">
                          <a:effectLst>
                            <a:outerShdw blurRad="38100" dist="38100" dir="2700000">
                              <a:srgbClr val="000000"/>
                            </a:outerShdw>
                          </a:effectLst>
                        </a:defRPr>
                      </a:lvl5pPr>
                    </a:lstStyle>
                    <a:p>
                      <a:pPr marL="0" lvl="0" indent="0">
                        <a:buNone/>
                      </a:pPr>
                      <a:endParaRPr sz="1600" b="1">
                        <a:ea typeface="宋体" panose="02010600030101010101" pitchFamily="2" charset="-122"/>
                      </a:endParaRPr>
                    </a:p>
                  </a:txBody>
                  <a:tcPr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wrap="square"/>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buBlip>
                          <a:blip r:embed="rId1"/>
                        </a:buBlip>
                        <a:defRPr sz="2400" kern="1200">
                          <a:effectLst>
                            <a:outerShdw blurRad="38100" dist="38100" dir="2700000">
                              <a:srgbClr val="000000"/>
                            </a:outerShdw>
                          </a:effectLst>
                        </a:defRPr>
                      </a:lvl2pPr>
                      <a:lvl3pPr marL="1428750" lvl="2" indent="-398145">
                        <a:buBlip>
                          <a:blip r:embed="rId1"/>
                        </a:buBlip>
                        <a:defRPr sz="2000" kern="1200">
                          <a:effectLst>
                            <a:outerShdw blurRad="38100" dist="38100" dir="2700000">
                              <a:srgbClr val="000000"/>
                            </a:outerShdw>
                          </a:effectLst>
                        </a:defRPr>
                      </a:lvl3pPr>
                      <a:lvl4pPr marL="1752600" lvl="3" indent="-321945">
                        <a:buBlip>
                          <a:blip r:embed="rId1"/>
                        </a:buBlip>
                        <a:defRPr sz="1800" kern="1200">
                          <a:effectLst>
                            <a:outerShdw blurRad="38100" dist="38100" dir="2700000">
                              <a:srgbClr val="000000"/>
                            </a:outerShdw>
                          </a:effectLst>
                        </a:defRPr>
                      </a:lvl4pPr>
                      <a:lvl5pPr marL="2092325" lvl="4" indent="-337820">
                        <a:buBlip>
                          <a:blip r:embed="rId1"/>
                        </a:buBlip>
                        <a:defRPr sz="1800" kern="1200">
                          <a:effectLst>
                            <a:outerShdw blurRad="38100" dist="38100" dir="2700000">
                              <a:srgbClr val="000000"/>
                            </a:outerShdw>
                          </a:effectLst>
                        </a:defRPr>
                      </a:lvl5pPr>
                    </a:lstStyle>
                    <a:p>
                      <a:pPr marL="0" lvl="0" indent="0">
                        <a:buNone/>
                      </a:pPr>
                      <a:endParaRPr sz="1600" b="1">
                        <a:ea typeface="宋体" panose="02010600030101010101" pitchFamily="2" charset="-122"/>
                      </a:endParaRPr>
                    </a:p>
                  </a:txBody>
                  <a:tcPr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336550">
                <a:tc>
                  <a:txBody>
                    <a:bodyPr wrap="square"/>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buBlip>
                          <a:blip r:embed="rId1"/>
                        </a:buBlip>
                        <a:defRPr sz="2400" kern="1200">
                          <a:effectLst>
                            <a:outerShdw blurRad="38100" dist="38100" dir="2700000">
                              <a:srgbClr val="000000"/>
                            </a:outerShdw>
                          </a:effectLst>
                        </a:defRPr>
                      </a:lvl2pPr>
                      <a:lvl3pPr marL="1428750" lvl="2" indent="-398145">
                        <a:buBlip>
                          <a:blip r:embed="rId1"/>
                        </a:buBlip>
                        <a:defRPr sz="2000" kern="1200">
                          <a:effectLst>
                            <a:outerShdw blurRad="38100" dist="38100" dir="2700000">
                              <a:srgbClr val="000000"/>
                            </a:outerShdw>
                          </a:effectLst>
                        </a:defRPr>
                      </a:lvl3pPr>
                      <a:lvl4pPr marL="1752600" lvl="3" indent="-321945">
                        <a:buBlip>
                          <a:blip r:embed="rId1"/>
                        </a:buBlip>
                        <a:defRPr sz="1800" kern="1200">
                          <a:effectLst>
                            <a:outerShdw blurRad="38100" dist="38100" dir="2700000">
                              <a:srgbClr val="000000"/>
                            </a:outerShdw>
                          </a:effectLst>
                        </a:defRPr>
                      </a:lvl4pPr>
                      <a:lvl5pPr marL="2092325" lvl="4" indent="-337820">
                        <a:buBlip>
                          <a:blip r:embed="rId1"/>
                        </a:buBlip>
                        <a:defRPr sz="1800" kern="1200">
                          <a:effectLst>
                            <a:outerShdw blurRad="38100" dist="38100" dir="2700000">
                              <a:srgbClr val="000000"/>
                            </a:outerShdw>
                          </a:effectLst>
                        </a:defRPr>
                      </a:lvl5pPr>
                    </a:lstStyle>
                    <a:p>
                      <a:pPr marL="0" lvl="0" indent="0">
                        <a:lnSpc>
                          <a:spcPct val="100000"/>
                        </a:lnSpc>
                        <a:spcBef>
                          <a:spcPct val="0"/>
                        </a:spcBef>
                        <a:buClr>
                          <a:srgbClr val="000000"/>
                        </a:buClr>
                        <a:buNone/>
                      </a:pPr>
                      <a:r>
                        <a:rPr lang="en-US" altLang="zh-CN" sz="1600" b="1">
                          <a:solidFill>
                            <a:schemeClr val="tx1"/>
                          </a:solidFill>
                          <a:latin typeface="Times New Roman" panose="02020603050405020304" charset="0"/>
                          <a:ea typeface="宋体" panose="02010600030101010101" pitchFamily="2" charset="-122"/>
                        </a:rPr>
                        <a:t>test</a:t>
                      </a:r>
                      <a:endParaRPr lang="en-US" altLang="zh-CN" sz="1600" b="1">
                        <a:solidFill>
                          <a:schemeClr val="tx1"/>
                        </a:solidFill>
                        <a:latin typeface="Times New Roman" panose="02020603050405020304" charset="0"/>
                        <a:ea typeface="宋体" panose="02010600030101010101" pitchFamily="2" charset="-122"/>
                      </a:endParaRPr>
                    </a:p>
                  </a:txBody>
                  <a:tcPr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wrap="square"/>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buBlip>
                          <a:blip r:embed="rId1"/>
                        </a:buBlip>
                        <a:defRPr sz="2400" kern="1200">
                          <a:effectLst>
                            <a:outerShdw blurRad="38100" dist="38100" dir="2700000">
                              <a:srgbClr val="000000"/>
                            </a:outerShdw>
                          </a:effectLst>
                        </a:defRPr>
                      </a:lvl2pPr>
                      <a:lvl3pPr marL="1428750" lvl="2" indent="-398145">
                        <a:buBlip>
                          <a:blip r:embed="rId1"/>
                        </a:buBlip>
                        <a:defRPr sz="2000" kern="1200">
                          <a:effectLst>
                            <a:outerShdw blurRad="38100" dist="38100" dir="2700000">
                              <a:srgbClr val="000000"/>
                            </a:outerShdw>
                          </a:effectLst>
                        </a:defRPr>
                      </a:lvl3pPr>
                      <a:lvl4pPr marL="1752600" lvl="3" indent="-321945">
                        <a:buBlip>
                          <a:blip r:embed="rId1"/>
                        </a:buBlip>
                        <a:defRPr sz="1800" kern="1200">
                          <a:effectLst>
                            <a:outerShdw blurRad="38100" dist="38100" dir="2700000">
                              <a:srgbClr val="000000"/>
                            </a:outerShdw>
                          </a:effectLst>
                        </a:defRPr>
                      </a:lvl4pPr>
                      <a:lvl5pPr marL="2092325" lvl="4" indent="-337820">
                        <a:buBlip>
                          <a:blip r:embed="rId1"/>
                        </a:buBlip>
                        <a:defRPr sz="1800" kern="1200">
                          <a:effectLst>
                            <a:outerShdw blurRad="38100" dist="38100" dir="2700000">
                              <a:srgbClr val="000000"/>
                            </a:outerShdw>
                          </a:effectLst>
                        </a:defRPr>
                      </a:lvl5pPr>
                    </a:lstStyle>
                    <a:p>
                      <a:pPr marL="0" lvl="0" indent="0">
                        <a:buNone/>
                      </a:pPr>
                      <a:endParaRPr sz="1600" b="1">
                        <a:ea typeface="宋体" panose="02010600030101010101" pitchFamily="2" charset="-122"/>
                      </a:endParaRPr>
                    </a:p>
                  </a:txBody>
                  <a:tcPr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wrap="square"/>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buBlip>
                          <a:blip r:embed="rId1"/>
                        </a:buBlip>
                        <a:defRPr sz="2400" kern="1200">
                          <a:effectLst>
                            <a:outerShdw blurRad="38100" dist="38100" dir="2700000">
                              <a:srgbClr val="000000"/>
                            </a:outerShdw>
                          </a:effectLst>
                        </a:defRPr>
                      </a:lvl2pPr>
                      <a:lvl3pPr marL="1428750" lvl="2" indent="-398145">
                        <a:buBlip>
                          <a:blip r:embed="rId1"/>
                        </a:buBlip>
                        <a:defRPr sz="2000" kern="1200">
                          <a:effectLst>
                            <a:outerShdw blurRad="38100" dist="38100" dir="2700000">
                              <a:srgbClr val="000000"/>
                            </a:outerShdw>
                          </a:effectLst>
                        </a:defRPr>
                      </a:lvl3pPr>
                      <a:lvl4pPr marL="1752600" lvl="3" indent="-321945">
                        <a:buBlip>
                          <a:blip r:embed="rId1"/>
                        </a:buBlip>
                        <a:defRPr sz="1800" kern="1200">
                          <a:effectLst>
                            <a:outerShdw blurRad="38100" dist="38100" dir="2700000">
                              <a:srgbClr val="000000"/>
                            </a:outerShdw>
                          </a:effectLst>
                        </a:defRPr>
                      </a:lvl4pPr>
                      <a:lvl5pPr marL="2092325" lvl="4" indent="-337820">
                        <a:buBlip>
                          <a:blip r:embed="rId1"/>
                        </a:buBlip>
                        <a:defRPr sz="1800" kern="1200">
                          <a:effectLst>
                            <a:outerShdw blurRad="38100" dist="38100" dir="2700000">
                              <a:srgbClr val="000000"/>
                            </a:outerShdw>
                          </a:effectLst>
                        </a:defRPr>
                      </a:lvl5pPr>
                    </a:lstStyle>
                    <a:p>
                      <a:pPr marL="0" lvl="0" indent="0">
                        <a:buNone/>
                      </a:pPr>
                      <a:endParaRPr sz="1600" b="1">
                        <a:ea typeface="宋体" panose="02010600030101010101" pitchFamily="2" charset="-122"/>
                      </a:endParaRPr>
                    </a:p>
                  </a:txBody>
                  <a:tcPr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336550">
                <a:tc>
                  <a:txBody>
                    <a:bodyPr wrap="square"/>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buBlip>
                          <a:blip r:embed="rId1"/>
                        </a:buBlip>
                        <a:defRPr sz="2400" kern="1200">
                          <a:effectLst>
                            <a:outerShdw blurRad="38100" dist="38100" dir="2700000">
                              <a:srgbClr val="000000"/>
                            </a:outerShdw>
                          </a:effectLst>
                        </a:defRPr>
                      </a:lvl2pPr>
                      <a:lvl3pPr marL="1428750" lvl="2" indent="-398145">
                        <a:buBlip>
                          <a:blip r:embed="rId1"/>
                        </a:buBlip>
                        <a:defRPr sz="2000" kern="1200">
                          <a:effectLst>
                            <a:outerShdw blurRad="38100" dist="38100" dir="2700000">
                              <a:srgbClr val="000000"/>
                            </a:outerShdw>
                          </a:effectLst>
                        </a:defRPr>
                      </a:lvl3pPr>
                      <a:lvl4pPr marL="1752600" lvl="3" indent="-321945">
                        <a:buBlip>
                          <a:blip r:embed="rId1"/>
                        </a:buBlip>
                        <a:defRPr sz="1800" kern="1200">
                          <a:effectLst>
                            <a:outerShdw blurRad="38100" dist="38100" dir="2700000">
                              <a:srgbClr val="000000"/>
                            </a:outerShdw>
                          </a:effectLst>
                        </a:defRPr>
                      </a:lvl4pPr>
                      <a:lvl5pPr marL="2092325" lvl="4" indent="-337820">
                        <a:buBlip>
                          <a:blip r:embed="rId1"/>
                        </a:buBlip>
                        <a:defRPr sz="1800" kern="1200">
                          <a:effectLst>
                            <a:outerShdw blurRad="38100" dist="38100" dir="2700000">
                              <a:srgbClr val="000000"/>
                            </a:outerShdw>
                          </a:effectLst>
                        </a:defRPr>
                      </a:lvl5pPr>
                    </a:lstStyle>
                    <a:p>
                      <a:pPr marL="0" lvl="0" indent="0">
                        <a:lnSpc>
                          <a:spcPct val="100000"/>
                        </a:lnSpc>
                        <a:spcBef>
                          <a:spcPct val="0"/>
                        </a:spcBef>
                        <a:buClr>
                          <a:srgbClr val="000000"/>
                        </a:buClr>
                        <a:buNone/>
                      </a:pPr>
                      <a:r>
                        <a:rPr lang="en-US" altLang="zh-CN" sz="1600" b="1">
                          <a:solidFill>
                            <a:schemeClr val="tx1"/>
                          </a:solidFill>
                          <a:latin typeface="Times New Roman" panose="02020603050405020304" charset="0"/>
                          <a:ea typeface="宋体" panose="02010600030101010101" pitchFamily="2" charset="-122"/>
                        </a:rPr>
                        <a:t>compiler</a:t>
                      </a:r>
                      <a:endParaRPr lang="en-US" altLang="zh-CN" sz="1600" b="1">
                        <a:solidFill>
                          <a:schemeClr val="tx1"/>
                        </a:solidFill>
                        <a:latin typeface="Times New Roman" panose="02020603050405020304" charset="0"/>
                        <a:ea typeface="宋体" panose="02010600030101010101" pitchFamily="2" charset="-122"/>
                      </a:endParaRPr>
                    </a:p>
                  </a:txBody>
                  <a:tcPr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wrap="square"/>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buBlip>
                          <a:blip r:embed="rId1"/>
                        </a:buBlip>
                        <a:defRPr sz="2400" kern="1200">
                          <a:effectLst>
                            <a:outerShdw blurRad="38100" dist="38100" dir="2700000">
                              <a:srgbClr val="000000"/>
                            </a:outerShdw>
                          </a:effectLst>
                        </a:defRPr>
                      </a:lvl2pPr>
                      <a:lvl3pPr marL="1428750" lvl="2" indent="-398145">
                        <a:buBlip>
                          <a:blip r:embed="rId1"/>
                        </a:buBlip>
                        <a:defRPr sz="2000" kern="1200">
                          <a:effectLst>
                            <a:outerShdw blurRad="38100" dist="38100" dir="2700000">
                              <a:srgbClr val="000000"/>
                            </a:outerShdw>
                          </a:effectLst>
                        </a:defRPr>
                      </a:lvl3pPr>
                      <a:lvl4pPr marL="1752600" lvl="3" indent="-321945">
                        <a:buBlip>
                          <a:blip r:embed="rId1"/>
                        </a:buBlip>
                        <a:defRPr sz="1800" kern="1200">
                          <a:effectLst>
                            <a:outerShdw blurRad="38100" dist="38100" dir="2700000">
                              <a:srgbClr val="000000"/>
                            </a:outerShdw>
                          </a:effectLst>
                        </a:defRPr>
                      </a:lvl4pPr>
                      <a:lvl5pPr marL="2092325" lvl="4" indent="-337820">
                        <a:buBlip>
                          <a:blip r:embed="rId1"/>
                        </a:buBlip>
                        <a:defRPr sz="1800" kern="1200">
                          <a:effectLst>
                            <a:outerShdw blurRad="38100" dist="38100" dir="2700000">
                              <a:srgbClr val="000000"/>
                            </a:outerShdw>
                          </a:effectLst>
                        </a:defRPr>
                      </a:lvl5pPr>
                    </a:lstStyle>
                    <a:p>
                      <a:pPr marL="0" lvl="0" indent="0">
                        <a:buNone/>
                      </a:pPr>
                      <a:endParaRPr sz="1600" b="1">
                        <a:ea typeface="宋体" panose="02010600030101010101" pitchFamily="2" charset="-122"/>
                      </a:endParaRPr>
                    </a:p>
                  </a:txBody>
                  <a:tcPr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wrap="square"/>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buBlip>
                          <a:blip r:embed="rId1"/>
                        </a:buBlip>
                        <a:defRPr sz="2400" kern="1200">
                          <a:effectLst>
                            <a:outerShdw blurRad="38100" dist="38100" dir="2700000">
                              <a:srgbClr val="000000"/>
                            </a:outerShdw>
                          </a:effectLst>
                        </a:defRPr>
                      </a:lvl2pPr>
                      <a:lvl3pPr marL="1428750" lvl="2" indent="-398145">
                        <a:buBlip>
                          <a:blip r:embed="rId1"/>
                        </a:buBlip>
                        <a:defRPr sz="2000" kern="1200">
                          <a:effectLst>
                            <a:outerShdw blurRad="38100" dist="38100" dir="2700000">
                              <a:srgbClr val="000000"/>
                            </a:outerShdw>
                          </a:effectLst>
                        </a:defRPr>
                      </a:lvl3pPr>
                      <a:lvl4pPr marL="1752600" lvl="3" indent="-321945">
                        <a:buBlip>
                          <a:blip r:embed="rId1"/>
                        </a:buBlip>
                        <a:defRPr sz="1800" kern="1200">
                          <a:effectLst>
                            <a:outerShdw blurRad="38100" dist="38100" dir="2700000">
                              <a:srgbClr val="000000"/>
                            </a:outerShdw>
                          </a:effectLst>
                        </a:defRPr>
                      </a:lvl4pPr>
                      <a:lvl5pPr marL="2092325" lvl="4" indent="-337820">
                        <a:buBlip>
                          <a:blip r:embed="rId1"/>
                        </a:buBlip>
                        <a:defRPr sz="1800" kern="1200">
                          <a:effectLst>
                            <a:outerShdw blurRad="38100" dist="38100" dir="2700000">
                              <a:srgbClr val="000000"/>
                            </a:outerShdw>
                          </a:effectLst>
                        </a:defRPr>
                      </a:lvl5pPr>
                    </a:lstStyle>
                    <a:p>
                      <a:pPr marL="0" lvl="0" indent="0">
                        <a:buNone/>
                      </a:pPr>
                      <a:endParaRPr sz="1600" b="1">
                        <a:ea typeface="宋体" panose="02010600030101010101" pitchFamily="2" charset="-122"/>
                      </a:endParaRPr>
                    </a:p>
                  </a:txBody>
                  <a:tcPr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334963">
                <a:tc>
                  <a:txBody>
                    <a:bodyPr wrap="square"/>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buBlip>
                          <a:blip r:embed="rId1"/>
                        </a:buBlip>
                        <a:defRPr sz="2400" kern="1200">
                          <a:effectLst>
                            <a:outerShdw blurRad="38100" dist="38100" dir="2700000">
                              <a:srgbClr val="000000"/>
                            </a:outerShdw>
                          </a:effectLst>
                        </a:defRPr>
                      </a:lvl2pPr>
                      <a:lvl3pPr marL="1428750" lvl="2" indent="-398145">
                        <a:buBlip>
                          <a:blip r:embed="rId1"/>
                        </a:buBlip>
                        <a:defRPr sz="2000" kern="1200">
                          <a:effectLst>
                            <a:outerShdw blurRad="38100" dist="38100" dir="2700000">
                              <a:srgbClr val="000000"/>
                            </a:outerShdw>
                          </a:effectLst>
                        </a:defRPr>
                      </a:lvl3pPr>
                      <a:lvl4pPr marL="1752600" lvl="3" indent="-321945">
                        <a:buBlip>
                          <a:blip r:embed="rId1"/>
                        </a:buBlip>
                        <a:defRPr sz="1800" kern="1200">
                          <a:effectLst>
                            <a:outerShdw blurRad="38100" dist="38100" dir="2700000">
                              <a:srgbClr val="000000"/>
                            </a:outerShdw>
                          </a:effectLst>
                        </a:defRPr>
                      </a:lvl4pPr>
                      <a:lvl5pPr marL="2092325" lvl="4" indent="-337820">
                        <a:buBlip>
                          <a:blip r:embed="rId1"/>
                        </a:buBlip>
                        <a:defRPr sz="1800" kern="1200">
                          <a:effectLst>
                            <a:outerShdw blurRad="38100" dist="38100" dir="2700000">
                              <a:srgbClr val="000000"/>
                            </a:outerShdw>
                          </a:effectLst>
                        </a:defRPr>
                      </a:lvl5pPr>
                    </a:lstStyle>
                    <a:p>
                      <a:pPr marL="0" lvl="0" indent="0">
                        <a:lnSpc>
                          <a:spcPct val="100000"/>
                        </a:lnSpc>
                        <a:spcBef>
                          <a:spcPct val="0"/>
                        </a:spcBef>
                        <a:buClr>
                          <a:srgbClr val="000000"/>
                        </a:buClr>
                        <a:buNone/>
                      </a:pPr>
                      <a:r>
                        <a:rPr lang="en-US" altLang="zh-CN" sz="1600" b="1">
                          <a:solidFill>
                            <a:schemeClr val="tx1"/>
                          </a:solidFill>
                          <a:latin typeface="Times New Roman" panose="02020603050405020304" charset="0"/>
                          <a:ea typeface="宋体" panose="02010600030101010101" pitchFamily="2" charset="-122"/>
                        </a:rPr>
                        <a:t>assembler</a:t>
                      </a:r>
                      <a:endParaRPr lang="en-US" altLang="zh-CN" sz="1600" b="1">
                        <a:solidFill>
                          <a:schemeClr val="tx1"/>
                        </a:solidFill>
                        <a:latin typeface="Times New Roman" panose="02020603050405020304" charset="0"/>
                        <a:ea typeface="宋体" panose="02010600030101010101" pitchFamily="2" charset="-122"/>
                      </a:endParaRPr>
                    </a:p>
                  </a:txBody>
                  <a:tcPr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wrap="square"/>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buBlip>
                          <a:blip r:embed="rId1"/>
                        </a:buBlip>
                        <a:defRPr sz="2400" kern="1200">
                          <a:effectLst>
                            <a:outerShdw blurRad="38100" dist="38100" dir="2700000">
                              <a:srgbClr val="000000"/>
                            </a:outerShdw>
                          </a:effectLst>
                        </a:defRPr>
                      </a:lvl2pPr>
                      <a:lvl3pPr marL="1428750" lvl="2" indent="-398145">
                        <a:buBlip>
                          <a:blip r:embed="rId1"/>
                        </a:buBlip>
                        <a:defRPr sz="2000" kern="1200">
                          <a:effectLst>
                            <a:outerShdw blurRad="38100" dist="38100" dir="2700000">
                              <a:srgbClr val="000000"/>
                            </a:outerShdw>
                          </a:effectLst>
                        </a:defRPr>
                      </a:lvl3pPr>
                      <a:lvl4pPr marL="1752600" lvl="3" indent="-321945">
                        <a:buBlip>
                          <a:blip r:embed="rId1"/>
                        </a:buBlip>
                        <a:defRPr sz="1800" kern="1200">
                          <a:effectLst>
                            <a:outerShdw blurRad="38100" dist="38100" dir="2700000">
                              <a:srgbClr val="000000"/>
                            </a:outerShdw>
                          </a:effectLst>
                        </a:defRPr>
                      </a:lvl4pPr>
                      <a:lvl5pPr marL="2092325" lvl="4" indent="-337820">
                        <a:buBlip>
                          <a:blip r:embed="rId1"/>
                        </a:buBlip>
                        <a:defRPr sz="1800" kern="1200">
                          <a:effectLst>
                            <a:outerShdw blurRad="38100" dist="38100" dir="2700000">
                              <a:srgbClr val="000000"/>
                            </a:outerShdw>
                          </a:effectLst>
                        </a:defRPr>
                      </a:lvl5pPr>
                    </a:lstStyle>
                    <a:p>
                      <a:pPr marL="0" lvl="0" indent="0">
                        <a:buNone/>
                      </a:pPr>
                      <a:endParaRPr sz="1600" b="1">
                        <a:ea typeface="宋体" panose="02010600030101010101" pitchFamily="2" charset="-122"/>
                      </a:endParaRPr>
                    </a:p>
                  </a:txBody>
                  <a:tcPr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wrap="square"/>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buBlip>
                          <a:blip r:embed="rId1"/>
                        </a:buBlip>
                        <a:defRPr sz="2400" kern="1200">
                          <a:effectLst>
                            <a:outerShdw blurRad="38100" dist="38100" dir="2700000">
                              <a:srgbClr val="000000"/>
                            </a:outerShdw>
                          </a:effectLst>
                        </a:defRPr>
                      </a:lvl2pPr>
                      <a:lvl3pPr marL="1428750" lvl="2" indent="-398145">
                        <a:buBlip>
                          <a:blip r:embed="rId1"/>
                        </a:buBlip>
                        <a:defRPr sz="2000" kern="1200">
                          <a:effectLst>
                            <a:outerShdw blurRad="38100" dist="38100" dir="2700000">
                              <a:srgbClr val="000000"/>
                            </a:outerShdw>
                          </a:effectLst>
                        </a:defRPr>
                      </a:lvl3pPr>
                      <a:lvl4pPr marL="1752600" lvl="3" indent="-321945">
                        <a:buBlip>
                          <a:blip r:embed="rId1"/>
                        </a:buBlip>
                        <a:defRPr sz="1800" kern="1200">
                          <a:effectLst>
                            <a:outerShdw blurRad="38100" dist="38100" dir="2700000">
                              <a:srgbClr val="000000"/>
                            </a:outerShdw>
                          </a:effectLst>
                        </a:defRPr>
                      </a:lvl4pPr>
                      <a:lvl5pPr marL="2092325" lvl="4" indent="-337820">
                        <a:buBlip>
                          <a:blip r:embed="rId1"/>
                        </a:buBlip>
                        <a:defRPr sz="1800" kern="1200">
                          <a:effectLst>
                            <a:outerShdw blurRad="38100" dist="38100" dir="2700000">
                              <a:srgbClr val="000000"/>
                            </a:outerShdw>
                          </a:effectLst>
                        </a:defRPr>
                      </a:lvl5pPr>
                    </a:lstStyle>
                    <a:p>
                      <a:pPr marL="0" lvl="0" indent="0">
                        <a:buNone/>
                      </a:pPr>
                      <a:endParaRPr sz="1600" b="1">
                        <a:ea typeface="宋体" panose="02010600030101010101" pitchFamily="2" charset="-122"/>
                      </a:endParaRPr>
                    </a:p>
                  </a:txBody>
                  <a:tcPr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334962">
                <a:tc>
                  <a:txBody>
                    <a:bodyPr wrap="square"/>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buBlip>
                          <a:blip r:embed="rId1"/>
                        </a:buBlip>
                        <a:defRPr sz="2400" kern="1200">
                          <a:effectLst>
                            <a:outerShdw blurRad="38100" dist="38100" dir="2700000">
                              <a:srgbClr val="000000"/>
                            </a:outerShdw>
                          </a:effectLst>
                        </a:defRPr>
                      </a:lvl2pPr>
                      <a:lvl3pPr marL="1428750" lvl="2" indent="-398145">
                        <a:buBlip>
                          <a:blip r:embed="rId1"/>
                        </a:buBlip>
                        <a:defRPr sz="2000" kern="1200">
                          <a:effectLst>
                            <a:outerShdw blurRad="38100" dist="38100" dir="2700000">
                              <a:srgbClr val="000000"/>
                            </a:outerShdw>
                          </a:effectLst>
                        </a:defRPr>
                      </a:lvl3pPr>
                      <a:lvl4pPr marL="1752600" lvl="3" indent="-321945">
                        <a:buBlip>
                          <a:blip r:embed="rId1"/>
                        </a:buBlip>
                        <a:defRPr sz="1800" kern="1200">
                          <a:effectLst>
                            <a:outerShdw blurRad="38100" dist="38100" dir="2700000">
                              <a:srgbClr val="000000"/>
                            </a:outerShdw>
                          </a:effectLst>
                        </a:defRPr>
                      </a:lvl4pPr>
                      <a:lvl5pPr marL="2092325" lvl="4" indent="-337820">
                        <a:buBlip>
                          <a:blip r:embed="rId1"/>
                        </a:buBlip>
                        <a:defRPr sz="1800" kern="1200">
                          <a:effectLst>
                            <a:outerShdw blurRad="38100" dist="38100" dir="2700000">
                              <a:srgbClr val="000000"/>
                            </a:outerShdw>
                          </a:effectLst>
                        </a:defRPr>
                      </a:lvl5pPr>
                    </a:lstStyle>
                    <a:p>
                      <a:pPr marL="0" lvl="0" indent="0">
                        <a:lnSpc>
                          <a:spcPct val="100000"/>
                        </a:lnSpc>
                        <a:spcBef>
                          <a:spcPct val="0"/>
                        </a:spcBef>
                        <a:buClr>
                          <a:srgbClr val="000000"/>
                        </a:buClr>
                        <a:buNone/>
                      </a:pPr>
                      <a:r>
                        <a:rPr lang="en-US" altLang="zh-CN" sz="1600" b="1">
                          <a:solidFill>
                            <a:schemeClr val="tx1"/>
                          </a:solidFill>
                          <a:latin typeface="Times New Roman" panose="02020603050405020304" charset="0"/>
                          <a:ea typeface="宋体" panose="02010600030101010101" pitchFamily="2" charset="-122"/>
                        </a:rPr>
                        <a:t>abc</a:t>
                      </a:r>
                      <a:endParaRPr lang="en-US" altLang="zh-CN" sz="1600" b="1">
                        <a:solidFill>
                          <a:schemeClr val="tx1"/>
                        </a:solidFill>
                        <a:latin typeface="Times New Roman" panose="02020603050405020304" charset="0"/>
                        <a:ea typeface="宋体" panose="02010600030101010101" pitchFamily="2" charset="-122"/>
                      </a:endParaRPr>
                    </a:p>
                  </a:txBody>
                  <a:tcPr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wrap="square"/>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buBlip>
                          <a:blip r:embed="rId1"/>
                        </a:buBlip>
                        <a:defRPr sz="2400" kern="1200">
                          <a:effectLst>
                            <a:outerShdw blurRad="38100" dist="38100" dir="2700000">
                              <a:srgbClr val="000000"/>
                            </a:outerShdw>
                          </a:effectLst>
                        </a:defRPr>
                      </a:lvl2pPr>
                      <a:lvl3pPr marL="1428750" lvl="2" indent="-398145">
                        <a:buBlip>
                          <a:blip r:embed="rId1"/>
                        </a:buBlip>
                        <a:defRPr sz="2000" kern="1200">
                          <a:effectLst>
                            <a:outerShdw blurRad="38100" dist="38100" dir="2700000">
                              <a:srgbClr val="000000"/>
                            </a:outerShdw>
                          </a:effectLst>
                        </a:defRPr>
                      </a:lvl3pPr>
                      <a:lvl4pPr marL="1752600" lvl="3" indent="-321945">
                        <a:buBlip>
                          <a:blip r:embed="rId1"/>
                        </a:buBlip>
                        <a:defRPr sz="1800" kern="1200">
                          <a:effectLst>
                            <a:outerShdw blurRad="38100" dist="38100" dir="2700000">
                              <a:srgbClr val="000000"/>
                            </a:outerShdw>
                          </a:effectLst>
                        </a:defRPr>
                      </a:lvl4pPr>
                      <a:lvl5pPr marL="2092325" lvl="4" indent="-337820">
                        <a:buBlip>
                          <a:blip r:embed="rId1"/>
                        </a:buBlip>
                        <a:defRPr sz="1800" kern="1200">
                          <a:effectLst>
                            <a:outerShdw blurRad="38100" dist="38100" dir="2700000">
                              <a:srgbClr val="000000"/>
                            </a:outerShdw>
                          </a:effectLst>
                        </a:defRPr>
                      </a:lvl5pPr>
                    </a:lstStyle>
                    <a:p>
                      <a:pPr marL="0" lvl="0" indent="0">
                        <a:buNone/>
                      </a:pPr>
                      <a:endParaRPr sz="1600" b="1">
                        <a:ea typeface="宋体" panose="02010600030101010101" pitchFamily="2" charset="-122"/>
                      </a:endParaRPr>
                    </a:p>
                  </a:txBody>
                  <a:tcPr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wrap="square"/>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buBlip>
                          <a:blip r:embed="rId1"/>
                        </a:buBlip>
                        <a:defRPr sz="2400" kern="1200">
                          <a:effectLst>
                            <a:outerShdw blurRad="38100" dist="38100" dir="2700000">
                              <a:srgbClr val="000000"/>
                            </a:outerShdw>
                          </a:effectLst>
                        </a:defRPr>
                      </a:lvl2pPr>
                      <a:lvl3pPr marL="1428750" lvl="2" indent="-398145">
                        <a:buBlip>
                          <a:blip r:embed="rId1"/>
                        </a:buBlip>
                        <a:defRPr sz="2000" kern="1200">
                          <a:effectLst>
                            <a:outerShdw blurRad="38100" dist="38100" dir="2700000">
                              <a:srgbClr val="000000"/>
                            </a:outerShdw>
                          </a:effectLst>
                        </a:defRPr>
                      </a:lvl3pPr>
                      <a:lvl4pPr marL="1752600" lvl="3" indent="-321945">
                        <a:buBlip>
                          <a:blip r:embed="rId1"/>
                        </a:buBlip>
                        <a:defRPr sz="1800" kern="1200">
                          <a:effectLst>
                            <a:outerShdw blurRad="38100" dist="38100" dir="2700000">
                              <a:srgbClr val="000000"/>
                            </a:outerShdw>
                          </a:effectLst>
                        </a:defRPr>
                      </a:lvl4pPr>
                      <a:lvl5pPr marL="2092325" lvl="4" indent="-337820">
                        <a:buBlip>
                          <a:blip r:embed="rId1"/>
                        </a:buBlip>
                        <a:defRPr sz="1800" kern="1200">
                          <a:effectLst>
                            <a:outerShdw blurRad="38100" dist="38100" dir="2700000">
                              <a:srgbClr val="000000"/>
                            </a:outerShdw>
                          </a:effectLst>
                        </a:defRPr>
                      </a:lvl5pPr>
                    </a:lstStyle>
                    <a:p>
                      <a:pPr marL="0" lvl="0" indent="0">
                        <a:buNone/>
                      </a:pPr>
                      <a:endParaRPr sz="1600" b="1">
                        <a:ea typeface="宋体" panose="02010600030101010101" pitchFamily="2" charset="-122"/>
                      </a:endParaRPr>
                    </a:p>
                  </a:txBody>
                  <a:tcPr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334963">
                <a:tc>
                  <a:txBody>
                    <a:bodyPr wrap="square"/>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buBlip>
                          <a:blip r:embed="rId1"/>
                        </a:buBlip>
                        <a:defRPr sz="2400" kern="1200">
                          <a:effectLst>
                            <a:outerShdw blurRad="38100" dist="38100" dir="2700000">
                              <a:srgbClr val="000000"/>
                            </a:outerShdw>
                          </a:effectLst>
                        </a:defRPr>
                      </a:lvl2pPr>
                      <a:lvl3pPr marL="1428750" lvl="2" indent="-398145">
                        <a:buBlip>
                          <a:blip r:embed="rId1"/>
                        </a:buBlip>
                        <a:defRPr sz="2000" kern="1200">
                          <a:effectLst>
                            <a:outerShdw blurRad="38100" dist="38100" dir="2700000">
                              <a:srgbClr val="000000"/>
                            </a:outerShdw>
                          </a:effectLst>
                        </a:defRPr>
                      </a:lvl3pPr>
                      <a:lvl4pPr marL="1752600" lvl="3" indent="-321945">
                        <a:buBlip>
                          <a:blip r:embed="rId1"/>
                        </a:buBlip>
                        <a:defRPr sz="1800" kern="1200">
                          <a:effectLst>
                            <a:outerShdw blurRad="38100" dist="38100" dir="2700000">
                              <a:srgbClr val="000000"/>
                            </a:outerShdw>
                          </a:effectLst>
                        </a:defRPr>
                      </a:lvl4pPr>
                      <a:lvl5pPr marL="2092325" lvl="4" indent="-337820">
                        <a:buBlip>
                          <a:blip r:embed="rId1"/>
                        </a:buBlip>
                        <a:defRPr sz="1800" kern="1200">
                          <a:effectLst>
                            <a:outerShdw blurRad="38100" dist="38100" dir="2700000">
                              <a:srgbClr val="000000"/>
                            </a:outerShdw>
                          </a:effectLst>
                        </a:defRPr>
                      </a:lvl5pPr>
                    </a:lstStyle>
                    <a:p>
                      <a:pPr marL="0" lvl="0" indent="0">
                        <a:lnSpc>
                          <a:spcPct val="100000"/>
                        </a:lnSpc>
                        <a:spcBef>
                          <a:spcPct val="0"/>
                        </a:spcBef>
                        <a:buClr>
                          <a:srgbClr val="000000"/>
                        </a:buClr>
                        <a:buNone/>
                      </a:pPr>
                      <a:r>
                        <a:rPr lang="en-US" altLang="zh-CN" sz="1600" b="1">
                          <a:solidFill>
                            <a:schemeClr val="tx1"/>
                          </a:solidFill>
                          <a:latin typeface="Times New Roman" panose="02020603050405020304" charset="0"/>
                          <a:ea typeface="宋体" panose="02010600030101010101" pitchFamily="2" charset="-122"/>
                        </a:rPr>
                        <a:t>wang</a:t>
                      </a:r>
                      <a:endParaRPr lang="en-US" altLang="zh-CN" sz="1600" b="1">
                        <a:solidFill>
                          <a:schemeClr val="tx1"/>
                        </a:solidFill>
                        <a:latin typeface="Times New Roman" panose="02020603050405020304" charset="0"/>
                        <a:ea typeface="宋体" panose="02010600030101010101" pitchFamily="2" charset="-122"/>
                      </a:endParaRPr>
                    </a:p>
                  </a:txBody>
                  <a:tcPr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wrap="square"/>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buBlip>
                          <a:blip r:embed="rId1"/>
                        </a:buBlip>
                        <a:defRPr sz="2400" kern="1200">
                          <a:effectLst>
                            <a:outerShdw blurRad="38100" dist="38100" dir="2700000">
                              <a:srgbClr val="000000"/>
                            </a:outerShdw>
                          </a:effectLst>
                        </a:defRPr>
                      </a:lvl2pPr>
                      <a:lvl3pPr marL="1428750" lvl="2" indent="-398145">
                        <a:buBlip>
                          <a:blip r:embed="rId1"/>
                        </a:buBlip>
                        <a:defRPr sz="2000" kern="1200">
                          <a:effectLst>
                            <a:outerShdw blurRad="38100" dist="38100" dir="2700000">
                              <a:srgbClr val="000000"/>
                            </a:outerShdw>
                          </a:effectLst>
                        </a:defRPr>
                      </a:lvl3pPr>
                      <a:lvl4pPr marL="1752600" lvl="3" indent="-321945">
                        <a:buBlip>
                          <a:blip r:embed="rId1"/>
                        </a:buBlip>
                        <a:defRPr sz="1800" kern="1200">
                          <a:effectLst>
                            <a:outerShdw blurRad="38100" dist="38100" dir="2700000">
                              <a:srgbClr val="000000"/>
                            </a:outerShdw>
                          </a:effectLst>
                        </a:defRPr>
                      </a:lvl4pPr>
                      <a:lvl5pPr marL="2092325" lvl="4" indent="-337820">
                        <a:buBlip>
                          <a:blip r:embed="rId1"/>
                        </a:buBlip>
                        <a:defRPr sz="1800" kern="1200">
                          <a:effectLst>
                            <a:outerShdw blurRad="38100" dist="38100" dir="2700000">
                              <a:srgbClr val="000000"/>
                            </a:outerShdw>
                          </a:effectLst>
                        </a:defRPr>
                      </a:lvl5pPr>
                    </a:lstStyle>
                    <a:p>
                      <a:pPr marL="0" lvl="0" indent="0">
                        <a:buNone/>
                      </a:pPr>
                      <a:endParaRPr sz="1600" b="1">
                        <a:ea typeface="宋体" panose="02010600030101010101" pitchFamily="2" charset="-122"/>
                      </a:endParaRPr>
                    </a:p>
                  </a:txBody>
                  <a:tcPr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wrap="square"/>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buBlip>
                          <a:blip r:embed="rId1"/>
                        </a:buBlip>
                        <a:defRPr sz="2400" kern="1200">
                          <a:effectLst>
                            <a:outerShdw blurRad="38100" dist="38100" dir="2700000">
                              <a:srgbClr val="000000"/>
                            </a:outerShdw>
                          </a:effectLst>
                        </a:defRPr>
                      </a:lvl2pPr>
                      <a:lvl3pPr marL="1428750" lvl="2" indent="-398145">
                        <a:buBlip>
                          <a:blip r:embed="rId1"/>
                        </a:buBlip>
                        <a:defRPr sz="2000" kern="1200">
                          <a:effectLst>
                            <a:outerShdw blurRad="38100" dist="38100" dir="2700000">
                              <a:srgbClr val="000000"/>
                            </a:outerShdw>
                          </a:effectLst>
                        </a:defRPr>
                      </a:lvl3pPr>
                      <a:lvl4pPr marL="1752600" lvl="3" indent="-321945">
                        <a:buBlip>
                          <a:blip r:embed="rId1"/>
                        </a:buBlip>
                        <a:defRPr sz="1800" kern="1200">
                          <a:effectLst>
                            <a:outerShdw blurRad="38100" dist="38100" dir="2700000">
                              <a:srgbClr val="000000"/>
                            </a:outerShdw>
                          </a:effectLst>
                        </a:defRPr>
                      </a:lvl4pPr>
                      <a:lvl5pPr marL="2092325" lvl="4" indent="-337820">
                        <a:buBlip>
                          <a:blip r:embed="rId1"/>
                        </a:buBlip>
                        <a:defRPr sz="1800" kern="1200">
                          <a:effectLst>
                            <a:outerShdw blurRad="38100" dist="38100" dir="2700000">
                              <a:srgbClr val="000000"/>
                            </a:outerShdw>
                          </a:effectLst>
                        </a:defRPr>
                      </a:lvl5pPr>
                    </a:lstStyle>
                    <a:p>
                      <a:pPr marL="0" lvl="0" indent="0">
                        <a:buNone/>
                      </a:pPr>
                      <a:endParaRPr sz="1600" b="1">
                        <a:ea typeface="宋体" panose="02010600030101010101" pitchFamily="2" charset="-122"/>
                      </a:endParaRPr>
                    </a:p>
                  </a:txBody>
                  <a:tcPr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bl>
          </a:graphicData>
        </a:graphic>
      </p:graphicFrame>
      <p:sp>
        <p:nvSpPr>
          <p:cNvPr id="48167" name="文本框 48166"/>
          <p:cNvSpPr txBox="1"/>
          <p:nvPr/>
        </p:nvSpPr>
        <p:spPr>
          <a:xfrm>
            <a:off x="1565275" y="3182938"/>
            <a:ext cx="1462088" cy="336550"/>
          </a:xfrm>
          <a:prstGeom prst="rect">
            <a:avLst/>
          </a:prstGeom>
          <a:noFill/>
          <a:ln w="9525">
            <a:noFill/>
            <a:miter/>
          </a:ln>
        </p:spPr>
        <p:txBody>
          <a:bodyPr anchor="t">
            <a:spAutoFit/>
          </a:bodyPr>
          <a:p>
            <a:pPr lvl="0">
              <a:spcBef>
                <a:spcPct val="30000"/>
              </a:spcBef>
              <a:buClr>
                <a:srgbClr val="000000"/>
              </a:buClr>
            </a:pPr>
            <a:r>
              <a:rPr lang="zh-CN" altLang="en-US" sz="1600" b="0">
                <a:solidFill>
                  <a:schemeClr val="tx1"/>
                </a:solidFill>
                <a:latin typeface="Arial" panose="02080604020202020204" pitchFamily="34" charset="0"/>
                <a:ea typeface="宋体" panose="02010600030101010101" pitchFamily="2" charset="-122"/>
              </a:rPr>
              <a:t>一级文件目录</a:t>
            </a:r>
            <a:endParaRPr lang="zh-CN" altLang="en-US" sz="1600" b="0">
              <a:solidFill>
                <a:schemeClr val="tx1"/>
              </a:solidFill>
              <a:latin typeface="Arial" panose="02080604020202020204" pitchFamily="34"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48131" grpId="0" uiExpand="1" build="p"/>
      <p:bldP spid="48167"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41" name="文本框 49153"/>
          <p:cNvSpPr txBox="1"/>
          <p:nvPr/>
        </p:nvSpPr>
        <p:spPr>
          <a:xfrm>
            <a:off x="8493125" y="6510338"/>
            <a:ext cx="376238"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buFont typeface="Wingdings" panose="05000000000000000000" pitchFamily="2" charset="2"/>
              <a:buNone/>
            </a:pPr>
            <a:r>
              <a:rPr lang="en-US" altLang="zh-CN" b="0">
                <a:solidFill>
                  <a:schemeClr val="tx2"/>
                </a:solidFill>
                <a:latin typeface="Times New Roman" panose="02020603050405020304" charset="0"/>
                <a:ea typeface="宋体" panose="02010600030101010101" pitchFamily="2" charset="-122"/>
              </a:rPr>
              <a:t>26</a:t>
            </a:r>
            <a:endParaRPr lang="en-US" altLang="zh-CN" b="0">
              <a:solidFill>
                <a:schemeClr val="tx2"/>
              </a:solidFill>
              <a:latin typeface="Times New Roman" panose="02020603050405020304" charset="0"/>
              <a:ea typeface="宋体" panose="02010600030101010101" pitchFamily="2" charset="-122"/>
            </a:endParaRPr>
          </a:p>
        </p:txBody>
      </p:sp>
      <p:sp>
        <p:nvSpPr>
          <p:cNvPr id="49155" name="矩形 49154"/>
          <p:cNvSpPr/>
          <p:nvPr/>
        </p:nvSpPr>
        <p:spPr>
          <a:xfrm>
            <a:off x="323850" y="530225"/>
            <a:ext cx="8531225" cy="5349875"/>
          </a:xfrm>
          <a:prstGeom prst="rect">
            <a:avLst/>
          </a:prstGeom>
          <a:noFill/>
          <a:ln w="9525">
            <a:noFill/>
            <a:miter/>
          </a:ln>
        </p:spPr>
        <p:txBody>
          <a:bodyPr wrap="square">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30000"/>
              </a:lnSpc>
              <a:buNone/>
            </a:pPr>
            <a:r>
              <a:rPr lang="en-US" altLang="zh-CN" sz="2800" b="1" strike="noStrike" noProof="1">
                <a:solidFill>
                  <a:srgbClr val="A50021"/>
                </a:solidFill>
                <a:latin typeface="Times New Roman" panose="02020603050405020304" charset="0"/>
                <a:ea typeface="宋体" panose="02010600030101010101" pitchFamily="2" charset="-122"/>
                <a:cs typeface="+mn-ea"/>
              </a:rPr>
              <a:t>  (2) </a:t>
            </a:r>
            <a:r>
              <a:rPr lang="zh-CN" altLang="en-US" sz="2800" b="1" strike="noStrike" noProof="1">
                <a:solidFill>
                  <a:srgbClr val="A50021"/>
                </a:solidFill>
                <a:latin typeface="Times New Roman" panose="02020603050405020304" charset="0"/>
                <a:ea typeface="宋体" panose="02010600030101010101" pitchFamily="2" charset="-122"/>
                <a:cs typeface="+mn-ea"/>
              </a:rPr>
              <a:t>一级文件目录的特点</a:t>
            </a:r>
            <a:endParaRPr lang="zh-CN" altLang="en-US" sz="2800" b="1" strike="noStrike" noProof="1">
              <a:solidFill>
                <a:srgbClr val="A50021"/>
              </a:solidFill>
              <a:latin typeface="Times New Roman" panose="02020603050405020304" charset="0"/>
              <a:ea typeface="宋体" panose="02010600030101010101" pitchFamily="2" charset="-122"/>
            </a:endParaRPr>
          </a:p>
          <a:p>
            <a:pPr marL="914400" lvl="1" indent="-457200" fontAlgn="base">
              <a:lnSpc>
                <a:spcPct val="120000"/>
              </a:lnSpc>
              <a:spcBef>
                <a:spcPct val="20000"/>
              </a:spcBef>
            </a:pPr>
            <a:r>
              <a:rPr lang="zh-CN" altLang="en-US" sz="2400" strike="noStrike" noProof="1">
                <a:solidFill>
                  <a:schemeClr val="tx1"/>
                </a:solidFill>
                <a:latin typeface="Times New Roman" panose="02020603050405020304" charset="0"/>
                <a:ea typeface="宋体" panose="02010600030101010101" pitchFamily="2" charset="-122"/>
                <a:cs typeface="+mn-cs"/>
              </a:rPr>
              <a:t>实现了按名存取的功能，比较简单；</a:t>
            </a:r>
            <a:endParaRPr lang="zh-CN" altLang="en-US" sz="2400" strike="noStrike" noProof="1">
              <a:solidFill>
                <a:schemeClr val="tx1"/>
              </a:solidFill>
              <a:latin typeface="Times New Roman" panose="02020603050405020304" charset="0"/>
              <a:ea typeface="宋体" panose="02010600030101010101" pitchFamily="2" charset="-122"/>
            </a:endParaRPr>
          </a:p>
          <a:p>
            <a:pPr marL="914400" lvl="1" indent="-457200" fontAlgn="base">
              <a:lnSpc>
                <a:spcPct val="120000"/>
              </a:lnSpc>
              <a:spcBef>
                <a:spcPct val="20000"/>
              </a:spcBef>
            </a:pPr>
            <a:r>
              <a:rPr lang="zh-CN" altLang="en-US" sz="2400" strike="noStrike" noProof="1">
                <a:solidFill>
                  <a:schemeClr val="tx1"/>
                </a:solidFill>
                <a:latin typeface="Times New Roman" panose="02020603050405020304" charset="0"/>
                <a:ea typeface="宋体" panose="02010600030101010101" pitchFamily="2" charset="-122"/>
                <a:cs typeface="+mn-cs"/>
              </a:rPr>
              <a:t>要求文件名和文件之间有一一对应的关系，即：不允许两个文件有相同的名字。</a:t>
            </a:r>
            <a:endParaRPr lang="zh-CN" altLang="en-US" sz="2400" strike="noStrike" noProof="1">
              <a:solidFill>
                <a:schemeClr val="tx1"/>
              </a:solidFill>
              <a:latin typeface="Times New Roman" panose="02020603050405020304" charset="0"/>
              <a:ea typeface="宋体" panose="02010600030101010101" pitchFamily="2" charset="-122"/>
            </a:endParaRPr>
          </a:p>
          <a:p>
            <a:pPr marL="533400" lvl="0" indent="-533400" fontAlgn="base">
              <a:lnSpc>
                <a:spcPct val="120000"/>
              </a:lnSpc>
              <a:spcBef>
                <a:spcPct val="20000"/>
              </a:spcBef>
              <a:buClr>
                <a:srgbClr val="000000"/>
              </a:buClr>
              <a:buNone/>
            </a:pPr>
            <a:r>
              <a:rPr lang="zh-CN" altLang="en-US" sz="2000" b="1" strike="noStrike" noProof="1">
                <a:solidFill>
                  <a:srgbClr val="CC3300"/>
                </a:solidFill>
                <a:latin typeface="Arial" panose="02080604020202020204" pitchFamily="34" charset="0"/>
                <a:ea typeface="宋体" panose="02010600030101010101" pitchFamily="2" charset="-122"/>
                <a:cs typeface="+mn-ea"/>
              </a:rPr>
              <a:t>         </a:t>
            </a:r>
            <a:r>
              <a:rPr lang="zh-CN" altLang="en-US" sz="2400" b="1" strike="noStrike" noProof="1">
                <a:solidFill>
                  <a:srgbClr val="CC0000"/>
                </a:solidFill>
                <a:latin typeface="Arial" panose="02080604020202020204" pitchFamily="34" charset="0"/>
                <a:ea typeface="宋体" panose="02010600030101010101" pitchFamily="2" charset="-122"/>
                <a:cs typeface="+mn-ea"/>
              </a:rPr>
              <a:t>在多用户环境中，出现了重名问题，或称为命名冲突</a:t>
            </a:r>
            <a:endParaRPr lang="zh-CN" altLang="en-US" sz="2400" b="1" strike="noStrike" noProof="1">
              <a:solidFill>
                <a:srgbClr val="CC0000"/>
              </a:solidFill>
              <a:ea typeface="宋体" panose="02010600030101010101" pitchFamily="2" charset="-122"/>
            </a:endParaRPr>
          </a:p>
          <a:p>
            <a:pPr marL="533400" lvl="0" indent="-533400" fontAlgn="base">
              <a:lnSpc>
                <a:spcPct val="130000"/>
              </a:lnSpc>
              <a:buNone/>
            </a:pPr>
            <a:r>
              <a:rPr lang="zh-CN" altLang="en-US" sz="2800" b="1" strike="noStrike" noProof="1">
                <a:solidFill>
                  <a:srgbClr val="A50021"/>
                </a:solidFill>
                <a:latin typeface="Times New Roman" panose="02020603050405020304" charset="0"/>
                <a:ea typeface="宋体" panose="02010600030101010101" pitchFamily="2" charset="-122"/>
                <a:cs typeface="+mn-ea"/>
              </a:rPr>
              <a:t>   </a:t>
            </a:r>
            <a:r>
              <a:rPr lang="en-US" altLang="zh-CN" sz="2800" b="1" strike="noStrike" noProof="1">
                <a:solidFill>
                  <a:srgbClr val="A50021"/>
                </a:solidFill>
                <a:latin typeface="Times New Roman" panose="02020603050405020304" charset="0"/>
                <a:ea typeface="宋体" panose="02010600030101010101" pitchFamily="2" charset="-122"/>
                <a:cs typeface="+mn-ea"/>
              </a:rPr>
              <a:t>(3) </a:t>
            </a:r>
            <a:r>
              <a:rPr lang="zh-CN" altLang="en-US" sz="2800" b="1" strike="noStrike" noProof="1">
                <a:solidFill>
                  <a:srgbClr val="A50021"/>
                </a:solidFill>
                <a:latin typeface="Times New Roman" panose="02020603050405020304" charset="0"/>
                <a:ea typeface="宋体" panose="02010600030101010101" pitchFamily="2" charset="-122"/>
                <a:cs typeface="+mn-ea"/>
              </a:rPr>
              <a:t>重名问题</a:t>
            </a:r>
            <a:endParaRPr lang="zh-CN" altLang="en-US" sz="2800" b="1" strike="noStrike" noProof="1">
              <a:solidFill>
                <a:srgbClr val="A50021"/>
              </a:solidFill>
              <a:latin typeface="Times New Roman" panose="02020603050405020304" charset="0"/>
              <a:ea typeface="宋体" panose="02010600030101010101" pitchFamily="2" charset="-122"/>
            </a:endParaRPr>
          </a:p>
          <a:p>
            <a:pPr marL="914400" lvl="1" indent="-457200" fontAlgn="base">
              <a:lnSpc>
                <a:spcPct val="120000"/>
              </a:lnSpc>
              <a:spcBef>
                <a:spcPct val="20000"/>
              </a:spcBef>
              <a:buNone/>
            </a:pPr>
            <a:r>
              <a:rPr lang="zh-CN" altLang="en-US" sz="2400" strike="noStrike" noProof="1">
                <a:solidFill>
                  <a:schemeClr val="tx1"/>
                </a:solidFill>
                <a:latin typeface="Times New Roman" panose="02020603050405020304" charset="0"/>
                <a:ea typeface="宋体" panose="02010600030101010101" pitchFamily="2" charset="-122"/>
                <a:cs typeface="+mn-cs"/>
              </a:rPr>
              <a:t>所谓“重名”，是指不同用户对不同文件起了相同的名字，</a:t>
            </a:r>
            <a:endParaRPr lang="zh-CN" altLang="en-US" sz="2400" strike="noStrike" noProof="1">
              <a:solidFill>
                <a:schemeClr val="tx1"/>
              </a:solidFill>
              <a:latin typeface="Times New Roman" panose="02020603050405020304" charset="0"/>
              <a:ea typeface="宋体" panose="02010600030101010101" pitchFamily="2" charset="-122"/>
            </a:endParaRPr>
          </a:p>
          <a:p>
            <a:pPr marL="914400" lvl="1" indent="-457200" fontAlgn="base">
              <a:lnSpc>
                <a:spcPct val="120000"/>
              </a:lnSpc>
              <a:spcBef>
                <a:spcPct val="20000"/>
              </a:spcBef>
              <a:buNone/>
            </a:pPr>
            <a:r>
              <a:rPr lang="zh-CN" altLang="en-US" sz="2400" strike="noStrike" noProof="1">
                <a:solidFill>
                  <a:schemeClr val="tx1"/>
                </a:solidFill>
                <a:latin typeface="Times New Roman" panose="02020603050405020304" charset="0"/>
                <a:ea typeface="宋体" panose="02010600030101010101" pitchFamily="2" charset="-122"/>
                <a:cs typeface="+mn-cs"/>
              </a:rPr>
              <a:t>即两个或多个文件只有一个相同的符号名。</a:t>
            </a:r>
            <a:r>
              <a:rPr lang="x-none" altLang="zh-CN" sz="2400" strike="noStrike" noProof="1">
                <a:solidFill>
                  <a:schemeClr val="tx1"/>
                </a:solidFill>
                <a:latin typeface="Times New Roman" panose="02020603050405020304" charset="0"/>
                <a:ea typeface="宋体" panose="02010600030101010101" pitchFamily="2" charset="-122"/>
                <a:cs typeface="+mn-cs"/>
              </a:rPr>
              <a:t>(</a:t>
            </a:r>
            <a:r>
              <a:rPr lang="zh-CN" altLang="en-US" sz="2400" strike="noStrike" noProof="1">
                <a:solidFill>
                  <a:schemeClr val="tx1"/>
                </a:solidFill>
                <a:latin typeface="Times New Roman" panose="02020603050405020304" charset="0"/>
                <a:ea typeface="宋体" panose="02010600030101010101" pitchFamily="2" charset="-122"/>
                <a:cs typeface="+mn-cs"/>
              </a:rPr>
              <a:t>命名冲突</a:t>
            </a:r>
            <a:r>
              <a:rPr lang="x-none" altLang="zh-CN" sz="2400" strike="noStrike" noProof="1">
                <a:solidFill>
                  <a:schemeClr val="tx1"/>
                </a:solidFill>
                <a:latin typeface="Times New Roman" panose="02020603050405020304" charset="0"/>
                <a:ea typeface="宋体" panose="02010600030101010101" pitchFamily="2" charset="-122"/>
                <a:cs typeface="+mn-cs"/>
              </a:rPr>
              <a:t>)</a:t>
            </a:r>
            <a:endParaRPr lang="x-none" altLang="zh-CN" sz="2400" strike="noStrike" noProof="1">
              <a:solidFill>
                <a:schemeClr val="tx1"/>
              </a:solidFill>
              <a:latin typeface="Times New Roman" panose="02020603050405020304" charset="0"/>
              <a:ea typeface="宋体" panose="02010600030101010101" pitchFamily="2" charset="-122"/>
            </a:endParaRPr>
          </a:p>
          <a:p>
            <a:pPr marL="533400" lvl="0" indent="-533400" fontAlgn="base">
              <a:lnSpc>
                <a:spcPct val="120000"/>
              </a:lnSpc>
              <a:spcBef>
                <a:spcPct val="20000"/>
              </a:spcBef>
              <a:buNone/>
            </a:pPr>
            <a:r>
              <a:rPr lang="zh-CN" altLang="en-US" sz="2400" b="1" strike="noStrike" noProof="1">
                <a:solidFill>
                  <a:srgbClr val="CC0000"/>
                </a:solidFill>
                <a:latin typeface="Arial" panose="02080604020202020204" pitchFamily="34" charset="0"/>
                <a:ea typeface="宋体" panose="02010600030101010101" pitchFamily="2" charset="-122"/>
                <a:cs typeface="+mn-ea"/>
              </a:rPr>
              <a:t>         为了解决命名冲突、获得更灵活的命名能力，文件系统</a:t>
            </a:r>
            <a:endParaRPr lang="zh-CN" altLang="en-US" sz="2400" b="1" strike="noStrike" noProof="1">
              <a:solidFill>
                <a:srgbClr val="CC0000"/>
              </a:solidFill>
              <a:ea typeface="宋体" panose="02010600030101010101" pitchFamily="2" charset="-122"/>
            </a:endParaRPr>
          </a:p>
          <a:p>
            <a:pPr marL="533400" lvl="0" indent="-533400" fontAlgn="base">
              <a:lnSpc>
                <a:spcPct val="120000"/>
              </a:lnSpc>
              <a:spcBef>
                <a:spcPct val="20000"/>
              </a:spcBef>
              <a:buNone/>
            </a:pPr>
            <a:r>
              <a:rPr lang="zh-CN" altLang="en-US" sz="2400" b="1" strike="noStrike" noProof="1">
                <a:solidFill>
                  <a:srgbClr val="CC0000"/>
                </a:solidFill>
                <a:latin typeface="Arial" panose="02080604020202020204" pitchFamily="34" charset="0"/>
                <a:ea typeface="宋体" panose="02010600030101010101" pitchFamily="2" charset="-122"/>
                <a:cs typeface="+mn-ea"/>
              </a:rPr>
              <a:t>         必须采用多级目录结构</a:t>
            </a:r>
            <a:endParaRPr lang="zh-CN" altLang="en-US" sz="2400" b="1" strike="noStrike" noProof="1">
              <a:solidFill>
                <a:srgbClr val="CC0000"/>
              </a:solidFill>
              <a:ea typeface="宋体" panose="02010600030101010101" pitchFamily="2" charset="-122"/>
            </a:endParaRPr>
          </a:p>
        </p:txBody>
      </p:sp>
      <p:sp>
        <p:nvSpPr>
          <p:cNvPr id="49156" name="矩形 49155"/>
          <p:cNvSpPr/>
          <p:nvPr/>
        </p:nvSpPr>
        <p:spPr>
          <a:xfrm>
            <a:off x="381000" y="4286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Arial" panose="02080604020202020204" pitchFamily="34" charset="0"/>
                <a:ea typeface="宋体" panose="02010600030101010101" pitchFamily="2" charset="-122"/>
                <a:cs typeface="+mn-ea"/>
              </a:rPr>
              <a:t>文件系统</a:t>
            </a:r>
            <a:r>
              <a:rPr lang="en-US" altLang="zh-CN" sz="2400" strike="noStrike" noProof="1">
                <a:latin typeface="Arial" panose="02080604020202020204" pitchFamily="34" charset="0"/>
                <a:ea typeface="宋体" panose="02010600030101010101" pitchFamily="2" charset="-122"/>
                <a:cs typeface="+mn-ea"/>
              </a:rPr>
              <a:t>——</a:t>
            </a:r>
            <a:r>
              <a:rPr lang="zh-CN" altLang="en-US" sz="2400" strike="noStrike" noProof="1">
                <a:latin typeface="Arial" panose="02080604020202020204" pitchFamily="34" charset="0"/>
                <a:ea typeface="宋体" panose="02010600030101010101" pitchFamily="2" charset="-122"/>
                <a:cs typeface="+mn-ea"/>
              </a:rPr>
              <a:t>文件目录及其结构</a:t>
            </a:r>
            <a:endParaRPr lang="zh-CN" altLang="en-US" sz="2400" strike="noStrike" noProof="1">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49155" grpId="0" uiExpand="1" build="p"/>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2465" name="文本框 50177"/>
          <p:cNvSpPr txBox="1"/>
          <p:nvPr/>
        </p:nvSpPr>
        <p:spPr>
          <a:xfrm>
            <a:off x="8493125" y="6510338"/>
            <a:ext cx="376238"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buFont typeface="Wingdings" panose="05000000000000000000" pitchFamily="2" charset="2"/>
              <a:buNone/>
            </a:pPr>
            <a:r>
              <a:rPr lang="en-US" altLang="zh-CN" b="0">
                <a:solidFill>
                  <a:schemeClr val="tx2"/>
                </a:solidFill>
                <a:latin typeface="Times New Roman" panose="02020603050405020304" charset="0"/>
                <a:ea typeface="宋体" panose="02010600030101010101" pitchFamily="2" charset="-122"/>
              </a:rPr>
              <a:t>27</a:t>
            </a:r>
            <a:endParaRPr lang="en-US" altLang="zh-CN" b="0">
              <a:solidFill>
                <a:schemeClr val="tx2"/>
              </a:solidFill>
              <a:latin typeface="Times New Roman" panose="02020603050405020304" charset="0"/>
              <a:ea typeface="宋体" panose="02010600030101010101" pitchFamily="2" charset="-122"/>
            </a:endParaRPr>
          </a:p>
        </p:txBody>
      </p:sp>
      <p:sp>
        <p:nvSpPr>
          <p:cNvPr id="50179" name="矩形 50178"/>
          <p:cNvSpPr/>
          <p:nvPr/>
        </p:nvSpPr>
        <p:spPr>
          <a:xfrm>
            <a:off x="185738" y="658813"/>
            <a:ext cx="8696325" cy="3367088"/>
          </a:xfrm>
          <a:prstGeom prst="rect">
            <a:avLst/>
          </a:prstGeom>
          <a:noFill/>
          <a:ln w="9525">
            <a:noFill/>
            <a:miter/>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20000"/>
              </a:lnSpc>
              <a:buNone/>
            </a:pPr>
            <a:r>
              <a:rPr lang="en-US" altLang="zh-CN" b="1" strike="noStrike" noProof="1">
                <a:solidFill>
                  <a:srgbClr val="990000"/>
                </a:solidFill>
                <a:latin typeface="Times New Roman" panose="02020603050405020304" charset="0"/>
                <a:ea typeface="宋体" panose="02010600030101010101" pitchFamily="2" charset="-122"/>
                <a:cs typeface="+mn-ea"/>
              </a:rPr>
              <a:t>3.  </a:t>
            </a:r>
            <a:r>
              <a:rPr lang="zh-CN" altLang="en-US" b="1" strike="noStrike" noProof="1">
                <a:solidFill>
                  <a:srgbClr val="990000"/>
                </a:solidFill>
                <a:latin typeface="Times New Roman" panose="02020603050405020304" charset="0"/>
                <a:ea typeface="宋体" panose="02010600030101010101" pitchFamily="2" charset="-122"/>
                <a:cs typeface="+mn-ea"/>
              </a:rPr>
              <a:t>树型文件目录</a:t>
            </a:r>
            <a:endParaRPr lang="zh-CN" altLang="en-US" b="1" strike="noStrike" noProof="1">
              <a:solidFill>
                <a:srgbClr val="990000"/>
              </a:solidFill>
              <a:latin typeface="Times New Roman" panose="02020603050405020304" charset="0"/>
              <a:ea typeface="宋体" panose="02010600030101010101" pitchFamily="2" charset="-122"/>
            </a:endParaRPr>
          </a:p>
          <a:p>
            <a:pPr marL="533400" lvl="0" indent="-533400" fontAlgn="base">
              <a:lnSpc>
                <a:spcPct val="130000"/>
              </a:lnSpc>
              <a:buNone/>
            </a:pPr>
            <a:r>
              <a:rPr lang="zh-CN" altLang="en-US" sz="2800" b="1" strike="noStrike" noProof="1">
                <a:solidFill>
                  <a:srgbClr val="A50021"/>
                </a:solidFill>
                <a:latin typeface="Times New Roman" panose="02020603050405020304" charset="0"/>
                <a:ea typeface="宋体" panose="02010600030101010101" pitchFamily="2" charset="-122"/>
                <a:cs typeface="+mn-ea"/>
              </a:rPr>
              <a:t>      </a:t>
            </a:r>
            <a:r>
              <a:rPr lang="en-US" altLang="zh-CN" sz="2800" b="1" strike="noStrike" noProof="1">
                <a:solidFill>
                  <a:srgbClr val="A50021"/>
                </a:solidFill>
                <a:latin typeface="Times New Roman" panose="02020603050405020304" charset="0"/>
                <a:ea typeface="宋体" panose="02010600030101010101" pitchFamily="2" charset="-122"/>
                <a:cs typeface="+mn-ea"/>
              </a:rPr>
              <a:t>(1) </a:t>
            </a:r>
            <a:r>
              <a:rPr lang="zh-CN" altLang="en-US" sz="2800" b="1" strike="noStrike" noProof="1">
                <a:solidFill>
                  <a:srgbClr val="A50021"/>
                </a:solidFill>
                <a:latin typeface="Times New Roman" panose="02020603050405020304" charset="0"/>
                <a:ea typeface="宋体" panose="02010600030101010101" pitchFamily="2" charset="-122"/>
                <a:cs typeface="+mn-ea"/>
              </a:rPr>
              <a:t>什么是树型文件目录</a:t>
            </a:r>
            <a:endParaRPr lang="zh-CN" altLang="en-US" sz="2800" b="1" strike="noStrike" noProof="1">
              <a:solidFill>
                <a:srgbClr val="A50021"/>
              </a:solidFill>
              <a:latin typeface="Times New Roman" panose="02020603050405020304" charset="0"/>
              <a:ea typeface="宋体" panose="02010600030101010101" pitchFamily="2" charset="-122"/>
            </a:endParaRPr>
          </a:p>
          <a:p>
            <a:pPr marL="533400" lvl="0" indent="-533400" fontAlgn="base">
              <a:lnSpc>
                <a:spcPct val="130000"/>
              </a:lnSpc>
              <a:buClr>
                <a:srgbClr val="000000"/>
              </a:buClr>
              <a:buNone/>
            </a:pPr>
            <a:r>
              <a:rPr lang="zh-CN" altLang="en-US" sz="2400" strike="noStrike" noProof="1">
                <a:solidFill>
                  <a:schemeClr val="tx1"/>
                </a:solidFill>
                <a:latin typeface="Times New Roman" panose="02020603050405020304" charset="0"/>
                <a:ea typeface="宋体" panose="02010600030101010101" pitchFamily="2" charset="-122"/>
                <a:cs typeface="+mn-ea"/>
              </a:rPr>
              <a:t>            在多级目录系统中 </a:t>
            </a:r>
            <a:r>
              <a:rPr lang="en-US" altLang="zh-CN" sz="2400" strike="noStrike" noProof="1">
                <a:solidFill>
                  <a:schemeClr val="tx1"/>
                </a:solidFill>
                <a:latin typeface="Times New Roman" panose="02020603050405020304" charset="0"/>
                <a:ea typeface="宋体" panose="02010600030101010101" pitchFamily="2" charset="-122"/>
                <a:cs typeface="+mn-ea"/>
              </a:rPr>
              <a:t>(</a:t>
            </a:r>
            <a:r>
              <a:rPr lang="zh-CN" altLang="en-US" sz="2400" strike="noStrike" noProof="1">
                <a:solidFill>
                  <a:schemeClr val="tx1"/>
                </a:solidFill>
                <a:latin typeface="Times New Roman" panose="02020603050405020304" charset="0"/>
                <a:ea typeface="宋体" panose="02010600030101010101" pitchFamily="2" charset="-122"/>
                <a:cs typeface="+mn-ea"/>
              </a:rPr>
              <a:t>除最末一级外</a:t>
            </a:r>
            <a:r>
              <a:rPr lang="en-US" altLang="zh-CN" sz="2400" strike="noStrike" noProof="1">
                <a:solidFill>
                  <a:schemeClr val="tx1"/>
                </a:solidFill>
                <a:latin typeface="Times New Roman" panose="02020603050405020304" charset="0"/>
                <a:ea typeface="宋体" panose="02010600030101010101" pitchFamily="2" charset="-122"/>
                <a:cs typeface="+mn-ea"/>
              </a:rPr>
              <a:t>)</a:t>
            </a:r>
            <a:r>
              <a:rPr lang="zh-CN" altLang="en-US" sz="2400" strike="noStrike" noProof="1">
                <a:solidFill>
                  <a:schemeClr val="tx1"/>
                </a:solidFill>
                <a:latin typeface="Times New Roman" panose="02020603050405020304" charset="0"/>
                <a:ea typeface="宋体" panose="02010600030101010101" pitchFamily="2" charset="-122"/>
                <a:cs typeface="+mn-ea"/>
              </a:rPr>
              <a:t>，任何一级目录的目录项可以描述一个目录文件，也可以描述一个非目录文            件 </a:t>
            </a:r>
            <a:r>
              <a:rPr lang="en-US" altLang="zh-CN" sz="2400" strike="noStrike" noProof="1">
                <a:solidFill>
                  <a:schemeClr val="tx1"/>
                </a:solidFill>
                <a:latin typeface="Times New Roman" panose="02020603050405020304" charset="0"/>
                <a:ea typeface="宋体" panose="02010600030101010101" pitchFamily="2" charset="-122"/>
                <a:cs typeface="+mn-ea"/>
              </a:rPr>
              <a:t>(</a:t>
            </a:r>
            <a:r>
              <a:rPr lang="zh-CN" altLang="en-US" sz="2400" strike="noStrike" noProof="1">
                <a:solidFill>
                  <a:schemeClr val="tx1"/>
                </a:solidFill>
                <a:latin typeface="Times New Roman" panose="02020603050405020304" charset="0"/>
                <a:ea typeface="宋体" panose="02010600030101010101" pitchFamily="2" charset="-122"/>
                <a:cs typeface="+mn-ea"/>
              </a:rPr>
              <a:t>数据文件</a:t>
            </a:r>
            <a:r>
              <a:rPr lang="en-US" altLang="zh-CN" sz="2400" strike="noStrike" noProof="1">
                <a:solidFill>
                  <a:schemeClr val="tx1"/>
                </a:solidFill>
                <a:latin typeface="Times New Roman" panose="02020603050405020304" charset="0"/>
                <a:ea typeface="宋体" panose="02010600030101010101" pitchFamily="2" charset="-122"/>
                <a:cs typeface="+mn-ea"/>
              </a:rPr>
              <a:t>)</a:t>
            </a:r>
            <a:r>
              <a:rPr lang="zh-CN" altLang="en-US" sz="2400" strike="noStrike" noProof="1">
                <a:solidFill>
                  <a:schemeClr val="tx1"/>
                </a:solidFill>
                <a:latin typeface="Times New Roman" panose="02020603050405020304" charset="0"/>
                <a:ea typeface="宋体" panose="02010600030101010101" pitchFamily="2" charset="-122"/>
                <a:cs typeface="+mn-ea"/>
              </a:rPr>
              <a:t>，而数据文件一定在树叶上。这样，就构成了一个树形层次结构。</a:t>
            </a:r>
            <a:endParaRPr lang="zh-CN" altLang="en-US" sz="2400" strike="noStrike" noProof="1">
              <a:solidFill>
                <a:schemeClr val="tx1"/>
              </a:solidFill>
              <a:latin typeface="Times New Roman" panose="02020603050405020304" charset="0"/>
              <a:ea typeface="宋体" panose="02010600030101010101" pitchFamily="2" charset="-122"/>
            </a:endParaRPr>
          </a:p>
        </p:txBody>
      </p:sp>
      <p:sp>
        <p:nvSpPr>
          <p:cNvPr id="50180" name="矩形 50179"/>
          <p:cNvSpPr/>
          <p:nvPr/>
        </p:nvSpPr>
        <p:spPr>
          <a:xfrm>
            <a:off x="381000" y="4286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Arial" panose="02080604020202020204" pitchFamily="34" charset="0"/>
                <a:ea typeface="宋体" panose="02010600030101010101" pitchFamily="2" charset="-122"/>
                <a:cs typeface="+mn-ea"/>
              </a:rPr>
              <a:t>文件系统</a:t>
            </a:r>
            <a:r>
              <a:rPr lang="en-US" altLang="zh-CN" sz="2400" strike="noStrike" noProof="1">
                <a:latin typeface="Arial" panose="02080604020202020204" pitchFamily="34" charset="0"/>
                <a:ea typeface="宋体" panose="02010600030101010101" pitchFamily="2" charset="-122"/>
                <a:cs typeface="+mn-ea"/>
              </a:rPr>
              <a:t>——</a:t>
            </a:r>
            <a:r>
              <a:rPr lang="zh-CN" altLang="en-US" sz="2400" strike="noStrike" noProof="1">
                <a:latin typeface="Arial" panose="02080604020202020204" pitchFamily="34" charset="0"/>
                <a:ea typeface="宋体" panose="02010600030101010101" pitchFamily="2" charset="-122"/>
                <a:cs typeface="+mn-ea"/>
              </a:rPr>
              <a:t>文件目录及其结构</a:t>
            </a:r>
            <a:endParaRPr lang="zh-CN" altLang="en-US" sz="2400" strike="noStrike" noProof="1">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50179" grpId="0" uiExpand="1" build="p"/>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3489" name="文本框 51201"/>
          <p:cNvSpPr txBox="1"/>
          <p:nvPr/>
        </p:nvSpPr>
        <p:spPr>
          <a:xfrm>
            <a:off x="8493125" y="6510338"/>
            <a:ext cx="376238"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buFont typeface="Wingdings" panose="05000000000000000000" pitchFamily="2" charset="2"/>
              <a:buNone/>
            </a:pPr>
            <a:r>
              <a:rPr lang="en-US" altLang="zh-CN" b="0">
                <a:solidFill>
                  <a:schemeClr val="tx2"/>
                </a:solidFill>
                <a:latin typeface="Times New Roman" panose="02020603050405020304" charset="0"/>
                <a:ea typeface="宋体" panose="02010600030101010101" pitchFamily="2" charset="-122"/>
              </a:rPr>
              <a:t>28</a:t>
            </a:r>
            <a:endParaRPr lang="en-US" altLang="zh-CN" b="0">
              <a:solidFill>
                <a:schemeClr val="tx2"/>
              </a:solidFill>
              <a:latin typeface="Times New Roman" panose="02020603050405020304" charset="0"/>
              <a:ea typeface="宋体" panose="02010600030101010101" pitchFamily="2" charset="-122"/>
            </a:endParaRPr>
          </a:p>
        </p:txBody>
      </p:sp>
      <p:sp>
        <p:nvSpPr>
          <p:cNvPr id="51203" name="矩形 51202"/>
          <p:cNvSpPr/>
          <p:nvPr/>
        </p:nvSpPr>
        <p:spPr>
          <a:xfrm>
            <a:off x="657225" y="573088"/>
            <a:ext cx="4211638" cy="604838"/>
          </a:xfrm>
          <a:prstGeom prst="rect">
            <a:avLst/>
          </a:prstGeom>
          <a:noFill/>
          <a:ln w="9525">
            <a:noFill/>
            <a:miter/>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20000"/>
              </a:lnSpc>
              <a:spcBef>
                <a:spcPct val="20000"/>
              </a:spcBef>
              <a:buNone/>
            </a:pPr>
            <a:r>
              <a:rPr lang="en-US" altLang="zh-CN" sz="2800" b="1" strike="noStrike" noProof="1">
                <a:solidFill>
                  <a:srgbClr val="A50021"/>
                </a:solidFill>
                <a:latin typeface="Times New Roman" panose="02020603050405020304" charset="0"/>
                <a:ea typeface="宋体" panose="02010600030101010101" pitchFamily="2" charset="-122"/>
                <a:cs typeface="+mn-ea"/>
              </a:rPr>
              <a:t>(2) </a:t>
            </a:r>
            <a:r>
              <a:rPr lang="zh-CN" altLang="en-US" sz="2800" b="1" strike="noStrike" noProof="1">
                <a:solidFill>
                  <a:srgbClr val="A50021"/>
                </a:solidFill>
                <a:latin typeface="Times New Roman" panose="02020603050405020304" charset="0"/>
                <a:ea typeface="宋体" panose="02010600030101010101" pitchFamily="2" charset="-122"/>
                <a:cs typeface="+mn-ea"/>
              </a:rPr>
              <a:t>树型文件目录结构</a:t>
            </a:r>
            <a:r>
              <a:rPr lang="zh-CN" altLang="en-US" sz="2800" strike="noStrike" noProof="1">
                <a:solidFill>
                  <a:schemeClr val="tx1"/>
                </a:solidFill>
                <a:latin typeface="Times New Roman" panose="02020603050405020304" charset="0"/>
                <a:ea typeface="宋体" panose="02010600030101010101" pitchFamily="2" charset="-122"/>
                <a:cs typeface="+mn-ea"/>
              </a:rPr>
              <a:t>        </a:t>
            </a:r>
            <a:endParaRPr lang="zh-CN" altLang="en-US" sz="2800" strike="noStrike" noProof="1">
              <a:solidFill>
                <a:schemeClr val="tx1"/>
              </a:solidFill>
              <a:latin typeface="Times New Roman" panose="02020603050405020304" charset="0"/>
              <a:ea typeface="宋体" panose="02010600030101010101" pitchFamily="2" charset="-122"/>
            </a:endParaRPr>
          </a:p>
        </p:txBody>
      </p:sp>
      <p:sp>
        <p:nvSpPr>
          <p:cNvPr id="51204" name="矩形 51203"/>
          <p:cNvSpPr/>
          <p:nvPr/>
        </p:nvSpPr>
        <p:spPr>
          <a:xfrm>
            <a:off x="381000" y="4286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Arial" panose="02080604020202020204" pitchFamily="34" charset="0"/>
                <a:ea typeface="宋体" panose="02010600030101010101" pitchFamily="2" charset="-122"/>
                <a:cs typeface="+mn-ea"/>
              </a:rPr>
              <a:t>文件系统</a:t>
            </a:r>
            <a:r>
              <a:rPr lang="en-US" altLang="zh-CN" sz="2400" strike="noStrike" noProof="1">
                <a:latin typeface="Arial" panose="02080604020202020204" pitchFamily="34" charset="0"/>
                <a:ea typeface="宋体" panose="02010600030101010101" pitchFamily="2" charset="-122"/>
                <a:cs typeface="+mn-ea"/>
              </a:rPr>
              <a:t>——</a:t>
            </a:r>
            <a:r>
              <a:rPr lang="zh-CN" altLang="en-US" sz="2400" strike="noStrike" noProof="1">
                <a:latin typeface="Arial" panose="02080604020202020204" pitchFamily="34" charset="0"/>
                <a:ea typeface="宋体" panose="02010600030101010101" pitchFamily="2" charset="-122"/>
                <a:cs typeface="+mn-ea"/>
              </a:rPr>
              <a:t>文件目录及其结构</a:t>
            </a:r>
            <a:endParaRPr lang="zh-CN" altLang="en-US" sz="2400" strike="noStrike" noProof="1">
              <a:ea typeface="宋体" panose="02010600030101010101" pitchFamily="2" charset="-122"/>
            </a:endParaRPr>
          </a:p>
        </p:txBody>
      </p:sp>
      <p:grpSp>
        <p:nvGrpSpPr>
          <p:cNvPr id="51205" name="组合 51204"/>
          <p:cNvGrpSpPr/>
          <p:nvPr/>
        </p:nvGrpSpPr>
        <p:grpSpPr>
          <a:xfrm>
            <a:off x="147638" y="771525"/>
            <a:ext cx="8775700" cy="5291138"/>
            <a:chOff x="0" y="0"/>
            <a:chExt cx="5148" cy="3333"/>
          </a:xfrm>
        </p:grpSpPr>
        <p:sp>
          <p:nvSpPr>
            <p:cNvPr id="51206" name="矩形 51205"/>
            <p:cNvSpPr/>
            <p:nvPr/>
          </p:nvSpPr>
          <p:spPr>
            <a:xfrm>
              <a:off x="2421" y="251"/>
              <a:ext cx="655" cy="402"/>
            </a:xfrm>
            <a:prstGeom prst="rect">
              <a:avLst/>
            </a:prstGeom>
            <a:solidFill>
              <a:srgbClr val="FFCCFF"/>
            </a:solidFill>
            <a:ln w="12700" cap="flat" cmpd="sng">
              <a:solidFill>
                <a:srgbClr val="000000"/>
              </a:solidFill>
              <a:prstDash val="solid"/>
              <a:miter/>
              <a:headEnd type="none" w="med" len="med"/>
              <a:tailEnd type="none" w="med" len="med"/>
            </a:ln>
          </p:spPr>
          <p:txBody>
            <a:bodyPr/>
            <a:p>
              <a:pPr marL="914400" lvl="0" indent="-340995" algn="ctr" fontAlgn="base">
                <a:lnSpc>
                  <a:spcPct val="120000"/>
                </a:lnSpc>
                <a:buClr>
                  <a:schemeClr val="tx2"/>
                </a:buClr>
                <a:buSzPct val="95000"/>
                <a:buFont typeface="Wingdings" panose="05000000000000000000" pitchFamily="2" charset="2"/>
                <a:buBlip>
                  <a:blip r:embed="rId1"/>
                </a:buBlip>
              </a:pPr>
              <a:endParaRPr sz="1600" b="1" strike="noStrike" noProof="1">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63494" name="直接连接符 51206"/>
            <p:cNvSpPr/>
            <p:nvPr/>
          </p:nvSpPr>
          <p:spPr>
            <a:xfrm>
              <a:off x="2421" y="447"/>
              <a:ext cx="655" cy="0"/>
            </a:xfrm>
            <a:prstGeom prst="line">
              <a:avLst/>
            </a:prstGeom>
            <a:ln w="12700"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3495" name="直接连接符 51207"/>
            <p:cNvSpPr/>
            <p:nvPr/>
          </p:nvSpPr>
          <p:spPr>
            <a:xfrm>
              <a:off x="2633" y="251"/>
              <a:ext cx="0" cy="402"/>
            </a:xfrm>
            <a:prstGeom prst="line">
              <a:avLst/>
            </a:prstGeom>
            <a:ln w="12700"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3496" name="直接连接符 51208"/>
            <p:cNvSpPr/>
            <p:nvPr/>
          </p:nvSpPr>
          <p:spPr>
            <a:xfrm>
              <a:off x="2853" y="251"/>
              <a:ext cx="0" cy="402"/>
            </a:xfrm>
            <a:prstGeom prst="line">
              <a:avLst/>
            </a:prstGeom>
            <a:ln w="12700"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3497" name="文本框 51209"/>
            <p:cNvSpPr txBox="1"/>
            <p:nvPr/>
          </p:nvSpPr>
          <p:spPr>
            <a:xfrm>
              <a:off x="2437" y="193"/>
              <a:ext cx="261" cy="282"/>
            </a:xfrm>
            <a:prstGeom prst="rect">
              <a:avLst/>
            </a:prstGeom>
            <a:noFill/>
            <a:ln w="9525">
              <a:noFill/>
              <a:miter/>
            </a:ln>
          </p:spPr>
          <p:txBody>
            <a:bodyPr anchor="t"/>
            <a:p>
              <a:pPr lvl="0" algn="just">
                <a:lnSpc>
                  <a:spcPct val="120000"/>
                </a:lnSpc>
                <a:buClr>
                  <a:srgbClr val="000000"/>
                </a:buClr>
              </a:pPr>
              <a:r>
                <a:rPr lang="en-US" altLang="zh-CN" sz="1600">
                  <a:solidFill>
                    <a:schemeClr val="tx1"/>
                  </a:solidFill>
                  <a:latin typeface="Times New Roman" panose="02020603050405020304" charset="0"/>
                  <a:ea typeface="宋体" panose="02010600030101010101" pitchFamily="2" charset="-122"/>
                </a:rPr>
                <a:t>a</a:t>
              </a:r>
              <a:endParaRPr lang="en-US" altLang="zh-CN" sz="1600">
                <a:solidFill>
                  <a:schemeClr val="tx1"/>
                </a:solidFill>
                <a:latin typeface="Times New Roman" panose="02020603050405020304" charset="0"/>
                <a:ea typeface="宋体" panose="02010600030101010101" pitchFamily="2" charset="-122"/>
              </a:endParaRPr>
            </a:p>
          </p:txBody>
        </p:sp>
        <p:sp>
          <p:nvSpPr>
            <p:cNvPr id="63498" name="文本框 51210"/>
            <p:cNvSpPr txBox="1"/>
            <p:nvPr/>
          </p:nvSpPr>
          <p:spPr>
            <a:xfrm>
              <a:off x="2660" y="197"/>
              <a:ext cx="260" cy="282"/>
            </a:xfrm>
            <a:prstGeom prst="rect">
              <a:avLst/>
            </a:prstGeom>
            <a:noFill/>
            <a:ln w="9525">
              <a:noFill/>
              <a:miter/>
            </a:ln>
          </p:spPr>
          <p:txBody>
            <a:bodyPr anchor="t"/>
            <a:p>
              <a:pPr lvl="0" algn="just">
                <a:lnSpc>
                  <a:spcPct val="120000"/>
                </a:lnSpc>
                <a:buClr>
                  <a:srgbClr val="000000"/>
                </a:buClr>
              </a:pPr>
              <a:r>
                <a:rPr lang="en-US" altLang="zh-CN" sz="1600">
                  <a:solidFill>
                    <a:schemeClr val="tx1"/>
                  </a:solidFill>
                  <a:latin typeface="Times New Roman" panose="02020603050405020304" charset="0"/>
                  <a:ea typeface="宋体" panose="02010600030101010101" pitchFamily="2" charset="-122"/>
                </a:rPr>
                <a:t>b</a:t>
              </a:r>
              <a:endParaRPr lang="en-US" altLang="zh-CN" sz="1600">
                <a:solidFill>
                  <a:schemeClr val="tx1"/>
                </a:solidFill>
                <a:latin typeface="Times New Roman" panose="02020603050405020304" charset="0"/>
                <a:ea typeface="宋体" panose="02010600030101010101" pitchFamily="2" charset="-122"/>
              </a:endParaRPr>
            </a:p>
          </p:txBody>
        </p:sp>
        <p:sp>
          <p:nvSpPr>
            <p:cNvPr id="63499" name="文本框 51211"/>
            <p:cNvSpPr txBox="1"/>
            <p:nvPr/>
          </p:nvSpPr>
          <p:spPr>
            <a:xfrm>
              <a:off x="2871" y="193"/>
              <a:ext cx="261" cy="282"/>
            </a:xfrm>
            <a:prstGeom prst="rect">
              <a:avLst/>
            </a:prstGeom>
            <a:noFill/>
            <a:ln w="9525">
              <a:noFill/>
              <a:miter/>
            </a:ln>
          </p:spPr>
          <p:txBody>
            <a:bodyPr anchor="t"/>
            <a:p>
              <a:pPr lvl="0" algn="just">
                <a:lnSpc>
                  <a:spcPct val="120000"/>
                </a:lnSpc>
                <a:buClr>
                  <a:srgbClr val="000000"/>
                </a:buClr>
              </a:pPr>
              <a:r>
                <a:rPr lang="en-US" altLang="zh-CN" sz="1600">
                  <a:solidFill>
                    <a:schemeClr val="tx1"/>
                  </a:solidFill>
                  <a:latin typeface="Times New Roman" panose="02020603050405020304" charset="0"/>
                  <a:ea typeface="宋体" panose="02010600030101010101" pitchFamily="2" charset="-122"/>
                </a:rPr>
                <a:t>c</a:t>
              </a:r>
              <a:endParaRPr lang="en-US" altLang="zh-CN" sz="1600">
                <a:solidFill>
                  <a:schemeClr val="tx1"/>
                </a:solidFill>
                <a:latin typeface="Times New Roman" panose="02020603050405020304" charset="0"/>
                <a:ea typeface="宋体" panose="02010600030101010101" pitchFamily="2" charset="-122"/>
              </a:endParaRPr>
            </a:p>
          </p:txBody>
        </p:sp>
        <p:sp>
          <p:nvSpPr>
            <p:cNvPr id="51213" name="矩形 51212"/>
            <p:cNvSpPr/>
            <p:nvPr/>
          </p:nvSpPr>
          <p:spPr>
            <a:xfrm>
              <a:off x="2439" y="1185"/>
              <a:ext cx="655" cy="402"/>
            </a:xfrm>
            <a:prstGeom prst="rect">
              <a:avLst/>
            </a:prstGeom>
            <a:solidFill>
              <a:srgbClr val="FFCCFF"/>
            </a:solidFill>
            <a:ln w="12700" cap="flat" cmpd="sng">
              <a:solidFill>
                <a:srgbClr val="000000"/>
              </a:solidFill>
              <a:prstDash val="solid"/>
              <a:miter/>
              <a:headEnd type="none" w="med" len="med"/>
              <a:tailEnd type="none" w="med" len="med"/>
            </a:ln>
          </p:spPr>
          <p:txBody>
            <a:bodyPr/>
            <a:p>
              <a:pPr marL="914400" lvl="0" indent="-340995" algn="ctr" fontAlgn="base">
                <a:lnSpc>
                  <a:spcPct val="120000"/>
                </a:lnSpc>
                <a:buClr>
                  <a:schemeClr val="tx2"/>
                </a:buClr>
                <a:buSzPct val="95000"/>
                <a:buFont typeface="Wingdings" panose="05000000000000000000" pitchFamily="2" charset="2"/>
                <a:buBlip>
                  <a:blip r:embed="rId1"/>
                </a:buBlip>
              </a:pPr>
              <a:endParaRPr sz="1600" b="1" strike="noStrike" noProof="1">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63501" name="直接连接符 51213"/>
            <p:cNvSpPr/>
            <p:nvPr/>
          </p:nvSpPr>
          <p:spPr>
            <a:xfrm>
              <a:off x="2651" y="1185"/>
              <a:ext cx="0" cy="402"/>
            </a:xfrm>
            <a:prstGeom prst="line">
              <a:avLst/>
            </a:prstGeom>
            <a:ln w="12700"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3502" name="直接连接符 51214"/>
            <p:cNvSpPr/>
            <p:nvPr/>
          </p:nvSpPr>
          <p:spPr>
            <a:xfrm>
              <a:off x="2874" y="1185"/>
              <a:ext cx="0" cy="402"/>
            </a:xfrm>
            <a:prstGeom prst="line">
              <a:avLst/>
            </a:prstGeom>
            <a:ln w="12700"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3503" name="文本框 51215"/>
            <p:cNvSpPr txBox="1"/>
            <p:nvPr/>
          </p:nvSpPr>
          <p:spPr>
            <a:xfrm>
              <a:off x="2456" y="1167"/>
              <a:ext cx="260" cy="282"/>
            </a:xfrm>
            <a:prstGeom prst="rect">
              <a:avLst/>
            </a:prstGeom>
            <a:noFill/>
            <a:ln w="9525">
              <a:noFill/>
              <a:miter/>
            </a:ln>
          </p:spPr>
          <p:txBody>
            <a:bodyPr anchor="t"/>
            <a:p>
              <a:pPr lvl="0" algn="just">
                <a:lnSpc>
                  <a:spcPct val="120000"/>
                </a:lnSpc>
                <a:buClr>
                  <a:srgbClr val="000000"/>
                </a:buClr>
              </a:pPr>
              <a:r>
                <a:rPr lang="en-US" altLang="zh-CN" sz="1600">
                  <a:solidFill>
                    <a:schemeClr val="tx1"/>
                  </a:solidFill>
                  <a:latin typeface="Times New Roman" panose="02020603050405020304" charset="0"/>
                  <a:ea typeface="宋体" panose="02010600030101010101" pitchFamily="2" charset="-122"/>
                </a:rPr>
                <a:t>f</a:t>
              </a:r>
              <a:endParaRPr lang="en-US" altLang="zh-CN" sz="1600">
                <a:solidFill>
                  <a:schemeClr val="tx1"/>
                </a:solidFill>
                <a:latin typeface="Times New Roman" panose="02020603050405020304" charset="0"/>
                <a:ea typeface="宋体" panose="02010600030101010101" pitchFamily="2" charset="-122"/>
              </a:endParaRPr>
            </a:p>
          </p:txBody>
        </p:sp>
        <p:sp>
          <p:nvSpPr>
            <p:cNvPr id="63504" name="文本框 51216"/>
            <p:cNvSpPr txBox="1"/>
            <p:nvPr/>
          </p:nvSpPr>
          <p:spPr>
            <a:xfrm>
              <a:off x="2668" y="1158"/>
              <a:ext cx="260" cy="282"/>
            </a:xfrm>
            <a:prstGeom prst="rect">
              <a:avLst/>
            </a:prstGeom>
            <a:noFill/>
            <a:ln w="9525">
              <a:noFill/>
              <a:miter/>
            </a:ln>
          </p:spPr>
          <p:txBody>
            <a:bodyPr anchor="t"/>
            <a:p>
              <a:pPr lvl="0" algn="just">
                <a:lnSpc>
                  <a:spcPct val="120000"/>
                </a:lnSpc>
                <a:buClr>
                  <a:srgbClr val="000000"/>
                </a:buClr>
              </a:pPr>
              <a:r>
                <a:rPr lang="en-US" altLang="zh-CN" sz="1600">
                  <a:solidFill>
                    <a:schemeClr val="tx1"/>
                  </a:solidFill>
                  <a:latin typeface="Times New Roman" panose="02020603050405020304" charset="0"/>
                  <a:ea typeface="宋体" panose="02010600030101010101" pitchFamily="2" charset="-122"/>
                </a:rPr>
                <a:t>e</a:t>
              </a:r>
              <a:endParaRPr lang="en-US" altLang="zh-CN" sz="1600">
                <a:solidFill>
                  <a:schemeClr val="tx1"/>
                </a:solidFill>
                <a:latin typeface="Times New Roman" panose="02020603050405020304" charset="0"/>
                <a:ea typeface="宋体" panose="02010600030101010101" pitchFamily="2" charset="-122"/>
              </a:endParaRPr>
            </a:p>
          </p:txBody>
        </p:sp>
        <p:sp>
          <p:nvSpPr>
            <p:cNvPr id="63505" name="文本框 51217"/>
            <p:cNvSpPr txBox="1"/>
            <p:nvPr/>
          </p:nvSpPr>
          <p:spPr>
            <a:xfrm>
              <a:off x="2874" y="1167"/>
              <a:ext cx="260" cy="282"/>
            </a:xfrm>
            <a:prstGeom prst="rect">
              <a:avLst/>
            </a:prstGeom>
            <a:noFill/>
            <a:ln w="9525">
              <a:noFill/>
              <a:miter/>
            </a:ln>
          </p:spPr>
          <p:txBody>
            <a:bodyPr anchor="t"/>
            <a:p>
              <a:pPr lvl="0" algn="just">
                <a:lnSpc>
                  <a:spcPct val="120000"/>
                </a:lnSpc>
                <a:buClr>
                  <a:srgbClr val="000000"/>
                </a:buClr>
              </a:pPr>
              <a:r>
                <a:rPr lang="en-US" altLang="zh-CN" sz="1600">
                  <a:solidFill>
                    <a:schemeClr val="tx1"/>
                  </a:solidFill>
                  <a:latin typeface="Times New Roman" panose="02020603050405020304" charset="0"/>
                  <a:ea typeface="宋体" panose="02010600030101010101" pitchFamily="2" charset="-122"/>
                </a:rPr>
                <a:t>d</a:t>
              </a:r>
              <a:endParaRPr lang="en-US" altLang="zh-CN" sz="1600">
                <a:solidFill>
                  <a:schemeClr val="tx1"/>
                </a:solidFill>
                <a:latin typeface="Times New Roman" panose="02020603050405020304" charset="0"/>
                <a:ea typeface="宋体" panose="02010600030101010101" pitchFamily="2" charset="-122"/>
              </a:endParaRPr>
            </a:p>
          </p:txBody>
        </p:sp>
        <p:sp>
          <p:nvSpPr>
            <p:cNvPr id="51219" name="矩形 51218"/>
            <p:cNvSpPr/>
            <p:nvPr/>
          </p:nvSpPr>
          <p:spPr>
            <a:xfrm>
              <a:off x="837" y="1174"/>
              <a:ext cx="657" cy="402"/>
            </a:xfrm>
            <a:prstGeom prst="rect">
              <a:avLst/>
            </a:prstGeom>
            <a:solidFill>
              <a:srgbClr val="FFCCFF"/>
            </a:solidFill>
            <a:ln w="12700" cap="flat" cmpd="sng">
              <a:solidFill>
                <a:srgbClr val="000000"/>
              </a:solidFill>
              <a:prstDash val="solid"/>
              <a:miter/>
              <a:headEnd type="none" w="med" len="med"/>
              <a:tailEnd type="none" w="med" len="med"/>
            </a:ln>
          </p:spPr>
          <p:txBody>
            <a:bodyPr/>
            <a:p>
              <a:pPr marL="914400" lvl="0" indent="-340995" algn="ctr" fontAlgn="base">
                <a:lnSpc>
                  <a:spcPct val="120000"/>
                </a:lnSpc>
                <a:buClr>
                  <a:schemeClr val="tx2"/>
                </a:buClr>
                <a:buSzPct val="95000"/>
                <a:buFont typeface="Wingdings" panose="05000000000000000000" pitchFamily="2" charset="2"/>
                <a:buBlip>
                  <a:blip r:embed="rId1"/>
                </a:buBlip>
              </a:pPr>
              <a:endParaRPr sz="1600" b="1" strike="noStrike" noProof="1">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63507" name="直接连接符 51219"/>
            <p:cNvSpPr/>
            <p:nvPr/>
          </p:nvSpPr>
          <p:spPr>
            <a:xfrm>
              <a:off x="837" y="1370"/>
              <a:ext cx="657" cy="0"/>
            </a:xfrm>
            <a:prstGeom prst="line">
              <a:avLst/>
            </a:prstGeom>
            <a:ln w="12700"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3508" name="直接连接符 51220"/>
            <p:cNvSpPr/>
            <p:nvPr/>
          </p:nvSpPr>
          <p:spPr>
            <a:xfrm>
              <a:off x="1049" y="1174"/>
              <a:ext cx="0" cy="402"/>
            </a:xfrm>
            <a:prstGeom prst="line">
              <a:avLst/>
            </a:prstGeom>
            <a:ln w="12700"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3509" name="直接连接符 51221"/>
            <p:cNvSpPr/>
            <p:nvPr/>
          </p:nvSpPr>
          <p:spPr>
            <a:xfrm>
              <a:off x="1272" y="1174"/>
              <a:ext cx="0" cy="402"/>
            </a:xfrm>
            <a:prstGeom prst="line">
              <a:avLst/>
            </a:prstGeom>
            <a:ln w="12700"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3510" name="文本框 51222"/>
            <p:cNvSpPr txBox="1"/>
            <p:nvPr/>
          </p:nvSpPr>
          <p:spPr>
            <a:xfrm>
              <a:off x="854" y="1116"/>
              <a:ext cx="260" cy="283"/>
            </a:xfrm>
            <a:prstGeom prst="rect">
              <a:avLst/>
            </a:prstGeom>
            <a:noFill/>
            <a:ln w="9525">
              <a:noFill/>
              <a:miter/>
            </a:ln>
          </p:spPr>
          <p:txBody>
            <a:bodyPr anchor="t"/>
            <a:p>
              <a:pPr lvl="0" algn="just">
                <a:lnSpc>
                  <a:spcPct val="120000"/>
                </a:lnSpc>
                <a:buClr>
                  <a:srgbClr val="000000"/>
                </a:buClr>
              </a:pPr>
              <a:r>
                <a:rPr lang="en-US" altLang="zh-CN" sz="1600">
                  <a:solidFill>
                    <a:schemeClr val="tx1"/>
                  </a:solidFill>
                  <a:latin typeface="Times New Roman" panose="02020603050405020304" charset="0"/>
                  <a:ea typeface="宋体" panose="02010600030101010101" pitchFamily="2" charset="-122"/>
                </a:rPr>
                <a:t>a</a:t>
              </a:r>
              <a:endParaRPr lang="en-US" altLang="zh-CN" sz="1600">
                <a:solidFill>
                  <a:schemeClr val="tx1"/>
                </a:solidFill>
                <a:latin typeface="Times New Roman" panose="02020603050405020304" charset="0"/>
                <a:ea typeface="宋体" panose="02010600030101010101" pitchFamily="2" charset="-122"/>
              </a:endParaRPr>
            </a:p>
          </p:txBody>
        </p:sp>
        <p:sp>
          <p:nvSpPr>
            <p:cNvPr id="63511" name="文本框 51223"/>
            <p:cNvSpPr txBox="1"/>
            <p:nvPr/>
          </p:nvSpPr>
          <p:spPr>
            <a:xfrm>
              <a:off x="1076" y="1120"/>
              <a:ext cx="262" cy="283"/>
            </a:xfrm>
            <a:prstGeom prst="rect">
              <a:avLst/>
            </a:prstGeom>
            <a:noFill/>
            <a:ln w="9525">
              <a:noFill/>
              <a:miter/>
            </a:ln>
          </p:spPr>
          <p:txBody>
            <a:bodyPr anchor="t"/>
            <a:p>
              <a:pPr lvl="0" algn="just">
                <a:lnSpc>
                  <a:spcPct val="120000"/>
                </a:lnSpc>
                <a:buClr>
                  <a:srgbClr val="000000"/>
                </a:buClr>
              </a:pPr>
              <a:r>
                <a:rPr lang="en-US" altLang="zh-CN" sz="1600">
                  <a:solidFill>
                    <a:schemeClr val="tx1"/>
                  </a:solidFill>
                  <a:latin typeface="Times New Roman" panose="02020603050405020304" charset="0"/>
                  <a:ea typeface="宋体" panose="02010600030101010101" pitchFamily="2" charset="-122"/>
                </a:rPr>
                <a:t>b</a:t>
              </a:r>
              <a:endParaRPr lang="en-US" altLang="zh-CN" sz="1600">
                <a:solidFill>
                  <a:schemeClr val="tx1"/>
                </a:solidFill>
                <a:latin typeface="Times New Roman" panose="02020603050405020304" charset="0"/>
                <a:ea typeface="宋体" panose="02010600030101010101" pitchFamily="2" charset="-122"/>
              </a:endParaRPr>
            </a:p>
          </p:txBody>
        </p:sp>
        <p:sp>
          <p:nvSpPr>
            <p:cNvPr id="63512" name="文本框 51224"/>
            <p:cNvSpPr txBox="1"/>
            <p:nvPr/>
          </p:nvSpPr>
          <p:spPr>
            <a:xfrm>
              <a:off x="1299" y="1125"/>
              <a:ext cx="260" cy="283"/>
            </a:xfrm>
            <a:prstGeom prst="rect">
              <a:avLst/>
            </a:prstGeom>
            <a:noFill/>
            <a:ln w="9525">
              <a:noFill/>
              <a:miter/>
            </a:ln>
          </p:spPr>
          <p:txBody>
            <a:bodyPr anchor="t"/>
            <a:p>
              <a:pPr lvl="0" algn="just">
                <a:lnSpc>
                  <a:spcPct val="120000"/>
                </a:lnSpc>
                <a:buClr>
                  <a:srgbClr val="000000"/>
                </a:buClr>
              </a:pPr>
              <a:r>
                <a:rPr lang="en-US" altLang="zh-CN" sz="1600">
                  <a:solidFill>
                    <a:schemeClr val="tx1"/>
                  </a:solidFill>
                  <a:latin typeface="Times New Roman" panose="02020603050405020304" charset="0"/>
                  <a:ea typeface="宋体" panose="02010600030101010101" pitchFamily="2" charset="-122"/>
                </a:rPr>
                <a:t>c</a:t>
              </a:r>
              <a:endParaRPr lang="en-US" altLang="zh-CN" sz="1600">
                <a:solidFill>
                  <a:schemeClr val="tx1"/>
                </a:solidFill>
                <a:latin typeface="Times New Roman" panose="02020603050405020304" charset="0"/>
                <a:ea typeface="宋体" panose="02010600030101010101" pitchFamily="2" charset="-122"/>
              </a:endParaRPr>
            </a:p>
          </p:txBody>
        </p:sp>
        <p:sp>
          <p:nvSpPr>
            <p:cNvPr id="51226" name="矩形 51225"/>
            <p:cNvSpPr/>
            <p:nvPr/>
          </p:nvSpPr>
          <p:spPr>
            <a:xfrm>
              <a:off x="3365" y="2108"/>
              <a:ext cx="488" cy="402"/>
            </a:xfrm>
            <a:prstGeom prst="rect">
              <a:avLst/>
            </a:prstGeom>
            <a:solidFill>
              <a:srgbClr val="FFCCFF"/>
            </a:solidFill>
            <a:ln w="12700" cap="flat" cmpd="sng">
              <a:solidFill>
                <a:srgbClr val="000000"/>
              </a:solidFill>
              <a:prstDash val="solid"/>
              <a:miter/>
              <a:headEnd type="none" w="med" len="med"/>
              <a:tailEnd type="none" w="med" len="med"/>
            </a:ln>
          </p:spPr>
          <p:txBody>
            <a:bodyPr/>
            <a:p>
              <a:pPr marL="914400" lvl="0" indent="-340995" algn="ctr" fontAlgn="base">
                <a:lnSpc>
                  <a:spcPct val="120000"/>
                </a:lnSpc>
                <a:buClr>
                  <a:schemeClr val="tx2"/>
                </a:buClr>
                <a:buSzPct val="95000"/>
                <a:buFont typeface="Wingdings" panose="05000000000000000000" pitchFamily="2" charset="2"/>
                <a:buBlip>
                  <a:blip r:embed="rId1"/>
                </a:buBlip>
              </a:pPr>
              <a:endParaRPr sz="1600" b="1" strike="noStrike" noProof="1">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63514" name="直接连接符 51226"/>
            <p:cNvSpPr/>
            <p:nvPr/>
          </p:nvSpPr>
          <p:spPr>
            <a:xfrm>
              <a:off x="3577" y="2108"/>
              <a:ext cx="0" cy="402"/>
            </a:xfrm>
            <a:prstGeom prst="line">
              <a:avLst/>
            </a:prstGeom>
            <a:ln w="12700"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3515" name="文本框 51227"/>
            <p:cNvSpPr txBox="1"/>
            <p:nvPr/>
          </p:nvSpPr>
          <p:spPr>
            <a:xfrm>
              <a:off x="3395" y="2067"/>
              <a:ext cx="260" cy="282"/>
            </a:xfrm>
            <a:prstGeom prst="rect">
              <a:avLst/>
            </a:prstGeom>
            <a:noFill/>
            <a:ln w="9525">
              <a:noFill/>
              <a:miter/>
            </a:ln>
          </p:spPr>
          <p:txBody>
            <a:bodyPr anchor="t"/>
            <a:p>
              <a:pPr lvl="0" algn="just">
                <a:lnSpc>
                  <a:spcPct val="120000"/>
                </a:lnSpc>
                <a:buClr>
                  <a:srgbClr val="000000"/>
                </a:buClr>
              </a:pPr>
              <a:r>
                <a:rPr lang="en-US" altLang="zh-CN" sz="1600">
                  <a:solidFill>
                    <a:schemeClr val="tx1"/>
                  </a:solidFill>
                  <a:latin typeface="Times New Roman" panose="02020603050405020304" charset="0"/>
                  <a:ea typeface="宋体" panose="02010600030101010101" pitchFamily="2" charset="-122"/>
                </a:rPr>
                <a:t>a</a:t>
              </a:r>
              <a:endParaRPr lang="en-US" altLang="zh-CN" sz="1600">
                <a:solidFill>
                  <a:schemeClr val="tx1"/>
                </a:solidFill>
                <a:latin typeface="Times New Roman" panose="02020603050405020304" charset="0"/>
                <a:ea typeface="宋体" panose="02010600030101010101" pitchFamily="2" charset="-122"/>
              </a:endParaRPr>
            </a:p>
          </p:txBody>
        </p:sp>
        <p:sp>
          <p:nvSpPr>
            <p:cNvPr id="63516" name="文本框 51228"/>
            <p:cNvSpPr txBox="1"/>
            <p:nvPr/>
          </p:nvSpPr>
          <p:spPr>
            <a:xfrm>
              <a:off x="3610" y="2072"/>
              <a:ext cx="261" cy="282"/>
            </a:xfrm>
            <a:prstGeom prst="rect">
              <a:avLst/>
            </a:prstGeom>
            <a:noFill/>
            <a:ln w="9525">
              <a:noFill/>
              <a:miter/>
            </a:ln>
          </p:spPr>
          <p:txBody>
            <a:bodyPr anchor="t"/>
            <a:p>
              <a:pPr lvl="0" algn="just">
                <a:lnSpc>
                  <a:spcPct val="120000"/>
                </a:lnSpc>
                <a:buClr>
                  <a:srgbClr val="000000"/>
                </a:buClr>
              </a:pPr>
              <a:r>
                <a:rPr lang="en-US" altLang="zh-CN" sz="1600">
                  <a:solidFill>
                    <a:schemeClr val="tx1"/>
                  </a:solidFill>
                  <a:latin typeface="Times New Roman" panose="02020603050405020304" charset="0"/>
                  <a:ea typeface="宋体" panose="02010600030101010101" pitchFamily="2" charset="-122"/>
                </a:rPr>
                <a:t>h</a:t>
              </a:r>
              <a:endParaRPr lang="en-US" altLang="zh-CN" sz="1600">
                <a:solidFill>
                  <a:schemeClr val="tx1"/>
                </a:solidFill>
                <a:latin typeface="Times New Roman" panose="02020603050405020304" charset="0"/>
                <a:ea typeface="宋体" panose="02010600030101010101" pitchFamily="2" charset="-122"/>
              </a:endParaRPr>
            </a:p>
          </p:txBody>
        </p:sp>
        <p:sp>
          <p:nvSpPr>
            <p:cNvPr id="51230" name="矩形 51229"/>
            <p:cNvSpPr/>
            <p:nvPr/>
          </p:nvSpPr>
          <p:spPr>
            <a:xfrm>
              <a:off x="1482" y="2099"/>
              <a:ext cx="493" cy="402"/>
            </a:xfrm>
            <a:prstGeom prst="rect">
              <a:avLst/>
            </a:prstGeom>
            <a:solidFill>
              <a:srgbClr val="FFCCFF"/>
            </a:solidFill>
            <a:ln w="12700" cap="flat" cmpd="sng">
              <a:solidFill>
                <a:srgbClr val="000000"/>
              </a:solidFill>
              <a:prstDash val="solid"/>
              <a:miter/>
              <a:headEnd type="none" w="med" len="med"/>
              <a:tailEnd type="none" w="med" len="med"/>
            </a:ln>
          </p:spPr>
          <p:txBody>
            <a:bodyPr/>
            <a:p>
              <a:pPr marL="914400" lvl="0" indent="-340995" algn="ctr" fontAlgn="base">
                <a:lnSpc>
                  <a:spcPct val="120000"/>
                </a:lnSpc>
                <a:buClr>
                  <a:schemeClr val="tx2"/>
                </a:buClr>
                <a:buSzPct val="95000"/>
                <a:buFont typeface="Wingdings" panose="05000000000000000000" pitchFamily="2" charset="2"/>
                <a:buBlip>
                  <a:blip r:embed="rId1"/>
                </a:buBlip>
              </a:pPr>
              <a:endParaRPr sz="1600" b="1" strike="noStrike" noProof="1">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63518" name="直接连接符 51230"/>
            <p:cNvSpPr/>
            <p:nvPr/>
          </p:nvSpPr>
          <p:spPr>
            <a:xfrm>
              <a:off x="1696" y="2108"/>
              <a:ext cx="0" cy="402"/>
            </a:xfrm>
            <a:prstGeom prst="line">
              <a:avLst/>
            </a:prstGeom>
            <a:ln w="12700"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3519" name="文本框 51231"/>
            <p:cNvSpPr txBox="1"/>
            <p:nvPr/>
          </p:nvSpPr>
          <p:spPr>
            <a:xfrm>
              <a:off x="1518" y="2067"/>
              <a:ext cx="260" cy="282"/>
            </a:xfrm>
            <a:prstGeom prst="rect">
              <a:avLst/>
            </a:prstGeom>
            <a:noFill/>
            <a:ln w="9525">
              <a:noFill/>
              <a:miter/>
            </a:ln>
          </p:spPr>
          <p:txBody>
            <a:bodyPr anchor="t"/>
            <a:p>
              <a:pPr lvl="0" algn="just">
                <a:lnSpc>
                  <a:spcPct val="120000"/>
                </a:lnSpc>
                <a:buClr>
                  <a:srgbClr val="000000"/>
                </a:buClr>
              </a:pPr>
              <a:r>
                <a:rPr lang="en-US" altLang="zh-CN" sz="1600">
                  <a:solidFill>
                    <a:schemeClr val="tx1"/>
                  </a:solidFill>
                  <a:latin typeface="Times New Roman" panose="02020603050405020304" charset="0"/>
                  <a:ea typeface="宋体" panose="02010600030101010101" pitchFamily="2" charset="-122"/>
                </a:rPr>
                <a:t>j</a:t>
              </a:r>
              <a:endParaRPr lang="en-US" altLang="zh-CN" sz="1600">
                <a:solidFill>
                  <a:schemeClr val="tx1"/>
                </a:solidFill>
                <a:latin typeface="Times New Roman" panose="02020603050405020304" charset="0"/>
                <a:ea typeface="宋体" panose="02010600030101010101" pitchFamily="2" charset="-122"/>
              </a:endParaRPr>
            </a:p>
          </p:txBody>
        </p:sp>
        <p:sp>
          <p:nvSpPr>
            <p:cNvPr id="63520" name="文本框 51232"/>
            <p:cNvSpPr txBox="1"/>
            <p:nvPr/>
          </p:nvSpPr>
          <p:spPr>
            <a:xfrm>
              <a:off x="1724" y="2072"/>
              <a:ext cx="260" cy="282"/>
            </a:xfrm>
            <a:prstGeom prst="rect">
              <a:avLst/>
            </a:prstGeom>
            <a:noFill/>
            <a:ln w="9525">
              <a:noFill/>
              <a:miter/>
            </a:ln>
          </p:spPr>
          <p:txBody>
            <a:bodyPr anchor="t"/>
            <a:p>
              <a:pPr lvl="0" algn="just">
                <a:lnSpc>
                  <a:spcPct val="120000"/>
                </a:lnSpc>
                <a:buClr>
                  <a:srgbClr val="000000"/>
                </a:buClr>
              </a:pPr>
              <a:r>
                <a:rPr lang="en-US" altLang="zh-CN" sz="1600">
                  <a:solidFill>
                    <a:schemeClr val="tx1"/>
                  </a:solidFill>
                  <a:latin typeface="Times New Roman" panose="02020603050405020304" charset="0"/>
                  <a:ea typeface="宋体" panose="02010600030101010101" pitchFamily="2" charset="-122"/>
                </a:rPr>
                <a:t>h</a:t>
              </a:r>
              <a:endParaRPr lang="en-US" altLang="zh-CN" sz="1600">
                <a:solidFill>
                  <a:schemeClr val="tx1"/>
                </a:solidFill>
                <a:latin typeface="Times New Roman" panose="02020603050405020304" charset="0"/>
                <a:ea typeface="宋体" panose="02010600030101010101" pitchFamily="2" charset="-122"/>
              </a:endParaRPr>
            </a:p>
          </p:txBody>
        </p:sp>
        <p:sp>
          <p:nvSpPr>
            <p:cNvPr id="51234" name="矩形 51233"/>
            <p:cNvSpPr/>
            <p:nvPr/>
          </p:nvSpPr>
          <p:spPr>
            <a:xfrm>
              <a:off x="2421" y="2119"/>
              <a:ext cx="655" cy="401"/>
            </a:xfrm>
            <a:prstGeom prst="rect">
              <a:avLst/>
            </a:prstGeom>
            <a:solidFill>
              <a:srgbClr val="FFCCFF"/>
            </a:solidFill>
            <a:ln w="12700" cap="flat" cmpd="sng">
              <a:solidFill>
                <a:srgbClr val="000000"/>
              </a:solidFill>
              <a:prstDash val="solid"/>
              <a:miter/>
              <a:headEnd type="none" w="med" len="med"/>
              <a:tailEnd type="none" w="med" len="med"/>
            </a:ln>
          </p:spPr>
          <p:txBody>
            <a:bodyPr/>
            <a:p>
              <a:pPr marL="914400" lvl="0" indent="-340995" algn="ctr" fontAlgn="base">
                <a:lnSpc>
                  <a:spcPct val="120000"/>
                </a:lnSpc>
                <a:buClr>
                  <a:schemeClr val="tx2"/>
                </a:buClr>
                <a:buSzPct val="95000"/>
                <a:buFont typeface="Wingdings" panose="05000000000000000000" pitchFamily="2" charset="2"/>
                <a:buBlip>
                  <a:blip r:embed="rId1"/>
                </a:buBlip>
              </a:pPr>
              <a:endParaRPr sz="1600" b="1" strike="noStrike" noProof="1">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63522" name="直接连接符 51234"/>
            <p:cNvSpPr/>
            <p:nvPr/>
          </p:nvSpPr>
          <p:spPr>
            <a:xfrm>
              <a:off x="2421" y="2314"/>
              <a:ext cx="655" cy="0"/>
            </a:xfrm>
            <a:prstGeom prst="line">
              <a:avLst/>
            </a:prstGeom>
            <a:ln w="12700"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3523" name="直接连接符 51235"/>
            <p:cNvSpPr/>
            <p:nvPr/>
          </p:nvSpPr>
          <p:spPr>
            <a:xfrm>
              <a:off x="2633" y="2119"/>
              <a:ext cx="0" cy="401"/>
            </a:xfrm>
            <a:prstGeom prst="line">
              <a:avLst/>
            </a:prstGeom>
            <a:ln w="12700"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3524" name="文本框 51236"/>
            <p:cNvSpPr txBox="1"/>
            <p:nvPr/>
          </p:nvSpPr>
          <p:spPr>
            <a:xfrm>
              <a:off x="2456" y="2099"/>
              <a:ext cx="260" cy="282"/>
            </a:xfrm>
            <a:prstGeom prst="rect">
              <a:avLst/>
            </a:prstGeom>
            <a:noFill/>
            <a:ln w="9525">
              <a:noFill/>
              <a:miter/>
            </a:ln>
          </p:spPr>
          <p:txBody>
            <a:bodyPr anchor="t"/>
            <a:p>
              <a:pPr lvl="0" algn="just">
                <a:lnSpc>
                  <a:spcPct val="120000"/>
                </a:lnSpc>
                <a:buClr>
                  <a:srgbClr val="000000"/>
                </a:buClr>
              </a:pPr>
              <a:r>
                <a:rPr lang="en-US" altLang="zh-CN" sz="1600">
                  <a:solidFill>
                    <a:schemeClr val="tx1"/>
                  </a:solidFill>
                  <a:latin typeface="Times New Roman" panose="02020603050405020304" charset="0"/>
                  <a:ea typeface="宋体" panose="02010600030101010101" pitchFamily="2" charset="-122"/>
                </a:rPr>
                <a:t>j</a:t>
              </a:r>
              <a:endParaRPr lang="en-US" altLang="zh-CN" sz="1600">
                <a:solidFill>
                  <a:schemeClr val="tx1"/>
                </a:solidFill>
                <a:latin typeface="Times New Roman" panose="02020603050405020304" charset="0"/>
                <a:ea typeface="宋体" panose="02010600030101010101" pitchFamily="2" charset="-122"/>
              </a:endParaRPr>
            </a:p>
          </p:txBody>
        </p:sp>
        <p:sp>
          <p:nvSpPr>
            <p:cNvPr id="63525" name="文本框 51237"/>
            <p:cNvSpPr txBox="1"/>
            <p:nvPr/>
          </p:nvSpPr>
          <p:spPr>
            <a:xfrm>
              <a:off x="2654" y="2099"/>
              <a:ext cx="260" cy="282"/>
            </a:xfrm>
            <a:prstGeom prst="rect">
              <a:avLst/>
            </a:prstGeom>
            <a:noFill/>
            <a:ln w="9525">
              <a:noFill/>
              <a:miter/>
            </a:ln>
          </p:spPr>
          <p:txBody>
            <a:bodyPr anchor="t"/>
            <a:p>
              <a:pPr lvl="0" algn="just">
                <a:lnSpc>
                  <a:spcPct val="120000"/>
                </a:lnSpc>
                <a:buClr>
                  <a:srgbClr val="000000"/>
                </a:buClr>
              </a:pPr>
              <a:r>
                <a:rPr lang="en-US" altLang="zh-CN" sz="1600">
                  <a:solidFill>
                    <a:schemeClr val="tx1"/>
                  </a:solidFill>
                  <a:latin typeface="Times New Roman" panose="02020603050405020304" charset="0"/>
                  <a:ea typeface="宋体" panose="02010600030101010101" pitchFamily="2" charset="-122"/>
                </a:rPr>
                <a:t>m</a:t>
              </a:r>
              <a:endParaRPr lang="en-US" altLang="zh-CN" sz="1600">
                <a:solidFill>
                  <a:schemeClr val="tx1"/>
                </a:solidFill>
                <a:latin typeface="Times New Roman" panose="02020603050405020304" charset="0"/>
                <a:ea typeface="宋体" panose="02010600030101010101" pitchFamily="2" charset="-122"/>
              </a:endParaRPr>
            </a:p>
          </p:txBody>
        </p:sp>
        <p:sp>
          <p:nvSpPr>
            <p:cNvPr id="63526" name="文本框 51238"/>
            <p:cNvSpPr txBox="1"/>
            <p:nvPr/>
          </p:nvSpPr>
          <p:spPr>
            <a:xfrm>
              <a:off x="2902" y="2099"/>
              <a:ext cx="260" cy="282"/>
            </a:xfrm>
            <a:prstGeom prst="rect">
              <a:avLst/>
            </a:prstGeom>
            <a:noFill/>
            <a:ln w="9525">
              <a:noFill/>
              <a:miter/>
            </a:ln>
          </p:spPr>
          <p:txBody>
            <a:bodyPr anchor="t"/>
            <a:p>
              <a:pPr lvl="0" algn="just">
                <a:lnSpc>
                  <a:spcPct val="120000"/>
                </a:lnSpc>
                <a:buClr>
                  <a:srgbClr val="000000"/>
                </a:buClr>
              </a:pPr>
              <a:r>
                <a:rPr lang="en-US" altLang="zh-CN" sz="1600">
                  <a:solidFill>
                    <a:schemeClr val="tx1"/>
                  </a:solidFill>
                  <a:latin typeface="Times New Roman" panose="02020603050405020304" charset="0"/>
                  <a:ea typeface="宋体" panose="02010600030101010101" pitchFamily="2" charset="-122"/>
                </a:rPr>
                <a:t>r</a:t>
              </a:r>
              <a:endParaRPr lang="en-US" altLang="zh-CN" sz="1600">
                <a:solidFill>
                  <a:schemeClr val="tx1"/>
                </a:solidFill>
                <a:latin typeface="Times New Roman" panose="02020603050405020304" charset="0"/>
                <a:ea typeface="宋体" panose="02010600030101010101" pitchFamily="2" charset="-122"/>
              </a:endParaRPr>
            </a:p>
          </p:txBody>
        </p:sp>
        <p:sp>
          <p:nvSpPr>
            <p:cNvPr id="63527" name="直接连接符 51239"/>
            <p:cNvSpPr/>
            <p:nvPr/>
          </p:nvSpPr>
          <p:spPr>
            <a:xfrm>
              <a:off x="2853" y="2119"/>
              <a:ext cx="0" cy="401"/>
            </a:xfrm>
            <a:prstGeom prst="line">
              <a:avLst/>
            </a:prstGeom>
            <a:ln w="12700"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51241" name="矩形 51240"/>
            <p:cNvSpPr/>
            <p:nvPr/>
          </p:nvSpPr>
          <p:spPr>
            <a:xfrm>
              <a:off x="4368" y="1185"/>
              <a:ext cx="435" cy="402"/>
            </a:xfrm>
            <a:prstGeom prst="rect">
              <a:avLst/>
            </a:prstGeom>
            <a:solidFill>
              <a:srgbClr val="FFCCFF"/>
            </a:solidFill>
            <a:ln w="12700" cap="flat" cmpd="sng">
              <a:solidFill>
                <a:srgbClr val="000000"/>
              </a:solidFill>
              <a:prstDash val="solid"/>
              <a:miter/>
              <a:headEnd type="none" w="med" len="med"/>
              <a:tailEnd type="none" w="med" len="med"/>
            </a:ln>
          </p:spPr>
          <p:txBody>
            <a:bodyPr/>
            <a:p>
              <a:pPr marL="914400" lvl="0" indent="-340995" algn="ctr" fontAlgn="base">
                <a:lnSpc>
                  <a:spcPct val="120000"/>
                </a:lnSpc>
                <a:buClr>
                  <a:schemeClr val="tx2"/>
                </a:buClr>
                <a:buSzPct val="95000"/>
                <a:buFont typeface="Wingdings" panose="05000000000000000000" pitchFamily="2" charset="2"/>
                <a:buBlip>
                  <a:blip r:embed="rId1"/>
                </a:buBlip>
              </a:pPr>
              <a:endParaRPr sz="1600" b="1" strike="noStrike" noProof="1">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63529" name="直接连接符 51241"/>
            <p:cNvSpPr/>
            <p:nvPr/>
          </p:nvSpPr>
          <p:spPr>
            <a:xfrm>
              <a:off x="4580" y="1185"/>
              <a:ext cx="0" cy="402"/>
            </a:xfrm>
            <a:prstGeom prst="line">
              <a:avLst/>
            </a:prstGeom>
            <a:ln w="12700"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3530" name="直接连接符 51242"/>
            <p:cNvSpPr/>
            <p:nvPr/>
          </p:nvSpPr>
          <p:spPr>
            <a:xfrm>
              <a:off x="4803" y="1185"/>
              <a:ext cx="0" cy="402"/>
            </a:xfrm>
            <a:prstGeom prst="line">
              <a:avLst/>
            </a:prstGeom>
            <a:ln w="12700"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3531" name="文本框 51243"/>
            <p:cNvSpPr txBox="1"/>
            <p:nvPr/>
          </p:nvSpPr>
          <p:spPr>
            <a:xfrm>
              <a:off x="4376" y="1126"/>
              <a:ext cx="260" cy="283"/>
            </a:xfrm>
            <a:prstGeom prst="rect">
              <a:avLst/>
            </a:prstGeom>
            <a:noFill/>
            <a:ln w="9525">
              <a:noFill/>
              <a:miter/>
            </a:ln>
          </p:spPr>
          <p:txBody>
            <a:bodyPr anchor="t"/>
            <a:p>
              <a:pPr lvl="0" algn="just">
                <a:lnSpc>
                  <a:spcPct val="120000"/>
                </a:lnSpc>
                <a:buClr>
                  <a:srgbClr val="000000"/>
                </a:buClr>
              </a:pPr>
              <a:r>
                <a:rPr lang="en-US" altLang="zh-CN" sz="1600">
                  <a:solidFill>
                    <a:schemeClr val="tx1"/>
                  </a:solidFill>
                  <a:latin typeface="Times New Roman" panose="02020603050405020304" charset="0"/>
                  <a:ea typeface="宋体" panose="02010600030101010101" pitchFamily="2" charset="-122"/>
                </a:rPr>
                <a:t>g</a:t>
              </a:r>
              <a:endParaRPr lang="en-US" altLang="zh-CN" sz="1600">
                <a:solidFill>
                  <a:schemeClr val="tx1"/>
                </a:solidFill>
                <a:latin typeface="Times New Roman" panose="02020603050405020304" charset="0"/>
                <a:ea typeface="宋体" panose="02010600030101010101" pitchFamily="2" charset="-122"/>
              </a:endParaRPr>
            </a:p>
          </p:txBody>
        </p:sp>
        <p:sp>
          <p:nvSpPr>
            <p:cNvPr id="63532" name="文本框 51244"/>
            <p:cNvSpPr txBox="1"/>
            <p:nvPr/>
          </p:nvSpPr>
          <p:spPr>
            <a:xfrm>
              <a:off x="4580" y="1130"/>
              <a:ext cx="261" cy="283"/>
            </a:xfrm>
            <a:prstGeom prst="rect">
              <a:avLst/>
            </a:prstGeom>
            <a:noFill/>
            <a:ln w="9525">
              <a:noFill/>
              <a:miter/>
            </a:ln>
          </p:spPr>
          <p:txBody>
            <a:bodyPr anchor="t"/>
            <a:p>
              <a:pPr lvl="0" algn="just">
                <a:lnSpc>
                  <a:spcPct val="120000"/>
                </a:lnSpc>
                <a:buClr>
                  <a:srgbClr val="000000"/>
                </a:buClr>
              </a:pPr>
              <a:r>
                <a:rPr lang="en-US" altLang="zh-CN" sz="1600">
                  <a:solidFill>
                    <a:schemeClr val="tx1"/>
                  </a:solidFill>
                  <a:latin typeface="Times New Roman" panose="02020603050405020304" charset="0"/>
                  <a:ea typeface="宋体" panose="02010600030101010101" pitchFamily="2" charset="-122"/>
                </a:rPr>
                <a:t>a</a:t>
              </a:r>
              <a:endParaRPr lang="en-US" altLang="zh-CN" sz="1600">
                <a:solidFill>
                  <a:schemeClr val="tx1"/>
                </a:solidFill>
                <a:latin typeface="Times New Roman" panose="02020603050405020304" charset="0"/>
                <a:ea typeface="宋体" panose="02010600030101010101" pitchFamily="2" charset="-122"/>
              </a:endParaRPr>
            </a:p>
          </p:txBody>
        </p:sp>
        <p:sp>
          <p:nvSpPr>
            <p:cNvPr id="63533" name="直接连接符 51245"/>
            <p:cNvSpPr/>
            <p:nvPr/>
          </p:nvSpPr>
          <p:spPr>
            <a:xfrm>
              <a:off x="4368" y="1381"/>
              <a:ext cx="435" cy="0"/>
            </a:xfrm>
            <a:prstGeom prst="line">
              <a:avLst/>
            </a:prstGeom>
            <a:ln w="12700"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51247" name="矩形 51246"/>
            <p:cNvSpPr/>
            <p:nvPr/>
          </p:nvSpPr>
          <p:spPr>
            <a:xfrm>
              <a:off x="365" y="2097"/>
              <a:ext cx="435" cy="401"/>
            </a:xfrm>
            <a:prstGeom prst="rect">
              <a:avLst/>
            </a:prstGeom>
            <a:solidFill>
              <a:srgbClr val="FFCCFF"/>
            </a:solidFill>
            <a:ln w="12700" cap="flat" cmpd="sng">
              <a:solidFill>
                <a:srgbClr val="000000"/>
              </a:solidFill>
              <a:prstDash val="solid"/>
              <a:miter/>
              <a:headEnd type="none" w="med" len="med"/>
              <a:tailEnd type="none" w="med" len="med"/>
            </a:ln>
          </p:spPr>
          <p:txBody>
            <a:bodyPr/>
            <a:p>
              <a:pPr marL="914400" lvl="0" indent="-340995" algn="ctr" fontAlgn="base">
                <a:lnSpc>
                  <a:spcPct val="120000"/>
                </a:lnSpc>
                <a:buClr>
                  <a:schemeClr val="tx2"/>
                </a:buClr>
                <a:buSzPct val="95000"/>
                <a:buFont typeface="Wingdings" panose="05000000000000000000" pitchFamily="2" charset="2"/>
                <a:buBlip>
                  <a:blip r:embed="rId1"/>
                </a:buBlip>
              </a:pPr>
              <a:endParaRPr sz="1600" b="1" strike="noStrike" noProof="1">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63535" name="直接连接符 51247"/>
            <p:cNvSpPr/>
            <p:nvPr/>
          </p:nvSpPr>
          <p:spPr>
            <a:xfrm>
              <a:off x="577" y="2097"/>
              <a:ext cx="0" cy="401"/>
            </a:xfrm>
            <a:prstGeom prst="line">
              <a:avLst/>
            </a:prstGeom>
            <a:ln w="12700"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3536" name="直接连接符 51248"/>
            <p:cNvSpPr/>
            <p:nvPr/>
          </p:nvSpPr>
          <p:spPr>
            <a:xfrm>
              <a:off x="800" y="2097"/>
              <a:ext cx="0" cy="401"/>
            </a:xfrm>
            <a:prstGeom prst="line">
              <a:avLst/>
            </a:prstGeom>
            <a:ln w="12700"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3537" name="文本框 51249"/>
            <p:cNvSpPr txBox="1"/>
            <p:nvPr/>
          </p:nvSpPr>
          <p:spPr>
            <a:xfrm>
              <a:off x="373" y="2048"/>
              <a:ext cx="260" cy="282"/>
            </a:xfrm>
            <a:prstGeom prst="rect">
              <a:avLst/>
            </a:prstGeom>
            <a:noFill/>
            <a:ln w="9525">
              <a:noFill/>
              <a:miter/>
            </a:ln>
          </p:spPr>
          <p:txBody>
            <a:bodyPr anchor="t"/>
            <a:p>
              <a:pPr lvl="0" algn="just">
                <a:lnSpc>
                  <a:spcPct val="120000"/>
                </a:lnSpc>
                <a:buClr>
                  <a:srgbClr val="000000"/>
                </a:buClr>
              </a:pPr>
              <a:r>
                <a:rPr lang="en-US" altLang="zh-CN" sz="1600">
                  <a:solidFill>
                    <a:schemeClr val="tx1"/>
                  </a:solidFill>
                  <a:latin typeface="Times New Roman" panose="02020603050405020304" charset="0"/>
                  <a:ea typeface="宋体" panose="02010600030101010101" pitchFamily="2" charset="-122"/>
                </a:rPr>
                <a:t>a</a:t>
              </a:r>
              <a:endParaRPr lang="en-US" altLang="zh-CN" sz="1600">
                <a:solidFill>
                  <a:schemeClr val="tx1"/>
                </a:solidFill>
                <a:latin typeface="Times New Roman" panose="02020603050405020304" charset="0"/>
                <a:ea typeface="宋体" panose="02010600030101010101" pitchFamily="2" charset="-122"/>
              </a:endParaRPr>
            </a:p>
          </p:txBody>
        </p:sp>
        <p:sp>
          <p:nvSpPr>
            <p:cNvPr id="63538" name="文本框 51250"/>
            <p:cNvSpPr txBox="1"/>
            <p:nvPr/>
          </p:nvSpPr>
          <p:spPr>
            <a:xfrm>
              <a:off x="577" y="2043"/>
              <a:ext cx="260" cy="282"/>
            </a:xfrm>
            <a:prstGeom prst="rect">
              <a:avLst/>
            </a:prstGeom>
            <a:noFill/>
            <a:ln w="9525">
              <a:noFill/>
              <a:miter/>
            </a:ln>
          </p:spPr>
          <p:txBody>
            <a:bodyPr anchor="t"/>
            <a:p>
              <a:pPr lvl="0" algn="just">
                <a:lnSpc>
                  <a:spcPct val="120000"/>
                </a:lnSpc>
                <a:buClr>
                  <a:srgbClr val="000000"/>
                </a:buClr>
              </a:pPr>
              <a:r>
                <a:rPr lang="en-US" altLang="zh-CN" sz="1600">
                  <a:solidFill>
                    <a:schemeClr val="tx1"/>
                  </a:solidFill>
                  <a:latin typeface="Times New Roman" panose="02020603050405020304" charset="0"/>
                  <a:ea typeface="宋体" panose="02010600030101010101" pitchFamily="2" charset="-122"/>
                </a:rPr>
                <a:t>c</a:t>
              </a:r>
              <a:endParaRPr lang="en-US" altLang="zh-CN" sz="1600">
                <a:solidFill>
                  <a:schemeClr val="tx1"/>
                </a:solidFill>
                <a:latin typeface="Times New Roman" panose="02020603050405020304" charset="0"/>
                <a:ea typeface="宋体" panose="02010600030101010101" pitchFamily="2" charset="-122"/>
              </a:endParaRPr>
            </a:p>
          </p:txBody>
        </p:sp>
        <p:sp>
          <p:nvSpPr>
            <p:cNvPr id="63539" name="直接连接符 51251"/>
            <p:cNvSpPr/>
            <p:nvPr/>
          </p:nvSpPr>
          <p:spPr>
            <a:xfrm>
              <a:off x="2757" y="577"/>
              <a:ext cx="0" cy="608"/>
            </a:xfrm>
            <a:prstGeom prst="line">
              <a:avLst/>
            </a:prstGeom>
            <a:ln w="12700" cap="flat" cmpd="sng">
              <a:solidFill>
                <a:srgbClr val="000000"/>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3540" name="直接连接符 51252"/>
            <p:cNvSpPr/>
            <p:nvPr/>
          </p:nvSpPr>
          <p:spPr>
            <a:xfrm flipH="1">
              <a:off x="1147" y="577"/>
              <a:ext cx="1369" cy="597"/>
            </a:xfrm>
            <a:prstGeom prst="line">
              <a:avLst/>
            </a:prstGeom>
            <a:ln w="12700" cap="flat" cmpd="sng">
              <a:solidFill>
                <a:srgbClr val="000000"/>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3541" name="直接连接符 51253"/>
            <p:cNvSpPr/>
            <p:nvPr/>
          </p:nvSpPr>
          <p:spPr>
            <a:xfrm>
              <a:off x="2988" y="577"/>
              <a:ext cx="1592" cy="597"/>
            </a:xfrm>
            <a:prstGeom prst="line">
              <a:avLst/>
            </a:prstGeom>
            <a:ln w="12700" cap="flat" cmpd="sng">
              <a:solidFill>
                <a:srgbClr val="000000"/>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3542" name="直接连接符 51254"/>
            <p:cNvSpPr/>
            <p:nvPr/>
          </p:nvSpPr>
          <p:spPr>
            <a:xfrm flipH="1">
              <a:off x="577" y="1489"/>
              <a:ext cx="366" cy="608"/>
            </a:xfrm>
            <a:prstGeom prst="line">
              <a:avLst/>
            </a:prstGeom>
            <a:ln w="12700" cap="flat" cmpd="sng">
              <a:solidFill>
                <a:srgbClr val="000000"/>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3543" name="直接连接符 51255"/>
            <p:cNvSpPr/>
            <p:nvPr/>
          </p:nvSpPr>
          <p:spPr>
            <a:xfrm>
              <a:off x="2757" y="1489"/>
              <a:ext cx="0" cy="630"/>
            </a:xfrm>
            <a:prstGeom prst="line">
              <a:avLst/>
            </a:prstGeom>
            <a:ln w="12700" cap="flat" cmpd="sng">
              <a:solidFill>
                <a:srgbClr val="000000"/>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3544" name="直接连接符 51256"/>
            <p:cNvSpPr/>
            <p:nvPr/>
          </p:nvSpPr>
          <p:spPr>
            <a:xfrm flipH="1">
              <a:off x="1802" y="1489"/>
              <a:ext cx="714" cy="619"/>
            </a:xfrm>
            <a:prstGeom prst="line">
              <a:avLst/>
            </a:prstGeom>
            <a:ln w="12700" cap="flat" cmpd="sng">
              <a:solidFill>
                <a:srgbClr val="000000"/>
              </a:solidFill>
              <a:prstDash val="solid"/>
              <a:round/>
              <a:headEnd type="none" w="med" len="med"/>
              <a:tailEnd type="triangl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3545" name="直接连接符 51257"/>
            <p:cNvSpPr/>
            <p:nvPr/>
          </p:nvSpPr>
          <p:spPr>
            <a:xfrm>
              <a:off x="2988" y="1489"/>
              <a:ext cx="695" cy="619"/>
            </a:xfrm>
            <a:prstGeom prst="line">
              <a:avLst/>
            </a:prstGeom>
            <a:ln w="12700" cap="flat" cmpd="sng">
              <a:solidFill>
                <a:srgbClr val="000000"/>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51259" name="椭圆 51258"/>
            <p:cNvSpPr/>
            <p:nvPr/>
          </p:nvSpPr>
          <p:spPr>
            <a:xfrm>
              <a:off x="887" y="2206"/>
              <a:ext cx="162" cy="173"/>
            </a:xfrm>
            <a:prstGeom prst="ellipse">
              <a:avLst/>
            </a:prstGeom>
            <a:solidFill>
              <a:srgbClr val="FFCCFF"/>
            </a:solidFill>
            <a:ln w="12700" cap="flat" cmpd="sng">
              <a:solidFill>
                <a:srgbClr val="000000"/>
              </a:solidFill>
              <a:prstDash val="solid"/>
              <a:headEnd type="none" w="med" len="med"/>
              <a:tailEnd type="none" w="med" len="med"/>
            </a:ln>
          </p:spPr>
          <p:txBody>
            <a:bodyPr/>
            <a:p>
              <a:pPr marL="914400" lvl="0" indent="-340995" algn="ctr" fontAlgn="base">
                <a:lnSpc>
                  <a:spcPct val="120000"/>
                </a:lnSpc>
                <a:buClr>
                  <a:schemeClr val="tx2"/>
                </a:buClr>
                <a:buSzPct val="95000"/>
                <a:buFont typeface="Wingdings" panose="05000000000000000000" pitchFamily="2" charset="2"/>
                <a:buBlip>
                  <a:blip r:embed="rId1"/>
                </a:buBlip>
              </a:pPr>
              <a:endParaRPr sz="1600" b="1" strike="noStrike" noProof="1">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51260" name="椭圆 51259"/>
            <p:cNvSpPr/>
            <p:nvPr/>
          </p:nvSpPr>
          <p:spPr>
            <a:xfrm>
              <a:off x="1147" y="2206"/>
              <a:ext cx="164" cy="173"/>
            </a:xfrm>
            <a:prstGeom prst="ellipse">
              <a:avLst/>
            </a:prstGeom>
            <a:solidFill>
              <a:srgbClr val="FFCCFF"/>
            </a:solidFill>
            <a:ln w="12700" cap="flat" cmpd="sng">
              <a:solidFill>
                <a:srgbClr val="000000"/>
              </a:solidFill>
              <a:prstDash val="solid"/>
              <a:headEnd type="none" w="med" len="med"/>
              <a:tailEnd type="none" w="med" len="med"/>
            </a:ln>
          </p:spPr>
          <p:txBody>
            <a:bodyPr/>
            <a:p>
              <a:pPr marL="914400" lvl="0" indent="-340995" algn="ctr" fontAlgn="base">
                <a:lnSpc>
                  <a:spcPct val="120000"/>
                </a:lnSpc>
                <a:buClr>
                  <a:schemeClr val="tx2"/>
                </a:buClr>
                <a:buSzPct val="95000"/>
                <a:buFont typeface="Wingdings" panose="05000000000000000000" pitchFamily="2" charset="2"/>
                <a:buBlip>
                  <a:blip r:embed="rId1"/>
                </a:buBlip>
              </a:pPr>
              <a:endParaRPr sz="1600" b="1" strike="noStrike" noProof="1">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51261" name="椭圆 51260"/>
            <p:cNvSpPr/>
            <p:nvPr/>
          </p:nvSpPr>
          <p:spPr>
            <a:xfrm>
              <a:off x="375" y="2824"/>
              <a:ext cx="164" cy="174"/>
            </a:xfrm>
            <a:prstGeom prst="ellipse">
              <a:avLst/>
            </a:prstGeom>
            <a:solidFill>
              <a:srgbClr val="FFCCFF"/>
            </a:solidFill>
            <a:ln w="12700" cap="flat" cmpd="sng">
              <a:solidFill>
                <a:srgbClr val="000000"/>
              </a:solidFill>
              <a:prstDash val="solid"/>
              <a:headEnd type="none" w="med" len="med"/>
              <a:tailEnd type="none" w="med" len="med"/>
            </a:ln>
          </p:spPr>
          <p:txBody>
            <a:bodyPr/>
            <a:p>
              <a:pPr marL="914400" lvl="0" indent="-340995" algn="ctr" fontAlgn="base">
                <a:lnSpc>
                  <a:spcPct val="120000"/>
                </a:lnSpc>
                <a:buClr>
                  <a:schemeClr val="tx2"/>
                </a:buClr>
                <a:buSzPct val="95000"/>
                <a:buFont typeface="Wingdings" panose="05000000000000000000" pitchFamily="2" charset="2"/>
                <a:buBlip>
                  <a:blip r:embed="rId1"/>
                </a:buBlip>
              </a:pPr>
              <a:endParaRPr sz="1600" b="1" strike="noStrike" noProof="1">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51262" name="椭圆 51261"/>
            <p:cNvSpPr/>
            <p:nvPr/>
          </p:nvSpPr>
          <p:spPr>
            <a:xfrm>
              <a:off x="702" y="2824"/>
              <a:ext cx="164" cy="174"/>
            </a:xfrm>
            <a:prstGeom prst="ellipse">
              <a:avLst/>
            </a:prstGeom>
            <a:solidFill>
              <a:srgbClr val="FFCCFF"/>
            </a:solidFill>
            <a:ln w="12700" cap="flat" cmpd="sng">
              <a:solidFill>
                <a:srgbClr val="000000"/>
              </a:solidFill>
              <a:prstDash val="solid"/>
              <a:headEnd type="none" w="med" len="med"/>
              <a:tailEnd type="none" w="med" len="med"/>
            </a:ln>
          </p:spPr>
          <p:txBody>
            <a:bodyPr/>
            <a:p>
              <a:pPr marL="914400" lvl="0" indent="-340995" algn="ctr" fontAlgn="base">
                <a:lnSpc>
                  <a:spcPct val="120000"/>
                </a:lnSpc>
                <a:buClr>
                  <a:schemeClr val="tx2"/>
                </a:buClr>
                <a:buSzPct val="95000"/>
                <a:buFont typeface="Wingdings" panose="05000000000000000000" pitchFamily="2" charset="2"/>
                <a:buBlip>
                  <a:blip r:embed="rId1"/>
                </a:buBlip>
              </a:pPr>
              <a:endParaRPr sz="1600" b="1" strike="noStrike" noProof="1">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51263" name="椭圆 51262"/>
            <p:cNvSpPr/>
            <p:nvPr/>
          </p:nvSpPr>
          <p:spPr>
            <a:xfrm>
              <a:off x="1465" y="2824"/>
              <a:ext cx="165" cy="174"/>
            </a:xfrm>
            <a:prstGeom prst="ellipse">
              <a:avLst/>
            </a:prstGeom>
            <a:solidFill>
              <a:srgbClr val="FFCCFF"/>
            </a:solidFill>
            <a:ln w="12700" cap="flat" cmpd="sng">
              <a:solidFill>
                <a:srgbClr val="000000"/>
              </a:solidFill>
              <a:prstDash val="solid"/>
              <a:headEnd type="none" w="med" len="med"/>
              <a:tailEnd type="none" w="med" len="med"/>
            </a:ln>
          </p:spPr>
          <p:txBody>
            <a:bodyPr/>
            <a:p>
              <a:pPr marL="914400" lvl="0" indent="-340995" algn="ctr" fontAlgn="base">
                <a:lnSpc>
                  <a:spcPct val="120000"/>
                </a:lnSpc>
                <a:buClr>
                  <a:schemeClr val="tx2"/>
                </a:buClr>
                <a:buSzPct val="95000"/>
                <a:buFont typeface="Wingdings" panose="05000000000000000000" pitchFamily="2" charset="2"/>
                <a:buBlip>
                  <a:blip r:embed="rId1"/>
                </a:buBlip>
              </a:pPr>
              <a:endParaRPr sz="1600" b="1" strike="noStrike" noProof="1">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51264" name="椭圆 51263"/>
            <p:cNvSpPr/>
            <p:nvPr/>
          </p:nvSpPr>
          <p:spPr>
            <a:xfrm>
              <a:off x="1715" y="2824"/>
              <a:ext cx="164" cy="174"/>
            </a:xfrm>
            <a:prstGeom prst="ellipse">
              <a:avLst/>
            </a:prstGeom>
            <a:solidFill>
              <a:srgbClr val="FFCCFF"/>
            </a:solidFill>
            <a:ln w="12700" cap="flat" cmpd="sng">
              <a:solidFill>
                <a:srgbClr val="000000"/>
              </a:solidFill>
              <a:prstDash val="solid"/>
              <a:headEnd type="none" w="med" len="med"/>
              <a:tailEnd type="none" w="med" len="med"/>
            </a:ln>
          </p:spPr>
          <p:txBody>
            <a:bodyPr/>
            <a:p>
              <a:pPr marL="914400" lvl="0" indent="-340995" algn="ctr" fontAlgn="base">
                <a:lnSpc>
                  <a:spcPct val="120000"/>
                </a:lnSpc>
                <a:buClr>
                  <a:schemeClr val="tx2"/>
                </a:buClr>
                <a:buSzPct val="95000"/>
                <a:buFont typeface="Wingdings" panose="05000000000000000000" pitchFamily="2" charset="2"/>
                <a:buBlip>
                  <a:blip r:embed="rId1"/>
                </a:buBlip>
              </a:pPr>
              <a:endParaRPr sz="1600" b="1" strike="noStrike" noProof="1">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51265" name="椭圆 51264"/>
            <p:cNvSpPr/>
            <p:nvPr/>
          </p:nvSpPr>
          <p:spPr>
            <a:xfrm>
              <a:off x="2352" y="2824"/>
              <a:ext cx="164" cy="174"/>
            </a:xfrm>
            <a:prstGeom prst="ellipse">
              <a:avLst/>
            </a:prstGeom>
            <a:solidFill>
              <a:srgbClr val="FFCCFF"/>
            </a:solidFill>
            <a:ln w="12700" cap="flat" cmpd="sng">
              <a:solidFill>
                <a:srgbClr val="000000"/>
              </a:solidFill>
              <a:prstDash val="solid"/>
              <a:headEnd type="none" w="med" len="med"/>
              <a:tailEnd type="none" w="med" len="med"/>
            </a:ln>
          </p:spPr>
          <p:txBody>
            <a:bodyPr/>
            <a:p>
              <a:pPr marL="914400" lvl="0" indent="-340995" algn="ctr" fontAlgn="base">
                <a:lnSpc>
                  <a:spcPct val="120000"/>
                </a:lnSpc>
                <a:buClr>
                  <a:schemeClr val="tx2"/>
                </a:buClr>
                <a:buSzPct val="95000"/>
                <a:buFont typeface="Wingdings" panose="05000000000000000000" pitchFamily="2" charset="2"/>
                <a:buBlip>
                  <a:blip r:embed="rId1"/>
                </a:buBlip>
              </a:pPr>
              <a:endParaRPr sz="1600" b="1" strike="noStrike" noProof="1">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51266" name="椭圆 51265"/>
            <p:cNvSpPr/>
            <p:nvPr/>
          </p:nvSpPr>
          <p:spPr>
            <a:xfrm>
              <a:off x="2662" y="2824"/>
              <a:ext cx="163" cy="174"/>
            </a:xfrm>
            <a:prstGeom prst="ellipse">
              <a:avLst/>
            </a:prstGeom>
            <a:solidFill>
              <a:srgbClr val="FFCCFF"/>
            </a:solidFill>
            <a:ln w="12700" cap="flat" cmpd="sng">
              <a:solidFill>
                <a:srgbClr val="000000"/>
              </a:solidFill>
              <a:prstDash val="solid"/>
              <a:headEnd type="none" w="med" len="med"/>
              <a:tailEnd type="none" w="med" len="med"/>
            </a:ln>
          </p:spPr>
          <p:txBody>
            <a:bodyPr/>
            <a:p>
              <a:pPr marL="914400" lvl="0" indent="-340995" algn="ctr" fontAlgn="base">
                <a:lnSpc>
                  <a:spcPct val="120000"/>
                </a:lnSpc>
                <a:buClr>
                  <a:schemeClr val="tx2"/>
                </a:buClr>
                <a:buSzPct val="95000"/>
                <a:buFont typeface="Wingdings" panose="05000000000000000000" pitchFamily="2" charset="2"/>
                <a:buBlip>
                  <a:blip r:embed="rId1"/>
                </a:buBlip>
              </a:pPr>
              <a:endParaRPr sz="1600" b="1" strike="noStrike" noProof="1">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51267" name="椭圆 51266"/>
            <p:cNvSpPr/>
            <p:nvPr/>
          </p:nvSpPr>
          <p:spPr>
            <a:xfrm>
              <a:off x="2911" y="2824"/>
              <a:ext cx="165" cy="174"/>
            </a:xfrm>
            <a:prstGeom prst="ellipse">
              <a:avLst/>
            </a:prstGeom>
            <a:solidFill>
              <a:srgbClr val="FFCCFF"/>
            </a:solidFill>
            <a:ln w="12700" cap="flat" cmpd="sng">
              <a:solidFill>
                <a:srgbClr val="000000"/>
              </a:solidFill>
              <a:prstDash val="solid"/>
              <a:headEnd type="none" w="med" len="med"/>
              <a:tailEnd type="none" w="med" len="med"/>
            </a:ln>
          </p:spPr>
          <p:txBody>
            <a:bodyPr/>
            <a:p>
              <a:pPr marL="914400" lvl="0" indent="-340995" algn="ctr" fontAlgn="base">
                <a:lnSpc>
                  <a:spcPct val="120000"/>
                </a:lnSpc>
                <a:buClr>
                  <a:schemeClr val="tx2"/>
                </a:buClr>
                <a:buSzPct val="95000"/>
                <a:buFont typeface="Wingdings" panose="05000000000000000000" pitchFamily="2" charset="2"/>
                <a:buBlip>
                  <a:blip r:embed="rId1"/>
                </a:buBlip>
              </a:pPr>
              <a:endParaRPr sz="1600" b="1" strike="noStrike" noProof="1">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51268" name="椭圆 51267"/>
            <p:cNvSpPr/>
            <p:nvPr/>
          </p:nvSpPr>
          <p:spPr>
            <a:xfrm>
              <a:off x="3394" y="2824"/>
              <a:ext cx="164" cy="174"/>
            </a:xfrm>
            <a:prstGeom prst="ellipse">
              <a:avLst/>
            </a:prstGeom>
            <a:solidFill>
              <a:srgbClr val="FFCCFF"/>
            </a:solidFill>
            <a:ln w="12700" cap="flat" cmpd="sng">
              <a:solidFill>
                <a:srgbClr val="000000"/>
              </a:solidFill>
              <a:prstDash val="solid"/>
              <a:headEnd type="none" w="med" len="med"/>
              <a:tailEnd type="none" w="med" len="med"/>
            </a:ln>
          </p:spPr>
          <p:txBody>
            <a:bodyPr/>
            <a:p>
              <a:pPr marL="914400" lvl="0" indent="-340995" algn="ctr" fontAlgn="base">
                <a:lnSpc>
                  <a:spcPct val="120000"/>
                </a:lnSpc>
                <a:buClr>
                  <a:schemeClr val="tx2"/>
                </a:buClr>
                <a:buSzPct val="95000"/>
                <a:buFont typeface="Wingdings" panose="05000000000000000000" pitchFamily="2" charset="2"/>
                <a:buBlip>
                  <a:blip r:embed="rId1"/>
                </a:buBlip>
              </a:pPr>
              <a:endParaRPr sz="1600" b="1" strike="noStrike" noProof="1">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51269" name="椭圆 51268"/>
            <p:cNvSpPr/>
            <p:nvPr/>
          </p:nvSpPr>
          <p:spPr>
            <a:xfrm>
              <a:off x="3712" y="2824"/>
              <a:ext cx="165" cy="174"/>
            </a:xfrm>
            <a:prstGeom prst="ellipse">
              <a:avLst/>
            </a:prstGeom>
            <a:solidFill>
              <a:srgbClr val="FFCCFF"/>
            </a:solidFill>
            <a:ln w="12700" cap="flat" cmpd="sng">
              <a:solidFill>
                <a:srgbClr val="000000"/>
              </a:solidFill>
              <a:prstDash val="solid"/>
              <a:headEnd type="none" w="med" len="med"/>
              <a:tailEnd type="none" w="med" len="med"/>
            </a:ln>
          </p:spPr>
          <p:txBody>
            <a:bodyPr/>
            <a:p>
              <a:pPr marL="914400" lvl="0" indent="-340995" algn="ctr" fontAlgn="base">
                <a:lnSpc>
                  <a:spcPct val="120000"/>
                </a:lnSpc>
                <a:buClr>
                  <a:schemeClr val="tx2"/>
                </a:buClr>
                <a:buSzPct val="95000"/>
                <a:buFont typeface="Wingdings" panose="05000000000000000000" pitchFamily="2" charset="2"/>
                <a:buBlip>
                  <a:blip r:embed="rId1"/>
                </a:buBlip>
              </a:pPr>
              <a:endParaRPr sz="1600" b="1" strike="noStrike" noProof="1">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51270" name="椭圆 51269"/>
            <p:cNvSpPr/>
            <p:nvPr/>
          </p:nvSpPr>
          <p:spPr>
            <a:xfrm>
              <a:off x="4378" y="2206"/>
              <a:ext cx="164" cy="173"/>
            </a:xfrm>
            <a:prstGeom prst="ellipse">
              <a:avLst/>
            </a:prstGeom>
            <a:solidFill>
              <a:srgbClr val="FFCCFF"/>
            </a:solidFill>
            <a:ln w="12700" cap="flat" cmpd="sng">
              <a:solidFill>
                <a:srgbClr val="000000"/>
              </a:solidFill>
              <a:prstDash val="solid"/>
              <a:headEnd type="none" w="med" len="med"/>
              <a:tailEnd type="none" w="med" len="med"/>
            </a:ln>
          </p:spPr>
          <p:txBody>
            <a:bodyPr/>
            <a:p>
              <a:pPr marL="914400" lvl="0" indent="-340995" algn="ctr" fontAlgn="base">
                <a:lnSpc>
                  <a:spcPct val="120000"/>
                </a:lnSpc>
                <a:buClr>
                  <a:schemeClr val="tx2"/>
                </a:buClr>
                <a:buSzPct val="95000"/>
                <a:buFont typeface="Wingdings" panose="05000000000000000000" pitchFamily="2" charset="2"/>
                <a:buBlip>
                  <a:blip r:embed="rId1"/>
                </a:buBlip>
              </a:pPr>
              <a:endParaRPr sz="1600" b="1" strike="noStrike" noProof="1">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51271" name="椭圆 51270"/>
            <p:cNvSpPr/>
            <p:nvPr/>
          </p:nvSpPr>
          <p:spPr>
            <a:xfrm>
              <a:off x="4667" y="2206"/>
              <a:ext cx="165" cy="173"/>
            </a:xfrm>
            <a:prstGeom prst="ellipse">
              <a:avLst/>
            </a:prstGeom>
            <a:solidFill>
              <a:srgbClr val="FFCCFF"/>
            </a:solidFill>
            <a:ln w="12700" cap="flat" cmpd="sng">
              <a:solidFill>
                <a:srgbClr val="000000"/>
              </a:solidFill>
              <a:prstDash val="solid"/>
              <a:headEnd type="none" w="med" len="med"/>
              <a:tailEnd type="none" w="med" len="med"/>
            </a:ln>
          </p:spPr>
          <p:txBody>
            <a:bodyPr/>
            <a:p>
              <a:pPr marL="914400" lvl="0" indent="-340995" algn="ctr" fontAlgn="base">
                <a:lnSpc>
                  <a:spcPct val="120000"/>
                </a:lnSpc>
                <a:buClr>
                  <a:schemeClr val="tx2"/>
                </a:buClr>
                <a:buSzPct val="95000"/>
                <a:buFont typeface="Wingdings" panose="05000000000000000000" pitchFamily="2" charset="2"/>
                <a:buBlip>
                  <a:blip r:embed="rId1"/>
                </a:buBlip>
              </a:pPr>
              <a:endParaRPr sz="1600" b="1" strike="noStrike" noProof="1">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63559" name="直接连接符 51271"/>
            <p:cNvSpPr/>
            <p:nvPr/>
          </p:nvSpPr>
          <p:spPr>
            <a:xfrm flipH="1">
              <a:off x="1001" y="1489"/>
              <a:ext cx="146" cy="717"/>
            </a:xfrm>
            <a:prstGeom prst="line">
              <a:avLst/>
            </a:prstGeom>
            <a:ln w="12700" cap="flat" cmpd="sng">
              <a:solidFill>
                <a:srgbClr val="000000"/>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3560" name="直接连接符 51272"/>
            <p:cNvSpPr/>
            <p:nvPr/>
          </p:nvSpPr>
          <p:spPr>
            <a:xfrm flipH="1">
              <a:off x="1272" y="1489"/>
              <a:ext cx="125" cy="717"/>
            </a:xfrm>
            <a:prstGeom prst="line">
              <a:avLst/>
            </a:prstGeom>
            <a:ln w="12700" cap="flat" cmpd="sng">
              <a:solidFill>
                <a:srgbClr val="000000"/>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3561" name="直接连接符 51273"/>
            <p:cNvSpPr/>
            <p:nvPr/>
          </p:nvSpPr>
          <p:spPr>
            <a:xfrm>
              <a:off x="461" y="2379"/>
              <a:ext cx="0" cy="445"/>
            </a:xfrm>
            <a:prstGeom prst="line">
              <a:avLst/>
            </a:prstGeom>
            <a:ln w="12700" cap="flat" cmpd="sng">
              <a:solidFill>
                <a:srgbClr val="000000"/>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3562" name="直接连接符 51274"/>
            <p:cNvSpPr/>
            <p:nvPr/>
          </p:nvSpPr>
          <p:spPr>
            <a:xfrm>
              <a:off x="675" y="2379"/>
              <a:ext cx="125" cy="445"/>
            </a:xfrm>
            <a:prstGeom prst="line">
              <a:avLst/>
            </a:prstGeom>
            <a:ln w="12700" cap="flat" cmpd="sng">
              <a:solidFill>
                <a:srgbClr val="000000"/>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3563" name="直接连接符 51275"/>
            <p:cNvSpPr/>
            <p:nvPr/>
          </p:nvSpPr>
          <p:spPr>
            <a:xfrm>
              <a:off x="1561" y="2434"/>
              <a:ext cx="0" cy="390"/>
            </a:xfrm>
            <a:prstGeom prst="line">
              <a:avLst/>
            </a:prstGeom>
            <a:ln w="12700" cap="flat" cmpd="sng">
              <a:solidFill>
                <a:srgbClr val="000000"/>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3564" name="直接连接符 51276"/>
            <p:cNvSpPr/>
            <p:nvPr/>
          </p:nvSpPr>
          <p:spPr>
            <a:xfrm>
              <a:off x="1802" y="2434"/>
              <a:ext cx="0" cy="390"/>
            </a:xfrm>
            <a:prstGeom prst="line">
              <a:avLst/>
            </a:prstGeom>
            <a:ln w="12700" cap="flat" cmpd="sng">
              <a:solidFill>
                <a:srgbClr val="000000"/>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3565" name="直接连接符 51277"/>
            <p:cNvSpPr/>
            <p:nvPr/>
          </p:nvSpPr>
          <p:spPr>
            <a:xfrm>
              <a:off x="2757" y="2434"/>
              <a:ext cx="0" cy="401"/>
            </a:xfrm>
            <a:prstGeom prst="line">
              <a:avLst/>
            </a:prstGeom>
            <a:ln w="12700" cap="flat" cmpd="sng">
              <a:solidFill>
                <a:srgbClr val="000000"/>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3566" name="直接连接符 51278"/>
            <p:cNvSpPr/>
            <p:nvPr/>
          </p:nvSpPr>
          <p:spPr>
            <a:xfrm flipH="1">
              <a:off x="2439" y="2434"/>
              <a:ext cx="77" cy="390"/>
            </a:xfrm>
            <a:prstGeom prst="line">
              <a:avLst/>
            </a:prstGeom>
            <a:ln w="12700" cap="flat" cmpd="sng">
              <a:solidFill>
                <a:srgbClr val="000000"/>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3567" name="直接连接符 51279"/>
            <p:cNvSpPr/>
            <p:nvPr/>
          </p:nvSpPr>
          <p:spPr>
            <a:xfrm>
              <a:off x="2988" y="2434"/>
              <a:ext cx="0" cy="390"/>
            </a:xfrm>
            <a:prstGeom prst="line">
              <a:avLst/>
            </a:prstGeom>
            <a:ln w="12700" cap="flat" cmpd="sng">
              <a:solidFill>
                <a:srgbClr val="000000"/>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3568" name="直接连接符 51280"/>
            <p:cNvSpPr/>
            <p:nvPr/>
          </p:nvSpPr>
          <p:spPr>
            <a:xfrm>
              <a:off x="3481" y="2434"/>
              <a:ext cx="0" cy="390"/>
            </a:xfrm>
            <a:prstGeom prst="line">
              <a:avLst/>
            </a:prstGeom>
            <a:ln w="12700" cap="flat" cmpd="sng">
              <a:solidFill>
                <a:srgbClr val="000000"/>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3569" name="直接连接符 51281"/>
            <p:cNvSpPr/>
            <p:nvPr/>
          </p:nvSpPr>
          <p:spPr>
            <a:xfrm>
              <a:off x="3683" y="2434"/>
              <a:ext cx="117" cy="390"/>
            </a:xfrm>
            <a:prstGeom prst="line">
              <a:avLst/>
            </a:prstGeom>
            <a:ln w="12700" cap="flat" cmpd="sng">
              <a:solidFill>
                <a:srgbClr val="000000"/>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3570" name="直接连接符 51282"/>
            <p:cNvSpPr/>
            <p:nvPr/>
          </p:nvSpPr>
          <p:spPr>
            <a:xfrm>
              <a:off x="4474" y="1489"/>
              <a:ext cx="0" cy="717"/>
            </a:xfrm>
            <a:prstGeom prst="line">
              <a:avLst/>
            </a:prstGeom>
            <a:ln w="12700" cap="flat" cmpd="sng">
              <a:solidFill>
                <a:srgbClr val="000000"/>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3571" name="直接连接符 51283"/>
            <p:cNvSpPr/>
            <p:nvPr/>
          </p:nvSpPr>
          <p:spPr>
            <a:xfrm>
              <a:off x="4667" y="1489"/>
              <a:ext cx="77" cy="717"/>
            </a:xfrm>
            <a:prstGeom prst="line">
              <a:avLst/>
            </a:prstGeom>
            <a:ln w="12700" cap="flat" cmpd="sng">
              <a:solidFill>
                <a:srgbClr val="000000"/>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3572" name="直接连接符 51284"/>
            <p:cNvSpPr/>
            <p:nvPr/>
          </p:nvSpPr>
          <p:spPr>
            <a:xfrm>
              <a:off x="2456" y="1399"/>
              <a:ext cx="657" cy="0"/>
            </a:xfrm>
            <a:prstGeom prst="line">
              <a:avLst/>
            </a:prstGeom>
            <a:ln w="12700"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3573" name="文本框 51285"/>
            <p:cNvSpPr txBox="1"/>
            <p:nvPr/>
          </p:nvSpPr>
          <p:spPr>
            <a:xfrm>
              <a:off x="105" y="3048"/>
              <a:ext cx="538" cy="250"/>
            </a:xfrm>
            <a:prstGeom prst="rect">
              <a:avLst/>
            </a:prstGeom>
            <a:noFill/>
            <a:ln w="9525">
              <a:noFill/>
              <a:miter/>
            </a:ln>
          </p:spPr>
          <p:txBody>
            <a:bodyPr anchor="t"/>
            <a:p>
              <a:pPr lvl="0" algn="just">
                <a:lnSpc>
                  <a:spcPct val="120000"/>
                </a:lnSpc>
                <a:buClr>
                  <a:srgbClr val="000000"/>
                </a:buClr>
              </a:pPr>
              <a:r>
                <a:rPr lang="en-US" altLang="zh-CN" sz="1600">
                  <a:solidFill>
                    <a:schemeClr val="tx1"/>
                  </a:solidFill>
                  <a:latin typeface="Times New Roman" panose="02020603050405020304" charset="0"/>
                  <a:ea typeface="宋体" panose="02010600030101010101" pitchFamily="2" charset="-122"/>
                </a:rPr>
                <a:t>id=13</a:t>
              </a:r>
              <a:endParaRPr lang="en-US" altLang="zh-CN" sz="1600">
                <a:solidFill>
                  <a:schemeClr val="tx1"/>
                </a:solidFill>
                <a:latin typeface="Times New Roman" panose="02020603050405020304" charset="0"/>
                <a:ea typeface="宋体" panose="02010600030101010101" pitchFamily="2" charset="-122"/>
              </a:endParaRPr>
            </a:p>
          </p:txBody>
        </p:sp>
        <p:sp>
          <p:nvSpPr>
            <p:cNvPr id="63574" name="文本框 51286"/>
            <p:cNvSpPr txBox="1"/>
            <p:nvPr/>
          </p:nvSpPr>
          <p:spPr>
            <a:xfrm>
              <a:off x="3717" y="3048"/>
              <a:ext cx="562" cy="200"/>
            </a:xfrm>
            <a:prstGeom prst="rect">
              <a:avLst/>
            </a:prstGeom>
            <a:noFill/>
            <a:ln w="9525">
              <a:noFill/>
              <a:miter/>
            </a:ln>
          </p:spPr>
          <p:txBody>
            <a:bodyPr anchor="t"/>
            <a:p>
              <a:pPr lvl="0" algn="just">
                <a:lnSpc>
                  <a:spcPct val="120000"/>
                </a:lnSpc>
                <a:buClr>
                  <a:srgbClr val="000000"/>
                </a:buClr>
              </a:pPr>
              <a:r>
                <a:rPr lang="en-US" altLang="zh-CN" sz="1600">
                  <a:solidFill>
                    <a:schemeClr val="tx1"/>
                  </a:solidFill>
                  <a:latin typeface="Times New Roman" panose="02020603050405020304" charset="0"/>
                  <a:ea typeface="宋体" panose="02010600030101010101" pitchFamily="2" charset="-122"/>
                </a:rPr>
                <a:t>id=21</a:t>
              </a:r>
              <a:endParaRPr lang="en-US" altLang="zh-CN" sz="1600">
                <a:solidFill>
                  <a:schemeClr val="tx1"/>
                </a:solidFill>
                <a:latin typeface="Times New Roman" panose="02020603050405020304" charset="0"/>
                <a:ea typeface="宋体" panose="02010600030101010101" pitchFamily="2" charset="-122"/>
              </a:endParaRPr>
            </a:p>
          </p:txBody>
        </p:sp>
        <p:sp>
          <p:nvSpPr>
            <p:cNvPr id="63575" name="文本框 51287"/>
            <p:cNvSpPr txBox="1"/>
            <p:nvPr/>
          </p:nvSpPr>
          <p:spPr>
            <a:xfrm>
              <a:off x="593" y="3048"/>
              <a:ext cx="519" cy="250"/>
            </a:xfrm>
            <a:prstGeom prst="rect">
              <a:avLst/>
            </a:prstGeom>
            <a:noFill/>
            <a:ln w="9525">
              <a:noFill/>
              <a:miter/>
            </a:ln>
          </p:spPr>
          <p:txBody>
            <a:bodyPr anchor="t"/>
            <a:p>
              <a:pPr lvl="0" algn="just">
                <a:lnSpc>
                  <a:spcPct val="120000"/>
                </a:lnSpc>
                <a:buClr>
                  <a:srgbClr val="000000"/>
                </a:buClr>
              </a:pPr>
              <a:r>
                <a:rPr lang="en-US" altLang="zh-CN" sz="1600">
                  <a:solidFill>
                    <a:schemeClr val="tx1"/>
                  </a:solidFill>
                  <a:latin typeface="Times New Roman" panose="02020603050405020304" charset="0"/>
                  <a:ea typeface="宋体" panose="02010600030101010101" pitchFamily="2" charset="-122"/>
                </a:rPr>
                <a:t>id=14</a:t>
              </a:r>
              <a:endParaRPr lang="en-US" altLang="zh-CN" sz="1600">
                <a:solidFill>
                  <a:schemeClr val="tx1"/>
                </a:solidFill>
                <a:latin typeface="Times New Roman" panose="02020603050405020304" charset="0"/>
                <a:ea typeface="宋体" panose="02010600030101010101" pitchFamily="2" charset="-122"/>
              </a:endParaRPr>
            </a:p>
          </p:txBody>
        </p:sp>
        <p:sp>
          <p:nvSpPr>
            <p:cNvPr id="63576" name="文本框 51288"/>
            <p:cNvSpPr txBox="1"/>
            <p:nvPr/>
          </p:nvSpPr>
          <p:spPr>
            <a:xfrm>
              <a:off x="1118" y="3048"/>
              <a:ext cx="512" cy="250"/>
            </a:xfrm>
            <a:prstGeom prst="rect">
              <a:avLst/>
            </a:prstGeom>
            <a:noFill/>
            <a:ln w="9525">
              <a:noFill/>
              <a:miter/>
            </a:ln>
          </p:spPr>
          <p:txBody>
            <a:bodyPr anchor="t"/>
            <a:p>
              <a:pPr lvl="0" algn="just">
                <a:lnSpc>
                  <a:spcPct val="120000"/>
                </a:lnSpc>
                <a:buClr>
                  <a:srgbClr val="000000"/>
                </a:buClr>
              </a:pPr>
              <a:r>
                <a:rPr lang="en-US" altLang="zh-CN" sz="1600">
                  <a:solidFill>
                    <a:schemeClr val="tx1"/>
                  </a:solidFill>
                  <a:latin typeface="Times New Roman" panose="02020603050405020304" charset="0"/>
                  <a:ea typeface="宋体" panose="02010600030101010101" pitchFamily="2" charset="-122"/>
                </a:rPr>
                <a:t>id=15</a:t>
              </a:r>
              <a:endParaRPr lang="en-US" altLang="zh-CN" sz="1600">
                <a:solidFill>
                  <a:schemeClr val="tx1"/>
                </a:solidFill>
                <a:latin typeface="Times New Roman" panose="02020603050405020304" charset="0"/>
                <a:ea typeface="宋体" panose="02010600030101010101" pitchFamily="2" charset="-122"/>
              </a:endParaRPr>
            </a:p>
          </p:txBody>
        </p:sp>
        <p:sp>
          <p:nvSpPr>
            <p:cNvPr id="63577" name="文本框 51289"/>
            <p:cNvSpPr txBox="1"/>
            <p:nvPr/>
          </p:nvSpPr>
          <p:spPr>
            <a:xfrm>
              <a:off x="1602" y="3048"/>
              <a:ext cx="524" cy="250"/>
            </a:xfrm>
            <a:prstGeom prst="rect">
              <a:avLst/>
            </a:prstGeom>
            <a:noFill/>
            <a:ln w="9525">
              <a:noFill/>
              <a:miter/>
            </a:ln>
          </p:spPr>
          <p:txBody>
            <a:bodyPr anchor="t"/>
            <a:p>
              <a:pPr lvl="0" algn="just">
                <a:lnSpc>
                  <a:spcPct val="120000"/>
                </a:lnSpc>
                <a:buClr>
                  <a:srgbClr val="000000"/>
                </a:buClr>
              </a:pPr>
              <a:r>
                <a:rPr lang="en-US" altLang="zh-CN" sz="1600">
                  <a:solidFill>
                    <a:schemeClr val="tx1"/>
                  </a:solidFill>
                  <a:latin typeface="Times New Roman" panose="02020603050405020304" charset="0"/>
                  <a:ea typeface="宋体" panose="02010600030101010101" pitchFamily="2" charset="-122"/>
                </a:rPr>
                <a:t>id=16</a:t>
              </a:r>
              <a:endParaRPr lang="en-US" altLang="zh-CN" sz="1600">
                <a:solidFill>
                  <a:schemeClr val="tx1"/>
                </a:solidFill>
                <a:latin typeface="Times New Roman" panose="02020603050405020304" charset="0"/>
                <a:ea typeface="宋体" panose="02010600030101010101" pitchFamily="2" charset="-122"/>
              </a:endParaRPr>
            </a:p>
          </p:txBody>
        </p:sp>
        <p:sp>
          <p:nvSpPr>
            <p:cNvPr id="63578" name="文本框 51290"/>
            <p:cNvSpPr txBox="1"/>
            <p:nvPr/>
          </p:nvSpPr>
          <p:spPr>
            <a:xfrm>
              <a:off x="2155" y="2936"/>
              <a:ext cx="524" cy="250"/>
            </a:xfrm>
            <a:prstGeom prst="rect">
              <a:avLst/>
            </a:prstGeom>
            <a:noFill/>
            <a:ln w="9525">
              <a:noFill/>
              <a:miter/>
            </a:ln>
          </p:spPr>
          <p:txBody>
            <a:bodyPr anchor="t"/>
            <a:p>
              <a:pPr lvl="0" algn="just">
                <a:lnSpc>
                  <a:spcPct val="120000"/>
                </a:lnSpc>
                <a:buClr>
                  <a:srgbClr val="000000"/>
                </a:buClr>
              </a:pPr>
              <a:r>
                <a:rPr lang="en-US" altLang="zh-CN" sz="1600">
                  <a:solidFill>
                    <a:schemeClr val="tx1"/>
                  </a:solidFill>
                  <a:latin typeface="Times New Roman" panose="02020603050405020304" charset="0"/>
                  <a:ea typeface="宋体" panose="02010600030101010101" pitchFamily="2" charset="-122"/>
                </a:rPr>
                <a:t>id=17</a:t>
              </a:r>
              <a:endParaRPr lang="en-US" altLang="zh-CN" sz="1600">
                <a:solidFill>
                  <a:schemeClr val="tx1"/>
                </a:solidFill>
                <a:latin typeface="Times New Roman" panose="02020603050405020304" charset="0"/>
                <a:ea typeface="宋体" panose="02010600030101010101" pitchFamily="2" charset="-122"/>
              </a:endParaRPr>
            </a:p>
          </p:txBody>
        </p:sp>
        <p:sp>
          <p:nvSpPr>
            <p:cNvPr id="63579" name="文本框 51291"/>
            <p:cNvSpPr txBox="1"/>
            <p:nvPr/>
          </p:nvSpPr>
          <p:spPr>
            <a:xfrm>
              <a:off x="2530" y="3083"/>
              <a:ext cx="517" cy="250"/>
            </a:xfrm>
            <a:prstGeom prst="rect">
              <a:avLst/>
            </a:prstGeom>
            <a:noFill/>
            <a:ln w="9525">
              <a:noFill/>
              <a:miter/>
            </a:ln>
          </p:spPr>
          <p:txBody>
            <a:bodyPr anchor="t"/>
            <a:p>
              <a:pPr lvl="0" algn="just">
                <a:lnSpc>
                  <a:spcPct val="120000"/>
                </a:lnSpc>
                <a:buClr>
                  <a:srgbClr val="000000"/>
                </a:buClr>
              </a:pPr>
              <a:r>
                <a:rPr lang="en-US" altLang="zh-CN" sz="1600">
                  <a:solidFill>
                    <a:schemeClr val="tx1"/>
                  </a:solidFill>
                  <a:latin typeface="Times New Roman" panose="02020603050405020304" charset="0"/>
                  <a:ea typeface="宋体" panose="02010600030101010101" pitchFamily="2" charset="-122"/>
                </a:rPr>
                <a:t>id=18</a:t>
              </a:r>
              <a:endParaRPr lang="en-US" altLang="zh-CN" sz="1600">
                <a:solidFill>
                  <a:schemeClr val="tx1"/>
                </a:solidFill>
                <a:latin typeface="Times New Roman" panose="02020603050405020304" charset="0"/>
                <a:ea typeface="宋体" panose="02010600030101010101" pitchFamily="2" charset="-122"/>
              </a:endParaRPr>
            </a:p>
          </p:txBody>
        </p:sp>
        <p:sp>
          <p:nvSpPr>
            <p:cNvPr id="63580" name="文本框 51292"/>
            <p:cNvSpPr txBox="1"/>
            <p:nvPr/>
          </p:nvSpPr>
          <p:spPr>
            <a:xfrm>
              <a:off x="2823" y="2936"/>
              <a:ext cx="553" cy="250"/>
            </a:xfrm>
            <a:prstGeom prst="rect">
              <a:avLst/>
            </a:prstGeom>
            <a:noFill/>
            <a:ln w="9525">
              <a:noFill/>
              <a:miter/>
            </a:ln>
          </p:spPr>
          <p:txBody>
            <a:bodyPr anchor="t"/>
            <a:p>
              <a:pPr lvl="0" algn="just">
                <a:lnSpc>
                  <a:spcPct val="120000"/>
                </a:lnSpc>
                <a:buClr>
                  <a:srgbClr val="000000"/>
                </a:buClr>
              </a:pPr>
              <a:r>
                <a:rPr lang="en-US" altLang="zh-CN" sz="1600">
                  <a:solidFill>
                    <a:schemeClr val="tx1"/>
                  </a:solidFill>
                  <a:latin typeface="Times New Roman" panose="02020603050405020304" charset="0"/>
                  <a:ea typeface="宋体" panose="02010600030101010101" pitchFamily="2" charset="-122"/>
                </a:rPr>
                <a:t>id=19</a:t>
              </a:r>
              <a:endParaRPr lang="en-US" altLang="zh-CN" sz="1600">
                <a:solidFill>
                  <a:schemeClr val="tx1"/>
                </a:solidFill>
                <a:latin typeface="Times New Roman" panose="02020603050405020304" charset="0"/>
                <a:ea typeface="宋体" panose="02010600030101010101" pitchFamily="2" charset="-122"/>
              </a:endParaRPr>
            </a:p>
          </p:txBody>
        </p:sp>
        <p:sp>
          <p:nvSpPr>
            <p:cNvPr id="63581" name="文本框 51293"/>
            <p:cNvSpPr txBox="1"/>
            <p:nvPr/>
          </p:nvSpPr>
          <p:spPr>
            <a:xfrm>
              <a:off x="3217" y="3048"/>
              <a:ext cx="575" cy="200"/>
            </a:xfrm>
            <a:prstGeom prst="rect">
              <a:avLst/>
            </a:prstGeom>
            <a:noFill/>
            <a:ln w="9525">
              <a:noFill/>
              <a:miter/>
            </a:ln>
          </p:spPr>
          <p:txBody>
            <a:bodyPr anchor="t"/>
            <a:p>
              <a:pPr lvl="0" algn="just">
                <a:lnSpc>
                  <a:spcPct val="120000"/>
                </a:lnSpc>
                <a:buClr>
                  <a:srgbClr val="000000"/>
                </a:buClr>
              </a:pPr>
              <a:r>
                <a:rPr lang="en-US" altLang="zh-CN" sz="1600">
                  <a:solidFill>
                    <a:schemeClr val="tx1"/>
                  </a:solidFill>
                  <a:latin typeface="Times New Roman" panose="02020603050405020304" charset="0"/>
                  <a:ea typeface="宋体" panose="02010600030101010101" pitchFamily="2" charset="-122"/>
                </a:rPr>
                <a:t>id=20</a:t>
              </a:r>
              <a:endParaRPr lang="en-US" altLang="zh-CN" sz="1600">
                <a:solidFill>
                  <a:schemeClr val="tx1"/>
                </a:solidFill>
                <a:latin typeface="Times New Roman" panose="02020603050405020304" charset="0"/>
                <a:ea typeface="宋体" panose="02010600030101010101" pitchFamily="2" charset="-122"/>
              </a:endParaRPr>
            </a:p>
          </p:txBody>
        </p:sp>
        <p:sp>
          <p:nvSpPr>
            <p:cNvPr id="63582" name="文本框 51294"/>
            <p:cNvSpPr txBox="1"/>
            <p:nvPr/>
          </p:nvSpPr>
          <p:spPr>
            <a:xfrm>
              <a:off x="2026" y="300"/>
              <a:ext cx="444" cy="250"/>
            </a:xfrm>
            <a:prstGeom prst="rect">
              <a:avLst/>
            </a:prstGeom>
            <a:noFill/>
            <a:ln w="9525">
              <a:noFill/>
              <a:miter/>
            </a:ln>
          </p:spPr>
          <p:txBody>
            <a:bodyPr anchor="t"/>
            <a:p>
              <a:pPr lvl="0" algn="just">
                <a:lnSpc>
                  <a:spcPct val="120000"/>
                </a:lnSpc>
                <a:buClr>
                  <a:srgbClr val="000000"/>
                </a:buClr>
              </a:pPr>
              <a:r>
                <a:rPr lang="en-US" altLang="zh-CN" sz="1600">
                  <a:solidFill>
                    <a:schemeClr val="tx1"/>
                  </a:solidFill>
                  <a:latin typeface="Times New Roman" panose="02020603050405020304" charset="0"/>
                  <a:ea typeface="宋体" panose="02010600030101010101" pitchFamily="2" charset="-122"/>
                </a:rPr>
                <a:t>id=1</a:t>
              </a:r>
              <a:endParaRPr lang="en-US" altLang="zh-CN" sz="1600">
                <a:solidFill>
                  <a:schemeClr val="tx1"/>
                </a:solidFill>
                <a:latin typeface="Times New Roman" panose="02020603050405020304" charset="0"/>
                <a:ea typeface="宋体" panose="02010600030101010101" pitchFamily="2" charset="-122"/>
              </a:endParaRPr>
            </a:p>
          </p:txBody>
        </p:sp>
        <p:sp>
          <p:nvSpPr>
            <p:cNvPr id="63583" name="文本框 51295"/>
            <p:cNvSpPr txBox="1"/>
            <p:nvPr/>
          </p:nvSpPr>
          <p:spPr>
            <a:xfrm>
              <a:off x="444" y="1199"/>
              <a:ext cx="445" cy="250"/>
            </a:xfrm>
            <a:prstGeom prst="rect">
              <a:avLst/>
            </a:prstGeom>
            <a:noFill/>
            <a:ln w="9525">
              <a:noFill/>
              <a:miter/>
            </a:ln>
          </p:spPr>
          <p:txBody>
            <a:bodyPr anchor="t"/>
            <a:p>
              <a:pPr lvl="0" algn="just">
                <a:lnSpc>
                  <a:spcPct val="120000"/>
                </a:lnSpc>
                <a:buClr>
                  <a:srgbClr val="000000"/>
                </a:buClr>
              </a:pPr>
              <a:r>
                <a:rPr lang="en-US" altLang="zh-CN" sz="1600">
                  <a:solidFill>
                    <a:schemeClr val="tx1"/>
                  </a:solidFill>
                  <a:latin typeface="Times New Roman" panose="02020603050405020304" charset="0"/>
                  <a:ea typeface="宋体" panose="02010600030101010101" pitchFamily="2" charset="-122"/>
                </a:rPr>
                <a:t>id=2</a:t>
              </a:r>
              <a:endParaRPr lang="en-US" altLang="zh-CN" sz="1600">
                <a:solidFill>
                  <a:schemeClr val="tx1"/>
                </a:solidFill>
                <a:latin typeface="Times New Roman" panose="02020603050405020304" charset="0"/>
                <a:ea typeface="宋体" panose="02010600030101010101" pitchFamily="2" charset="-122"/>
              </a:endParaRPr>
            </a:p>
          </p:txBody>
        </p:sp>
        <p:sp>
          <p:nvSpPr>
            <p:cNvPr id="63584" name="文本框 51296"/>
            <p:cNvSpPr txBox="1"/>
            <p:nvPr/>
          </p:nvSpPr>
          <p:spPr>
            <a:xfrm>
              <a:off x="2075" y="1250"/>
              <a:ext cx="444" cy="249"/>
            </a:xfrm>
            <a:prstGeom prst="rect">
              <a:avLst/>
            </a:prstGeom>
            <a:noFill/>
            <a:ln w="9525">
              <a:noFill/>
              <a:miter/>
            </a:ln>
          </p:spPr>
          <p:txBody>
            <a:bodyPr anchor="t"/>
            <a:p>
              <a:pPr lvl="0" algn="just">
                <a:lnSpc>
                  <a:spcPct val="120000"/>
                </a:lnSpc>
                <a:buClr>
                  <a:srgbClr val="000000"/>
                </a:buClr>
              </a:pPr>
              <a:r>
                <a:rPr lang="en-US" altLang="zh-CN" sz="1600">
                  <a:solidFill>
                    <a:schemeClr val="tx1"/>
                  </a:solidFill>
                  <a:latin typeface="Times New Roman" panose="02020603050405020304" charset="0"/>
                  <a:ea typeface="宋体" panose="02010600030101010101" pitchFamily="2" charset="-122"/>
                </a:rPr>
                <a:t>id=3</a:t>
              </a:r>
              <a:endParaRPr lang="en-US" altLang="zh-CN" sz="1600">
                <a:solidFill>
                  <a:schemeClr val="tx1"/>
                </a:solidFill>
                <a:latin typeface="Times New Roman" panose="02020603050405020304" charset="0"/>
                <a:ea typeface="宋体" panose="02010600030101010101" pitchFamily="2" charset="-122"/>
              </a:endParaRPr>
            </a:p>
          </p:txBody>
        </p:sp>
        <p:sp>
          <p:nvSpPr>
            <p:cNvPr id="63585" name="文本框 51297"/>
            <p:cNvSpPr txBox="1"/>
            <p:nvPr/>
          </p:nvSpPr>
          <p:spPr>
            <a:xfrm>
              <a:off x="3952" y="1250"/>
              <a:ext cx="444" cy="249"/>
            </a:xfrm>
            <a:prstGeom prst="rect">
              <a:avLst/>
            </a:prstGeom>
            <a:noFill/>
            <a:ln w="9525">
              <a:noFill/>
              <a:miter/>
            </a:ln>
          </p:spPr>
          <p:txBody>
            <a:bodyPr anchor="t"/>
            <a:p>
              <a:pPr lvl="0" algn="just">
                <a:lnSpc>
                  <a:spcPct val="120000"/>
                </a:lnSpc>
                <a:buClr>
                  <a:srgbClr val="000000"/>
                </a:buClr>
              </a:pPr>
              <a:r>
                <a:rPr lang="en-US" altLang="zh-CN" sz="1600">
                  <a:solidFill>
                    <a:schemeClr val="tx1"/>
                  </a:solidFill>
                  <a:latin typeface="Times New Roman" panose="02020603050405020304" charset="0"/>
                  <a:ea typeface="宋体" panose="02010600030101010101" pitchFamily="2" charset="-122"/>
                </a:rPr>
                <a:t>id=4</a:t>
              </a:r>
              <a:endParaRPr lang="en-US" altLang="zh-CN" sz="1600">
                <a:solidFill>
                  <a:schemeClr val="tx1"/>
                </a:solidFill>
                <a:latin typeface="Times New Roman" panose="02020603050405020304" charset="0"/>
                <a:ea typeface="宋体" panose="02010600030101010101" pitchFamily="2" charset="-122"/>
              </a:endParaRPr>
            </a:p>
          </p:txBody>
        </p:sp>
        <p:sp>
          <p:nvSpPr>
            <p:cNvPr id="63586" name="文本框 51298"/>
            <p:cNvSpPr txBox="1"/>
            <p:nvPr/>
          </p:nvSpPr>
          <p:spPr>
            <a:xfrm>
              <a:off x="4133" y="2450"/>
              <a:ext cx="512" cy="249"/>
            </a:xfrm>
            <a:prstGeom prst="rect">
              <a:avLst/>
            </a:prstGeom>
            <a:noFill/>
            <a:ln w="9525">
              <a:noFill/>
              <a:miter/>
            </a:ln>
          </p:spPr>
          <p:txBody>
            <a:bodyPr anchor="t"/>
            <a:p>
              <a:pPr lvl="0" algn="just">
                <a:lnSpc>
                  <a:spcPct val="120000"/>
                </a:lnSpc>
                <a:buClr>
                  <a:srgbClr val="000000"/>
                </a:buClr>
              </a:pPr>
              <a:r>
                <a:rPr lang="en-US" altLang="zh-CN" sz="1600">
                  <a:solidFill>
                    <a:schemeClr val="tx1"/>
                  </a:solidFill>
                  <a:latin typeface="Times New Roman" panose="02020603050405020304" charset="0"/>
                  <a:ea typeface="宋体" panose="02010600030101010101" pitchFamily="2" charset="-122"/>
                </a:rPr>
                <a:t>id=11</a:t>
              </a:r>
              <a:endParaRPr lang="en-US" altLang="zh-CN" sz="1600">
                <a:solidFill>
                  <a:schemeClr val="tx1"/>
                </a:solidFill>
                <a:latin typeface="Times New Roman" panose="02020603050405020304" charset="0"/>
                <a:ea typeface="宋体" panose="02010600030101010101" pitchFamily="2" charset="-122"/>
              </a:endParaRPr>
            </a:p>
          </p:txBody>
        </p:sp>
        <p:sp>
          <p:nvSpPr>
            <p:cNvPr id="63587" name="文本框 51299"/>
            <p:cNvSpPr txBox="1"/>
            <p:nvPr/>
          </p:nvSpPr>
          <p:spPr>
            <a:xfrm>
              <a:off x="4644" y="2450"/>
              <a:ext cx="504" cy="249"/>
            </a:xfrm>
            <a:prstGeom prst="rect">
              <a:avLst/>
            </a:prstGeom>
            <a:noFill/>
            <a:ln w="9525">
              <a:noFill/>
              <a:miter/>
            </a:ln>
          </p:spPr>
          <p:txBody>
            <a:bodyPr anchor="t"/>
            <a:p>
              <a:pPr lvl="0" algn="just">
                <a:lnSpc>
                  <a:spcPct val="120000"/>
                </a:lnSpc>
                <a:buClr>
                  <a:srgbClr val="000000"/>
                </a:buClr>
              </a:pPr>
              <a:r>
                <a:rPr lang="en-US" altLang="zh-CN" sz="1600">
                  <a:solidFill>
                    <a:schemeClr val="tx1"/>
                  </a:solidFill>
                  <a:latin typeface="Times New Roman" panose="02020603050405020304" charset="0"/>
                  <a:ea typeface="宋体" panose="02010600030101010101" pitchFamily="2" charset="-122"/>
                </a:rPr>
                <a:t>id=12</a:t>
              </a:r>
              <a:endParaRPr lang="en-US" altLang="zh-CN" sz="1600">
                <a:solidFill>
                  <a:schemeClr val="tx1"/>
                </a:solidFill>
                <a:latin typeface="Times New Roman" panose="02020603050405020304" charset="0"/>
                <a:ea typeface="宋体" panose="02010600030101010101" pitchFamily="2" charset="-122"/>
              </a:endParaRPr>
            </a:p>
          </p:txBody>
        </p:sp>
        <p:sp>
          <p:nvSpPr>
            <p:cNvPr id="63588" name="文本框 51300"/>
            <p:cNvSpPr txBox="1"/>
            <p:nvPr/>
          </p:nvSpPr>
          <p:spPr>
            <a:xfrm>
              <a:off x="0" y="2148"/>
              <a:ext cx="444" cy="250"/>
            </a:xfrm>
            <a:prstGeom prst="rect">
              <a:avLst/>
            </a:prstGeom>
            <a:noFill/>
            <a:ln w="9525">
              <a:noFill/>
              <a:miter/>
            </a:ln>
          </p:spPr>
          <p:txBody>
            <a:bodyPr anchor="t"/>
            <a:p>
              <a:pPr lvl="0" algn="just">
                <a:lnSpc>
                  <a:spcPct val="120000"/>
                </a:lnSpc>
                <a:buClr>
                  <a:srgbClr val="000000"/>
                </a:buClr>
              </a:pPr>
              <a:r>
                <a:rPr lang="en-US" altLang="zh-CN" sz="1600">
                  <a:solidFill>
                    <a:schemeClr val="tx1"/>
                  </a:solidFill>
                  <a:latin typeface="Times New Roman" panose="02020603050405020304" charset="0"/>
                  <a:ea typeface="宋体" panose="02010600030101010101" pitchFamily="2" charset="-122"/>
                </a:rPr>
                <a:t>id=5</a:t>
              </a:r>
              <a:endParaRPr lang="en-US" altLang="zh-CN" sz="1600">
                <a:solidFill>
                  <a:schemeClr val="tx1"/>
                </a:solidFill>
                <a:latin typeface="Times New Roman" panose="02020603050405020304" charset="0"/>
                <a:ea typeface="宋体" panose="02010600030101010101" pitchFamily="2" charset="-122"/>
              </a:endParaRPr>
            </a:p>
          </p:txBody>
        </p:sp>
        <p:sp>
          <p:nvSpPr>
            <p:cNvPr id="63589" name="文本框 51301"/>
            <p:cNvSpPr txBox="1"/>
            <p:nvPr/>
          </p:nvSpPr>
          <p:spPr>
            <a:xfrm>
              <a:off x="1473" y="1863"/>
              <a:ext cx="444" cy="249"/>
            </a:xfrm>
            <a:prstGeom prst="rect">
              <a:avLst/>
            </a:prstGeom>
            <a:noFill/>
            <a:ln w="9525">
              <a:noFill/>
              <a:miter/>
            </a:ln>
          </p:spPr>
          <p:txBody>
            <a:bodyPr anchor="t"/>
            <a:p>
              <a:pPr lvl="0" algn="just">
                <a:lnSpc>
                  <a:spcPct val="120000"/>
                </a:lnSpc>
                <a:buClr>
                  <a:srgbClr val="000000"/>
                </a:buClr>
              </a:pPr>
              <a:r>
                <a:rPr lang="en-US" altLang="zh-CN" sz="1600">
                  <a:solidFill>
                    <a:schemeClr val="tx1"/>
                  </a:solidFill>
                  <a:latin typeface="Times New Roman" panose="02020603050405020304" charset="0"/>
                  <a:ea typeface="宋体" panose="02010600030101010101" pitchFamily="2" charset="-122"/>
                </a:rPr>
                <a:t>id=8</a:t>
              </a:r>
              <a:endParaRPr lang="en-US" altLang="zh-CN" sz="1600">
                <a:solidFill>
                  <a:schemeClr val="tx1"/>
                </a:solidFill>
                <a:latin typeface="Times New Roman" panose="02020603050405020304" charset="0"/>
                <a:ea typeface="宋体" panose="02010600030101010101" pitchFamily="2" charset="-122"/>
              </a:endParaRPr>
            </a:p>
          </p:txBody>
        </p:sp>
        <p:sp>
          <p:nvSpPr>
            <p:cNvPr id="63590" name="文本框 51302"/>
            <p:cNvSpPr txBox="1"/>
            <p:nvPr/>
          </p:nvSpPr>
          <p:spPr>
            <a:xfrm>
              <a:off x="2272" y="1881"/>
              <a:ext cx="444" cy="249"/>
            </a:xfrm>
            <a:prstGeom prst="rect">
              <a:avLst/>
            </a:prstGeom>
            <a:noFill/>
            <a:ln w="9525">
              <a:noFill/>
              <a:miter/>
            </a:ln>
          </p:spPr>
          <p:txBody>
            <a:bodyPr anchor="t"/>
            <a:p>
              <a:pPr lvl="0" algn="just">
                <a:lnSpc>
                  <a:spcPct val="120000"/>
                </a:lnSpc>
                <a:buClr>
                  <a:srgbClr val="000000"/>
                </a:buClr>
              </a:pPr>
              <a:r>
                <a:rPr lang="en-US" altLang="zh-CN" sz="1600">
                  <a:solidFill>
                    <a:schemeClr val="tx1"/>
                  </a:solidFill>
                  <a:latin typeface="Times New Roman" panose="02020603050405020304" charset="0"/>
                  <a:ea typeface="宋体" panose="02010600030101010101" pitchFamily="2" charset="-122"/>
                </a:rPr>
                <a:t>id=9</a:t>
              </a:r>
              <a:endParaRPr lang="en-US" altLang="zh-CN" sz="1600">
                <a:solidFill>
                  <a:schemeClr val="tx1"/>
                </a:solidFill>
                <a:latin typeface="Times New Roman" panose="02020603050405020304" charset="0"/>
                <a:ea typeface="宋体" panose="02010600030101010101" pitchFamily="2" charset="-122"/>
              </a:endParaRPr>
            </a:p>
          </p:txBody>
        </p:sp>
        <p:sp>
          <p:nvSpPr>
            <p:cNvPr id="63591" name="文本框 51303"/>
            <p:cNvSpPr txBox="1"/>
            <p:nvPr/>
          </p:nvSpPr>
          <p:spPr>
            <a:xfrm>
              <a:off x="3705" y="1890"/>
              <a:ext cx="444" cy="249"/>
            </a:xfrm>
            <a:prstGeom prst="rect">
              <a:avLst/>
            </a:prstGeom>
            <a:noFill/>
            <a:ln w="9525">
              <a:noFill/>
              <a:miter/>
            </a:ln>
          </p:spPr>
          <p:txBody>
            <a:bodyPr anchor="t"/>
            <a:p>
              <a:pPr lvl="0" algn="just">
                <a:lnSpc>
                  <a:spcPct val="120000"/>
                </a:lnSpc>
                <a:buClr>
                  <a:srgbClr val="000000"/>
                </a:buClr>
              </a:pPr>
              <a:r>
                <a:rPr lang="en-US" altLang="zh-CN" sz="1600">
                  <a:solidFill>
                    <a:schemeClr val="tx1"/>
                  </a:solidFill>
                  <a:latin typeface="Times New Roman" panose="02020603050405020304" charset="0"/>
                  <a:ea typeface="宋体" panose="02010600030101010101" pitchFamily="2" charset="-122"/>
                </a:rPr>
                <a:t>id=10</a:t>
              </a:r>
              <a:endParaRPr lang="en-US" altLang="zh-CN" sz="1600">
                <a:solidFill>
                  <a:schemeClr val="tx1"/>
                </a:solidFill>
                <a:latin typeface="Times New Roman" panose="02020603050405020304" charset="0"/>
                <a:ea typeface="宋体" panose="02010600030101010101" pitchFamily="2" charset="-122"/>
              </a:endParaRPr>
            </a:p>
          </p:txBody>
        </p:sp>
        <p:sp>
          <p:nvSpPr>
            <p:cNvPr id="63592" name="文本框 51304"/>
            <p:cNvSpPr txBox="1"/>
            <p:nvPr/>
          </p:nvSpPr>
          <p:spPr>
            <a:xfrm>
              <a:off x="790" y="2349"/>
              <a:ext cx="445" cy="249"/>
            </a:xfrm>
            <a:prstGeom prst="rect">
              <a:avLst/>
            </a:prstGeom>
            <a:noFill/>
            <a:ln w="9525">
              <a:noFill/>
              <a:miter/>
            </a:ln>
          </p:spPr>
          <p:txBody>
            <a:bodyPr anchor="t"/>
            <a:p>
              <a:pPr lvl="0" algn="just">
                <a:lnSpc>
                  <a:spcPct val="120000"/>
                </a:lnSpc>
                <a:buClr>
                  <a:srgbClr val="000000"/>
                </a:buClr>
              </a:pPr>
              <a:r>
                <a:rPr lang="en-US" altLang="zh-CN" sz="1600">
                  <a:solidFill>
                    <a:schemeClr val="tx1"/>
                  </a:solidFill>
                  <a:latin typeface="Times New Roman" panose="02020603050405020304" charset="0"/>
                  <a:ea typeface="宋体" panose="02010600030101010101" pitchFamily="2" charset="-122"/>
                </a:rPr>
                <a:t>id=6</a:t>
              </a:r>
              <a:endParaRPr lang="en-US" altLang="zh-CN" sz="1600">
                <a:solidFill>
                  <a:schemeClr val="tx1"/>
                </a:solidFill>
                <a:latin typeface="Times New Roman" panose="02020603050405020304" charset="0"/>
                <a:ea typeface="宋体" panose="02010600030101010101" pitchFamily="2" charset="-122"/>
              </a:endParaRPr>
            </a:p>
          </p:txBody>
        </p:sp>
        <p:sp>
          <p:nvSpPr>
            <p:cNvPr id="63593" name="文本框 51305"/>
            <p:cNvSpPr txBox="1"/>
            <p:nvPr/>
          </p:nvSpPr>
          <p:spPr>
            <a:xfrm>
              <a:off x="1136" y="2349"/>
              <a:ext cx="444" cy="249"/>
            </a:xfrm>
            <a:prstGeom prst="rect">
              <a:avLst/>
            </a:prstGeom>
            <a:noFill/>
            <a:ln w="9525">
              <a:noFill/>
              <a:miter/>
            </a:ln>
          </p:spPr>
          <p:txBody>
            <a:bodyPr anchor="t"/>
            <a:p>
              <a:pPr lvl="0" algn="just">
                <a:lnSpc>
                  <a:spcPct val="120000"/>
                </a:lnSpc>
                <a:buClr>
                  <a:srgbClr val="000000"/>
                </a:buClr>
              </a:pPr>
              <a:r>
                <a:rPr lang="en-US" altLang="zh-CN" sz="1600">
                  <a:solidFill>
                    <a:schemeClr val="tx1"/>
                  </a:solidFill>
                  <a:latin typeface="Times New Roman" panose="02020603050405020304" charset="0"/>
                  <a:ea typeface="宋体" panose="02010600030101010101" pitchFamily="2" charset="-122"/>
                </a:rPr>
                <a:t>id=7</a:t>
              </a:r>
              <a:endParaRPr lang="en-US" altLang="zh-CN" sz="1600">
                <a:solidFill>
                  <a:schemeClr val="tx1"/>
                </a:solidFill>
                <a:latin typeface="Times New Roman" panose="02020603050405020304" charset="0"/>
                <a:ea typeface="宋体" panose="02010600030101010101" pitchFamily="2" charset="-122"/>
              </a:endParaRPr>
            </a:p>
          </p:txBody>
        </p:sp>
        <p:sp>
          <p:nvSpPr>
            <p:cNvPr id="63594" name="文本框 51306"/>
            <p:cNvSpPr txBox="1"/>
            <p:nvPr/>
          </p:nvSpPr>
          <p:spPr>
            <a:xfrm>
              <a:off x="2424" y="0"/>
              <a:ext cx="735" cy="300"/>
            </a:xfrm>
            <a:prstGeom prst="rect">
              <a:avLst/>
            </a:prstGeom>
            <a:noFill/>
            <a:ln w="9525">
              <a:noFill/>
              <a:miter/>
            </a:ln>
          </p:spPr>
          <p:txBody>
            <a:bodyPr anchor="t"/>
            <a:p>
              <a:pPr lvl="0" algn="just">
                <a:lnSpc>
                  <a:spcPct val="120000"/>
                </a:lnSpc>
                <a:buClr>
                  <a:srgbClr val="000000"/>
                </a:buClr>
              </a:pPr>
              <a:r>
                <a:rPr lang="zh-CN" altLang="en-US" sz="1600">
                  <a:solidFill>
                    <a:schemeClr val="tx1"/>
                  </a:solidFill>
                  <a:latin typeface="Times New Roman" panose="02020603050405020304" charset="0"/>
                  <a:ea typeface="宋体" panose="02010600030101010101" pitchFamily="2" charset="-122"/>
                </a:rPr>
                <a:t>根目录 </a:t>
              </a:r>
              <a:r>
                <a:rPr lang="en-US" altLang="zh-CN" sz="1600">
                  <a:solidFill>
                    <a:schemeClr val="tx1"/>
                  </a:solidFill>
                  <a:latin typeface="Arial" panose="02080604020202020204" pitchFamily="34" charset="0"/>
                  <a:ea typeface="宋体" panose="02010600030101010101" pitchFamily="2" charset="-122"/>
                </a:rPr>
                <a:t>/ </a:t>
              </a:r>
              <a:r>
                <a:rPr lang="en-US" altLang="zh-CN" sz="1600">
                  <a:solidFill>
                    <a:schemeClr val="tx1"/>
                  </a:solidFill>
                  <a:latin typeface="Times New Roman" panose="02020603050405020304" charset="0"/>
                  <a:ea typeface="宋体" panose="02010600030101010101" pitchFamily="2" charset="-122"/>
                </a:rPr>
                <a:t> </a:t>
              </a:r>
              <a:endParaRPr lang="en-US" altLang="zh-CN" sz="1600">
                <a:solidFill>
                  <a:schemeClr val="tx1"/>
                </a:solidFill>
                <a:latin typeface="Times New Roman" panose="02020603050405020304" charset="0"/>
                <a:ea typeface="宋体" panose="02010600030101010101" pitchFamily="2" charset="-122"/>
              </a:endParaRPr>
            </a:p>
          </p:txBody>
        </p:sp>
        <p:sp>
          <p:nvSpPr>
            <p:cNvPr id="63595" name="文本框 51307"/>
            <p:cNvSpPr txBox="1"/>
            <p:nvPr/>
          </p:nvSpPr>
          <p:spPr>
            <a:xfrm>
              <a:off x="692" y="900"/>
              <a:ext cx="642" cy="299"/>
            </a:xfrm>
            <a:prstGeom prst="rect">
              <a:avLst/>
            </a:prstGeom>
            <a:noFill/>
            <a:ln w="9525">
              <a:noFill/>
              <a:miter/>
            </a:ln>
          </p:spPr>
          <p:txBody>
            <a:bodyPr anchor="t"/>
            <a:p>
              <a:pPr lvl="0" algn="just">
                <a:lnSpc>
                  <a:spcPct val="120000"/>
                </a:lnSpc>
                <a:buClr>
                  <a:srgbClr val="000000"/>
                </a:buClr>
              </a:pPr>
              <a:r>
                <a:rPr lang="zh-CN" altLang="en-US" sz="1600">
                  <a:solidFill>
                    <a:schemeClr val="tx1"/>
                  </a:solidFill>
                  <a:latin typeface="Times New Roman" panose="02020603050405020304" charset="0"/>
                  <a:ea typeface="宋体" panose="02010600030101010101" pitchFamily="2" charset="-122"/>
                </a:rPr>
                <a:t>子目录 </a:t>
              </a:r>
              <a:r>
                <a:rPr lang="en-US" altLang="zh-CN" sz="1600">
                  <a:solidFill>
                    <a:schemeClr val="tx1"/>
                  </a:solidFill>
                  <a:latin typeface="Times New Roman" panose="02020603050405020304" charset="0"/>
                  <a:ea typeface="宋体" panose="02010600030101010101" pitchFamily="2" charset="-122"/>
                </a:rPr>
                <a:t>a</a:t>
              </a:r>
              <a:endParaRPr lang="en-US" altLang="zh-CN" sz="1600">
                <a:solidFill>
                  <a:schemeClr val="tx1"/>
                </a:solidFill>
                <a:latin typeface="Times New Roman" panose="02020603050405020304" charset="0"/>
                <a:ea typeface="宋体" panose="02010600030101010101" pitchFamily="2" charset="-122"/>
              </a:endParaRPr>
            </a:p>
          </p:txBody>
        </p:sp>
        <p:sp>
          <p:nvSpPr>
            <p:cNvPr id="63596" name="文本框 51308"/>
            <p:cNvSpPr txBox="1"/>
            <p:nvPr/>
          </p:nvSpPr>
          <p:spPr>
            <a:xfrm>
              <a:off x="2124" y="900"/>
              <a:ext cx="643" cy="299"/>
            </a:xfrm>
            <a:prstGeom prst="rect">
              <a:avLst/>
            </a:prstGeom>
            <a:noFill/>
            <a:ln w="9525">
              <a:noFill/>
              <a:miter/>
            </a:ln>
          </p:spPr>
          <p:txBody>
            <a:bodyPr anchor="t"/>
            <a:p>
              <a:pPr lvl="0" algn="just">
                <a:lnSpc>
                  <a:spcPct val="120000"/>
                </a:lnSpc>
                <a:buClr>
                  <a:srgbClr val="000000"/>
                </a:buClr>
              </a:pPr>
              <a:r>
                <a:rPr lang="zh-CN" altLang="en-US" sz="1600">
                  <a:solidFill>
                    <a:schemeClr val="tx1"/>
                  </a:solidFill>
                  <a:latin typeface="Times New Roman" panose="02020603050405020304" charset="0"/>
                  <a:ea typeface="宋体" panose="02010600030101010101" pitchFamily="2" charset="-122"/>
                </a:rPr>
                <a:t>子目录 </a:t>
              </a:r>
              <a:r>
                <a:rPr lang="en-US" altLang="zh-CN" sz="1600">
                  <a:solidFill>
                    <a:schemeClr val="tx1"/>
                  </a:solidFill>
                  <a:latin typeface="Times New Roman" panose="02020603050405020304" charset="0"/>
                  <a:ea typeface="宋体" panose="02010600030101010101" pitchFamily="2" charset="-122"/>
                </a:rPr>
                <a:t>b</a:t>
              </a:r>
              <a:endParaRPr lang="en-US" altLang="zh-CN" sz="1600">
                <a:solidFill>
                  <a:schemeClr val="tx1"/>
                </a:solidFill>
                <a:latin typeface="Times New Roman" panose="02020603050405020304" charset="0"/>
                <a:ea typeface="宋体" panose="02010600030101010101" pitchFamily="2" charset="-122"/>
              </a:endParaRPr>
            </a:p>
          </p:txBody>
        </p:sp>
        <p:sp>
          <p:nvSpPr>
            <p:cNvPr id="63597" name="文本框 51309"/>
            <p:cNvSpPr txBox="1"/>
            <p:nvPr/>
          </p:nvSpPr>
          <p:spPr>
            <a:xfrm>
              <a:off x="4347" y="900"/>
              <a:ext cx="642" cy="299"/>
            </a:xfrm>
            <a:prstGeom prst="rect">
              <a:avLst/>
            </a:prstGeom>
            <a:noFill/>
            <a:ln w="9525">
              <a:noFill/>
              <a:miter/>
            </a:ln>
          </p:spPr>
          <p:txBody>
            <a:bodyPr anchor="t"/>
            <a:p>
              <a:pPr lvl="0" algn="just">
                <a:lnSpc>
                  <a:spcPct val="120000"/>
                </a:lnSpc>
                <a:buClr>
                  <a:srgbClr val="000000"/>
                </a:buClr>
              </a:pPr>
              <a:r>
                <a:rPr lang="zh-CN" altLang="en-US" sz="1600">
                  <a:solidFill>
                    <a:schemeClr val="tx1"/>
                  </a:solidFill>
                  <a:latin typeface="Times New Roman" panose="02020603050405020304" charset="0"/>
                  <a:ea typeface="宋体" panose="02010600030101010101" pitchFamily="2" charset="-122"/>
                </a:rPr>
                <a:t>子目录 </a:t>
              </a:r>
              <a:r>
                <a:rPr lang="en-US" altLang="zh-CN" sz="1600">
                  <a:solidFill>
                    <a:schemeClr val="tx1"/>
                  </a:solidFill>
                  <a:latin typeface="Times New Roman" panose="02020603050405020304" charset="0"/>
                  <a:ea typeface="宋体" panose="02010600030101010101" pitchFamily="2" charset="-122"/>
                </a:rPr>
                <a:t>c</a:t>
              </a:r>
              <a:endParaRPr lang="en-US" altLang="zh-CN" sz="1600">
                <a:solidFill>
                  <a:schemeClr val="tx1"/>
                </a:solidFill>
                <a:latin typeface="Times New Roman" panose="02020603050405020304" charset="0"/>
                <a:ea typeface="宋体" panose="02010600030101010101" pitchFamily="2" charset="-122"/>
              </a:endParaRPr>
            </a:p>
          </p:txBody>
        </p:sp>
        <p:sp>
          <p:nvSpPr>
            <p:cNvPr id="63598" name="文本框 51310"/>
            <p:cNvSpPr txBox="1"/>
            <p:nvPr/>
          </p:nvSpPr>
          <p:spPr>
            <a:xfrm>
              <a:off x="0" y="1849"/>
              <a:ext cx="642" cy="299"/>
            </a:xfrm>
            <a:prstGeom prst="rect">
              <a:avLst/>
            </a:prstGeom>
            <a:noFill/>
            <a:ln w="9525">
              <a:noFill/>
              <a:miter/>
            </a:ln>
          </p:spPr>
          <p:txBody>
            <a:bodyPr anchor="t"/>
            <a:p>
              <a:pPr lvl="0" algn="just">
                <a:lnSpc>
                  <a:spcPct val="120000"/>
                </a:lnSpc>
                <a:buClr>
                  <a:srgbClr val="000000"/>
                </a:buClr>
              </a:pPr>
              <a:r>
                <a:rPr lang="zh-CN" altLang="en-US" sz="1600">
                  <a:solidFill>
                    <a:schemeClr val="tx1"/>
                  </a:solidFill>
                  <a:latin typeface="Times New Roman" panose="02020603050405020304" charset="0"/>
                  <a:ea typeface="宋体" panose="02010600030101010101" pitchFamily="2" charset="-122"/>
                </a:rPr>
                <a:t>子目录 </a:t>
              </a:r>
              <a:r>
                <a:rPr lang="en-US" altLang="zh-CN" sz="1600">
                  <a:solidFill>
                    <a:schemeClr val="tx1"/>
                  </a:solidFill>
                  <a:latin typeface="Times New Roman" panose="02020603050405020304" charset="0"/>
                  <a:ea typeface="宋体" panose="02010600030101010101" pitchFamily="2" charset="-122"/>
                </a:rPr>
                <a:t>a</a:t>
              </a:r>
              <a:endParaRPr lang="en-US" altLang="zh-CN" sz="1600">
                <a:solidFill>
                  <a:schemeClr val="tx1"/>
                </a:solidFill>
                <a:latin typeface="Times New Roman" panose="02020603050405020304" charset="0"/>
                <a:ea typeface="宋体" panose="02010600030101010101" pitchFamily="2" charset="-122"/>
              </a:endParaRPr>
            </a:p>
          </p:txBody>
        </p:sp>
        <p:sp>
          <p:nvSpPr>
            <p:cNvPr id="63599" name="文本框 51311"/>
            <p:cNvSpPr txBox="1"/>
            <p:nvPr/>
          </p:nvSpPr>
          <p:spPr>
            <a:xfrm>
              <a:off x="1433" y="1713"/>
              <a:ext cx="642" cy="299"/>
            </a:xfrm>
            <a:prstGeom prst="rect">
              <a:avLst/>
            </a:prstGeom>
            <a:noFill/>
            <a:ln w="9525">
              <a:noFill/>
              <a:miter/>
            </a:ln>
          </p:spPr>
          <p:txBody>
            <a:bodyPr anchor="t"/>
            <a:p>
              <a:pPr lvl="0" algn="just">
                <a:lnSpc>
                  <a:spcPct val="120000"/>
                </a:lnSpc>
                <a:buClr>
                  <a:srgbClr val="000000"/>
                </a:buClr>
              </a:pPr>
              <a:r>
                <a:rPr lang="zh-CN" altLang="en-US" sz="1600">
                  <a:solidFill>
                    <a:schemeClr val="tx1"/>
                  </a:solidFill>
                  <a:latin typeface="Times New Roman" panose="02020603050405020304" charset="0"/>
                  <a:ea typeface="宋体" panose="02010600030101010101" pitchFamily="2" charset="-122"/>
                </a:rPr>
                <a:t>子目录 </a:t>
              </a:r>
              <a:r>
                <a:rPr lang="en-US" altLang="zh-CN" sz="1600">
                  <a:solidFill>
                    <a:schemeClr val="tx1"/>
                  </a:solidFill>
                  <a:latin typeface="Times New Roman" panose="02020603050405020304" charset="0"/>
                  <a:ea typeface="宋体" panose="02010600030101010101" pitchFamily="2" charset="-122"/>
                </a:rPr>
                <a:t>f</a:t>
              </a:r>
              <a:endParaRPr lang="en-US" altLang="zh-CN" sz="1600">
                <a:solidFill>
                  <a:schemeClr val="tx1"/>
                </a:solidFill>
                <a:latin typeface="Times New Roman" panose="02020603050405020304" charset="0"/>
                <a:ea typeface="宋体" panose="02010600030101010101" pitchFamily="2" charset="-122"/>
              </a:endParaRPr>
            </a:p>
          </p:txBody>
        </p:sp>
        <p:sp>
          <p:nvSpPr>
            <p:cNvPr id="63600" name="文本框 51312"/>
            <p:cNvSpPr txBox="1"/>
            <p:nvPr/>
          </p:nvSpPr>
          <p:spPr>
            <a:xfrm>
              <a:off x="2174" y="1731"/>
              <a:ext cx="642" cy="299"/>
            </a:xfrm>
            <a:prstGeom prst="rect">
              <a:avLst/>
            </a:prstGeom>
            <a:noFill/>
            <a:ln w="9525">
              <a:noFill/>
              <a:miter/>
            </a:ln>
          </p:spPr>
          <p:txBody>
            <a:bodyPr anchor="t"/>
            <a:p>
              <a:pPr lvl="0" algn="just">
                <a:lnSpc>
                  <a:spcPct val="120000"/>
                </a:lnSpc>
                <a:buClr>
                  <a:srgbClr val="000000"/>
                </a:buClr>
              </a:pPr>
              <a:r>
                <a:rPr lang="zh-CN" altLang="en-US" sz="1600">
                  <a:solidFill>
                    <a:schemeClr val="tx1"/>
                  </a:solidFill>
                  <a:latin typeface="Times New Roman" panose="02020603050405020304" charset="0"/>
                  <a:ea typeface="宋体" panose="02010600030101010101" pitchFamily="2" charset="-122"/>
                </a:rPr>
                <a:t>子目录 </a:t>
              </a:r>
              <a:r>
                <a:rPr lang="en-US" altLang="zh-CN" sz="1600">
                  <a:solidFill>
                    <a:schemeClr val="tx1"/>
                  </a:solidFill>
                  <a:latin typeface="Times New Roman" panose="02020603050405020304" charset="0"/>
                  <a:ea typeface="宋体" panose="02010600030101010101" pitchFamily="2" charset="-122"/>
                </a:rPr>
                <a:t>e</a:t>
              </a:r>
              <a:endParaRPr lang="en-US" altLang="zh-CN" sz="1600">
                <a:solidFill>
                  <a:schemeClr val="tx1"/>
                </a:solidFill>
                <a:latin typeface="Times New Roman" panose="02020603050405020304" charset="0"/>
                <a:ea typeface="宋体" panose="02010600030101010101" pitchFamily="2" charset="-122"/>
              </a:endParaRPr>
            </a:p>
          </p:txBody>
        </p:sp>
        <p:sp>
          <p:nvSpPr>
            <p:cNvPr id="63601" name="文本框 51313"/>
            <p:cNvSpPr txBox="1"/>
            <p:nvPr/>
          </p:nvSpPr>
          <p:spPr>
            <a:xfrm>
              <a:off x="3485" y="1731"/>
              <a:ext cx="642" cy="299"/>
            </a:xfrm>
            <a:prstGeom prst="rect">
              <a:avLst/>
            </a:prstGeom>
            <a:noFill/>
            <a:ln w="9525">
              <a:noFill/>
              <a:miter/>
            </a:ln>
          </p:spPr>
          <p:txBody>
            <a:bodyPr anchor="t"/>
            <a:p>
              <a:pPr lvl="0" algn="just">
                <a:lnSpc>
                  <a:spcPct val="120000"/>
                </a:lnSpc>
                <a:buClr>
                  <a:srgbClr val="000000"/>
                </a:buClr>
              </a:pPr>
              <a:r>
                <a:rPr lang="zh-CN" altLang="en-US" sz="1600">
                  <a:solidFill>
                    <a:schemeClr val="tx1"/>
                  </a:solidFill>
                  <a:latin typeface="Times New Roman" panose="02020603050405020304" charset="0"/>
                  <a:ea typeface="宋体" panose="02010600030101010101" pitchFamily="2" charset="-122"/>
                </a:rPr>
                <a:t>子目录 </a:t>
              </a:r>
              <a:r>
                <a:rPr lang="en-US" altLang="zh-CN" sz="1600">
                  <a:solidFill>
                    <a:schemeClr val="tx1"/>
                  </a:solidFill>
                  <a:latin typeface="Times New Roman" panose="02020603050405020304" charset="0"/>
                  <a:ea typeface="宋体" panose="02010600030101010101" pitchFamily="2" charset="-122"/>
                </a:rPr>
                <a:t>d</a:t>
              </a:r>
              <a:endParaRPr lang="en-US" altLang="zh-CN" sz="1600">
                <a:solidFill>
                  <a:schemeClr val="tx1"/>
                </a:solidFill>
                <a:latin typeface="Times New Roman" panose="02020603050405020304" charset="0"/>
                <a:ea typeface="宋体" panose="02010600030101010101" pitchFamily="2" charset="-122"/>
              </a:endParaRPr>
            </a:p>
          </p:txBody>
        </p:sp>
        <p:sp>
          <p:nvSpPr>
            <p:cNvPr id="63602" name="直接连接符 51314"/>
            <p:cNvSpPr/>
            <p:nvPr/>
          </p:nvSpPr>
          <p:spPr>
            <a:xfrm>
              <a:off x="1482" y="2299"/>
              <a:ext cx="493" cy="0"/>
            </a:xfrm>
            <a:prstGeom prst="line">
              <a:avLst/>
            </a:prstGeom>
            <a:ln w="12700"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3603" name="直接连接符 51315"/>
            <p:cNvSpPr/>
            <p:nvPr/>
          </p:nvSpPr>
          <p:spPr>
            <a:xfrm>
              <a:off x="3359" y="2299"/>
              <a:ext cx="494" cy="0"/>
            </a:xfrm>
            <a:prstGeom prst="line">
              <a:avLst/>
            </a:prstGeom>
            <a:ln w="12700"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3604" name="直接连接符 51316"/>
            <p:cNvSpPr/>
            <p:nvPr/>
          </p:nvSpPr>
          <p:spPr>
            <a:xfrm>
              <a:off x="368" y="2308"/>
              <a:ext cx="445" cy="0"/>
            </a:xfrm>
            <a:prstGeom prst="line">
              <a:avLst/>
            </a:prstGeom>
            <a:ln w="12700"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grpSp>
      <p:sp>
        <p:nvSpPr>
          <p:cNvPr id="51318" name="文本框 51317"/>
          <p:cNvSpPr txBox="1"/>
          <p:nvPr/>
        </p:nvSpPr>
        <p:spPr>
          <a:xfrm>
            <a:off x="3736975" y="6223000"/>
            <a:ext cx="2043113" cy="336550"/>
          </a:xfrm>
          <a:prstGeom prst="rect">
            <a:avLst/>
          </a:prstGeom>
          <a:noFill/>
          <a:ln w="9525">
            <a:noFill/>
            <a:miter/>
          </a:ln>
        </p:spPr>
        <p:txBody>
          <a:bodyPr anchor="t">
            <a:spAutoFit/>
          </a:bodyPr>
          <a:p>
            <a:pPr lvl="0">
              <a:spcBef>
                <a:spcPct val="30000"/>
              </a:spcBef>
              <a:buClr>
                <a:srgbClr val="000000"/>
              </a:buClr>
            </a:pPr>
            <a:r>
              <a:rPr lang="zh-CN" altLang="en-US" sz="1600" b="0">
                <a:solidFill>
                  <a:schemeClr val="tx1"/>
                </a:solidFill>
                <a:latin typeface="Times New Roman" panose="02020603050405020304" charset="0"/>
                <a:ea typeface="宋体" panose="02010600030101010101" pitchFamily="2" charset="-122"/>
              </a:rPr>
              <a:t>多级文件目录结构</a:t>
            </a:r>
            <a:endParaRPr lang="zh-CN" altLang="en-US" sz="1600" b="0">
              <a:solidFill>
                <a:schemeClr val="tx1"/>
              </a:solidFill>
              <a:latin typeface="Times New Roman" panose="02020603050405020304"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51203" grpId="0" build="p"/>
      <p:bldP spid="51318"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4513" name="文本框 52225"/>
          <p:cNvSpPr txBox="1"/>
          <p:nvPr/>
        </p:nvSpPr>
        <p:spPr>
          <a:xfrm>
            <a:off x="8493125" y="6510338"/>
            <a:ext cx="376238"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buFont typeface="Wingdings" panose="05000000000000000000" pitchFamily="2" charset="2"/>
              <a:buNone/>
            </a:pPr>
            <a:r>
              <a:rPr lang="en-US" altLang="zh-CN" b="0">
                <a:solidFill>
                  <a:schemeClr val="tx2"/>
                </a:solidFill>
                <a:latin typeface="Times New Roman" panose="02020603050405020304" charset="0"/>
                <a:ea typeface="宋体" panose="02010600030101010101" pitchFamily="2" charset="-122"/>
              </a:rPr>
              <a:t>29</a:t>
            </a:r>
            <a:endParaRPr lang="en-US" altLang="zh-CN" b="0">
              <a:solidFill>
                <a:schemeClr val="tx2"/>
              </a:solidFill>
              <a:latin typeface="Times New Roman" panose="02020603050405020304" charset="0"/>
              <a:ea typeface="宋体" panose="02010600030101010101" pitchFamily="2" charset="-122"/>
            </a:endParaRPr>
          </a:p>
        </p:txBody>
      </p:sp>
      <p:sp>
        <p:nvSpPr>
          <p:cNvPr id="52227" name="矩形 52226"/>
          <p:cNvSpPr/>
          <p:nvPr/>
        </p:nvSpPr>
        <p:spPr>
          <a:xfrm>
            <a:off x="173038" y="458788"/>
            <a:ext cx="8743950" cy="1470025"/>
          </a:xfrm>
          <a:prstGeom prst="rect">
            <a:avLst/>
          </a:prstGeom>
          <a:noFill/>
          <a:ln w="9525">
            <a:noFill/>
            <a:miter/>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20000"/>
              </a:lnSpc>
              <a:spcBef>
                <a:spcPct val="20000"/>
              </a:spcBef>
              <a:buNone/>
            </a:pPr>
            <a:r>
              <a:rPr lang="en-US" altLang="zh-CN" sz="2800" b="1" strike="noStrike" noProof="1">
                <a:solidFill>
                  <a:srgbClr val="A50021"/>
                </a:solidFill>
                <a:latin typeface="Times New Roman" panose="02020603050405020304" charset="0"/>
                <a:ea typeface="宋体" panose="02010600030101010101" pitchFamily="2" charset="-122"/>
                <a:cs typeface="+mn-ea"/>
              </a:rPr>
              <a:t>   (3) </a:t>
            </a:r>
            <a:r>
              <a:rPr lang="zh-CN" altLang="en-US" sz="2800" b="1" strike="noStrike" noProof="1">
                <a:solidFill>
                  <a:srgbClr val="A50021"/>
                </a:solidFill>
                <a:latin typeface="Times New Roman" panose="02020603050405020304" charset="0"/>
                <a:ea typeface="宋体" panose="02010600030101010101" pitchFamily="2" charset="-122"/>
                <a:cs typeface="+mn-ea"/>
              </a:rPr>
              <a:t>文件路径名</a:t>
            </a:r>
            <a:r>
              <a:rPr lang="x-none" altLang="zh-CN" sz="2800" b="1" strike="noStrike" noProof="1">
                <a:solidFill>
                  <a:srgbClr val="A50021"/>
                </a:solidFill>
                <a:latin typeface="Times New Roman" panose="02020603050405020304" charset="0"/>
                <a:ea typeface="宋体" panose="02010600030101010101" pitchFamily="2" charset="-122"/>
                <a:cs typeface="+mn-ea"/>
              </a:rPr>
              <a:t>(绝对路径)</a:t>
            </a:r>
            <a:endParaRPr lang="x-none" altLang="zh-CN" sz="2800" b="1" strike="noStrike" noProof="1">
              <a:solidFill>
                <a:srgbClr val="A50021"/>
              </a:solidFill>
              <a:latin typeface="Times New Roman" panose="02020603050405020304" charset="0"/>
              <a:ea typeface="宋体" panose="02010600030101010101" pitchFamily="2" charset="-122"/>
              <a:cs typeface="+mn-ea"/>
            </a:endParaRPr>
          </a:p>
          <a:p>
            <a:pPr marL="914400" lvl="1" indent="-457200" fontAlgn="base">
              <a:lnSpc>
                <a:spcPct val="120000"/>
              </a:lnSpc>
              <a:spcBef>
                <a:spcPct val="20000"/>
              </a:spcBef>
              <a:buNone/>
            </a:pPr>
            <a:r>
              <a:rPr lang="zh-CN" altLang="en-US" sz="2000" b="1" strike="noStrike" noProof="1">
                <a:solidFill>
                  <a:schemeClr val="tx1"/>
                </a:solidFill>
                <a:latin typeface="Times New Roman" panose="02020603050405020304" charset="0"/>
                <a:ea typeface="宋体" panose="02010600030101010101" pitchFamily="2" charset="-122"/>
                <a:cs typeface="+mn-cs"/>
              </a:rPr>
              <a:t>   </a:t>
            </a:r>
            <a:r>
              <a:rPr lang="zh-CN" altLang="en-US" sz="2000" strike="noStrike" noProof="1">
                <a:solidFill>
                  <a:schemeClr val="tx1"/>
                </a:solidFill>
                <a:latin typeface="Times New Roman" panose="02020603050405020304" charset="0"/>
                <a:ea typeface="宋体" panose="02010600030101010101" pitchFamily="2" charset="-122"/>
                <a:cs typeface="+mn-cs"/>
              </a:rPr>
              <a:t>多级目录中，文件的路径名是由根目录到该文件的通路上所有目录文</a:t>
            </a:r>
            <a:endParaRPr lang="zh-CN" altLang="en-US" sz="2000" strike="noStrike" noProof="1">
              <a:solidFill>
                <a:schemeClr val="tx1"/>
              </a:solidFill>
              <a:latin typeface="Times New Roman" panose="02020603050405020304" charset="0"/>
              <a:ea typeface="宋体" panose="02010600030101010101" pitchFamily="2" charset="-122"/>
            </a:endParaRPr>
          </a:p>
          <a:p>
            <a:pPr marL="914400" lvl="1" indent="-457200" fontAlgn="base">
              <a:lnSpc>
                <a:spcPct val="120000"/>
              </a:lnSpc>
              <a:spcBef>
                <a:spcPct val="20000"/>
              </a:spcBef>
              <a:buNone/>
            </a:pPr>
            <a:r>
              <a:rPr lang="zh-CN" altLang="en-US" sz="2000" strike="noStrike" noProof="1">
                <a:solidFill>
                  <a:schemeClr val="tx1"/>
                </a:solidFill>
                <a:latin typeface="Times New Roman" panose="02020603050405020304" charset="0"/>
                <a:ea typeface="宋体" panose="02010600030101010101" pitchFamily="2" charset="-122"/>
                <a:cs typeface="+mn-cs"/>
              </a:rPr>
              <a:t>   件符号名和该文件的符号名组成的字符串，相互之间用</a:t>
            </a:r>
            <a:r>
              <a:rPr lang="en-US" altLang="zh-CN" sz="2000" strike="noStrike" noProof="1">
                <a:solidFill>
                  <a:schemeClr val="tx1"/>
                </a:solidFill>
                <a:latin typeface="Times New Roman" panose="02020603050405020304" charset="0"/>
                <a:ea typeface="宋体" panose="02010600030101010101" pitchFamily="2" charset="-122"/>
                <a:cs typeface="+mn-cs"/>
              </a:rPr>
              <a:t>/</a:t>
            </a:r>
            <a:r>
              <a:rPr lang="zh-CN" altLang="en-US" sz="2000" strike="noStrike" noProof="1">
                <a:solidFill>
                  <a:schemeClr val="tx1"/>
                </a:solidFill>
                <a:latin typeface="Times New Roman" panose="02020603050405020304" charset="0"/>
                <a:ea typeface="宋体" panose="02010600030101010101" pitchFamily="2" charset="-122"/>
                <a:cs typeface="+mn-cs"/>
              </a:rPr>
              <a:t>分隔符分隔。 </a:t>
            </a:r>
            <a:endParaRPr lang="zh-CN" altLang="en-US" sz="2000" strike="noStrike" noProof="1">
              <a:solidFill>
                <a:schemeClr val="tx1"/>
              </a:solidFill>
              <a:latin typeface="Times New Roman" panose="02020603050405020304" charset="0"/>
              <a:ea typeface="宋体" panose="02010600030101010101" pitchFamily="2" charset="-122"/>
            </a:endParaRPr>
          </a:p>
        </p:txBody>
      </p:sp>
      <p:sp>
        <p:nvSpPr>
          <p:cNvPr id="52228" name="矩形 52227"/>
          <p:cNvSpPr/>
          <p:nvPr/>
        </p:nvSpPr>
        <p:spPr>
          <a:xfrm>
            <a:off x="381000" y="4286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Arial" panose="02080604020202020204" pitchFamily="34" charset="0"/>
                <a:ea typeface="宋体" panose="02010600030101010101" pitchFamily="2" charset="-122"/>
                <a:cs typeface="+mn-ea"/>
              </a:rPr>
              <a:t>文件系统</a:t>
            </a:r>
            <a:r>
              <a:rPr lang="en-US" altLang="zh-CN" sz="2400" strike="noStrike" noProof="1">
                <a:latin typeface="Arial" panose="02080604020202020204" pitchFamily="34" charset="0"/>
                <a:ea typeface="宋体" panose="02010600030101010101" pitchFamily="2" charset="-122"/>
                <a:cs typeface="+mn-ea"/>
              </a:rPr>
              <a:t>——</a:t>
            </a:r>
            <a:r>
              <a:rPr lang="zh-CN" altLang="en-US" sz="2400" strike="noStrike" noProof="1">
                <a:latin typeface="Arial" panose="02080604020202020204" pitchFamily="34" charset="0"/>
                <a:ea typeface="宋体" panose="02010600030101010101" pitchFamily="2" charset="-122"/>
                <a:cs typeface="+mn-ea"/>
              </a:rPr>
              <a:t>文件目录及其结构</a:t>
            </a:r>
            <a:endParaRPr lang="zh-CN" altLang="en-US" sz="2400" strike="noStrike" noProof="1">
              <a:ea typeface="宋体" panose="02010600030101010101" pitchFamily="2" charset="-122"/>
            </a:endParaRPr>
          </a:p>
        </p:txBody>
      </p:sp>
      <p:sp>
        <p:nvSpPr>
          <p:cNvPr id="52229" name="矩形 52228"/>
          <p:cNvSpPr/>
          <p:nvPr/>
        </p:nvSpPr>
        <p:spPr>
          <a:xfrm>
            <a:off x="1147763" y="6076950"/>
            <a:ext cx="6267450" cy="457200"/>
          </a:xfrm>
          <a:prstGeom prst="rect">
            <a:avLst/>
          </a:prstGeom>
          <a:noFill/>
          <a:ln w="9525">
            <a:noFill/>
            <a:miter/>
          </a:ln>
        </p:spPr>
        <p:txBody>
          <a:bodyPr wrap="square" anchor="t">
            <a:spAutoFit/>
          </a:bodyPr>
          <a:p>
            <a:pPr marL="533400" lvl="0" indent="-533400">
              <a:lnSpc>
                <a:spcPct val="120000"/>
              </a:lnSpc>
              <a:spcBef>
                <a:spcPct val="30000"/>
              </a:spcBef>
              <a:buClr>
                <a:schemeClr val="tx2"/>
              </a:buClr>
              <a:buSzPct val="95000"/>
              <a:buFont typeface="Wingdings" panose="05000000000000000000" pitchFamily="2" charset="2"/>
              <a:buChar char="•"/>
            </a:pPr>
            <a:r>
              <a:rPr lang="zh-CN" altLang="en-US" sz="2000">
                <a:solidFill>
                  <a:schemeClr val="tx1"/>
                </a:solidFill>
                <a:latin typeface="Times New Roman" panose="02020603050405020304" charset="0"/>
                <a:ea typeface="宋体" panose="02010600030101010101" pitchFamily="2" charset="-122"/>
              </a:rPr>
              <a:t>图中</a:t>
            </a:r>
            <a:r>
              <a:rPr lang="en-US" altLang="zh-CN" sz="2000">
                <a:solidFill>
                  <a:schemeClr val="tx1"/>
                </a:solidFill>
                <a:latin typeface="Times New Roman" panose="02020603050405020304" charset="0"/>
                <a:ea typeface="宋体" panose="02010600030101010101" pitchFamily="2" charset="-122"/>
              </a:rPr>
              <a:t>id</a:t>
            </a:r>
            <a:r>
              <a:rPr lang="zh-CN" altLang="en-US" sz="2000">
                <a:solidFill>
                  <a:schemeClr val="tx1"/>
                </a:solidFill>
                <a:latin typeface="Times New Roman" panose="02020603050405020304" charset="0"/>
                <a:ea typeface="宋体" panose="02010600030101010101" pitchFamily="2" charset="-122"/>
              </a:rPr>
              <a:t>为</a:t>
            </a:r>
            <a:r>
              <a:rPr lang="en-US" altLang="zh-CN" sz="2000">
                <a:solidFill>
                  <a:schemeClr val="tx1"/>
                </a:solidFill>
                <a:latin typeface="Times New Roman" panose="02020603050405020304" charset="0"/>
                <a:ea typeface="宋体" panose="02010600030101010101" pitchFamily="2" charset="-122"/>
              </a:rPr>
              <a:t>15</a:t>
            </a:r>
            <a:r>
              <a:rPr lang="zh-CN" altLang="en-US" sz="2000">
                <a:solidFill>
                  <a:schemeClr val="tx1"/>
                </a:solidFill>
                <a:latin typeface="Times New Roman" panose="02020603050405020304" charset="0"/>
                <a:ea typeface="宋体" panose="02010600030101010101" pitchFamily="2" charset="-122"/>
              </a:rPr>
              <a:t>的文件的文件路径名为  </a:t>
            </a:r>
            <a:r>
              <a:rPr lang="en-US" altLang="zh-CN" sz="2000">
                <a:solidFill>
                  <a:schemeClr val="tx1"/>
                </a:solidFill>
                <a:latin typeface="Times New Roman" panose="02020603050405020304" charset="0"/>
                <a:ea typeface="宋体" panose="02010600030101010101" pitchFamily="2" charset="-122"/>
              </a:rPr>
              <a:t>/b/f/J</a:t>
            </a:r>
            <a:endParaRPr lang="en-US" altLang="zh-CN" sz="2000">
              <a:solidFill>
                <a:schemeClr val="tx1"/>
              </a:solidFill>
              <a:latin typeface="Times New Roman" panose="02020603050405020304" charset="0"/>
              <a:ea typeface="宋体" panose="02010600030101010101" pitchFamily="2" charset="-122"/>
            </a:endParaRPr>
          </a:p>
        </p:txBody>
      </p:sp>
      <p:grpSp>
        <p:nvGrpSpPr>
          <p:cNvPr id="52230" name="组合 52229"/>
          <p:cNvGrpSpPr/>
          <p:nvPr/>
        </p:nvGrpSpPr>
        <p:grpSpPr>
          <a:xfrm>
            <a:off x="617538" y="1787525"/>
            <a:ext cx="7981950" cy="4321175"/>
            <a:chOff x="0" y="0"/>
            <a:chExt cx="5088" cy="3298"/>
          </a:xfrm>
        </p:grpSpPr>
        <p:sp>
          <p:nvSpPr>
            <p:cNvPr id="52231" name="矩形 52230"/>
            <p:cNvSpPr/>
            <p:nvPr/>
          </p:nvSpPr>
          <p:spPr>
            <a:xfrm>
              <a:off x="2421" y="251"/>
              <a:ext cx="655" cy="402"/>
            </a:xfrm>
            <a:prstGeom prst="rect">
              <a:avLst/>
            </a:prstGeom>
            <a:solidFill>
              <a:srgbClr val="FFCCFF"/>
            </a:solidFill>
            <a:ln w="12700" cap="flat" cmpd="sng">
              <a:solidFill>
                <a:srgbClr val="000000"/>
              </a:solidFill>
              <a:prstDash val="solid"/>
              <a:miter/>
              <a:headEnd type="none" w="med" len="med"/>
              <a:tailEnd type="none" w="med" len="med"/>
            </a:ln>
          </p:spPr>
          <p:txBody>
            <a:bodyPr/>
            <a:p>
              <a:pPr marL="914400" lvl="0" indent="-340995" algn="ctr" fontAlgn="base">
                <a:lnSpc>
                  <a:spcPct val="120000"/>
                </a:lnSpc>
                <a:buClr>
                  <a:schemeClr val="tx2"/>
                </a:buClr>
                <a:buSzPct val="95000"/>
                <a:buFont typeface="Wingdings" panose="05000000000000000000" pitchFamily="2" charset="2"/>
                <a:buBlip>
                  <a:blip r:embed="rId1"/>
                </a:buBlip>
              </a:pPr>
              <a:endParaRPr sz="1400" b="1" strike="noStrike" noProof="1">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64519" name="直接连接符 52231"/>
            <p:cNvSpPr/>
            <p:nvPr/>
          </p:nvSpPr>
          <p:spPr>
            <a:xfrm>
              <a:off x="2421" y="447"/>
              <a:ext cx="655" cy="0"/>
            </a:xfrm>
            <a:prstGeom prst="line">
              <a:avLst/>
            </a:prstGeom>
            <a:ln w="12700"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4520" name="直接连接符 52232"/>
            <p:cNvSpPr/>
            <p:nvPr/>
          </p:nvSpPr>
          <p:spPr>
            <a:xfrm>
              <a:off x="2633" y="251"/>
              <a:ext cx="0" cy="402"/>
            </a:xfrm>
            <a:prstGeom prst="line">
              <a:avLst/>
            </a:prstGeom>
            <a:ln w="12700"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4521" name="直接连接符 52233"/>
            <p:cNvSpPr/>
            <p:nvPr/>
          </p:nvSpPr>
          <p:spPr>
            <a:xfrm>
              <a:off x="2853" y="251"/>
              <a:ext cx="0" cy="402"/>
            </a:xfrm>
            <a:prstGeom prst="line">
              <a:avLst/>
            </a:prstGeom>
            <a:ln w="12700"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4522" name="文本框 52234"/>
            <p:cNvSpPr txBox="1"/>
            <p:nvPr/>
          </p:nvSpPr>
          <p:spPr>
            <a:xfrm>
              <a:off x="2437" y="193"/>
              <a:ext cx="261" cy="282"/>
            </a:xfrm>
            <a:prstGeom prst="rect">
              <a:avLst/>
            </a:prstGeom>
            <a:noFill/>
            <a:ln w="9525">
              <a:noFill/>
              <a:miter/>
            </a:ln>
          </p:spPr>
          <p:txBody>
            <a:bodyPr anchor="t"/>
            <a:p>
              <a:pPr lvl="0" algn="just">
                <a:lnSpc>
                  <a:spcPct val="120000"/>
                </a:lnSpc>
                <a:buClr>
                  <a:srgbClr val="000000"/>
                </a:buClr>
              </a:pPr>
              <a:r>
                <a:rPr lang="en-US" altLang="zh-CN">
                  <a:solidFill>
                    <a:schemeClr val="tx1"/>
                  </a:solidFill>
                  <a:latin typeface="Times New Roman" panose="02020603050405020304" charset="0"/>
                  <a:ea typeface="宋体" panose="02010600030101010101" pitchFamily="2" charset="-122"/>
                </a:rPr>
                <a:t>a</a:t>
              </a:r>
              <a:endParaRPr lang="en-US" altLang="zh-CN">
                <a:solidFill>
                  <a:schemeClr val="tx1"/>
                </a:solidFill>
                <a:latin typeface="Times New Roman" panose="02020603050405020304" charset="0"/>
                <a:ea typeface="宋体" panose="02010600030101010101" pitchFamily="2" charset="-122"/>
              </a:endParaRPr>
            </a:p>
          </p:txBody>
        </p:sp>
        <p:sp>
          <p:nvSpPr>
            <p:cNvPr id="64523" name="文本框 52235"/>
            <p:cNvSpPr txBox="1"/>
            <p:nvPr/>
          </p:nvSpPr>
          <p:spPr>
            <a:xfrm>
              <a:off x="2660" y="197"/>
              <a:ext cx="260" cy="282"/>
            </a:xfrm>
            <a:prstGeom prst="rect">
              <a:avLst/>
            </a:prstGeom>
            <a:noFill/>
            <a:ln w="9525">
              <a:noFill/>
              <a:miter/>
            </a:ln>
          </p:spPr>
          <p:txBody>
            <a:bodyPr anchor="t"/>
            <a:p>
              <a:pPr lvl="0" algn="just">
                <a:lnSpc>
                  <a:spcPct val="120000"/>
                </a:lnSpc>
                <a:buClr>
                  <a:srgbClr val="000000"/>
                </a:buClr>
              </a:pPr>
              <a:r>
                <a:rPr lang="en-US" altLang="zh-CN">
                  <a:solidFill>
                    <a:schemeClr val="tx1"/>
                  </a:solidFill>
                  <a:latin typeface="Times New Roman" panose="02020603050405020304" charset="0"/>
                  <a:ea typeface="宋体" panose="02010600030101010101" pitchFamily="2" charset="-122"/>
                </a:rPr>
                <a:t>b</a:t>
              </a:r>
              <a:endParaRPr lang="en-US" altLang="zh-CN">
                <a:solidFill>
                  <a:schemeClr val="tx1"/>
                </a:solidFill>
                <a:latin typeface="Times New Roman" panose="02020603050405020304" charset="0"/>
                <a:ea typeface="宋体" panose="02010600030101010101" pitchFamily="2" charset="-122"/>
              </a:endParaRPr>
            </a:p>
          </p:txBody>
        </p:sp>
        <p:sp>
          <p:nvSpPr>
            <p:cNvPr id="64524" name="文本框 52236"/>
            <p:cNvSpPr txBox="1"/>
            <p:nvPr/>
          </p:nvSpPr>
          <p:spPr>
            <a:xfrm>
              <a:off x="2871" y="193"/>
              <a:ext cx="261" cy="282"/>
            </a:xfrm>
            <a:prstGeom prst="rect">
              <a:avLst/>
            </a:prstGeom>
            <a:noFill/>
            <a:ln w="9525">
              <a:noFill/>
              <a:miter/>
            </a:ln>
          </p:spPr>
          <p:txBody>
            <a:bodyPr anchor="t"/>
            <a:p>
              <a:pPr lvl="0" algn="just">
                <a:lnSpc>
                  <a:spcPct val="120000"/>
                </a:lnSpc>
                <a:buClr>
                  <a:srgbClr val="000000"/>
                </a:buClr>
              </a:pPr>
              <a:r>
                <a:rPr lang="en-US" altLang="zh-CN">
                  <a:solidFill>
                    <a:schemeClr val="tx1"/>
                  </a:solidFill>
                  <a:latin typeface="Times New Roman" panose="02020603050405020304" charset="0"/>
                  <a:ea typeface="宋体" panose="02010600030101010101" pitchFamily="2" charset="-122"/>
                </a:rPr>
                <a:t>c</a:t>
              </a:r>
              <a:endParaRPr lang="en-US" altLang="zh-CN">
                <a:solidFill>
                  <a:schemeClr val="tx1"/>
                </a:solidFill>
                <a:latin typeface="Times New Roman" panose="02020603050405020304" charset="0"/>
                <a:ea typeface="宋体" panose="02010600030101010101" pitchFamily="2" charset="-122"/>
              </a:endParaRPr>
            </a:p>
          </p:txBody>
        </p:sp>
        <p:sp>
          <p:nvSpPr>
            <p:cNvPr id="52238" name="矩形 52237"/>
            <p:cNvSpPr/>
            <p:nvPr/>
          </p:nvSpPr>
          <p:spPr>
            <a:xfrm>
              <a:off x="2439" y="1185"/>
              <a:ext cx="655" cy="402"/>
            </a:xfrm>
            <a:prstGeom prst="rect">
              <a:avLst/>
            </a:prstGeom>
            <a:solidFill>
              <a:srgbClr val="FFCCFF"/>
            </a:solidFill>
            <a:ln w="12700" cap="flat" cmpd="sng">
              <a:solidFill>
                <a:srgbClr val="000000"/>
              </a:solidFill>
              <a:prstDash val="solid"/>
              <a:miter/>
              <a:headEnd type="none" w="med" len="med"/>
              <a:tailEnd type="none" w="med" len="med"/>
            </a:ln>
          </p:spPr>
          <p:txBody>
            <a:bodyPr/>
            <a:p>
              <a:pPr marL="914400" lvl="0" indent="-340995" algn="ctr" fontAlgn="base">
                <a:lnSpc>
                  <a:spcPct val="120000"/>
                </a:lnSpc>
                <a:buClr>
                  <a:schemeClr val="tx2"/>
                </a:buClr>
                <a:buSzPct val="95000"/>
                <a:buFont typeface="Wingdings" panose="05000000000000000000" pitchFamily="2" charset="2"/>
                <a:buBlip>
                  <a:blip r:embed="rId1"/>
                </a:buBlip>
              </a:pPr>
              <a:endParaRPr sz="1400" b="1" strike="noStrike" noProof="1">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64526" name="直接连接符 52238"/>
            <p:cNvSpPr/>
            <p:nvPr/>
          </p:nvSpPr>
          <p:spPr>
            <a:xfrm>
              <a:off x="2651" y="1185"/>
              <a:ext cx="0" cy="402"/>
            </a:xfrm>
            <a:prstGeom prst="line">
              <a:avLst/>
            </a:prstGeom>
            <a:ln w="12700"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4527" name="直接连接符 52239"/>
            <p:cNvSpPr/>
            <p:nvPr/>
          </p:nvSpPr>
          <p:spPr>
            <a:xfrm>
              <a:off x="2874" y="1185"/>
              <a:ext cx="0" cy="402"/>
            </a:xfrm>
            <a:prstGeom prst="line">
              <a:avLst/>
            </a:prstGeom>
            <a:ln w="12700"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4528" name="文本框 52240"/>
            <p:cNvSpPr txBox="1"/>
            <p:nvPr/>
          </p:nvSpPr>
          <p:spPr>
            <a:xfrm>
              <a:off x="2456" y="1167"/>
              <a:ext cx="260" cy="282"/>
            </a:xfrm>
            <a:prstGeom prst="rect">
              <a:avLst/>
            </a:prstGeom>
            <a:noFill/>
            <a:ln w="9525">
              <a:noFill/>
              <a:miter/>
            </a:ln>
          </p:spPr>
          <p:txBody>
            <a:bodyPr anchor="t"/>
            <a:p>
              <a:pPr lvl="0" algn="just">
                <a:lnSpc>
                  <a:spcPct val="120000"/>
                </a:lnSpc>
                <a:buClr>
                  <a:srgbClr val="000000"/>
                </a:buClr>
              </a:pPr>
              <a:r>
                <a:rPr lang="en-US" altLang="zh-CN">
                  <a:solidFill>
                    <a:schemeClr val="tx1"/>
                  </a:solidFill>
                  <a:latin typeface="Times New Roman" panose="02020603050405020304" charset="0"/>
                  <a:ea typeface="宋体" panose="02010600030101010101" pitchFamily="2" charset="-122"/>
                </a:rPr>
                <a:t>f</a:t>
              </a:r>
              <a:endParaRPr lang="en-US" altLang="zh-CN">
                <a:solidFill>
                  <a:schemeClr val="tx1"/>
                </a:solidFill>
                <a:latin typeface="Times New Roman" panose="02020603050405020304" charset="0"/>
                <a:ea typeface="宋体" panose="02010600030101010101" pitchFamily="2" charset="-122"/>
              </a:endParaRPr>
            </a:p>
          </p:txBody>
        </p:sp>
        <p:sp>
          <p:nvSpPr>
            <p:cNvPr id="64529" name="文本框 52241"/>
            <p:cNvSpPr txBox="1"/>
            <p:nvPr/>
          </p:nvSpPr>
          <p:spPr>
            <a:xfrm>
              <a:off x="2668" y="1158"/>
              <a:ext cx="260" cy="282"/>
            </a:xfrm>
            <a:prstGeom prst="rect">
              <a:avLst/>
            </a:prstGeom>
            <a:noFill/>
            <a:ln w="9525">
              <a:noFill/>
              <a:miter/>
            </a:ln>
          </p:spPr>
          <p:txBody>
            <a:bodyPr anchor="t"/>
            <a:p>
              <a:pPr lvl="0" algn="just">
                <a:lnSpc>
                  <a:spcPct val="120000"/>
                </a:lnSpc>
                <a:buClr>
                  <a:srgbClr val="000000"/>
                </a:buClr>
              </a:pPr>
              <a:r>
                <a:rPr lang="en-US" altLang="zh-CN">
                  <a:solidFill>
                    <a:schemeClr val="tx1"/>
                  </a:solidFill>
                  <a:latin typeface="Times New Roman" panose="02020603050405020304" charset="0"/>
                  <a:ea typeface="宋体" panose="02010600030101010101" pitchFamily="2" charset="-122"/>
                </a:rPr>
                <a:t>e</a:t>
              </a:r>
              <a:endParaRPr lang="en-US" altLang="zh-CN">
                <a:solidFill>
                  <a:schemeClr val="tx1"/>
                </a:solidFill>
                <a:latin typeface="Times New Roman" panose="02020603050405020304" charset="0"/>
                <a:ea typeface="宋体" panose="02010600030101010101" pitchFamily="2" charset="-122"/>
              </a:endParaRPr>
            </a:p>
          </p:txBody>
        </p:sp>
        <p:sp>
          <p:nvSpPr>
            <p:cNvPr id="64530" name="文本框 52242"/>
            <p:cNvSpPr txBox="1"/>
            <p:nvPr/>
          </p:nvSpPr>
          <p:spPr>
            <a:xfrm>
              <a:off x="2874" y="1167"/>
              <a:ext cx="260" cy="282"/>
            </a:xfrm>
            <a:prstGeom prst="rect">
              <a:avLst/>
            </a:prstGeom>
            <a:noFill/>
            <a:ln w="9525">
              <a:noFill/>
              <a:miter/>
            </a:ln>
          </p:spPr>
          <p:txBody>
            <a:bodyPr anchor="t"/>
            <a:p>
              <a:pPr lvl="0" algn="just">
                <a:lnSpc>
                  <a:spcPct val="120000"/>
                </a:lnSpc>
                <a:buClr>
                  <a:srgbClr val="000000"/>
                </a:buClr>
              </a:pPr>
              <a:r>
                <a:rPr lang="en-US" altLang="zh-CN">
                  <a:solidFill>
                    <a:schemeClr val="tx1"/>
                  </a:solidFill>
                  <a:latin typeface="Times New Roman" panose="02020603050405020304" charset="0"/>
                  <a:ea typeface="宋体" panose="02010600030101010101" pitchFamily="2" charset="-122"/>
                </a:rPr>
                <a:t>d</a:t>
              </a:r>
              <a:endParaRPr lang="en-US" altLang="zh-CN">
                <a:solidFill>
                  <a:schemeClr val="tx1"/>
                </a:solidFill>
                <a:latin typeface="Times New Roman" panose="02020603050405020304" charset="0"/>
                <a:ea typeface="宋体" panose="02010600030101010101" pitchFamily="2" charset="-122"/>
              </a:endParaRPr>
            </a:p>
          </p:txBody>
        </p:sp>
        <p:sp>
          <p:nvSpPr>
            <p:cNvPr id="52244" name="矩形 52243"/>
            <p:cNvSpPr/>
            <p:nvPr/>
          </p:nvSpPr>
          <p:spPr>
            <a:xfrm>
              <a:off x="837" y="1174"/>
              <a:ext cx="657" cy="402"/>
            </a:xfrm>
            <a:prstGeom prst="rect">
              <a:avLst/>
            </a:prstGeom>
            <a:solidFill>
              <a:srgbClr val="FFCCFF"/>
            </a:solidFill>
            <a:ln w="12700" cap="flat" cmpd="sng">
              <a:solidFill>
                <a:srgbClr val="000000"/>
              </a:solidFill>
              <a:prstDash val="solid"/>
              <a:miter/>
              <a:headEnd type="none" w="med" len="med"/>
              <a:tailEnd type="none" w="med" len="med"/>
            </a:ln>
          </p:spPr>
          <p:txBody>
            <a:bodyPr/>
            <a:p>
              <a:pPr marL="914400" lvl="0" indent="-340995" algn="ctr" fontAlgn="base">
                <a:lnSpc>
                  <a:spcPct val="120000"/>
                </a:lnSpc>
                <a:buClr>
                  <a:schemeClr val="tx2"/>
                </a:buClr>
                <a:buSzPct val="95000"/>
                <a:buFont typeface="Wingdings" panose="05000000000000000000" pitchFamily="2" charset="2"/>
                <a:buBlip>
                  <a:blip r:embed="rId1"/>
                </a:buBlip>
              </a:pPr>
              <a:endParaRPr sz="1400" b="1" strike="noStrike" noProof="1">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64532" name="直接连接符 52244"/>
            <p:cNvSpPr/>
            <p:nvPr/>
          </p:nvSpPr>
          <p:spPr>
            <a:xfrm>
              <a:off x="837" y="1370"/>
              <a:ext cx="657" cy="0"/>
            </a:xfrm>
            <a:prstGeom prst="line">
              <a:avLst/>
            </a:prstGeom>
            <a:ln w="12700"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4533" name="直接连接符 52245"/>
            <p:cNvSpPr/>
            <p:nvPr/>
          </p:nvSpPr>
          <p:spPr>
            <a:xfrm>
              <a:off x="1049" y="1174"/>
              <a:ext cx="0" cy="402"/>
            </a:xfrm>
            <a:prstGeom prst="line">
              <a:avLst/>
            </a:prstGeom>
            <a:ln w="12700"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4534" name="直接连接符 52246"/>
            <p:cNvSpPr/>
            <p:nvPr/>
          </p:nvSpPr>
          <p:spPr>
            <a:xfrm>
              <a:off x="1272" y="1174"/>
              <a:ext cx="0" cy="402"/>
            </a:xfrm>
            <a:prstGeom prst="line">
              <a:avLst/>
            </a:prstGeom>
            <a:ln w="12700"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4535" name="文本框 52247"/>
            <p:cNvSpPr txBox="1"/>
            <p:nvPr/>
          </p:nvSpPr>
          <p:spPr>
            <a:xfrm>
              <a:off x="854" y="1116"/>
              <a:ext cx="260" cy="283"/>
            </a:xfrm>
            <a:prstGeom prst="rect">
              <a:avLst/>
            </a:prstGeom>
            <a:noFill/>
            <a:ln w="9525">
              <a:noFill/>
              <a:miter/>
            </a:ln>
          </p:spPr>
          <p:txBody>
            <a:bodyPr anchor="t"/>
            <a:p>
              <a:pPr lvl="0" algn="just">
                <a:lnSpc>
                  <a:spcPct val="120000"/>
                </a:lnSpc>
                <a:buClr>
                  <a:srgbClr val="000000"/>
                </a:buClr>
              </a:pPr>
              <a:r>
                <a:rPr lang="en-US" altLang="zh-CN">
                  <a:solidFill>
                    <a:schemeClr val="tx1"/>
                  </a:solidFill>
                  <a:latin typeface="Times New Roman" panose="02020603050405020304" charset="0"/>
                  <a:ea typeface="宋体" panose="02010600030101010101" pitchFamily="2" charset="-122"/>
                </a:rPr>
                <a:t>a</a:t>
              </a:r>
              <a:endParaRPr lang="en-US" altLang="zh-CN">
                <a:solidFill>
                  <a:schemeClr val="tx1"/>
                </a:solidFill>
                <a:latin typeface="Times New Roman" panose="02020603050405020304" charset="0"/>
                <a:ea typeface="宋体" panose="02010600030101010101" pitchFamily="2" charset="-122"/>
              </a:endParaRPr>
            </a:p>
          </p:txBody>
        </p:sp>
        <p:sp>
          <p:nvSpPr>
            <p:cNvPr id="64536" name="文本框 52248"/>
            <p:cNvSpPr txBox="1"/>
            <p:nvPr/>
          </p:nvSpPr>
          <p:spPr>
            <a:xfrm>
              <a:off x="1076" y="1120"/>
              <a:ext cx="262" cy="283"/>
            </a:xfrm>
            <a:prstGeom prst="rect">
              <a:avLst/>
            </a:prstGeom>
            <a:noFill/>
            <a:ln w="9525">
              <a:noFill/>
              <a:miter/>
            </a:ln>
          </p:spPr>
          <p:txBody>
            <a:bodyPr anchor="t"/>
            <a:p>
              <a:pPr lvl="0" algn="just">
                <a:lnSpc>
                  <a:spcPct val="120000"/>
                </a:lnSpc>
                <a:buClr>
                  <a:srgbClr val="000000"/>
                </a:buClr>
              </a:pPr>
              <a:r>
                <a:rPr lang="en-US" altLang="zh-CN">
                  <a:solidFill>
                    <a:schemeClr val="tx1"/>
                  </a:solidFill>
                  <a:latin typeface="Times New Roman" panose="02020603050405020304" charset="0"/>
                  <a:ea typeface="宋体" panose="02010600030101010101" pitchFamily="2" charset="-122"/>
                </a:rPr>
                <a:t>b</a:t>
              </a:r>
              <a:endParaRPr lang="en-US" altLang="zh-CN">
                <a:solidFill>
                  <a:schemeClr val="tx1"/>
                </a:solidFill>
                <a:latin typeface="Times New Roman" panose="02020603050405020304" charset="0"/>
                <a:ea typeface="宋体" panose="02010600030101010101" pitchFamily="2" charset="-122"/>
              </a:endParaRPr>
            </a:p>
          </p:txBody>
        </p:sp>
        <p:sp>
          <p:nvSpPr>
            <p:cNvPr id="64537" name="文本框 52249"/>
            <p:cNvSpPr txBox="1"/>
            <p:nvPr/>
          </p:nvSpPr>
          <p:spPr>
            <a:xfrm>
              <a:off x="1299" y="1125"/>
              <a:ext cx="260" cy="283"/>
            </a:xfrm>
            <a:prstGeom prst="rect">
              <a:avLst/>
            </a:prstGeom>
            <a:noFill/>
            <a:ln w="9525">
              <a:noFill/>
              <a:miter/>
            </a:ln>
          </p:spPr>
          <p:txBody>
            <a:bodyPr anchor="t"/>
            <a:p>
              <a:pPr lvl="0" algn="just">
                <a:lnSpc>
                  <a:spcPct val="120000"/>
                </a:lnSpc>
                <a:buClr>
                  <a:srgbClr val="000000"/>
                </a:buClr>
              </a:pPr>
              <a:r>
                <a:rPr lang="en-US" altLang="zh-CN">
                  <a:solidFill>
                    <a:schemeClr val="tx1"/>
                  </a:solidFill>
                  <a:latin typeface="Times New Roman" panose="02020603050405020304" charset="0"/>
                  <a:ea typeface="宋体" panose="02010600030101010101" pitchFamily="2" charset="-122"/>
                </a:rPr>
                <a:t>c</a:t>
              </a:r>
              <a:endParaRPr lang="en-US" altLang="zh-CN">
                <a:solidFill>
                  <a:schemeClr val="tx1"/>
                </a:solidFill>
                <a:latin typeface="Times New Roman" panose="02020603050405020304" charset="0"/>
                <a:ea typeface="宋体" panose="02010600030101010101" pitchFamily="2" charset="-122"/>
              </a:endParaRPr>
            </a:p>
          </p:txBody>
        </p:sp>
        <p:sp>
          <p:nvSpPr>
            <p:cNvPr id="52251" name="矩形 52250"/>
            <p:cNvSpPr/>
            <p:nvPr/>
          </p:nvSpPr>
          <p:spPr>
            <a:xfrm>
              <a:off x="3365" y="2108"/>
              <a:ext cx="488" cy="402"/>
            </a:xfrm>
            <a:prstGeom prst="rect">
              <a:avLst/>
            </a:prstGeom>
            <a:solidFill>
              <a:srgbClr val="FFCCFF"/>
            </a:solidFill>
            <a:ln w="12700" cap="flat" cmpd="sng">
              <a:solidFill>
                <a:srgbClr val="000000"/>
              </a:solidFill>
              <a:prstDash val="solid"/>
              <a:miter/>
              <a:headEnd type="none" w="med" len="med"/>
              <a:tailEnd type="none" w="med" len="med"/>
            </a:ln>
          </p:spPr>
          <p:txBody>
            <a:bodyPr/>
            <a:p>
              <a:pPr marL="914400" lvl="0" indent="-340995" algn="ctr" fontAlgn="base">
                <a:lnSpc>
                  <a:spcPct val="120000"/>
                </a:lnSpc>
                <a:buClr>
                  <a:schemeClr val="tx2"/>
                </a:buClr>
                <a:buSzPct val="95000"/>
                <a:buFont typeface="Wingdings" panose="05000000000000000000" pitchFamily="2" charset="2"/>
                <a:buBlip>
                  <a:blip r:embed="rId1"/>
                </a:buBlip>
              </a:pPr>
              <a:endParaRPr sz="1400" b="1" strike="noStrike" noProof="1">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64539" name="直接连接符 52251"/>
            <p:cNvSpPr/>
            <p:nvPr/>
          </p:nvSpPr>
          <p:spPr>
            <a:xfrm>
              <a:off x="3577" y="2108"/>
              <a:ext cx="0" cy="402"/>
            </a:xfrm>
            <a:prstGeom prst="line">
              <a:avLst/>
            </a:prstGeom>
            <a:ln w="12700"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4540" name="文本框 52252"/>
            <p:cNvSpPr txBox="1"/>
            <p:nvPr/>
          </p:nvSpPr>
          <p:spPr>
            <a:xfrm>
              <a:off x="3395" y="2067"/>
              <a:ext cx="260" cy="282"/>
            </a:xfrm>
            <a:prstGeom prst="rect">
              <a:avLst/>
            </a:prstGeom>
            <a:noFill/>
            <a:ln w="9525">
              <a:noFill/>
              <a:miter/>
            </a:ln>
          </p:spPr>
          <p:txBody>
            <a:bodyPr anchor="t"/>
            <a:p>
              <a:pPr lvl="0" algn="just">
                <a:lnSpc>
                  <a:spcPct val="120000"/>
                </a:lnSpc>
                <a:buClr>
                  <a:srgbClr val="000000"/>
                </a:buClr>
              </a:pPr>
              <a:r>
                <a:rPr lang="en-US" altLang="zh-CN">
                  <a:solidFill>
                    <a:schemeClr val="tx1"/>
                  </a:solidFill>
                  <a:latin typeface="Times New Roman" panose="02020603050405020304" charset="0"/>
                  <a:ea typeface="宋体" panose="02010600030101010101" pitchFamily="2" charset="-122"/>
                </a:rPr>
                <a:t>a</a:t>
              </a:r>
              <a:endParaRPr lang="en-US" altLang="zh-CN">
                <a:solidFill>
                  <a:schemeClr val="tx1"/>
                </a:solidFill>
                <a:latin typeface="Times New Roman" panose="02020603050405020304" charset="0"/>
                <a:ea typeface="宋体" panose="02010600030101010101" pitchFamily="2" charset="-122"/>
              </a:endParaRPr>
            </a:p>
          </p:txBody>
        </p:sp>
        <p:sp>
          <p:nvSpPr>
            <p:cNvPr id="64541" name="文本框 52253"/>
            <p:cNvSpPr txBox="1"/>
            <p:nvPr/>
          </p:nvSpPr>
          <p:spPr>
            <a:xfrm>
              <a:off x="3610" y="2072"/>
              <a:ext cx="261" cy="282"/>
            </a:xfrm>
            <a:prstGeom prst="rect">
              <a:avLst/>
            </a:prstGeom>
            <a:noFill/>
            <a:ln w="9525">
              <a:noFill/>
              <a:miter/>
            </a:ln>
          </p:spPr>
          <p:txBody>
            <a:bodyPr anchor="t"/>
            <a:p>
              <a:pPr lvl="0" algn="just">
                <a:lnSpc>
                  <a:spcPct val="120000"/>
                </a:lnSpc>
                <a:buClr>
                  <a:srgbClr val="000000"/>
                </a:buClr>
              </a:pPr>
              <a:r>
                <a:rPr lang="en-US" altLang="zh-CN">
                  <a:solidFill>
                    <a:schemeClr val="tx1"/>
                  </a:solidFill>
                  <a:latin typeface="Times New Roman" panose="02020603050405020304" charset="0"/>
                  <a:ea typeface="宋体" panose="02010600030101010101" pitchFamily="2" charset="-122"/>
                </a:rPr>
                <a:t>h</a:t>
              </a:r>
              <a:endParaRPr lang="en-US" altLang="zh-CN">
                <a:solidFill>
                  <a:schemeClr val="tx1"/>
                </a:solidFill>
                <a:latin typeface="Times New Roman" panose="02020603050405020304" charset="0"/>
                <a:ea typeface="宋体" panose="02010600030101010101" pitchFamily="2" charset="-122"/>
              </a:endParaRPr>
            </a:p>
          </p:txBody>
        </p:sp>
        <p:sp>
          <p:nvSpPr>
            <p:cNvPr id="52255" name="矩形 52254"/>
            <p:cNvSpPr/>
            <p:nvPr/>
          </p:nvSpPr>
          <p:spPr>
            <a:xfrm>
              <a:off x="1482" y="2099"/>
              <a:ext cx="493" cy="402"/>
            </a:xfrm>
            <a:prstGeom prst="rect">
              <a:avLst/>
            </a:prstGeom>
            <a:solidFill>
              <a:srgbClr val="FFCCFF"/>
            </a:solidFill>
            <a:ln w="12700" cap="flat" cmpd="sng">
              <a:solidFill>
                <a:srgbClr val="000000"/>
              </a:solidFill>
              <a:prstDash val="solid"/>
              <a:miter/>
              <a:headEnd type="none" w="med" len="med"/>
              <a:tailEnd type="none" w="med" len="med"/>
            </a:ln>
          </p:spPr>
          <p:txBody>
            <a:bodyPr/>
            <a:p>
              <a:pPr marL="914400" lvl="0" indent="-340995" algn="ctr" fontAlgn="base">
                <a:lnSpc>
                  <a:spcPct val="120000"/>
                </a:lnSpc>
                <a:buClr>
                  <a:schemeClr val="tx2"/>
                </a:buClr>
                <a:buSzPct val="95000"/>
                <a:buFont typeface="Wingdings" panose="05000000000000000000" pitchFamily="2" charset="2"/>
                <a:buBlip>
                  <a:blip r:embed="rId1"/>
                </a:buBlip>
              </a:pPr>
              <a:endParaRPr sz="1400" b="1" strike="noStrike" noProof="1">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64543" name="直接连接符 52255"/>
            <p:cNvSpPr/>
            <p:nvPr/>
          </p:nvSpPr>
          <p:spPr>
            <a:xfrm>
              <a:off x="1696" y="2108"/>
              <a:ext cx="0" cy="402"/>
            </a:xfrm>
            <a:prstGeom prst="line">
              <a:avLst/>
            </a:prstGeom>
            <a:ln w="12700"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4544" name="文本框 52256"/>
            <p:cNvSpPr txBox="1"/>
            <p:nvPr/>
          </p:nvSpPr>
          <p:spPr>
            <a:xfrm>
              <a:off x="1518" y="2067"/>
              <a:ext cx="260" cy="282"/>
            </a:xfrm>
            <a:prstGeom prst="rect">
              <a:avLst/>
            </a:prstGeom>
            <a:noFill/>
            <a:ln w="9525">
              <a:noFill/>
              <a:miter/>
            </a:ln>
          </p:spPr>
          <p:txBody>
            <a:bodyPr anchor="t"/>
            <a:p>
              <a:pPr lvl="0" algn="just">
                <a:lnSpc>
                  <a:spcPct val="120000"/>
                </a:lnSpc>
                <a:buClr>
                  <a:srgbClr val="000000"/>
                </a:buClr>
              </a:pPr>
              <a:r>
                <a:rPr lang="en-US" altLang="zh-CN">
                  <a:solidFill>
                    <a:schemeClr val="tx1"/>
                  </a:solidFill>
                  <a:latin typeface="Times New Roman" panose="02020603050405020304" charset="0"/>
                  <a:ea typeface="宋体" panose="02010600030101010101" pitchFamily="2" charset="-122"/>
                </a:rPr>
                <a:t>j</a:t>
              </a:r>
              <a:endParaRPr lang="en-US" altLang="zh-CN">
                <a:solidFill>
                  <a:schemeClr val="tx1"/>
                </a:solidFill>
                <a:latin typeface="Times New Roman" panose="02020603050405020304" charset="0"/>
                <a:ea typeface="宋体" panose="02010600030101010101" pitchFamily="2" charset="-122"/>
              </a:endParaRPr>
            </a:p>
          </p:txBody>
        </p:sp>
        <p:sp>
          <p:nvSpPr>
            <p:cNvPr id="64545" name="文本框 52257"/>
            <p:cNvSpPr txBox="1"/>
            <p:nvPr/>
          </p:nvSpPr>
          <p:spPr>
            <a:xfrm>
              <a:off x="1724" y="2072"/>
              <a:ext cx="260" cy="282"/>
            </a:xfrm>
            <a:prstGeom prst="rect">
              <a:avLst/>
            </a:prstGeom>
            <a:noFill/>
            <a:ln w="9525">
              <a:noFill/>
              <a:miter/>
            </a:ln>
          </p:spPr>
          <p:txBody>
            <a:bodyPr anchor="t"/>
            <a:p>
              <a:pPr lvl="0" algn="just">
                <a:lnSpc>
                  <a:spcPct val="120000"/>
                </a:lnSpc>
                <a:buClr>
                  <a:srgbClr val="000000"/>
                </a:buClr>
              </a:pPr>
              <a:r>
                <a:rPr lang="en-US" altLang="zh-CN">
                  <a:solidFill>
                    <a:schemeClr val="tx1"/>
                  </a:solidFill>
                  <a:latin typeface="Times New Roman" panose="02020603050405020304" charset="0"/>
                  <a:ea typeface="宋体" panose="02010600030101010101" pitchFamily="2" charset="-122"/>
                </a:rPr>
                <a:t>h</a:t>
              </a:r>
              <a:endParaRPr lang="en-US" altLang="zh-CN">
                <a:solidFill>
                  <a:schemeClr val="tx1"/>
                </a:solidFill>
                <a:latin typeface="Times New Roman" panose="02020603050405020304" charset="0"/>
                <a:ea typeface="宋体" panose="02010600030101010101" pitchFamily="2" charset="-122"/>
              </a:endParaRPr>
            </a:p>
          </p:txBody>
        </p:sp>
        <p:sp>
          <p:nvSpPr>
            <p:cNvPr id="52259" name="矩形 52258"/>
            <p:cNvSpPr/>
            <p:nvPr/>
          </p:nvSpPr>
          <p:spPr>
            <a:xfrm>
              <a:off x="2421" y="2119"/>
              <a:ext cx="655" cy="401"/>
            </a:xfrm>
            <a:prstGeom prst="rect">
              <a:avLst/>
            </a:prstGeom>
            <a:solidFill>
              <a:srgbClr val="FFCCFF"/>
            </a:solidFill>
            <a:ln w="12700" cap="flat" cmpd="sng">
              <a:solidFill>
                <a:srgbClr val="000000"/>
              </a:solidFill>
              <a:prstDash val="solid"/>
              <a:miter/>
              <a:headEnd type="none" w="med" len="med"/>
              <a:tailEnd type="none" w="med" len="med"/>
            </a:ln>
          </p:spPr>
          <p:txBody>
            <a:bodyPr/>
            <a:p>
              <a:pPr marL="914400" lvl="0" indent="-340995" algn="ctr" fontAlgn="base">
                <a:lnSpc>
                  <a:spcPct val="120000"/>
                </a:lnSpc>
                <a:buClr>
                  <a:schemeClr val="tx2"/>
                </a:buClr>
                <a:buSzPct val="95000"/>
                <a:buFont typeface="Wingdings" panose="05000000000000000000" pitchFamily="2" charset="2"/>
                <a:buBlip>
                  <a:blip r:embed="rId1"/>
                </a:buBlip>
              </a:pPr>
              <a:endParaRPr sz="1400" b="1" strike="noStrike" noProof="1">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64547" name="直接连接符 52259"/>
            <p:cNvSpPr/>
            <p:nvPr/>
          </p:nvSpPr>
          <p:spPr>
            <a:xfrm>
              <a:off x="2421" y="2314"/>
              <a:ext cx="655" cy="0"/>
            </a:xfrm>
            <a:prstGeom prst="line">
              <a:avLst/>
            </a:prstGeom>
            <a:ln w="12700"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4548" name="直接连接符 52260"/>
            <p:cNvSpPr/>
            <p:nvPr/>
          </p:nvSpPr>
          <p:spPr>
            <a:xfrm>
              <a:off x="2633" y="2119"/>
              <a:ext cx="0" cy="401"/>
            </a:xfrm>
            <a:prstGeom prst="line">
              <a:avLst/>
            </a:prstGeom>
            <a:ln w="12700"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4549" name="文本框 52261"/>
            <p:cNvSpPr txBox="1"/>
            <p:nvPr/>
          </p:nvSpPr>
          <p:spPr>
            <a:xfrm>
              <a:off x="2456" y="2099"/>
              <a:ext cx="260" cy="282"/>
            </a:xfrm>
            <a:prstGeom prst="rect">
              <a:avLst/>
            </a:prstGeom>
            <a:noFill/>
            <a:ln w="9525">
              <a:noFill/>
              <a:miter/>
            </a:ln>
          </p:spPr>
          <p:txBody>
            <a:bodyPr anchor="t"/>
            <a:p>
              <a:pPr lvl="0" algn="just">
                <a:lnSpc>
                  <a:spcPct val="120000"/>
                </a:lnSpc>
                <a:buClr>
                  <a:srgbClr val="000000"/>
                </a:buClr>
              </a:pPr>
              <a:r>
                <a:rPr lang="en-US" altLang="zh-CN">
                  <a:solidFill>
                    <a:schemeClr val="tx1"/>
                  </a:solidFill>
                  <a:latin typeface="Times New Roman" panose="02020603050405020304" charset="0"/>
                  <a:ea typeface="宋体" panose="02010600030101010101" pitchFamily="2" charset="-122"/>
                </a:rPr>
                <a:t>j</a:t>
              </a:r>
              <a:endParaRPr lang="en-US" altLang="zh-CN">
                <a:solidFill>
                  <a:schemeClr val="tx1"/>
                </a:solidFill>
                <a:latin typeface="Times New Roman" panose="02020603050405020304" charset="0"/>
                <a:ea typeface="宋体" panose="02010600030101010101" pitchFamily="2" charset="-122"/>
              </a:endParaRPr>
            </a:p>
          </p:txBody>
        </p:sp>
        <p:sp>
          <p:nvSpPr>
            <p:cNvPr id="64550" name="文本框 52262"/>
            <p:cNvSpPr txBox="1"/>
            <p:nvPr/>
          </p:nvSpPr>
          <p:spPr>
            <a:xfrm>
              <a:off x="2654" y="2099"/>
              <a:ext cx="260" cy="282"/>
            </a:xfrm>
            <a:prstGeom prst="rect">
              <a:avLst/>
            </a:prstGeom>
            <a:noFill/>
            <a:ln w="9525">
              <a:noFill/>
              <a:miter/>
            </a:ln>
          </p:spPr>
          <p:txBody>
            <a:bodyPr anchor="t"/>
            <a:p>
              <a:pPr lvl="0" algn="just">
                <a:lnSpc>
                  <a:spcPct val="120000"/>
                </a:lnSpc>
                <a:buClr>
                  <a:srgbClr val="000000"/>
                </a:buClr>
              </a:pPr>
              <a:r>
                <a:rPr lang="en-US" altLang="zh-CN">
                  <a:solidFill>
                    <a:schemeClr val="tx1"/>
                  </a:solidFill>
                  <a:latin typeface="Times New Roman" panose="02020603050405020304" charset="0"/>
                  <a:ea typeface="宋体" panose="02010600030101010101" pitchFamily="2" charset="-122"/>
                </a:rPr>
                <a:t>m</a:t>
              </a:r>
              <a:endParaRPr lang="en-US" altLang="zh-CN">
                <a:solidFill>
                  <a:schemeClr val="tx1"/>
                </a:solidFill>
                <a:latin typeface="Times New Roman" panose="02020603050405020304" charset="0"/>
                <a:ea typeface="宋体" panose="02010600030101010101" pitchFamily="2" charset="-122"/>
              </a:endParaRPr>
            </a:p>
          </p:txBody>
        </p:sp>
        <p:sp>
          <p:nvSpPr>
            <p:cNvPr id="64551" name="文本框 52263"/>
            <p:cNvSpPr txBox="1"/>
            <p:nvPr/>
          </p:nvSpPr>
          <p:spPr>
            <a:xfrm>
              <a:off x="2902" y="2099"/>
              <a:ext cx="260" cy="282"/>
            </a:xfrm>
            <a:prstGeom prst="rect">
              <a:avLst/>
            </a:prstGeom>
            <a:noFill/>
            <a:ln w="9525">
              <a:noFill/>
              <a:miter/>
            </a:ln>
          </p:spPr>
          <p:txBody>
            <a:bodyPr anchor="t"/>
            <a:p>
              <a:pPr lvl="0" algn="just">
                <a:lnSpc>
                  <a:spcPct val="120000"/>
                </a:lnSpc>
                <a:buClr>
                  <a:srgbClr val="000000"/>
                </a:buClr>
              </a:pPr>
              <a:r>
                <a:rPr lang="en-US" altLang="zh-CN">
                  <a:solidFill>
                    <a:schemeClr val="tx1"/>
                  </a:solidFill>
                  <a:latin typeface="Times New Roman" panose="02020603050405020304" charset="0"/>
                  <a:ea typeface="宋体" panose="02010600030101010101" pitchFamily="2" charset="-122"/>
                </a:rPr>
                <a:t>r</a:t>
              </a:r>
              <a:endParaRPr lang="en-US" altLang="zh-CN">
                <a:solidFill>
                  <a:schemeClr val="tx1"/>
                </a:solidFill>
                <a:latin typeface="Times New Roman" panose="02020603050405020304" charset="0"/>
                <a:ea typeface="宋体" panose="02010600030101010101" pitchFamily="2" charset="-122"/>
              </a:endParaRPr>
            </a:p>
          </p:txBody>
        </p:sp>
        <p:sp>
          <p:nvSpPr>
            <p:cNvPr id="64552" name="直接连接符 52264"/>
            <p:cNvSpPr/>
            <p:nvPr/>
          </p:nvSpPr>
          <p:spPr>
            <a:xfrm>
              <a:off x="2853" y="2119"/>
              <a:ext cx="0" cy="401"/>
            </a:xfrm>
            <a:prstGeom prst="line">
              <a:avLst/>
            </a:prstGeom>
            <a:ln w="12700"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52266" name="矩形 52265"/>
            <p:cNvSpPr/>
            <p:nvPr/>
          </p:nvSpPr>
          <p:spPr>
            <a:xfrm>
              <a:off x="4368" y="1185"/>
              <a:ext cx="435" cy="402"/>
            </a:xfrm>
            <a:prstGeom prst="rect">
              <a:avLst/>
            </a:prstGeom>
            <a:solidFill>
              <a:srgbClr val="FFCCFF"/>
            </a:solidFill>
            <a:ln w="12700" cap="flat" cmpd="sng">
              <a:solidFill>
                <a:srgbClr val="000000"/>
              </a:solidFill>
              <a:prstDash val="solid"/>
              <a:miter/>
              <a:headEnd type="none" w="med" len="med"/>
              <a:tailEnd type="none" w="med" len="med"/>
            </a:ln>
          </p:spPr>
          <p:txBody>
            <a:bodyPr/>
            <a:p>
              <a:pPr marL="914400" lvl="0" indent="-340995" algn="ctr" fontAlgn="base">
                <a:lnSpc>
                  <a:spcPct val="120000"/>
                </a:lnSpc>
                <a:buClr>
                  <a:schemeClr val="tx2"/>
                </a:buClr>
                <a:buSzPct val="95000"/>
                <a:buFont typeface="Wingdings" panose="05000000000000000000" pitchFamily="2" charset="2"/>
                <a:buBlip>
                  <a:blip r:embed="rId1"/>
                </a:buBlip>
              </a:pPr>
              <a:endParaRPr sz="1400" b="1" strike="noStrike" noProof="1">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64554" name="直接连接符 52266"/>
            <p:cNvSpPr/>
            <p:nvPr/>
          </p:nvSpPr>
          <p:spPr>
            <a:xfrm>
              <a:off x="4580" y="1185"/>
              <a:ext cx="0" cy="402"/>
            </a:xfrm>
            <a:prstGeom prst="line">
              <a:avLst/>
            </a:prstGeom>
            <a:ln w="12700"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4555" name="直接连接符 52267"/>
            <p:cNvSpPr/>
            <p:nvPr/>
          </p:nvSpPr>
          <p:spPr>
            <a:xfrm>
              <a:off x="4803" y="1185"/>
              <a:ext cx="0" cy="402"/>
            </a:xfrm>
            <a:prstGeom prst="line">
              <a:avLst/>
            </a:prstGeom>
            <a:ln w="12700"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4556" name="文本框 52268"/>
            <p:cNvSpPr txBox="1"/>
            <p:nvPr/>
          </p:nvSpPr>
          <p:spPr>
            <a:xfrm>
              <a:off x="4376" y="1126"/>
              <a:ext cx="260" cy="283"/>
            </a:xfrm>
            <a:prstGeom prst="rect">
              <a:avLst/>
            </a:prstGeom>
            <a:noFill/>
            <a:ln w="9525">
              <a:noFill/>
              <a:miter/>
            </a:ln>
          </p:spPr>
          <p:txBody>
            <a:bodyPr anchor="t"/>
            <a:p>
              <a:pPr lvl="0" algn="just">
                <a:lnSpc>
                  <a:spcPct val="120000"/>
                </a:lnSpc>
                <a:buClr>
                  <a:srgbClr val="000000"/>
                </a:buClr>
              </a:pPr>
              <a:r>
                <a:rPr lang="en-US" altLang="zh-CN">
                  <a:solidFill>
                    <a:schemeClr val="tx1"/>
                  </a:solidFill>
                  <a:latin typeface="Times New Roman" panose="02020603050405020304" charset="0"/>
                  <a:ea typeface="宋体" panose="02010600030101010101" pitchFamily="2" charset="-122"/>
                </a:rPr>
                <a:t>g</a:t>
              </a:r>
              <a:endParaRPr lang="en-US" altLang="zh-CN">
                <a:solidFill>
                  <a:schemeClr val="tx1"/>
                </a:solidFill>
                <a:latin typeface="Times New Roman" panose="02020603050405020304" charset="0"/>
                <a:ea typeface="宋体" panose="02010600030101010101" pitchFamily="2" charset="-122"/>
              </a:endParaRPr>
            </a:p>
          </p:txBody>
        </p:sp>
        <p:sp>
          <p:nvSpPr>
            <p:cNvPr id="64557" name="文本框 52269"/>
            <p:cNvSpPr txBox="1"/>
            <p:nvPr/>
          </p:nvSpPr>
          <p:spPr>
            <a:xfrm>
              <a:off x="4580" y="1130"/>
              <a:ext cx="261" cy="283"/>
            </a:xfrm>
            <a:prstGeom prst="rect">
              <a:avLst/>
            </a:prstGeom>
            <a:noFill/>
            <a:ln w="9525">
              <a:noFill/>
              <a:miter/>
            </a:ln>
          </p:spPr>
          <p:txBody>
            <a:bodyPr anchor="t"/>
            <a:p>
              <a:pPr lvl="0" algn="just">
                <a:lnSpc>
                  <a:spcPct val="120000"/>
                </a:lnSpc>
                <a:buClr>
                  <a:srgbClr val="000000"/>
                </a:buClr>
              </a:pPr>
              <a:r>
                <a:rPr lang="en-US" altLang="zh-CN">
                  <a:solidFill>
                    <a:schemeClr val="tx1"/>
                  </a:solidFill>
                  <a:latin typeface="Times New Roman" panose="02020603050405020304" charset="0"/>
                  <a:ea typeface="宋体" panose="02010600030101010101" pitchFamily="2" charset="-122"/>
                </a:rPr>
                <a:t>a</a:t>
              </a:r>
              <a:endParaRPr lang="en-US" altLang="zh-CN">
                <a:solidFill>
                  <a:schemeClr val="tx1"/>
                </a:solidFill>
                <a:latin typeface="Times New Roman" panose="02020603050405020304" charset="0"/>
                <a:ea typeface="宋体" panose="02010600030101010101" pitchFamily="2" charset="-122"/>
              </a:endParaRPr>
            </a:p>
          </p:txBody>
        </p:sp>
        <p:sp>
          <p:nvSpPr>
            <p:cNvPr id="64558" name="直接连接符 52270"/>
            <p:cNvSpPr/>
            <p:nvPr/>
          </p:nvSpPr>
          <p:spPr>
            <a:xfrm>
              <a:off x="4368" y="1381"/>
              <a:ext cx="435" cy="0"/>
            </a:xfrm>
            <a:prstGeom prst="line">
              <a:avLst/>
            </a:prstGeom>
            <a:ln w="12700"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52272" name="矩形 52271"/>
            <p:cNvSpPr/>
            <p:nvPr/>
          </p:nvSpPr>
          <p:spPr>
            <a:xfrm>
              <a:off x="365" y="2097"/>
              <a:ext cx="435" cy="401"/>
            </a:xfrm>
            <a:prstGeom prst="rect">
              <a:avLst/>
            </a:prstGeom>
            <a:solidFill>
              <a:srgbClr val="FFCCFF"/>
            </a:solidFill>
            <a:ln w="12700" cap="flat" cmpd="sng">
              <a:solidFill>
                <a:srgbClr val="000000"/>
              </a:solidFill>
              <a:prstDash val="solid"/>
              <a:miter/>
              <a:headEnd type="none" w="med" len="med"/>
              <a:tailEnd type="none" w="med" len="med"/>
            </a:ln>
          </p:spPr>
          <p:txBody>
            <a:bodyPr/>
            <a:p>
              <a:pPr marL="914400" lvl="0" indent="-340995" algn="ctr" fontAlgn="base">
                <a:lnSpc>
                  <a:spcPct val="120000"/>
                </a:lnSpc>
                <a:buClr>
                  <a:schemeClr val="tx2"/>
                </a:buClr>
                <a:buSzPct val="95000"/>
                <a:buFont typeface="Wingdings" panose="05000000000000000000" pitchFamily="2" charset="2"/>
                <a:buBlip>
                  <a:blip r:embed="rId1"/>
                </a:buBlip>
              </a:pPr>
              <a:endParaRPr sz="1400" b="1" strike="noStrike" noProof="1">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64560" name="直接连接符 52272"/>
            <p:cNvSpPr/>
            <p:nvPr/>
          </p:nvSpPr>
          <p:spPr>
            <a:xfrm>
              <a:off x="577" y="2097"/>
              <a:ext cx="0" cy="401"/>
            </a:xfrm>
            <a:prstGeom prst="line">
              <a:avLst/>
            </a:prstGeom>
            <a:ln w="12700"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4561" name="直接连接符 52273"/>
            <p:cNvSpPr/>
            <p:nvPr/>
          </p:nvSpPr>
          <p:spPr>
            <a:xfrm>
              <a:off x="800" y="2097"/>
              <a:ext cx="0" cy="401"/>
            </a:xfrm>
            <a:prstGeom prst="line">
              <a:avLst/>
            </a:prstGeom>
            <a:ln w="12700"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4562" name="文本框 52274"/>
            <p:cNvSpPr txBox="1"/>
            <p:nvPr/>
          </p:nvSpPr>
          <p:spPr>
            <a:xfrm>
              <a:off x="373" y="2048"/>
              <a:ext cx="260" cy="282"/>
            </a:xfrm>
            <a:prstGeom prst="rect">
              <a:avLst/>
            </a:prstGeom>
            <a:noFill/>
            <a:ln w="9525">
              <a:noFill/>
              <a:miter/>
            </a:ln>
          </p:spPr>
          <p:txBody>
            <a:bodyPr anchor="t"/>
            <a:p>
              <a:pPr lvl="0" algn="just">
                <a:lnSpc>
                  <a:spcPct val="120000"/>
                </a:lnSpc>
                <a:buClr>
                  <a:srgbClr val="000000"/>
                </a:buClr>
              </a:pPr>
              <a:r>
                <a:rPr lang="en-US" altLang="zh-CN">
                  <a:solidFill>
                    <a:schemeClr val="tx1"/>
                  </a:solidFill>
                  <a:latin typeface="Times New Roman" panose="02020603050405020304" charset="0"/>
                  <a:ea typeface="宋体" panose="02010600030101010101" pitchFamily="2" charset="-122"/>
                </a:rPr>
                <a:t>a</a:t>
              </a:r>
              <a:endParaRPr lang="en-US" altLang="zh-CN">
                <a:solidFill>
                  <a:schemeClr val="tx1"/>
                </a:solidFill>
                <a:latin typeface="Times New Roman" panose="02020603050405020304" charset="0"/>
                <a:ea typeface="宋体" panose="02010600030101010101" pitchFamily="2" charset="-122"/>
              </a:endParaRPr>
            </a:p>
          </p:txBody>
        </p:sp>
        <p:sp>
          <p:nvSpPr>
            <p:cNvPr id="64563" name="文本框 52275"/>
            <p:cNvSpPr txBox="1"/>
            <p:nvPr/>
          </p:nvSpPr>
          <p:spPr>
            <a:xfrm>
              <a:off x="577" y="2043"/>
              <a:ext cx="260" cy="282"/>
            </a:xfrm>
            <a:prstGeom prst="rect">
              <a:avLst/>
            </a:prstGeom>
            <a:noFill/>
            <a:ln w="9525">
              <a:noFill/>
              <a:miter/>
            </a:ln>
          </p:spPr>
          <p:txBody>
            <a:bodyPr anchor="t"/>
            <a:p>
              <a:pPr lvl="0" algn="just">
                <a:lnSpc>
                  <a:spcPct val="120000"/>
                </a:lnSpc>
                <a:buClr>
                  <a:srgbClr val="000000"/>
                </a:buClr>
              </a:pPr>
              <a:r>
                <a:rPr lang="en-US" altLang="zh-CN">
                  <a:solidFill>
                    <a:schemeClr val="tx1"/>
                  </a:solidFill>
                  <a:latin typeface="Times New Roman" panose="02020603050405020304" charset="0"/>
                  <a:ea typeface="宋体" panose="02010600030101010101" pitchFamily="2" charset="-122"/>
                </a:rPr>
                <a:t>c</a:t>
              </a:r>
              <a:endParaRPr lang="en-US" altLang="zh-CN">
                <a:solidFill>
                  <a:schemeClr val="tx1"/>
                </a:solidFill>
                <a:latin typeface="Times New Roman" panose="02020603050405020304" charset="0"/>
                <a:ea typeface="宋体" panose="02010600030101010101" pitchFamily="2" charset="-122"/>
              </a:endParaRPr>
            </a:p>
          </p:txBody>
        </p:sp>
        <p:sp>
          <p:nvSpPr>
            <p:cNvPr id="64564" name="直接连接符 52276"/>
            <p:cNvSpPr/>
            <p:nvPr/>
          </p:nvSpPr>
          <p:spPr>
            <a:xfrm>
              <a:off x="2757" y="577"/>
              <a:ext cx="0" cy="608"/>
            </a:xfrm>
            <a:prstGeom prst="line">
              <a:avLst/>
            </a:prstGeom>
            <a:ln w="12700" cap="flat" cmpd="sng">
              <a:solidFill>
                <a:srgbClr val="000000"/>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4565" name="直接连接符 52277"/>
            <p:cNvSpPr/>
            <p:nvPr/>
          </p:nvSpPr>
          <p:spPr>
            <a:xfrm flipH="1">
              <a:off x="1147" y="577"/>
              <a:ext cx="1369" cy="597"/>
            </a:xfrm>
            <a:prstGeom prst="line">
              <a:avLst/>
            </a:prstGeom>
            <a:ln w="12700" cap="flat" cmpd="sng">
              <a:solidFill>
                <a:srgbClr val="000000"/>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4566" name="直接连接符 52278"/>
            <p:cNvSpPr/>
            <p:nvPr/>
          </p:nvSpPr>
          <p:spPr>
            <a:xfrm>
              <a:off x="2988" y="577"/>
              <a:ext cx="1592" cy="597"/>
            </a:xfrm>
            <a:prstGeom prst="line">
              <a:avLst/>
            </a:prstGeom>
            <a:ln w="12700" cap="flat" cmpd="sng">
              <a:solidFill>
                <a:srgbClr val="000000"/>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4567" name="直接连接符 52279"/>
            <p:cNvSpPr/>
            <p:nvPr/>
          </p:nvSpPr>
          <p:spPr>
            <a:xfrm flipH="1">
              <a:off x="577" y="1489"/>
              <a:ext cx="366" cy="608"/>
            </a:xfrm>
            <a:prstGeom prst="line">
              <a:avLst/>
            </a:prstGeom>
            <a:ln w="12700" cap="flat" cmpd="sng">
              <a:solidFill>
                <a:srgbClr val="000000"/>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4568" name="直接连接符 52280"/>
            <p:cNvSpPr/>
            <p:nvPr/>
          </p:nvSpPr>
          <p:spPr>
            <a:xfrm>
              <a:off x="2757" y="1489"/>
              <a:ext cx="0" cy="630"/>
            </a:xfrm>
            <a:prstGeom prst="line">
              <a:avLst/>
            </a:prstGeom>
            <a:ln w="12700" cap="flat" cmpd="sng">
              <a:solidFill>
                <a:srgbClr val="000000"/>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4569" name="直接连接符 52281"/>
            <p:cNvSpPr/>
            <p:nvPr/>
          </p:nvSpPr>
          <p:spPr>
            <a:xfrm flipH="1">
              <a:off x="1802" y="1489"/>
              <a:ext cx="714" cy="619"/>
            </a:xfrm>
            <a:prstGeom prst="line">
              <a:avLst/>
            </a:prstGeom>
            <a:ln w="12700" cap="flat" cmpd="sng">
              <a:solidFill>
                <a:srgbClr val="000000"/>
              </a:solidFill>
              <a:prstDash val="solid"/>
              <a:round/>
              <a:headEnd type="none" w="med" len="med"/>
              <a:tailEnd type="triangl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4570" name="直接连接符 52282"/>
            <p:cNvSpPr/>
            <p:nvPr/>
          </p:nvSpPr>
          <p:spPr>
            <a:xfrm>
              <a:off x="2988" y="1489"/>
              <a:ext cx="695" cy="619"/>
            </a:xfrm>
            <a:prstGeom prst="line">
              <a:avLst/>
            </a:prstGeom>
            <a:ln w="12700" cap="flat" cmpd="sng">
              <a:solidFill>
                <a:srgbClr val="000000"/>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52284" name="椭圆 52283"/>
            <p:cNvSpPr/>
            <p:nvPr/>
          </p:nvSpPr>
          <p:spPr>
            <a:xfrm>
              <a:off x="887" y="2206"/>
              <a:ext cx="162" cy="173"/>
            </a:xfrm>
            <a:prstGeom prst="ellipse">
              <a:avLst/>
            </a:prstGeom>
            <a:solidFill>
              <a:srgbClr val="FFCCFF"/>
            </a:solidFill>
            <a:ln w="12700" cap="flat" cmpd="sng">
              <a:solidFill>
                <a:srgbClr val="000000"/>
              </a:solidFill>
              <a:prstDash val="solid"/>
              <a:headEnd type="none" w="med" len="med"/>
              <a:tailEnd type="none" w="med" len="med"/>
            </a:ln>
          </p:spPr>
          <p:txBody>
            <a:bodyPr/>
            <a:p>
              <a:pPr marL="914400" lvl="0" indent="-340995" algn="ctr" fontAlgn="base">
                <a:lnSpc>
                  <a:spcPct val="120000"/>
                </a:lnSpc>
                <a:buClr>
                  <a:schemeClr val="tx2"/>
                </a:buClr>
                <a:buSzPct val="95000"/>
                <a:buFont typeface="Wingdings" panose="05000000000000000000" pitchFamily="2" charset="2"/>
                <a:buBlip>
                  <a:blip r:embed="rId1"/>
                </a:buBlip>
              </a:pPr>
              <a:endParaRPr sz="1400" b="1" strike="noStrike" noProof="1">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52285" name="椭圆 52284"/>
            <p:cNvSpPr/>
            <p:nvPr/>
          </p:nvSpPr>
          <p:spPr>
            <a:xfrm>
              <a:off x="1147" y="2206"/>
              <a:ext cx="164" cy="173"/>
            </a:xfrm>
            <a:prstGeom prst="ellipse">
              <a:avLst/>
            </a:prstGeom>
            <a:solidFill>
              <a:srgbClr val="FFCCFF"/>
            </a:solidFill>
            <a:ln w="12700" cap="flat" cmpd="sng">
              <a:solidFill>
                <a:srgbClr val="000000"/>
              </a:solidFill>
              <a:prstDash val="solid"/>
              <a:headEnd type="none" w="med" len="med"/>
              <a:tailEnd type="none" w="med" len="med"/>
            </a:ln>
          </p:spPr>
          <p:txBody>
            <a:bodyPr/>
            <a:p>
              <a:pPr marL="914400" lvl="0" indent="-340995" algn="ctr" fontAlgn="base">
                <a:lnSpc>
                  <a:spcPct val="120000"/>
                </a:lnSpc>
                <a:buClr>
                  <a:schemeClr val="tx2"/>
                </a:buClr>
                <a:buSzPct val="95000"/>
                <a:buFont typeface="Wingdings" panose="05000000000000000000" pitchFamily="2" charset="2"/>
                <a:buBlip>
                  <a:blip r:embed="rId1"/>
                </a:buBlip>
              </a:pPr>
              <a:endParaRPr sz="1400" b="1" strike="noStrike" noProof="1">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52286" name="椭圆 52285"/>
            <p:cNvSpPr/>
            <p:nvPr/>
          </p:nvSpPr>
          <p:spPr>
            <a:xfrm>
              <a:off x="375" y="2824"/>
              <a:ext cx="164" cy="174"/>
            </a:xfrm>
            <a:prstGeom prst="ellipse">
              <a:avLst/>
            </a:prstGeom>
            <a:solidFill>
              <a:srgbClr val="FFCCFF"/>
            </a:solidFill>
            <a:ln w="12700" cap="flat" cmpd="sng">
              <a:solidFill>
                <a:srgbClr val="000000"/>
              </a:solidFill>
              <a:prstDash val="solid"/>
              <a:headEnd type="none" w="med" len="med"/>
              <a:tailEnd type="none" w="med" len="med"/>
            </a:ln>
          </p:spPr>
          <p:txBody>
            <a:bodyPr/>
            <a:p>
              <a:pPr marL="914400" lvl="0" indent="-340995" algn="ctr" fontAlgn="base">
                <a:lnSpc>
                  <a:spcPct val="120000"/>
                </a:lnSpc>
                <a:buClr>
                  <a:schemeClr val="tx2"/>
                </a:buClr>
                <a:buSzPct val="95000"/>
                <a:buFont typeface="Wingdings" panose="05000000000000000000" pitchFamily="2" charset="2"/>
                <a:buBlip>
                  <a:blip r:embed="rId1"/>
                </a:buBlip>
              </a:pPr>
              <a:endParaRPr sz="1400" b="1" strike="noStrike" noProof="1">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52287" name="椭圆 52286"/>
            <p:cNvSpPr/>
            <p:nvPr/>
          </p:nvSpPr>
          <p:spPr>
            <a:xfrm>
              <a:off x="702" y="2824"/>
              <a:ext cx="164" cy="174"/>
            </a:xfrm>
            <a:prstGeom prst="ellipse">
              <a:avLst/>
            </a:prstGeom>
            <a:solidFill>
              <a:srgbClr val="FFCCFF"/>
            </a:solidFill>
            <a:ln w="12700" cap="flat" cmpd="sng">
              <a:solidFill>
                <a:srgbClr val="000000"/>
              </a:solidFill>
              <a:prstDash val="solid"/>
              <a:headEnd type="none" w="med" len="med"/>
              <a:tailEnd type="none" w="med" len="med"/>
            </a:ln>
          </p:spPr>
          <p:txBody>
            <a:bodyPr/>
            <a:p>
              <a:pPr marL="914400" lvl="0" indent="-340995" algn="ctr" fontAlgn="base">
                <a:lnSpc>
                  <a:spcPct val="120000"/>
                </a:lnSpc>
                <a:buClr>
                  <a:schemeClr val="tx2"/>
                </a:buClr>
                <a:buSzPct val="95000"/>
                <a:buFont typeface="Wingdings" panose="05000000000000000000" pitchFamily="2" charset="2"/>
                <a:buBlip>
                  <a:blip r:embed="rId1"/>
                </a:buBlip>
              </a:pPr>
              <a:endParaRPr sz="1400" b="1" strike="noStrike" noProof="1">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52288" name="椭圆 52287"/>
            <p:cNvSpPr/>
            <p:nvPr/>
          </p:nvSpPr>
          <p:spPr>
            <a:xfrm>
              <a:off x="1465" y="2824"/>
              <a:ext cx="165" cy="174"/>
            </a:xfrm>
            <a:prstGeom prst="ellipse">
              <a:avLst/>
            </a:prstGeom>
            <a:solidFill>
              <a:srgbClr val="FFCCFF"/>
            </a:solidFill>
            <a:ln w="12700" cap="flat" cmpd="sng">
              <a:solidFill>
                <a:srgbClr val="000000"/>
              </a:solidFill>
              <a:prstDash val="solid"/>
              <a:headEnd type="none" w="med" len="med"/>
              <a:tailEnd type="none" w="med" len="med"/>
            </a:ln>
          </p:spPr>
          <p:txBody>
            <a:bodyPr/>
            <a:p>
              <a:pPr marL="914400" lvl="0" indent="-340995" algn="ctr" fontAlgn="base">
                <a:lnSpc>
                  <a:spcPct val="120000"/>
                </a:lnSpc>
                <a:buClr>
                  <a:schemeClr val="tx2"/>
                </a:buClr>
                <a:buSzPct val="95000"/>
                <a:buFont typeface="Wingdings" panose="05000000000000000000" pitchFamily="2" charset="2"/>
                <a:buBlip>
                  <a:blip r:embed="rId1"/>
                </a:buBlip>
              </a:pPr>
              <a:endParaRPr sz="1400" b="1" strike="noStrike" noProof="1">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52289" name="椭圆 52288"/>
            <p:cNvSpPr/>
            <p:nvPr/>
          </p:nvSpPr>
          <p:spPr>
            <a:xfrm>
              <a:off x="1715" y="2824"/>
              <a:ext cx="164" cy="174"/>
            </a:xfrm>
            <a:prstGeom prst="ellipse">
              <a:avLst/>
            </a:prstGeom>
            <a:solidFill>
              <a:srgbClr val="FFCCFF"/>
            </a:solidFill>
            <a:ln w="12700" cap="flat" cmpd="sng">
              <a:solidFill>
                <a:srgbClr val="000000"/>
              </a:solidFill>
              <a:prstDash val="solid"/>
              <a:headEnd type="none" w="med" len="med"/>
              <a:tailEnd type="none" w="med" len="med"/>
            </a:ln>
          </p:spPr>
          <p:txBody>
            <a:bodyPr/>
            <a:p>
              <a:pPr marL="914400" lvl="0" indent="-340995" algn="ctr" fontAlgn="base">
                <a:lnSpc>
                  <a:spcPct val="120000"/>
                </a:lnSpc>
                <a:buClr>
                  <a:schemeClr val="tx2"/>
                </a:buClr>
                <a:buSzPct val="95000"/>
                <a:buFont typeface="Wingdings" panose="05000000000000000000" pitchFamily="2" charset="2"/>
                <a:buBlip>
                  <a:blip r:embed="rId1"/>
                </a:buBlip>
              </a:pPr>
              <a:endParaRPr sz="1400" b="1" strike="noStrike" noProof="1">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52290" name="椭圆 52289"/>
            <p:cNvSpPr/>
            <p:nvPr/>
          </p:nvSpPr>
          <p:spPr>
            <a:xfrm>
              <a:off x="2352" y="2824"/>
              <a:ext cx="164" cy="174"/>
            </a:xfrm>
            <a:prstGeom prst="ellipse">
              <a:avLst/>
            </a:prstGeom>
            <a:solidFill>
              <a:srgbClr val="FFCCFF"/>
            </a:solidFill>
            <a:ln w="12700" cap="flat" cmpd="sng">
              <a:solidFill>
                <a:srgbClr val="000000"/>
              </a:solidFill>
              <a:prstDash val="solid"/>
              <a:headEnd type="none" w="med" len="med"/>
              <a:tailEnd type="none" w="med" len="med"/>
            </a:ln>
          </p:spPr>
          <p:txBody>
            <a:bodyPr/>
            <a:p>
              <a:pPr marL="914400" lvl="0" indent="-340995" algn="ctr" fontAlgn="base">
                <a:lnSpc>
                  <a:spcPct val="120000"/>
                </a:lnSpc>
                <a:buClr>
                  <a:schemeClr val="tx2"/>
                </a:buClr>
                <a:buSzPct val="95000"/>
                <a:buFont typeface="Wingdings" panose="05000000000000000000" pitchFamily="2" charset="2"/>
                <a:buBlip>
                  <a:blip r:embed="rId1"/>
                </a:buBlip>
              </a:pPr>
              <a:endParaRPr sz="1400" b="1" strike="noStrike" noProof="1">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52291" name="椭圆 52290"/>
            <p:cNvSpPr/>
            <p:nvPr/>
          </p:nvSpPr>
          <p:spPr>
            <a:xfrm>
              <a:off x="2662" y="2824"/>
              <a:ext cx="163" cy="174"/>
            </a:xfrm>
            <a:prstGeom prst="ellipse">
              <a:avLst/>
            </a:prstGeom>
            <a:solidFill>
              <a:srgbClr val="FFCCFF"/>
            </a:solidFill>
            <a:ln w="12700" cap="flat" cmpd="sng">
              <a:solidFill>
                <a:srgbClr val="000000"/>
              </a:solidFill>
              <a:prstDash val="solid"/>
              <a:headEnd type="none" w="med" len="med"/>
              <a:tailEnd type="none" w="med" len="med"/>
            </a:ln>
          </p:spPr>
          <p:txBody>
            <a:bodyPr/>
            <a:p>
              <a:pPr marL="914400" lvl="0" indent="-340995" algn="ctr" fontAlgn="base">
                <a:lnSpc>
                  <a:spcPct val="120000"/>
                </a:lnSpc>
                <a:buClr>
                  <a:schemeClr val="tx2"/>
                </a:buClr>
                <a:buSzPct val="95000"/>
                <a:buFont typeface="Wingdings" panose="05000000000000000000" pitchFamily="2" charset="2"/>
                <a:buBlip>
                  <a:blip r:embed="rId1"/>
                </a:buBlip>
              </a:pPr>
              <a:endParaRPr sz="1400" b="1" strike="noStrike" noProof="1">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52292" name="椭圆 52291"/>
            <p:cNvSpPr/>
            <p:nvPr/>
          </p:nvSpPr>
          <p:spPr>
            <a:xfrm>
              <a:off x="2911" y="2824"/>
              <a:ext cx="165" cy="174"/>
            </a:xfrm>
            <a:prstGeom prst="ellipse">
              <a:avLst/>
            </a:prstGeom>
            <a:solidFill>
              <a:srgbClr val="FFCCFF"/>
            </a:solidFill>
            <a:ln w="12700" cap="flat" cmpd="sng">
              <a:solidFill>
                <a:srgbClr val="000000"/>
              </a:solidFill>
              <a:prstDash val="solid"/>
              <a:headEnd type="none" w="med" len="med"/>
              <a:tailEnd type="none" w="med" len="med"/>
            </a:ln>
          </p:spPr>
          <p:txBody>
            <a:bodyPr/>
            <a:p>
              <a:pPr marL="914400" lvl="0" indent="-340995" algn="ctr" fontAlgn="base">
                <a:lnSpc>
                  <a:spcPct val="120000"/>
                </a:lnSpc>
                <a:buClr>
                  <a:schemeClr val="tx2"/>
                </a:buClr>
                <a:buSzPct val="95000"/>
                <a:buFont typeface="Wingdings" panose="05000000000000000000" pitchFamily="2" charset="2"/>
                <a:buBlip>
                  <a:blip r:embed="rId1"/>
                </a:buBlip>
              </a:pPr>
              <a:endParaRPr sz="1400" b="1" strike="noStrike" noProof="1">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52293" name="椭圆 52292"/>
            <p:cNvSpPr/>
            <p:nvPr/>
          </p:nvSpPr>
          <p:spPr>
            <a:xfrm>
              <a:off x="3394" y="2824"/>
              <a:ext cx="164" cy="174"/>
            </a:xfrm>
            <a:prstGeom prst="ellipse">
              <a:avLst/>
            </a:prstGeom>
            <a:solidFill>
              <a:srgbClr val="FFCCFF"/>
            </a:solidFill>
            <a:ln w="12700" cap="flat" cmpd="sng">
              <a:solidFill>
                <a:srgbClr val="000000"/>
              </a:solidFill>
              <a:prstDash val="solid"/>
              <a:headEnd type="none" w="med" len="med"/>
              <a:tailEnd type="none" w="med" len="med"/>
            </a:ln>
          </p:spPr>
          <p:txBody>
            <a:bodyPr/>
            <a:p>
              <a:pPr marL="914400" lvl="0" indent="-340995" algn="ctr" fontAlgn="base">
                <a:lnSpc>
                  <a:spcPct val="120000"/>
                </a:lnSpc>
                <a:buClr>
                  <a:schemeClr val="tx2"/>
                </a:buClr>
                <a:buSzPct val="95000"/>
                <a:buFont typeface="Wingdings" panose="05000000000000000000" pitchFamily="2" charset="2"/>
                <a:buBlip>
                  <a:blip r:embed="rId1"/>
                </a:buBlip>
              </a:pPr>
              <a:endParaRPr sz="1400" b="1" strike="noStrike" noProof="1">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52294" name="椭圆 52293"/>
            <p:cNvSpPr/>
            <p:nvPr/>
          </p:nvSpPr>
          <p:spPr>
            <a:xfrm>
              <a:off x="3712" y="2824"/>
              <a:ext cx="165" cy="174"/>
            </a:xfrm>
            <a:prstGeom prst="ellipse">
              <a:avLst/>
            </a:prstGeom>
            <a:solidFill>
              <a:srgbClr val="FFCCFF"/>
            </a:solidFill>
            <a:ln w="12700" cap="flat" cmpd="sng">
              <a:solidFill>
                <a:srgbClr val="000000"/>
              </a:solidFill>
              <a:prstDash val="solid"/>
              <a:headEnd type="none" w="med" len="med"/>
              <a:tailEnd type="none" w="med" len="med"/>
            </a:ln>
          </p:spPr>
          <p:txBody>
            <a:bodyPr/>
            <a:p>
              <a:pPr marL="914400" lvl="0" indent="-340995" algn="ctr" fontAlgn="base">
                <a:lnSpc>
                  <a:spcPct val="120000"/>
                </a:lnSpc>
                <a:buClr>
                  <a:schemeClr val="tx2"/>
                </a:buClr>
                <a:buSzPct val="95000"/>
                <a:buFont typeface="Wingdings" panose="05000000000000000000" pitchFamily="2" charset="2"/>
                <a:buBlip>
                  <a:blip r:embed="rId1"/>
                </a:buBlip>
              </a:pPr>
              <a:endParaRPr sz="1400" b="1" strike="noStrike" noProof="1">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52295" name="椭圆 52294"/>
            <p:cNvSpPr/>
            <p:nvPr/>
          </p:nvSpPr>
          <p:spPr>
            <a:xfrm>
              <a:off x="4378" y="2206"/>
              <a:ext cx="164" cy="173"/>
            </a:xfrm>
            <a:prstGeom prst="ellipse">
              <a:avLst/>
            </a:prstGeom>
            <a:solidFill>
              <a:srgbClr val="FFCCFF"/>
            </a:solidFill>
            <a:ln w="12700" cap="flat" cmpd="sng">
              <a:solidFill>
                <a:srgbClr val="000000"/>
              </a:solidFill>
              <a:prstDash val="solid"/>
              <a:headEnd type="none" w="med" len="med"/>
              <a:tailEnd type="none" w="med" len="med"/>
            </a:ln>
          </p:spPr>
          <p:txBody>
            <a:bodyPr/>
            <a:p>
              <a:pPr marL="914400" lvl="0" indent="-340995" algn="ctr" fontAlgn="base">
                <a:lnSpc>
                  <a:spcPct val="120000"/>
                </a:lnSpc>
                <a:buClr>
                  <a:schemeClr val="tx2"/>
                </a:buClr>
                <a:buSzPct val="95000"/>
                <a:buFont typeface="Wingdings" panose="05000000000000000000" pitchFamily="2" charset="2"/>
                <a:buBlip>
                  <a:blip r:embed="rId1"/>
                </a:buBlip>
              </a:pPr>
              <a:endParaRPr sz="1400" b="1" strike="noStrike" noProof="1">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52296" name="椭圆 52295"/>
            <p:cNvSpPr/>
            <p:nvPr/>
          </p:nvSpPr>
          <p:spPr>
            <a:xfrm>
              <a:off x="4667" y="2206"/>
              <a:ext cx="165" cy="173"/>
            </a:xfrm>
            <a:prstGeom prst="ellipse">
              <a:avLst/>
            </a:prstGeom>
            <a:solidFill>
              <a:srgbClr val="FFCCFF"/>
            </a:solidFill>
            <a:ln w="12700" cap="flat" cmpd="sng">
              <a:solidFill>
                <a:srgbClr val="000000"/>
              </a:solidFill>
              <a:prstDash val="solid"/>
              <a:headEnd type="none" w="med" len="med"/>
              <a:tailEnd type="none" w="med" len="med"/>
            </a:ln>
          </p:spPr>
          <p:txBody>
            <a:bodyPr/>
            <a:p>
              <a:pPr marL="914400" lvl="0" indent="-340995" algn="ctr" fontAlgn="base">
                <a:lnSpc>
                  <a:spcPct val="120000"/>
                </a:lnSpc>
                <a:buClr>
                  <a:schemeClr val="tx2"/>
                </a:buClr>
                <a:buSzPct val="95000"/>
                <a:buFont typeface="Wingdings" panose="05000000000000000000" pitchFamily="2" charset="2"/>
                <a:buBlip>
                  <a:blip r:embed="rId1"/>
                </a:buBlip>
              </a:pPr>
              <a:endParaRPr sz="1400" b="1" strike="noStrike" noProof="1">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64584" name="直接连接符 52296"/>
            <p:cNvSpPr/>
            <p:nvPr/>
          </p:nvSpPr>
          <p:spPr>
            <a:xfrm flipH="1">
              <a:off x="1001" y="1489"/>
              <a:ext cx="146" cy="717"/>
            </a:xfrm>
            <a:prstGeom prst="line">
              <a:avLst/>
            </a:prstGeom>
            <a:ln w="12700" cap="flat" cmpd="sng">
              <a:solidFill>
                <a:srgbClr val="000000"/>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4585" name="直接连接符 52297"/>
            <p:cNvSpPr/>
            <p:nvPr/>
          </p:nvSpPr>
          <p:spPr>
            <a:xfrm flipH="1">
              <a:off x="1272" y="1489"/>
              <a:ext cx="125" cy="717"/>
            </a:xfrm>
            <a:prstGeom prst="line">
              <a:avLst/>
            </a:prstGeom>
            <a:ln w="12700" cap="flat" cmpd="sng">
              <a:solidFill>
                <a:srgbClr val="000000"/>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4586" name="直接连接符 52298"/>
            <p:cNvSpPr/>
            <p:nvPr/>
          </p:nvSpPr>
          <p:spPr>
            <a:xfrm>
              <a:off x="461" y="2379"/>
              <a:ext cx="0" cy="445"/>
            </a:xfrm>
            <a:prstGeom prst="line">
              <a:avLst/>
            </a:prstGeom>
            <a:ln w="12700" cap="flat" cmpd="sng">
              <a:solidFill>
                <a:srgbClr val="000000"/>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4587" name="直接连接符 52299"/>
            <p:cNvSpPr/>
            <p:nvPr/>
          </p:nvSpPr>
          <p:spPr>
            <a:xfrm>
              <a:off x="675" y="2379"/>
              <a:ext cx="125" cy="445"/>
            </a:xfrm>
            <a:prstGeom prst="line">
              <a:avLst/>
            </a:prstGeom>
            <a:ln w="12700" cap="flat" cmpd="sng">
              <a:solidFill>
                <a:srgbClr val="000000"/>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4588" name="直接连接符 52300"/>
            <p:cNvSpPr/>
            <p:nvPr/>
          </p:nvSpPr>
          <p:spPr>
            <a:xfrm>
              <a:off x="1561" y="2434"/>
              <a:ext cx="0" cy="390"/>
            </a:xfrm>
            <a:prstGeom prst="line">
              <a:avLst/>
            </a:prstGeom>
            <a:ln w="12700" cap="flat" cmpd="sng">
              <a:solidFill>
                <a:srgbClr val="000000"/>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4589" name="直接连接符 52301"/>
            <p:cNvSpPr/>
            <p:nvPr/>
          </p:nvSpPr>
          <p:spPr>
            <a:xfrm>
              <a:off x="1802" y="2434"/>
              <a:ext cx="0" cy="390"/>
            </a:xfrm>
            <a:prstGeom prst="line">
              <a:avLst/>
            </a:prstGeom>
            <a:ln w="12700" cap="flat" cmpd="sng">
              <a:solidFill>
                <a:srgbClr val="000000"/>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4590" name="直接连接符 52302"/>
            <p:cNvSpPr/>
            <p:nvPr/>
          </p:nvSpPr>
          <p:spPr>
            <a:xfrm>
              <a:off x="2757" y="2434"/>
              <a:ext cx="0" cy="401"/>
            </a:xfrm>
            <a:prstGeom prst="line">
              <a:avLst/>
            </a:prstGeom>
            <a:ln w="12700" cap="flat" cmpd="sng">
              <a:solidFill>
                <a:srgbClr val="000000"/>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4591" name="直接连接符 52303"/>
            <p:cNvSpPr/>
            <p:nvPr/>
          </p:nvSpPr>
          <p:spPr>
            <a:xfrm flipH="1">
              <a:off x="2439" y="2434"/>
              <a:ext cx="77" cy="390"/>
            </a:xfrm>
            <a:prstGeom prst="line">
              <a:avLst/>
            </a:prstGeom>
            <a:ln w="12700" cap="flat" cmpd="sng">
              <a:solidFill>
                <a:srgbClr val="000000"/>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4592" name="直接连接符 52304"/>
            <p:cNvSpPr/>
            <p:nvPr/>
          </p:nvSpPr>
          <p:spPr>
            <a:xfrm>
              <a:off x="2988" y="2434"/>
              <a:ext cx="0" cy="390"/>
            </a:xfrm>
            <a:prstGeom prst="line">
              <a:avLst/>
            </a:prstGeom>
            <a:ln w="12700" cap="flat" cmpd="sng">
              <a:solidFill>
                <a:srgbClr val="000000"/>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4593" name="直接连接符 52305"/>
            <p:cNvSpPr/>
            <p:nvPr/>
          </p:nvSpPr>
          <p:spPr>
            <a:xfrm>
              <a:off x="3481" y="2434"/>
              <a:ext cx="0" cy="390"/>
            </a:xfrm>
            <a:prstGeom prst="line">
              <a:avLst/>
            </a:prstGeom>
            <a:ln w="12700" cap="flat" cmpd="sng">
              <a:solidFill>
                <a:srgbClr val="000000"/>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4594" name="直接连接符 52306"/>
            <p:cNvSpPr/>
            <p:nvPr/>
          </p:nvSpPr>
          <p:spPr>
            <a:xfrm>
              <a:off x="3683" y="2434"/>
              <a:ext cx="117" cy="390"/>
            </a:xfrm>
            <a:prstGeom prst="line">
              <a:avLst/>
            </a:prstGeom>
            <a:ln w="12700" cap="flat" cmpd="sng">
              <a:solidFill>
                <a:srgbClr val="000000"/>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4595" name="直接连接符 52307"/>
            <p:cNvSpPr/>
            <p:nvPr/>
          </p:nvSpPr>
          <p:spPr>
            <a:xfrm>
              <a:off x="4474" y="1489"/>
              <a:ext cx="0" cy="717"/>
            </a:xfrm>
            <a:prstGeom prst="line">
              <a:avLst/>
            </a:prstGeom>
            <a:ln w="12700" cap="flat" cmpd="sng">
              <a:solidFill>
                <a:srgbClr val="000000"/>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4596" name="直接连接符 52308"/>
            <p:cNvSpPr/>
            <p:nvPr/>
          </p:nvSpPr>
          <p:spPr>
            <a:xfrm>
              <a:off x="4667" y="1489"/>
              <a:ext cx="77" cy="717"/>
            </a:xfrm>
            <a:prstGeom prst="line">
              <a:avLst/>
            </a:prstGeom>
            <a:ln w="12700" cap="flat" cmpd="sng">
              <a:solidFill>
                <a:srgbClr val="000000"/>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4597" name="直接连接符 52309"/>
            <p:cNvSpPr/>
            <p:nvPr/>
          </p:nvSpPr>
          <p:spPr>
            <a:xfrm>
              <a:off x="2456" y="1399"/>
              <a:ext cx="657" cy="0"/>
            </a:xfrm>
            <a:prstGeom prst="line">
              <a:avLst/>
            </a:prstGeom>
            <a:ln w="12700"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4598" name="文本框 52310"/>
            <p:cNvSpPr txBox="1"/>
            <p:nvPr/>
          </p:nvSpPr>
          <p:spPr>
            <a:xfrm>
              <a:off x="81" y="3048"/>
              <a:ext cx="561" cy="250"/>
            </a:xfrm>
            <a:prstGeom prst="rect">
              <a:avLst/>
            </a:prstGeom>
            <a:noFill/>
            <a:ln w="9525">
              <a:noFill/>
              <a:miter/>
            </a:ln>
          </p:spPr>
          <p:txBody>
            <a:bodyPr anchor="t"/>
            <a:p>
              <a:pPr lvl="0" algn="just">
                <a:lnSpc>
                  <a:spcPct val="120000"/>
                </a:lnSpc>
                <a:buClr>
                  <a:srgbClr val="000000"/>
                </a:buClr>
              </a:pPr>
              <a:r>
                <a:rPr lang="en-US" altLang="zh-CN">
                  <a:solidFill>
                    <a:schemeClr val="tx1"/>
                  </a:solidFill>
                  <a:latin typeface="Times New Roman" panose="02020603050405020304" charset="0"/>
                  <a:ea typeface="宋体" panose="02010600030101010101" pitchFamily="2" charset="-122"/>
                </a:rPr>
                <a:t>id=13</a:t>
              </a:r>
              <a:endParaRPr lang="en-US" altLang="zh-CN">
                <a:solidFill>
                  <a:schemeClr val="tx1"/>
                </a:solidFill>
                <a:latin typeface="Times New Roman" panose="02020603050405020304" charset="0"/>
                <a:ea typeface="宋体" panose="02010600030101010101" pitchFamily="2" charset="-122"/>
              </a:endParaRPr>
            </a:p>
          </p:txBody>
        </p:sp>
        <p:sp>
          <p:nvSpPr>
            <p:cNvPr id="64599" name="文本框 52311"/>
            <p:cNvSpPr txBox="1"/>
            <p:nvPr/>
          </p:nvSpPr>
          <p:spPr>
            <a:xfrm>
              <a:off x="3717" y="3048"/>
              <a:ext cx="540" cy="200"/>
            </a:xfrm>
            <a:prstGeom prst="rect">
              <a:avLst/>
            </a:prstGeom>
            <a:noFill/>
            <a:ln w="9525">
              <a:noFill/>
              <a:miter/>
            </a:ln>
          </p:spPr>
          <p:txBody>
            <a:bodyPr anchor="t"/>
            <a:p>
              <a:pPr lvl="0" algn="just">
                <a:lnSpc>
                  <a:spcPct val="120000"/>
                </a:lnSpc>
                <a:buClr>
                  <a:srgbClr val="000000"/>
                </a:buClr>
              </a:pPr>
              <a:r>
                <a:rPr lang="en-US" altLang="zh-CN">
                  <a:solidFill>
                    <a:schemeClr val="tx1"/>
                  </a:solidFill>
                  <a:latin typeface="Times New Roman" panose="02020603050405020304" charset="0"/>
                  <a:ea typeface="宋体" panose="02010600030101010101" pitchFamily="2" charset="-122"/>
                </a:rPr>
                <a:t>id=21</a:t>
              </a:r>
              <a:endParaRPr lang="en-US" altLang="zh-CN">
                <a:solidFill>
                  <a:schemeClr val="tx1"/>
                </a:solidFill>
                <a:latin typeface="Times New Roman" panose="02020603050405020304" charset="0"/>
                <a:ea typeface="宋体" panose="02010600030101010101" pitchFamily="2" charset="-122"/>
              </a:endParaRPr>
            </a:p>
          </p:txBody>
        </p:sp>
        <p:sp>
          <p:nvSpPr>
            <p:cNvPr id="64600" name="文本框 52312"/>
            <p:cNvSpPr txBox="1"/>
            <p:nvPr/>
          </p:nvSpPr>
          <p:spPr>
            <a:xfrm>
              <a:off x="528" y="3048"/>
              <a:ext cx="510" cy="250"/>
            </a:xfrm>
            <a:prstGeom prst="rect">
              <a:avLst/>
            </a:prstGeom>
            <a:noFill/>
            <a:ln w="9525">
              <a:noFill/>
              <a:miter/>
            </a:ln>
          </p:spPr>
          <p:txBody>
            <a:bodyPr anchor="t"/>
            <a:p>
              <a:pPr lvl="0" algn="just">
                <a:lnSpc>
                  <a:spcPct val="120000"/>
                </a:lnSpc>
                <a:buClr>
                  <a:srgbClr val="000000"/>
                </a:buClr>
              </a:pPr>
              <a:r>
                <a:rPr lang="en-US" altLang="zh-CN">
                  <a:solidFill>
                    <a:schemeClr val="tx1"/>
                  </a:solidFill>
                  <a:latin typeface="Times New Roman" panose="02020603050405020304" charset="0"/>
                  <a:ea typeface="宋体" panose="02010600030101010101" pitchFamily="2" charset="-122"/>
                </a:rPr>
                <a:t>id=14</a:t>
              </a:r>
              <a:endParaRPr lang="en-US" altLang="zh-CN">
                <a:solidFill>
                  <a:schemeClr val="tx1"/>
                </a:solidFill>
                <a:latin typeface="Times New Roman" panose="02020603050405020304" charset="0"/>
                <a:ea typeface="宋体" panose="02010600030101010101" pitchFamily="2" charset="-122"/>
              </a:endParaRPr>
            </a:p>
          </p:txBody>
        </p:sp>
        <p:sp>
          <p:nvSpPr>
            <p:cNvPr id="64601" name="文本框 52313"/>
            <p:cNvSpPr txBox="1"/>
            <p:nvPr/>
          </p:nvSpPr>
          <p:spPr>
            <a:xfrm>
              <a:off x="1091" y="3048"/>
              <a:ext cx="540" cy="250"/>
            </a:xfrm>
            <a:prstGeom prst="rect">
              <a:avLst/>
            </a:prstGeom>
            <a:noFill/>
            <a:ln w="9525">
              <a:noFill/>
              <a:miter/>
            </a:ln>
          </p:spPr>
          <p:txBody>
            <a:bodyPr anchor="t"/>
            <a:p>
              <a:pPr lvl="0" algn="just">
                <a:lnSpc>
                  <a:spcPct val="120000"/>
                </a:lnSpc>
                <a:buClr>
                  <a:srgbClr val="000000"/>
                </a:buClr>
              </a:pPr>
              <a:r>
                <a:rPr lang="en-US" altLang="zh-CN">
                  <a:solidFill>
                    <a:schemeClr val="tx1"/>
                  </a:solidFill>
                  <a:latin typeface="Times New Roman" panose="02020603050405020304" charset="0"/>
                  <a:ea typeface="宋体" panose="02010600030101010101" pitchFamily="2" charset="-122"/>
                </a:rPr>
                <a:t>id=15</a:t>
              </a:r>
              <a:endParaRPr lang="en-US" altLang="zh-CN">
                <a:solidFill>
                  <a:schemeClr val="tx1"/>
                </a:solidFill>
                <a:latin typeface="Times New Roman" panose="02020603050405020304" charset="0"/>
                <a:ea typeface="宋体" panose="02010600030101010101" pitchFamily="2" charset="-122"/>
              </a:endParaRPr>
            </a:p>
          </p:txBody>
        </p:sp>
        <p:sp>
          <p:nvSpPr>
            <p:cNvPr id="64602" name="文本框 52314"/>
            <p:cNvSpPr txBox="1"/>
            <p:nvPr/>
          </p:nvSpPr>
          <p:spPr>
            <a:xfrm>
              <a:off x="1579" y="3048"/>
              <a:ext cx="496" cy="250"/>
            </a:xfrm>
            <a:prstGeom prst="rect">
              <a:avLst/>
            </a:prstGeom>
            <a:noFill/>
            <a:ln w="9525">
              <a:noFill/>
              <a:miter/>
            </a:ln>
          </p:spPr>
          <p:txBody>
            <a:bodyPr anchor="t"/>
            <a:p>
              <a:pPr lvl="0" algn="just">
                <a:lnSpc>
                  <a:spcPct val="120000"/>
                </a:lnSpc>
                <a:buClr>
                  <a:srgbClr val="000000"/>
                </a:buClr>
              </a:pPr>
              <a:r>
                <a:rPr lang="en-US" altLang="zh-CN">
                  <a:solidFill>
                    <a:schemeClr val="tx1"/>
                  </a:solidFill>
                  <a:latin typeface="Times New Roman" panose="02020603050405020304" charset="0"/>
                  <a:ea typeface="宋体" panose="02010600030101010101" pitchFamily="2" charset="-122"/>
                </a:rPr>
                <a:t>id=16</a:t>
              </a:r>
              <a:endParaRPr lang="en-US" altLang="zh-CN">
                <a:solidFill>
                  <a:schemeClr val="tx1"/>
                </a:solidFill>
                <a:latin typeface="Times New Roman" panose="02020603050405020304" charset="0"/>
                <a:ea typeface="宋体" panose="02010600030101010101" pitchFamily="2" charset="-122"/>
              </a:endParaRPr>
            </a:p>
          </p:txBody>
        </p:sp>
        <p:sp>
          <p:nvSpPr>
            <p:cNvPr id="64603" name="文本框 52315"/>
            <p:cNvSpPr txBox="1"/>
            <p:nvPr/>
          </p:nvSpPr>
          <p:spPr>
            <a:xfrm>
              <a:off x="2075" y="3048"/>
              <a:ext cx="502" cy="250"/>
            </a:xfrm>
            <a:prstGeom prst="rect">
              <a:avLst/>
            </a:prstGeom>
            <a:noFill/>
            <a:ln w="9525">
              <a:noFill/>
              <a:miter/>
            </a:ln>
          </p:spPr>
          <p:txBody>
            <a:bodyPr anchor="t"/>
            <a:p>
              <a:pPr lvl="0" algn="just">
                <a:lnSpc>
                  <a:spcPct val="120000"/>
                </a:lnSpc>
                <a:buClr>
                  <a:srgbClr val="000000"/>
                </a:buClr>
              </a:pPr>
              <a:r>
                <a:rPr lang="en-US" altLang="zh-CN">
                  <a:solidFill>
                    <a:schemeClr val="tx1"/>
                  </a:solidFill>
                  <a:latin typeface="Times New Roman" panose="02020603050405020304" charset="0"/>
                  <a:ea typeface="宋体" panose="02010600030101010101" pitchFamily="2" charset="-122"/>
                </a:rPr>
                <a:t>id=17</a:t>
              </a:r>
              <a:endParaRPr lang="en-US" altLang="zh-CN">
                <a:solidFill>
                  <a:schemeClr val="tx1"/>
                </a:solidFill>
                <a:latin typeface="Times New Roman" panose="02020603050405020304" charset="0"/>
                <a:ea typeface="宋体" panose="02010600030101010101" pitchFamily="2" charset="-122"/>
              </a:endParaRPr>
            </a:p>
          </p:txBody>
        </p:sp>
        <p:sp>
          <p:nvSpPr>
            <p:cNvPr id="64604" name="文本框 52316"/>
            <p:cNvSpPr txBox="1"/>
            <p:nvPr/>
          </p:nvSpPr>
          <p:spPr>
            <a:xfrm>
              <a:off x="2470" y="3048"/>
              <a:ext cx="517" cy="250"/>
            </a:xfrm>
            <a:prstGeom prst="rect">
              <a:avLst/>
            </a:prstGeom>
            <a:noFill/>
            <a:ln w="9525">
              <a:noFill/>
              <a:miter/>
            </a:ln>
          </p:spPr>
          <p:txBody>
            <a:bodyPr anchor="t"/>
            <a:p>
              <a:pPr lvl="0" algn="just">
                <a:lnSpc>
                  <a:spcPct val="120000"/>
                </a:lnSpc>
                <a:buClr>
                  <a:srgbClr val="000000"/>
                </a:buClr>
              </a:pPr>
              <a:r>
                <a:rPr lang="en-US" altLang="zh-CN">
                  <a:solidFill>
                    <a:schemeClr val="tx1"/>
                  </a:solidFill>
                  <a:latin typeface="Times New Roman" panose="02020603050405020304" charset="0"/>
                  <a:ea typeface="宋体" panose="02010600030101010101" pitchFamily="2" charset="-122"/>
                </a:rPr>
                <a:t>id=18</a:t>
              </a:r>
              <a:endParaRPr lang="en-US" altLang="zh-CN">
                <a:solidFill>
                  <a:schemeClr val="tx1"/>
                </a:solidFill>
                <a:latin typeface="Times New Roman" panose="02020603050405020304" charset="0"/>
                <a:ea typeface="宋体" panose="02010600030101010101" pitchFamily="2" charset="-122"/>
              </a:endParaRPr>
            </a:p>
          </p:txBody>
        </p:sp>
        <p:sp>
          <p:nvSpPr>
            <p:cNvPr id="64605" name="文本框 52317"/>
            <p:cNvSpPr txBox="1"/>
            <p:nvPr/>
          </p:nvSpPr>
          <p:spPr>
            <a:xfrm>
              <a:off x="2865" y="3048"/>
              <a:ext cx="504" cy="250"/>
            </a:xfrm>
            <a:prstGeom prst="rect">
              <a:avLst/>
            </a:prstGeom>
            <a:noFill/>
            <a:ln w="9525">
              <a:noFill/>
              <a:miter/>
            </a:ln>
          </p:spPr>
          <p:txBody>
            <a:bodyPr anchor="t"/>
            <a:p>
              <a:pPr lvl="0" algn="just">
                <a:lnSpc>
                  <a:spcPct val="120000"/>
                </a:lnSpc>
                <a:buClr>
                  <a:srgbClr val="000000"/>
                </a:buClr>
              </a:pPr>
              <a:r>
                <a:rPr lang="en-US" altLang="zh-CN">
                  <a:solidFill>
                    <a:schemeClr val="tx1"/>
                  </a:solidFill>
                  <a:latin typeface="Times New Roman" panose="02020603050405020304" charset="0"/>
                  <a:ea typeface="宋体" panose="02010600030101010101" pitchFamily="2" charset="-122"/>
                </a:rPr>
                <a:t>id=19</a:t>
              </a:r>
              <a:endParaRPr lang="en-US" altLang="zh-CN">
                <a:solidFill>
                  <a:schemeClr val="tx1"/>
                </a:solidFill>
                <a:latin typeface="Times New Roman" panose="02020603050405020304" charset="0"/>
                <a:ea typeface="宋体" panose="02010600030101010101" pitchFamily="2" charset="-122"/>
              </a:endParaRPr>
            </a:p>
          </p:txBody>
        </p:sp>
        <p:sp>
          <p:nvSpPr>
            <p:cNvPr id="64606" name="文本框 52318"/>
            <p:cNvSpPr txBox="1"/>
            <p:nvPr/>
          </p:nvSpPr>
          <p:spPr>
            <a:xfrm>
              <a:off x="3310" y="3048"/>
              <a:ext cx="525" cy="200"/>
            </a:xfrm>
            <a:prstGeom prst="rect">
              <a:avLst/>
            </a:prstGeom>
            <a:noFill/>
            <a:ln w="9525">
              <a:noFill/>
              <a:miter/>
            </a:ln>
          </p:spPr>
          <p:txBody>
            <a:bodyPr anchor="t"/>
            <a:p>
              <a:pPr lvl="0" algn="just">
                <a:lnSpc>
                  <a:spcPct val="120000"/>
                </a:lnSpc>
                <a:buClr>
                  <a:srgbClr val="000000"/>
                </a:buClr>
              </a:pPr>
              <a:r>
                <a:rPr lang="en-US" altLang="zh-CN">
                  <a:solidFill>
                    <a:schemeClr val="tx1"/>
                  </a:solidFill>
                  <a:latin typeface="Times New Roman" panose="02020603050405020304" charset="0"/>
                  <a:ea typeface="宋体" panose="02010600030101010101" pitchFamily="2" charset="-122"/>
                </a:rPr>
                <a:t>id=20</a:t>
              </a:r>
              <a:endParaRPr lang="en-US" altLang="zh-CN">
                <a:solidFill>
                  <a:schemeClr val="tx1"/>
                </a:solidFill>
                <a:latin typeface="Times New Roman" panose="02020603050405020304" charset="0"/>
                <a:ea typeface="宋体" panose="02010600030101010101" pitchFamily="2" charset="-122"/>
              </a:endParaRPr>
            </a:p>
          </p:txBody>
        </p:sp>
        <p:sp>
          <p:nvSpPr>
            <p:cNvPr id="64607" name="文本框 52319"/>
            <p:cNvSpPr txBox="1"/>
            <p:nvPr/>
          </p:nvSpPr>
          <p:spPr>
            <a:xfrm>
              <a:off x="2026" y="300"/>
              <a:ext cx="444" cy="250"/>
            </a:xfrm>
            <a:prstGeom prst="rect">
              <a:avLst/>
            </a:prstGeom>
            <a:noFill/>
            <a:ln w="9525">
              <a:noFill/>
              <a:miter/>
            </a:ln>
          </p:spPr>
          <p:txBody>
            <a:bodyPr anchor="t"/>
            <a:p>
              <a:pPr lvl="0" algn="just">
                <a:lnSpc>
                  <a:spcPct val="120000"/>
                </a:lnSpc>
                <a:buClr>
                  <a:srgbClr val="000000"/>
                </a:buClr>
              </a:pPr>
              <a:r>
                <a:rPr lang="en-US" altLang="zh-CN">
                  <a:solidFill>
                    <a:schemeClr val="tx1"/>
                  </a:solidFill>
                  <a:latin typeface="Times New Roman" panose="02020603050405020304" charset="0"/>
                  <a:ea typeface="宋体" panose="02010600030101010101" pitchFamily="2" charset="-122"/>
                </a:rPr>
                <a:t>id=1</a:t>
              </a:r>
              <a:endParaRPr lang="en-US" altLang="zh-CN">
                <a:solidFill>
                  <a:schemeClr val="tx1"/>
                </a:solidFill>
                <a:latin typeface="Times New Roman" panose="02020603050405020304" charset="0"/>
                <a:ea typeface="宋体" panose="02010600030101010101" pitchFamily="2" charset="-122"/>
              </a:endParaRPr>
            </a:p>
          </p:txBody>
        </p:sp>
        <p:sp>
          <p:nvSpPr>
            <p:cNvPr id="64608" name="文本框 52320"/>
            <p:cNvSpPr txBox="1"/>
            <p:nvPr/>
          </p:nvSpPr>
          <p:spPr>
            <a:xfrm>
              <a:off x="444" y="1199"/>
              <a:ext cx="445" cy="250"/>
            </a:xfrm>
            <a:prstGeom prst="rect">
              <a:avLst/>
            </a:prstGeom>
            <a:noFill/>
            <a:ln w="9525">
              <a:noFill/>
              <a:miter/>
            </a:ln>
          </p:spPr>
          <p:txBody>
            <a:bodyPr anchor="t"/>
            <a:p>
              <a:pPr lvl="0" algn="just">
                <a:lnSpc>
                  <a:spcPct val="120000"/>
                </a:lnSpc>
                <a:buClr>
                  <a:srgbClr val="000000"/>
                </a:buClr>
              </a:pPr>
              <a:r>
                <a:rPr lang="en-US" altLang="zh-CN">
                  <a:solidFill>
                    <a:schemeClr val="tx1"/>
                  </a:solidFill>
                  <a:latin typeface="Times New Roman" panose="02020603050405020304" charset="0"/>
                  <a:ea typeface="宋体" panose="02010600030101010101" pitchFamily="2" charset="-122"/>
                </a:rPr>
                <a:t>id=2</a:t>
              </a:r>
              <a:endParaRPr lang="en-US" altLang="zh-CN">
                <a:solidFill>
                  <a:schemeClr val="tx1"/>
                </a:solidFill>
                <a:latin typeface="Times New Roman" panose="02020603050405020304" charset="0"/>
                <a:ea typeface="宋体" panose="02010600030101010101" pitchFamily="2" charset="-122"/>
              </a:endParaRPr>
            </a:p>
          </p:txBody>
        </p:sp>
        <p:sp>
          <p:nvSpPr>
            <p:cNvPr id="64609" name="文本框 52321"/>
            <p:cNvSpPr txBox="1"/>
            <p:nvPr/>
          </p:nvSpPr>
          <p:spPr>
            <a:xfrm>
              <a:off x="2075" y="1250"/>
              <a:ext cx="444" cy="249"/>
            </a:xfrm>
            <a:prstGeom prst="rect">
              <a:avLst/>
            </a:prstGeom>
            <a:noFill/>
            <a:ln w="9525">
              <a:noFill/>
              <a:miter/>
            </a:ln>
          </p:spPr>
          <p:txBody>
            <a:bodyPr anchor="t"/>
            <a:p>
              <a:pPr lvl="0" algn="just">
                <a:lnSpc>
                  <a:spcPct val="120000"/>
                </a:lnSpc>
                <a:buClr>
                  <a:srgbClr val="000000"/>
                </a:buClr>
              </a:pPr>
              <a:r>
                <a:rPr lang="en-US" altLang="zh-CN">
                  <a:solidFill>
                    <a:schemeClr val="tx1"/>
                  </a:solidFill>
                  <a:latin typeface="Times New Roman" panose="02020603050405020304" charset="0"/>
                  <a:ea typeface="宋体" panose="02010600030101010101" pitchFamily="2" charset="-122"/>
                </a:rPr>
                <a:t>id=3</a:t>
              </a:r>
              <a:endParaRPr lang="en-US" altLang="zh-CN">
                <a:solidFill>
                  <a:schemeClr val="tx1"/>
                </a:solidFill>
                <a:latin typeface="Times New Roman" panose="02020603050405020304" charset="0"/>
                <a:ea typeface="宋体" panose="02010600030101010101" pitchFamily="2" charset="-122"/>
              </a:endParaRPr>
            </a:p>
          </p:txBody>
        </p:sp>
        <p:sp>
          <p:nvSpPr>
            <p:cNvPr id="64610" name="文本框 52322"/>
            <p:cNvSpPr txBox="1"/>
            <p:nvPr/>
          </p:nvSpPr>
          <p:spPr>
            <a:xfrm>
              <a:off x="3952" y="1250"/>
              <a:ext cx="444" cy="249"/>
            </a:xfrm>
            <a:prstGeom prst="rect">
              <a:avLst/>
            </a:prstGeom>
            <a:noFill/>
            <a:ln w="9525">
              <a:noFill/>
              <a:miter/>
            </a:ln>
          </p:spPr>
          <p:txBody>
            <a:bodyPr anchor="t"/>
            <a:p>
              <a:pPr lvl="0" algn="just">
                <a:lnSpc>
                  <a:spcPct val="120000"/>
                </a:lnSpc>
                <a:buClr>
                  <a:srgbClr val="000000"/>
                </a:buClr>
              </a:pPr>
              <a:r>
                <a:rPr lang="en-US" altLang="zh-CN">
                  <a:solidFill>
                    <a:schemeClr val="tx1"/>
                  </a:solidFill>
                  <a:latin typeface="Times New Roman" panose="02020603050405020304" charset="0"/>
                  <a:ea typeface="宋体" panose="02010600030101010101" pitchFamily="2" charset="-122"/>
                </a:rPr>
                <a:t>id=4</a:t>
              </a:r>
              <a:endParaRPr lang="en-US" altLang="zh-CN">
                <a:solidFill>
                  <a:schemeClr val="tx1"/>
                </a:solidFill>
                <a:latin typeface="Times New Roman" panose="02020603050405020304" charset="0"/>
                <a:ea typeface="宋体" panose="02010600030101010101" pitchFamily="2" charset="-122"/>
              </a:endParaRPr>
            </a:p>
          </p:txBody>
        </p:sp>
        <p:sp>
          <p:nvSpPr>
            <p:cNvPr id="64611" name="文本框 52323"/>
            <p:cNvSpPr txBox="1"/>
            <p:nvPr/>
          </p:nvSpPr>
          <p:spPr>
            <a:xfrm>
              <a:off x="4113" y="2449"/>
              <a:ext cx="531" cy="249"/>
            </a:xfrm>
            <a:prstGeom prst="rect">
              <a:avLst/>
            </a:prstGeom>
            <a:noFill/>
            <a:ln w="9525">
              <a:noFill/>
              <a:miter/>
            </a:ln>
          </p:spPr>
          <p:txBody>
            <a:bodyPr anchor="t"/>
            <a:p>
              <a:pPr lvl="0" algn="just">
                <a:lnSpc>
                  <a:spcPct val="120000"/>
                </a:lnSpc>
                <a:buClr>
                  <a:srgbClr val="000000"/>
                </a:buClr>
              </a:pPr>
              <a:r>
                <a:rPr lang="en-US" altLang="zh-CN">
                  <a:solidFill>
                    <a:schemeClr val="tx1"/>
                  </a:solidFill>
                  <a:latin typeface="Times New Roman" panose="02020603050405020304" charset="0"/>
                  <a:ea typeface="宋体" panose="02010600030101010101" pitchFamily="2" charset="-122"/>
                </a:rPr>
                <a:t>id=11</a:t>
              </a:r>
              <a:endParaRPr lang="en-US" altLang="zh-CN">
                <a:solidFill>
                  <a:schemeClr val="tx1"/>
                </a:solidFill>
                <a:latin typeface="Times New Roman" panose="02020603050405020304" charset="0"/>
                <a:ea typeface="宋体" panose="02010600030101010101" pitchFamily="2" charset="-122"/>
              </a:endParaRPr>
            </a:p>
          </p:txBody>
        </p:sp>
        <p:sp>
          <p:nvSpPr>
            <p:cNvPr id="64612" name="文本框 52324"/>
            <p:cNvSpPr txBox="1"/>
            <p:nvPr/>
          </p:nvSpPr>
          <p:spPr>
            <a:xfrm>
              <a:off x="4593" y="2449"/>
              <a:ext cx="495" cy="249"/>
            </a:xfrm>
            <a:prstGeom prst="rect">
              <a:avLst/>
            </a:prstGeom>
            <a:noFill/>
            <a:ln w="9525">
              <a:noFill/>
              <a:miter/>
            </a:ln>
          </p:spPr>
          <p:txBody>
            <a:bodyPr anchor="t"/>
            <a:p>
              <a:pPr lvl="0" algn="just">
                <a:lnSpc>
                  <a:spcPct val="120000"/>
                </a:lnSpc>
                <a:buClr>
                  <a:srgbClr val="000000"/>
                </a:buClr>
              </a:pPr>
              <a:r>
                <a:rPr lang="en-US" altLang="zh-CN">
                  <a:solidFill>
                    <a:schemeClr val="tx1"/>
                  </a:solidFill>
                  <a:latin typeface="Times New Roman" panose="02020603050405020304" charset="0"/>
                  <a:ea typeface="宋体" panose="02010600030101010101" pitchFamily="2" charset="-122"/>
                </a:rPr>
                <a:t>id=12</a:t>
              </a:r>
              <a:endParaRPr lang="en-US" altLang="zh-CN">
                <a:solidFill>
                  <a:schemeClr val="tx1"/>
                </a:solidFill>
                <a:latin typeface="Times New Roman" panose="02020603050405020304" charset="0"/>
                <a:ea typeface="宋体" panose="02010600030101010101" pitchFamily="2" charset="-122"/>
              </a:endParaRPr>
            </a:p>
          </p:txBody>
        </p:sp>
        <p:sp>
          <p:nvSpPr>
            <p:cNvPr id="64613" name="文本框 52325"/>
            <p:cNvSpPr txBox="1"/>
            <p:nvPr/>
          </p:nvSpPr>
          <p:spPr>
            <a:xfrm>
              <a:off x="0" y="2148"/>
              <a:ext cx="444" cy="250"/>
            </a:xfrm>
            <a:prstGeom prst="rect">
              <a:avLst/>
            </a:prstGeom>
            <a:noFill/>
            <a:ln w="9525">
              <a:noFill/>
              <a:miter/>
            </a:ln>
          </p:spPr>
          <p:txBody>
            <a:bodyPr anchor="t"/>
            <a:p>
              <a:pPr lvl="0" algn="just">
                <a:lnSpc>
                  <a:spcPct val="120000"/>
                </a:lnSpc>
                <a:buClr>
                  <a:srgbClr val="000000"/>
                </a:buClr>
              </a:pPr>
              <a:r>
                <a:rPr lang="en-US" altLang="zh-CN">
                  <a:solidFill>
                    <a:schemeClr val="tx1"/>
                  </a:solidFill>
                  <a:latin typeface="Times New Roman" panose="02020603050405020304" charset="0"/>
                  <a:ea typeface="宋体" panose="02010600030101010101" pitchFamily="2" charset="-122"/>
                </a:rPr>
                <a:t>id=5</a:t>
              </a:r>
              <a:endParaRPr lang="en-US" altLang="zh-CN">
                <a:solidFill>
                  <a:schemeClr val="tx1"/>
                </a:solidFill>
                <a:latin typeface="Times New Roman" panose="02020603050405020304" charset="0"/>
                <a:ea typeface="宋体" panose="02010600030101010101" pitchFamily="2" charset="-122"/>
              </a:endParaRPr>
            </a:p>
          </p:txBody>
        </p:sp>
        <p:sp>
          <p:nvSpPr>
            <p:cNvPr id="64614" name="文本框 52326"/>
            <p:cNvSpPr txBox="1"/>
            <p:nvPr/>
          </p:nvSpPr>
          <p:spPr>
            <a:xfrm>
              <a:off x="1473" y="1863"/>
              <a:ext cx="444" cy="249"/>
            </a:xfrm>
            <a:prstGeom prst="rect">
              <a:avLst/>
            </a:prstGeom>
            <a:noFill/>
            <a:ln w="9525">
              <a:noFill/>
              <a:miter/>
            </a:ln>
          </p:spPr>
          <p:txBody>
            <a:bodyPr anchor="t"/>
            <a:p>
              <a:pPr lvl="0" algn="just">
                <a:lnSpc>
                  <a:spcPct val="120000"/>
                </a:lnSpc>
                <a:buClr>
                  <a:srgbClr val="000000"/>
                </a:buClr>
              </a:pPr>
              <a:r>
                <a:rPr lang="en-US" altLang="zh-CN">
                  <a:solidFill>
                    <a:schemeClr val="tx1"/>
                  </a:solidFill>
                  <a:latin typeface="Times New Roman" panose="02020603050405020304" charset="0"/>
                  <a:ea typeface="宋体" panose="02010600030101010101" pitchFamily="2" charset="-122"/>
                </a:rPr>
                <a:t>id=8</a:t>
              </a:r>
              <a:endParaRPr lang="en-US" altLang="zh-CN">
                <a:solidFill>
                  <a:schemeClr val="tx1"/>
                </a:solidFill>
                <a:latin typeface="Times New Roman" panose="02020603050405020304" charset="0"/>
                <a:ea typeface="宋体" panose="02010600030101010101" pitchFamily="2" charset="-122"/>
              </a:endParaRPr>
            </a:p>
          </p:txBody>
        </p:sp>
        <p:sp>
          <p:nvSpPr>
            <p:cNvPr id="64615" name="文本框 52327"/>
            <p:cNvSpPr txBox="1"/>
            <p:nvPr/>
          </p:nvSpPr>
          <p:spPr>
            <a:xfrm>
              <a:off x="2272" y="1881"/>
              <a:ext cx="444" cy="249"/>
            </a:xfrm>
            <a:prstGeom prst="rect">
              <a:avLst/>
            </a:prstGeom>
            <a:noFill/>
            <a:ln w="9525">
              <a:noFill/>
              <a:miter/>
            </a:ln>
          </p:spPr>
          <p:txBody>
            <a:bodyPr anchor="t"/>
            <a:p>
              <a:pPr lvl="0" algn="just">
                <a:lnSpc>
                  <a:spcPct val="120000"/>
                </a:lnSpc>
                <a:buClr>
                  <a:srgbClr val="000000"/>
                </a:buClr>
              </a:pPr>
              <a:r>
                <a:rPr lang="en-US" altLang="zh-CN">
                  <a:solidFill>
                    <a:schemeClr val="tx1"/>
                  </a:solidFill>
                  <a:latin typeface="Times New Roman" panose="02020603050405020304" charset="0"/>
                  <a:ea typeface="宋体" panose="02010600030101010101" pitchFamily="2" charset="-122"/>
                </a:rPr>
                <a:t>id=9</a:t>
              </a:r>
              <a:endParaRPr lang="en-US" altLang="zh-CN">
                <a:solidFill>
                  <a:schemeClr val="tx1"/>
                </a:solidFill>
                <a:latin typeface="Times New Roman" panose="02020603050405020304" charset="0"/>
                <a:ea typeface="宋体" panose="02010600030101010101" pitchFamily="2" charset="-122"/>
              </a:endParaRPr>
            </a:p>
          </p:txBody>
        </p:sp>
        <p:sp>
          <p:nvSpPr>
            <p:cNvPr id="64616" name="文本框 52328"/>
            <p:cNvSpPr txBox="1"/>
            <p:nvPr/>
          </p:nvSpPr>
          <p:spPr>
            <a:xfrm>
              <a:off x="3705" y="1890"/>
              <a:ext cx="648" cy="249"/>
            </a:xfrm>
            <a:prstGeom prst="rect">
              <a:avLst/>
            </a:prstGeom>
            <a:noFill/>
            <a:ln w="9525">
              <a:noFill/>
              <a:miter/>
            </a:ln>
          </p:spPr>
          <p:txBody>
            <a:bodyPr anchor="t"/>
            <a:p>
              <a:pPr lvl="0" algn="just">
                <a:lnSpc>
                  <a:spcPct val="120000"/>
                </a:lnSpc>
                <a:buClr>
                  <a:srgbClr val="000000"/>
                </a:buClr>
              </a:pPr>
              <a:r>
                <a:rPr lang="en-US" altLang="zh-CN">
                  <a:solidFill>
                    <a:schemeClr val="tx1"/>
                  </a:solidFill>
                  <a:latin typeface="Times New Roman" panose="02020603050405020304" charset="0"/>
                  <a:ea typeface="宋体" panose="02010600030101010101" pitchFamily="2" charset="-122"/>
                </a:rPr>
                <a:t>id=10</a:t>
              </a:r>
              <a:endParaRPr lang="en-US" altLang="zh-CN">
                <a:solidFill>
                  <a:schemeClr val="tx1"/>
                </a:solidFill>
                <a:latin typeface="Times New Roman" panose="02020603050405020304" charset="0"/>
                <a:ea typeface="宋体" panose="02010600030101010101" pitchFamily="2" charset="-122"/>
              </a:endParaRPr>
            </a:p>
          </p:txBody>
        </p:sp>
        <p:sp>
          <p:nvSpPr>
            <p:cNvPr id="64617" name="文本框 52329"/>
            <p:cNvSpPr txBox="1"/>
            <p:nvPr/>
          </p:nvSpPr>
          <p:spPr>
            <a:xfrm>
              <a:off x="790" y="2349"/>
              <a:ext cx="445" cy="249"/>
            </a:xfrm>
            <a:prstGeom prst="rect">
              <a:avLst/>
            </a:prstGeom>
            <a:noFill/>
            <a:ln w="9525">
              <a:noFill/>
              <a:miter/>
            </a:ln>
          </p:spPr>
          <p:txBody>
            <a:bodyPr anchor="t"/>
            <a:p>
              <a:pPr lvl="0" algn="just">
                <a:lnSpc>
                  <a:spcPct val="120000"/>
                </a:lnSpc>
                <a:buClr>
                  <a:srgbClr val="000000"/>
                </a:buClr>
              </a:pPr>
              <a:r>
                <a:rPr lang="en-US" altLang="zh-CN">
                  <a:solidFill>
                    <a:schemeClr val="tx1"/>
                  </a:solidFill>
                  <a:latin typeface="Times New Roman" panose="02020603050405020304" charset="0"/>
                  <a:ea typeface="宋体" panose="02010600030101010101" pitchFamily="2" charset="-122"/>
                </a:rPr>
                <a:t>id=6</a:t>
              </a:r>
              <a:endParaRPr lang="en-US" altLang="zh-CN">
                <a:solidFill>
                  <a:schemeClr val="tx1"/>
                </a:solidFill>
                <a:latin typeface="Times New Roman" panose="02020603050405020304" charset="0"/>
                <a:ea typeface="宋体" panose="02010600030101010101" pitchFamily="2" charset="-122"/>
              </a:endParaRPr>
            </a:p>
          </p:txBody>
        </p:sp>
        <p:sp>
          <p:nvSpPr>
            <p:cNvPr id="64618" name="文本框 52330"/>
            <p:cNvSpPr txBox="1"/>
            <p:nvPr/>
          </p:nvSpPr>
          <p:spPr>
            <a:xfrm>
              <a:off x="1136" y="2349"/>
              <a:ext cx="444" cy="249"/>
            </a:xfrm>
            <a:prstGeom prst="rect">
              <a:avLst/>
            </a:prstGeom>
            <a:noFill/>
            <a:ln w="9525">
              <a:noFill/>
              <a:miter/>
            </a:ln>
          </p:spPr>
          <p:txBody>
            <a:bodyPr anchor="t"/>
            <a:p>
              <a:pPr lvl="0" algn="just">
                <a:lnSpc>
                  <a:spcPct val="120000"/>
                </a:lnSpc>
                <a:buClr>
                  <a:srgbClr val="000000"/>
                </a:buClr>
              </a:pPr>
              <a:r>
                <a:rPr lang="en-US" altLang="zh-CN">
                  <a:solidFill>
                    <a:schemeClr val="tx1"/>
                  </a:solidFill>
                  <a:latin typeface="Times New Roman" panose="02020603050405020304" charset="0"/>
                  <a:ea typeface="宋体" panose="02010600030101010101" pitchFamily="2" charset="-122"/>
                </a:rPr>
                <a:t>id=7</a:t>
              </a:r>
              <a:endParaRPr lang="en-US" altLang="zh-CN">
                <a:solidFill>
                  <a:schemeClr val="tx1"/>
                </a:solidFill>
                <a:latin typeface="Times New Roman" panose="02020603050405020304" charset="0"/>
                <a:ea typeface="宋体" panose="02010600030101010101" pitchFamily="2" charset="-122"/>
              </a:endParaRPr>
            </a:p>
          </p:txBody>
        </p:sp>
        <p:sp>
          <p:nvSpPr>
            <p:cNvPr id="64619" name="文本框 52331"/>
            <p:cNvSpPr txBox="1"/>
            <p:nvPr/>
          </p:nvSpPr>
          <p:spPr>
            <a:xfrm>
              <a:off x="2424" y="0"/>
              <a:ext cx="735" cy="300"/>
            </a:xfrm>
            <a:prstGeom prst="rect">
              <a:avLst/>
            </a:prstGeom>
            <a:noFill/>
            <a:ln w="9525">
              <a:noFill/>
              <a:miter/>
            </a:ln>
          </p:spPr>
          <p:txBody>
            <a:bodyPr anchor="t"/>
            <a:p>
              <a:pPr lvl="0" algn="just">
                <a:lnSpc>
                  <a:spcPct val="120000"/>
                </a:lnSpc>
                <a:buClr>
                  <a:srgbClr val="000000"/>
                </a:buClr>
              </a:pPr>
              <a:r>
                <a:rPr lang="zh-CN" altLang="en-US">
                  <a:solidFill>
                    <a:schemeClr val="tx1"/>
                  </a:solidFill>
                  <a:latin typeface="Times New Roman" panose="02020603050405020304" charset="0"/>
                  <a:ea typeface="宋体" panose="02010600030101010101" pitchFamily="2" charset="-122"/>
                </a:rPr>
                <a:t>根目录 </a:t>
              </a:r>
              <a:r>
                <a:rPr lang="en-US" altLang="zh-CN">
                  <a:solidFill>
                    <a:schemeClr val="tx1"/>
                  </a:solidFill>
                  <a:latin typeface="Arial" panose="02080604020202020204" pitchFamily="34" charset="0"/>
                  <a:ea typeface="宋体" panose="02010600030101010101" pitchFamily="2" charset="-122"/>
                </a:rPr>
                <a:t>/ </a:t>
              </a:r>
              <a:r>
                <a:rPr lang="en-US" altLang="zh-CN">
                  <a:solidFill>
                    <a:schemeClr val="tx1"/>
                  </a:solidFill>
                  <a:latin typeface="Times New Roman" panose="02020603050405020304" charset="0"/>
                  <a:ea typeface="宋体" panose="02010600030101010101" pitchFamily="2" charset="-122"/>
                </a:rPr>
                <a:t> </a:t>
              </a:r>
              <a:endParaRPr lang="en-US" altLang="zh-CN">
                <a:solidFill>
                  <a:schemeClr val="tx1"/>
                </a:solidFill>
                <a:latin typeface="Times New Roman" panose="02020603050405020304" charset="0"/>
                <a:ea typeface="宋体" panose="02010600030101010101" pitchFamily="2" charset="-122"/>
              </a:endParaRPr>
            </a:p>
          </p:txBody>
        </p:sp>
        <p:sp>
          <p:nvSpPr>
            <p:cNvPr id="64620" name="文本框 52332"/>
            <p:cNvSpPr txBox="1"/>
            <p:nvPr/>
          </p:nvSpPr>
          <p:spPr>
            <a:xfrm>
              <a:off x="692" y="900"/>
              <a:ext cx="642" cy="299"/>
            </a:xfrm>
            <a:prstGeom prst="rect">
              <a:avLst/>
            </a:prstGeom>
            <a:noFill/>
            <a:ln w="9525">
              <a:noFill/>
              <a:miter/>
            </a:ln>
          </p:spPr>
          <p:txBody>
            <a:bodyPr anchor="t"/>
            <a:p>
              <a:pPr lvl="0" algn="just">
                <a:lnSpc>
                  <a:spcPct val="120000"/>
                </a:lnSpc>
                <a:buClr>
                  <a:srgbClr val="000000"/>
                </a:buClr>
              </a:pPr>
              <a:r>
                <a:rPr lang="zh-CN" altLang="en-US">
                  <a:solidFill>
                    <a:schemeClr val="tx1"/>
                  </a:solidFill>
                  <a:latin typeface="Times New Roman" panose="02020603050405020304" charset="0"/>
                  <a:ea typeface="宋体" panose="02010600030101010101" pitchFamily="2" charset="-122"/>
                </a:rPr>
                <a:t>子目录 </a:t>
              </a:r>
              <a:r>
                <a:rPr lang="en-US" altLang="zh-CN">
                  <a:solidFill>
                    <a:schemeClr val="tx1"/>
                  </a:solidFill>
                  <a:latin typeface="Times New Roman" panose="02020603050405020304" charset="0"/>
                  <a:ea typeface="宋体" panose="02010600030101010101" pitchFamily="2" charset="-122"/>
                </a:rPr>
                <a:t>a</a:t>
              </a:r>
              <a:endParaRPr lang="en-US" altLang="zh-CN">
                <a:solidFill>
                  <a:schemeClr val="tx1"/>
                </a:solidFill>
                <a:latin typeface="Times New Roman" panose="02020603050405020304" charset="0"/>
                <a:ea typeface="宋体" panose="02010600030101010101" pitchFamily="2" charset="-122"/>
              </a:endParaRPr>
            </a:p>
          </p:txBody>
        </p:sp>
        <p:sp>
          <p:nvSpPr>
            <p:cNvPr id="64621" name="文本框 52333"/>
            <p:cNvSpPr txBox="1"/>
            <p:nvPr/>
          </p:nvSpPr>
          <p:spPr>
            <a:xfrm>
              <a:off x="2124" y="900"/>
              <a:ext cx="643" cy="299"/>
            </a:xfrm>
            <a:prstGeom prst="rect">
              <a:avLst/>
            </a:prstGeom>
            <a:noFill/>
            <a:ln w="9525">
              <a:noFill/>
              <a:miter/>
            </a:ln>
          </p:spPr>
          <p:txBody>
            <a:bodyPr anchor="t"/>
            <a:p>
              <a:pPr lvl="0" algn="just">
                <a:lnSpc>
                  <a:spcPct val="120000"/>
                </a:lnSpc>
                <a:buClr>
                  <a:srgbClr val="000000"/>
                </a:buClr>
              </a:pPr>
              <a:r>
                <a:rPr lang="zh-CN" altLang="en-US">
                  <a:solidFill>
                    <a:schemeClr val="tx1"/>
                  </a:solidFill>
                  <a:latin typeface="Times New Roman" panose="02020603050405020304" charset="0"/>
                  <a:ea typeface="宋体" panose="02010600030101010101" pitchFamily="2" charset="-122"/>
                </a:rPr>
                <a:t>子目录 </a:t>
              </a:r>
              <a:r>
                <a:rPr lang="en-US" altLang="zh-CN">
                  <a:solidFill>
                    <a:schemeClr val="tx1"/>
                  </a:solidFill>
                  <a:latin typeface="Times New Roman" panose="02020603050405020304" charset="0"/>
                  <a:ea typeface="宋体" panose="02010600030101010101" pitchFamily="2" charset="-122"/>
                </a:rPr>
                <a:t>b</a:t>
              </a:r>
              <a:endParaRPr lang="en-US" altLang="zh-CN">
                <a:solidFill>
                  <a:schemeClr val="tx1"/>
                </a:solidFill>
                <a:latin typeface="Times New Roman" panose="02020603050405020304" charset="0"/>
                <a:ea typeface="宋体" panose="02010600030101010101" pitchFamily="2" charset="-122"/>
              </a:endParaRPr>
            </a:p>
          </p:txBody>
        </p:sp>
        <p:sp>
          <p:nvSpPr>
            <p:cNvPr id="64622" name="文本框 52334"/>
            <p:cNvSpPr txBox="1"/>
            <p:nvPr/>
          </p:nvSpPr>
          <p:spPr>
            <a:xfrm>
              <a:off x="4347" y="900"/>
              <a:ext cx="642" cy="299"/>
            </a:xfrm>
            <a:prstGeom prst="rect">
              <a:avLst/>
            </a:prstGeom>
            <a:noFill/>
            <a:ln w="9525">
              <a:noFill/>
              <a:miter/>
            </a:ln>
          </p:spPr>
          <p:txBody>
            <a:bodyPr anchor="t"/>
            <a:p>
              <a:pPr lvl="0" algn="just">
                <a:lnSpc>
                  <a:spcPct val="120000"/>
                </a:lnSpc>
                <a:buClr>
                  <a:srgbClr val="000000"/>
                </a:buClr>
              </a:pPr>
              <a:r>
                <a:rPr lang="zh-CN" altLang="en-US">
                  <a:solidFill>
                    <a:schemeClr val="tx1"/>
                  </a:solidFill>
                  <a:latin typeface="Times New Roman" panose="02020603050405020304" charset="0"/>
                  <a:ea typeface="宋体" panose="02010600030101010101" pitchFamily="2" charset="-122"/>
                </a:rPr>
                <a:t>子目录 </a:t>
              </a:r>
              <a:r>
                <a:rPr lang="en-US" altLang="zh-CN">
                  <a:solidFill>
                    <a:schemeClr val="tx1"/>
                  </a:solidFill>
                  <a:latin typeface="Times New Roman" panose="02020603050405020304" charset="0"/>
                  <a:ea typeface="宋体" panose="02010600030101010101" pitchFamily="2" charset="-122"/>
                </a:rPr>
                <a:t>c</a:t>
              </a:r>
              <a:endParaRPr lang="en-US" altLang="zh-CN">
                <a:solidFill>
                  <a:schemeClr val="tx1"/>
                </a:solidFill>
                <a:latin typeface="Times New Roman" panose="02020603050405020304" charset="0"/>
                <a:ea typeface="宋体" panose="02010600030101010101" pitchFamily="2" charset="-122"/>
              </a:endParaRPr>
            </a:p>
          </p:txBody>
        </p:sp>
        <p:sp>
          <p:nvSpPr>
            <p:cNvPr id="64623" name="文本框 52335"/>
            <p:cNvSpPr txBox="1"/>
            <p:nvPr/>
          </p:nvSpPr>
          <p:spPr>
            <a:xfrm>
              <a:off x="0" y="1849"/>
              <a:ext cx="642" cy="299"/>
            </a:xfrm>
            <a:prstGeom prst="rect">
              <a:avLst/>
            </a:prstGeom>
            <a:noFill/>
            <a:ln w="9525">
              <a:noFill/>
              <a:miter/>
            </a:ln>
          </p:spPr>
          <p:txBody>
            <a:bodyPr anchor="t"/>
            <a:p>
              <a:pPr lvl="0" algn="just">
                <a:lnSpc>
                  <a:spcPct val="120000"/>
                </a:lnSpc>
                <a:buClr>
                  <a:srgbClr val="000000"/>
                </a:buClr>
              </a:pPr>
              <a:r>
                <a:rPr lang="zh-CN" altLang="en-US">
                  <a:solidFill>
                    <a:schemeClr val="tx1"/>
                  </a:solidFill>
                  <a:latin typeface="Times New Roman" panose="02020603050405020304" charset="0"/>
                  <a:ea typeface="宋体" panose="02010600030101010101" pitchFamily="2" charset="-122"/>
                </a:rPr>
                <a:t>子目录 </a:t>
              </a:r>
              <a:r>
                <a:rPr lang="en-US" altLang="zh-CN">
                  <a:solidFill>
                    <a:schemeClr val="tx1"/>
                  </a:solidFill>
                  <a:latin typeface="Times New Roman" panose="02020603050405020304" charset="0"/>
                  <a:ea typeface="宋体" panose="02010600030101010101" pitchFamily="2" charset="-122"/>
                </a:rPr>
                <a:t>a</a:t>
              </a:r>
              <a:endParaRPr lang="en-US" altLang="zh-CN">
                <a:solidFill>
                  <a:schemeClr val="tx1"/>
                </a:solidFill>
                <a:latin typeface="Times New Roman" panose="02020603050405020304" charset="0"/>
                <a:ea typeface="宋体" panose="02010600030101010101" pitchFamily="2" charset="-122"/>
              </a:endParaRPr>
            </a:p>
          </p:txBody>
        </p:sp>
        <p:sp>
          <p:nvSpPr>
            <p:cNvPr id="64624" name="文本框 52336"/>
            <p:cNvSpPr txBox="1"/>
            <p:nvPr/>
          </p:nvSpPr>
          <p:spPr>
            <a:xfrm>
              <a:off x="1433" y="1713"/>
              <a:ext cx="642" cy="299"/>
            </a:xfrm>
            <a:prstGeom prst="rect">
              <a:avLst/>
            </a:prstGeom>
            <a:noFill/>
            <a:ln w="9525">
              <a:noFill/>
              <a:miter/>
            </a:ln>
          </p:spPr>
          <p:txBody>
            <a:bodyPr anchor="t"/>
            <a:p>
              <a:pPr lvl="0" algn="just">
                <a:lnSpc>
                  <a:spcPct val="120000"/>
                </a:lnSpc>
                <a:buClr>
                  <a:srgbClr val="000000"/>
                </a:buClr>
              </a:pPr>
              <a:r>
                <a:rPr lang="zh-CN" altLang="en-US">
                  <a:solidFill>
                    <a:schemeClr val="tx1"/>
                  </a:solidFill>
                  <a:latin typeface="Times New Roman" panose="02020603050405020304" charset="0"/>
                  <a:ea typeface="宋体" panose="02010600030101010101" pitchFamily="2" charset="-122"/>
                </a:rPr>
                <a:t>子目录 </a:t>
              </a:r>
              <a:r>
                <a:rPr lang="en-US" altLang="zh-CN">
                  <a:solidFill>
                    <a:schemeClr val="tx1"/>
                  </a:solidFill>
                  <a:latin typeface="Times New Roman" panose="02020603050405020304" charset="0"/>
                  <a:ea typeface="宋体" panose="02010600030101010101" pitchFamily="2" charset="-122"/>
                </a:rPr>
                <a:t>f</a:t>
              </a:r>
              <a:endParaRPr lang="en-US" altLang="zh-CN">
                <a:solidFill>
                  <a:schemeClr val="tx1"/>
                </a:solidFill>
                <a:latin typeface="Times New Roman" panose="02020603050405020304" charset="0"/>
                <a:ea typeface="宋体" panose="02010600030101010101" pitchFamily="2" charset="-122"/>
              </a:endParaRPr>
            </a:p>
          </p:txBody>
        </p:sp>
        <p:sp>
          <p:nvSpPr>
            <p:cNvPr id="64625" name="文本框 52337"/>
            <p:cNvSpPr txBox="1"/>
            <p:nvPr/>
          </p:nvSpPr>
          <p:spPr>
            <a:xfrm>
              <a:off x="2174" y="1731"/>
              <a:ext cx="642" cy="299"/>
            </a:xfrm>
            <a:prstGeom prst="rect">
              <a:avLst/>
            </a:prstGeom>
            <a:noFill/>
            <a:ln w="9525">
              <a:noFill/>
              <a:miter/>
            </a:ln>
          </p:spPr>
          <p:txBody>
            <a:bodyPr anchor="t"/>
            <a:p>
              <a:pPr lvl="0" algn="just">
                <a:lnSpc>
                  <a:spcPct val="120000"/>
                </a:lnSpc>
                <a:buClr>
                  <a:srgbClr val="000000"/>
                </a:buClr>
              </a:pPr>
              <a:r>
                <a:rPr lang="zh-CN" altLang="en-US">
                  <a:solidFill>
                    <a:schemeClr val="tx1"/>
                  </a:solidFill>
                  <a:latin typeface="Times New Roman" panose="02020603050405020304" charset="0"/>
                  <a:ea typeface="宋体" panose="02010600030101010101" pitchFamily="2" charset="-122"/>
                </a:rPr>
                <a:t>子目录 </a:t>
              </a:r>
              <a:r>
                <a:rPr lang="en-US" altLang="zh-CN">
                  <a:solidFill>
                    <a:schemeClr val="tx1"/>
                  </a:solidFill>
                  <a:latin typeface="Times New Roman" panose="02020603050405020304" charset="0"/>
                  <a:ea typeface="宋体" panose="02010600030101010101" pitchFamily="2" charset="-122"/>
                </a:rPr>
                <a:t>e</a:t>
              </a:r>
              <a:endParaRPr lang="en-US" altLang="zh-CN">
                <a:solidFill>
                  <a:schemeClr val="tx1"/>
                </a:solidFill>
                <a:latin typeface="Times New Roman" panose="02020603050405020304" charset="0"/>
                <a:ea typeface="宋体" panose="02010600030101010101" pitchFamily="2" charset="-122"/>
              </a:endParaRPr>
            </a:p>
          </p:txBody>
        </p:sp>
        <p:sp>
          <p:nvSpPr>
            <p:cNvPr id="64626" name="文本框 52338"/>
            <p:cNvSpPr txBox="1"/>
            <p:nvPr/>
          </p:nvSpPr>
          <p:spPr>
            <a:xfrm>
              <a:off x="3485" y="1731"/>
              <a:ext cx="642" cy="299"/>
            </a:xfrm>
            <a:prstGeom prst="rect">
              <a:avLst/>
            </a:prstGeom>
            <a:noFill/>
            <a:ln w="9525">
              <a:noFill/>
              <a:miter/>
            </a:ln>
          </p:spPr>
          <p:txBody>
            <a:bodyPr anchor="t"/>
            <a:p>
              <a:pPr lvl="0" algn="just">
                <a:lnSpc>
                  <a:spcPct val="120000"/>
                </a:lnSpc>
                <a:buClr>
                  <a:srgbClr val="000000"/>
                </a:buClr>
              </a:pPr>
              <a:r>
                <a:rPr lang="zh-CN" altLang="en-US">
                  <a:solidFill>
                    <a:schemeClr val="tx1"/>
                  </a:solidFill>
                  <a:latin typeface="Times New Roman" panose="02020603050405020304" charset="0"/>
                  <a:ea typeface="宋体" panose="02010600030101010101" pitchFamily="2" charset="-122"/>
                </a:rPr>
                <a:t>子目录 </a:t>
              </a:r>
              <a:r>
                <a:rPr lang="en-US" altLang="zh-CN">
                  <a:solidFill>
                    <a:schemeClr val="tx1"/>
                  </a:solidFill>
                  <a:latin typeface="Times New Roman" panose="02020603050405020304" charset="0"/>
                  <a:ea typeface="宋体" panose="02010600030101010101" pitchFamily="2" charset="-122"/>
                </a:rPr>
                <a:t>d</a:t>
              </a:r>
              <a:endParaRPr lang="en-US" altLang="zh-CN">
                <a:solidFill>
                  <a:schemeClr val="tx1"/>
                </a:solidFill>
                <a:latin typeface="Times New Roman" panose="02020603050405020304" charset="0"/>
                <a:ea typeface="宋体" panose="02010600030101010101" pitchFamily="2" charset="-122"/>
              </a:endParaRPr>
            </a:p>
          </p:txBody>
        </p:sp>
        <p:sp>
          <p:nvSpPr>
            <p:cNvPr id="64627" name="直接连接符 52339"/>
            <p:cNvSpPr/>
            <p:nvPr/>
          </p:nvSpPr>
          <p:spPr>
            <a:xfrm>
              <a:off x="1482" y="2299"/>
              <a:ext cx="493" cy="0"/>
            </a:xfrm>
            <a:prstGeom prst="line">
              <a:avLst/>
            </a:prstGeom>
            <a:ln w="12700"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4628" name="直接连接符 52340"/>
            <p:cNvSpPr/>
            <p:nvPr/>
          </p:nvSpPr>
          <p:spPr>
            <a:xfrm>
              <a:off x="3359" y="2299"/>
              <a:ext cx="494" cy="0"/>
            </a:xfrm>
            <a:prstGeom prst="line">
              <a:avLst/>
            </a:prstGeom>
            <a:ln w="12700"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4629" name="直接连接符 52341"/>
            <p:cNvSpPr/>
            <p:nvPr/>
          </p:nvSpPr>
          <p:spPr>
            <a:xfrm>
              <a:off x="368" y="2308"/>
              <a:ext cx="445" cy="0"/>
            </a:xfrm>
            <a:prstGeom prst="line">
              <a:avLst/>
            </a:prstGeom>
            <a:ln w="12700"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gr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52227" grpId="0" uiExpand="1" build="p"/>
      <p:bldP spid="52229"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5537" name="文本框 53249"/>
          <p:cNvSpPr txBox="1"/>
          <p:nvPr/>
        </p:nvSpPr>
        <p:spPr>
          <a:xfrm>
            <a:off x="8493125" y="6510338"/>
            <a:ext cx="376238"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buFont typeface="Wingdings" panose="05000000000000000000" pitchFamily="2" charset="2"/>
              <a:buNone/>
            </a:pPr>
            <a:r>
              <a:rPr lang="en-US" altLang="zh-CN" b="0">
                <a:solidFill>
                  <a:schemeClr val="tx2"/>
                </a:solidFill>
                <a:latin typeface="Times New Roman" panose="02020603050405020304" charset="0"/>
                <a:ea typeface="宋体" panose="02010600030101010101" pitchFamily="2" charset="-122"/>
              </a:rPr>
              <a:t>30</a:t>
            </a:r>
            <a:endParaRPr lang="en-US" altLang="zh-CN" b="0">
              <a:solidFill>
                <a:schemeClr val="tx2"/>
              </a:solidFill>
              <a:latin typeface="Times New Roman" panose="02020603050405020304" charset="0"/>
              <a:ea typeface="宋体" panose="02010600030101010101" pitchFamily="2" charset="-122"/>
            </a:endParaRPr>
          </a:p>
        </p:txBody>
      </p:sp>
      <p:sp>
        <p:nvSpPr>
          <p:cNvPr id="53251" name="矩形 53250"/>
          <p:cNvSpPr/>
          <p:nvPr/>
        </p:nvSpPr>
        <p:spPr>
          <a:xfrm>
            <a:off x="231775" y="527050"/>
            <a:ext cx="4360863" cy="604838"/>
          </a:xfrm>
          <a:prstGeom prst="rect">
            <a:avLst/>
          </a:prstGeom>
          <a:noFill/>
          <a:ln w="9525">
            <a:noFill/>
            <a:miter/>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20000"/>
              </a:lnSpc>
              <a:spcBef>
                <a:spcPct val="20000"/>
              </a:spcBef>
              <a:buNone/>
            </a:pPr>
            <a:r>
              <a:rPr lang="en-US" altLang="zh-CN" sz="2800" b="1" strike="noStrike" noProof="1">
                <a:solidFill>
                  <a:srgbClr val="A50021"/>
                </a:solidFill>
                <a:latin typeface="Times New Roman" panose="02020603050405020304" charset="0"/>
                <a:ea typeface="宋体" panose="02010600030101010101" pitchFamily="2" charset="-122"/>
                <a:cs typeface="+mn-ea"/>
              </a:rPr>
              <a:t>(4) </a:t>
            </a:r>
            <a:r>
              <a:rPr lang="zh-CN" altLang="en-US" sz="2800" b="1" strike="noStrike" noProof="1">
                <a:solidFill>
                  <a:srgbClr val="A50021"/>
                </a:solidFill>
                <a:latin typeface="Times New Roman" panose="02020603050405020304" charset="0"/>
                <a:ea typeface="宋体" panose="02010600030101010101" pitchFamily="2" charset="-122"/>
                <a:cs typeface="+mn-ea"/>
              </a:rPr>
              <a:t>如何解决重名问题</a:t>
            </a:r>
            <a:endParaRPr lang="zh-CN" altLang="en-US" sz="2800" b="1" strike="noStrike" noProof="1">
              <a:solidFill>
                <a:srgbClr val="A50021"/>
              </a:solidFill>
              <a:latin typeface="Times New Roman" panose="02020603050405020304" charset="0"/>
              <a:ea typeface="宋体" panose="02010600030101010101" pitchFamily="2" charset="-122"/>
            </a:endParaRPr>
          </a:p>
        </p:txBody>
      </p:sp>
      <p:sp>
        <p:nvSpPr>
          <p:cNvPr id="53252" name="矩形 53251"/>
          <p:cNvSpPr/>
          <p:nvPr/>
        </p:nvSpPr>
        <p:spPr>
          <a:xfrm>
            <a:off x="381000" y="4286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Arial" panose="02080604020202020204" pitchFamily="34" charset="0"/>
                <a:ea typeface="宋体" panose="02010600030101010101" pitchFamily="2" charset="-122"/>
                <a:cs typeface="+mn-ea"/>
              </a:rPr>
              <a:t>文件系统</a:t>
            </a:r>
            <a:r>
              <a:rPr lang="en-US" altLang="zh-CN" sz="2400" strike="noStrike" noProof="1">
                <a:latin typeface="Arial" panose="02080604020202020204" pitchFamily="34" charset="0"/>
                <a:ea typeface="宋体" panose="02010600030101010101" pitchFamily="2" charset="-122"/>
                <a:cs typeface="+mn-ea"/>
              </a:rPr>
              <a:t>——</a:t>
            </a:r>
            <a:r>
              <a:rPr lang="zh-CN" altLang="en-US" sz="2400" strike="noStrike" noProof="1">
                <a:latin typeface="Arial" panose="02080604020202020204" pitchFamily="34" charset="0"/>
                <a:ea typeface="宋体" panose="02010600030101010101" pitchFamily="2" charset="-122"/>
                <a:cs typeface="+mn-ea"/>
              </a:rPr>
              <a:t>文件目录及其结构</a:t>
            </a:r>
            <a:endParaRPr lang="zh-CN" altLang="en-US" sz="2400" strike="noStrike" noProof="1">
              <a:ea typeface="宋体" panose="02010600030101010101" pitchFamily="2" charset="-122"/>
            </a:endParaRPr>
          </a:p>
        </p:txBody>
      </p:sp>
      <p:sp>
        <p:nvSpPr>
          <p:cNvPr id="53253" name="矩形 53252"/>
          <p:cNvSpPr/>
          <p:nvPr/>
        </p:nvSpPr>
        <p:spPr>
          <a:xfrm>
            <a:off x="922338" y="5056188"/>
            <a:ext cx="7742238" cy="1466850"/>
          </a:xfrm>
          <a:prstGeom prst="rect">
            <a:avLst/>
          </a:prstGeom>
          <a:noFill/>
          <a:ln w="9525">
            <a:noFill/>
            <a:miter/>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30000"/>
              </a:lnSpc>
            </a:pPr>
            <a:r>
              <a:rPr lang="zh-CN" altLang="en-US" sz="2000" strike="noStrike" noProof="1">
                <a:solidFill>
                  <a:schemeClr val="tx1"/>
                </a:solidFill>
                <a:latin typeface="Times New Roman" panose="02020603050405020304" charset="0"/>
                <a:ea typeface="宋体" panose="02010600030101010101" pitchFamily="2" charset="-122"/>
                <a:cs typeface="+mn-ea"/>
              </a:rPr>
              <a:t>图中</a:t>
            </a:r>
            <a:r>
              <a:rPr lang="en-US" altLang="zh-CN" sz="2000" strike="noStrike" noProof="1">
                <a:solidFill>
                  <a:schemeClr val="tx1"/>
                </a:solidFill>
                <a:latin typeface="Times New Roman" panose="02020603050405020304" charset="0"/>
                <a:ea typeface="宋体" panose="02010600030101010101" pitchFamily="2" charset="-122"/>
                <a:cs typeface="+mn-ea"/>
              </a:rPr>
              <a:t>id</a:t>
            </a:r>
            <a:r>
              <a:rPr lang="zh-CN" altLang="en-US" sz="2000" strike="noStrike" noProof="1">
                <a:solidFill>
                  <a:schemeClr val="tx1"/>
                </a:solidFill>
                <a:latin typeface="Times New Roman" panose="02020603050405020304" charset="0"/>
                <a:ea typeface="宋体" panose="02010600030101010101" pitchFamily="2" charset="-122"/>
                <a:cs typeface="+mn-ea"/>
              </a:rPr>
              <a:t>为</a:t>
            </a:r>
            <a:r>
              <a:rPr lang="en-US" altLang="zh-CN" sz="2000" strike="noStrike" noProof="1">
                <a:solidFill>
                  <a:schemeClr val="tx1"/>
                </a:solidFill>
                <a:latin typeface="Times New Roman" panose="02020603050405020304" charset="0"/>
                <a:ea typeface="宋体" panose="02010600030101010101" pitchFamily="2" charset="-122"/>
                <a:cs typeface="+mn-ea"/>
              </a:rPr>
              <a:t>13</a:t>
            </a:r>
            <a:r>
              <a:rPr lang="zh-CN" altLang="en-US" sz="2000" strike="noStrike" noProof="1">
                <a:solidFill>
                  <a:schemeClr val="tx1"/>
                </a:solidFill>
                <a:latin typeface="Times New Roman" panose="02020603050405020304" charset="0"/>
                <a:ea typeface="宋体" panose="02010600030101010101" pitchFamily="2" charset="-122"/>
                <a:cs typeface="+mn-ea"/>
              </a:rPr>
              <a:t>的文件与</a:t>
            </a:r>
            <a:r>
              <a:rPr lang="en-US" altLang="zh-CN" sz="2000" strike="noStrike" noProof="1">
                <a:solidFill>
                  <a:schemeClr val="tx1"/>
                </a:solidFill>
                <a:latin typeface="Times New Roman" panose="02020603050405020304" charset="0"/>
                <a:ea typeface="宋体" panose="02010600030101010101" pitchFamily="2" charset="-122"/>
                <a:cs typeface="+mn-ea"/>
              </a:rPr>
              <a:t>id</a:t>
            </a:r>
            <a:r>
              <a:rPr lang="zh-CN" altLang="en-US" sz="2000" strike="noStrike" noProof="1">
                <a:solidFill>
                  <a:schemeClr val="tx1"/>
                </a:solidFill>
                <a:latin typeface="Times New Roman" panose="02020603050405020304" charset="0"/>
                <a:ea typeface="宋体" panose="02010600030101010101" pitchFamily="2" charset="-122"/>
                <a:cs typeface="+mn-ea"/>
              </a:rPr>
              <a:t>为</a:t>
            </a:r>
            <a:r>
              <a:rPr lang="en-US" altLang="zh-CN" sz="2000" strike="noStrike" noProof="1">
                <a:solidFill>
                  <a:schemeClr val="tx1"/>
                </a:solidFill>
                <a:latin typeface="Times New Roman" panose="02020603050405020304" charset="0"/>
                <a:ea typeface="宋体" panose="02010600030101010101" pitchFamily="2" charset="-122"/>
                <a:cs typeface="+mn-ea"/>
              </a:rPr>
              <a:t>20</a:t>
            </a:r>
            <a:r>
              <a:rPr lang="zh-CN" altLang="en-US" sz="2000" strike="noStrike" noProof="1">
                <a:solidFill>
                  <a:schemeClr val="tx1"/>
                </a:solidFill>
                <a:latin typeface="Times New Roman" panose="02020603050405020304" charset="0"/>
                <a:ea typeface="宋体" panose="02010600030101010101" pitchFamily="2" charset="-122"/>
                <a:cs typeface="+mn-ea"/>
              </a:rPr>
              <a:t>的文件有相同的文件名，都为</a:t>
            </a:r>
            <a:r>
              <a:rPr lang="en-US" altLang="zh-CN" sz="2000" strike="noStrike" noProof="1">
                <a:solidFill>
                  <a:schemeClr val="tx1"/>
                </a:solidFill>
                <a:latin typeface="Times New Roman" panose="02020603050405020304" charset="0"/>
                <a:ea typeface="宋体" panose="02010600030101010101" pitchFamily="2" charset="-122"/>
                <a:cs typeface="+mn-ea"/>
              </a:rPr>
              <a:t>a</a:t>
            </a:r>
            <a:r>
              <a:rPr lang="zh-CN" altLang="en-US" sz="2000" strike="noStrike" noProof="1">
                <a:solidFill>
                  <a:schemeClr val="tx1"/>
                </a:solidFill>
                <a:latin typeface="Times New Roman" panose="02020603050405020304" charset="0"/>
                <a:ea typeface="宋体" panose="02010600030101010101" pitchFamily="2" charset="-122"/>
                <a:cs typeface="+mn-ea"/>
              </a:rPr>
              <a:t>。</a:t>
            </a:r>
            <a:endParaRPr lang="zh-CN" altLang="en-US" sz="2000" strike="noStrike" noProof="1">
              <a:solidFill>
                <a:schemeClr val="tx1"/>
              </a:solidFill>
              <a:latin typeface="Times New Roman" panose="02020603050405020304" charset="0"/>
              <a:ea typeface="宋体" panose="02010600030101010101" pitchFamily="2" charset="-122"/>
            </a:endParaRPr>
          </a:p>
          <a:p>
            <a:pPr marL="533400" lvl="0" indent="-533400" fontAlgn="base">
              <a:lnSpc>
                <a:spcPct val="130000"/>
              </a:lnSpc>
              <a:buNone/>
            </a:pPr>
            <a:r>
              <a:rPr lang="zh-CN" altLang="en-US" sz="2000" strike="noStrike" noProof="1">
                <a:solidFill>
                  <a:schemeClr val="tx1"/>
                </a:solidFill>
                <a:latin typeface="Times New Roman" panose="02020603050405020304" charset="0"/>
                <a:ea typeface="宋体" panose="02010600030101010101" pitchFamily="2" charset="-122"/>
                <a:cs typeface="+mn-ea"/>
              </a:rPr>
              <a:t>         </a:t>
            </a:r>
            <a:r>
              <a:rPr lang="en-US" altLang="zh-CN" sz="2000" strike="noStrike" noProof="1">
                <a:solidFill>
                  <a:schemeClr val="tx1"/>
                </a:solidFill>
                <a:latin typeface="Times New Roman" panose="02020603050405020304" charset="0"/>
                <a:ea typeface="宋体" panose="02010600030101010101" pitchFamily="2" charset="-122"/>
                <a:cs typeface="+mn-ea"/>
              </a:rPr>
              <a:t>id</a:t>
            </a:r>
            <a:r>
              <a:rPr lang="zh-CN" altLang="en-US" sz="2000" strike="noStrike" noProof="1">
                <a:solidFill>
                  <a:schemeClr val="tx1"/>
                </a:solidFill>
                <a:latin typeface="Times New Roman" panose="02020603050405020304" charset="0"/>
                <a:ea typeface="宋体" panose="02010600030101010101" pitchFamily="2" charset="-122"/>
                <a:cs typeface="+mn-ea"/>
              </a:rPr>
              <a:t>为</a:t>
            </a:r>
            <a:r>
              <a:rPr lang="en-US" altLang="zh-CN" sz="2000" strike="noStrike" noProof="1">
                <a:solidFill>
                  <a:schemeClr val="tx1"/>
                </a:solidFill>
                <a:latin typeface="Times New Roman" panose="02020603050405020304" charset="0"/>
                <a:ea typeface="宋体" panose="02010600030101010101" pitchFamily="2" charset="-122"/>
                <a:cs typeface="+mn-ea"/>
              </a:rPr>
              <a:t>13</a:t>
            </a:r>
            <a:r>
              <a:rPr lang="zh-CN" altLang="en-US" sz="2000" strike="noStrike" noProof="1">
                <a:solidFill>
                  <a:schemeClr val="tx1"/>
                </a:solidFill>
                <a:latin typeface="Times New Roman" panose="02020603050405020304" charset="0"/>
                <a:ea typeface="宋体" panose="02010600030101010101" pitchFamily="2" charset="-122"/>
                <a:cs typeface="+mn-ea"/>
              </a:rPr>
              <a:t>的文件的文件路径名</a:t>
            </a:r>
            <a:endParaRPr lang="zh-CN" altLang="en-US" sz="2000" strike="noStrike" noProof="1">
              <a:solidFill>
                <a:schemeClr val="tx1"/>
              </a:solidFill>
              <a:latin typeface="Times New Roman" panose="02020603050405020304" charset="0"/>
              <a:ea typeface="宋体" panose="02010600030101010101" pitchFamily="2" charset="-122"/>
            </a:endParaRPr>
          </a:p>
          <a:p>
            <a:pPr marL="533400" lvl="0" indent="-533400" fontAlgn="base">
              <a:lnSpc>
                <a:spcPct val="130000"/>
              </a:lnSpc>
              <a:buNone/>
            </a:pPr>
            <a:r>
              <a:rPr lang="zh-CN" altLang="en-US" sz="2000" strike="noStrike" noProof="1">
                <a:solidFill>
                  <a:schemeClr val="tx1"/>
                </a:solidFill>
                <a:latin typeface="Times New Roman" panose="02020603050405020304" charset="0"/>
                <a:ea typeface="宋体" panose="02010600030101010101" pitchFamily="2" charset="-122"/>
                <a:cs typeface="+mn-ea"/>
              </a:rPr>
              <a:t>         </a:t>
            </a:r>
            <a:r>
              <a:rPr lang="en-US" altLang="zh-CN" sz="2000" strike="noStrike" noProof="1">
                <a:solidFill>
                  <a:schemeClr val="tx1"/>
                </a:solidFill>
                <a:latin typeface="Times New Roman" panose="02020603050405020304" charset="0"/>
                <a:ea typeface="宋体" panose="02010600030101010101" pitchFamily="2" charset="-122"/>
                <a:cs typeface="+mn-ea"/>
              </a:rPr>
              <a:t>id</a:t>
            </a:r>
            <a:r>
              <a:rPr lang="zh-CN" altLang="en-US" sz="2000" strike="noStrike" noProof="1">
                <a:solidFill>
                  <a:schemeClr val="tx1"/>
                </a:solidFill>
                <a:latin typeface="Times New Roman" panose="02020603050405020304" charset="0"/>
                <a:ea typeface="宋体" panose="02010600030101010101" pitchFamily="2" charset="-122"/>
                <a:cs typeface="+mn-ea"/>
              </a:rPr>
              <a:t>为</a:t>
            </a:r>
            <a:r>
              <a:rPr lang="en-US" altLang="zh-CN" sz="2000" strike="noStrike" noProof="1">
                <a:solidFill>
                  <a:schemeClr val="tx1"/>
                </a:solidFill>
                <a:latin typeface="Times New Roman" panose="02020603050405020304" charset="0"/>
                <a:ea typeface="宋体" panose="02010600030101010101" pitchFamily="2" charset="-122"/>
                <a:cs typeface="+mn-ea"/>
              </a:rPr>
              <a:t>20</a:t>
            </a:r>
            <a:r>
              <a:rPr lang="zh-CN" altLang="en-US" sz="2000" strike="noStrike" noProof="1">
                <a:solidFill>
                  <a:schemeClr val="tx1"/>
                </a:solidFill>
                <a:latin typeface="Times New Roman" panose="02020603050405020304" charset="0"/>
                <a:ea typeface="宋体" panose="02010600030101010101" pitchFamily="2" charset="-122"/>
                <a:cs typeface="+mn-ea"/>
              </a:rPr>
              <a:t>的文件的文件路径名</a:t>
            </a:r>
            <a:endParaRPr lang="zh-CN" altLang="en-US" sz="2000" strike="noStrike" noProof="1">
              <a:solidFill>
                <a:schemeClr val="tx1"/>
              </a:solidFill>
              <a:latin typeface="Times New Roman" panose="02020603050405020304" charset="0"/>
              <a:ea typeface="宋体" panose="02010600030101010101" pitchFamily="2" charset="-122"/>
            </a:endParaRPr>
          </a:p>
        </p:txBody>
      </p:sp>
      <p:grpSp>
        <p:nvGrpSpPr>
          <p:cNvPr id="53255" name="组合 53254"/>
          <p:cNvGrpSpPr/>
          <p:nvPr/>
        </p:nvGrpSpPr>
        <p:grpSpPr>
          <a:xfrm>
            <a:off x="431800" y="673100"/>
            <a:ext cx="8197850" cy="4321175"/>
            <a:chOff x="0" y="0"/>
            <a:chExt cx="5146" cy="3298"/>
          </a:xfrm>
        </p:grpSpPr>
        <p:sp>
          <p:nvSpPr>
            <p:cNvPr id="53256" name="矩形 53255"/>
            <p:cNvSpPr/>
            <p:nvPr/>
          </p:nvSpPr>
          <p:spPr>
            <a:xfrm>
              <a:off x="2421" y="251"/>
              <a:ext cx="655" cy="402"/>
            </a:xfrm>
            <a:prstGeom prst="rect">
              <a:avLst/>
            </a:prstGeom>
            <a:solidFill>
              <a:srgbClr val="FFCCFF"/>
            </a:solidFill>
            <a:ln w="12700" cap="flat" cmpd="sng">
              <a:solidFill>
                <a:srgbClr val="000000"/>
              </a:solidFill>
              <a:prstDash val="solid"/>
              <a:miter/>
              <a:headEnd type="none" w="med" len="med"/>
              <a:tailEnd type="none" w="med" len="med"/>
            </a:ln>
          </p:spPr>
          <p:txBody>
            <a:bodyPr/>
            <a:p>
              <a:pPr marL="914400" lvl="0" indent="-340995" algn="ctr" fontAlgn="base">
                <a:lnSpc>
                  <a:spcPct val="120000"/>
                </a:lnSpc>
                <a:buClr>
                  <a:schemeClr val="tx2"/>
                </a:buClr>
                <a:buSzPct val="95000"/>
                <a:buFont typeface="Wingdings" panose="05000000000000000000" pitchFamily="2" charset="2"/>
                <a:buBlip>
                  <a:blip r:embed="rId1"/>
                </a:buBlip>
              </a:pPr>
              <a:endParaRPr sz="1400" b="1" strike="noStrike" noProof="1">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65543" name="直接连接符 53256"/>
            <p:cNvSpPr/>
            <p:nvPr/>
          </p:nvSpPr>
          <p:spPr>
            <a:xfrm>
              <a:off x="2421" y="447"/>
              <a:ext cx="655" cy="0"/>
            </a:xfrm>
            <a:prstGeom prst="line">
              <a:avLst/>
            </a:prstGeom>
            <a:ln w="12700"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5544" name="直接连接符 53257"/>
            <p:cNvSpPr/>
            <p:nvPr/>
          </p:nvSpPr>
          <p:spPr>
            <a:xfrm>
              <a:off x="2633" y="251"/>
              <a:ext cx="0" cy="402"/>
            </a:xfrm>
            <a:prstGeom prst="line">
              <a:avLst/>
            </a:prstGeom>
            <a:ln w="12700"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5545" name="直接连接符 53258"/>
            <p:cNvSpPr/>
            <p:nvPr/>
          </p:nvSpPr>
          <p:spPr>
            <a:xfrm>
              <a:off x="2853" y="251"/>
              <a:ext cx="0" cy="402"/>
            </a:xfrm>
            <a:prstGeom prst="line">
              <a:avLst/>
            </a:prstGeom>
            <a:ln w="12700"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5546" name="文本框 53259"/>
            <p:cNvSpPr txBox="1"/>
            <p:nvPr/>
          </p:nvSpPr>
          <p:spPr>
            <a:xfrm>
              <a:off x="2437" y="193"/>
              <a:ext cx="261" cy="282"/>
            </a:xfrm>
            <a:prstGeom prst="rect">
              <a:avLst/>
            </a:prstGeom>
            <a:noFill/>
            <a:ln w="9525">
              <a:noFill/>
              <a:miter/>
            </a:ln>
          </p:spPr>
          <p:txBody>
            <a:bodyPr anchor="t"/>
            <a:p>
              <a:pPr lvl="0" algn="just">
                <a:lnSpc>
                  <a:spcPct val="120000"/>
                </a:lnSpc>
                <a:buClr>
                  <a:srgbClr val="000000"/>
                </a:buClr>
              </a:pPr>
              <a:r>
                <a:rPr lang="en-US" altLang="zh-CN">
                  <a:solidFill>
                    <a:schemeClr val="tx1"/>
                  </a:solidFill>
                  <a:latin typeface="Times New Roman" panose="02020603050405020304" charset="0"/>
                  <a:ea typeface="宋体" panose="02010600030101010101" pitchFamily="2" charset="-122"/>
                </a:rPr>
                <a:t>a</a:t>
              </a:r>
              <a:endParaRPr lang="en-US" altLang="zh-CN">
                <a:solidFill>
                  <a:schemeClr val="tx1"/>
                </a:solidFill>
                <a:latin typeface="Times New Roman" panose="02020603050405020304" charset="0"/>
                <a:ea typeface="宋体" panose="02010600030101010101" pitchFamily="2" charset="-122"/>
              </a:endParaRPr>
            </a:p>
          </p:txBody>
        </p:sp>
        <p:sp>
          <p:nvSpPr>
            <p:cNvPr id="65547" name="文本框 53260"/>
            <p:cNvSpPr txBox="1"/>
            <p:nvPr/>
          </p:nvSpPr>
          <p:spPr>
            <a:xfrm>
              <a:off x="2660" y="197"/>
              <a:ext cx="260" cy="282"/>
            </a:xfrm>
            <a:prstGeom prst="rect">
              <a:avLst/>
            </a:prstGeom>
            <a:noFill/>
            <a:ln w="9525">
              <a:noFill/>
              <a:miter/>
            </a:ln>
          </p:spPr>
          <p:txBody>
            <a:bodyPr anchor="t"/>
            <a:p>
              <a:pPr lvl="0" algn="just">
                <a:lnSpc>
                  <a:spcPct val="120000"/>
                </a:lnSpc>
                <a:buClr>
                  <a:srgbClr val="000000"/>
                </a:buClr>
              </a:pPr>
              <a:r>
                <a:rPr lang="en-US" altLang="zh-CN">
                  <a:solidFill>
                    <a:schemeClr val="tx1"/>
                  </a:solidFill>
                  <a:latin typeface="Times New Roman" panose="02020603050405020304" charset="0"/>
                  <a:ea typeface="宋体" panose="02010600030101010101" pitchFamily="2" charset="-122"/>
                </a:rPr>
                <a:t>b</a:t>
              </a:r>
              <a:endParaRPr lang="en-US" altLang="zh-CN">
                <a:solidFill>
                  <a:schemeClr val="tx1"/>
                </a:solidFill>
                <a:latin typeface="Times New Roman" panose="02020603050405020304" charset="0"/>
                <a:ea typeface="宋体" panose="02010600030101010101" pitchFamily="2" charset="-122"/>
              </a:endParaRPr>
            </a:p>
          </p:txBody>
        </p:sp>
        <p:sp>
          <p:nvSpPr>
            <p:cNvPr id="65548" name="文本框 53261"/>
            <p:cNvSpPr txBox="1"/>
            <p:nvPr/>
          </p:nvSpPr>
          <p:spPr>
            <a:xfrm>
              <a:off x="2871" y="193"/>
              <a:ext cx="261" cy="282"/>
            </a:xfrm>
            <a:prstGeom prst="rect">
              <a:avLst/>
            </a:prstGeom>
            <a:noFill/>
            <a:ln w="9525">
              <a:noFill/>
              <a:miter/>
            </a:ln>
          </p:spPr>
          <p:txBody>
            <a:bodyPr anchor="t"/>
            <a:p>
              <a:pPr lvl="0" algn="just">
                <a:lnSpc>
                  <a:spcPct val="120000"/>
                </a:lnSpc>
                <a:buClr>
                  <a:srgbClr val="000000"/>
                </a:buClr>
              </a:pPr>
              <a:r>
                <a:rPr lang="en-US" altLang="zh-CN">
                  <a:solidFill>
                    <a:schemeClr val="tx1"/>
                  </a:solidFill>
                  <a:latin typeface="Times New Roman" panose="02020603050405020304" charset="0"/>
                  <a:ea typeface="宋体" panose="02010600030101010101" pitchFamily="2" charset="-122"/>
                </a:rPr>
                <a:t>c</a:t>
              </a:r>
              <a:endParaRPr lang="en-US" altLang="zh-CN">
                <a:solidFill>
                  <a:schemeClr val="tx1"/>
                </a:solidFill>
                <a:latin typeface="Times New Roman" panose="02020603050405020304" charset="0"/>
                <a:ea typeface="宋体" panose="02010600030101010101" pitchFamily="2" charset="-122"/>
              </a:endParaRPr>
            </a:p>
          </p:txBody>
        </p:sp>
        <p:sp>
          <p:nvSpPr>
            <p:cNvPr id="53263" name="矩形 53262"/>
            <p:cNvSpPr/>
            <p:nvPr/>
          </p:nvSpPr>
          <p:spPr>
            <a:xfrm>
              <a:off x="2439" y="1185"/>
              <a:ext cx="655" cy="402"/>
            </a:xfrm>
            <a:prstGeom prst="rect">
              <a:avLst/>
            </a:prstGeom>
            <a:solidFill>
              <a:srgbClr val="FFCCFF"/>
            </a:solidFill>
            <a:ln w="12700" cap="flat" cmpd="sng">
              <a:solidFill>
                <a:srgbClr val="000000"/>
              </a:solidFill>
              <a:prstDash val="solid"/>
              <a:miter/>
              <a:headEnd type="none" w="med" len="med"/>
              <a:tailEnd type="none" w="med" len="med"/>
            </a:ln>
          </p:spPr>
          <p:txBody>
            <a:bodyPr/>
            <a:p>
              <a:pPr marL="914400" lvl="0" indent="-340995" algn="ctr" fontAlgn="base">
                <a:lnSpc>
                  <a:spcPct val="120000"/>
                </a:lnSpc>
                <a:buClr>
                  <a:schemeClr val="tx2"/>
                </a:buClr>
                <a:buSzPct val="95000"/>
                <a:buFont typeface="Wingdings" panose="05000000000000000000" pitchFamily="2" charset="2"/>
                <a:buBlip>
                  <a:blip r:embed="rId1"/>
                </a:buBlip>
              </a:pPr>
              <a:endParaRPr sz="1400" b="1" strike="noStrike" noProof="1">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65550" name="直接连接符 53263"/>
            <p:cNvSpPr/>
            <p:nvPr/>
          </p:nvSpPr>
          <p:spPr>
            <a:xfrm>
              <a:off x="2651" y="1185"/>
              <a:ext cx="0" cy="402"/>
            </a:xfrm>
            <a:prstGeom prst="line">
              <a:avLst/>
            </a:prstGeom>
            <a:ln w="12700"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5551" name="直接连接符 53264"/>
            <p:cNvSpPr/>
            <p:nvPr/>
          </p:nvSpPr>
          <p:spPr>
            <a:xfrm>
              <a:off x="2874" y="1185"/>
              <a:ext cx="0" cy="402"/>
            </a:xfrm>
            <a:prstGeom prst="line">
              <a:avLst/>
            </a:prstGeom>
            <a:ln w="12700"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5552" name="文本框 53265"/>
            <p:cNvSpPr txBox="1"/>
            <p:nvPr/>
          </p:nvSpPr>
          <p:spPr>
            <a:xfrm>
              <a:off x="2456" y="1167"/>
              <a:ext cx="260" cy="282"/>
            </a:xfrm>
            <a:prstGeom prst="rect">
              <a:avLst/>
            </a:prstGeom>
            <a:noFill/>
            <a:ln w="9525">
              <a:noFill/>
              <a:miter/>
            </a:ln>
          </p:spPr>
          <p:txBody>
            <a:bodyPr anchor="t"/>
            <a:p>
              <a:pPr lvl="0" algn="just">
                <a:lnSpc>
                  <a:spcPct val="120000"/>
                </a:lnSpc>
                <a:buClr>
                  <a:srgbClr val="000000"/>
                </a:buClr>
              </a:pPr>
              <a:r>
                <a:rPr lang="en-US" altLang="zh-CN">
                  <a:solidFill>
                    <a:schemeClr val="tx1"/>
                  </a:solidFill>
                  <a:latin typeface="Times New Roman" panose="02020603050405020304" charset="0"/>
                  <a:ea typeface="宋体" panose="02010600030101010101" pitchFamily="2" charset="-122"/>
                </a:rPr>
                <a:t>f</a:t>
              </a:r>
              <a:endParaRPr lang="en-US" altLang="zh-CN">
                <a:solidFill>
                  <a:schemeClr val="tx1"/>
                </a:solidFill>
                <a:latin typeface="Times New Roman" panose="02020603050405020304" charset="0"/>
                <a:ea typeface="宋体" panose="02010600030101010101" pitchFamily="2" charset="-122"/>
              </a:endParaRPr>
            </a:p>
          </p:txBody>
        </p:sp>
        <p:sp>
          <p:nvSpPr>
            <p:cNvPr id="65553" name="文本框 53266"/>
            <p:cNvSpPr txBox="1"/>
            <p:nvPr/>
          </p:nvSpPr>
          <p:spPr>
            <a:xfrm>
              <a:off x="2668" y="1158"/>
              <a:ext cx="260" cy="282"/>
            </a:xfrm>
            <a:prstGeom prst="rect">
              <a:avLst/>
            </a:prstGeom>
            <a:noFill/>
            <a:ln w="9525">
              <a:noFill/>
              <a:miter/>
            </a:ln>
          </p:spPr>
          <p:txBody>
            <a:bodyPr anchor="t"/>
            <a:p>
              <a:pPr lvl="0" algn="just">
                <a:lnSpc>
                  <a:spcPct val="120000"/>
                </a:lnSpc>
                <a:buClr>
                  <a:srgbClr val="000000"/>
                </a:buClr>
              </a:pPr>
              <a:r>
                <a:rPr lang="en-US" altLang="zh-CN">
                  <a:solidFill>
                    <a:schemeClr val="tx1"/>
                  </a:solidFill>
                  <a:latin typeface="Times New Roman" panose="02020603050405020304" charset="0"/>
                  <a:ea typeface="宋体" panose="02010600030101010101" pitchFamily="2" charset="-122"/>
                </a:rPr>
                <a:t>e</a:t>
              </a:r>
              <a:endParaRPr lang="en-US" altLang="zh-CN">
                <a:solidFill>
                  <a:schemeClr val="tx1"/>
                </a:solidFill>
                <a:latin typeface="Times New Roman" panose="02020603050405020304" charset="0"/>
                <a:ea typeface="宋体" panose="02010600030101010101" pitchFamily="2" charset="-122"/>
              </a:endParaRPr>
            </a:p>
          </p:txBody>
        </p:sp>
        <p:sp>
          <p:nvSpPr>
            <p:cNvPr id="65554" name="文本框 53267"/>
            <p:cNvSpPr txBox="1"/>
            <p:nvPr/>
          </p:nvSpPr>
          <p:spPr>
            <a:xfrm>
              <a:off x="2874" y="1167"/>
              <a:ext cx="260" cy="282"/>
            </a:xfrm>
            <a:prstGeom prst="rect">
              <a:avLst/>
            </a:prstGeom>
            <a:noFill/>
            <a:ln w="9525">
              <a:noFill/>
              <a:miter/>
            </a:ln>
          </p:spPr>
          <p:txBody>
            <a:bodyPr anchor="t"/>
            <a:p>
              <a:pPr lvl="0" algn="just">
                <a:lnSpc>
                  <a:spcPct val="120000"/>
                </a:lnSpc>
                <a:buClr>
                  <a:srgbClr val="000000"/>
                </a:buClr>
              </a:pPr>
              <a:r>
                <a:rPr lang="en-US" altLang="zh-CN">
                  <a:solidFill>
                    <a:schemeClr val="tx1"/>
                  </a:solidFill>
                  <a:latin typeface="Times New Roman" panose="02020603050405020304" charset="0"/>
                  <a:ea typeface="宋体" panose="02010600030101010101" pitchFamily="2" charset="-122"/>
                </a:rPr>
                <a:t>d</a:t>
              </a:r>
              <a:endParaRPr lang="en-US" altLang="zh-CN">
                <a:solidFill>
                  <a:schemeClr val="tx1"/>
                </a:solidFill>
                <a:latin typeface="Times New Roman" panose="02020603050405020304" charset="0"/>
                <a:ea typeface="宋体" panose="02010600030101010101" pitchFamily="2" charset="-122"/>
              </a:endParaRPr>
            </a:p>
          </p:txBody>
        </p:sp>
        <p:sp>
          <p:nvSpPr>
            <p:cNvPr id="53269" name="矩形 53268"/>
            <p:cNvSpPr/>
            <p:nvPr/>
          </p:nvSpPr>
          <p:spPr>
            <a:xfrm>
              <a:off x="837" y="1174"/>
              <a:ext cx="657" cy="402"/>
            </a:xfrm>
            <a:prstGeom prst="rect">
              <a:avLst/>
            </a:prstGeom>
            <a:solidFill>
              <a:srgbClr val="FFCCFF"/>
            </a:solidFill>
            <a:ln w="12700" cap="flat" cmpd="sng">
              <a:solidFill>
                <a:srgbClr val="000000"/>
              </a:solidFill>
              <a:prstDash val="solid"/>
              <a:miter/>
              <a:headEnd type="none" w="med" len="med"/>
              <a:tailEnd type="none" w="med" len="med"/>
            </a:ln>
          </p:spPr>
          <p:txBody>
            <a:bodyPr/>
            <a:p>
              <a:pPr marL="914400" lvl="0" indent="-340995" algn="ctr" fontAlgn="base">
                <a:lnSpc>
                  <a:spcPct val="120000"/>
                </a:lnSpc>
                <a:buClr>
                  <a:schemeClr val="tx2"/>
                </a:buClr>
                <a:buSzPct val="95000"/>
                <a:buFont typeface="Wingdings" panose="05000000000000000000" pitchFamily="2" charset="2"/>
                <a:buBlip>
                  <a:blip r:embed="rId1"/>
                </a:buBlip>
              </a:pPr>
              <a:endParaRPr sz="1400" b="1" strike="noStrike" noProof="1">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65556" name="直接连接符 53269"/>
            <p:cNvSpPr/>
            <p:nvPr/>
          </p:nvSpPr>
          <p:spPr>
            <a:xfrm>
              <a:off x="837" y="1370"/>
              <a:ext cx="657" cy="0"/>
            </a:xfrm>
            <a:prstGeom prst="line">
              <a:avLst/>
            </a:prstGeom>
            <a:ln w="12700"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5557" name="直接连接符 53270"/>
            <p:cNvSpPr/>
            <p:nvPr/>
          </p:nvSpPr>
          <p:spPr>
            <a:xfrm>
              <a:off x="1049" y="1174"/>
              <a:ext cx="0" cy="402"/>
            </a:xfrm>
            <a:prstGeom prst="line">
              <a:avLst/>
            </a:prstGeom>
            <a:ln w="12700"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5558" name="直接连接符 53271"/>
            <p:cNvSpPr/>
            <p:nvPr/>
          </p:nvSpPr>
          <p:spPr>
            <a:xfrm>
              <a:off x="1272" y="1174"/>
              <a:ext cx="0" cy="402"/>
            </a:xfrm>
            <a:prstGeom prst="line">
              <a:avLst/>
            </a:prstGeom>
            <a:ln w="12700"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5559" name="文本框 53272"/>
            <p:cNvSpPr txBox="1"/>
            <p:nvPr/>
          </p:nvSpPr>
          <p:spPr>
            <a:xfrm>
              <a:off x="854" y="1116"/>
              <a:ext cx="260" cy="283"/>
            </a:xfrm>
            <a:prstGeom prst="rect">
              <a:avLst/>
            </a:prstGeom>
            <a:noFill/>
            <a:ln w="9525">
              <a:noFill/>
              <a:miter/>
            </a:ln>
          </p:spPr>
          <p:txBody>
            <a:bodyPr anchor="t"/>
            <a:p>
              <a:pPr lvl="0" algn="just">
                <a:lnSpc>
                  <a:spcPct val="120000"/>
                </a:lnSpc>
                <a:buClr>
                  <a:srgbClr val="000000"/>
                </a:buClr>
              </a:pPr>
              <a:r>
                <a:rPr lang="en-US" altLang="zh-CN">
                  <a:solidFill>
                    <a:schemeClr val="tx1"/>
                  </a:solidFill>
                  <a:latin typeface="Times New Roman" panose="02020603050405020304" charset="0"/>
                  <a:ea typeface="宋体" panose="02010600030101010101" pitchFamily="2" charset="-122"/>
                </a:rPr>
                <a:t>a</a:t>
              </a:r>
              <a:endParaRPr lang="en-US" altLang="zh-CN">
                <a:solidFill>
                  <a:schemeClr val="tx1"/>
                </a:solidFill>
                <a:latin typeface="Times New Roman" panose="02020603050405020304" charset="0"/>
                <a:ea typeface="宋体" panose="02010600030101010101" pitchFamily="2" charset="-122"/>
              </a:endParaRPr>
            </a:p>
          </p:txBody>
        </p:sp>
        <p:sp>
          <p:nvSpPr>
            <p:cNvPr id="65560" name="文本框 53273"/>
            <p:cNvSpPr txBox="1"/>
            <p:nvPr/>
          </p:nvSpPr>
          <p:spPr>
            <a:xfrm>
              <a:off x="1076" y="1120"/>
              <a:ext cx="262" cy="283"/>
            </a:xfrm>
            <a:prstGeom prst="rect">
              <a:avLst/>
            </a:prstGeom>
            <a:noFill/>
            <a:ln w="9525">
              <a:noFill/>
              <a:miter/>
            </a:ln>
          </p:spPr>
          <p:txBody>
            <a:bodyPr anchor="t"/>
            <a:p>
              <a:pPr lvl="0" algn="just">
                <a:lnSpc>
                  <a:spcPct val="120000"/>
                </a:lnSpc>
                <a:buClr>
                  <a:srgbClr val="000000"/>
                </a:buClr>
              </a:pPr>
              <a:r>
                <a:rPr lang="en-US" altLang="zh-CN">
                  <a:solidFill>
                    <a:schemeClr val="tx1"/>
                  </a:solidFill>
                  <a:latin typeface="Times New Roman" panose="02020603050405020304" charset="0"/>
                  <a:ea typeface="宋体" panose="02010600030101010101" pitchFamily="2" charset="-122"/>
                </a:rPr>
                <a:t>b</a:t>
              </a:r>
              <a:endParaRPr lang="en-US" altLang="zh-CN">
                <a:solidFill>
                  <a:schemeClr val="tx1"/>
                </a:solidFill>
                <a:latin typeface="Times New Roman" panose="02020603050405020304" charset="0"/>
                <a:ea typeface="宋体" panose="02010600030101010101" pitchFamily="2" charset="-122"/>
              </a:endParaRPr>
            </a:p>
          </p:txBody>
        </p:sp>
        <p:sp>
          <p:nvSpPr>
            <p:cNvPr id="65561" name="文本框 53274"/>
            <p:cNvSpPr txBox="1"/>
            <p:nvPr/>
          </p:nvSpPr>
          <p:spPr>
            <a:xfrm>
              <a:off x="1299" y="1125"/>
              <a:ext cx="260" cy="283"/>
            </a:xfrm>
            <a:prstGeom prst="rect">
              <a:avLst/>
            </a:prstGeom>
            <a:noFill/>
            <a:ln w="9525">
              <a:noFill/>
              <a:miter/>
            </a:ln>
          </p:spPr>
          <p:txBody>
            <a:bodyPr anchor="t"/>
            <a:p>
              <a:pPr lvl="0" algn="just">
                <a:lnSpc>
                  <a:spcPct val="120000"/>
                </a:lnSpc>
                <a:buClr>
                  <a:srgbClr val="000000"/>
                </a:buClr>
              </a:pPr>
              <a:r>
                <a:rPr lang="en-US" altLang="zh-CN">
                  <a:solidFill>
                    <a:schemeClr val="tx1"/>
                  </a:solidFill>
                  <a:latin typeface="Times New Roman" panose="02020603050405020304" charset="0"/>
                  <a:ea typeface="宋体" panose="02010600030101010101" pitchFamily="2" charset="-122"/>
                </a:rPr>
                <a:t>c</a:t>
              </a:r>
              <a:endParaRPr lang="en-US" altLang="zh-CN">
                <a:solidFill>
                  <a:schemeClr val="tx1"/>
                </a:solidFill>
                <a:latin typeface="Times New Roman" panose="02020603050405020304" charset="0"/>
                <a:ea typeface="宋体" panose="02010600030101010101" pitchFamily="2" charset="-122"/>
              </a:endParaRPr>
            </a:p>
          </p:txBody>
        </p:sp>
        <p:sp>
          <p:nvSpPr>
            <p:cNvPr id="53276" name="矩形 53275"/>
            <p:cNvSpPr/>
            <p:nvPr/>
          </p:nvSpPr>
          <p:spPr>
            <a:xfrm>
              <a:off x="3365" y="2108"/>
              <a:ext cx="488" cy="402"/>
            </a:xfrm>
            <a:prstGeom prst="rect">
              <a:avLst/>
            </a:prstGeom>
            <a:solidFill>
              <a:srgbClr val="FFCCFF"/>
            </a:solidFill>
            <a:ln w="12700" cap="flat" cmpd="sng">
              <a:solidFill>
                <a:srgbClr val="000000"/>
              </a:solidFill>
              <a:prstDash val="solid"/>
              <a:miter/>
              <a:headEnd type="none" w="med" len="med"/>
              <a:tailEnd type="none" w="med" len="med"/>
            </a:ln>
          </p:spPr>
          <p:txBody>
            <a:bodyPr/>
            <a:p>
              <a:pPr marL="914400" lvl="0" indent="-340995" algn="ctr" fontAlgn="base">
                <a:lnSpc>
                  <a:spcPct val="120000"/>
                </a:lnSpc>
                <a:buClr>
                  <a:schemeClr val="tx2"/>
                </a:buClr>
                <a:buSzPct val="95000"/>
                <a:buFont typeface="Wingdings" panose="05000000000000000000" pitchFamily="2" charset="2"/>
                <a:buBlip>
                  <a:blip r:embed="rId1"/>
                </a:buBlip>
              </a:pPr>
              <a:endParaRPr sz="1400" b="1" strike="noStrike" noProof="1">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65563" name="直接连接符 53276"/>
            <p:cNvSpPr/>
            <p:nvPr/>
          </p:nvSpPr>
          <p:spPr>
            <a:xfrm>
              <a:off x="3577" y="2108"/>
              <a:ext cx="0" cy="402"/>
            </a:xfrm>
            <a:prstGeom prst="line">
              <a:avLst/>
            </a:prstGeom>
            <a:ln w="12700"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5564" name="文本框 53277"/>
            <p:cNvSpPr txBox="1"/>
            <p:nvPr/>
          </p:nvSpPr>
          <p:spPr>
            <a:xfrm>
              <a:off x="3395" y="2067"/>
              <a:ext cx="260" cy="282"/>
            </a:xfrm>
            <a:prstGeom prst="rect">
              <a:avLst/>
            </a:prstGeom>
            <a:noFill/>
            <a:ln w="9525">
              <a:noFill/>
              <a:miter/>
            </a:ln>
          </p:spPr>
          <p:txBody>
            <a:bodyPr anchor="t"/>
            <a:p>
              <a:pPr lvl="0" algn="just">
                <a:lnSpc>
                  <a:spcPct val="120000"/>
                </a:lnSpc>
                <a:buClr>
                  <a:srgbClr val="000000"/>
                </a:buClr>
              </a:pPr>
              <a:r>
                <a:rPr lang="en-US" altLang="zh-CN">
                  <a:solidFill>
                    <a:schemeClr val="tx1"/>
                  </a:solidFill>
                  <a:latin typeface="Times New Roman" panose="02020603050405020304" charset="0"/>
                  <a:ea typeface="宋体" panose="02010600030101010101" pitchFamily="2" charset="-122"/>
                </a:rPr>
                <a:t>a</a:t>
              </a:r>
              <a:endParaRPr lang="en-US" altLang="zh-CN">
                <a:solidFill>
                  <a:schemeClr val="tx1"/>
                </a:solidFill>
                <a:latin typeface="Times New Roman" panose="02020603050405020304" charset="0"/>
                <a:ea typeface="宋体" panose="02010600030101010101" pitchFamily="2" charset="-122"/>
              </a:endParaRPr>
            </a:p>
          </p:txBody>
        </p:sp>
        <p:sp>
          <p:nvSpPr>
            <p:cNvPr id="65565" name="文本框 53278"/>
            <p:cNvSpPr txBox="1"/>
            <p:nvPr/>
          </p:nvSpPr>
          <p:spPr>
            <a:xfrm>
              <a:off x="3610" y="2072"/>
              <a:ext cx="261" cy="282"/>
            </a:xfrm>
            <a:prstGeom prst="rect">
              <a:avLst/>
            </a:prstGeom>
            <a:noFill/>
            <a:ln w="9525">
              <a:noFill/>
              <a:miter/>
            </a:ln>
          </p:spPr>
          <p:txBody>
            <a:bodyPr anchor="t"/>
            <a:p>
              <a:pPr lvl="0" algn="just">
                <a:lnSpc>
                  <a:spcPct val="120000"/>
                </a:lnSpc>
                <a:buClr>
                  <a:srgbClr val="000000"/>
                </a:buClr>
              </a:pPr>
              <a:r>
                <a:rPr lang="en-US" altLang="zh-CN">
                  <a:solidFill>
                    <a:schemeClr val="tx1"/>
                  </a:solidFill>
                  <a:latin typeface="Times New Roman" panose="02020603050405020304" charset="0"/>
                  <a:ea typeface="宋体" panose="02010600030101010101" pitchFamily="2" charset="-122"/>
                </a:rPr>
                <a:t>h</a:t>
              </a:r>
              <a:endParaRPr lang="en-US" altLang="zh-CN">
                <a:solidFill>
                  <a:schemeClr val="tx1"/>
                </a:solidFill>
                <a:latin typeface="Times New Roman" panose="02020603050405020304" charset="0"/>
                <a:ea typeface="宋体" panose="02010600030101010101" pitchFamily="2" charset="-122"/>
              </a:endParaRPr>
            </a:p>
          </p:txBody>
        </p:sp>
        <p:sp>
          <p:nvSpPr>
            <p:cNvPr id="53280" name="矩形 53279"/>
            <p:cNvSpPr/>
            <p:nvPr/>
          </p:nvSpPr>
          <p:spPr>
            <a:xfrm>
              <a:off x="1482" y="2099"/>
              <a:ext cx="493" cy="402"/>
            </a:xfrm>
            <a:prstGeom prst="rect">
              <a:avLst/>
            </a:prstGeom>
            <a:solidFill>
              <a:srgbClr val="FFCCFF"/>
            </a:solidFill>
            <a:ln w="12700" cap="flat" cmpd="sng">
              <a:solidFill>
                <a:srgbClr val="000000"/>
              </a:solidFill>
              <a:prstDash val="solid"/>
              <a:miter/>
              <a:headEnd type="none" w="med" len="med"/>
              <a:tailEnd type="none" w="med" len="med"/>
            </a:ln>
          </p:spPr>
          <p:txBody>
            <a:bodyPr/>
            <a:p>
              <a:pPr marL="914400" lvl="0" indent="-340995" algn="ctr" fontAlgn="base">
                <a:lnSpc>
                  <a:spcPct val="120000"/>
                </a:lnSpc>
                <a:buClr>
                  <a:schemeClr val="tx2"/>
                </a:buClr>
                <a:buSzPct val="95000"/>
                <a:buFont typeface="Wingdings" panose="05000000000000000000" pitchFamily="2" charset="2"/>
                <a:buBlip>
                  <a:blip r:embed="rId1"/>
                </a:buBlip>
              </a:pPr>
              <a:endParaRPr sz="1400" b="1" strike="noStrike" noProof="1">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65567" name="直接连接符 53280"/>
            <p:cNvSpPr/>
            <p:nvPr/>
          </p:nvSpPr>
          <p:spPr>
            <a:xfrm>
              <a:off x="1696" y="2108"/>
              <a:ext cx="0" cy="402"/>
            </a:xfrm>
            <a:prstGeom prst="line">
              <a:avLst/>
            </a:prstGeom>
            <a:ln w="12700"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5568" name="文本框 53281"/>
            <p:cNvSpPr txBox="1"/>
            <p:nvPr/>
          </p:nvSpPr>
          <p:spPr>
            <a:xfrm>
              <a:off x="1518" y="2067"/>
              <a:ext cx="260" cy="282"/>
            </a:xfrm>
            <a:prstGeom prst="rect">
              <a:avLst/>
            </a:prstGeom>
            <a:noFill/>
            <a:ln w="9525">
              <a:noFill/>
              <a:miter/>
            </a:ln>
          </p:spPr>
          <p:txBody>
            <a:bodyPr anchor="t"/>
            <a:p>
              <a:pPr lvl="0" algn="just">
                <a:lnSpc>
                  <a:spcPct val="120000"/>
                </a:lnSpc>
                <a:buClr>
                  <a:srgbClr val="000000"/>
                </a:buClr>
              </a:pPr>
              <a:r>
                <a:rPr lang="en-US" altLang="zh-CN">
                  <a:solidFill>
                    <a:schemeClr val="tx1"/>
                  </a:solidFill>
                  <a:latin typeface="Times New Roman" panose="02020603050405020304" charset="0"/>
                  <a:ea typeface="宋体" panose="02010600030101010101" pitchFamily="2" charset="-122"/>
                </a:rPr>
                <a:t>j</a:t>
              </a:r>
              <a:endParaRPr lang="en-US" altLang="zh-CN">
                <a:solidFill>
                  <a:schemeClr val="tx1"/>
                </a:solidFill>
                <a:latin typeface="Times New Roman" panose="02020603050405020304" charset="0"/>
                <a:ea typeface="宋体" panose="02010600030101010101" pitchFamily="2" charset="-122"/>
              </a:endParaRPr>
            </a:p>
          </p:txBody>
        </p:sp>
        <p:sp>
          <p:nvSpPr>
            <p:cNvPr id="65569" name="文本框 53282"/>
            <p:cNvSpPr txBox="1"/>
            <p:nvPr/>
          </p:nvSpPr>
          <p:spPr>
            <a:xfrm>
              <a:off x="1724" y="2072"/>
              <a:ext cx="260" cy="282"/>
            </a:xfrm>
            <a:prstGeom prst="rect">
              <a:avLst/>
            </a:prstGeom>
            <a:noFill/>
            <a:ln w="9525">
              <a:noFill/>
              <a:miter/>
            </a:ln>
          </p:spPr>
          <p:txBody>
            <a:bodyPr anchor="t"/>
            <a:p>
              <a:pPr lvl="0" algn="just">
                <a:lnSpc>
                  <a:spcPct val="120000"/>
                </a:lnSpc>
                <a:buClr>
                  <a:srgbClr val="000000"/>
                </a:buClr>
              </a:pPr>
              <a:r>
                <a:rPr lang="en-US" altLang="zh-CN">
                  <a:solidFill>
                    <a:schemeClr val="tx1"/>
                  </a:solidFill>
                  <a:latin typeface="Times New Roman" panose="02020603050405020304" charset="0"/>
                  <a:ea typeface="宋体" panose="02010600030101010101" pitchFamily="2" charset="-122"/>
                </a:rPr>
                <a:t>h</a:t>
              </a:r>
              <a:endParaRPr lang="en-US" altLang="zh-CN">
                <a:solidFill>
                  <a:schemeClr val="tx1"/>
                </a:solidFill>
                <a:latin typeface="Times New Roman" panose="02020603050405020304" charset="0"/>
                <a:ea typeface="宋体" panose="02010600030101010101" pitchFamily="2" charset="-122"/>
              </a:endParaRPr>
            </a:p>
          </p:txBody>
        </p:sp>
        <p:sp>
          <p:nvSpPr>
            <p:cNvPr id="53284" name="矩形 53283"/>
            <p:cNvSpPr/>
            <p:nvPr/>
          </p:nvSpPr>
          <p:spPr>
            <a:xfrm>
              <a:off x="2421" y="2119"/>
              <a:ext cx="655" cy="401"/>
            </a:xfrm>
            <a:prstGeom prst="rect">
              <a:avLst/>
            </a:prstGeom>
            <a:solidFill>
              <a:srgbClr val="FFCCFF"/>
            </a:solidFill>
            <a:ln w="12700" cap="flat" cmpd="sng">
              <a:solidFill>
                <a:srgbClr val="000000"/>
              </a:solidFill>
              <a:prstDash val="solid"/>
              <a:miter/>
              <a:headEnd type="none" w="med" len="med"/>
              <a:tailEnd type="none" w="med" len="med"/>
            </a:ln>
          </p:spPr>
          <p:txBody>
            <a:bodyPr/>
            <a:p>
              <a:pPr marL="914400" lvl="0" indent="-340995" algn="ctr" fontAlgn="base">
                <a:lnSpc>
                  <a:spcPct val="120000"/>
                </a:lnSpc>
                <a:buClr>
                  <a:schemeClr val="tx2"/>
                </a:buClr>
                <a:buSzPct val="95000"/>
                <a:buFont typeface="Wingdings" panose="05000000000000000000" pitchFamily="2" charset="2"/>
                <a:buBlip>
                  <a:blip r:embed="rId1"/>
                </a:buBlip>
              </a:pPr>
              <a:endParaRPr sz="1400" b="1" strike="noStrike" noProof="1">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65571" name="直接连接符 53284"/>
            <p:cNvSpPr/>
            <p:nvPr/>
          </p:nvSpPr>
          <p:spPr>
            <a:xfrm>
              <a:off x="2421" y="2314"/>
              <a:ext cx="655" cy="0"/>
            </a:xfrm>
            <a:prstGeom prst="line">
              <a:avLst/>
            </a:prstGeom>
            <a:ln w="12700"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5572" name="直接连接符 53285"/>
            <p:cNvSpPr/>
            <p:nvPr/>
          </p:nvSpPr>
          <p:spPr>
            <a:xfrm>
              <a:off x="2633" y="2119"/>
              <a:ext cx="0" cy="401"/>
            </a:xfrm>
            <a:prstGeom prst="line">
              <a:avLst/>
            </a:prstGeom>
            <a:ln w="12700"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5573" name="文本框 53286"/>
            <p:cNvSpPr txBox="1"/>
            <p:nvPr/>
          </p:nvSpPr>
          <p:spPr>
            <a:xfrm>
              <a:off x="2456" y="2099"/>
              <a:ext cx="260" cy="282"/>
            </a:xfrm>
            <a:prstGeom prst="rect">
              <a:avLst/>
            </a:prstGeom>
            <a:noFill/>
            <a:ln w="9525">
              <a:noFill/>
              <a:miter/>
            </a:ln>
          </p:spPr>
          <p:txBody>
            <a:bodyPr anchor="t"/>
            <a:p>
              <a:pPr lvl="0" algn="just">
                <a:lnSpc>
                  <a:spcPct val="120000"/>
                </a:lnSpc>
                <a:buClr>
                  <a:srgbClr val="000000"/>
                </a:buClr>
              </a:pPr>
              <a:r>
                <a:rPr lang="en-US" altLang="zh-CN">
                  <a:solidFill>
                    <a:schemeClr val="tx1"/>
                  </a:solidFill>
                  <a:latin typeface="Times New Roman" panose="02020603050405020304" charset="0"/>
                  <a:ea typeface="宋体" panose="02010600030101010101" pitchFamily="2" charset="-122"/>
                </a:rPr>
                <a:t>j</a:t>
              </a:r>
              <a:endParaRPr lang="en-US" altLang="zh-CN">
                <a:solidFill>
                  <a:schemeClr val="tx1"/>
                </a:solidFill>
                <a:latin typeface="Times New Roman" panose="02020603050405020304" charset="0"/>
                <a:ea typeface="宋体" panose="02010600030101010101" pitchFamily="2" charset="-122"/>
              </a:endParaRPr>
            </a:p>
          </p:txBody>
        </p:sp>
        <p:sp>
          <p:nvSpPr>
            <p:cNvPr id="65574" name="文本框 53287"/>
            <p:cNvSpPr txBox="1"/>
            <p:nvPr/>
          </p:nvSpPr>
          <p:spPr>
            <a:xfrm>
              <a:off x="2654" y="2099"/>
              <a:ext cx="260" cy="282"/>
            </a:xfrm>
            <a:prstGeom prst="rect">
              <a:avLst/>
            </a:prstGeom>
            <a:noFill/>
            <a:ln w="9525">
              <a:noFill/>
              <a:miter/>
            </a:ln>
          </p:spPr>
          <p:txBody>
            <a:bodyPr anchor="t"/>
            <a:p>
              <a:pPr lvl="0" algn="just">
                <a:lnSpc>
                  <a:spcPct val="120000"/>
                </a:lnSpc>
                <a:buClr>
                  <a:srgbClr val="000000"/>
                </a:buClr>
              </a:pPr>
              <a:r>
                <a:rPr lang="en-US" altLang="zh-CN">
                  <a:solidFill>
                    <a:schemeClr val="tx1"/>
                  </a:solidFill>
                  <a:latin typeface="Times New Roman" panose="02020603050405020304" charset="0"/>
                  <a:ea typeface="宋体" panose="02010600030101010101" pitchFamily="2" charset="-122"/>
                </a:rPr>
                <a:t>m</a:t>
              </a:r>
              <a:endParaRPr lang="en-US" altLang="zh-CN">
                <a:solidFill>
                  <a:schemeClr val="tx1"/>
                </a:solidFill>
                <a:latin typeface="Times New Roman" panose="02020603050405020304" charset="0"/>
                <a:ea typeface="宋体" panose="02010600030101010101" pitchFamily="2" charset="-122"/>
              </a:endParaRPr>
            </a:p>
          </p:txBody>
        </p:sp>
        <p:sp>
          <p:nvSpPr>
            <p:cNvPr id="65575" name="文本框 53288"/>
            <p:cNvSpPr txBox="1"/>
            <p:nvPr/>
          </p:nvSpPr>
          <p:spPr>
            <a:xfrm>
              <a:off x="2902" y="2099"/>
              <a:ext cx="260" cy="282"/>
            </a:xfrm>
            <a:prstGeom prst="rect">
              <a:avLst/>
            </a:prstGeom>
            <a:noFill/>
            <a:ln w="9525">
              <a:noFill/>
              <a:miter/>
            </a:ln>
          </p:spPr>
          <p:txBody>
            <a:bodyPr anchor="t"/>
            <a:p>
              <a:pPr lvl="0" algn="just">
                <a:lnSpc>
                  <a:spcPct val="120000"/>
                </a:lnSpc>
                <a:buClr>
                  <a:srgbClr val="000000"/>
                </a:buClr>
              </a:pPr>
              <a:r>
                <a:rPr lang="en-US" altLang="zh-CN">
                  <a:solidFill>
                    <a:schemeClr val="tx1"/>
                  </a:solidFill>
                  <a:latin typeface="Times New Roman" panose="02020603050405020304" charset="0"/>
                  <a:ea typeface="宋体" panose="02010600030101010101" pitchFamily="2" charset="-122"/>
                </a:rPr>
                <a:t>r</a:t>
              </a:r>
              <a:endParaRPr lang="en-US" altLang="zh-CN">
                <a:solidFill>
                  <a:schemeClr val="tx1"/>
                </a:solidFill>
                <a:latin typeface="Times New Roman" panose="02020603050405020304" charset="0"/>
                <a:ea typeface="宋体" panose="02010600030101010101" pitchFamily="2" charset="-122"/>
              </a:endParaRPr>
            </a:p>
          </p:txBody>
        </p:sp>
        <p:sp>
          <p:nvSpPr>
            <p:cNvPr id="65576" name="直接连接符 53289"/>
            <p:cNvSpPr/>
            <p:nvPr/>
          </p:nvSpPr>
          <p:spPr>
            <a:xfrm>
              <a:off x="2853" y="2119"/>
              <a:ext cx="0" cy="401"/>
            </a:xfrm>
            <a:prstGeom prst="line">
              <a:avLst/>
            </a:prstGeom>
            <a:ln w="12700"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53291" name="矩形 53290"/>
            <p:cNvSpPr/>
            <p:nvPr/>
          </p:nvSpPr>
          <p:spPr>
            <a:xfrm>
              <a:off x="4368" y="1185"/>
              <a:ext cx="435" cy="402"/>
            </a:xfrm>
            <a:prstGeom prst="rect">
              <a:avLst/>
            </a:prstGeom>
            <a:solidFill>
              <a:srgbClr val="FFCCFF"/>
            </a:solidFill>
            <a:ln w="12700" cap="flat" cmpd="sng">
              <a:solidFill>
                <a:srgbClr val="000000"/>
              </a:solidFill>
              <a:prstDash val="solid"/>
              <a:miter/>
              <a:headEnd type="none" w="med" len="med"/>
              <a:tailEnd type="none" w="med" len="med"/>
            </a:ln>
          </p:spPr>
          <p:txBody>
            <a:bodyPr/>
            <a:p>
              <a:pPr marL="914400" lvl="0" indent="-340995" algn="ctr" fontAlgn="base">
                <a:lnSpc>
                  <a:spcPct val="120000"/>
                </a:lnSpc>
                <a:buClr>
                  <a:schemeClr val="tx2"/>
                </a:buClr>
                <a:buSzPct val="95000"/>
                <a:buFont typeface="Wingdings" panose="05000000000000000000" pitchFamily="2" charset="2"/>
                <a:buBlip>
                  <a:blip r:embed="rId1"/>
                </a:buBlip>
              </a:pPr>
              <a:endParaRPr sz="1400" b="1" strike="noStrike" noProof="1">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65578" name="直接连接符 53291"/>
            <p:cNvSpPr/>
            <p:nvPr/>
          </p:nvSpPr>
          <p:spPr>
            <a:xfrm>
              <a:off x="4580" y="1185"/>
              <a:ext cx="0" cy="402"/>
            </a:xfrm>
            <a:prstGeom prst="line">
              <a:avLst/>
            </a:prstGeom>
            <a:ln w="12700"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5579" name="直接连接符 53292"/>
            <p:cNvSpPr/>
            <p:nvPr/>
          </p:nvSpPr>
          <p:spPr>
            <a:xfrm>
              <a:off x="4803" y="1185"/>
              <a:ext cx="0" cy="402"/>
            </a:xfrm>
            <a:prstGeom prst="line">
              <a:avLst/>
            </a:prstGeom>
            <a:ln w="12700"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5580" name="文本框 53293"/>
            <p:cNvSpPr txBox="1"/>
            <p:nvPr/>
          </p:nvSpPr>
          <p:spPr>
            <a:xfrm>
              <a:off x="4376" y="1126"/>
              <a:ext cx="260" cy="283"/>
            </a:xfrm>
            <a:prstGeom prst="rect">
              <a:avLst/>
            </a:prstGeom>
            <a:noFill/>
            <a:ln w="9525">
              <a:noFill/>
              <a:miter/>
            </a:ln>
          </p:spPr>
          <p:txBody>
            <a:bodyPr anchor="t"/>
            <a:p>
              <a:pPr lvl="0" algn="just">
                <a:lnSpc>
                  <a:spcPct val="120000"/>
                </a:lnSpc>
                <a:buClr>
                  <a:srgbClr val="000000"/>
                </a:buClr>
              </a:pPr>
              <a:r>
                <a:rPr lang="en-US" altLang="zh-CN">
                  <a:solidFill>
                    <a:schemeClr val="tx1"/>
                  </a:solidFill>
                  <a:latin typeface="Times New Roman" panose="02020603050405020304" charset="0"/>
                  <a:ea typeface="宋体" panose="02010600030101010101" pitchFamily="2" charset="-122"/>
                </a:rPr>
                <a:t>g</a:t>
              </a:r>
              <a:endParaRPr lang="en-US" altLang="zh-CN">
                <a:solidFill>
                  <a:schemeClr val="tx1"/>
                </a:solidFill>
                <a:latin typeface="Times New Roman" panose="02020603050405020304" charset="0"/>
                <a:ea typeface="宋体" panose="02010600030101010101" pitchFamily="2" charset="-122"/>
              </a:endParaRPr>
            </a:p>
          </p:txBody>
        </p:sp>
        <p:sp>
          <p:nvSpPr>
            <p:cNvPr id="65581" name="文本框 53294"/>
            <p:cNvSpPr txBox="1"/>
            <p:nvPr/>
          </p:nvSpPr>
          <p:spPr>
            <a:xfrm>
              <a:off x="4580" y="1130"/>
              <a:ext cx="261" cy="283"/>
            </a:xfrm>
            <a:prstGeom prst="rect">
              <a:avLst/>
            </a:prstGeom>
            <a:noFill/>
            <a:ln w="9525">
              <a:noFill/>
              <a:miter/>
            </a:ln>
          </p:spPr>
          <p:txBody>
            <a:bodyPr anchor="t"/>
            <a:p>
              <a:pPr lvl="0" algn="just">
                <a:lnSpc>
                  <a:spcPct val="120000"/>
                </a:lnSpc>
                <a:buClr>
                  <a:srgbClr val="000000"/>
                </a:buClr>
              </a:pPr>
              <a:r>
                <a:rPr lang="en-US" altLang="zh-CN">
                  <a:solidFill>
                    <a:schemeClr val="tx1"/>
                  </a:solidFill>
                  <a:latin typeface="Times New Roman" panose="02020603050405020304" charset="0"/>
                  <a:ea typeface="宋体" panose="02010600030101010101" pitchFamily="2" charset="-122"/>
                </a:rPr>
                <a:t>a</a:t>
              </a:r>
              <a:endParaRPr lang="en-US" altLang="zh-CN">
                <a:solidFill>
                  <a:schemeClr val="tx1"/>
                </a:solidFill>
                <a:latin typeface="Times New Roman" panose="02020603050405020304" charset="0"/>
                <a:ea typeface="宋体" panose="02010600030101010101" pitchFamily="2" charset="-122"/>
              </a:endParaRPr>
            </a:p>
          </p:txBody>
        </p:sp>
        <p:sp>
          <p:nvSpPr>
            <p:cNvPr id="65582" name="直接连接符 53295"/>
            <p:cNvSpPr/>
            <p:nvPr/>
          </p:nvSpPr>
          <p:spPr>
            <a:xfrm>
              <a:off x="4368" y="1381"/>
              <a:ext cx="435" cy="0"/>
            </a:xfrm>
            <a:prstGeom prst="line">
              <a:avLst/>
            </a:prstGeom>
            <a:ln w="12700"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53297" name="矩形 53296"/>
            <p:cNvSpPr/>
            <p:nvPr/>
          </p:nvSpPr>
          <p:spPr>
            <a:xfrm>
              <a:off x="365" y="2097"/>
              <a:ext cx="435" cy="401"/>
            </a:xfrm>
            <a:prstGeom prst="rect">
              <a:avLst/>
            </a:prstGeom>
            <a:solidFill>
              <a:srgbClr val="FFCCFF"/>
            </a:solidFill>
            <a:ln w="12700" cap="flat" cmpd="sng">
              <a:solidFill>
                <a:srgbClr val="000000"/>
              </a:solidFill>
              <a:prstDash val="solid"/>
              <a:miter/>
              <a:headEnd type="none" w="med" len="med"/>
              <a:tailEnd type="none" w="med" len="med"/>
            </a:ln>
          </p:spPr>
          <p:txBody>
            <a:bodyPr/>
            <a:p>
              <a:pPr marL="914400" lvl="0" indent="-340995" algn="ctr" fontAlgn="base">
                <a:lnSpc>
                  <a:spcPct val="120000"/>
                </a:lnSpc>
                <a:buClr>
                  <a:schemeClr val="tx2"/>
                </a:buClr>
                <a:buSzPct val="95000"/>
                <a:buFont typeface="Wingdings" panose="05000000000000000000" pitchFamily="2" charset="2"/>
                <a:buBlip>
                  <a:blip r:embed="rId1"/>
                </a:buBlip>
              </a:pPr>
              <a:endParaRPr sz="1400" b="1" strike="noStrike" noProof="1">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65584" name="直接连接符 53297"/>
            <p:cNvSpPr/>
            <p:nvPr/>
          </p:nvSpPr>
          <p:spPr>
            <a:xfrm>
              <a:off x="577" y="2097"/>
              <a:ext cx="0" cy="401"/>
            </a:xfrm>
            <a:prstGeom prst="line">
              <a:avLst/>
            </a:prstGeom>
            <a:ln w="12700"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5585" name="直接连接符 53298"/>
            <p:cNvSpPr/>
            <p:nvPr/>
          </p:nvSpPr>
          <p:spPr>
            <a:xfrm>
              <a:off x="800" y="2097"/>
              <a:ext cx="0" cy="401"/>
            </a:xfrm>
            <a:prstGeom prst="line">
              <a:avLst/>
            </a:prstGeom>
            <a:ln w="12700"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5586" name="文本框 53299"/>
            <p:cNvSpPr txBox="1"/>
            <p:nvPr/>
          </p:nvSpPr>
          <p:spPr>
            <a:xfrm>
              <a:off x="373" y="2048"/>
              <a:ext cx="260" cy="282"/>
            </a:xfrm>
            <a:prstGeom prst="rect">
              <a:avLst/>
            </a:prstGeom>
            <a:noFill/>
            <a:ln w="9525">
              <a:noFill/>
              <a:miter/>
            </a:ln>
          </p:spPr>
          <p:txBody>
            <a:bodyPr anchor="t"/>
            <a:p>
              <a:pPr lvl="0" algn="just">
                <a:lnSpc>
                  <a:spcPct val="120000"/>
                </a:lnSpc>
                <a:buClr>
                  <a:srgbClr val="000000"/>
                </a:buClr>
              </a:pPr>
              <a:r>
                <a:rPr lang="en-US" altLang="zh-CN">
                  <a:solidFill>
                    <a:schemeClr val="tx1"/>
                  </a:solidFill>
                  <a:latin typeface="Times New Roman" panose="02020603050405020304" charset="0"/>
                  <a:ea typeface="宋体" panose="02010600030101010101" pitchFamily="2" charset="-122"/>
                </a:rPr>
                <a:t>a</a:t>
              </a:r>
              <a:endParaRPr lang="en-US" altLang="zh-CN">
                <a:solidFill>
                  <a:schemeClr val="tx1"/>
                </a:solidFill>
                <a:latin typeface="Times New Roman" panose="02020603050405020304" charset="0"/>
                <a:ea typeface="宋体" panose="02010600030101010101" pitchFamily="2" charset="-122"/>
              </a:endParaRPr>
            </a:p>
          </p:txBody>
        </p:sp>
        <p:sp>
          <p:nvSpPr>
            <p:cNvPr id="65587" name="文本框 53300"/>
            <p:cNvSpPr txBox="1"/>
            <p:nvPr/>
          </p:nvSpPr>
          <p:spPr>
            <a:xfrm>
              <a:off x="577" y="2043"/>
              <a:ext cx="260" cy="282"/>
            </a:xfrm>
            <a:prstGeom prst="rect">
              <a:avLst/>
            </a:prstGeom>
            <a:noFill/>
            <a:ln w="9525">
              <a:noFill/>
              <a:miter/>
            </a:ln>
          </p:spPr>
          <p:txBody>
            <a:bodyPr anchor="t"/>
            <a:p>
              <a:pPr lvl="0" algn="just">
                <a:lnSpc>
                  <a:spcPct val="120000"/>
                </a:lnSpc>
                <a:buClr>
                  <a:srgbClr val="000000"/>
                </a:buClr>
              </a:pPr>
              <a:r>
                <a:rPr lang="en-US" altLang="zh-CN">
                  <a:solidFill>
                    <a:schemeClr val="tx1"/>
                  </a:solidFill>
                  <a:latin typeface="Times New Roman" panose="02020603050405020304" charset="0"/>
                  <a:ea typeface="宋体" panose="02010600030101010101" pitchFamily="2" charset="-122"/>
                </a:rPr>
                <a:t>c</a:t>
              </a:r>
              <a:endParaRPr lang="en-US" altLang="zh-CN">
                <a:solidFill>
                  <a:schemeClr val="tx1"/>
                </a:solidFill>
                <a:latin typeface="Times New Roman" panose="02020603050405020304" charset="0"/>
                <a:ea typeface="宋体" panose="02010600030101010101" pitchFamily="2" charset="-122"/>
              </a:endParaRPr>
            </a:p>
          </p:txBody>
        </p:sp>
        <p:sp>
          <p:nvSpPr>
            <p:cNvPr id="65588" name="直接连接符 53301"/>
            <p:cNvSpPr/>
            <p:nvPr/>
          </p:nvSpPr>
          <p:spPr>
            <a:xfrm>
              <a:off x="2757" y="577"/>
              <a:ext cx="0" cy="608"/>
            </a:xfrm>
            <a:prstGeom prst="line">
              <a:avLst/>
            </a:prstGeom>
            <a:ln w="12700" cap="flat" cmpd="sng">
              <a:solidFill>
                <a:srgbClr val="000000"/>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5589" name="直接连接符 53302"/>
            <p:cNvSpPr/>
            <p:nvPr/>
          </p:nvSpPr>
          <p:spPr>
            <a:xfrm flipH="1">
              <a:off x="1147" y="577"/>
              <a:ext cx="1369" cy="597"/>
            </a:xfrm>
            <a:prstGeom prst="line">
              <a:avLst/>
            </a:prstGeom>
            <a:ln w="12700" cap="flat" cmpd="sng">
              <a:solidFill>
                <a:srgbClr val="000000"/>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5590" name="直接连接符 53303"/>
            <p:cNvSpPr/>
            <p:nvPr/>
          </p:nvSpPr>
          <p:spPr>
            <a:xfrm>
              <a:off x="2988" y="577"/>
              <a:ext cx="1592" cy="597"/>
            </a:xfrm>
            <a:prstGeom prst="line">
              <a:avLst/>
            </a:prstGeom>
            <a:ln w="12700" cap="flat" cmpd="sng">
              <a:solidFill>
                <a:srgbClr val="000000"/>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5591" name="直接连接符 53304"/>
            <p:cNvSpPr/>
            <p:nvPr/>
          </p:nvSpPr>
          <p:spPr>
            <a:xfrm flipH="1">
              <a:off x="577" y="1489"/>
              <a:ext cx="366" cy="608"/>
            </a:xfrm>
            <a:prstGeom prst="line">
              <a:avLst/>
            </a:prstGeom>
            <a:ln w="12700" cap="flat" cmpd="sng">
              <a:solidFill>
                <a:srgbClr val="000000"/>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5592" name="直接连接符 53305"/>
            <p:cNvSpPr/>
            <p:nvPr/>
          </p:nvSpPr>
          <p:spPr>
            <a:xfrm>
              <a:off x="2757" y="1489"/>
              <a:ext cx="0" cy="630"/>
            </a:xfrm>
            <a:prstGeom prst="line">
              <a:avLst/>
            </a:prstGeom>
            <a:ln w="12700" cap="flat" cmpd="sng">
              <a:solidFill>
                <a:srgbClr val="000000"/>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5593" name="直接连接符 53306"/>
            <p:cNvSpPr/>
            <p:nvPr/>
          </p:nvSpPr>
          <p:spPr>
            <a:xfrm flipH="1">
              <a:off x="1802" y="1489"/>
              <a:ext cx="714" cy="619"/>
            </a:xfrm>
            <a:prstGeom prst="line">
              <a:avLst/>
            </a:prstGeom>
            <a:ln w="12700" cap="flat" cmpd="sng">
              <a:solidFill>
                <a:srgbClr val="000000"/>
              </a:solidFill>
              <a:prstDash val="solid"/>
              <a:round/>
              <a:headEnd type="none" w="med" len="med"/>
              <a:tailEnd type="triangl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5594" name="直接连接符 53307"/>
            <p:cNvSpPr/>
            <p:nvPr/>
          </p:nvSpPr>
          <p:spPr>
            <a:xfrm>
              <a:off x="2988" y="1489"/>
              <a:ext cx="695" cy="619"/>
            </a:xfrm>
            <a:prstGeom prst="line">
              <a:avLst/>
            </a:prstGeom>
            <a:ln w="12700" cap="flat" cmpd="sng">
              <a:solidFill>
                <a:srgbClr val="000000"/>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53309" name="椭圆 53308"/>
            <p:cNvSpPr/>
            <p:nvPr/>
          </p:nvSpPr>
          <p:spPr>
            <a:xfrm>
              <a:off x="887" y="2206"/>
              <a:ext cx="162" cy="173"/>
            </a:xfrm>
            <a:prstGeom prst="ellipse">
              <a:avLst/>
            </a:prstGeom>
            <a:solidFill>
              <a:srgbClr val="FFCCFF"/>
            </a:solidFill>
            <a:ln w="12700" cap="flat" cmpd="sng">
              <a:solidFill>
                <a:srgbClr val="000000"/>
              </a:solidFill>
              <a:prstDash val="solid"/>
              <a:headEnd type="none" w="med" len="med"/>
              <a:tailEnd type="none" w="med" len="med"/>
            </a:ln>
          </p:spPr>
          <p:txBody>
            <a:bodyPr/>
            <a:p>
              <a:pPr marL="914400" lvl="0" indent="-340995" algn="ctr" fontAlgn="base">
                <a:lnSpc>
                  <a:spcPct val="120000"/>
                </a:lnSpc>
                <a:buClr>
                  <a:schemeClr val="tx2"/>
                </a:buClr>
                <a:buSzPct val="95000"/>
                <a:buFont typeface="Wingdings" panose="05000000000000000000" pitchFamily="2" charset="2"/>
                <a:buBlip>
                  <a:blip r:embed="rId1"/>
                </a:buBlip>
              </a:pPr>
              <a:endParaRPr sz="1400" b="1" strike="noStrike" noProof="1">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53310" name="椭圆 53309"/>
            <p:cNvSpPr/>
            <p:nvPr/>
          </p:nvSpPr>
          <p:spPr>
            <a:xfrm>
              <a:off x="1147" y="2206"/>
              <a:ext cx="164" cy="173"/>
            </a:xfrm>
            <a:prstGeom prst="ellipse">
              <a:avLst/>
            </a:prstGeom>
            <a:solidFill>
              <a:srgbClr val="FFCCFF"/>
            </a:solidFill>
            <a:ln w="12700" cap="flat" cmpd="sng">
              <a:solidFill>
                <a:srgbClr val="000000"/>
              </a:solidFill>
              <a:prstDash val="solid"/>
              <a:headEnd type="none" w="med" len="med"/>
              <a:tailEnd type="none" w="med" len="med"/>
            </a:ln>
          </p:spPr>
          <p:txBody>
            <a:bodyPr/>
            <a:p>
              <a:pPr marL="914400" lvl="0" indent="-340995" algn="ctr" fontAlgn="base">
                <a:lnSpc>
                  <a:spcPct val="120000"/>
                </a:lnSpc>
                <a:buClr>
                  <a:schemeClr val="tx2"/>
                </a:buClr>
                <a:buSzPct val="95000"/>
                <a:buFont typeface="Wingdings" panose="05000000000000000000" pitchFamily="2" charset="2"/>
                <a:buBlip>
                  <a:blip r:embed="rId1"/>
                </a:buBlip>
              </a:pPr>
              <a:endParaRPr sz="1400" b="1" strike="noStrike" noProof="1">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53311" name="椭圆 53310"/>
            <p:cNvSpPr/>
            <p:nvPr/>
          </p:nvSpPr>
          <p:spPr>
            <a:xfrm>
              <a:off x="375" y="2824"/>
              <a:ext cx="164" cy="174"/>
            </a:xfrm>
            <a:prstGeom prst="ellipse">
              <a:avLst/>
            </a:prstGeom>
            <a:solidFill>
              <a:srgbClr val="FFCCFF"/>
            </a:solidFill>
            <a:ln w="12700" cap="flat" cmpd="sng">
              <a:solidFill>
                <a:srgbClr val="000000"/>
              </a:solidFill>
              <a:prstDash val="solid"/>
              <a:headEnd type="none" w="med" len="med"/>
              <a:tailEnd type="none" w="med" len="med"/>
            </a:ln>
          </p:spPr>
          <p:txBody>
            <a:bodyPr/>
            <a:p>
              <a:pPr marL="914400" lvl="0" indent="-340995" algn="ctr" fontAlgn="base">
                <a:lnSpc>
                  <a:spcPct val="120000"/>
                </a:lnSpc>
                <a:buClr>
                  <a:schemeClr val="tx2"/>
                </a:buClr>
                <a:buSzPct val="95000"/>
                <a:buFont typeface="Wingdings" panose="05000000000000000000" pitchFamily="2" charset="2"/>
                <a:buBlip>
                  <a:blip r:embed="rId1"/>
                </a:buBlip>
              </a:pPr>
              <a:endParaRPr sz="1400" b="1" strike="noStrike" noProof="1">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53312" name="椭圆 53311"/>
            <p:cNvSpPr/>
            <p:nvPr/>
          </p:nvSpPr>
          <p:spPr>
            <a:xfrm>
              <a:off x="702" y="2824"/>
              <a:ext cx="164" cy="174"/>
            </a:xfrm>
            <a:prstGeom prst="ellipse">
              <a:avLst/>
            </a:prstGeom>
            <a:solidFill>
              <a:srgbClr val="FFCCFF"/>
            </a:solidFill>
            <a:ln w="12700" cap="flat" cmpd="sng">
              <a:solidFill>
                <a:srgbClr val="000000"/>
              </a:solidFill>
              <a:prstDash val="solid"/>
              <a:headEnd type="none" w="med" len="med"/>
              <a:tailEnd type="none" w="med" len="med"/>
            </a:ln>
          </p:spPr>
          <p:txBody>
            <a:bodyPr/>
            <a:p>
              <a:pPr marL="914400" lvl="0" indent="-340995" algn="ctr" fontAlgn="base">
                <a:lnSpc>
                  <a:spcPct val="120000"/>
                </a:lnSpc>
                <a:buClr>
                  <a:schemeClr val="tx2"/>
                </a:buClr>
                <a:buSzPct val="95000"/>
                <a:buFont typeface="Wingdings" panose="05000000000000000000" pitchFamily="2" charset="2"/>
                <a:buBlip>
                  <a:blip r:embed="rId1"/>
                </a:buBlip>
              </a:pPr>
              <a:endParaRPr sz="1400" b="1" strike="noStrike" noProof="1">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53313" name="椭圆 53312"/>
            <p:cNvSpPr/>
            <p:nvPr/>
          </p:nvSpPr>
          <p:spPr>
            <a:xfrm>
              <a:off x="1465" y="2824"/>
              <a:ext cx="165" cy="174"/>
            </a:xfrm>
            <a:prstGeom prst="ellipse">
              <a:avLst/>
            </a:prstGeom>
            <a:solidFill>
              <a:srgbClr val="FFCCFF"/>
            </a:solidFill>
            <a:ln w="12700" cap="flat" cmpd="sng">
              <a:solidFill>
                <a:srgbClr val="000000"/>
              </a:solidFill>
              <a:prstDash val="solid"/>
              <a:headEnd type="none" w="med" len="med"/>
              <a:tailEnd type="none" w="med" len="med"/>
            </a:ln>
          </p:spPr>
          <p:txBody>
            <a:bodyPr/>
            <a:p>
              <a:pPr marL="914400" lvl="0" indent="-340995" algn="ctr" fontAlgn="base">
                <a:lnSpc>
                  <a:spcPct val="120000"/>
                </a:lnSpc>
                <a:buClr>
                  <a:schemeClr val="tx2"/>
                </a:buClr>
                <a:buSzPct val="95000"/>
                <a:buFont typeface="Wingdings" panose="05000000000000000000" pitchFamily="2" charset="2"/>
                <a:buBlip>
                  <a:blip r:embed="rId1"/>
                </a:buBlip>
              </a:pPr>
              <a:endParaRPr sz="1400" b="1" strike="noStrike" noProof="1">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53314" name="椭圆 53313"/>
            <p:cNvSpPr/>
            <p:nvPr/>
          </p:nvSpPr>
          <p:spPr>
            <a:xfrm>
              <a:off x="1715" y="2824"/>
              <a:ext cx="164" cy="174"/>
            </a:xfrm>
            <a:prstGeom prst="ellipse">
              <a:avLst/>
            </a:prstGeom>
            <a:solidFill>
              <a:srgbClr val="FFCCFF"/>
            </a:solidFill>
            <a:ln w="12700" cap="flat" cmpd="sng">
              <a:solidFill>
                <a:srgbClr val="000000"/>
              </a:solidFill>
              <a:prstDash val="solid"/>
              <a:headEnd type="none" w="med" len="med"/>
              <a:tailEnd type="none" w="med" len="med"/>
            </a:ln>
          </p:spPr>
          <p:txBody>
            <a:bodyPr/>
            <a:p>
              <a:pPr marL="914400" lvl="0" indent="-340995" algn="ctr" fontAlgn="base">
                <a:lnSpc>
                  <a:spcPct val="120000"/>
                </a:lnSpc>
                <a:buClr>
                  <a:schemeClr val="tx2"/>
                </a:buClr>
                <a:buSzPct val="95000"/>
                <a:buFont typeface="Wingdings" panose="05000000000000000000" pitchFamily="2" charset="2"/>
                <a:buBlip>
                  <a:blip r:embed="rId1"/>
                </a:buBlip>
              </a:pPr>
              <a:endParaRPr sz="1400" b="1" strike="noStrike" noProof="1">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53315" name="椭圆 53314"/>
            <p:cNvSpPr/>
            <p:nvPr/>
          </p:nvSpPr>
          <p:spPr>
            <a:xfrm>
              <a:off x="2352" y="2824"/>
              <a:ext cx="164" cy="174"/>
            </a:xfrm>
            <a:prstGeom prst="ellipse">
              <a:avLst/>
            </a:prstGeom>
            <a:solidFill>
              <a:srgbClr val="FFCCFF"/>
            </a:solidFill>
            <a:ln w="12700" cap="flat" cmpd="sng">
              <a:solidFill>
                <a:srgbClr val="000000"/>
              </a:solidFill>
              <a:prstDash val="solid"/>
              <a:headEnd type="none" w="med" len="med"/>
              <a:tailEnd type="none" w="med" len="med"/>
            </a:ln>
          </p:spPr>
          <p:txBody>
            <a:bodyPr/>
            <a:p>
              <a:pPr marL="914400" lvl="0" indent="-340995" algn="ctr" fontAlgn="base">
                <a:lnSpc>
                  <a:spcPct val="120000"/>
                </a:lnSpc>
                <a:buClr>
                  <a:schemeClr val="tx2"/>
                </a:buClr>
                <a:buSzPct val="95000"/>
                <a:buFont typeface="Wingdings" panose="05000000000000000000" pitchFamily="2" charset="2"/>
                <a:buBlip>
                  <a:blip r:embed="rId1"/>
                </a:buBlip>
              </a:pPr>
              <a:endParaRPr sz="1400" b="1" strike="noStrike" noProof="1">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53316" name="椭圆 53315"/>
            <p:cNvSpPr/>
            <p:nvPr/>
          </p:nvSpPr>
          <p:spPr>
            <a:xfrm>
              <a:off x="2662" y="2824"/>
              <a:ext cx="163" cy="174"/>
            </a:xfrm>
            <a:prstGeom prst="ellipse">
              <a:avLst/>
            </a:prstGeom>
            <a:solidFill>
              <a:srgbClr val="FFCCFF"/>
            </a:solidFill>
            <a:ln w="12700" cap="flat" cmpd="sng">
              <a:solidFill>
                <a:srgbClr val="000000"/>
              </a:solidFill>
              <a:prstDash val="solid"/>
              <a:headEnd type="none" w="med" len="med"/>
              <a:tailEnd type="none" w="med" len="med"/>
            </a:ln>
          </p:spPr>
          <p:txBody>
            <a:bodyPr/>
            <a:p>
              <a:pPr marL="914400" lvl="0" indent="-340995" algn="ctr" fontAlgn="base">
                <a:lnSpc>
                  <a:spcPct val="120000"/>
                </a:lnSpc>
                <a:buClr>
                  <a:schemeClr val="tx2"/>
                </a:buClr>
                <a:buSzPct val="95000"/>
                <a:buFont typeface="Wingdings" panose="05000000000000000000" pitchFamily="2" charset="2"/>
                <a:buBlip>
                  <a:blip r:embed="rId1"/>
                </a:buBlip>
              </a:pPr>
              <a:endParaRPr sz="1400" b="1" strike="noStrike" noProof="1">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53317" name="椭圆 53316"/>
            <p:cNvSpPr/>
            <p:nvPr/>
          </p:nvSpPr>
          <p:spPr>
            <a:xfrm>
              <a:off x="2911" y="2824"/>
              <a:ext cx="165" cy="174"/>
            </a:xfrm>
            <a:prstGeom prst="ellipse">
              <a:avLst/>
            </a:prstGeom>
            <a:solidFill>
              <a:srgbClr val="FFCCFF"/>
            </a:solidFill>
            <a:ln w="12700" cap="flat" cmpd="sng">
              <a:solidFill>
                <a:srgbClr val="000000"/>
              </a:solidFill>
              <a:prstDash val="solid"/>
              <a:headEnd type="none" w="med" len="med"/>
              <a:tailEnd type="none" w="med" len="med"/>
            </a:ln>
          </p:spPr>
          <p:txBody>
            <a:bodyPr/>
            <a:p>
              <a:pPr marL="914400" lvl="0" indent="-340995" algn="ctr" fontAlgn="base">
                <a:lnSpc>
                  <a:spcPct val="120000"/>
                </a:lnSpc>
                <a:buClr>
                  <a:schemeClr val="tx2"/>
                </a:buClr>
                <a:buSzPct val="95000"/>
                <a:buFont typeface="Wingdings" panose="05000000000000000000" pitchFamily="2" charset="2"/>
                <a:buBlip>
                  <a:blip r:embed="rId1"/>
                </a:buBlip>
              </a:pPr>
              <a:endParaRPr sz="1400" b="1" strike="noStrike" noProof="1">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53318" name="椭圆 53317"/>
            <p:cNvSpPr/>
            <p:nvPr/>
          </p:nvSpPr>
          <p:spPr>
            <a:xfrm>
              <a:off x="3394" y="2824"/>
              <a:ext cx="164" cy="174"/>
            </a:xfrm>
            <a:prstGeom prst="ellipse">
              <a:avLst/>
            </a:prstGeom>
            <a:solidFill>
              <a:srgbClr val="FFCCFF"/>
            </a:solidFill>
            <a:ln w="12700" cap="flat" cmpd="sng">
              <a:solidFill>
                <a:srgbClr val="000000"/>
              </a:solidFill>
              <a:prstDash val="solid"/>
              <a:headEnd type="none" w="med" len="med"/>
              <a:tailEnd type="none" w="med" len="med"/>
            </a:ln>
          </p:spPr>
          <p:txBody>
            <a:bodyPr/>
            <a:p>
              <a:pPr marL="914400" lvl="0" indent="-340995" algn="ctr" fontAlgn="base">
                <a:lnSpc>
                  <a:spcPct val="120000"/>
                </a:lnSpc>
                <a:buClr>
                  <a:schemeClr val="tx2"/>
                </a:buClr>
                <a:buSzPct val="95000"/>
                <a:buFont typeface="Wingdings" panose="05000000000000000000" pitchFamily="2" charset="2"/>
                <a:buBlip>
                  <a:blip r:embed="rId1"/>
                </a:buBlip>
              </a:pPr>
              <a:endParaRPr sz="1400" b="1" strike="noStrike" noProof="1">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53319" name="椭圆 53318"/>
            <p:cNvSpPr/>
            <p:nvPr/>
          </p:nvSpPr>
          <p:spPr>
            <a:xfrm>
              <a:off x="3712" y="2824"/>
              <a:ext cx="165" cy="174"/>
            </a:xfrm>
            <a:prstGeom prst="ellipse">
              <a:avLst/>
            </a:prstGeom>
            <a:solidFill>
              <a:srgbClr val="FFCCFF"/>
            </a:solidFill>
            <a:ln w="12700" cap="flat" cmpd="sng">
              <a:solidFill>
                <a:srgbClr val="000000"/>
              </a:solidFill>
              <a:prstDash val="solid"/>
              <a:headEnd type="none" w="med" len="med"/>
              <a:tailEnd type="none" w="med" len="med"/>
            </a:ln>
          </p:spPr>
          <p:txBody>
            <a:bodyPr/>
            <a:p>
              <a:pPr marL="914400" lvl="0" indent="-340995" algn="ctr" fontAlgn="base">
                <a:lnSpc>
                  <a:spcPct val="120000"/>
                </a:lnSpc>
                <a:buClr>
                  <a:schemeClr val="tx2"/>
                </a:buClr>
                <a:buSzPct val="95000"/>
                <a:buFont typeface="Wingdings" panose="05000000000000000000" pitchFamily="2" charset="2"/>
                <a:buBlip>
                  <a:blip r:embed="rId1"/>
                </a:buBlip>
              </a:pPr>
              <a:endParaRPr sz="1400" b="1" strike="noStrike" noProof="1">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53320" name="椭圆 53319"/>
            <p:cNvSpPr/>
            <p:nvPr/>
          </p:nvSpPr>
          <p:spPr>
            <a:xfrm>
              <a:off x="4378" y="2206"/>
              <a:ext cx="164" cy="173"/>
            </a:xfrm>
            <a:prstGeom prst="ellipse">
              <a:avLst/>
            </a:prstGeom>
            <a:solidFill>
              <a:srgbClr val="FFCCFF"/>
            </a:solidFill>
            <a:ln w="12700" cap="flat" cmpd="sng">
              <a:solidFill>
                <a:srgbClr val="000000"/>
              </a:solidFill>
              <a:prstDash val="solid"/>
              <a:headEnd type="none" w="med" len="med"/>
              <a:tailEnd type="none" w="med" len="med"/>
            </a:ln>
          </p:spPr>
          <p:txBody>
            <a:bodyPr/>
            <a:p>
              <a:pPr marL="914400" lvl="0" indent="-340995" algn="ctr" fontAlgn="base">
                <a:lnSpc>
                  <a:spcPct val="120000"/>
                </a:lnSpc>
                <a:buClr>
                  <a:schemeClr val="tx2"/>
                </a:buClr>
                <a:buSzPct val="95000"/>
                <a:buFont typeface="Wingdings" panose="05000000000000000000" pitchFamily="2" charset="2"/>
                <a:buBlip>
                  <a:blip r:embed="rId1"/>
                </a:buBlip>
              </a:pPr>
              <a:endParaRPr sz="1400" b="1" strike="noStrike" noProof="1">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53321" name="椭圆 53320"/>
            <p:cNvSpPr/>
            <p:nvPr/>
          </p:nvSpPr>
          <p:spPr>
            <a:xfrm>
              <a:off x="4667" y="2206"/>
              <a:ext cx="165" cy="173"/>
            </a:xfrm>
            <a:prstGeom prst="ellipse">
              <a:avLst/>
            </a:prstGeom>
            <a:solidFill>
              <a:srgbClr val="FFCCFF"/>
            </a:solidFill>
            <a:ln w="12700" cap="flat" cmpd="sng">
              <a:solidFill>
                <a:srgbClr val="000000"/>
              </a:solidFill>
              <a:prstDash val="solid"/>
              <a:headEnd type="none" w="med" len="med"/>
              <a:tailEnd type="none" w="med" len="med"/>
            </a:ln>
          </p:spPr>
          <p:txBody>
            <a:bodyPr/>
            <a:p>
              <a:pPr marL="914400" lvl="0" indent="-340995" algn="ctr" fontAlgn="base">
                <a:lnSpc>
                  <a:spcPct val="120000"/>
                </a:lnSpc>
                <a:buClr>
                  <a:schemeClr val="tx2"/>
                </a:buClr>
                <a:buSzPct val="95000"/>
                <a:buFont typeface="Wingdings" panose="05000000000000000000" pitchFamily="2" charset="2"/>
                <a:buBlip>
                  <a:blip r:embed="rId1"/>
                </a:buBlip>
              </a:pPr>
              <a:endParaRPr sz="1400" b="1" strike="noStrike" noProof="1">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65608" name="直接连接符 53321"/>
            <p:cNvSpPr/>
            <p:nvPr/>
          </p:nvSpPr>
          <p:spPr>
            <a:xfrm flipH="1">
              <a:off x="1001" y="1489"/>
              <a:ext cx="146" cy="717"/>
            </a:xfrm>
            <a:prstGeom prst="line">
              <a:avLst/>
            </a:prstGeom>
            <a:ln w="12700" cap="flat" cmpd="sng">
              <a:solidFill>
                <a:srgbClr val="000000"/>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5609" name="直接连接符 53322"/>
            <p:cNvSpPr/>
            <p:nvPr/>
          </p:nvSpPr>
          <p:spPr>
            <a:xfrm flipH="1">
              <a:off x="1272" y="1489"/>
              <a:ext cx="125" cy="717"/>
            </a:xfrm>
            <a:prstGeom prst="line">
              <a:avLst/>
            </a:prstGeom>
            <a:ln w="12700" cap="flat" cmpd="sng">
              <a:solidFill>
                <a:srgbClr val="000000"/>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5610" name="直接连接符 53323"/>
            <p:cNvSpPr/>
            <p:nvPr/>
          </p:nvSpPr>
          <p:spPr>
            <a:xfrm>
              <a:off x="461" y="2379"/>
              <a:ext cx="0" cy="445"/>
            </a:xfrm>
            <a:prstGeom prst="line">
              <a:avLst/>
            </a:prstGeom>
            <a:ln w="12700" cap="flat" cmpd="sng">
              <a:solidFill>
                <a:srgbClr val="000000"/>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5611" name="直接连接符 53324"/>
            <p:cNvSpPr/>
            <p:nvPr/>
          </p:nvSpPr>
          <p:spPr>
            <a:xfrm>
              <a:off x="675" y="2379"/>
              <a:ext cx="125" cy="445"/>
            </a:xfrm>
            <a:prstGeom prst="line">
              <a:avLst/>
            </a:prstGeom>
            <a:ln w="12700" cap="flat" cmpd="sng">
              <a:solidFill>
                <a:srgbClr val="000000"/>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5612" name="直接连接符 53325"/>
            <p:cNvSpPr/>
            <p:nvPr/>
          </p:nvSpPr>
          <p:spPr>
            <a:xfrm>
              <a:off x="1561" y="2434"/>
              <a:ext cx="0" cy="390"/>
            </a:xfrm>
            <a:prstGeom prst="line">
              <a:avLst/>
            </a:prstGeom>
            <a:ln w="12700" cap="flat" cmpd="sng">
              <a:solidFill>
                <a:srgbClr val="000000"/>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5613" name="直接连接符 53326"/>
            <p:cNvSpPr/>
            <p:nvPr/>
          </p:nvSpPr>
          <p:spPr>
            <a:xfrm>
              <a:off x="1802" y="2434"/>
              <a:ext cx="0" cy="390"/>
            </a:xfrm>
            <a:prstGeom prst="line">
              <a:avLst/>
            </a:prstGeom>
            <a:ln w="12700" cap="flat" cmpd="sng">
              <a:solidFill>
                <a:srgbClr val="000000"/>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5614" name="直接连接符 53327"/>
            <p:cNvSpPr/>
            <p:nvPr/>
          </p:nvSpPr>
          <p:spPr>
            <a:xfrm>
              <a:off x="2757" y="2434"/>
              <a:ext cx="0" cy="401"/>
            </a:xfrm>
            <a:prstGeom prst="line">
              <a:avLst/>
            </a:prstGeom>
            <a:ln w="12700" cap="flat" cmpd="sng">
              <a:solidFill>
                <a:srgbClr val="000000"/>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5615" name="直接连接符 53328"/>
            <p:cNvSpPr/>
            <p:nvPr/>
          </p:nvSpPr>
          <p:spPr>
            <a:xfrm flipH="1">
              <a:off x="2439" y="2434"/>
              <a:ext cx="77" cy="390"/>
            </a:xfrm>
            <a:prstGeom prst="line">
              <a:avLst/>
            </a:prstGeom>
            <a:ln w="12700" cap="flat" cmpd="sng">
              <a:solidFill>
                <a:srgbClr val="000000"/>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5616" name="直接连接符 53329"/>
            <p:cNvSpPr/>
            <p:nvPr/>
          </p:nvSpPr>
          <p:spPr>
            <a:xfrm>
              <a:off x="2988" y="2434"/>
              <a:ext cx="0" cy="390"/>
            </a:xfrm>
            <a:prstGeom prst="line">
              <a:avLst/>
            </a:prstGeom>
            <a:ln w="12700" cap="flat" cmpd="sng">
              <a:solidFill>
                <a:srgbClr val="000000"/>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5617" name="直接连接符 53330"/>
            <p:cNvSpPr/>
            <p:nvPr/>
          </p:nvSpPr>
          <p:spPr>
            <a:xfrm>
              <a:off x="3481" y="2434"/>
              <a:ext cx="0" cy="390"/>
            </a:xfrm>
            <a:prstGeom prst="line">
              <a:avLst/>
            </a:prstGeom>
            <a:ln w="12700" cap="flat" cmpd="sng">
              <a:solidFill>
                <a:srgbClr val="000000"/>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5618" name="直接连接符 53331"/>
            <p:cNvSpPr/>
            <p:nvPr/>
          </p:nvSpPr>
          <p:spPr>
            <a:xfrm>
              <a:off x="3683" y="2434"/>
              <a:ext cx="117" cy="390"/>
            </a:xfrm>
            <a:prstGeom prst="line">
              <a:avLst/>
            </a:prstGeom>
            <a:ln w="12700" cap="flat" cmpd="sng">
              <a:solidFill>
                <a:srgbClr val="000000"/>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5619" name="直接连接符 53332"/>
            <p:cNvSpPr/>
            <p:nvPr/>
          </p:nvSpPr>
          <p:spPr>
            <a:xfrm>
              <a:off x="4474" y="1489"/>
              <a:ext cx="0" cy="717"/>
            </a:xfrm>
            <a:prstGeom prst="line">
              <a:avLst/>
            </a:prstGeom>
            <a:ln w="12700" cap="flat" cmpd="sng">
              <a:solidFill>
                <a:srgbClr val="000000"/>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5620" name="直接连接符 53333"/>
            <p:cNvSpPr/>
            <p:nvPr/>
          </p:nvSpPr>
          <p:spPr>
            <a:xfrm>
              <a:off x="4667" y="1489"/>
              <a:ext cx="77" cy="717"/>
            </a:xfrm>
            <a:prstGeom prst="line">
              <a:avLst/>
            </a:prstGeom>
            <a:ln w="12700" cap="flat" cmpd="sng">
              <a:solidFill>
                <a:srgbClr val="000000"/>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5621" name="直接连接符 53334"/>
            <p:cNvSpPr/>
            <p:nvPr/>
          </p:nvSpPr>
          <p:spPr>
            <a:xfrm>
              <a:off x="2456" y="1399"/>
              <a:ext cx="657" cy="0"/>
            </a:xfrm>
            <a:prstGeom prst="line">
              <a:avLst/>
            </a:prstGeom>
            <a:ln w="12700"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5622" name="文本框 53335"/>
            <p:cNvSpPr txBox="1"/>
            <p:nvPr/>
          </p:nvSpPr>
          <p:spPr>
            <a:xfrm>
              <a:off x="105" y="3048"/>
              <a:ext cx="537" cy="250"/>
            </a:xfrm>
            <a:prstGeom prst="rect">
              <a:avLst/>
            </a:prstGeom>
            <a:noFill/>
            <a:ln w="9525">
              <a:noFill/>
              <a:miter/>
            </a:ln>
          </p:spPr>
          <p:txBody>
            <a:bodyPr anchor="t"/>
            <a:p>
              <a:pPr lvl="0" algn="just">
                <a:lnSpc>
                  <a:spcPct val="120000"/>
                </a:lnSpc>
                <a:buClr>
                  <a:srgbClr val="000000"/>
                </a:buClr>
              </a:pPr>
              <a:r>
                <a:rPr lang="en-US" altLang="zh-CN">
                  <a:solidFill>
                    <a:schemeClr val="tx1"/>
                  </a:solidFill>
                  <a:latin typeface="Times New Roman" panose="02020603050405020304" charset="0"/>
                  <a:ea typeface="宋体" panose="02010600030101010101" pitchFamily="2" charset="-122"/>
                </a:rPr>
                <a:t>id=13</a:t>
              </a:r>
              <a:endParaRPr lang="en-US" altLang="zh-CN">
                <a:solidFill>
                  <a:schemeClr val="tx1"/>
                </a:solidFill>
                <a:latin typeface="Times New Roman" panose="02020603050405020304" charset="0"/>
                <a:ea typeface="宋体" panose="02010600030101010101" pitchFamily="2" charset="-122"/>
              </a:endParaRPr>
            </a:p>
          </p:txBody>
        </p:sp>
        <p:sp>
          <p:nvSpPr>
            <p:cNvPr id="65623" name="文本框 53336"/>
            <p:cNvSpPr txBox="1"/>
            <p:nvPr/>
          </p:nvSpPr>
          <p:spPr>
            <a:xfrm>
              <a:off x="3717" y="3048"/>
              <a:ext cx="482" cy="200"/>
            </a:xfrm>
            <a:prstGeom prst="rect">
              <a:avLst/>
            </a:prstGeom>
            <a:noFill/>
            <a:ln w="9525">
              <a:noFill/>
              <a:miter/>
            </a:ln>
          </p:spPr>
          <p:txBody>
            <a:bodyPr anchor="t"/>
            <a:p>
              <a:pPr lvl="0" algn="just">
                <a:lnSpc>
                  <a:spcPct val="120000"/>
                </a:lnSpc>
                <a:buClr>
                  <a:srgbClr val="000000"/>
                </a:buClr>
              </a:pPr>
              <a:r>
                <a:rPr lang="en-US" altLang="zh-CN">
                  <a:solidFill>
                    <a:schemeClr val="tx1"/>
                  </a:solidFill>
                  <a:latin typeface="Times New Roman" panose="02020603050405020304" charset="0"/>
                  <a:ea typeface="宋体" panose="02010600030101010101" pitchFamily="2" charset="-122"/>
                </a:rPr>
                <a:t>id=21</a:t>
              </a:r>
              <a:endParaRPr lang="en-US" altLang="zh-CN">
                <a:solidFill>
                  <a:schemeClr val="tx1"/>
                </a:solidFill>
                <a:latin typeface="Times New Roman" panose="02020603050405020304" charset="0"/>
                <a:ea typeface="宋体" panose="02010600030101010101" pitchFamily="2" charset="-122"/>
              </a:endParaRPr>
            </a:p>
          </p:txBody>
        </p:sp>
        <p:sp>
          <p:nvSpPr>
            <p:cNvPr id="65624" name="文本框 53337"/>
            <p:cNvSpPr txBox="1"/>
            <p:nvPr/>
          </p:nvSpPr>
          <p:spPr>
            <a:xfrm>
              <a:off x="594" y="3048"/>
              <a:ext cx="531" cy="250"/>
            </a:xfrm>
            <a:prstGeom prst="rect">
              <a:avLst/>
            </a:prstGeom>
            <a:noFill/>
            <a:ln w="9525">
              <a:noFill/>
              <a:miter/>
            </a:ln>
          </p:spPr>
          <p:txBody>
            <a:bodyPr anchor="t"/>
            <a:p>
              <a:pPr lvl="0" algn="just">
                <a:lnSpc>
                  <a:spcPct val="120000"/>
                </a:lnSpc>
                <a:buClr>
                  <a:srgbClr val="000000"/>
                </a:buClr>
              </a:pPr>
              <a:r>
                <a:rPr lang="en-US" altLang="zh-CN">
                  <a:solidFill>
                    <a:schemeClr val="tx1"/>
                  </a:solidFill>
                  <a:latin typeface="Times New Roman" panose="02020603050405020304" charset="0"/>
                  <a:ea typeface="宋体" panose="02010600030101010101" pitchFamily="2" charset="-122"/>
                </a:rPr>
                <a:t>id=14</a:t>
              </a:r>
              <a:endParaRPr lang="en-US" altLang="zh-CN">
                <a:solidFill>
                  <a:schemeClr val="tx1"/>
                </a:solidFill>
                <a:latin typeface="Times New Roman" panose="02020603050405020304" charset="0"/>
                <a:ea typeface="宋体" panose="02010600030101010101" pitchFamily="2" charset="-122"/>
              </a:endParaRPr>
            </a:p>
          </p:txBody>
        </p:sp>
        <p:sp>
          <p:nvSpPr>
            <p:cNvPr id="65625" name="文本框 53338"/>
            <p:cNvSpPr txBox="1"/>
            <p:nvPr/>
          </p:nvSpPr>
          <p:spPr>
            <a:xfrm>
              <a:off x="1136" y="3048"/>
              <a:ext cx="495" cy="250"/>
            </a:xfrm>
            <a:prstGeom prst="rect">
              <a:avLst/>
            </a:prstGeom>
            <a:noFill/>
            <a:ln w="9525">
              <a:noFill/>
              <a:miter/>
            </a:ln>
          </p:spPr>
          <p:txBody>
            <a:bodyPr anchor="t"/>
            <a:p>
              <a:pPr lvl="0" algn="just">
                <a:lnSpc>
                  <a:spcPct val="120000"/>
                </a:lnSpc>
                <a:buClr>
                  <a:srgbClr val="000000"/>
                </a:buClr>
              </a:pPr>
              <a:r>
                <a:rPr lang="en-US" altLang="zh-CN">
                  <a:solidFill>
                    <a:schemeClr val="tx1"/>
                  </a:solidFill>
                  <a:latin typeface="Times New Roman" panose="02020603050405020304" charset="0"/>
                  <a:ea typeface="宋体" panose="02010600030101010101" pitchFamily="2" charset="-122"/>
                </a:rPr>
                <a:t>id=15</a:t>
              </a:r>
              <a:endParaRPr lang="en-US" altLang="zh-CN">
                <a:solidFill>
                  <a:schemeClr val="tx1"/>
                </a:solidFill>
                <a:latin typeface="Times New Roman" panose="02020603050405020304" charset="0"/>
                <a:ea typeface="宋体" panose="02010600030101010101" pitchFamily="2" charset="-122"/>
              </a:endParaRPr>
            </a:p>
          </p:txBody>
        </p:sp>
        <p:sp>
          <p:nvSpPr>
            <p:cNvPr id="65626" name="文本框 53339"/>
            <p:cNvSpPr txBox="1"/>
            <p:nvPr/>
          </p:nvSpPr>
          <p:spPr>
            <a:xfrm>
              <a:off x="1581" y="3048"/>
              <a:ext cx="494" cy="250"/>
            </a:xfrm>
            <a:prstGeom prst="rect">
              <a:avLst/>
            </a:prstGeom>
            <a:noFill/>
            <a:ln w="9525">
              <a:noFill/>
              <a:miter/>
            </a:ln>
          </p:spPr>
          <p:txBody>
            <a:bodyPr anchor="t"/>
            <a:p>
              <a:pPr lvl="0" algn="just">
                <a:lnSpc>
                  <a:spcPct val="120000"/>
                </a:lnSpc>
                <a:buClr>
                  <a:srgbClr val="000000"/>
                </a:buClr>
              </a:pPr>
              <a:r>
                <a:rPr lang="en-US" altLang="zh-CN">
                  <a:solidFill>
                    <a:schemeClr val="tx1"/>
                  </a:solidFill>
                  <a:latin typeface="Times New Roman" panose="02020603050405020304" charset="0"/>
                  <a:ea typeface="宋体" panose="02010600030101010101" pitchFamily="2" charset="-122"/>
                </a:rPr>
                <a:t>id=16</a:t>
              </a:r>
              <a:endParaRPr lang="en-US" altLang="zh-CN">
                <a:solidFill>
                  <a:schemeClr val="tx1"/>
                </a:solidFill>
                <a:latin typeface="Times New Roman" panose="02020603050405020304" charset="0"/>
                <a:ea typeface="宋体" panose="02010600030101010101" pitchFamily="2" charset="-122"/>
              </a:endParaRPr>
            </a:p>
          </p:txBody>
        </p:sp>
        <p:sp>
          <p:nvSpPr>
            <p:cNvPr id="65627" name="文本框 53340"/>
            <p:cNvSpPr txBox="1"/>
            <p:nvPr/>
          </p:nvSpPr>
          <p:spPr>
            <a:xfrm>
              <a:off x="2075" y="3048"/>
              <a:ext cx="501" cy="250"/>
            </a:xfrm>
            <a:prstGeom prst="rect">
              <a:avLst/>
            </a:prstGeom>
            <a:noFill/>
            <a:ln w="9525">
              <a:noFill/>
              <a:miter/>
            </a:ln>
          </p:spPr>
          <p:txBody>
            <a:bodyPr anchor="t"/>
            <a:p>
              <a:pPr lvl="0" algn="just">
                <a:lnSpc>
                  <a:spcPct val="120000"/>
                </a:lnSpc>
                <a:buClr>
                  <a:srgbClr val="000000"/>
                </a:buClr>
              </a:pPr>
              <a:r>
                <a:rPr lang="en-US" altLang="zh-CN">
                  <a:solidFill>
                    <a:schemeClr val="tx1"/>
                  </a:solidFill>
                  <a:latin typeface="Times New Roman" panose="02020603050405020304" charset="0"/>
                  <a:ea typeface="宋体" panose="02010600030101010101" pitchFamily="2" charset="-122"/>
                </a:rPr>
                <a:t>id=17</a:t>
              </a:r>
              <a:endParaRPr lang="en-US" altLang="zh-CN">
                <a:solidFill>
                  <a:schemeClr val="tx1"/>
                </a:solidFill>
                <a:latin typeface="Times New Roman" panose="02020603050405020304" charset="0"/>
                <a:ea typeface="宋体" panose="02010600030101010101" pitchFamily="2" charset="-122"/>
              </a:endParaRPr>
            </a:p>
          </p:txBody>
        </p:sp>
        <p:sp>
          <p:nvSpPr>
            <p:cNvPr id="65628" name="文本框 53341"/>
            <p:cNvSpPr txBox="1"/>
            <p:nvPr/>
          </p:nvSpPr>
          <p:spPr>
            <a:xfrm>
              <a:off x="2470" y="3048"/>
              <a:ext cx="487" cy="250"/>
            </a:xfrm>
            <a:prstGeom prst="rect">
              <a:avLst/>
            </a:prstGeom>
            <a:noFill/>
            <a:ln w="9525">
              <a:noFill/>
              <a:miter/>
            </a:ln>
          </p:spPr>
          <p:txBody>
            <a:bodyPr anchor="t"/>
            <a:p>
              <a:pPr lvl="0" algn="just">
                <a:lnSpc>
                  <a:spcPct val="120000"/>
                </a:lnSpc>
                <a:buClr>
                  <a:srgbClr val="000000"/>
                </a:buClr>
              </a:pPr>
              <a:r>
                <a:rPr lang="en-US" altLang="zh-CN">
                  <a:solidFill>
                    <a:schemeClr val="tx1"/>
                  </a:solidFill>
                  <a:latin typeface="Times New Roman" panose="02020603050405020304" charset="0"/>
                  <a:ea typeface="宋体" panose="02010600030101010101" pitchFamily="2" charset="-122"/>
                </a:rPr>
                <a:t>id=18</a:t>
              </a:r>
              <a:endParaRPr lang="en-US" altLang="zh-CN">
                <a:solidFill>
                  <a:schemeClr val="tx1"/>
                </a:solidFill>
                <a:latin typeface="Times New Roman" panose="02020603050405020304" charset="0"/>
                <a:ea typeface="宋体" panose="02010600030101010101" pitchFamily="2" charset="-122"/>
              </a:endParaRPr>
            </a:p>
          </p:txBody>
        </p:sp>
        <p:sp>
          <p:nvSpPr>
            <p:cNvPr id="65629" name="文本框 53342"/>
            <p:cNvSpPr txBox="1"/>
            <p:nvPr/>
          </p:nvSpPr>
          <p:spPr>
            <a:xfrm>
              <a:off x="2865" y="3048"/>
              <a:ext cx="495" cy="250"/>
            </a:xfrm>
            <a:prstGeom prst="rect">
              <a:avLst/>
            </a:prstGeom>
            <a:noFill/>
            <a:ln w="9525">
              <a:noFill/>
              <a:miter/>
            </a:ln>
          </p:spPr>
          <p:txBody>
            <a:bodyPr anchor="t"/>
            <a:p>
              <a:pPr lvl="0" algn="just">
                <a:lnSpc>
                  <a:spcPct val="120000"/>
                </a:lnSpc>
                <a:buClr>
                  <a:srgbClr val="000000"/>
                </a:buClr>
              </a:pPr>
              <a:r>
                <a:rPr lang="en-US" altLang="zh-CN">
                  <a:solidFill>
                    <a:schemeClr val="tx1"/>
                  </a:solidFill>
                  <a:latin typeface="Times New Roman" panose="02020603050405020304" charset="0"/>
                  <a:ea typeface="宋体" panose="02010600030101010101" pitchFamily="2" charset="-122"/>
                </a:rPr>
                <a:t>id=19</a:t>
              </a:r>
              <a:endParaRPr lang="en-US" altLang="zh-CN">
                <a:solidFill>
                  <a:schemeClr val="tx1"/>
                </a:solidFill>
                <a:latin typeface="Times New Roman" panose="02020603050405020304" charset="0"/>
                <a:ea typeface="宋体" panose="02010600030101010101" pitchFamily="2" charset="-122"/>
              </a:endParaRPr>
            </a:p>
          </p:txBody>
        </p:sp>
        <p:sp>
          <p:nvSpPr>
            <p:cNvPr id="65630" name="文本框 53343"/>
            <p:cNvSpPr txBox="1"/>
            <p:nvPr/>
          </p:nvSpPr>
          <p:spPr>
            <a:xfrm>
              <a:off x="3310" y="3048"/>
              <a:ext cx="510" cy="200"/>
            </a:xfrm>
            <a:prstGeom prst="rect">
              <a:avLst/>
            </a:prstGeom>
            <a:noFill/>
            <a:ln w="9525">
              <a:noFill/>
              <a:miter/>
            </a:ln>
          </p:spPr>
          <p:txBody>
            <a:bodyPr anchor="t"/>
            <a:p>
              <a:pPr lvl="0" algn="just">
                <a:lnSpc>
                  <a:spcPct val="120000"/>
                </a:lnSpc>
                <a:buClr>
                  <a:srgbClr val="000000"/>
                </a:buClr>
              </a:pPr>
              <a:r>
                <a:rPr lang="en-US" altLang="zh-CN">
                  <a:solidFill>
                    <a:schemeClr val="tx1"/>
                  </a:solidFill>
                  <a:latin typeface="Times New Roman" panose="02020603050405020304" charset="0"/>
                  <a:ea typeface="宋体" panose="02010600030101010101" pitchFamily="2" charset="-122"/>
                </a:rPr>
                <a:t>id=20</a:t>
              </a:r>
              <a:endParaRPr lang="en-US" altLang="zh-CN">
                <a:solidFill>
                  <a:schemeClr val="tx1"/>
                </a:solidFill>
                <a:latin typeface="Times New Roman" panose="02020603050405020304" charset="0"/>
                <a:ea typeface="宋体" panose="02010600030101010101" pitchFamily="2" charset="-122"/>
              </a:endParaRPr>
            </a:p>
          </p:txBody>
        </p:sp>
        <p:sp>
          <p:nvSpPr>
            <p:cNvPr id="65631" name="文本框 53344"/>
            <p:cNvSpPr txBox="1"/>
            <p:nvPr/>
          </p:nvSpPr>
          <p:spPr>
            <a:xfrm>
              <a:off x="2026" y="300"/>
              <a:ext cx="444" cy="250"/>
            </a:xfrm>
            <a:prstGeom prst="rect">
              <a:avLst/>
            </a:prstGeom>
            <a:noFill/>
            <a:ln w="9525">
              <a:noFill/>
              <a:miter/>
            </a:ln>
          </p:spPr>
          <p:txBody>
            <a:bodyPr anchor="t"/>
            <a:p>
              <a:pPr lvl="0" algn="just">
                <a:lnSpc>
                  <a:spcPct val="120000"/>
                </a:lnSpc>
                <a:buClr>
                  <a:srgbClr val="000000"/>
                </a:buClr>
              </a:pPr>
              <a:r>
                <a:rPr lang="en-US" altLang="zh-CN">
                  <a:solidFill>
                    <a:schemeClr val="tx1"/>
                  </a:solidFill>
                  <a:latin typeface="Times New Roman" panose="02020603050405020304" charset="0"/>
                  <a:ea typeface="宋体" panose="02010600030101010101" pitchFamily="2" charset="-122"/>
                </a:rPr>
                <a:t>id=1</a:t>
              </a:r>
              <a:endParaRPr lang="en-US" altLang="zh-CN">
                <a:solidFill>
                  <a:schemeClr val="tx1"/>
                </a:solidFill>
                <a:latin typeface="Times New Roman" panose="02020603050405020304" charset="0"/>
                <a:ea typeface="宋体" panose="02010600030101010101" pitchFamily="2" charset="-122"/>
              </a:endParaRPr>
            </a:p>
          </p:txBody>
        </p:sp>
        <p:sp>
          <p:nvSpPr>
            <p:cNvPr id="65632" name="文本框 53345"/>
            <p:cNvSpPr txBox="1"/>
            <p:nvPr/>
          </p:nvSpPr>
          <p:spPr>
            <a:xfrm>
              <a:off x="444" y="1199"/>
              <a:ext cx="445" cy="250"/>
            </a:xfrm>
            <a:prstGeom prst="rect">
              <a:avLst/>
            </a:prstGeom>
            <a:noFill/>
            <a:ln w="9525">
              <a:noFill/>
              <a:miter/>
            </a:ln>
          </p:spPr>
          <p:txBody>
            <a:bodyPr anchor="t"/>
            <a:p>
              <a:pPr lvl="0" algn="just">
                <a:lnSpc>
                  <a:spcPct val="120000"/>
                </a:lnSpc>
                <a:buClr>
                  <a:srgbClr val="000000"/>
                </a:buClr>
              </a:pPr>
              <a:r>
                <a:rPr lang="en-US" altLang="zh-CN">
                  <a:solidFill>
                    <a:schemeClr val="tx1"/>
                  </a:solidFill>
                  <a:latin typeface="Times New Roman" panose="02020603050405020304" charset="0"/>
                  <a:ea typeface="宋体" panose="02010600030101010101" pitchFamily="2" charset="-122"/>
                </a:rPr>
                <a:t>id=2</a:t>
              </a:r>
              <a:endParaRPr lang="en-US" altLang="zh-CN">
                <a:solidFill>
                  <a:schemeClr val="tx1"/>
                </a:solidFill>
                <a:latin typeface="Times New Roman" panose="02020603050405020304" charset="0"/>
                <a:ea typeface="宋体" panose="02010600030101010101" pitchFamily="2" charset="-122"/>
              </a:endParaRPr>
            </a:p>
          </p:txBody>
        </p:sp>
        <p:sp>
          <p:nvSpPr>
            <p:cNvPr id="65633" name="文本框 53346"/>
            <p:cNvSpPr txBox="1"/>
            <p:nvPr/>
          </p:nvSpPr>
          <p:spPr>
            <a:xfrm>
              <a:off x="2075" y="1250"/>
              <a:ext cx="444" cy="249"/>
            </a:xfrm>
            <a:prstGeom prst="rect">
              <a:avLst/>
            </a:prstGeom>
            <a:noFill/>
            <a:ln w="9525">
              <a:noFill/>
              <a:miter/>
            </a:ln>
          </p:spPr>
          <p:txBody>
            <a:bodyPr anchor="t"/>
            <a:p>
              <a:pPr lvl="0" algn="just">
                <a:lnSpc>
                  <a:spcPct val="120000"/>
                </a:lnSpc>
                <a:buClr>
                  <a:srgbClr val="000000"/>
                </a:buClr>
              </a:pPr>
              <a:r>
                <a:rPr lang="en-US" altLang="zh-CN">
                  <a:solidFill>
                    <a:schemeClr val="tx1"/>
                  </a:solidFill>
                  <a:latin typeface="Times New Roman" panose="02020603050405020304" charset="0"/>
                  <a:ea typeface="宋体" panose="02010600030101010101" pitchFamily="2" charset="-122"/>
                </a:rPr>
                <a:t>id=3</a:t>
              </a:r>
              <a:endParaRPr lang="en-US" altLang="zh-CN">
                <a:solidFill>
                  <a:schemeClr val="tx1"/>
                </a:solidFill>
                <a:latin typeface="Times New Roman" panose="02020603050405020304" charset="0"/>
                <a:ea typeface="宋体" panose="02010600030101010101" pitchFamily="2" charset="-122"/>
              </a:endParaRPr>
            </a:p>
          </p:txBody>
        </p:sp>
        <p:sp>
          <p:nvSpPr>
            <p:cNvPr id="65634" name="文本框 53347"/>
            <p:cNvSpPr txBox="1"/>
            <p:nvPr/>
          </p:nvSpPr>
          <p:spPr>
            <a:xfrm>
              <a:off x="3952" y="1250"/>
              <a:ext cx="444" cy="249"/>
            </a:xfrm>
            <a:prstGeom prst="rect">
              <a:avLst/>
            </a:prstGeom>
            <a:noFill/>
            <a:ln w="9525">
              <a:noFill/>
              <a:miter/>
            </a:ln>
          </p:spPr>
          <p:txBody>
            <a:bodyPr anchor="t"/>
            <a:p>
              <a:pPr lvl="0" algn="just">
                <a:lnSpc>
                  <a:spcPct val="120000"/>
                </a:lnSpc>
                <a:buClr>
                  <a:srgbClr val="000000"/>
                </a:buClr>
              </a:pPr>
              <a:r>
                <a:rPr lang="en-US" altLang="zh-CN">
                  <a:solidFill>
                    <a:schemeClr val="tx1"/>
                  </a:solidFill>
                  <a:latin typeface="Times New Roman" panose="02020603050405020304" charset="0"/>
                  <a:ea typeface="宋体" panose="02010600030101010101" pitchFamily="2" charset="-122"/>
                </a:rPr>
                <a:t>id=4</a:t>
              </a:r>
              <a:endParaRPr lang="en-US" altLang="zh-CN">
                <a:solidFill>
                  <a:schemeClr val="tx1"/>
                </a:solidFill>
                <a:latin typeface="Times New Roman" panose="02020603050405020304" charset="0"/>
                <a:ea typeface="宋体" panose="02010600030101010101" pitchFamily="2" charset="-122"/>
              </a:endParaRPr>
            </a:p>
          </p:txBody>
        </p:sp>
        <p:sp>
          <p:nvSpPr>
            <p:cNvPr id="65635" name="文本框 53348"/>
            <p:cNvSpPr txBox="1"/>
            <p:nvPr/>
          </p:nvSpPr>
          <p:spPr>
            <a:xfrm>
              <a:off x="4143" y="2449"/>
              <a:ext cx="502" cy="249"/>
            </a:xfrm>
            <a:prstGeom prst="rect">
              <a:avLst/>
            </a:prstGeom>
            <a:noFill/>
            <a:ln w="9525">
              <a:noFill/>
              <a:miter/>
            </a:ln>
          </p:spPr>
          <p:txBody>
            <a:bodyPr anchor="t"/>
            <a:p>
              <a:pPr lvl="0" algn="just">
                <a:lnSpc>
                  <a:spcPct val="120000"/>
                </a:lnSpc>
                <a:buClr>
                  <a:srgbClr val="000000"/>
                </a:buClr>
              </a:pPr>
              <a:r>
                <a:rPr lang="en-US" altLang="zh-CN">
                  <a:solidFill>
                    <a:schemeClr val="tx1"/>
                  </a:solidFill>
                  <a:latin typeface="Times New Roman" panose="02020603050405020304" charset="0"/>
                  <a:ea typeface="宋体" panose="02010600030101010101" pitchFamily="2" charset="-122"/>
                </a:rPr>
                <a:t>id=11</a:t>
              </a:r>
              <a:endParaRPr lang="en-US" altLang="zh-CN">
                <a:solidFill>
                  <a:schemeClr val="tx1"/>
                </a:solidFill>
                <a:latin typeface="Times New Roman" panose="02020603050405020304" charset="0"/>
                <a:ea typeface="宋体" panose="02010600030101010101" pitchFamily="2" charset="-122"/>
              </a:endParaRPr>
            </a:p>
          </p:txBody>
        </p:sp>
        <p:sp>
          <p:nvSpPr>
            <p:cNvPr id="65636" name="文本框 53349"/>
            <p:cNvSpPr txBox="1"/>
            <p:nvPr/>
          </p:nvSpPr>
          <p:spPr>
            <a:xfrm>
              <a:off x="4644" y="2449"/>
              <a:ext cx="502" cy="249"/>
            </a:xfrm>
            <a:prstGeom prst="rect">
              <a:avLst/>
            </a:prstGeom>
            <a:noFill/>
            <a:ln w="9525">
              <a:noFill/>
              <a:miter/>
            </a:ln>
          </p:spPr>
          <p:txBody>
            <a:bodyPr anchor="t"/>
            <a:p>
              <a:pPr lvl="0" algn="just">
                <a:lnSpc>
                  <a:spcPct val="120000"/>
                </a:lnSpc>
                <a:buClr>
                  <a:srgbClr val="000000"/>
                </a:buClr>
              </a:pPr>
              <a:r>
                <a:rPr lang="en-US" altLang="zh-CN">
                  <a:solidFill>
                    <a:schemeClr val="tx1"/>
                  </a:solidFill>
                  <a:latin typeface="Times New Roman" panose="02020603050405020304" charset="0"/>
                  <a:ea typeface="宋体" panose="02010600030101010101" pitchFamily="2" charset="-122"/>
                </a:rPr>
                <a:t>id=12</a:t>
              </a:r>
              <a:endParaRPr lang="en-US" altLang="zh-CN">
                <a:solidFill>
                  <a:schemeClr val="tx1"/>
                </a:solidFill>
                <a:latin typeface="Times New Roman" panose="02020603050405020304" charset="0"/>
                <a:ea typeface="宋体" panose="02010600030101010101" pitchFamily="2" charset="-122"/>
              </a:endParaRPr>
            </a:p>
          </p:txBody>
        </p:sp>
        <p:sp>
          <p:nvSpPr>
            <p:cNvPr id="65637" name="文本框 53350"/>
            <p:cNvSpPr txBox="1"/>
            <p:nvPr/>
          </p:nvSpPr>
          <p:spPr>
            <a:xfrm>
              <a:off x="0" y="2148"/>
              <a:ext cx="444" cy="250"/>
            </a:xfrm>
            <a:prstGeom prst="rect">
              <a:avLst/>
            </a:prstGeom>
            <a:noFill/>
            <a:ln w="9525">
              <a:noFill/>
              <a:miter/>
            </a:ln>
          </p:spPr>
          <p:txBody>
            <a:bodyPr anchor="t"/>
            <a:p>
              <a:pPr lvl="0" algn="just">
                <a:lnSpc>
                  <a:spcPct val="120000"/>
                </a:lnSpc>
                <a:buClr>
                  <a:srgbClr val="000000"/>
                </a:buClr>
              </a:pPr>
              <a:r>
                <a:rPr lang="en-US" altLang="zh-CN">
                  <a:solidFill>
                    <a:schemeClr val="tx1"/>
                  </a:solidFill>
                  <a:latin typeface="Times New Roman" panose="02020603050405020304" charset="0"/>
                  <a:ea typeface="宋体" panose="02010600030101010101" pitchFamily="2" charset="-122"/>
                </a:rPr>
                <a:t>id=5</a:t>
              </a:r>
              <a:endParaRPr lang="en-US" altLang="zh-CN">
                <a:solidFill>
                  <a:schemeClr val="tx1"/>
                </a:solidFill>
                <a:latin typeface="Times New Roman" panose="02020603050405020304" charset="0"/>
                <a:ea typeface="宋体" panose="02010600030101010101" pitchFamily="2" charset="-122"/>
              </a:endParaRPr>
            </a:p>
          </p:txBody>
        </p:sp>
        <p:sp>
          <p:nvSpPr>
            <p:cNvPr id="65638" name="文本框 53351"/>
            <p:cNvSpPr txBox="1"/>
            <p:nvPr/>
          </p:nvSpPr>
          <p:spPr>
            <a:xfrm>
              <a:off x="1473" y="1863"/>
              <a:ext cx="444" cy="249"/>
            </a:xfrm>
            <a:prstGeom prst="rect">
              <a:avLst/>
            </a:prstGeom>
            <a:noFill/>
            <a:ln w="9525">
              <a:noFill/>
              <a:miter/>
            </a:ln>
          </p:spPr>
          <p:txBody>
            <a:bodyPr anchor="t"/>
            <a:p>
              <a:pPr lvl="0" algn="just">
                <a:lnSpc>
                  <a:spcPct val="120000"/>
                </a:lnSpc>
                <a:buClr>
                  <a:srgbClr val="000000"/>
                </a:buClr>
              </a:pPr>
              <a:r>
                <a:rPr lang="en-US" altLang="zh-CN">
                  <a:solidFill>
                    <a:schemeClr val="tx1"/>
                  </a:solidFill>
                  <a:latin typeface="Times New Roman" panose="02020603050405020304" charset="0"/>
                  <a:ea typeface="宋体" panose="02010600030101010101" pitchFamily="2" charset="-122"/>
                </a:rPr>
                <a:t>id=8</a:t>
              </a:r>
              <a:endParaRPr lang="en-US" altLang="zh-CN">
                <a:solidFill>
                  <a:schemeClr val="tx1"/>
                </a:solidFill>
                <a:latin typeface="Times New Roman" panose="02020603050405020304" charset="0"/>
                <a:ea typeface="宋体" panose="02010600030101010101" pitchFamily="2" charset="-122"/>
              </a:endParaRPr>
            </a:p>
          </p:txBody>
        </p:sp>
        <p:sp>
          <p:nvSpPr>
            <p:cNvPr id="65639" name="文本框 53352"/>
            <p:cNvSpPr txBox="1"/>
            <p:nvPr/>
          </p:nvSpPr>
          <p:spPr>
            <a:xfrm>
              <a:off x="2272" y="1881"/>
              <a:ext cx="444" cy="249"/>
            </a:xfrm>
            <a:prstGeom prst="rect">
              <a:avLst/>
            </a:prstGeom>
            <a:noFill/>
            <a:ln w="9525">
              <a:noFill/>
              <a:miter/>
            </a:ln>
          </p:spPr>
          <p:txBody>
            <a:bodyPr anchor="t"/>
            <a:p>
              <a:pPr lvl="0" algn="just">
                <a:lnSpc>
                  <a:spcPct val="120000"/>
                </a:lnSpc>
                <a:buClr>
                  <a:srgbClr val="000000"/>
                </a:buClr>
              </a:pPr>
              <a:r>
                <a:rPr lang="en-US" altLang="zh-CN">
                  <a:solidFill>
                    <a:schemeClr val="tx1"/>
                  </a:solidFill>
                  <a:latin typeface="Times New Roman" panose="02020603050405020304" charset="0"/>
                  <a:ea typeface="宋体" panose="02010600030101010101" pitchFamily="2" charset="-122"/>
                </a:rPr>
                <a:t>id=9</a:t>
              </a:r>
              <a:endParaRPr lang="en-US" altLang="zh-CN">
                <a:solidFill>
                  <a:schemeClr val="tx1"/>
                </a:solidFill>
                <a:latin typeface="Times New Roman" panose="02020603050405020304" charset="0"/>
                <a:ea typeface="宋体" panose="02010600030101010101" pitchFamily="2" charset="-122"/>
              </a:endParaRPr>
            </a:p>
          </p:txBody>
        </p:sp>
        <p:sp>
          <p:nvSpPr>
            <p:cNvPr id="65640" name="文本框 53353"/>
            <p:cNvSpPr txBox="1"/>
            <p:nvPr/>
          </p:nvSpPr>
          <p:spPr>
            <a:xfrm>
              <a:off x="3705" y="1890"/>
              <a:ext cx="616" cy="249"/>
            </a:xfrm>
            <a:prstGeom prst="rect">
              <a:avLst/>
            </a:prstGeom>
            <a:noFill/>
            <a:ln w="9525">
              <a:noFill/>
              <a:miter/>
            </a:ln>
          </p:spPr>
          <p:txBody>
            <a:bodyPr anchor="t"/>
            <a:p>
              <a:pPr lvl="0" algn="just">
                <a:lnSpc>
                  <a:spcPct val="120000"/>
                </a:lnSpc>
                <a:buClr>
                  <a:srgbClr val="000000"/>
                </a:buClr>
              </a:pPr>
              <a:r>
                <a:rPr lang="en-US" altLang="zh-CN">
                  <a:solidFill>
                    <a:schemeClr val="tx1"/>
                  </a:solidFill>
                  <a:latin typeface="Times New Roman" panose="02020603050405020304" charset="0"/>
                  <a:ea typeface="宋体" panose="02010600030101010101" pitchFamily="2" charset="-122"/>
                </a:rPr>
                <a:t>id=10</a:t>
              </a:r>
              <a:endParaRPr lang="en-US" altLang="zh-CN">
                <a:solidFill>
                  <a:schemeClr val="tx1"/>
                </a:solidFill>
                <a:latin typeface="Times New Roman" panose="02020603050405020304" charset="0"/>
                <a:ea typeface="宋体" panose="02010600030101010101" pitchFamily="2" charset="-122"/>
              </a:endParaRPr>
            </a:p>
          </p:txBody>
        </p:sp>
        <p:sp>
          <p:nvSpPr>
            <p:cNvPr id="65641" name="文本框 53354"/>
            <p:cNvSpPr txBox="1"/>
            <p:nvPr/>
          </p:nvSpPr>
          <p:spPr>
            <a:xfrm>
              <a:off x="790" y="2349"/>
              <a:ext cx="445" cy="249"/>
            </a:xfrm>
            <a:prstGeom prst="rect">
              <a:avLst/>
            </a:prstGeom>
            <a:noFill/>
            <a:ln w="9525">
              <a:noFill/>
              <a:miter/>
            </a:ln>
          </p:spPr>
          <p:txBody>
            <a:bodyPr anchor="t"/>
            <a:p>
              <a:pPr lvl="0" algn="just">
                <a:lnSpc>
                  <a:spcPct val="120000"/>
                </a:lnSpc>
                <a:buClr>
                  <a:srgbClr val="000000"/>
                </a:buClr>
              </a:pPr>
              <a:r>
                <a:rPr lang="en-US" altLang="zh-CN">
                  <a:solidFill>
                    <a:schemeClr val="tx1"/>
                  </a:solidFill>
                  <a:latin typeface="Times New Roman" panose="02020603050405020304" charset="0"/>
                  <a:ea typeface="宋体" panose="02010600030101010101" pitchFamily="2" charset="-122"/>
                </a:rPr>
                <a:t>id=6</a:t>
              </a:r>
              <a:endParaRPr lang="en-US" altLang="zh-CN">
                <a:solidFill>
                  <a:schemeClr val="tx1"/>
                </a:solidFill>
                <a:latin typeface="Times New Roman" panose="02020603050405020304" charset="0"/>
                <a:ea typeface="宋体" panose="02010600030101010101" pitchFamily="2" charset="-122"/>
              </a:endParaRPr>
            </a:p>
          </p:txBody>
        </p:sp>
        <p:sp>
          <p:nvSpPr>
            <p:cNvPr id="65642" name="文本框 53355"/>
            <p:cNvSpPr txBox="1"/>
            <p:nvPr/>
          </p:nvSpPr>
          <p:spPr>
            <a:xfrm>
              <a:off x="1136" y="2349"/>
              <a:ext cx="444" cy="249"/>
            </a:xfrm>
            <a:prstGeom prst="rect">
              <a:avLst/>
            </a:prstGeom>
            <a:noFill/>
            <a:ln w="9525">
              <a:noFill/>
              <a:miter/>
            </a:ln>
          </p:spPr>
          <p:txBody>
            <a:bodyPr anchor="t"/>
            <a:p>
              <a:pPr lvl="0" algn="just">
                <a:lnSpc>
                  <a:spcPct val="120000"/>
                </a:lnSpc>
                <a:buClr>
                  <a:srgbClr val="000000"/>
                </a:buClr>
              </a:pPr>
              <a:r>
                <a:rPr lang="en-US" altLang="zh-CN">
                  <a:solidFill>
                    <a:schemeClr val="tx1"/>
                  </a:solidFill>
                  <a:latin typeface="Times New Roman" panose="02020603050405020304" charset="0"/>
                  <a:ea typeface="宋体" panose="02010600030101010101" pitchFamily="2" charset="-122"/>
                </a:rPr>
                <a:t>id=7</a:t>
              </a:r>
              <a:endParaRPr lang="en-US" altLang="zh-CN">
                <a:solidFill>
                  <a:schemeClr val="tx1"/>
                </a:solidFill>
                <a:latin typeface="Times New Roman" panose="02020603050405020304" charset="0"/>
                <a:ea typeface="宋体" panose="02010600030101010101" pitchFamily="2" charset="-122"/>
              </a:endParaRPr>
            </a:p>
          </p:txBody>
        </p:sp>
        <p:sp>
          <p:nvSpPr>
            <p:cNvPr id="65643" name="文本框 53356"/>
            <p:cNvSpPr txBox="1"/>
            <p:nvPr/>
          </p:nvSpPr>
          <p:spPr>
            <a:xfrm>
              <a:off x="2424" y="0"/>
              <a:ext cx="735" cy="300"/>
            </a:xfrm>
            <a:prstGeom prst="rect">
              <a:avLst/>
            </a:prstGeom>
            <a:noFill/>
            <a:ln w="9525">
              <a:noFill/>
              <a:miter/>
            </a:ln>
          </p:spPr>
          <p:txBody>
            <a:bodyPr anchor="t"/>
            <a:p>
              <a:pPr lvl="0" algn="just">
                <a:lnSpc>
                  <a:spcPct val="120000"/>
                </a:lnSpc>
                <a:buClr>
                  <a:srgbClr val="000000"/>
                </a:buClr>
              </a:pPr>
              <a:r>
                <a:rPr lang="zh-CN" altLang="en-US">
                  <a:solidFill>
                    <a:schemeClr val="tx1"/>
                  </a:solidFill>
                  <a:latin typeface="Times New Roman" panose="02020603050405020304" charset="0"/>
                  <a:ea typeface="宋体" panose="02010600030101010101" pitchFamily="2" charset="-122"/>
                </a:rPr>
                <a:t>根目录 </a:t>
              </a:r>
              <a:r>
                <a:rPr lang="en-US" altLang="zh-CN">
                  <a:solidFill>
                    <a:schemeClr val="tx1"/>
                  </a:solidFill>
                  <a:latin typeface="Arial" panose="02080604020202020204" pitchFamily="34" charset="0"/>
                  <a:ea typeface="宋体" panose="02010600030101010101" pitchFamily="2" charset="-122"/>
                </a:rPr>
                <a:t>/ </a:t>
              </a:r>
              <a:r>
                <a:rPr lang="en-US" altLang="zh-CN">
                  <a:solidFill>
                    <a:schemeClr val="tx1"/>
                  </a:solidFill>
                  <a:latin typeface="Times New Roman" panose="02020603050405020304" charset="0"/>
                  <a:ea typeface="宋体" panose="02010600030101010101" pitchFamily="2" charset="-122"/>
                </a:rPr>
                <a:t> </a:t>
              </a:r>
              <a:endParaRPr lang="en-US" altLang="zh-CN">
                <a:solidFill>
                  <a:schemeClr val="tx1"/>
                </a:solidFill>
                <a:latin typeface="Times New Roman" panose="02020603050405020304" charset="0"/>
                <a:ea typeface="宋体" panose="02010600030101010101" pitchFamily="2" charset="-122"/>
              </a:endParaRPr>
            </a:p>
          </p:txBody>
        </p:sp>
        <p:sp>
          <p:nvSpPr>
            <p:cNvPr id="65644" name="文本框 53357"/>
            <p:cNvSpPr txBox="1"/>
            <p:nvPr/>
          </p:nvSpPr>
          <p:spPr>
            <a:xfrm>
              <a:off x="692" y="900"/>
              <a:ext cx="642" cy="299"/>
            </a:xfrm>
            <a:prstGeom prst="rect">
              <a:avLst/>
            </a:prstGeom>
            <a:noFill/>
            <a:ln w="9525">
              <a:noFill/>
              <a:miter/>
            </a:ln>
          </p:spPr>
          <p:txBody>
            <a:bodyPr anchor="t"/>
            <a:p>
              <a:pPr lvl="0" algn="just">
                <a:lnSpc>
                  <a:spcPct val="120000"/>
                </a:lnSpc>
                <a:buClr>
                  <a:srgbClr val="000000"/>
                </a:buClr>
              </a:pPr>
              <a:r>
                <a:rPr lang="zh-CN" altLang="en-US">
                  <a:solidFill>
                    <a:schemeClr val="tx1"/>
                  </a:solidFill>
                  <a:latin typeface="Times New Roman" panose="02020603050405020304" charset="0"/>
                  <a:ea typeface="宋体" panose="02010600030101010101" pitchFamily="2" charset="-122"/>
                </a:rPr>
                <a:t>子目录 </a:t>
              </a:r>
              <a:r>
                <a:rPr lang="en-US" altLang="zh-CN">
                  <a:solidFill>
                    <a:schemeClr val="tx1"/>
                  </a:solidFill>
                  <a:latin typeface="Times New Roman" panose="02020603050405020304" charset="0"/>
                  <a:ea typeface="宋体" panose="02010600030101010101" pitchFamily="2" charset="-122"/>
                </a:rPr>
                <a:t>a</a:t>
              </a:r>
              <a:endParaRPr lang="en-US" altLang="zh-CN">
                <a:solidFill>
                  <a:schemeClr val="tx1"/>
                </a:solidFill>
                <a:latin typeface="Times New Roman" panose="02020603050405020304" charset="0"/>
                <a:ea typeface="宋体" panose="02010600030101010101" pitchFamily="2" charset="-122"/>
              </a:endParaRPr>
            </a:p>
          </p:txBody>
        </p:sp>
        <p:sp>
          <p:nvSpPr>
            <p:cNvPr id="65645" name="文本框 53358"/>
            <p:cNvSpPr txBox="1"/>
            <p:nvPr/>
          </p:nvSpPr>
          <p:spPr>
            <a:xfrm>
              <a:off x="2124" y="900"/>
              <a:ext cx="643" cy="299"/>
            </a:xfrm>
            <a:prstGeom prst="rect">
              <a:avLst/>
            </a:prstGeom>
            <a:noFill/>
            <a:ln w="9525">
              <a:noFill/>
              <a:miter/>
            </a:ln>
          </p:spPr>
          <p:txBody>
            <a:bodyPr anchor="t"/>
            <a:p>
              <a:pPr lvl="0" algn="just">
                <a:lnSpc>
                  <a:spcPct val="120000"/>
                </a:lnSpc>
                <a:buClr>
                  <a:srgbClr val="000000"/>
                </a:buClr>
              </a:pPr>
              <a:r>
                <a:rPr lang="zh-CN" altLang="en-US">
                  <a:solidFill>
                    <a:schemeClr val="tx1"/>
                  </a:solidFill>
                  <a:latin typeface="Times New Roman" panose="02020603050405020304" charset="0"/>
                  <a:ea typeface="宋体" panose="02010600030101010101" pitchFamily="2" charset="-122"/>
                </a:rPr>
                <a:t>子目录 </a:t>
              </a:r>
              <a:r>
                <a:rPr lang="en-US" altLang="zh-CN">
                  <a:solidFill>
                    <a:schemeClr val="tx1"/>
                  </a:solidFill>
                  <a:latin typeface="Times New Roman" panose="02020603050405020304" charset="0"/>
                  <a:ea typeface="宋体" panose="02010600030101010101" pitchFamily="2" charset="-122"/>
                </a:rPr>
                <a:t>b</a:t>
              </a:r>
              <a:endParaRPr lang="en-US" altLang="zh-CN">
                <a:solidFill>
                  <a:schemeClr val="tx1"/>
                </a:solidFill>
                <a:latin typeface="Times New Roman" panose="02020603050405020304" charset="0"/>
                <a:ea typeface="宋体" panose="02010600030101010101" pitchFamily="2" charset="-122"/>
              </a:endParaRPr>
            </a:p>
          </p:txBody>
        </p:sp>
        <p:sp>
          <p:nvSpPr>
            <p:cNvPr id="65646" name="文本框 53359"/>
            <p:cNvSpPr txBox="1"/>
            <p:nvPr/>
          </p:nvSpPr>
          <p:spPr>
            <a:xfrm>
              <a:off x="4347" y="900"/>
              <a:ext cx="642" cy="299"/>
            </a:xfrm>
            <a:prstGeom prst="rect">
              <a:avLst/>
            </a:prstGeom>
            <a:noFill/>
            <a:ln w="9525">
              <a:noFill/>
              <a:miter/>
            </a:ln>
          </p:spPr>
          <p:txBody>
            <a:bodyPr anchor="t"/>
            <a:p>
              <a:pPr lvl="0" algn="just">
                <a:lnSpc>
                  <a:spcPct val="120000"/>
                </a:lnSpc>
                <a:buClr>
                  <a:srgbClr val="000000"/>
                </a:buClr>
              </a:pPr>
              <a:r>
                <a:rPr lang="zh-CN" altLang="en-US">
                  <a:solidFill>
                    <a:schemeClr val="tx1"/>
                  </a:solidFill>
                  <a:latin typeface="Times New Roman" panose="02020603050405020304" charset="0"/>
                  <a:ea typeface="宋体" panose="02010600030101010101" pitchFamily="2" charset="-122"/>
                </a:rPr>
                <a:t>子目录 </a:t>
              </a:r>
              <a:r>
                <a:rPr lang="en-US" altLang="zh-CN">
                  <a:solidFill>
                    <a:schemeClr val="tx1"/>
                  </a:solidFill>
                  <a:latin typeface="Times New Roman" panose="02020603050405020304" charset="0"/>
                  <a:ea typeface="宋体" panose="02010600030101010101" pitchFamily="2" charset="-122"/>
                </a:rPr>
                <a:t>c</a:t>
              </a:r>
              <a:endParaRPr lang="en-US" altLang="zh-CN">
                <a:solidFill>
                  <a:schemeClr val="tx1"/>
                </a:solidFill>
                <a:latin typeface="Times New Roman" panose="02020603050405020304" charset="0"/>
                <a:ea typeface="宋体" panose="02010600030101010101" pitchFamily="2" charset="-122"/>
              </a:endParaRPr>
            </a:p>
          </p:txBody>
        </p:sp>
        <p:sp>
          <p:nvSpPr>
            <p:cNvPr id="65647" name="文本框 53360"/>
            <p:cNvSpPr txBox="1"/>
            <p:nvPr/>
          </p:nvSpPr>
          <p:spPr>
            <a:xfrm>
              <a:off x="0" y="1849"/>
              <a:ext cx="642" cy="299"/>
            </a:xfrm>
            <a:prstGeom prst="rect">
              <a:avLst/>
            </a:prstGeom>
            <a:noFill/>
            <a:ln w="9525">
              <a:noFill/>
              <a:miter/>
            </a:ln>
          </p:spPr>
          <p:txBody>
            <a:bodyPr anchor="t"/>
            <a:p>
              <a:pPr lvl="0" algn="just">
                <a:lnSpc>
                  <a:spcPct val="120000"/>
                </a:lnSpc>
                <a:buClr>
                  <a:srgbClr val="000000"/>
                </a:buClr>
              </a:pPr>
              <a:r>
                <a:rPr lang="zh-CN" altLang="en-US">
                  <a:solidFill>
                    <a:schemeClr val="tx1"/>
                  </a:solidFill>
                  <a:latin typeface="Times New Roman" panose="02020603050405020304" charset="0"/>
                  <a:ea typeface="宋体" panose="02010600030101010101" pitchFamily="2" charset="-122"/>
                </a:rPr>
                <a:t>子目录 </a:t>
              </a:r>
              <a:r>
                <a:rPr lang="en-US" altLang="zh-CN">
                  <a:solidFill>
                    <a:schemeClr val="tx1"/>
                  </a:solidFill>
                  <a:latin typeface="Times New Roman" panose="02020603050405020304" charset="0"/>
                  <a:ea typeface="宋体" panose="02010600030101010101" pitchFamily="2" charset="-122"/>
                </a:rPr>
                <a:t>a</a:t>
              </a:r>
              <a:endParaRPr lang="en-US" altLang="zh-CN">
                <a:solidFill>
                  <a:schemeClr val="tx1"/>
                </a:solidFill>
                <a:latin typeface="Times New Roman" panose="02020603050405020304" charset="0"/>
                <a:ea typeface="宋体" panose="02010600030101010101" pitchFamily="2" charset="-122"/>
              </a:endParaRPr>
            </a:p>
          </p:txBody>
        </p:sp>
        <p:sp>
          <p:nvSpPr>
            <p:cNvPr id="65648" name="文本框 53361"/>
            <p:cNvSpPr txBox="1"/>
            <p:nvPr/>
          </p:nvSpPr>
          <p:spPr>
            <a:xfrm>
              <a:off x="1433" y="1713"/>
              <a:ext cx="642" cy="299"/>
            </a:xfrm>
            <a:prstGeom prst="rect">
              <a:avLst/>
            </a:prstGeom>
            <a:noFill/>
            <a:ln w="9525">
              <a:noFill/>
              <a:miter/>
            </a:ln>
          </p:spPr>
          <p:txBody>
            <a:bodyPr anchor="t"/>
            <a:p>
              <a:pPr lvl="0" algn="just">
                <a:lnSpc>
                  <a:spcPct val="120000"/>
                </a:lnSpc>
                <a:buClr>
                  <a:srgbClr val="000000"/>
                </a:buClr>
              </a:pPr>
              <a:r>
                <a:rPr lang="zh-CN" altLang="en-US">
                  <a:solidFill>
                    <a:schemeClr val="tx1"/>
                  </a:solidFill>
                  <a:latin typeface="Times New Roman" panose="02020603050405020304" charset="0"/>
                  <a:ea typeface="宋体" panose="02010600030101010101" pitchFamily="2" charset="-122"/>
                </a:rPr>
                <a:t>子目录 </a:t>
              </a:r>
              <a:r>
                <a:rPr lang="en-US" altLang="zh-CN">
                  <a:solidFill>
                    <a:schemeClr val="tx1"/>
                  </a:solidFill>
                  <a:latin typeface="Times New Roman" panose="02020603050405020304" charset="0"/>
                  <a:ea typeface="宋体" panose="02010600030101010101" pitchFamily="2" charset="-122"/>
                </a:rPr>
                <a:t>f</a:t>
              </a:r>
              <a:endParaRPr lang="en-US" altLang="zh-CN">
                <a:solidFill>
                  <a:schemeClr val="tx1"/>
                </a:solidFill>
                <a:latin typeface="Times New Roman" panose="02020603050405020304" charset="0"/>
                <a:ea typeface="宋体" panose="02010600030101010101" pitchFamily="2" charset="-122"/>
              </a:endParaRPr>
            </a:p>
          </p:txBody>
        </p:sp>
        <p:sp>
          <p:nvSpPr>
            <p:cNvPr id="65649" name="文本框 53362"/>
            <p:cNvSpPr txBox="1"/>
            <p:nvPr/>
          </p:nvSpPr>
          <p:spPr>
            <a:xfrm>
              <a:off x="2174" y="1731"/>
              <a:ext cx="642" cy="299"/>
            </a:xfrm>
            <a:prstGeom prst="rect">
              <a:avLst/>
            </a:prstGeom>
            <a:noFill/>
            <a:ln w="9525">
              <a:noFill/>
              <a:miter/>
            </a:ln>
          </p:spPr>
          <p:txBody>
            <a:bodyPr anchor="t"/>
            <a:p>
              <a:pPr lvl="0" algn="just">
                <a:lnSpc>
                  <a:spcPct val="120000"/>
                </a:lnSpc>
                <a:buClr>
                  <a:srgbClr val="000000"/>
                </a:buClr>
              </a:pPr>
              <a:r>
                <a:rPr lang="zh-CN" altLang="en-US">
                  <a:solidFill>
                    <a:schemeClr val="tx1"/>
                  </a:solidFill>
                  <a:latin typeface="Times New Roman" panose="02020603050405020304" charset="0"/>
                  <a:ea typeface="宋体" panose="02010600030101010101" pitchFamily="2" charset="-122"/>
                </a:rPr>
                <a:t>子目录 </a:t>
              </a:r>
              <a:r>
                <a:rPr lang="en-US" altLang="zh-CN">
                  <a:solidFill>
                    <a:schemeClr val="tx1"/>
                  </a:solidFill>
                  <a:latin typeface="Times New Roman" panose="02020603050405020304" charset="0"/>
                  <a:ea typeface="宋体" panose="02010600030101010101" pitchFamily="2" charset="-122"/>
                </a:rPr>
                <a:t>e</a:t>
              </a:r>
              <a:endParaRPr lang="en-US" altLang="zh-CN">
                <a:solidFill>
                  <a:schemeClr val="tx1"/>
                </a:solidFill>
                <a:latin typeface="Times New Roman" panose="02020603050405020304" charset="0"/>
                <a:ea typeface="宋体" panose="02010600030101010101" pitchFamily="2" charset="-122"/>
              </a:endParaRPr>
            </a:p>
          </p:txBody>
        </p:sp>
        <p:sp>
          <p:nvSpPr>
            <p:cNvPr id="65650" name="文本框 53363"/>
            <p:cNvSpPr txBox="1"/>
            <p:nvPr/>
          </p:nvSpPr>
          <p:spPr>
            <a:xfrm>
              <a:off x="3485" y="1731"/>
              <a:ext cx="642" cy="299"/>
            </a:xfrm>
            <a:prstGeom prst="rect">
              <a:avLst/>
            </a:prstGeom>
            <a:noFill/>
            <a:ln w="9525">
              <a:noFill/>
              <a:miter/>
            </a:ln>
          </p:spPr>
          <p:txBody>
            <a:bodyPr anchor="t"/>
            <a:p>
              <a:pPr lvl="0" algn="just">
                <a:lnSpc>
                  <a:spcPct val="120000"/>
                </a:lnSpc>
                <a:buClr>
                  <a:srgbClr val="000000"/>
                </a:buClr>
              </a:pPr>
              <a:r>
                <a:rPr lang="zh-CN" altLang="en-US">
                  <a:solidFill>
                    <a:schemeClr val="tx1"/>
                  </a:solidFill>
                  <a:latin typeface="Times New Roman" panose="02020603050405020304" charset="0"/>
                  <a:ea typeface="宋体" panose="02010600030101010101" pitchFamily="2" charset="-122"/>
                </a:rPr>
                <a:t>子目录 </a:t>
              </a:r>
              <a:r>
                <a:rPr lang="en-US" altLang="zh-CN">
                  <a:solidFill>
                    <a:schemeClr val="tx1"/>
                  </a:solidFill>
                  <a:latin typeface="Times New Roman" panose="02020603050405020304" charset="0"/>
                  <a:ea typeface="宋体" panose="02010600030101010101" pitchFamily="2" charset="-122"/>
                </a:rPr>
                <a:t>d</a:t>
              </a:r>
              <a:endParaRPr lang="en-US" altLang="zh-CN">
                <a:solidFill>
                  <a:schemeClr val="tx1"/>
                </a:solidFill>
                <a:latin typeface="Times New Roman" panose="02020603050405020304" charset="0"/>
                <a:ea typeface="宋体" panose="02010600030101010101" pitchFamily="2" charset="-122"/>
              </a:endParaRPr>
            </a:p>
          </p:txBody>
        </p:sp>
        <p:sp>
          <p:nvSpPr>
            <p:cNvPr id="65651" name="直接连接符 53364"/>
            <p:cNvSpPr/>
            <p:nvPr/>
          </p:nvSpPr>
          <p:spPr>
            <a:xfrm>
              <a:off x="1482" y="2299"/>
              <a:ext cx="493" cy="0"/>
            </a:xfrm>
            <a:prstGeom prst="line">
              <a:avLst/>
            </a:prstGeom>
            <a:ln w="12700"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5652" name="直接连接符 53365"/>
            <p:cNvSpPr/>
            <p:nvPr/>
          </p:nvSpPr>
          <p:spPr>
            <a:xfrm>
              <a:off x="3359" y="2299"/>
              <a:ext cx="494" cy="0"/>
            </a:xfrm>
            <a:prstGeom prst="line">
              <a:avLst/>
            </a:prstGeom>
            <a:ln w="12700"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5653" name="直接连接符 53366"/>
            <p:cNvSpPr/>
            <p:nvPr/>
          </p:nvSpPr>
          <p:spPr>
            <a:xfrm>
              <a:off x="368" y="2308"/>
              <a:ext cx="445" cy="0"/>
            </a:xfrm>
            <a:prstGeom prst="line">
              <a:avLst/>
            </a:prstGeom>
            <a:ln w="12700"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gr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53251" grpId="0" build="p"/>
      <p:bldP spid="53253" grpId="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6561" name="文本框 57345"/>
          <p:cNvSpPr txBox="1"/>
          <p:nvPr/>
        </p:nvSpPr>
        <p:spPr>
          <a:xfrm>
            <a:off x="8493125" y="6510338"/>
            <a:ext cx="376238"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buFont typeface="Wingdings" panose="05000000000000000000" pitchFamily="2" charset="2"/>
              <a:buNone/>
            </a:pPr>
            <a:r>
              <a:rPr lang="en-US" altLang="zh-CN" b="0">
                <a:solidFill>
                  <a:schemeClr val="tx2"/>
                </a:solidFill>
                <a:latin typeface="Times New Roman" panose="02020603050405020304" charset="0"/>
                <a:ea typeface="宋体" panose="02010600030101010101" pitchFamily="2" charset="-122"/>
              </a:rPr>
              <a:t>33</a:t>
            </a:r>
            <a:endParaRPr lang="en-US" altLang="zh-CN" b="0">
              <a:solidFill>
                <a:schemeClr val="tx2"/>
              </a:solidFill>
              <a:latin typeface="Times New Roman" panose="02020603050405020304" charset="0"/>
              <a:ea typeface="宋体" panose="02010600030101010101" pitchFamily="2" charset="-122"/>
            </a:endParaRPr>
          </a:p>
        </p:txBody>
      </p:sp>
      <p:sp>
        <p:nvSpPr>
          <p:cNvPr id="57347" name="矩形 57346"/>
          <p:cNvSpPr/>
          <p:nvPr/>
        </p:nvSpPr>
        <p:spPr>
          <a:xfrm>
            <a:off x="249238" y="1201738"/>
            <a:ext cx="8623300" cy="3007360"/>
          </a:xfrm>
          <a:prstGeom prst="rect">
            <a:avLst/>
          </a:prstGeom>
          <a:noFill/>
          <a:ln w="9525">
            <a:noFill/>
            <a:miter/>
          </a:ln>
        </p:spPr>
        <p:txBody>
          <a:bodyPr wrap="square">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30000"/>
              </a:lnSpc>
              <a:buFont typeface="Wingdings" panose="05000000000000000000" pitchFamily="2" charset="2"/>
              <a:buNone/>
            </a:pPr>
            <a:r>
              <a:rPr lang="zh-CN" altLang="en-US" sz="2400" b="1" strike="noStrike" noProof="1">
                <a:solidFill>
                  <a:srgbClr val="000099"/>
                </a:solidFill>
                <a:effectLst/>
                <a:latin typeface="宋体" panose="02010600030101010101" pitchFamily="2" charset="-122"/>
                <a:ea typeface="宋体" panose="02010600030101010101" pitchFamily="2" charset="-122"/>
                <a:cs typeface="+mn-ea"/>
              </a:rPr>
              <a:t>   </a:t>
            </a:r>
            <a:r>
              <a:rPr lang="en-US" altLang="zh-CN" sz="2400" b="1" strike="noStrike" noProof="1">
                <a:solidFill>
                  <a:schemeClr val="tx1"/>
                </a:solidFill>
                <a:effectLst/>
                <a:latin typeface="宋体" panose="02010600030101010101" pitchFamily="2" charset="-122"/>
                <a:ea typeface="宋体" panose="02010600030101010101" pitchFamily="2" charset="-122"/>
                <a:cs typeface="+mn-ea"/>
              </a:rPr>
              <a:t>ⅰ </a:t>
            </a:r>
            <a:r>
              <a:rPr lang="zh-CN" altLang="en-US" sz="2400" b="1" strike="noStrike" noProof="1">
                <a:solidFill>
                  <a:schemeClr val="tx1"/>
                </a:solidFill>
                <a:effectLst/>
                <a:latin typeface="Times New Roman" panose="02020603050405020304" charset="0"/>
                <a:ea typeface="宋体" panose="02010600030101010101" pitchFamily="2" charset="-122"/>
                <a:cs typeface="+mn-ea"/>
              </a:rPr>
              <a:t>什么是当前目录 </a:t>
            </a:r>
            <a:r>
              <a:rPr lang="en-US" altLang="zh-CN" sz="2400" b="1" strike="noStrike" noProof="1">
                <a:solidFill>
                  <a:schemeClr val="tx1"/>
                </a:solidFill>
                <a:effectLst/>
                <a:latin typeface="Times New Roman" panose="02020603050405020304" charset="0"/>
                <a:ea typeface="宋体" panose="02010600030101010101" pitchFamily="2" charset="-122"/>
                <a:cs typeface="+mn-ea"/>
              </a:rPr>
              <a:t>(</a:t>
            </a:r>
            <a:r>
              <a:rPr lang="zh-CN" altLang="en-US" sz="2400" strike="noStrike" noProof="1">
                <a:solidFill>
                  <a:schemeClr val="tx1"/>
                </a:solidFill>
                <a:effectLst/>
                <a:latin typeface="Times New Roman" panose="02020603050405020304" charset="0"/>
                <a:ea typeface="宋体" panose="02010600030101010101" pitchFamily="2" charset="-122"/>
                <a:cs typeface="+mn-ea"/>
              </a:rPr>
              <a:t>又称值班目录</a:t>
            </a:r>
            <a:r>
              <a:rPr lang="en-US" altLang="zh-CN" sz="2400" b="1" strike="noStrike" noProof="1">
                <a:solidFill>
                  <a:schemeClr val="tx1"/>
                </a:solidFill>
                <a:effectLst/>
                <a:latin typeface="Times New Roman" panose="02020603050405020304" charset="0"/>
                <a:ea typeface="宋体" panose="02010600030101010101" pitchFamily="2" charset="-122"/>
                <a:cs typeface="+mn-ea"/>
              </a:rPr>
              <a:t>)</a:t>
            </a:r>
            <a:endParaRPr lang="en-US" altLang="zh-CN" sz="2400" b="1" strike="noStrike" noProof="1">
              <a:solidFill>
                <a:schemeClr val="tx1"/>
              </a:solidFill>
              <a:effectLst/>
              <a:latin typeface="Times New Roman" panose="02020603050405020304" charset="0"/>
              <a:ea typeface="宋体" panose="02010600030101010101" pitchFamily="2" charset="-122"/>
            </a:endParaRPr>
          </a:p>
          <a:p>
            <a:pPr marL="533400" lvl="0" indent="-533400" fontAlgn="base">
              <a:lnSpc>
                <a:spcPct val="120000"/>
              </a:lnSpc>
              <a:spcBef>
                <a:spcPct val="20000"/>
              </a:spcBef>
              <a:buNone/>
            </a:pPr>
            <a:r>
              <a:rPr lang="en-US" altLang="zh-CN" sz="2400" strike="noStrike" noProof="1">
                <a:solidFill>
                  <a:schemeClr val="tx1"/>
                </a:solidFill>
                <a:effectLst/>
                <a:latin typeface="Times New Roman" panose="02020603050405020304" charset="0"/>
                <a:ea typeface="宋体" panose="02010600030101010101" pitchFamily="2" charset="-122"/>
                <a:cs typeface="+mn-ea"/>
              </a:rPr>
              <a:t>            </a:t>
            </a:r>
            <a:r>
              <a:rPr lang="zh-CN" altLang="en-US" sz="2400" strike="noStrike" noProof="1">
                <a:solidFill>
                  <a:schemeClr val="tx1"/>
                </a:solidFill>
                <a:effectLst/>
                <a:latin typeface="Times New Roman" panose="02020603050405020304" charset="0"/>
                <a:ea typeface="宋体" panose="02010600030101010101" pitchFamily="2" charset="-122"/>
                <a:cs typeface="+mn-ea"/>
              </a:rPr>
              <a:t>当前目录是用户</a:t>
            </a:r>
            <a:r>
              <a:rPr lang="zh-CN" altLang="en-US" sz="2400">
                <a:solidFill>
                  <a:schemeClr val="tx1"/>
                </a:solidFill>
                <a:effectLst/>
                <a:latin typeface="Times New Roman" panose="02020603050405020304" charset="0"/>
                <a:cs typeface="+mn-ea"/>
                <a:sym typeface="+mn-ea"/>
              </a:rPr>
              <a:t>当前</a:t>
            </a:r>
            <a:r>
              <a:rPr lang="zh-CN" altLang="en-US" sz="2400" strike="noStrike" noProof="1">
                <a:solidFill>
                  <a:schemeClr val="tx1"/>
                </a:solidFill>
                <a:effectLst/>
                <a:latin typeface="Times New Roman" panose="02020603050405020304" charset="0"/>
                <a:ea typeface="宋体" panose="02010600030101010101" pitchFamily="2" charset="-122"/>
                <a:cs typeface="+mn-ea"/>
              </a:rPr>
              <a:t>正在操作的目录。</a:t>
            </a:r>
            <a:endParaRPr lang="zh-CN" altLang="en-US" sz="2400" strike="noStrike" noProof="1">
              <a:solidFill>
                <a:schemeClr val="tx1"/>
              </a:solidFill>
              <a:effectLst/>
              <a:latin typeface="Times New Roman" panose="02020603050405020304" charset="0"/>
              <a:ea typeface="宋体" panose="02010600030101010101" pitchFamily="2" charset="-122"/>
            </a:endParaRPr>
          </a:p>
          <a:p>
            <a:pPr marL="533400" lvl="0" indent="-533400" fontAlgn="base">
              <a:lnSpc>
                <a:spcPct val="120000"/>
              </a:lnSpc>
              <a:spcBef>
                <a:spcPct val="20000"/>
              </a:spcBef>
              <a:buNone/>
            </a:pPr>
            <a:r>
              <a:rPr lang="zh-CN" altLang="en-US" sz="2400" strike="noStrike" noProof="1">
                <a:solidFill>
                  <a:schemeClr val="tx1"/>
                </a:solidFill>
                <a:effectLst/>
                <a:latin typeface="Times New Roman" panose="02020603050405020304" charset="0"/>
                <a:ea typeface="宋体" panose="02010600030101010101" pitchFamily="2" charset="-122"/>
                <a:cs typeface="+mn-ea"/>
              </a:rPr>
              <a:t>            为进程指定当前目录后，该进程对文件的所有访问都是相对于“当前目录”进行的。</a:t>
            </a:r>
            <a:endParaRPr lang="zh-CN" altLang="en-US" sz="2400" strike="noStrike" noProof="1">
              <a:solidFill>
                <a:schemeClr val="tx1"/>
              </a:solidFill>
              <a:effectLst/>
              <a:latin typeface="Times New Roman" panose="02020603050405020304" charset="0"/>
              <a:ea typeface="宋体" panose="02010600030101010101" pitchFamily="2" charset="-122"/>
            </a:endParaRPr>
          </a:p>
          <a:p>
            <a:pPr marL="533400" lvl="0" indent="-533400" fontAlgn="base">
              <a:lnSpc>
                <a:spcPct val="120000"/>
              </a:lnSpc>
              <a:spcBef>
                <a:spcPct val="20000"/>
              </a:spcBef>
              <a:buNone/>
            </a:pPr>
            <a:r>
              <a:rPr lang="zh-CN" altLang="en-US" sz="2400" strike="noStrike" noProof="1">
                <a:solidFill>
                  <a:schemeClr val="tx1"/>
                </a:solidFill>
                <a:effectLst/>
                <a:latin typeface="Times New Roman" panose="02020603050405020304" charset="0"/>
                <a:ea typeface="宋体" panose="02010600030101010101" pitchFamily="2" charset="-122"/>
                <a:cs typeface="+mn-ea"/>
              </a:rPr>
              <a:t>            这时，文件路径名是由“当前目录”到信息文件的通路上所有各级目录的符号名加上该信息文件的符号名组成。</a:t>
            </a:r>
            <a:endParaRPr lang="zh-CN" altLang="en-US" sz="2400" strike="noStrike" noProof="1">
              <a:solidFill>
                <a:schemeClr val="tx1"/>
              </a:solidFill>
              <a:effectLst/>
              <a:latin typeface="Times New Roman" panose="02020603050405020304" charset="0"/>
              <a:ea typeface="宋体" panose="02010600030101010101" pitchFamily="2" charset="-122"/>
            </a:endParaRPr>
          </a:p>
        </p:txBody>
      </p:sp>
      <p:sp>
        <p:nvSpPr>
          <p:cNvPr id="57348" name="矩形 57347"/>
          <p:cNvSpPr/>
          <p:nvPr/>
        </p:nvSpPr>
        <p:spPr>
          <a:xfrm>
            <a:off x="541338" y="4475163"/>
            <a:ext cx="8031163" cy="969963"/>
          </a:xfrm>
          <a:prstGeom prst="rect">
            <a:avLst/>
          </a:prstGeom>
          <a:noFill/>
          <a:ln w="9525">
            <a:noFill/>
            <a:miter/>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20000"/>
              </a:lnSpc>
              <a:spcBef>
                <a:spcPct val="20000"/>
              </a:spcBef>
              <a:buNone/>
            </a:pPr>
            <a:r>
              <a:rPr lang="en-US" altLang="zh-CN" sz="2400" b="1" strike="noStrike" noProof="1">
                <a:solidFill>
                  <a:schemeClr val="tx1"/>
                </a:solidFill>
                <a:latin typeface="宋体" panose="02010600030101010101" pitchFamily="2" charset="-122"/>
                <a:ea typeface="宋体" panose="02010600030101010101" pitchFamily="2" charset="-122"/>
                <a:cs typeface="+mn-ea"/>
              </a:rPr>
              <a:t>ⅱ </a:t>
            </a:r>
            <a:r>
              <a:rPr lang="zh-CN" altLang="en-US" sz="2400" b="1" strike="noStrike" noProof="1">
                <a:solidFill>
                  <a:schemeClr val="tx1"/>
                </a:solidFill>
                <a:latin typeface="Times New Roman" panose="02020603050405020304" charset="0"/>
                <a:ea typeface="宋体" panose="02010600030101010101" pitchFamily="2" charset="-122"/>
                <a:cs typeface="+mn-ea"/>
              </a:rPr>
              <a:t>例</a:t>
            </a:r>
            <a:r>
              <a:rPr lang="en-US" altLang="zh-CN" sz="2400" b="1" strike="noStrike" noProof="1">
                <a:solidFill>
                  <a:schemeClr val="tx1"/>
                </a:solidFill>
                <a:latin typeface="Times New Roman" panose="02020603050405020304" charset="0"/>
                <a:ea typeface="宋体" panose="02010600030101010101" pitchFamily="2" charset="-122"/>
                <a:cs typeface="+mn-ea"/>
              </a:rPr>
              <a:t>1</a:t>
            </a:r>
            <a:r>
              <a:rPr lang="zh-CN" altLang="en-US" sz="2400" b="1" strike="noStrike" noProof="1">
                <a:solidFill>
                  <a:schemeClr val="tx1"/>
                </a:solidFill>
                <a:latin typeface="Times New Roman" panose="02020603050405020304" charset="0"/>
                <a:ea typeface="宋体" panose="02010600030101010101" pitchFamily="2" charset="-122"/>
                <a:cs typeface="+mn-ea"/>
              </a:rPr>
              <a:t>：</a:t>
            </a:r>
            <a:r>
              <a:rPr lang="zh-CN" altLang="en-US" sz="2400" strike="noStrike" noProof="1">
                <a:solidFill>
                  <a:schemeClr val="tx1"/>
                </a:solidFill>
                <a:latin typeface="Times New Roman" panose="02020603050405020304" charset="0"/>
                <a:ea typeface="宋体" panose="02010600030101010101" pitchFamily="2" charset="-122"/>
                <a:cs typeface="+mn-ea"/>
              </a:rPr>
              <a:t>当指定当前目录为</a:t>
            </a:r>
            <a:r>
              <a:rPr lang="en-US" altLang="zh-CN" sz="2400" strike="noStrike" noProof="1">
                <a:solidFill>
                  <a:schemeClr val="tx1"/>
                </a:solidFill>
                <a:latin typeface="Times New Roman" panose="02020603050405020304" charset="0"/>
                <a:ea typeface="宋体" panose="02010600030101010101" pitchFamily="2" charset="-122"/>
                <a:cs typeface="+mn-ea"/>
              </a:rPr>
              <a:t>id=3 </a:t>
            </a:r>
            <a:r>
              <a:rPr lang="zh-CN" altLang="en-US" sz="2400" strike="noStrike" noProof="1">
                <a:solidFill>
                  <a:schemeClr val="tx1"/>
                </a:solidFill>
                <a:latin typeface="Times New Roman" panose="02020603050405020304" charset="0"/>
                <a:ea typeface="宋体" panose="02010600030101010101" pitchFamily="2" charset="-122"/>
                <a:cs typeface="+mn-ea"/>
              </a:rPr>
              <a:t>时，</a:t>
            </a:r>
            <a:r>
              <a:rPr lang="en-US" altLang="zh-CN" sz="2400" strike="noStrike" noProof="1">
                <a:solidFill>
                  <a:schemeClr val="tx1"/>
                </a:solidFill>
                <a:latin typeface="Times New Roman" panose="02020603050405020304" charset="0"/>
                <a:ea typeface="宋体" panose="02010600030101010101" pitchFamily="2" charset="-122"/>
                <a:cs typeface="+mn-ea"/>
              </a:rPr>
              <a:t>id</a:t>
            </a:r>
            <a:r>
              <a:rPr lang="zh-CN" altLang="en-US" sz="2400" strike="noStrike" noProof="1">
                <a:solidFill>
                  <a:schemeClr val="tx1"/>
                </a:solidFill>
                <a:latin typeface="Times New Roman" panose="02020603050405020304" charset="0"/>
                <a:ea typeface="宋体" panose="02010600030101010101" pitchFamily="2" charset="-122"/>
                <a:cs typeface="+mn-ea"/>
              </a:rPr>
              <a:t>为</a:t>
            </a:r>
            <a:r>
              <a:rPr lang="en-US" altLang="zh-CN" sz="2400" strike="noStrike" noProof="1">
                <a:solidFill>
                  <a:schemeClr val="tx1"/>
                </a:solidFill>
                <a:latin typeface="Times New Roman" panose="02020603050405020304" charset="0"/>
                <a:ea typeface="宋体" panose="02010600030101010101" pitchFamily="2" charset="-122"/>
                <a:cs typeface="+mn-ea"/>
              </a:rPr>
              <a:t>20</a:t>
            </a:r>
            <a:r>
              <a:rPr lang="zh-CN" altLang="en-US" sz="2400" strike="noStrike" noProof="1">
                <a:solidFill>
                  <a:schemeClr val="tx1"/>
                </a:solidFill>
                <a:latin typeface="Times New Roman" panose="02020603050405020304" charset="0"/>
                <a:ea typeface="宋体" panose="02010600030101010101" pitchFamily="2" charset="-122"/>
                <a:cs typeface="+mn-ea"/>
              </a:rPr>
              <a:t>的文件，其文件路径名为 </a:t>
            </a:r>
            <a:r>
              <a:rPr lang="en-US" altLang="zh-CN" sz="2400" strike="noStrike" noProof="1">
                <a:solidFill>
                  <a:schemeClr val="tx1"/>
                </a:solidFill>
                <a:latin typeface="Times New Roman" panose="02020603050405020304" charset="0"/>
                <a:ea typeface="宋体" panose="02010600030101010101" pitchFamily="2" charset="-122"/>
                <a:cs typeface="+mn-ea"/>
              </a:rPr>
              <a:t>d/a </a:t>
            </a:r>
            <a:r>
              <a:rPr lang="x-none" altLang="en-US" sz="2400" strike="noStrike" noProof="1">
                <a:solidFill>
                  <a:schemeClr val="tx1"/>
                </a:solidFill>
                <a:latin typeface="Times New Roman" panose="02020603050405020304" charset="0"/>
                <a:ea typeface="宋体" panose="02010600030101010101" pitchFamily="2" charset="-122"/>
                <a:cs typeface="+mn-ea"/>
              </a:rPr>
              <a:t>或 ./d/a</a:t>
            </a:r>
            <a:endParaRPr lang="x-none" altLang="en-US" sz="2400" strike="noStrike" noProof="1">
              <a:solidFill>
                <a:schemeClr val="tx1"/>
              </a:solidFill>
              <a:latin typeface="Times New Roman" panose="02020603050405020304" charset="0"/>
              <a:ea typeface="宋体" panose="02010600030101010101" pitchFamily="2" charset="-122"/>
              <a:cs typeface="+mn-ea"/>
            </a:endParaRPr>
          </a:p>
        </p:txBody>
      </p:sp>
      <p:sp>
        <p:nvSpPr>
          <p:cNvPr id="57349" name="矩形 57348"/>
          <p:cNvSpPr/>
          <p:nvPr/>
        </p:nvSpPr>
        <p:spPr>
          <a:xfrm>
            <a:off x="685800" y="558800"/>
            <a:ext cx="8464550" cy="603250"/>
          </a:xfrm>
          <a:prstGeom prst="rect">
            <a:avLst/>
          </a:prstGeom>
          <a:noFill/>
          <a:ln w="9525">
            <a:noFill/>
            <a:miter/>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20000"/>
              </a:lnSpc>
              <a:spcBef>
                <a:spcPct val="20000"/>
              </a:spcBef>
              <a:buNone/>
            </a:pPr>
            <a:r>
              <a:rPr lang="en-US" altLang="zh-CN" sz="2800" b="1" strike="noStrike" noProof="1">
                <a:solidFill>
                  <a:srgbClr val="A50021"/>
                </a:solidFill>
                <a:latin typeface="Times New Roman" panose="02020603050405020304" charset="0"/>
                <a:ea typeface="宋体" panose="02010600030101010101" pitchFamily="2" charset="-122"/>
                <a:cs typeface="+mn-ea"/>
              </a:rPr>
              <a:t>(</a:t>
            </a:r>
            <a:r>
              <a:rPr lang="x-none" altLang="en-US" sz="2800" b="1" strike="noStrike" noProof="1">
                <a:solidFill>
                  <a:srgbClr val="A50021"/>
                </a:solidFill>
                <a:latin typeface="Times New Roman" panose="02020603050405020304" charset="0"/>
                <a:ea typeface="宋体" panose="02010600030101010101" pitchFamily="2" charset="-122"/>
                <a:cs typeface="+mn-ea"/>
              </a:rPr>
              <a:t>5</a:t>
            </a:r>
            <a:r>
              <a:rPr lang="en-US" altLang="zh-CN" sz="2800" b="1" strike="noStrike" noProof="1">
                <a:solidFill>
                  <a:srgbClr val="A50021"/>
                </a:solidFill>
                <a:latin typeface="Times New Roman" panose="02020603050405020304" charset="0"/>
                <a:ea typeface="宋体" panose="02010600030101010101" pitchFamily="2" charset="-122"/>
                <a:cs typeface="+mn-ea"/>
              </a:rPr>
              <a:t>) </a:t>
            </a:r>
            <a:r>
              <a:rPr lang="x-none" altLang="en-US" sz="2800" b="1" strike="noStrike" noProof="1">
                <a:solidFill>
                  <a:srgbClr val="A50021"/>
                </a:solidFill>
                <a:latin typeface="Times New Roman" panose="02020603050405020304" charset="0"/>
                <a:ea typeface="宋体" panose="02010600030101010101" pitchFamily="2" charset="-122"/>
                <a:cs typeface="+mn-ea"/>
              </a:rPr>
              <a:t>当前目录</a:t>
            </a:r>
            <a:endParaRPr lang="zh-CN" altLang="en-US" sz="2800" b="1" strike="noStrike" noProof="1">
              <a:solidFill>
                <a:srgbClr val="A50021"/>
              </a:solidFill>
              <a:latin typeface="Times New Roman" panose="02020603050405020304"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57347" grpId="0" build="p"/>
      <p:bldP spid="57348" grpId="0"/>
      <p:bldP spid="57349" grpId="0" build="p"/>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7585" name="文本框 58369"/>
          <p:cNvSpPr txBox="1"/>
          <p:nvPr/>
        </p:nvSpPr>
        <p:spPr>
          <a:xfrm>
            <a:off x="8493125" y="6510338"/>
            <a:ext cx="376238"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buFont typeface="Wingdings" panose="05000000000000000000" pitchFamily="2" charset="2"/>
              <a:buNone/>
            </a:pPr>
            <a:r>
              <a:rPr lang="en-US" altLang="zh-CN" b="0">
                <a:solidFill>
                  <a:schemeClr val="tx2"/>
                </a:solidFill>
                <a:latin typeface="Times New Roman" panose="02020603050405020304" charset="0"/>
                <a:ea typeface="宋体" panose="02010600030101010101" pitchFamily="2" charset="-122"/>
              </a:rPr>
              <a:t>34</a:t>
            </a:r>
            <a:endParaRPr lang="en-US" altLang="zh-CN" b="0">
              <a:solidFill>
                <a:schemeClr val="tx2"/>
              </a:solidFill>
              <a:latin typeface="Times New Roman" panose="02020603050405020304" charset="0"/>
              <a:ea typeface="宋体" panose="02010600030101010101" pitchFamily="2" charset="-122"/>
            </a:endParaRPr>
          </a:p>
        </p:txBody>
      </p:sp>
      <p:sp>
        <p:nvSpPr>
          <p:cNvPr id="58372" name="矩形 58371"/>
          <p:cNvSpPr/>
          <p:nvPr/>
        </p:nvSpPr>
        <p:spPr>
          <a:xfrm>
            <a:off x="1690688" y="6035675"/>
            <a:ext cx="5621338" cy="457200"/>
          </a:xfrm>
          <a:prstGeom prst="rect">
            <a:avLst/>
          </a:prstGeom>
          <a:noFill/>
          <a:ln w="9525">
            <a:noFill/>
            <a:miter/>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20000"/>
              </a:lnSpc>
              <a:buNone/>
            </a:pPr>
            <a:r>
              <a:rPr lang="zh-CN" altLang="en-US" sz="2000" b="1" strike="noStrike" noProof="1">
                <a:solidFill>
                  <a:schemeClr val="tx1"/>
                </a:solidFill>
                <a:latin typeface="Times New Roman" panose="02020603050405020304" charset="0"/>
                <a:ea typeface="宋体" panose="02010600030101010101" pitchFamily="2" charset="-122"/>
                <a:cs typeface="+mn-ea"/>
              </a:rPr>
              <a:t>使用文件路径名 </a:t>
            </a:r>
            <a:r>
              <a:rPr lang="x-none" altLang="zh-CN" sz="2000" b="1" strike="noStrike" noProof="1">
                <a:solidFill>
                  <a:schemeClr val="tx1"/>
                </a:solidFill>
                <a:latin typeface="Times New Roman" panose="02020603050405020304" charset="0"/>
                <a:ea typeface="宋体" panose="02010600030101010101" pitchFamily="2" charset="-122"/>
                <a:cs typeface="+mn-ea"/>
              </a:rPr>
              <a:t>..</a:t>
            </a:r>
            <a:r>
              <a:rPr lang="en-US" altLang="zh-CN" sz="2000" b="1" strike="noStrike" noProof="1">
                <a:solidFill>
                  <a:schemeClr val="tx1"/>
                </a:solidFill>
                <a:latin typeface="Times New Roman" panose="02020603050405020304" charset="0"/>
                <a:ea typeface="宋体" panose="02010600030101010101" pitchFamily="2" charset="-122"/>
                <a:cs typeface="+mn-ea"/>
              </a:rPr>
              <a:t>/</a:t>
            </a:r>
            <a:r>
              <a:rPr lang="x-none" altLang="en-US" sz="2000" b="1" strike="noStrike" noProof="1">
                <a:solidFill>
                  <a:schemeClr val="tx1"/>
                </a:solidFill>
                <a:latin typeface="Times New Roman" panose="02020603050405020304" charset="0"/>
                <a:ea typeface="宋体" panose="02010600030101010101" pitchFamily="2" charset="-122"/>
                <a:cs typeface="+mn-ea"/>
              </a:rPr>
              <a:t>..</a:t>
            </a:r>
            <a:r>
              <a:rPr lang="en-US" altLang="zh-CN" sz="2000" b="1" strike="noStrike" noProof="1">
                <a:solidFill>
                  <a:schemeClr val="tx1"/>
                </a:solidFill>
                <a:latin typeface="Times New Roman" panose="02020603050405020304" charset="0"/>
                <a:ea typeface="宋体" panose="02010600030101010101" pitchFamily="2" charset="-122"/>
                <a:cs typeface="+mn-ea"/>
              </a:rPr>
              <a:t>/c/a </a:t>
            </a:r>
            <a:r>
              <a:rPr lang="zh-CN" altLang="en-US" sz="2000" b="1" strike="noStrike" noProof="1">
                <a:solidFill>
                  <a:schemeClr val="tx1"/>
                </a:solidFill>
                <a:latin typeface="Times New Roman" panose="02020603050405020304" charset="0"/>
                <a:ea typeface="宋体" panose="02010600030101010101" pitchFamily="2" charset="-122"/>
                <a:cs typeface="+mn-ea"/>
              </a:rPr>
              <a:t>访问</a:t>
            </a:r>
            <a:r>
              <a:rPr lang="en-US" altLang="zh-CN" sz="2000" b="1" strike="noStrike" noProof="1">
                <a:solidFill>
                  <a:schemeClr val="tx1"/>
                </a:solidFill>
                <a:latin typeface="Times New Roman" panose="02020603050405020304" charset="0"/>
                <a:ea typeface="宋体" panose="02010600030101010101" pitchFamily="2" charset="-122"/>
                <a:cs typeface="+mn-ea"/>
              </a:rPr>
              <a:t>id=12</a:t>
            </a:r>
            <a:r>
              <a:rPr lang="zh-CN" altLang="en-US" sz="2000" b="1" strike="noStrike" noProof="1">
                <a:solidFill>
                  <a:schemeClr val="tx1"/>
                </a:solidFill>
                <a:latin typeface="Times New Roman" panose="02020603050405020304" charset="0"/>
                <a:ea typeface="宋体" panose="02010600030101010101" pitchFamily="2" charset="-122"/>
                <a:cs typeface="+mn-ea"/>
              </a:rPr>
              <a:t>的文件</a:t>
            </a:r>
            <a:endParaRPr lang="zh-CN" altLang="en-US" sz="2000" b="1" strike="noStrike" noProof="1">
              <a:solidFill>
                <a:schemeClr val="tx1"/>
              </a:solidFill>
              <a:latin typeface="Times New Roman" panose="02020603050405020304" charset="0"/>
              <a:ea typeface="宋体" panose="02010600030101010101" pitchFamily="2" charset="-122"/>
            </a:endParaRPr>
          </a:p>
        </p:txBody>
      </p:sp>
      <p:grpSp>
        <p:nvGrpSpPr>
          <p:cNvPr id="58373" name="组合 58372"/>
          <p:cNvGrpSpPr/>
          <p:nvPr/>
        </p:nvGrpSpPr>
        <p:grpSpPr>
          <a:xfrm>
            <a:off x="215900" y="1103313"/>
            <a:ext cx="8718550" cy="4792662"/>
            <a:chOff x="0" y="0"/>
            <a:chExt cx="5130" cy="3348"/>
          </a:xfrm>
        </p:grpSpPr>
        <p:sp>
          <p:nvSpPr>
            <p:cNvPr id="58374" name="矩形 58373"/>
            <p:cNvSpPr/>
            <p:nvPr/>
          </p:nvSpPr>
          <p:spPr>
            <a:xfrm>
              <a:off x="2421" y="251"/>
              <a:ext cx="655" cy="402"/>
            </a:xfrm>
            <a:prstGeom prst="rect">
              <a:avLst/>
            </a:prstGeom>
            <a:solidFill>
              <a:srgbClr val="FFCCFF"/>
            </a:solidFill>
            <a:ln w="12700" cap="flat" cmpd="sng">
              <a:solidFill>
                <a:srgbClr val="000000"/>
              </a:solidFill>
              <a:prstDash val="solid"/>
              <a:miter/>
              <a:headEnd type="none" w="med" len="med"/>
              <a:tailEnd type="none" w="med" len="med"/>
            </a:ln>
          </p:spPr>
          <p:txBody>
            <a:bodyPr/>
            <a:p>
              <a:pPr marL="914400" lvl="0" indent="-340995" algn="ctr" fontAlgn="base">
                <a:lnSpc>
                  <a:spcPct val="120000"/>
                </a:lnSpc>
                <a:buClr>
                  <a:schemeClr val="tx2"/>
                </a:buClr>
                <a:buSzPct val="95000"/>
                <a:buFont typeface="Wingdings" panose="05000000000000000000" pitchFamily="2" charset="2"/>
                <a:buBlip>
                  <a:blip r:embed="rId1"/>
                </a:buBlip>
              </a:pPr>
              <a:endParaRPr sz="1600" b="1" strike="noStrike" noProof="1">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67590" name="直接连接符 58374"/>
            <p:cNvSpPr/>
            <p:nvPr/>
          </p:nvSpPr>
          <p:spPr>
            <a:xfrm>
              <a:off x="2421" y="447"/>
              <a:ext cx="655" cy="0"/>
            </a:xfrm>
            <a:prstGeom prst="line">
              <a:avLst/>
            </a:prstGeom>
            <a:ln w="12700"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7591" name="直接连接符 58375"/>
            <p:cNvSpPr/>
            <p:nvPr/>
          </p:nvSpPr>
          <p:spPr>
            <a:xfrm>
              <a:off x="2633" y="251"/>
              <a:ext cx="0" cy="402"/>
            </a:xfrm>
            <a:prstGeom prst="line">
              <a:avLst/>
            </a:prstGeom>
            <a:ln w="12700"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7592" name="直接连接符 58376"/>
            <p:cNvSpPr/>
            <p:nvPr/>
          </p:nvSpPr>
          <p:spPr>
            <a:xfrm>
              <a:off x="2853" y="251"/>
              <a:ext cx="0" cy="402"/>
            </a:xfrm>
            <a:prstGeom prst="line">
              <a:avLst/>
            </a:prstGeom>
            <a:ln w="12700"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7593" name="文本框 58377"/>
            <p:cNvSpPr txBox="1"/>
            <p:nvPr/>
          </p:nvSpPr>
          <p:spPr>
            <a:xfrm>
              <a:off x="2437" y="193"/>
              <a:ext cx="261" cy="282"/>
            </a:xfrm>
            <a:prstGeom prst="rect">
              <a:avLst/>
            </a:prstGeom>
            <a:noFill/>
            <a:ln w="9525">
              <a:noFill/>
              <a:miter/>
            </a:ln>
          </p:spPr>
          <p:txBody>
            <a:bodyPr anchor="t"/>
            <a:p>
              <a:pPr lvl="0" algn="just">
                <a:lnSpc>
                  <a:spcPct val="120000"/>
                </a:lnSpc>
                <a:buClr>
                  <a:srgbClr val="000000"/>
                </a:buClr>
              </a:pPr>
              <a:r>
                <a:rPr lang="en-US" altLang="zh-CN" sz="1600">
                  <a:solidFill>
                    <a:schemeClr val="tx1"/>
                  </a:solidFill>
                  <a:latin typeface="Times New Roman" panose="02020603050405020304" charset="0"/>
                  <a:ea typeface="宋体" panose="02010600030101010101" pitchFamily="2" charset="-122"/>
                </a:rPr>
                <a:t>a</a:t>
              </a:r>
              <a:endParaRPr lang="en-US" altLang="zh-CN" sz="1600">
                <a:solidFill>
                  <a:schemeClr val="tx1"/>
                </a:solidFill>
                <a:latin typeface="Times New Roman" panose="02020603050405020304" charset="0"/>
                <a:ea typeface="宋体" panose="02010600030101010101" pitchFamily="2" charset="-122"/>
              </a:endParaRPr>
            </a:p>
          </p:txBody>
        </p:sp>
        <p:sp>
          <p:nvSpPr>
            <p:cNvPr id="67594" name="文本框 58378"/>
            <p:cNvSpPr txBox="1"/>
            <p:nvPr/>
          </p:nvSpPr>
          <p:spPr>
            <a:xfrm>
              <a:off x="2660" y="197"/>
              <a:ext cx="260" cy="282"/>
            </a:xfrm>
            <a:prstGeom prst="rect">
              <a:avLst/>
            </a:prstGeom>
            <a:noFill/>
            <a:ln w="9525">
              <a:noFill/>
              <a:miter/>
            </a:ln>
          </p:spPr>
          <p:txBody>
            <a:bodyPr anchor="t"/>
            <a:p>
              <a:pPr lvl="0" algn="just">
                <a:lnSpc>
                  <a:spcPct val="120000"/>
                </a:lnSpc>
                <a:buClr>
                  <a:srgbClr val="000000"/>
                </a:buClr>
              </a:pPr>
              <a:r>
                <a:rPr lang="en-US" altLang="zh-CN" sz="1600">
                  <a:solidFill>
                    <a:schemeClr val="tx1"/>
                  </a:solidFill>
                  <a:latin typeface="Times New Roman" panose="02020603050405020304" charset="0"/>
                  <a:ea typeface="宋体" panose="02010600030101010101" pitchFamily="2" charset="-122"/>
                </a:rPr>
                <a:t>b</a:t>
              </a:r>
              <a:endParaRPr lang="en-US" altLang="zh-CN" sz="1600">
                <a:solidFill>
                  <a:schemeClr val="tx1"/>
                </a:solidFill>
                <a:latin typeface="Times New Roman" panose="02020603050405020304" charset="0"/>
                <a:ea typeface="宋体" panose="02010600030101010101" pitchFamily="2" charset="-122"/>
              </a:endParaRPr>
            </a:p>
          </p:txBody>
        </p:sp>
        <p:sp>
          <p:nvSpPr>
            <p:cNvPr id="67595" name="文本框 58379"/>
            <p:cNvSpPr txBox="1"/>
            <p:nvPr/>
          </p:nvSpPr>
          <p:spPr>
            <a:xfrm>
              <a:off x="2871" y="193"/>
              <a:ext cx="261" cy="282"/>
            </a:xfrm>
            <a:prstGeom prst="rect">
              <a:avLst/>
            </a:prstGeom>
            <a:noFill/>
            <a:ln w="9525">
              <a:noFill/>
              <a:miter/>
            </a:ln>
          </p:spPr>
          <p:txBody>
            <a:bodyPr anchor="t"/>
            <a:p>
              <a:pPr lvl="0" algn="just">
                <a:lnSpc>
                  <a:spcPct val="120000"/>
                </a:lnSpc>
                <a:buClr>
                  <a:srgbClr val="000000"/>
                </a:buClr>
              </a:pPr>
              <a:r>
                <a:rPr lang="en-US" altLang="zh-CN" sz="1600">
                  <a:solidFill>
                    <a:schemeClr val="tx1"/>
                  </a:solidFill>
                  <a:latin typeface="Times New Roman" panose="02020603050405020304" charset="0"/>
                  <a:ea typeface="宋体" panose="02010600030101010101" pitchFamily="2" charset="-122"/>
                </a:rPr>
                <a:t>c</a:t>
              </a:r>
              <a:endParaRPr lang="en-US" altLang="zh-CN" sz="1600">
                <a:solidFill>
                  <a:schemeClr val="tx1"/>
                </a:solidFill>
                <a:latin typeface="Times New Roman" panose="02020603050405020304" charset="0"/>
                <a:ea typeface="宋体" panose="02010600030101010101" pitchFamily="2" charset="-122"/>
              </a:endParaRPr>
            </a:p>
          </p:txBody>
        </p:sp>
        <p:sp>
          <p:nvSpPr>
            <p:cNvPr id="58381" name="矩形 58380"/>
            <p:cNvSpPr/>
            <p:nvPr/>
          </p:nvSpPr>
          <p:spPr>
            <a:xfrm>
              <a:off x="2439" y="1185"/>
              <a:ext cx="655" cy="402"/>
            </a:xfrm>
            <a:prstGeom prst="rect">
              <a:avLst/>
            </a:prstGeom>
            <a:solidFill>
              <a:srgbClr val="FFCCFF"/>
            </a:solidFill>
            <a:ln w="12700" cap="flat" cmpd="sng">
              <a:solidFill>
                <a:srgbClr val="000000"/>
              </a:solidFill>
              <a:prstDash val="solid"/>
              <a:miter/>
              <a:headEnd type="none" w="med" len="med"/>
              <a:tailEnd type="none" w="med" len="med"/>
            </a:ln>
          </p:spPr>
          <p:txBody>
            <a:bodyPr/>
            <a:p>
              <a:pPr marL="914400" lvl="0" indent="-340995" algn="ctr" fontAlgn="base">
                <a:lnSpc>
                  <a:spcPct val="120000"/>
                </a:lnSpc>
                <a:buClr>
                  <a:schemeClr val="tx2"/>
                </a:buClr>
                <a:buSzPct val="95000"/>
                <a:buFont typeface="Wingdings" panose="05000000000000000000" pitchFamily="2" charset="2"/>
                <a:buBlip>
                  <a:blip r:embed="rId1"/>
                </a:buBlip>
              </a:pPr>
              <a:endParaRPr sz="1600" b="1" strike="noStrike" noProof="1">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67597" name="直接连接符 58381"/>
            <p:cNvSpPr/>
            <p:nvPr/>
          </p:nvSpPr>
          <p:spPr>
            <a:xfrm>
              <a:off x="2651" y="1185"/>
              <a:ext cx="0" cy="402"/>
            </a:xfrm>
            <a:prstGeom prst="line">
              <a:avLst/>
            </a:prstGeom>
            <a:ln w="12700"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7598" name="直接连接符 58382"/>
            <p:cNvSpPr/>
            <p:nvPr/>
          </p:nvSpPr>
          <p:spPr>
            <a:xfrm>
              <a:off x="2874" y="1185"/>
              <a:ext cx="0" cy="402"/>
            </a:xfrm>
            <a:prstGeom prst="line">
              <a:avLst/>
            </a:prstGeom>
            <a:ln w="12700"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7599" name="文本框 58383"/>
            <p:cNvSpPr txBox="1"/>
            <p:nvPr/>
          </p:nvSpPr>
          <p:spPr>
            <a:xfrm>
              <a:off x="2456" y="1167"/>
              <a:ext cx="260" cy="282"/>
            </a:xfrm>
            <a:prstGeom prst="rect">
              <a:avLst/>
            </a:prstGeom>
            <a:noFill/>
            <a:ln w="9525">
              <a:noFill/>
              <a:miter/>
            </a:ln>
          </p:spPr>
          <p:txBody>
            <a:bodyPr anchor="t"/>
            <a:p>
              <a:pPr lvl="0" algn="just">
                <a:lnSpc>
                  <a:spcPct val="120000"/>
                </a:lnSpc>
                <a:buClr>
                  <a:srgbClr val="000000"/>
                </a:buClr>
              </a:pPr>
              <a:r>
                <a:rPr lang="en-US" altLang="zh-CN" sz="1600">
                  <a:solidFill>
                    <a:schemeClr val="tx1"/>
                  </a:solidFill>
                  <a:latin typeface="Times New Roman" panose="02020603050405020304" charset="0"/>
                  <a:ea typeface="宋体" panose="02010600030101010101" pitchFamily="2" charset="-122"/>
                </a:rPr>
                <a:t>f</a:t>
              </a:r>
              <a:endParaRPr lang="en-US" altLang="zh-CN" sz="1600">
                <a:solidFill>
                  <a:schemeClr val="tx1"/>
                </a:solidFill>
                <a:latin typeface="Times New Roman" panose="02020603050405020304" charset="0"/>
                <a:ea typeface="宋体" panose="02010600030101010101" pitchFamily="2" charset="-122"/>
              </a:endParaRPr>
            </a:p>
          </p:txBody>
        </p:sp>
        <p:sp>
          <p:nvSpPr>
            <p:cNvPr id="67600" name="文本框 58384"/>
            <p:cNvSpPr txBox="1"/>
            <p:nvPr/>
          </p:nvSpPr>
          <p:spPr>
            <a:xfrm>
              <a:off x="2668" y="1158"/>
              <a:ext cx="260" cy="282"/>
            </a:xfrm>
            <a:prstGeom prst="rect">
              <a:avLst/>
            </a:prstGeom>
            <a:noFill/>
            <a:ln w="9525">
              <a:noFill/>
              <a:miter/>
            </a:ln>
          </p:spPr>
          <p:txBody>
            <a:bodyPr anchor="t"/>
            <a:p>
              <a:pPr lvl="0" algn="just">
                <a:lnSpc>
                  <a:spcPct val="120000"/>
                </a:lnSpc>
                <a:buClr>
                  <a:srgbClr val="000000"/>
                </a:buClr>
              </a:pPr>
              <a:r>
                <a:rPr lang="en-US" altLang="zh-CN" sz="1600">
                  <a:solidFill>
                    <a:schemeClr val="tx1"/>
                  </a:solidFill>
                  <a:latin typeface="Times New Roman" panose="02020603050405020304" charset="0"/>
                  <a:ea typeface="宋体" panose="02010600030101010101" pitchFamily="2" charset="-122"/>
                </a:rPr>
                <a:t>e</a:t>
              </a:r>
              <a:endParaRPr lang="en-US" altLang="zh-CN" sz="1600">
                <a:solidFill>
                  <a:schemeClr val="tx1"/>
                </a:solidFill>
                <a:latin typeface="Times New Roman" panose="02020603050405020304" charset="0"/>
                <a:ea typeface="宋体" panose="02010600030101010101" pitchFamily="2" charset="-122"/>
              </a:endParaRPr>
            </a:p>
          </p:txBody>
        </p:sp>
        <p:sp>
          <p:nvSpPr>
            <p:cNvPr id="67601" name="文本框 58385"/>
            <p:cNvSpPr txBox="1"/>
            <p:nvPr/>
          </p:nvSpPr>
          <p:spPr>
            <a:xfrm>
              <a:off x="2874" y="1167"/>
              <a:ext cx="260" cy="282"/>
            </a:xfrm>
            <a:prstGeom prst="rect">
              <a:avLst/>
            </a:prstGeom>
            <a:noFill/>
            <a:ln w="9525">
              <a:noFill/>
              <a:miter/>
            </a:ln>
          </p:spPr>
          <p:txBody>
            <a:bodyPr anchor="t"/>
            <a:p>
              <a:pPr lvl="0" algn="just">
                <a:lnSpc>
                  <a:spcPct val="120000"/>
                </a:lnSpc>
                <a:buClr>
                  <a:srgbClr val="000000"/>
                </a:buClr>
              </a:pPr>
              <a:r>
                <a:rPr lang="en-US" altLang="zh-CN" sz="1600">
                  <a:solidFill>
                    <a:schemeClr val="tx1"/>
                  </a:solidFill>
                  <a:latin typeface="Times New Roman" panose="02020603050405020304" charset="0"/>
                  <a:ea typeface="宋体" panose="02010600030101010101" pitchFamily="2" charset="-122"/>
                </a:rPr>
                <a:t>d</a:t>
              </a:r>
              <a:endParaRPr lang="en-US" altLang="zh-CN" sz="1600">
                <a:solidFill>
                  <a:schemeClr val="tx1"/>
                </a:solidFill>
                <a:latin typeface="Times New Roman" panose="02020603050405020304" charset="0"/>
                <a:ea typeface="宋体" panose="02010600030101010101" pitchFamily="2" charset="-122"/>
              </a:endParaRPr>
            </a:p>
          </p:txBody>
        </p:sp>
        <p:sp>
          <p:nvSpPr>
            <p:cNvPr id="58387" name="矩形 58386"/>
            <p:cNvSpPr/>
            <p:nvPr/>
          </p:nvSpPr>
          <p:spPr>
            <a:xfrm>
              <a:off x="837" y="1174"/>
              <a:ext cx="657" cy="402"/>
            </a:xfrm>
            <a:prstGeom prst="rect">
              <a:avLst/>
            </a:prstGeom>
            <a:solidFill>
              <a:srgbClr val="FFCCFF"/>
            </a:solidFill>
            <a:ln w="12700" cap="flat" cmpd="sng">
              <a:solidFill>
                <a:srgbClr val="000000"/>
              </a:solidFill>
              <a:prstDash val="solid"/>
              <a:miter/>
              <a:headEnd type="none" w="med" len="med"/>
              <a:tailEnd type="none" w="med" len="med"/>
            </a:ln>
          </p:spPr>
          <p:txBody>
            <a:bodyPr/>
            <a:p>
              <a:pPr marL="914400" lvl="0" indent="-340995" algn="ctr" fontAlgn="base">
                <a:lnSpc>
                  <a:spcPct val="120000"/>
                </a:lnSpc>
                <a:buClr>
                  <a:schemeClr val="tx2"/>
                </a:buClr>
                <a:buSzPct val="95000"/>
                <a:buFont typeface="Wingdings" panose="05000000000000000000" pitchFamily="2" charset="2"/>
                <a:buBlip>
                  <a:blip r:embed="rId1"/>
                </a:buBlip>
              </a:pPr>
              <a:endParaRPr sz="1600" b="1" strike="noStrike" noProof="1">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67603" name="直接连接符 58387"/>
            <p:cNvSpPr/>
            <p:nvPr/>
          </p:nvSpPr>
          <p:spPr>
            <a:xfrm>
              <a:off x="837" y="1370"/>
              <a:ext cx="657" cy="0"/>
            </a:xfrm>
            <a:prstGeom prst="line">
              <a:avLst/>
            </a:prstGeom>
            <a:ln w="12700"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7604" name="直接连接符 58388"/>
            <p:cNvSpPr/>
            <p:nvPr/>
          </p:nvSpPr>
          <p:spPr>
            <a:xfrm>
              <a:off x="1049" y="1174"/>
              <a:ext cx="0" cy="402"/>
            </a:xfrm>
            <a:prstGeom prst="line">
              <a:avLst/>
            </a:prstGeom>
            <a:ln w="12700"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7605" name="直接连接符 58389"/>
            <p:cNvSpPr/>
            <p:nvPr/>
          </p:nvSpPr>
          <p:spPr>
            <a:xfrm>
              <a:off x="1272" y="1174"/>
              <a:ext cx="0" cy="402"/>
            </a:xfrm>
            <a:prstGeom prst="line">
              <a:avLst/>
            </a:prstGeom>
            <a:ln w="12700"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7606" name="文本框 58390"/>
            <p:cNvSpPr txBox="1"/>
            <p:nvPr/>
          </p:nvSpPr>
          <p:spPr>
            <a:xfrm>
              <a:off x="854" y="1116"/>
              <a:ext cx="260" cy="283"/>
            </a:xfrm>
            <a:prstGeom prst="rect">
              <a:avLst/>
            </a:prstGeom>
            <a:noFill/>
            <a:ln w="9525">
              <a:noFill/>
              <a:miter/>
            </a:ln>
          </p:spPr>
          <p:txBody>
            <a:bodyPr anchor="t"/>
            <a:p>
              <a:pPr lvl="0" algn="just">
                <a:lnSpc>
                  <a:spcPct val="120000"/>
                </a:lnSpc>
                <a:buClr>
                  <a:srgbClr val="000000"/>
                </a:buClr>
              </a:pPr>
              <a:r>
                <a:rPr lang="en-US" altLang="zh-CN" sz="1600">
                  <a:solidFill>
                    <a:schemeClr val="tx1"/>
                  </a:solidFill>
                  <a:latin typeface="Times New Roman" panose="02020603050405020304" charset="0"/>
                  <a:ea typeface="宋体" panose="02010600030101010101" pitchFamily="2" charset="-122"/>
                </a:rPr>
                <a:t>a</a:t>
              </a:r>
              <a:endParaRPr lang="en-US" altLang="zh-CN" sz="1600">
                <a:solidFill>
                  <a:schemeClr val="tx1"/>
                </a:solidFill>
                <a:latin typeface="Times New Roman" panose="02020603050405020304" charset="0"/>
                <a:ea typeface="宋体" panose="02010600030101010101" pitchFamily="2" charset="-122"/>
              </a:endParaRPr>
            </a:p>
          </p:txBody>
        </p:sp>
        <p:sp>
          <p:nvSpPr>
            <p:cNvPr id="67607" name="文本框 58391"/>
            <p:cNvSpPr txBox="1"/>
            <p:nvPr/>
          </p:nvSpPr>
          <p:spPr>
            <a:xfrm>
              <a:off x="1076" y="1120"/>
              <a:ext cx="262" cy="283"/>
            </a:xfrm>
            <a:prstGeom prst="rect">
              <a:avLst/>
            </a:prstGeom>
            <a:noFill/>
            <a:ln w="9525">
              <a:noFill/>
              <a:miter/>
            </a:ln>
          </p:spPr>
          <p:txBody>
            <a:bodyPr anchor="t"/>
            <a:p>
              <a:pPr lvl="0" algn="just">
                <a:lnSpc>
                  <a:spcPct val="120000"/>
                </a:lnSpc>
                <a:buClr>
                  <a:srgbClr val="000000"/>
                </a:buClr>
              </a:pPr>
              <a:r>
                <a:rPr lang="en-US" altLang="zh-CN" sz="1600">
                  <a:solidFill>
                    <a:schemeClr val="tx1"/>
                  </a:solidFill>
                  <a:latin typeface="Times New Roman" panose="02020603050405020304" charset="0"/>
                  <a:ea typeface="宋体" panose="02010600030101010101" pitchFamily="2" charset="-122"/>
                </a:rPr>
                <a:t>b</a:t>
              </a:r>
              <a:endParaRPr lang="en-US" altLang="zh-CN" sz="1600">
                <a:solidFill>
                  <a:schemeClr val="tx1"/>
                </a:solidFill>
                <a:latin typeface="Times New Roman" panose="02020603050405020304" charset="0"/>
                <a:ea typeface="宋体" panose="02010600030101010101" pitchFamily="2" charset="-122"/>
              </a:endParaRPr>
            </a:p>
          </p:txBody>
        </p:sp>
        <p:sp>
          <p:nvSpPr>
            <p:cNvPr id="67608" name="文本框 58392"/>
            <p:cNvSpPr txBox="1"/>
            <p:nvPr/>
          </p:nvSpPr>
          <p:spPr>
            <a:xfrm>
              <a:off x="1299" y="1125"/>
              <a:ext cx="260" cy="283"/>
            </a:xfrm>
            <a:prstGeom prst="rect">
              <a:avLst/>
            </a:prstGeom>
            <a:noFill/>
            <a:ln w="9525">
              <a:noFill/>
              <a:miter/>
            </a:ln>
          </p:spPr>
          <p:txBody>
            <a:bodyPr anchor="t"/>
            <a:p>
              <a:pPr lvl="0" algn="just">
                <a:lnSpc>
                  <a:spcPct val="120000"/>
                </a:lnSpc>
                <a:buClr>
                  <a:srgbClr val="000000"/>
                </a:buClr>
              </a:pPr>
              <a:r>
                <a:rPr lang="en-US" altLang="zh-CN" sz="1600">
                  <a:solidFill>
                    <a:schemeClr val="tx1"/>
                  </a:solidFill>
                  <a:latin typeface="Times New Roman" panose="02020603050405020304" charset="0"/>
                  <a:ea typeface="宋体" panose="02010600030101010101" pitchFamily="2" charset="-122"/>
                </a:rPr>
                <a:t>c</a:t>
              </a:r>
              <a:endParaRPr lang="en-US" altLang="zh-CN" sz="1600">
                <a:solidFill>
                  <a:schemeClr val="tx1"/>
                </a:solidFill>
                <a:latin typeface="Times New Roman" panose="02020603050405020304" charset="0"/>
                <a:ea typeface="宋体" panose="02010600030101010101" pitchFamily="2" charset="-122"/>
              </a:endParaRPr>
            </a:p>
          </p:txBody>
        </p:sp>
        <p:sp>
          <p:nvSpPr>
            <p:cNvPr id="58394" name="矩形 58393"/>
            <p:cNvSpPr/>
            <p:nvPr/>
          </p:nvSpPr>
          <p:spPr>
            <a:xfrm>
              <a:off x="3365" y="2108"/>
              <a:ext cx="488" cy="402"/>
            </a:xfrm>
            <a:prstGeom prst="rect">
              <a:avLst/>
            </a:prstGeom>
            <a:solidFill>
              <a:srgbClr val="FFCCFF"/>
            </a:solidFill>
            <a:ln w="12700" cap="flat" cmpd="sng">
              <a:solidFill>
                <a:srgbClr val="000000"/>
              </a:solidFill>
              <a:prstDash val="solid"/>
              <a:miter/>
              <a:headEnd type="none" w="med" len="med"/>
              <a:tailEnd type="none" w="med" len="med"/>
            </a:ln>
          </p:spPr>
          <p:txBody>
            <a:bodyPr/>
            <a:p>
              <a:pPr marL="914400" lvl="0" indent="-340995" algn="ctr" fontAlgn="base">
                <a:lnSpc>
                  <a:spcPct val="120000"/>
                </a:lnSpc>
                <a:buClr>
                  <a:schemeClr val="tx2"/>
                </a:buClr>
                <a:buSzPct val="95000"/>
                <a:buFont typeface="Wingdings" panose="05000000000000000000" pitchFamily="2" charset="2"/>
                <a:buBlip>
                  <a:blip r:embed="rId1"/>
                </a:buBlip>
              </a:pPr>
              <a:endParaRPr sz="1600" b="1" strike="noStrike" noProof="1">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67610" name="直接连接符 58394"/>
            <p:cNvSpPr/>
            <p:nvPr/>
          </p:nvSpPr>
          <p:spPr>
            <a:xfrm>
              <a:off x="3577" y="2108"/>
              <a:ext cx="0" cy="402"/>
            </a:xfrm>
            <a:prstGeom prst="line">
              <a:avLst/>
            </a:prstGeom>
            <a:ln w="12700"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7611" name="文本框 58395"/>
            <p:cNvSpPr txBox="1"/>
            <p:nvPr/>
          </p:nvSpPr>
          <p:spPr>
            <a:xfrm>
              <a:off x="3395" y="2067"/>
              <a:ext cx="260" cy="282"/>
            </a:xfrm>
            <a:prstGeom prst="rect">
              <a:avLst/>
            </a:prstGeom>
            <a:noFill/>
            <a:ln w="9525">
              <a:noFill/>
              <a:miter/>
            </a:ln>
          </p:spPr>
          <p:txBody>
            <a:bodyPr anchor="t"/>
            <a:p>
              <a:pPr lvl="0" algn="just">
                <a:lnSpc>
                  <a:spcPct val="120000"/>
                </a:lnSpc>
                <a:buClr>
                  <a:srgbClr val="000000"/>
                </a:buClr>
              </a:pPr>
              <a:r>
                <a:rPr lang="en-US" altLang="zh-CN" sz="1600">
                  <a:solidFill>
                    <a:schemeClr val="tx1"/>
                  </a:solidFill>
                  <a:latin typeface="Times New Roman" panose="02020603050405020304" charset="0"/>
                  <a:ea typeface="宋体" panose="02010600030101010101" pitchFamily="2" charset="-122"/>
                </a:rPr>
                <a:t>a</a:t>
              </a:r>
              <a:endParaRPr lang="en-US" altLang="zh-CN" sz="1600">
                <a:solidFill>
                  <a:schemeClr val="tx1"/>
                </a:solidFill>
                <a:latin typeface="Times New Roman" panose="02020603050405020304" charset="0"/>
                <a:ea typeface="宋体" panose="02010600030101010101" pitchFamily="2" charset="-122"/>
              </a:endParaRPr>
            </a:p>
          </p:txBody>
        </p:sp>
        <p:sp>
          <p:nvSpPr>
            <p:cNvPr id="67612" name="文本框 58396"/>
            <p:cNvSpPr txBox="1"/>
            <p:nvPr/>
          </p:nvSpPr>
          <p:spPr>
            <a:xfrm>
              <a:off x="3610" y="2072"/>
              <a:ext cx="261" cy="282"/>
            </a:xfrm>
            <a:prstGeom prst="rect">
              <a:avLst/>
            </a:prstGeom>
            <a:noFill/>
            <a:ln w="9525">
              <a:noFill/>
              <a:miter/>
            </a:ln>
          </p:spPr>
          <p:txBody>
            <a:bodyPr anchor="t"/>
            <a:p>
              <a:pPr lvl="0" algn="just">
                <a:lnSpc>
                  <a:spcPct val="120000"/>
                </a:lnSpc>
                <a:buClr>
                  <a:srgbClr val="000000"/>
                </a:buClr>
              </a:pPr>
              <a:r>
                <a:rPr lang="en-US" altLang="zh-CN" sz="1600">
                  <a:solidFill>
                    <a:schemeClr val="tx1"/>
                  </a:solidFill>
                  <a:latin typeface="Times New Roman" panose="02020603050405020304" charset="0"/>
                  <a:ea typeface="宋体" panose="02010600030101010101" pitchFamily="2" charset="-122"/>
                </a:rPr>
                <a:t>h</a:t>
              </a:r>
              <a:endParaRPr lang="en-US" altLang="zh-CN" sz="1600">
                <a:solidFill>
                  <a:schemeClr val="tx1"/>
                </a:solidFill>
                <a:latin typeface="Times New Roman" panose="02020603050405020304" charset="0"/>
                <a:ea typeface="宋体" panose="02010600030101010101" pitchFamily="2" charset="-122"/>
              </a:endParaRPr>
            </a:p>
          </p:txBody>
        </p:sp>
        <p:sp>
          <p:nvSpPr>
            <p:cNvPr id="58398" name="矩形 58397"/>
            <p:cNvSpPr/>
            <p:nvPr/>
          </p:nvSpPr>
          <p:spPr>
            <a:xfrm>
              <a:off x="1482" y="2099"/>
              <a:ext cx="493" cy="402"/>
            </a:xfrm>
            <a:prstGeom prst="rect">
              <a:avLst/>
            </a:prstGeom>
            <a:solidFill>
              <a:srgbClr val="FFCCFF"/>
            </a:solidFill>
            <a:ln w="12700" cap="flat" cmpd="sng">
              <a:solidFill>
                <a:srgbClr val="000000"/>
              </a:solidFill>
              <a:prstDash val="solid"/>
              <a:miter/>
              <a:headEnd type="none" w="med" len="med"/>
              <a:tailEnd type="none" w="med" len="med"/>
            </a:ln>
          </p:spPr>
          <p:txBody>
            <a:bodyPr/>
            <a:p>
              <a:pPr marL="914400" lvl="0" indent="-340995" algn="ctr" fontAlgn="base">
                <a:lnSpc>
                  <a:spcPct val="120000"/>
                </a:lnSpc>
                <a:buClr>
                  <a:schemeClr val="tx2"/>
                </a:buClr>
                <a:buSzPct val="95000"/>
                <a:buFont typeface="Wingdings" panose="05000000000000000000" pitchFamily="2" charset="2"/>
                <a:buBlip>
                  <a:blip r:embed="rId1"/>
                </a:buBlip>
              </a:pPr>
              <a:endParaRPr sz="1600" b="1" strike="noStrike" noProof="1">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67614" name="直接连接符 58398"/>
            <p:cNvSpPr/>
            <p:nvPr/>
          </p:nvSpPr>
          <p:spPr>
            <a:xfrm>
              <a:off x="1696" y="2108"/>
              <a:ext cx="0" cy="402"/>
            </a:xfrm>
            <a:prstGeom prst="line">
              <a:avLst/>
            </a:prstGeom>
            <a:ln w="12700"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7615" name="文本框 58399"/>
            <p:cNvSpPr txBox="1"/>
            <p:nvPr/>
          </p:nvSpPr>
          <p:spPr>
            <a:xfrm>
              <a:off x="1518" y="2067"/>
              <a:ext cx="260" cy="282"/>
            </a:xfrm>
            <a:prstGeom prst="rect">
              <a:avLst/>
            </a:prstGeom>
            <a:noFill/>
            <a:ln w="9525">
              <a:noFill/>
              <a:miter/>
            </a:ln>
          </p:spPr>
          <p:txBody>
            <a:bodyPr anchor="t"/>
            <a:p>
              <a:pPr lvl="0" algn="just">
                <a:lnSpc>
                  <a:spcPct val="120000"/>
                </a:lnSpc>
                <a:buClr>
                  <a:srgbClr val="000000"/>
                </a:buClr>
              </a:pPr>
              <a:r>
                <a:rPr lang="en-US" altLang="zh-CN" sz="1600">
                  <a:solidFill>
                    <a:schemeClr val="tx1"/>
                  </a:solidFill>
                  <a:latin typeface="Times New Roman" panose="02020603050405020304" charset="0"/>
                  <a:ea typeface="宋体" panose="02010600030101010101" pitchFamily="2" charset="-122"/>
                </a:rPr>
                <a:t>j</a:t>
              </a:r>
              <a:endParaRPr lang="en-US" altLang="zh-CN" sz="1600">
                <a:solidFill>
                  <a:schemeClr val="tx1"/>
                </a:solidFill>
                <a:latin typeface="Times New Roman" panose="02020603050405020304" charset="0"/>
                <a:ea typeface="宋体" panose="02010600030101010101" pitchFamily="2" charset="-122"/>
              </a:endParaRPr>
            </a:p>
          </p:txBody>
        </p:sp>
        <p:sp>
          <p:nvSpPr>
            <p:cNvPr id="67616" name="文本框 58400"/>
            <p:cNvSpPr txBox="1"/>
            <p:nvPr/>
          </p:nvSpPr>
          <p:spPr>
            <a:xfrm>
              <a:off x="1724" y="2072"/>
              <a:ext cx="260" cy="282"/>
            </a:xfrm>
            <a:prstGeom prst="rect">
              <a:avLst/>
            </a:prstGeom>
            <a:noFill/>
            <a:ln w="9525">
              <a:noFill/>
              <a:miter/>
            </a:ln>
          </p:spPr>
          <p:txBody>
            <a:bodyPr anchor="t"/>
            <a:p>
              <a:pPr lvl="0" algn="just">
                <a:lnSpc>
                  <a:spcPct val="120000"/>
                </a:lnSpc>
                <a:buClr>
                  <a:srgbClr val="000000"/>
                </a:buClr>
              </a:pPr>
              <a:r>
                <a:rPr lang="en-US" altLang="zh-CN" sz="1600">
                  <a:solidFill>
                    <a:schemeClr val="tx1"/>
                  </a:solidFill>
                  <a:latin typeface="Times New Roman" panose="02020603050405020304" charset="0"/>
                  <a:ea typeface="宋体" panose="02010600030101010101" pitchFamily="2" charset="-122"/>
                </a:rPr>
                <a:t>h</a:t>
              </a:r>
              <a:endParaRPr lang="en-US" altLang="zh-CN" sz="1600">
                <a:solidFill>
                  <a:schemeClr val="tx1"/>
                </a:solidFill>
                <a:latin typeface="Times New Roman" panose="02020603050405020304" charset="0"/>
                <a:ea typeface="宋体" panose="02010600030101010101" pitchFamily="2" charset="-122"/>
              </a:endParaRPr>
            </a:p>
          </p:txBody>
        </p:sp>
        <p:sp>
          <p:nvSpPr>
            <p:cNvPr id="58402" name="矩形 58401"/>
            <p:cNvSpPr/>
            <p:nvPr/>
          </p:nvSpPr>
          <p:spPr>
            <a:xfrm>
              <a:off x="2421" y="2119"/>
              <a:ext cx="655" cy="401"/>
            </a:xfrm>
            <a:prstGeom prst="rect">
              <a:avLst/>
            </a:prstGeom>
            <a:solidFill>
              <a:srgbClr val="FFCCFF"/>
            </a:solidFill>
            <a:ln w="12700" cap="flat" cmpd="sng">
              <a:solidFill>
                <a:srgbClr val="000000"/>
              </a:solidFill>
              <a:prstDash val="solid"/>
              <a:miter/>
              <a:headEnd type="none" w="med" len="med"/>
              <a:tailEnd type="none" w="med" len="med"/>
            </a:ln>
          </p:spPr>
          <p:txBody>
            <a:bodyPr/>
            <a:p>
              <a:pPr marL="914400" lvl="0" indent="-340995" algn="ctr" fontAlgn="base">
                <a:lnSpc>
                  <a:spcPct val="120000"/>
                </a:lnSpc>
                <a:buClr>
                  <a:schemeClr val="tx2"/>
                </a:buClr>
                <a:buSzPct val="95000"/>
                <a:buFont typeface="Wingdings" panose="05000000000000000000" pitchFamily="2" charset="2"/>
                <a:buBlip>
                  <a:blip r:embed="rId1"/>
                </a:buBlip>
              </a:pPr>
              <a:endParaRPr sz="1600" b="1" strike="noStrike" noProof="1">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67618" name="直接连接符 58402"/>
            <p:cNvSpPr/>
            <p:nvPr/>
          </p:nvSpPr>
          <p:spPr>
            <a:xfrm>
              <a:off x="2421" y="2314"/>
              <a:ext cx="655" cy="0"/>
            </a:xfrm>
            <a:prstGeom prst="line">
              <a:avLst/>
            </a:prstGeom>
            <a:ln w="12700"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7619" name="直接连接符 58403"/>
            <p:cNvSpPr/>
            <p:nvPr/>
          </p:nvSpPr>
          <p:spPr>
            <a:xfrm>
              <a:off x="2633" y="2119"/>
              <a:ext cx="0" cy="401"/>
            </a:xfrm>
            <a:prstGeom prst="line">
              <a:avLst/>
            </a:prstGeom>
            <a:ln w="12700"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7620" name="文本框 58404"/>
            <p:cNvSpPr txBox="1"/>
            <p:nvPr/>
          </p:nvSpPr>
          <p:spPr>
            <a:xfrm>
              <a:off x="2456" y="2099"/>
              <a:ext cx="260" cy="282"/>
            </a:xfrm>
            <a:prstGeom prst="rect">
              <a:avLst/>
            </a:prstGeom>
            <a:noFill/>
            <a:ln w="9525">
              <a:noFill/>
              <a:miter/>
            </a:ln>
          </p:spPr>
          <p:txBody>
            <a:bodyPr anchor="t"/>
            <a:p>
              <a:pPr lvl="0" algn="just">
                <a:lnSpc>
                  <a:spcPct val="120000"/>
                </a:lnSpc>
                <a:buClr>
                  <a:srgbClr val="000000"/>
                </a:buClr>
              </a:pPr>
              <a:r>
                <a:rPr lang="en-US" altLang="zh-CN" sz="1600">
                  <a:solidFill>
                    <a:schemeClr val="tx1"/>
                  </a:solidFill>
                  <a:latin typeface="Times New Roman" panose="02020603050405020304" charset="0"/>
                  <a:ea typeface="宋体" panose="02010600030101010101" pitchFamily="2" charset="-122"/>
                </a:rPr>
                <a:t>j</a:t>
              </a:r>
              <a:endParaRPr lang="en-US" altLang="zh-CN" sz="1600">
                <a:solidFill>
                  <a:schemeClr val="tx1"/>
                </a:solidFill>
                <a:latin typeface="Times New Roman" panose="02020603050405020304" charset="0"/>
                <a:ea typeface="宋体" panose="02010600030101010101" pitchFamily="2" charset="-122"/>
              </a:endParaRPr>
            </a:p>
          </p:txBody>
        </p:sp>
        <p:sp>
          <p:nvSpPr>
            <p:cNvPr id="67621" name="文本框 58405"/>
            <p:cNvSpPr txBox="1"/>
            <p:nvPr/>
          </p:nvSpPr>
          <p:spPr>
            <a:xfrm>
              <a:off x="2654" y="2099"/>
              <a:ext cx="260" cy="282"/>
            </a:xfrm>
            <a:prstGeom prst="rect">
              <a:avLst/>
            </a:prstGeom>
            <a:noFill/>
            <a:ln w="9525">
              <a:noFill/>
              <a:miter/>
            </a:ln>
          </p:spPr>
          <p:txBody>
            <a:bodyPr anchor="t"/>
            <a:p>
              <a:pPr lvl="0" algn="just">
                <a:lnSpc>
                  <a:spcPct val="120000"/>
                </a:lnSpc>
                <a:buClr>
                  <a:srgbClr val="000000"/>
                </a:buClr>
              </a:pPr>
              <a:r>
                <a:rPr lang="en-US" altLang="zh-CN" sz="1600">
                  <a:solidFill>
                    <a:schemeClr val="tx1"/>
                  </a:solidFill>
                  <a:latin typeface="Times New Roman" panose="02020603050405020304" charset="0"/>
                  <a:ea typeface="宋体" panose="02010600030101010101" pitchFamily="2" charset="-122"/>
                </a:rPr>
                <a:t>m</a:t>
              </a:r>
              <a:endParaRPr lang="en-US" altLang="zh-CN" sz="1600">
                <a:solidFill>
                  <a:schemeClr val="tx1"/>
                </a:solidFill>
                <a:latin typeface="Times New Roman" panose="02020603050405020304" charset="0"/>
                <a:ea typeface="宋体" panose="02010600030101010101" pitchFamily="2" charset="-122"/>
              </a:endParaRPr>
            </a:p>
          </p:txBody>
        </p:sp>
        <p:sp>
          <p:nvSpPr>
            <p:cNvPr id="67622" name="文本框 58406"/>
            <p:cNvSpPr txBox="1"/>
            <p:nvPr/>
          </p:nvSpPr>
          <p:spPr>
            <a:xfrm>
              <a:off x="2902" y="2099"/>
              <a:ext cx="260" cy="282"/>
            </a:xfrm>
            <a:prstGeom prst="rect">
              <a:avLst/>
            </a:prstGeom>
            <a:noFill/>
            <a:ln w="9525">
              <a:noFill/>
              <a:miter/>
            </a:ln>
          </p:spPr>
          <p:txBody>
            <a:bodyPr anchor="t"/>
            <a:p>
              <a:pPr lvl="0" algn="just">
                <a:lnSpc>
                  <a:spcPct val="120000"/>
                </a:lnSpc>
                <a:buClr>
                  <a:srgbClr val="000000"/>
                </a:buClr>
              </a:pPr>
              <a:r>
                <a:rPr lang="en-US" altLang="zh-CN" sz="1600">
                  <a:solidFill>
                    <a:schemeClr val="tx1"/>
                  </a:solidFill>
                  <a:latin typeface="Times New Roman" panose="02020603050405020304" charset="0"/>
                  <a:ea typeface="宋体" panose="02010600030101010101" pitchFamily="2" charset="-122"/>
                </a:rPr>
                <a:t>r</a:t>
              </a:r>
              <a:endParaRPr lang="en-US" altLang="zh-CN" sz="1600">
                <a:solidFill>
                  <a:schemeClr val="tx1"/>
                </a:solidFill>
                <a:latin typeface="Times New Roman" panose="02020603050405020304" charset="0"/>
                <a:ea typeface="宋体" panose="02010600030101010101" pitchFamily="2" charset="-122"/>
              </a:endParaRPr>
            </a:p>
          </p:txBody>
        </p:sp>
        <p:sp>
          <p:nvSpPr>
            <p:cNvPr id="67623" name="直接连接符 58407"/>
            <p:cNvSpPr/>
            <p:nvPr/>
          </p:nvSpPr>
          <p:spPr>
            <a:xfrm>
              <a:off x="2853" y="2119"/>
              <a:ext cx="0" cy="401"/>
            </a:xfrm>
            <a:prstGeom prst="line">
              <a:avLst/>
            </a:prstGeom>
            <a:ln w="12700"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58409" name="矩形 58408"/>
            <p:cNvSpPr/>
            <p:nvPr/>
          </p:nvSpPr>
          <p:spPr>
            <a:xfrm>
              <a:off x="4368" y="1185"/>
              <a:ext cx="435" cy="402"/>
            </a:xfrm>
            <a:prstGeom prst="rect">
              <a:avLst/>
            </a:prstGeom>
            <a:solidFill>
              <a:srgbClr val="FFCCFF"/>
            </a:solidFill>
            <a:ln w="12700" cap="flat" cmpd="sng">
              <a:solidFill>
                <a:srgbClr val="000000"/>
              </a:solidFill>
              <a:prstDash val="solid"/>
              <a:miter/>
              <a:headEnd type="none" w="med" len="med"/>
              <a:tailEnd type="none" w="med" len="med"/>
            </a:ln>
          </p:spPr>
          <p:txBody>
            <a:bodyPr/>
            <a:p>
              <a:pPr marL="914400" lvl="0" indent="-340995" algn="ctr" fontAlgn="base">
                <a:lnSpc>
                  <a:spcPct val="120000"/>
                </a:lnSpc>
                <a:buClr>
                  <a:schemeClr val="tx2"/>
                </a:buClr>
                <a:buSzPct val="95000"/>
                <a:buFont typeface="Wingdings" panose="05000000000000000000" pitchFamily="2" charset="2"/>
                <a:buBlip>
                  <a:blip r:embed="rId1"/>
                </a:buBlip>
              </a:pPr>
              <a:endParaRPr sz="1600" b="1" strike="noStrike" noProof="1">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67625" name="直接连接符 58409"/>
            <p:cNvSpPr/>
            <p:nvPr/>
          </p:nvSpPr>
          <p:spPr>
            <a:xfrm>
              <a:off x="4580" y="1185"/>
              <a:ext cx="0" cy="402"/>
            </a:xfrm>
            <a:prstGeom prst="line">
              <a:avLst/>
            </a:prstGeom>
            <a:ln w="12700"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7626" name="直接连接符 58410"/>
            <p:cNvSpPr/>
            <p:nvPr/>
          </p:nvSpPr>
          <p:spPr>
            <a:xfrm>
              <a:off x="4803" y="1185"/>
              <a:ext cx="0" cy="402"/>
            </a:xfrm>
            <a:prstGeom prst="line">
              <a:avLst/>
            </a:prstGeom>
            <a:ln w="12700"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7627" name="文本框 58411"/>
            <p:cNvSpPr txBox="1"/>
            <p:nvPr/>
          </p:nvSpPr>
          <p:spPr>
            <a:xfrm>
              <a:off x="4376" y="1126"/>
              <a:ext cx="260" cy="283"/>
            </a:xfrm>
            <a:prstGeom prst="rect">
              <a:avLst/>
            </a:prstGeom>
            <a:noFill/>
            <a:ln w="9525">
              <a:noFill/>
              <a:miter/>
            </a:ln>
          </p:spPr>
          <p:txBody>
            <a:bodyPr anchor="t"/>
            <a:p>
              <a:pPr lvl="0" algn="just">
                <a:lnSpc>
                  <a:spcPct val="120000"/>
                </a:lnSpc>
                <a:buClr>
                  <a:srgbClr val="000000"/>
                </a:buClr>
              </a:pPr>
              <a:r>
                <a:rPr lang="en-US" altLang="zh-CN" sz="1600">
                  <a:solidFill>
                    <a:schemeClr val="tx1"/>
                  </a:solidFill>
                  <a:latin typeface="Times New Roman" panose="02020603050405020304" charset="0"/>
                  <a:ea typeface="宋体" panose="02010600030101010101" pitchFamily="2" charset="-122"/>
                </a:rPr>
                <a:t>g</a:t>
              </a:r>
              <a:endParaRPr lang="en-US" altLang="zh-CN" sz="1600">
                <a:solidFill>
                  <a:schemeClr val="tx1"/>
                </a:solidFill>
                <a:latin typeface="Times New Roman" panose="02020603050405020304" charset="0"/>
                <a:ea typeface="宋体" panose="02010600030101010101" pitchFamily="2" charset="-122"/>
              </a:endParaRPr>
            </a:p>
          </p:txBody>
        </p:sp>
        <p:sp>
          <p:nvSpPr>
            <p:cNvPr id="67628" name="文本框 58412"/>
            <p:cNvSpPr txBox="1"/>
            <p:nvPr/>
          </p:nvSpPr>
          <p:spPr>
            <a:xfrm>
              <a:off x="4580" y="1130"/>
              <a:ext cx="261" cy="283"/>
            </a:xfrm>
            <a:prstGeom prst="rect">
              <a:avLst/>
            </a:prstGeom>
            <a:noFill/>
            <a:ln w="9525">
              <a:noFill/>
              <a:miter/>
            </a:ln>
          </p:spPr>
          <p:txBody>
            <a:bodyPr anchor="t"/>
            <a:p>
              <a:pPr lvl="0" algn="just">
                <a:lnSpc>
                  <a:spcPct val="120000"/>
                </a:lnSpc>
                <a:buClr>
                  <a:srgbClr val="000000"/>
                </a:buClr>
              </a:pPr>
              <a:r>
                <a:rPr lang="en-US" altLang="zh-CN" sz="1600">
                  <a:solidFill>
                    <a:schemeClr val="tx1"/>
                  </a:solidFill>
                  <a:latin typeface="Times New Roman" panose="02020603050405020304" charset="0"/>
                  <a:ea typeface="宋体" panose="02010600030101010101" pitchFamily="2" charset="-122"/>
                </a:rPr>
                <a:t>a</a:t>
              </a:r>
              <a:endParaRPr lang="en-US" altLang="zh-CN" sz="1600">
                <a:solidFill>
                  <a:schemeClr val="tx1"/>
                </a:solidFill>
                <a:latin typeface="Times New Roman" panose="02020603050405020304" charset="0"/>
                <a:ea typeface="宋体" panose="02010600030101010101" pitchFamily="2" charset="-122"/>
              </a:endParaRPr>
            </a:p>
          </p:txBody>
        </p:sp>
        <p:sp>
          <p:nvSpPr>
            <p:cNvPr id="67629" name="直接连接符 58413"/>
            <p:cNvSpPr/>
            <p:nvPr/>
          </p:nvSpPr>
          <p:spPr>
            <a:xfrm>
              <a:off x="4368" y="1381"/>
              <a:ext cx="435" cy="0"/>
            </a:xfrm>
            <a:prstGeom prst="line">
              <a:avLst/>
            </a:prstGeom>
            <a:ln w="12700"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58415" name="矩形 58414"/>
            <p:cNvSpPr/>
            <p:nvPr/>
          </p:nvSpPr>
          <p:spPr>
            <a:xfrm>
              <a:off x="365" y="2097"/>
              <a:ext cx="435" cy="401"/>
            </a:xfrm>
            <a:prstGeom prst="rect">
              <a:avLst/>
            </a:prstGeom>
            <a:solidFill>
              <a:srgbClr val="FFCCFF"/>
            </a:solidFill>
            <a:ln w="12700" cap="flat" cmpd="sng">
              <a:solidFill>
                <a:srgbClr val="000000"/>
              </a:solidFill>
              <a:prstDash val="solid"/>
              <a:miter/>
              <a:headEnd type="none" w="med" len="med"/>
              <a:tailEnd type="none" w="med" len="med"/>
            </a:ln>
          </p:spPr>
          <p:txBody>
            <a:bodyPr/>
            <a:p>
              <a:pPr marL="914400" lvl="0" indent="-340995" algn="ctr" fontAlgn="base">
                <a:lnSpc>
                  <a:spcPct val="120000"/>
                </a:lnSpc>
                <a:buClr>
                  <a:schemeClr val="tx2"/>
                </a:buClr>
                <a:buSzPct val="95000"/>
                <a:buFont typeface="Wingdings" panose="05000000000000000000" pitchFamily="2" charset="2"/>
                <a:buBlip>
                  <a:blip r:embed="rId1"/>
                </a:buBlip>
              </a:pPr>
              <a:endParaRPr sz="1600" b="1" strike="noStrike" noProof="1">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67631" name="直接连接符 58415"/>
            <p:cNvSpPr/>
            <p:nvPr/>
          </p:nvSpPr>
          <p:spPr>
            <a:xfrm>
              <a:off x="577" y="2097"/>
              <a:ext cx="0" cy="401"/>
            </a:xfrm>
            <a:prstGeom prst="line">
              <a:avLst/>
            </a:prstGeom>
            <a:ln w="12700"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7632" name="直接连接符 58416"/>
            <p:cNvSpPr/>
            <p:nvPr/>
          </p:nvSpPr>
          <p:spPr>
            <a:xfrm>
              <a:off x="800" y="2097"/>
              <a:ext cx="0" cy="401"/>
            </a:xfrm>
            <a:prstGeom prst="line">
              <a:avLst/>
            </a:prstGeom>
            <a:ln w="12700"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7633" name="文本框 58417"/>
            <p:cNvSpPr txBox="1"/>
            <p:nvPr/>
          </p:nvSpPr>
          <p:spPr>
            <a:xfrm>
              <a:off x="373" y="2048"/>
              <a:ext cx="260" cy="282"/>
            </a:xfrm>
            <a:prstGeom prst="rect">
              <a:avLst/>
            </a:prstGeom>
            <a:noFill/>
            <a:ln w="9525">
              <a:noFill/>
              <a:miter/>
            </a:ln>
          </p:spPr>
          <p:txBody>
            <a:bodyPr anchor="t"/>
            <a:p>
              <a:pPr lvl="0" algn="just">
                <a:lnSpc>
                  <a:spcPct val="120000"/>
                </a:lnSpc>
                <a:buClr>
                  <a:srgbClr val="000000"/>
                </a:buClr>
              </a:pPr>
              <a:r>
                <a:rPr lang="en-US" altLang="zh-CN" sz="1600">
                  <a:solidFill>
                    <a:schemeClr val="tx1"/>
                  </a:solidFill>
                  <a:latin typeface="Times New Roman" panose="02020603050405020304" charset="0"/>
                  <a:ea typeface="宋体" panose="02010600030101010101" pitchFamily="2" charset="-122"/>
                </a:rPr>
                <a:t>a</a:t>
              </a:r>
              <a:endParaRPr lang="en-US" altLang="zh-CN" sz="1600">
                <a:solidFill>
                  <a:schemeClr val="tx1"/>
                </a:solidFill>
                <a:latin typeface="Times New Roman" panose="02020603050405020304" charset="0"/>
                <a:ea typeface="宋体" panose="02010600030101010101" pitchFamily="2" charset="-122"/>
              </a:endParaRPr>
            </a:p>
          </p:txBody>
        </p:sp>
        <p:sp>
          <p:nvSpPr>
            <p:cNvPr id="67634" name="文本框 58418"/>
            <p:cNvSpPr txBox="1"/>
            <p:nvPr/>
          </p:nvSpPr>
          <p:spPr>
            <a:xfrm>
              <a:off x="577" y="2043"/>
              <a:ext cx="260" cy="282"/>
            </a:xfrm>
            <a:prstGeom prst="rect">
              <a:avLst/>
            </a:prstGeom>
            <a:noFill/>
            <a:ln w="9525">
              <a:noFill/>
              <a:miter/>
            </a:ln>
          </p:spPr>
          <p:txBody>
            <a:bodyPr anchor="t"/>
            <a:p>
              <a:pPr lvl="0" algn="just">
                <a:lnSpc>
                  <a:spcPct val="120000"/>
                </a:lnSpc>
                <a:buClr>
                  <a:srgbClr val="000000"/>
                </a:buClr>
              </a:pPr>
              <a:r>
                <a:rPr lang="en-US" altLang="zh-CN" sz="1600">
                  <a:solidFill>
                    <a:schemeClr val="tx1"/>
                  </a:solidFill>
                  <a:latin typeface="Times New Roman" panose="02020603050405020304" charset="0"/>
                  <a:ea typeface="宋体" panose="02010600030101010101" pitchFamily="2" charset="-122"/>
                </a:rPr>
                <a:t>c</a:t>
              </a:r>
              <a:endParaRPr lang="en-US" altLang="zh-CN" sz="1600">
                <a:solidFill>
                  <a:schemeClr val="tx1"/>
                </a:solidFill>
                <a:latin typeface="Times New Roman" panose="02020603050405020304" charset="0"/>
                <a:ea typeface="宋体" panose="02010600030101010101" pitchFamily="2" charset="-122"/>
              </a:endParaRPr>
            </a:p>
          </p:txBody>
        </p:sp>
        <p:sp>
          <p:nvSpPr>
            <p:cNvPr id="67635" name="直接连接符 58419"/>
            <p:cNvSpPr/>
            <p:nvPr/>
          </p:nvSpPr>
          <p:spPr>
            <a:xfrm>
              <a:off x="2757" y="577"/>
              <a:ext cx="0" cy="608"/>
            </a:xfrm>
            <a:prstGeom prst="line">
              <a:avLst/>
            </a:prstGeom>
            <a:ln w="12700" cap="flat" cmpd="sng">
              <a:solidFill>
                <a:srgbClr val="000000"/>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7636" name="直接连接符 58420"/>
            <p:cNvSpPr/>
            <p:nvPr/>
          </p:nvSpPr>
          <p:spPr>
            <a:xfrm flipH="1">
              <a:off x="1147" y="577"/>
              <a:ext cx="1369" cy="597"/>
            </a:xfrm>
            <a:prstGeom prst="line">
              <a:avLst/>
            </a:prstGeom>
            <a:ln w="12700" cap="flat" cmpd="sng">
              <a:solidFill>
                <a:srgbClr val="000000"/>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7637" name="直接连接符 58421"/>
            <p:cNvSpPr/>
            <p:nvPr/>
          </p:nvSpPr>
          <p:spPr>
            <a:xfrm>
              <a:off x="2988" y="577"/>
              <a:ext cx="1592" cy="597"/>
            </a:xfrm>
            <a:prstGeom prst="line">
              <a:avLst/>
            </a:prstGeom>
            <a:ln w="12700" cap="flat" cmpd="sng">
              <a:solidFill>
                <a:srgbClr val="000000"/>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7638" name="直接连接符 58422"/>
            <p:cNvSpPr/>
            <p:nvPr/>
          </p:nvSpPr>
          <p:spPr>
            <a:xfrm flipH="1">
              <a:off x="577" y="1489"/>
              <a:ext cx="366" cy="608"/>
            </a:xfrm>
            <a:prstGeom prst="line">
              <a:avLst/>
            </a:prstGeom>
            <a:ln w="12700" cap="flat" cmpd="sng">
              <a:solidFill>
                <a:srgbClr val="000000"/>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7639" name="直接连接符 58423"/>
            <p:cNvSpPr/>
            <p:nvPr/>
          </p:nvSpPr>
          <p:spPr>
            <a:xfrm>
              <a:off x="2757" y="1489"/>
              <a:ext cx="0" cy="630"/>
            </a:xfrm>
            <a:prstGeom prst="line">
              <a:avLst/>
            </a:prstGeom>
            <a:ln w="12700" cap="flat" cmpd="sng">
              <a:solidFill>
                <a:srgbClr val="000000"/>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7640" name="直接连接符 58424"/>
            <p:cNvSpPr/>
            <p:nvPr/>
          </p:nvSpPr>
          <p:spPr>
            <a:xfrm flipH="1">
              <a:off x="1802" y="1489"/>
              <a:ext cx="714" cy="619"/>
            </a:xfrm>
            <a:prstGeom prst="line">
              <a:avLst/>
            </a:prstGeom>
            <a:ln w="12700" cap="flat" cmpd="sng">
              <a:solidFill>
                <a:srgbClr val="000000"/>
              </a:solidFill>
              <a:prstDash val="solid"/>
              <a:round/>
              <a:headEnd type="none" w="med" len="med"/>
              <a:tailEnd type="triangl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7641" name="直接连接符 58425"/>
            <p:cNvSpPr/>
            <p:nvPr/>
          </p:nvSpPr>
          <p:spPr>
            <a:xfrm>
              <a:off x="2988" y="1489"/>
              <a:ext cx="695" cy="619"/>
            </a:xfrm>
            <a:prstGeom prst="line">
              <a:avLst/>
            </a:prstGeom>
            <a:ln w="12700" cap="flat" cmpd="sng">
              <a:solidFill>
                <a:srgbClr val="000000"/>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58427" name="椭圆 58426"/>
            <p:cNvSpPr/>
            <p:nvPr/>
          </p:nvSpPr>
          <p:spPr>
            <a:xfrm>
              <a:off x="887" y="2206"/>
              <a:ext cx="162" cy="173"/>
            </a:xfrm>
            <a:prstGeom prst="ellipse">
              <a:avLst/>
            </a:prstGeom>
            <a:solidFill>
              <a:srgbClr val="FFCCFF"/>
            </a:solidFill>
            <a:ln w="12700" cap="flat" cmpd="sng">
              <a:solidFill>
                <a:srgbClr val="000000"/>
              </a:solidFill>
              <a:prstDash val="solid"/>
              <a:headEnd type="none" w="med" len="med"/>
              <a:tailEnd type="none" w="med" len="med"/>
            </a:ln>
          </p:spPr>
          <p:txBody>
            <a:bodyPr/>
            <a:p>
              <a:pPr marL="914400" lvl="0" indent="-340995" algn="ctr" fontAlgn="base">
                <a:lnSpc>
                  <a:spcPct val="120000"/>
                </a:lnSpc>
                <a:buClr>
                  <a:schemeClr val="tx2"/>
                </a:buClr>
                <a:buSzPct val="95000"/>
                <a:buFont typeface="Wingdings" panose="05000000000000000000" pitchFamily="2" charset="2"/>
                <a:buBlip>
                  <a:blip r:embed="rId1"/>
                </a:buBlip>
              </a:pPr>
              <a:endParaRPr sz="1600" b="1" strike="noStrike" noProof="1">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58428" name="椭圆 58427"/>
            <p:cNvSpPr/>
            <p:nvPr/>
          </p:nvSpPr>
          <p:spPr>
            <a:xfrm>
              <a:off x="1147" y="2206"/>
              <a:ext cx="164" cy="173"/>
            </a:xfrm>
            <a:prstGeom prst="ellipse">
              <a:avLst/>
            </a:prstGeom>
            <a:solidFill>
              <a:srgbClr val="FFCCFF"/>
            </a:solidFill>
            <a:ln w="12700" cap="flat" cmpd="sng">
              <a:solidFill>
                <a:srgbClr val="000000"/>
              </a:solidFill>
              <a:prstDash val="solid"/>
              <a:headEnd type="none" w="med" len="med"/>
              <a:tailEnd type="none" w="med" len="med"/>
            </a:ln>
          </p:spPr>
          <p:txBody>
            <a:bodyPr/>
            <a:p>
              <a:pPr marL="914400" lvl="0" indent="-340995" algn="ctr" fontAlgn="base">
                <a:lnSpc>
                  <a:spcPct val="120000"/>
                </a:lnSpc>
                <a:buClr>
                  <a:schemeClr val="tx2"/>
                </a:buClr>
                <a:buSzPct val="95000"/>
                <a:buFont typeface="Wingdings" panose="05000000000000000000" pitchFamily="2" charset="2"/>
                <a:buBlip>
                  <a:blip r:embed="rId1"/>
                </a:buBlip>
              </a:pPr>
              <a:endParaRPr sz="1600" b="1" strike="noStrike" noProof="1">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58429" name="椭圆 58428"/>
            <p:cNvSpPr/>
            <p:nvPr/>
          </p:nvSpPr>
          <p:spPr>
            <a:xfrm>
              <a:off x="375" y="2824"/>
              <a:ext cx="164" cy="174"/>
            </a:xfrm>
            <a:prstGeom prst="ellipse">
              <a:avLst/>
            </a:prstGeom>
            <a:solidFill>
              <a:srgbClr val="FFCCFF"/>
            </a:solidFill>
            <a:ln w="12700" cap="flat" cmpd="sng">
              <a:solidFill>
                <a:srgbClr val="000000"/>
              </a:solidFill>
              <a:prstDash val="solid"/>
              <a:headEnd type="none" w="med" len="med"/>
              <a:tailEnd type="none" w="med" len="med"/>
            </a:ln>
          </p:spPr>
          <p:txBody>
            <a:bodyPr/>
            <a:p>
              <a:pPr marL="914400" lvl="0" indent="-340995" algn="ctr" fontAlgn="base">
                <a:lnSpc>
                  <a:spcPct val="120000"/>
                </a:lnSpc>
                <a:buClr>
                  <a:schemeClr val="tx2"/>
                </a:buClr>
                <a:buSzPct val="95000"/>
                <a:buFont typeface="Wingdings" panose="05000000000000000000" pitchFamily="2" charset="2"/>
                <a:buBlip>
                  <a:blip r:embed="rId1"/>
                </a:buBlip>
              </a:pPr>
              <a:endParaRPr sz="1600" b="1" strike="noStrike" noProof="1">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58430" name="椭圆 58429"/>
            <p:cNvSpPr/>
            <p:nvPr/>
          </p:nvSpPr>
          <p:spPr>
            <a:xfrm>
              <a:off x="702" y="2824"/>
              <a:ext cx="164" cy="174"/>
            </a:xfrm>
            <a:prstGeom prst="ellipse">
              <a:avLst/>
            </a:prstGeom>
            <a:solidFill>
              <a:srgbClr val="FFCCFF"/>
            </a:solidFill>
            <a:ln w="12700" cap="flat" cmpd="sng">
              <a:solidFill>
                <a:srgbClr val="000000"/>
              </a:solidFill>
              <a:prstDash val="solid"/>
              <a:headEnd type="none" w="med" len="med"/>
              <a:tailEnd type="none" w="med" len="med"/>
            </a:ln>
          </p:spPr>
          <p:txBody>
            <a:bodyPr/>
            <a:p>
              <a:pPr marL="914400" lvl="0" indent="-340995" algn="ctr" fontAlgn="base">
                <a:lnSpc>
                  <a:spcPct val="120000"/>
                </a:lnSpc>
                <a:buClr>
                  <a:schemeClr val="tx2"/>
                </a:buClr>
                <a:buSzPct val="95000"/>
                <a:buFont typeface="Wingdings" panose="05000000000000000000" pitchFamily="2" charset="2"/>
                <a:buBlip>
                  <a:blip r:embed="rId1"/>
                </a:buBlip>
              </a:pPr>
              <a:endParaRPr sz="1600" b="1" strike="noStrike" noProof="1">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58431" name="椭圆 58430"/>
            <p:cNvSpPr/>
            <p:nvPr/>
          </p:nvSpPr>
          <p:spPr>
            <a:xfrm>
              <a:off x="1465" y="2824"/>
              <a:ext cx="165" cy="174"/>
            </a:xfrm>
            <a:prstGeom prst="ellipse">
              <a:avLst/>
            </a:prstGeom>
            <a:solidFill>
              <a:srgbClr val="FFCCFF"/>
            </a:solidFill>
            <a:ln w="12700" cap="flat" cmpd="sng">
              <a:solidFill>
                <a:srgbClr val="000000"/>
              </a:solidFill>
              <a:prstDash val="solid"/>
              <a:headEnd type="none" w="med" len="med"/>
              <a:tailEnd type="none" w="med" len="med"/>
            </a:ln>
          </p:spPr>
          <p:txBody>
            <a:bodyPr/>
            <a:p>
              <a:pPr marL="914400" lvl="0" indent="-340995" algn="ctr" fontAlgn="base">
                <a:lnSpc>
                  <a:spcPct val="120000"/>
                </a:lnSpc>
                <a:buClr>
                  <a:schemeClr val="tx2"/>
                </a:buClr>
                <a:buSzPct val="95000"/>
                <a:buFont typeface="Wingdings" panose="05000000000000000000" pitchFamily="2" charset="2"/>
                <a:buBlip>
                  <a:blip r:embed="rId1"/>
                </a:buBlip>
              </a:pPr>
              <a:endParaRPr sz="1600" b="1" strike="noStrike" noProof="1">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58432" name="椭圆 58431"/>
            <p:cNvSpPr/>
            <p:nvPr/>
          </p:nvSpPr>
          <p:spPr>
            <a:xfrm>
              <a:off x="1715" y="2824"/>
              <a:ext cx="164" cy="174"/>
            </a:xfrm>
            <a:prstGeom prst="ellipse">
              <a:avLst/>
            </a:prstGeom>
            <a:solidFill>
              <a:srgbClr val="FFCCFF"/>
            </a:solidFill>
            <a:ln w="12700" cap="flat" cmpd="sng">
              <a:solidFill>
                <a:srgbClr val="000000"/>
              </a:solidFill>
              <a:prstDash val="solid"/>
              <a:headEnd type="none" w="med" len="med"/>
              <a:tailEnd type="none" w="med" len="med"/>
            </a:ln>
          </p:spPr>
          <p:txBody>
            <a:bodyPr/>
            <a:p>
              <a:pPr marL="914400" lvl="0" indent="-340995" algn="ctr" fontAlgn="base">
                <a:lnSpc>
                  <a:spcPct val="120000"/>
                </a:lnSpc>
                <a:buClr>
                  <a:schemeClr val="tx2"/>
                </a:buClr>
                <a:buSzPct val="95000"/>
                <a:buFont typeface="Wingdings" panose="05000000000000000000" pitchFamily="2" charset="2"/>
                <a:buBlip>
                  <a:blip r:embed="rId1"/>
                </a:buBlip>
              </a:pPr>
              <a:endParaRPr sz="1600" b="1" strike="noStrike" noProof="1">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58433" name="椭圆 58432"/>
            <p:cNvSpPr/>
            <p:nvPr/>
          </p:nvSpPr>
          <p:spPr>
            <a:xfrm>
              <a:off x="2352" y="2824"/>
              <a:ext cx="164" cy="174"/>
            </a:xfrm>
            <a:prstGeom prst="ellipse">
              <a:avLst/>
            </a:prstGeom>
            <a:solidFill>
              <a:srgbClr val="FFCCFF"/>
            </a:solidFill>
            <a:ln w="12700" cap="flat" cmpd="sng">
              <a:solidFill>
                <a:srgbClr val="000000"/>
              </a:solidFill>
              <a:prstDash val="solid"/>
              <a:headEnd type="none" w="med" len="med"/>
              <a:tailEnd type="none" w="med" len="med"/>
            </a:ln>
          </p:spPr>
          <p:txBody>
            <a:bodyPr/>
            <a:p>
              <a:pPr marL="914400" lvl="0" indent="-340995" algn="ctr" fontAlgn="base">
                <a:lnSpc>
                  <a:spcPct val="120000"/>
                </a:lnSpc>
                <a:buClr>
                  <a:schemeClr val="tx2"/>
                </a:buClr>
                <a:buSzPct val="95000"/>
                <a:buFont typeface="Wingdings" panose="05000000000000000000" pitchFamily="2" charset="2"/>
                <a:buBlip>
                  <a:blip r:embed="rId1"/>
                </a:buBlip>
              </a:pPr>
              <a:endParaRPr sz="1600" b="1" strike="noStrike" noProof="1">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58434" name="椭圆 58433"/>
            <p:cNvSpPr/>
            <p:nvPr/>
          </p:nvSpPr>
          <p:spPr>
            <a:xfrm>
              <a:off x="2662" y="2824"/>
              <a:ext cx="163" cy="174"/>
            </a:xfrm>
            <a:prstGeom prst="ellipse">
              <a:avLst/>
            </a:prstGeom>
            <a:solidFill>
              <a:srgbClr val="FFCCFF"/>
            </a:solidFill>
            <a:ln w="12700" cap="flat" cmpd="sng">
              <a:solidFill>
                <a:srgbClr val="000000"/>
              </a:solidFill>
              <a:prstDash val="solid"/>
              <a:headEnd type="none" w="med" len="med"/>
              <a:tailEnd type="none" w="med" len="med"/>
            </a:ln>
          </p:spPr>
          <p:txBody>
            <a:bodyPr/>
            <a:p>
              <a:pPr marL="914400" lvl="0" indent="-340995" algn="ctr" fontAlgn="base">
                <a:lnSpc>
                  <a:spcPct val="120000"/>
                </a:lnSpc>
                <a:buClr>
                  <a:schemeClr val="tx2"/>
                </a:buClr>
                <a:buSzPct val="95000"/>
                <a:buFont typeface="Wingdings" panose="05000000000000000000" pitchFamily="2" charset="2"/>
                <a:buBlip>
                  <a:blip r:embed="rId1"/>
                </a:buBlip>
              </a:pPr>
              <a:endParaRPr sz="1600" b="1" strike="noStrike" noProof="1">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58435" name="椭圆 58434"/>
            <p:cNvSpPr/>
            <p:nvPr/>
          </p:nvSpPr>
          <p:spPr>
            <a:xfrm>
              <a:off x="2911" y="2824"/>
              <a:ext cx="165" cy="174"/>
            </a:xfrm>
            <a:prstGeom prst="ellipse">
              <a:avLst/>
            </a:prstGeom>
            <a:solidFill>
              <a:srgbClr val="FFCCFF"/>
            </a:solidFill>
            <a:ln w="12700" cap="flat" cmpd="sng">
              <a:solidFill>
                <a:srgbClr val="000000"/>
              </a:solidFill>
              <a:prstDash val="solid"/>
              <a:headEnd type="none" w="med" len="med"/>
              <a:tailEnd type="none" w="med" len="med"/>
            </a:ln>
          </p:spPr>
          <p:txBody>
            <a:bodyPr/>
            <a:p>
              <a:pPr marL="914400" lvl="0" indent="-340995" algn="ctr" fontAlgn="base">
                <a:lnSpc>
                  <a:spcPct val="120000"/>
                </a:lnSpc>
                <a:buClr>
                  <a:schemeClr val="tx2"/>
                </a:buClr>
                <a:buSzPct val="95000"/>
                <a:buFont typeface="Wingdings" panose="05000000000000000000" pitchFamily="2" charset="2"/>
                <a:buBlip>
                  <a:blip r:embed="rId1"/>
                </a:buBlip>
              </a:pPr>
              <a:endParaRPr sz="1600" b="1" strike="noStrike" noProof="1">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58436" name="椭圆 58435"/>
            <p:cNvSpPr/>
            <p:nvPr/>
          </p:nvSpPr>
          <p:spPr>
            <a:xfrm>
              <a:off x="3394" y="2824"/>
              <a:ext cx="164" cy="174"/>
            </a:xfrm>
            <a:prstGeom prst="ellipse">
              <a:avLst/>
            </a:prstGeom>
            <a:solidFill>
              <a:srgbClr val="FFCCFF"/>
            </a:solidFill>
            <a:ln w="12700" cap="flat" cmpd="sng">
              <a:solidFill>
                <a:srgbClr val="000000"/>
              </a:solidFill>
              <a:prstDash val="solid"/>
              <a:headEnd type="none" w="med" len="med"/>
              <a:tailEnd type="none" w="med" len="med"/>
            </a:ln>
          </p:spPr>
          <p:txBody>
            <a:bodyPr/>
            <a:p>
              <a:pPr marL="914400" lvl="0" indent="-340995" algn="ctr" fontAlgn="base">
                <a:lnSpc>
                  <a:spcPct val="120000"/>
                </a:lnSpc>
                <a:buClr>
                  <a:schemeClr val="tx2"/>
                </a:buClr>
                <a:buSzPct val="95000"/>
                <a:buFont typeface="Wingdings" panose="05000000000000000000" pitchFamily="2" charset="2"/>
                <a:buBlip>
                  <a:blip r:embed="rId1"/>
                </a:buBlip>
              </a:pPr>
              <a:endParaRPr sz="1600" b="1" strike="noStrike" noProof="1">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58437" name="椭圆 58436"/>
            <p:cNvSpPr/>
            <p:nvPr/>
          </p:nvSpPr>
          <p:spPr>
            <a:xfrm>
              <a:off x="3712" y="2824"/>
              <a:ext cx="165" cy="174"/>
            </a:xfrm>
            <a:prstGeom prst="ellipse">
              <a:avLst/>
            </a:prstGeom>
            <a:solidFill>
              <a:srgbClr val="FFCCFF"/>
            </a:solidFill>
            <a:ln w="12700" cap="flat" cmpd="sng">
              <a:solidFill>
                <a:srgbClr val="000000"/>
              </a:solidFill>
              <a:prstDash val="solid"/>
              <a:headEnd type="none" w="med" len="med"/>
              <a:tailEnd type="none" w="med" len="med"/>
            </a:ln>
          </p:spPr>
          <p:txBody>
            <a:bodyPr/>
            <a:p>
              <a:pPr marL="914400" lvl="0" indent="-340995" algn="ctr" fontAlgn="base">
                <a:lnSpc>
                  <a:spcPct val="120000"/>
                </a:lnSpc>
                <a:buClr>
                  <a:schemeClr val="tx2"/>
                </a:buClr>
                <a:buSzPct val="95000"/>
                <a:buFont typeface="Wingdings" panose="05000000000000000000" pitchFamily="2" charset="2"/>
                <a:buBlip>
                  <a:blip r:embed="rId1"/>
                </a:buBlip>
              </a:pPr>
              <a:endParaRPr sz="1600" b="1" strike="noStrike" noProof="1">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58438" name="椭圆 58437"/>
            <p:cNvSpPr/>
            <p:nvPr/>
          </p:nvSpPr>
          <p:spPr>
            <a:xfrm>
              <a:off x="4378" y="2206"/>
              <a:ext cx="164" cy="173"/>
            </a:xfrm>
            <a:prstGeom prst="ellipse">
              <a:avLst/>
            </a:prstGeom>
            <a:solidFill>
              <a:srgbClr val="FFCCFF"/>
            </a:solidFill>
            <a:ln w="12700" cap="flat" cmpd="sng">
              <a:solidFill>
                <a:srgbClr val="000000"/>
              </a:solidFill>
              <a:prstDash val="solid"/>
              <a:headEnd type="none" w="med" len="med"/>
              <a:tailEnd type="none" w="med" len="med"/>
            </a:ln>
          </p:spPr>
          <p:txBody>
            <a:bodyPr/>
            <a:p>
              <a:pPr marL="914400" lvl="0" indent="-340995" algn="ctr" fontAlgn="base">
                <a:lnSpc>
                  <a:spcPct val="120000"/>
                </a:lnSpc>
                <a:buClr>
                  <a:schemeClr val="tx2"/>
                </a:buClr>
                <a:buSzPct val="95000"/>
                <a:buFont typeface="Wingdings" panose="05000000000000000000" pitchFamily="2" charset="2"/>
                <a:buBlip>
                  <a:blip r:embed="rId1"/>
                </a:buBlip>
              </a:pPr>
              <a:endParaRPr sz="1600" b="1" strike="noStrike" noProof="1">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58439" name="椭圆 58438"/>
            <p:cNvSpPr/>
            <p:nvPr/>
          </p:nvSpPr>
          <p:spPr>
            <a:xfrm>
              <a:off x="4667" y="2206"/>
              <a:ext cx="165" cy="173"/>
            </a:xfrm>
            <a:prstGeom prst="ellipse">
              <a:avLst/>
            </a:prstGeom>
            <a:solidFill>
              <a:srgbClr val="FFCCFF"/>
            </a:solidFill>
            <a:ln w="12700" cap="flat" cmpd="sng">
              <a:solidFill>
                <a:srgbClr val="000000"/>
              </a:solidFill>
              <a:prstDash val="solid"/>
              <a:headEnd type="none" w="med" len="med"/>
              <a:tailEnd type="none" w="med" len="med"/>
            </a:ln>
          </p:spPr>
          <p:txBody>
            <a:bodyPr/>
            <a:p>
              <a:pPr marL="914400" lvl="0" indent="-340995" algn="ctr" fontAlgn="base">
                <a:lnSpc>
                  <a:spcPct val="120000"/>
                </a:lnSpc>
                <a:buClr>
                  <a:schemeClr val="tx2"/>
                </a:buClr>
                <a:buSzPct val="95000"/>
                <a:buFont typeface="Wingdings" panose="05000000000000000000" pitchFamily="2" charset="2"/>
                <a:buBlip>
                  <a:blip r:embed="rId1"/>
                </a:buBlip>
              </a:pPr>
              <a:endParaRPr sz="1600" b="1" strike="noStrike" noProof="1">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67655" name="直接连接符 58439"/>
            <p:cNvSpPr/>
            <p:nvPr/>
          </p:nvSpPr>
          <p:spPr>
            <a:xfrm flipH="1">
              <a:off x="1001" y="1489"/>
              <a:ext cx="146" cy="717"/>
            </a:xfrm>
            <a:prstGeom prst="line">
              <a:avLst/>
            </a:prstGeom>
            <a:ln w="12700" cap="flat" cmpd="sng">
              <a:solidFill>
                <a:srgbClr val="000000"/>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7656" name="直接连接符 58440"/>
            <p:cNvSpPr/>
            <p:nvPr/>
          </p:nvSpPr>
          <p:spPr>
            <a:xfrm flipH="1">
              <a:off x="1272" y="1489"/>
              <a:ext cx="125" cy="717"/>
            </a:xfrm>
            <a:prstGeom prst="line">
              <a:avLst/>
            </a:prstGeom>
            <a:ln w="12700" cap="flat" cmpd="sng">
              <a:solidFill>
                <a:srgbClr val="000000"/>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7657" name="直接连接符 58441"/>
            <p:cNvSpPr/>
            <p:nvPr/>
          </p:nvSpPr>
          <p:spPr>
            <a:xfrm>
              <a:off x="461" y="2379"/>
              <a:ext cx="0" cy="445"/>
            </a:xfrm>
            <a:prstGeom prst="line">
              <a:avLst/>
            </a:prstGeom>
            <a:ln w="12700" cap="flat" cmpd="sng">
              <a:solidFill>
                <a:srgbClr val="000000"/>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7658" name="直接连接符 58442"/>
            <p:cNvSpPr/>
            <p:nvPr/>
          </p:nvSpPr>
          <p:spPr>
            <a:xfrm>
              <a:off x="675" y="2379"/>
              <a:ext cx="125" cy="445"/>
            </a:xfrm>
            <a:prstGeom prst="line">
              <a:avLst/>
            </a:prstGeom>
            <a:ln w="12700" cap="flat" cmpd="sng">
              <a:solidFill>
                <a:srgbClr val="000000"/>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7659" name="直接连接符 58443"/>
            <p:cNvSpPr/>
            <p:nvPr/>
          </p:nvSpPr>
          <p:spPr>
            <a:xfrm>
              <a:off x="1561" y="2434"/>
              <a:ext cx="0" cy="390"/>
            </a:xfrm>
            <a:prstGeom prst="line">
              <a:avLst/>
            </a:prstGeom>
            <a:ln w="12700" cap="flat" cmpd="sng">
              <a:solidFill>
                <a:srgbClr val="000000"/>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7660" name="直接连接符 58444"/>
            <p:cNvSpPr/>
            <p:nvPr/>
          </p:nvSpPr>
          <p:spPr>
            <a:xfrm>
              <a:off x="1802" y="2434"/>
              <a:ext cx="0" cy="390"/>
            </a:xfrm>
            <a:prstGeom prst="line">
              <a:avLst/>
            </a:prstGeom>
            <a:ln w="12700" cap="flat" cmpd="sng">
              <a:solidFill>
                <a:srgbClr val="000000"/>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7661" name="直接连接符 58445"/>
            <p:cNvSpPr/>
            <p:nvPr/>
          </p:nvSpPr>
          <p:spPr>
            <a:xfrm>
              <a:off x="2757" y="2434"/>
              <a:ext cx="0" cy="401"/>
            </a:xfrm>
            <a:prstGeom prst="line">
              <a:avLst/>
            </a:prstGeom>
            <a:ln w="12700" cap="flat" cmpd="sng">
              <a:solidFill>
                <a:srgbClr val="000000"/>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7662" name="直接连接符 58446"/>
            <p:cNvSpPr/>
            <p:nvPr/>
          </p:nvSpPr>
          <p:spPr>
            <a:xfrm flipH="1">
              <a:off x="2439" y="2434"/>
              <a:ext cx="77" cy="390"/>
            </a:xfrm>
            <a:prstGeom prst="line">
              <a:avLst/>
            </a:prstGeom>
            <a:ln w="12700" cap="flat" cmpd="sng">
              <a:solidFill>
                <a:srgbClr val="000000"/>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7663" name="直接连接符 58447"/>
            <p:cNvSpPr/>
            <p:nvPr/>
          </p:nvSpPr>
          <p:spPr>
            <a:xfrm>
              <a:off x="2988" y="2434"/>
              <a:ext cx="0" cy="390"/>
            </a:xfrm>
            <a:prstGeom prst="line">
              <a:avLst/>
            </a:prstGeom>
            <a:ln w="12700" cap="flat" cmpd="sng">
              <a:solidFill>
                <a:srgbClr val="000000"/>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7664" name="直接连接符 58448"/>
            <p:cNvSpPr/>
            <p:nvPr/>
          </p:nvSpPr>
          <p:spPr>
            <a:xfrm>
              <a:off x="3481" y="2434"/>
              <a:ext cx="0" cy="390"/>
            </a:xfrm>
            <a:prstGeom prst="line">
              <a:avLst/>
            </a:prstGeom>
            <a:ln w="12700" cap="flat" cmpd="sng">
              <a:solidFill>
                <a:srgbClr val="000000"/>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7665" name="直接连接符 58449"/>
            <p:cNvSpPr/>
            <p:nvPr/>
          </p:nvSpPr>
          <p:spPr>
            <a:xfrm>
              <a:off x="3683" y="2434"/>
              <a:ext cx="117" cy="390"/>
            </a:xfrm>
            <a:prstGeom prst="line">
              <a:avLst/>
            </a:prstGeom>
            <a:ln w="12700" cap="flat" cmpd="sng">
              <a:solidFill>
                <a:srgbClr val="000000"/>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7666" name="直接连接符 58450"/>
            <p:cNvSpPr/>
            <p:nvPr/>
          </p:nvSpPr>
          <p:spPr>
            <a:xfrm>
              <a:off x="4474" y="1489"/>
              <a:ext cx="0" cy="717"/>
            </a:xfrm>
            <a:prstGeom prst="line">
              <a:avLst/>
            </a:prstGeom>
            <a:ln w="12700" cap="flat" cmpd="sng">
              <a:solidFill>
                <a:srgbClr val="000000"/>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7667" name="直接连接符 58451"/>
            <p:cNvSpPr/>
            <p:nvPr/>
          </p:nvSpPr>
          <p:spPr>
            <a:xfrm>
              <a:off x="4667" y="1489"/>
              <a:ext cx="77" cy="717"/>
            </a:xfrm>
            <a:prstGeom prst="line">
              <a:avLst/>
            </a:prstGeom>
            <a:ln w="12700" cap="flat" cmpd="sng">
              <a:solidFill>
                <a:srgbClr val="000000"/>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7668" name="直接连接符 58452"/>
            <p:cNvSpPr/>
            <p:nvPr/>
          </p:nvSpPr>
          <p:spPr>
            <a:xfrm>
              <a:off x="2456" y="1399"/>
              <a:ext cx="657" cy="0"/>
            </a:xfrm>
            <a:prstGeom prst="line">
              <a:avLst/>
            </a:prstGeom>
            <a:ln w="12700"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7669" name="文本框 58453"/>
            <p:cNvSpPr txBox="1"/>
            <p:nvPr/>
          </p:nvSpPr>
          <p:spPr>
            <a:xfrm>
              <a:off x="124" y="3049"/>
              <a:ext cx="518" cy="250"/>
            </a:xfrm>
            <a:prstGeom prst="rect">
              <a:avLst/>
            </a:prstGeom>
            <a:noFill/>
            <a:ln w="9525">
              <a:noFill/>
              <a:miter/>
            </a:ln>
          </p:spPr>
          <p:txBody>
            <a:bodyPr anchor="t"/>
            <a:p>
              <a:pPr lvl="0" algn="just">
                <a:lnSpc>
                  <a:spcPct val="120000"/>
                </a:lnSpc>
                <a:buClr>
                  <a:srgbClr val="000000"/>
                </a:buClr>
              </a:pPr>
              <a:r>
                <a:rPr lang="en-US" altLang="zh-CN" sz="1600">
                  <a:solidFill>
                    <a:schemeClr val="tx1"/>
                  </a:solidFill>
                  <a:latin typeface="Times New Roman" panose="02020603050405020304" charset="0"/>
                  <a:ea typeface="宋体" panose="02010600030101010101" pitchFamily="2" charset="-122"/>
                </a:rPr>
                <a:t>id=13</a:t>
              </a:r>
              <a:endParaRPr lang="en-US" altLang="zh-CN" sz="1600">
                <a:solidFill>
                  <a:schemeClr val="tx1"/>
                </a:solidFill>
                <a:latin typeface="Times New Roman" panose="02020603050405020304" charset="0"/>
                <a:ea typeface="宋体" panose="02010600030101010101" pitchFamily="2" charset="-122"/>
              </a:endParaRPr>
            </a:p>
          </p:txBody>
        </p:sp>
        <p:sp>
          <p:nvSpPr>
            <p:cNvPr id="67670" name="文本框 58454"/>
            <p:cNvSpPr txBox="1"/>
            <p:nvPr/>
          </p:nvSpPr>
          <p:spPr>
            <a:xfrm>
              <a:off x="3717" y="3049"/>
              <a:ext cx="522" cy="200"/>
            </a:xfrm>
            <a:prstGeom prst="rect">
              <a:avLst/>
            </a:prstGeom>
            <a:noFill/>
            <a:ln w="9525">
              <a:noFill/>
              <a:miter/>
            </a:ln>
          </p:spPr>
          <p:txBody>
            <a:bodyPr anchor="t"/>
            <a:p>
              <a:pPr lvl="0" algn="just">
                <a:lnSpc>
                  <a:spcPct val="120000"/>
                </a:lnSpc>
                <a:buClr>
                  <a:srgbClr val="000000"/>
                </a:buClr>
              </a:pPr>
              <a:r>
                <a:rPr lang="en-US" altLang="zh-CN" sz="1600">
                  <a:solidFill>
                    <a:schemeClr val="tx1"/>
                  </a:solidFill>
                  <a:latin typeface="Times New Roman" panose="02020603050405020304" charset="0"/>
                  <a:ea typeface="宋体" panose="02010600030101010101" pitchFamily="2" charset="-122"/>
                </a:rPr>
                <a:t>id=21</a:t>
              </a:r>
              <a:endParaRPr lang="en-US" altLang="zh-CN" sz="1600">
                <a:solidFill>
                  <a:schemeClr val="tx1"/>
                </a:solidFill>
                <a:latin typeface="Times New Roman" panose="02020603050405020304" charset="0"/>
                <a:ea typeface="宋体" panose="02010600030101010101" pitchFamily="2" charset="-122"/>
              </a:endParaRPr>
            </a:p>
          </p:txBody>
        </p:sp>
        <p:sp>
          <p:nvSpPr>
            <p:cNvPr id="67671" name="文本框 58455"/>
            <p:cNvSpPr txBox="1"/>
            <p:nvPr/>
          </p:nvSpPr>
          <p:spPr>
            <a:xfrm>
              <a:off x="560" y="3049"/>
              <a:ext cx="518" cy="250"/>
            </a:xfrm>
            <a:prstGeom prst="rect">
              <a:avLst/>
            </a:prstGeom>
            <a:noFill/>
            <a:ln w="9525">
              <a:noFill/>
              <a:miter/>
            </a:ln>
          </p:spPr>
          <p:txBody>
            <a:bodyPr anchor="t"/>
            <a:p>
              <a:pPr lvl="0" algn="just">
                <a:lnSpc>
                  <a:spcPct val="120000"/>
                </a:lnSpc>
                <a:buClr>
                  <a:srgbClr val="000000"/>
                </a:buClr>
              </a:pPr>
              <a:r>
                <a:rPr lang="en-US" altLang="zh-CN" sz="1600">
                  <a:solidFill>
                    <a:schemeClr val="tx1"/>
                  </a:solidFill>
                  <a:latin typeface="Times New Roman" panose="02020603050405020304" charset="0"/>
                  <a:ea typeface="宋体" panose="02010600030101010101" pitchFamily="2" charset="-122"/>
                </a:rPr>
                <a:t>id=14</a:t>
              </a:r>
              <a:endParaRPr lang="en-US" altLang="zh-CN" sz="1600">
                <a:solidFill>
                  <a:schemeClr val="tx1"/>
                </a:solidFill>
                <a:latin typeface="Times New Roman" panose="02020603050405020304" charset="0"/>
                <a:ea typeface="宋体" panose="02010600030101010101" pitchFamily="2" charset="-122"/>
              </a:endParaRPr>
            </a:p>
          </p:txBody>
        </p:sp>
        <p:sp>
          <p:nvSpPr>
            <p:cNvPr id="67672" name="文本框 58456"/>
            <p:cNvSpPr txBox="1"/>
            <p:nvPr/>
          </p:nvSpPr>
          <p:spPr>
            <a:xfrm>
              <a:off x="1112" y="3049"/>
              <a:ext cx="519" cy="250"/>
            </a:xfrm>
            <a:prstGeom prst="rect">
              <a:avLst/>
            </a:prstGeom>
            <a:noFill/>
            <a:ln w="9525">
              <a:noFill/>
              <a:miter/>
            </a:ln>
          </p:spPr>
          <p:txBody>
            <a:bodyPr anchor="t"/>
            <a:p>
              <a:pPr lvl="0" algn="just">
                <a:lnSpc>
                  <a:spcPct val="120000"/>
                </a:lnSpc>
                <a:buClr>
                  <a:srgbClr val="000000"/>
                </a:buClr>
              </a:pPr>
              <a:r>
                <a:rPr lang="en-US" altLang="zh-CN" sz="1600">
                  <a:solidFill>
                    <a:schemeClr val="tx1"/>
                  </a:solidFill>
                  <a:latin typeface="Times New Roman" panose="02020603050405020304" charset="0"/>
                  <a:ea typeface="宋体" panose="02010600030101010101" pitchFamily="2" charset="-122"/>
                </a:rPr>
                <a:t>id=15</a:t>
              </a:r>
              <a:endParaRPr lang="en-US" altLang="zh-CN" sz="1600">
                <a:solidFill>
                  <a:schemeClr val="tx1"/>
                </a:solidFill>
                <a:latin typeface="Times New Roman" panose="02020603050405020304" charset="0"/>
                <a:ea typeface="宋体" panose="02010600030101010101" pitchFamily="2" charset="-122"/>
              </a:endParaRPr>
            </a:p>
          </p:txBody>
        </p:sp>
        <p:sp>
          <p:nvSpPr>
            <p:cNvPr id="67673" name="文本框 58457"/>
            <p:cNvSpPr txBox="1"/>
            <p:nvPr/>
          </p:nvSpPr>
          <p:spPr>
            <a:xfrm>
              <a:off x="1570" y="3049"/>
              <a:ext cx="505" cy="250"/>
            </a:xfrm>
            <a:prstGeom prst="rect">
              <a:avLst/>
            </a:prstGeom>
            <a:noFill/>
            <a:ln w="9525">
              <a:noFill/>
              <a:miter/>
            </a:ln>
          </p:spPr>
          <p:txBody>
            <a:bodyPr anchor="t"/>
            <a:p>
              <a:pPr lvl="0" algn="just">
                <a:lnSpc>
                  <a:spcPct val="120000"/>
                </a:lnSpc>
                <a:buClr>
                  <a:srgbClr val="000000"/>
                </a:buClr>
              </a:pPr>
              <a:r>
                <a:rPr lang="en-US" altLang="zh-CN" sz="1600">
                  <a:solidFill>
                    <a:schemeClr val="tx1"/>
                  </a:solidFill>
                  <a:latin typeface="Times New Roman" panose="02020603050405020304" charset="0"/>
                  <a:ea typeface="宋体" panose="02010600030101010101" pitchFamily="2" charset="-122"/>
                </a:rPr>
                <a:t>id=16</a:t>
              </a:r>
              <a:endParaRPr lang="en-US" altLang="zh-CN" sz="1600">
                <a:solidFill>
                  <a:schemeClr val="tx1"/>
                </a:solidFill>
                <a:latin typeface="Times New Roman" panose="02020603050405020304" charset="0"/>
                <a:ea typeface="宋体" panose="02010600030101010101" pitchFamily="2" charset="-122"/>
              </a:endParaRPr>
            </a:p>
          </p:txBody>
        </p:sp>
        <p:sp>
          <p:nvSpPr>
            <p:cNvPr id="67674" name="文本框 58458"/>
            <p:cNvSpPr txBox="1"/>
            <p:nvPr/>
          </p:nvSpPr>
          <p:spPr>
            <a:xfrm>
              <a:off x="2021" y="3049"/>
              <a:ext cx="537" cy="250"/>
            </a:xfrm>
            <a:prstGeom prst="rect">
              <a:avLst/>
            </a:prstGeom>
            <a:noFill/>
            <a:ln w="9525">
              <a:noFill/>
              <a:miter/>
            </a:ln>
          </p:spPr>
          <p:txBody>
            <a:bodyPr anchor="t"/>
            <a:p>
              <a:pPr lvl="0" algn="just">
                <a:lnSpc>
                  <a:spcPct val="120000"/>
                </a:lnSpc>
                <a:buClr>
                  <a:srgbClr val="000000"/>
                </a:buClr>
              </a:pPr>
              <a:r>
                <a:rPr lang="en-US" altLang="zh-CN" sz="1600">
                  <a:solidFill>
                    <a:schemeClr val="tx1"/>
                  </a:solidFill>
                  <a:latin typeface="Times New Roman" panose="02020603050405020304" charset="0"/>
                  <a:ea typeface="宋体" panose="02010600030101010101" pitchFamily="2" charset="-122"/>
                </a:rPr>
                <a:t>id=17</a:t>
              </a:r>
              <a:endParaRPr lang="en-US" altLang="zh-CN" sz="1600">
                <a:solidFill>
                  <a:schemeClr val="tx1"/>
                </a:solidFill>
                <a:latin typeface="Times New Roman" panose="02020603050405020304" charset="0"/>
                <a:ea typeface="宋体" panose="02010600030101010101" pitchFamily="2" charset="-122"/>
              </a:endParaRPr>
            </a:p>
          </p:txBody>
        </p:sp>
        <p:sp>
          <p:nvSpPr>
            <p:cNvPr id="67675" name="文本框 58459"/>
            <p:cNvSpPr txBox="1"/>
            <p:nvPr/>
          </p:nvSpPr>
          <p:spPr>
            <a:xfrm>
              <a:off x="2477" y="2965"/>
              <a:ext cx="511" cy="250"/>
            </a:xfrm>
            <a:prstGeom prst="rect">
              <a:avLst/>
            </a:prstGeom>
            <a:noFill/>
            <a:ln w="9525">
              <a:noFill/>
              <a:miter/>
            </a:ln>
          </p:spPr>
          <p:txBody>
            <a:bodyPr anchor="t"/>
            <a:p>
              <a:pPr lvl="0" algn="just">
                <a:lnSpc>
                  <a:spcPct val="120000"/>
                </a:lnSpc>
                <a:buClr>
                  <a:srgbClr val="000000"/>
                </a:buClr>
              </a:pPr>
              <a:r>
                <a:rPr lang="en-US" altLang="zh-CN" sz="1600">
                  <a:solidFill>
                    <a:schemeClr val="tx1"/>
                  </a:solidFill>
                  <a:latin typeface="Times New Roman" panose="02020603050405020304" charset="0"/>
                  <a:ea typeface="宋体" panose="02010600030101010101" pitchFamily="2" charset="-122"/>
                </a:rPr>
                <a:t>id=18</a:t>
              </a:r>
              <a:endParaRPr lang="en-US" altLang="zh-CN" sz="1600">
                <a:solidFill>
                  <a:schemeClr val="tx1"/>
                </a:solidFill>
                <a:latin typeface="Times New Roman" panose="02020603050405020304" charset="0"/>
                <a:ea typeface="宋体" panose="02010600030101010101" pitchFamily="2" charset="-122"/>
              </a:endParaRPr>
            </a:p>
          </p:txBody>
        </p:sp>
        <p:sp>
          <p:nvSpPr>
            <p:cNvPr id="67676" name="文本框 58460"/>
            <p:cNvSpPr txBox="1"/>
            <p:nvPr/>
          </p:nvSpPr>
          <p:spPr>
            <a:xfrm>
              <a:off x="2777" y="3098"/>
              <a:ext cx="512" cy="250"/>
            </a:xfrm>
            <a:prstGeom prst="rect">
              <a:avLst/>
            </a:prstGeom>
            <a:noFill/>
            <a:ln w="9525">
              <a:noFill/>
              <a:miter/>
            </a:ln>
          </p:spPr>
          <p:txBody>
            <a:bodyPr anchor="t"/>
            <a:p>
              <a:pPr lvl="0" algn="just">
                <a:lnSpc>
                  <a:spcPct val="120000"/>
                </a:lnSpc>
                <a:buClr>
                  <a:srgbClr val="000000"/>
                </a:buClr>
              </a:pPr>
              <a:r>
                <a:rPr lang="en-US" altLang="zh-CN" sz="1600">
                  <a:solidFill>
                    <a:schemeClr val="tx1"/>
                  </a:solidFill>
                  <a:latin typeface="Times New Roman" panose="02020603050405020304" charset="0"/>
                  <a:ea typeface="宋体" panose="02010600030101010101" pitchFamily="2" charset="-122"/>
                </a:rPr>
                <a:t>id=19</a:t>
              </a:r>
              <a:endParaRPr lang="en-US" altLang="zh-CN" sz="1600">
                <a:solidFill>
                  <a:schemeClr val="tx1"/>
                </a:solidFill>
                <a:latin typeface="Times New Roman" panose="02020603050405020304" charset="0"/>
                <a:ea typeface="宋体" panose="02010600030101010101" pitchFamily="2" charset="-122"/>
              </a:endParaRPr>
            </a:p>
          </p:txBody>
        </p:sp>
        <p:sp>
          <p:nvSpPr>
            <p:cNvPr id="67677" name="文本框 58461"/>
            <p:cNvSpPr txBox="1"/>
            <p:nvPr/>
          </p:nvSpPr>
          <p:spPr>
            <a:xfrm>
              <a:off x="3263" y="3049"/>
              <a:ext cx="529" cy="200"/>
            </a:xfrm>
            <a:prstGeom prst="rect">
              <a:avLst/>
            </a:prstGeom>
            <a:noFill/>
            <a:ln w="9525">
              <a:noFill/>
              <a:miter/>
            </a:ln>
          </p:spPr>
          <p:txBody>
            <a:bodyPr anchor="t"/>
            <a:p>
              <a:pPr lvl="0" algn="just">
                <a:lnSpc>
                  <a:spcPct val="120000"/>
                </a:lnSpc>
                <a:buClr>
                  <a:srgbClr val="000000"/>
                </a:buClr>
              </a:pPr>
              <a:r>
                <a:rPr lang="en-US" altLang="zh-CN" sz="1600">
                  <a:solidFill>
                    <a:schemeClr val="tx1"/>
                  </a:solidFill>
                  <a:latin typeface="Times New Roman" panose="02020603050405020304" charset="0"/>
                  <a:ea typeface="宋体" panose="02010600030101010101" pitchFamily="2" charset="-122"/>
                </a:rPr>
                <a:t>id=20</a:t>
              </a:r>
              <a:endParaRPr lang="en-US" altLang="zh-CN" sz="1600">
                <a:solidFill>
                  <a:schemeClr val="tx1"/>
                </a:solidFill>
                <a:latin typeface="Times New Roman" panose="02020603050405020304" charset="0"/>
                <a:ea typeface="宋体" panose="02010600030101010101" pitchFamily="2" charset="-122"/>
              </a:endParaRPr>
            </a:p>
          </p:txBody>
        </p:sp>
        <p:sp>
          <p:nvSpPr>
            <p:cNvPr id="67678" name="文本框 58462"/>
            <p:cNvSpPr txBox="1"/>
            <p:nvPr/>
          </p:nvSpPr>
          <p:spPr>
            <a:xfrm>
              <a:off x="2026" y="300"/>
              <a:ext cx="444" cy="250"/>
            </a:xfrm>
            <a:prstGeom prst="rect">
              <a:avLst/>
            </a:prstGeom>
            <a:noFill/>
            <a:ln w="9525">
              <a:noFill/>
              <a:miter/>
            </a:ln>
          </p:spPr>
          <p:txBody>
            <a:bodyPr anchor="t"/>
            <a:p>
              <a:pPr lvl="0" algn="just">
                <a:lnSpc>
                  <a:spcPct val="120000"/>
                </a:lnSpc>
                <a:buClr>
                  <a:srgbClr val="000000"/>
                </a:buClr>
              </a:pPr>
              <a:r>
                <a:rPr lang="en-US" altLang="zh-CN" sz="1600">
                  <a:solidFill>
                    <a:schemeClr val="tx1"/>
                  </a:solidFill>
                  <a:latin typeface="Times New Roman" panose="02020603050405020304" charset="0"/>
                  <a:ea typeface="宋体" panose="02010600030101010101" pitchFamily="2" charset="-122"/>
                </a:rPr>
                <a:t>id=1</a:t>
              </a:r>
              <a:endParaRPr lang="en-US" altLang="zh-CN" sz="1600">
                <a:solidFill>
                  <a:schemeClr val="tx1"/>
                </a:solidFill>
                <a:latin typeface="Times New Roman" panose="02020603050405020304" charset="0"/>
                <a:ea typeface="宋体" panose="02010600030101010101" pitchFamily="2" charset="-122"/>
              </a:endParaRPr>
            </a:p>
          </p:txBody>
        </p:sp>
        <p:sp>
          <p:nvSpPr>
            <p:cNvPr id="67679" name="文本框 58463"/>
            <p:cNvSpPr txBox="1"/>
            <p:nvPr/>
          </p:nvSpPr>
          <p:spPr>
            <a:xfrm>
              <a:off x="444" y="1199"/>
              <a:ext cx="445" cy="250"/>
            </a:xfrm>
            <a:prstGeom prst="rect">
              <a:avLst/>
            </a:prstGeom>
            <a:noFill/>
            <a:ln w="9525">
              <a:noFill/>
              <a:miter/>
            </a:ln>
          </p:spPr>
          <p:txBody>
            <a:bodyPr anchor="t"/>
            <a:p>
              <a:pPr lvl="0" algn="just">
                <a:lnSpc>
                  <a:spcPct val="120000"/>
                </a:lnSpc>
                <a:buClr>
                  <a:srgbClr val="000000"/>
                </a:buClr>
              </a:pPr>
              <a:r>
                <a:rPr lang="en-US" altLang="zh-CN" sz="1600">
                  <a:solidFill>
                    <a:schemeClr val="tx1"/>
                  </a:solidFill>
                  <a:latin typeface="Times New Roman" panose="02020603050405020304" charset="0"/>
                  <a:ea typeface="宋体" panose="02010600030101010101" pitchFamily="2" charset="-122"/>
                </a:rPr>
                <a:t>id=2</a:t>
              </a:r>
              <a:endParaRPr lang="en-US" altLang="zh-CN" sz="1600">
                <a:solidFill>
                  <a:schemeClr val="tx1"/>
                </a:solidFill>
                <a:latin typeface="Times New Roman" panose="02020603050405020304" charset="0"/>
                <a:ea typeface="宋体" panose="02010600030101010101" pitchFamily="2" charset="-122"/>
              </a:endParaRPr>
            </a:p>
          </p:txBody>
        </p:sp>
        <p:sp>
          <p:nvSpPr>
            <p:cNvPr id="67680" name="文本框 58464"/>
            <p:cNvSpPr txBox="1"/>
            <p:nvPr/>
          </p:nvSpPr>
          <p:spPr>
            <a:xfrm>
              <a:off x="2075" y="1250"/>
              <a:ext cx="444" cy="249"/>
            </a:xfrm>
            <a:prstGeom prst="rect">
              <a:avLst/>
            </a:prstGeom>
            <a:noFill/>
            <a:ln w="9525">
              <a:noFill/>
              <a:miter/>
            </a:ln>
          </p:spPr>
          <p:txBody>
            <a:bodyPr anchor="t"/>
            <a:p>
              <a:pPr lvl="0" algn="just">
                <a:lnSpc>
                  <a:spcPct val="120000"/>
                </a:lnSpc>
                <a:buClr>
                  <a:srgbClr val="000000"/>
                </a:buClr>
              </a:pPr>
              <a:r>
                <a:rPr lang="en-US" altLang="zh-CN" sz="1600">
                  <a:solidFill>
                    <a:schemeClr val="tx1"/>
                  </a:solidFill>
                  <a:latin typeface="Times New Roman" panose="02020603050405020304" charset="0"/>
                  <a:ea typeface="宋体" panose="02010600030101010101" pitchFamily="2" charset="-122"/>
                </a:rPr>
                <a:t>id=3</a:t>
              </a:r>
              <a:endParaRPr lang="en-US" altLang="zh-CN" sz="1600">
                <a:solidFill>
                  <a:schemeClr val="tx1"/>
                </a:solidFill>
                <a:latin typeface="Times New Roman" panose="02020603050405020304" charset="0"/>
                <a:ea typeface="宋体" panose="02010600030101010101" pitchFamily="2" charset="-122"/>
              </a:endParaRPr>
            </a:p>
          </p:txBody>
        </p:sp>
        <p:sp>
          <p:nvSpPr>
            <p:cNvPr id="67681" name="文本框 58465"/>
            <p:cNvSpPr txBox="1"/>
            <p:nvPr/>
          </p:nvSpPr>
          <p:spPr>
            <a:xfrm>
              <a:off x="3952" y="1250"/>
              <a:ext cx="444" cy="249"/>
            </a:xfrm>
            <a:prstGeom prst="rect">
              <a:avLst/>
            </a:prstGeom>
            <a:noFill/>
            <a:ln w="9525">
              <a:noFill/>
              <a:miter/>
            </a:ln>
          </p:spPr>
          <p:txBody>
            <a:bodyPr anchor="t"/>
            <a:p>
              <a:pPr lvl="0" algn="just">
                <a:lnSpc>
                  <a:spcPct val="120000"/>
                </a:lnSpc>
                <a:buClr>
                  <a:srgbClr val="000000"/>
                </a:buClr>
              </a:pPr>
              <a:r>
                <a:rPr lang="en-US" altLang="zh-CN" sz="1600">
                  <a:solidFill>
                    <a:schemeClr val="tx1"/>
                  </a:solidFill>
                  <a:latin typeface="Times New Roman" panose="02020603050405020304" charset="0"/>
                  <a:ea typeface="宋体" panose="02010600030101010101" pitchFamily="2" charset="-122"/>
                </a:rPr>
                <a:t>id=4</a:t>
              </a:r>
              <a:endParaRPr lang="en-US" altLang="zh-CN" sz="1600">
                <a:solidFill>
                  <a:schemeClr val="tx1"/>
                </a:solidFill>
                <a:latin typeface="Times New Roman" panose="02020603050405020304" charset="0"/>
                <a:ea typeface="宋体" panose="02010600030101010101" pitchFamily="2" charset="-122"/>
              </a:endParaRPr>
            </a:p>
          </p:txBody>
        </p:sp>
        <p:sp>
          <p:nvSpPr>
            <p:cNvPr id="67682" name="文本框 58466"/>
            <p:cNvSpPr txBox="1"/>
            <p:nvPr/>
          </p:nvSpPr>
          <p:spPr>
            <a:xfrm>
              <a:off x="4131" y="2449"/>
              <a:ext cx="513" cy="249"/>
            </a:xfrm>
            <a:prstGeom prst="rect">
              <a:avLst/>
            </a:prstGeom>
            <a:noFill/>
            <a:ln w="9525">
              <a:noFill/>
              <a:miter/>
            </a:ln>
          </p:spPr>
          <p:txBody>
            <a:bodyPr anchor="t"/>
            <a:p>
              <a:pPr lvl="0" algn="just">
                <a:lnSpc>
                  <a:spcPct val="120000"/>
                </a:lnSpc>
                <a:buClr>
                  <a:srgbClr val="000000"/>
                </a:buClr>
              </a:pPr>
              <a:r>
                <a:rPr lang="en-US" altLang="zh-CN" sz="1600">
                  <a:solidFill>
                    <a:schemeClr val="tx1"/>
                  </a:solidFill>
                  <a:latin typeface="Times New Roman" panose="02020603050405020304" charset="0"/>
                  <a:ea typeface="宋体" panose="02010600030101010101" pitchFamily="2" charset="-122"/>
                </a:rPr>
                <a:t>id=11</a:t>
              </a:r>
              <a:endParaRPr lang="en-US" altLang="zh-CN" sz="1600">
                <a:solidFill>
                  <a:schemeClr val="tx1"/>
                </a:solidFill>
                <a:latin typeface="Times New Roman" panose="02020603050405020304" charset="0"/>
                <a:ea typeface="宋体" panose="02010600030101010101" pitchFamily="2" charset="-122"/>
              </a:endParaRPr>
            </a:p>
          </p:txBody>
        </p:sp>
        <p:sp>
          <p:nvSpPr>
            <p:cNvPr id="67683" name="文本框 58467"/>
            <p:cNvSpPr txBox="1"/>
            <p:nvPr/>
          </p:nvSpPr>
          <p:spPr>
            <a:xfrm>
              <a:off x="4606" y="2449"/>
              <a:ext cx="524" cy="249"/>
            </a:xfrm>
            <a:prstGeom prst="rect">
              <a:avLst/>
            </a:prstGeom>
            <a:noFill/>
            <a:ln w="9525">
              <a:noFill/>
              <a:miter/>
            </a:ln>
          </p:spPr>
          <p:txBody>
            <a:bodyPr anchor="t"/>
            <a:p>
              <a:pPr lvl="0" algn="just">
                <a:lnSpc>
                  <a:spcPct val="120000"/>
                </a:lnSpc>
                <a:buClr>
                  <a:srgbClr val="000000"/>
                </a:buClr>
              </a:pPr>
              <a:r>
                <a:rPr lang="en-US" altLang="zh-CN" sz="1600">
                  <a:solidFill>
                    <a:schemeClr val="tx1"/>
                  </a:solidFill>
                  <a:latin typeface="Times New Roman" panose="02020603050405020304" charset="0"/>
                  <a:ea typeface="宋体" panose="02010600030101010101" pitchFamily="2" charset="-122"/>
                </a:rPr>
                <a:t>id=12</a:t>
              </a:r>
              <a:endParaRPr lang="en-US" altLang="zh-CN" sz="1600">
                <a:solidFill>
                  <a:schemeClr val="tx1"/>
                </a:solidFill>
                <a:latin typeface="Times New Roman" panose="02020603050405020304" charset="0"/>
                <a:ea typeface="宋体" panose="02010600030101010101" pitchFamily="2" charset="-122"/>
              </a:endParaRPr>
            </a:p>
          </p:txBody>
        </p:sp>
        <p:sp>
          <p:nvSpPr>
            <p:cNvPr id="67684" name="文本框 58468"/>
            <p:cNvSpPr txBox="1"/>
            <p:nvPr/>
          </p:nvSpPr>
          <p:spPr>
            <a:xfrm>
              <a:off x="0" y="2148"/>
              <a:ext cx="444" cy="250"/>
            </a:xfrm>
            <a:prstGeom prst="rect">
              <a:avLst/>
            </a:prstGeom>
            <a:noFill/>
            <a:ln w="9525">
              <a:noFill/>
              <a:miter/>
            </a:ln>
          </p:spPr>
          <p:txBody>
            <a:bodyPr anchor="t"/>
            <a:p>
              <a:pPr lvl="0" algn="just">
                <a:lnSpc>
                  <a:spcPct val="120000"/>
                </a:lnSpc>
                <a:buClr>
                  <a:srgbClr val="000000"/>
                </a:buClr>
              </a:pPr>
              <a:r>
                <a:rPr lang="en-US" altLang="zh-CN" sz="1600">
                  <a:solidFill>
                    <a:schemeClr val="tx1"/>
                  </a:solidFill>
                  <a:latin typeface="Times New Roman" panose="02020603050405020304" charset="0"/>
                  <a:ea typeface="宋体" panose="02010600030101010101" pitchFamily="2" charset="-122"/>
                </a:rPr>
                <a:t>id=5</a:t>
              </a:r>
              <a:endParaRPr lang="en-US" altLang="zh-CN" sz="1600">
                <a:solidFill>
                  <a:schemeClr val="tx1"/>
                </a:solidFill>
                <a:latin typeface="Times New Roman" panose="02020603050405020304" charset="0"/>
                <a:ea typeface="宋体" panose="02010600030101010101" pitchFamily="2" charset="-122"/>
              </a:endParaRPr>
            </a:p>
          </p:txBody>
        </p:sp>
        <p:sp>
          <p:nvSpPr>
            <p:cNvPr id="67685" name="文本框 58469"/>
            <p:cNvSpPr txBox="1"/>
            <p:nvPr/>
          </p:nvSpPr>
          <p:spPr>
            <a:xfrm>
              <a:off x="1473" y="1863"/>
              <a:ext cx="444" cy="249"/>
            </a:xfrm>
            <a:prstGeom prst="rect">
              <a:avLst/>
            </a:prstGeom>
            <a:noFill/>
            <a:ln w="9525">
              <a:noFill/>
              <a:miter/>
            </a:ln>
          </p:spPr>
          <p:txBody>
            <a:bodyPr anchor="t"/>
            <a:p>
              <a:pPr lvl="0" algn="just">
                <a:lnSpc>
                  <a:spcPct val="120000"/>
                </a:lnSpc>
                <a:buClr>
                  <a:srgbClr val="000000"/>
                </a:buClr>
              </a:pPr>
              <a:r>
                <a:rPr lang="en-US" altLang="zh-CN" sz="1600">
                  <a:solidFill>
                    <a:schemeClr val="tx1"/>
                  </a:solidFill>
                  <a:latin typeface="Times New Roman" panose="02020603050405020304" charset="0"/>
                  <a:ea typeface="宋体" panose="02010600030101010101" pitchFamily="2" charset="-122"/>
                </a:rPr>
                <a:t>id=8</a:t>
              </a:r>
              <a:endParaRPr lang="en-US" altLang="zh-CN" sz="1600">
                <a:solidFill>
                  <a:schemeClr val="tx1"/>
                </a:solidFill>
                <a:latin typeface="Times New Roman" panose="02020603050405020304" charset="0"/>
                <a:ea typeface="宋体" panose="02010600030101010101" pitchFamily="2" charset="-122"/>
              </a:endParaRPr>
            </a:p>
          </p:txBody>
        </p:sp>
        <p:sp>
          <p:nvSpPr>
            <p:cNvPr id="67686" name="文本框 58470"/>
            <p:cNvSpPr txBox="1"/>
            <p:nvPr/>
          </p:nvSpPr>
          <p:spPr>
            <a:xfrm>
              <a:off x="2272" y="1881"/>
              <a:ext cx="444" cy="249"/>
            </a:xfrm>
            <a:prstGeom prst="rect">
              <a:avLst/>
            </a:prstGeom>
            <a:noFill/>
            <a:ln w="9525">
              <a:noFill/>
              <a:miter/>
            </a:ln>
          </p:spPr>
          <p:txBody>
            <a:bodyPr anchor="t"/>
            <a:p>
              <a:pPr lvl="0" algn="just">
                <a:lnSpc>
                  <a:spcPct val="120000"/>
                </a:lnSpc>
                <a:buClr>
                  <a:srgbClr val="000000"/>
                </a:buClr>
              </a:pPr>
              <a:r>
                <a:rPr lang="en-US" altLang="zh-CN" sz="1600">
                  <a:solidFill>
                    <a:schemeClr val="tx1"/>
                  </a:solidFill>
                  <a:latin typeface="Times New Roman" panose="02020603050405020304" charset="0"/>
                  <a:ea typeface="宋体" panose="02010600030101010101" pitchFamily="2" charset="-122"/>
                </a:rPr>
                <a:t>id=9</a:t>
              </a:r>
              <a:endParaRPr lang="en-US" altLang="zh-CN" sz="1600">
                <a:solidFill>
                  <a:schemeClr val="tx1"/>
                </a:solidFill>
                <a:latin typeface="Times New Roman" panose="02020603050405020304" charset="0"/>
                <a:ea typeface="宋体" panose="02010600030101010101" pitchFamily="2" charset="-122"/>
              </a:endParaRPr>
            </a:p>
          </p:txBody>
        </p:sp>
        <p:sp>
          <p:nvSpPr>
            <p:cNvPr id="67687" name="文本框 58471"/>
            <p:cNvSpPr txBox="1"/>
            <p:nvPr/>
          </p:nvSpPr>
          <p:spPr>
            <a:xfrm>
              <a:off x="3705" y="1890"/>
              <a:ext cx="444" cy="249"/>
            </a:xfrm>
            <a:prstGeom prst="rect">
              <a:avLst/>
            </a:prstGeom>
            <a:noFill/>
            <a:ln w="9525">
              <a:noFill/>
              <a:miter/>
            </a:ln>
          </p:spPr>
          <p:txBody>
            <a:bodyPr anchor="t"/>
            <a:p>
              <a:pPr lvl="0" algn="just">
                <a:lnSpc>
                  <a:spcPct val="120000"/>
                </a:lnSpc>
                <a:buClr>
                  <a:srgbClr val="000000"/>
                </a:buClr>
              </a:pPr>
              <a:r>
                <a:rPr lang="en-US" altLang="zh-CN" sz="1600">
                  <a:solidFill>
                    <a:schemeClr val="tx1"/>
                  </a:solidFill>
                  <a:latin typeface="Times New Roman" panose="02020603050405020304" charset="0"/>
                  <a:ea typeface="宋体" panose="02010600030101010101" pitchFamily="2" charset="-122"/>
                </a:rPr>
                <a:t>id=10</a:t>
              </a:r>
              <a:endParaRPr lang="en-US" altLang="zh-CN" sz="1600">
                <a:solidFill>
                  <a:schemeClr val="tx1"/>
                </a:solidFill>
                <a:latin typeface="Times New Roman" panose="02020603050405020304" charset="0"/>
                <a:ea typeface="宋体" panose="02010600030101010101" pitchFamily="2" charset="-122"/>
              </a:endParaRPr>
            </a:p>
          </p:txBody>
        </p:sp>
        <p:sp>
          <p:nvSpPr>
            <p:cNvPr id="67688" name="文本框 58472"/>
            <p:cNvSpPr txBox="1"/>
            <p:nvPr/>
          </p:nvSpPr>
          <p:spPr>
            <a:xfrm>
              <a:off x="790" y="2349"/>
              <a:ext cx="445" cy="249"/>
            </a:xfrm>
            <a:prstGeom prst="rect">
              <a:avLst/>
            </a:prstGeom>
            <a:noFill/>
            <a:ln w="9525">
              <a:noFill/>
              <a:miter/>
            </a:ln>
          </p:spPr>
          <p:txBody>
            <a:bodyPr anchor="t"/>
            <a:p>
              <a:pPr lvl="0" algn="just">
                <a:lnSpc>
                  <a:spcPct val="120000"/>
                </a:lnSpc>
                <a:buClr>
                  <a:srgbClr val="000000"/>
                </a:buClr>
              </a:pPr>
              <a:r>
                <a:rPr lang="en-US" altLang="zh-CN" sz="1600">
                  <a:solidFill>
                    <a:schemeClr val="tx1"/>
                  </a:solidFill>
                  <a:latin typeface="Times New Roman" panose="02020603050405020304" charset="0"/>
                  <a:ea typeface="宋体" panose="02010600030101010101" pitchFamily="2" charset="-122"/>
                </a:rPr>
                <a:t>id=6</a:t>
              </a:r>
              <a:endParaRPr lang="en-US" altLang="zh-CN" sz="1600">
                <a:solidFill>
                  <a:schemeClr val="tx1"/>
                </a:solidFill>
                <a:latin typeface="Times New Roman" panose="02020603050405020304" charset="0"/>
                <a:ea typeface="宋体" panose="02010600030101010101" pitchFamily="2" charset="-122"/>
              </a:endParaRPr>
            </a:p>
          </p:txBody>
        </p:sp>
        <p:sp>
          <p:nvSpPr>
            <p:cNvPr id="67689" name="文本框 58473"/>
            <p:cNvSpPr txBox="1"/>
            <p:nvPr/>
          </p:nvSpPr>
          <p:spPr>
            <a:xfrm>
              <a:off x="1136" y="2349"/>
              <a:ext cx="444" cy="249"/>
            </a:xfrm>
            <a:prstGeom prst="rect">
              <a:avLst/>
            </a:prstGeom>
            <a:noFill/>
            <a:ln w="9525">
              <a:noFill/>
              <a:miter/>
            </a:ln>
          </p:spPr>
          <p:txBody>
            <a:bodyPr anchor="t"/>
            <a:p>
              <a:pPr lvl="0" algn="just">
                <a:lnSpc>
                  <a:spcPct val="120000"/>
                </a:lnSpc>
                <a:buClr>
                  <a:srgbClr val="000000"/>
                </a:buClr>
              </a:pPr>
              <a:r>
                <a:rPr lang="en-US" altLang="zh-CN" sz="1600">
                  <a:solidFill>
                    <a:schemeClr val="tx1"/>
                  </a:solidFill>
                  <a:latin typeface="Times New Roman" panose="02020603050405020304" charset="0"/>
                  <a:ea typeface="宋体" panose="02010600030101010101" pitchFamily="2" charset="-122"/>
                </a:rPr>
                <a:t>id=7</a:t>
              </a:r>
              <a:endParaRPr lang="en-US" altLang="zh-CN" sz="1600">
                <a:solidFill>
                  <a:schemeClr val="tx1"/>
                </a:solidFill>
                <a:latin typeface="Times New Roman" panose="02020603050405020304" charset="0"/>
                <a:ea typeface="宋体" panose="02010600030101010101" pitchFamily="2" charset="-122"/>
              </a:endParaRPr>
            </a:p>
          </p:txBody>
        </p:sp>
        <p:sp>
          <p:nvSpPr>
            <p:cNvPr id="67690" name="文本框 58474"/>
            <p:cNvSpPr txBox="1"/>
            <p:nvPr/>
          </p:nvSpPr>
          <p:spPr>
            <a:xfrm>
              <a:off x="2424" y="0"/>
              <a:ext cx="735" cy="300"/>
            </a:xfrm>
            <a:prstGeom prst="rect">
              <a:avLst/>
            </a:prstGeom>
            <a:noFill/>
            <a:ln w="9525">
              <a:noFill/>
              <a:miter/>
            </a:ln>
          </p:spPr>
          <p:txBody>
            <a:bodyPr anchor="t"/>
            <a:p>
              <a:pPr lvl="0" algn="just">
                <a:lnSpc>
                  <a:spcPct val="120000"/>
                </a:lnSpc>
                <a:buClr>
                  <a:srgbClr val="000000"/>
                </a:buClr>
              </a:pPr>
              <a:r>
                <a:rPr lang="zh-CN" altLang="en-US" sz="1600">
                  <a:solidFill>
                    <a:schemeClr val="tx1"/>
                  </a:solidFill>
                  <a:latin typeface="Times New Roman" panose="02020603050405020304" charset="0"/>
                  <a:ea typeface="宋体" panose="02010600030101010101" pitchFamily="2" charset="-122"/>
                </a:rPr>
                <a:t>根目录 </a:t>
              </a:r>
              <a:r>
                <a:rPr lang="en-US" altLang="zh-CN" sz="1600">
                  <a:solidFill>
                    <a:schemeClr val="tx1"/>
                  </a:solidFill>
                  <a:latin typeface="Arial" panose="02080604020202020204" pitchFamily="34" charset="0"/>
                  <a:ea typeface="宋体" panose="02010600030101010101" pitchFamily="2" charset="-122"/>
                </a:rPr>
                <a:t>/ </a:t>
              </a:r>
              <a:r>
                <a:rPr lang="en-US" altLang="zh-CN" sz="1600">
                  <a:solidFill>
                    <a:schemeClr val="tx1"/>
                  </a:solidFill>
                  <a:latin typeface="Times New Roman" panose="02020603050405020304" charset="0"/>
                  <a:ea typeface="宋体" panose="02010600030101010101" pitchFamily="2" charset="-122"/>
                </a:rPr>
                <a:t> </a:t>
              </a:r>
              <a:endParaRPr lang="en-US" altLang="zh-CN" sz="1600">
                <a:solidFill>
                  <a:schemeClr val="tx1"/>
                </a:solidFill>
                <a:latin typeface="Times New Roman" panose="02020603050405020304" charset="0"/>
                <a:ea typeface="宋体" panose="02010600030101010101" pitchFamily="2" charset="-122"/>
              </a:endParaRPr>
            </a:p>
          </p:txBody>
        </p:sp>
        <p:sp>
          <p:nvSpPr>
            <p:cNvPr id="67691" name="文本框 58475"/>
            <p:cNvSpPr txBox="1"/>
            <p:nvPr/>
          </p:nvSpPr>
          <p:spPr>
            <a:xfrm>
              <a:off x="692" y="900"/>
              <a:ext cx="642" cy="299"/>
            </a:xfrm>
            <a:prstGeom prst="rect">
              <a:avLst/>
            </a:prstGeom>
            <a:noFill/>
            <a:ln w="9525">
              <a:noFill/>
              <a:miter/>
            </a:ln>
          </p:spPr>
          <p:txBody>
            <a:bodyPr anchor="t"/>
            <a:p>
              <a:pPr lvl="0" algn="just">
                <a:lnSpc>
                  <a:spcPct val="120000"/>
                </a:lnSpc>
                <a:buClr>
                  <a:srgbClr val="000000"/>
                </a:buClr>
              </a:pPr>
              <a:r>
                <a:rPr lang="zh-CN" altLang="en-US" sz="1600">
                  <a:solidFill>
                    <a:schemeClr val="tx1"/>
                  </a:solidFill>
                  <a:latin typeface="Times New Roman" panose="02020603050405020304" charset="0"/>
                  <a:ea typeface="宋体" panose="02010600030101010101" pitchFamily="2" charset="-122"/>
                </a:rPr>
                <a:t>子目录 </a:t>
              </a:r>
              <a:r>
                <a:rPr lang="en-US" altLang="zh-CN" sz="1600">
                  <a:solidFill>
                    <a:schemeClr val="tx1"/>
                  </a:solidFill>
                  <a:latin typeface="Times New Roman" panose="02020603050405020304" charset="0"/>
                  <a:ea typeface="宋体" panose="02010600030101010101" pitchFamily="2" charset="-122"/>
                </a:rPr>
                <a:t>a</a:t>
              </a:r>
              <a:endParaRPr lang="en-US" altLang="zh-CN" sz="1600">
                <a:solidFill>
                  <a:schemeClr val="tx1"/>
                </a:solidFill>
                <a:latin typeface="Times New Roman" panose="02020603050405020304" charset="0"/>
                <a:ea typeface="宋体" panose="02010600030101010101" pitchFamily="2" charset="-122"/>
              </a:endParaRPr>
            </a:p>
          </p:txBody>
        </p:sp>
        <p:sp>
          <p:nvSpPr>
            <p:cNvPr id="67692" name="文本框 58476"/>
            <p:cNvSpPr txBox="1"/>
            <p:nvPr/>
          </p:nvSpPr>
          <p:spPr>
            <a:xfrm>
              <a:off x="2124" y="900"/>
              <a:ext cx="643" cy="299"/>
            </a:xfrm>
            <a:prstGeom prst="rect">
              <a:avLst/>
            </a:prstGeom>
            <a:noFill/>
            <a:ln w="9525">
              <a:noFill/>
              <a:miter/>
            </a:ln>
          </p:spPr>
          <p:txBody>
            <a:bodyPr anchor="t"/>
            <a:p>
              <a:pPr lvl="0" algn="just">
                <a:lnSpc>
                  <a:spcPct val="120000"/>
                </a:lnSpc>
                <a:buClr>
                  <a:srgbClr val="000000"/>
                </a:buClr>
              </a:pPr>
              <a:r>
                <a:rPr lang="zh-CN" altLang="en-US" sz="1600">
                  <a:solidFill>
                    <a:schemeClr val="tx1"/>
                  </a:solidFill>
                  <a:latin typeface="Times New Roman" panose="02020603050405020304" charset="0"/>
                  <a:ea typeface="宋体" panose="02010600030101010101" pitchFamily="2" charset="-122"/>
                </a:rPr>
                <a:t>子目录 </a:t>
              </a:r>
              <a:r>
                <a:rPr lang="en-US" altLang="zh-CN" sz="1600">
                  <a:solidFill>
                    <a:schemeClr val="tx1"/>
                  </a:solidFill>
                  <a:latin typeface="Times New Roman" panose="02020603050405020304" charset="0"/>
                  <a:ea typeface="宋体" panose="02010600030101010101" pitchFamily="2" charset="-122"/>
                </a:rPr>
                <a:t>b</a:t>
              </a:r>
              <a:endParaRPr lang="en-US" altLang="zh-CN" sz="1600">
                <a:solidFill>
                  <a:schemeClr val="tx1"/>
                </a:solidFill>
                <a:latin typeface="Times New Roman" panose="02020603050405020304" charset="0"/>
                <a:ea typeface="宋体" panose="02010600030101010101" pitchFamily="2" charset="-122"/>
              </a:endParaRPr>
            </a:p>
          </p:txBody>
        </p:sp>
        <p:sp>
          <p:nvSpPr>
            <p:cNvPr id="67693" name="文本框 58477"/>
            <p:cNvSpPr txBox="1"/>
            <p:nvPr/>
          </p:nvSpPr>
          <p:spPr>
            <a:xfrm>
              <a:off x="4347" y="900"/>
              <a:ext cx="642" cy="299"/>
            </a:xfrm>
            <a:prstGeom prst="rect">
              <a:avLst/>
            </a:prstGeom>
            <a:noFill/>
            <a:ln w="9525">
              <a:noFill/>
              <a:miter/>
            </a:ln>
          </p:spPr>
          <p:txBody>
            <a:bodyPr anchor="t"/>
            <a:p>
              <a:pPr lvl="0" algn="just">
                <a:lnSpc>
                  <a:spcPct val="120000"/>
                </a:lnSpc>
                <a:buClr>
                  <a:srgbClr val="000000"/>
                </a:buClr>
              </a:pPr>
              <a:r>
                <a:rPr lang="zh-CN" altLang="en-US" sz="1600">
                  <a:solidFill>
                    <a:schemeClr val="tx1"/>
                  </a:solidFill>
                  <a:latin typeface="Times New Roman" panose="02020603050405020304" charset="0"/>
                  <a:ea typeface="宋体" panose="02010600030101010101" pitchFamily="2" charset="-122"/>
                </a:rPr>
                <a:t>子目录 </a:t>
              </a:r>
              <a:r>
                <a:rPr lang="en-US" altLang="zh-CN" sz="1600">
                  <a:solidFill>
                    <a:schemeClr val="tx1"/>
                  </a:solidFill>
                  <a:latin typeface="Times New Roman" panose="02020603050405020304" charset="0"/>
                  <a:ea typeface="宋体" panose="02010600030101010101" pitchFamily="2" charset="-122"/>
                </a:rPr>
                <a:t>c</a:t>
              </a:r>
              <a:endParaRPr lang="en-US" altLang="zh-CN" sz="1600">
                <a:solidFill>
                  <a:schemeClr val="tx1"/>
                </a:solidFill>
                <a:latin typeface="Times New Roman" panose="02020603050405020304" charset="0"/>
                <a:ea typeface="宋体" panose="02010600030101010101" pitchFamily="2" charset="-122"/>
              </a:endParaRPr>
            </a:p>
          </p:txBody>
        </p:sp>
        <p:sp>
          <p:nvSpPr>
            <p:cNvPr id="67694" name="文本框 58478"/>
            <p:cNvSpPr txBox="1"/>
            <p:nvPr/>
          </p:nvSpPr>
          <p:spPr>
            <a:xfrm>
              <a:off x="0" y="1849"/>
              <a:ext cx="642" cy="299"/>
            </a:xfrm>
            <a:prstGeom prst="rect">
              <a:avLst/>
            </a:prstGeom>
            <a:noFill/>
            <a:ln w="9525">
              <a:noFill/>
              <a:miter/>
            </a:ln>
          </p:spPr>
          <p:txBody>
            <a:bodyPr anchor="t"/>
            <a:p>
              <a:pPr lvl="0" algn="just">
                <a:lnSpc>
                  <a:spcPct val="120000"/>
                </a:lnSpc>
                <a:buClr>
                  <a:srgbClr val="000000"/>
                </a:buClr>
              </a:pPr>
              <a:r>
                <a:rPr lang="zh-CN" altLang="en-US" sz="1600">
                  <a:solidFill>
                    <a:schemeClr val="tx1"/>
                  </a:solidFill>
                  <a:latin typeface="Times New Roman" panose="02020603050405020304" charset="0"/>
                  <a:ea typeface="宋体" panose="02010600030101010101" pitchFamily="2" charset="-122"/>
                </a:rPr>
                <a:t>子目录 </a:t>
              </a:r>
              <a:r>
                <a:rPr lang="en-US" altLang="zh-CN" sz="1600">
                  <a:solidFill>
                    <a:schemeClr val="tx1"/>
                  </a:solidFill>
                  <a:latin typeface="Times New Roman" panose="02020603050405020304" charset="0"/>
                  <a:ea typeface="宋体" panose="02010600030101010101" pitchFamily="2" charset="-122"/>
                </a:rPr>
                <a:t>a</a:t>
              </a:r>
              <a:endParaRPr lang="en-US" altLang="zh-CN" sz="1600">
                <a:solidFill>
                  <a:schemeClr val="tx1"/>
                </a:solidFill>
                <a:latin typeface="Times New Roman" panose="02020603050405020304" charset="0"/>
                <a:ea typeface="宋体" panose="02010600030101010101" pitchFamily="2" charset="-122"/>
              </a:endParaRPr>
            </a:p>
          </p:txBody>
        </p:sp>
        <p:sp>
          <p:nvSpPr>
            <p:cNvPr id="67695" name="文本框 58479"/>
            <p:cNvSpPr txBox="1"/>
            <p:nvPr/>
          </p:nvSpPr>
          <p:spPr>
            <a:xfrm>
              <a:off x="1433" y="1713"/>
              <a:ext cx="642" cy="299"/>
            </a:xfrm>
            <a:prstGeom prst="rect">
              <a:avLst/>
            </a:prstGeom>
            <a:noFill/>
            <a:ln w="9525">
              <a:noFill/>
              <a:miter/>
            </a:ln>
          </p:spPr>
          <p:txBody>
            <a:bodyPr anchor="t"/>
            <a:p>
              <a:pPr lvl="0" algn="just">
                <a:lnSpc>
                  <a:spcPct val="120000"/>
                </a:lnSpc>
                <a:buClr>
                  <a:srgbClr val="000000"/>
                </a:buClr>
              </a:pPr>
              <a:r>
                <a:rPr lang="zh-CN" altLang="en-US" sz="1600">
                  <a:solidFill>
                    <a:schemeClr val="tx1"/>
                  </a:solidFill>
                  <a:latin typeface="Times New Roman" panose="02020603050405020304" charset="0"/>
                  <a:ea typeface="宋体" panose="02010600030101010101" pitchFamily="2" charset="-122"/>
                </a:rPr>
                <a:t>子目录 </a:t>
              </a:r>
              <a:r>
                <a:rPr lang="en-US" altLang="zh-CN" sz="1600">
                  <a:solidFill>
                    <a:schemeClr val="tx1"/>
                  </a:solidFill>
                  <a:latin typeface="Times New Roman" panose="02020603050405020304" charset="0"/>
                  <a:ea typeface="宋体" panose="02010600030101010101" pitchFamily="2" charset="-122"/>
                </a:rPr>
                <a:t>f</a:t>
              </a:r>
              <a:endParaRPr lang="en-US" altLang="zh-CN" sz="1600">
                <a:solidFill>
                  <a:schemeClr val="tx1"/>
                </a:solidFill>
                <a:latin typeface="Times New Roman" panose="02020603050405020304" charset="0"/>
                <a:ea typeface="宋体" panose="02010600030101010101" pitchFamily="2" charset="-122"/>
              </a:endParaRPr>
            </a:p>
          </p:txBody>
        </p:sp>
        <p:sp>
          <p:nvSpPr>
            <p:cNvPr id="67696" name="文本框 58480"/>
            <p:cNvSpPr txBox="1"/>
            <p:nvPr/>
          </p:nvSpPr>
          <p:spPr>
            <a:xfrm>
              <a:off x="2174" y="1731"/>
              <a:ext cx="642" cy="299"/>
            </a:xfrm>
            <a:prstGeom prst="rect">
              <a:avLst/>
            </a:prstGeom>
            <a:noFill/>
            <a:ln w="9525">
              <a:noFill/>
              <a:miter/>
            </a:ln>
          </p:spPr>
          <p:txBody>
            <a:bodyPr anchor="t"/>
            <a:p>
              <a:pPr lvl="0" algn="just">
                <a:lnSpc>
                  <a:spcPct val="120000"/>
                </a:lnSpc>
                <a:buClr>
                  <a:srgbClr val="000000"/>
                </a:buClr>
              </a:pPr>
              <a:r>
                <a:rPr lang="zh-CN" altLang="en-US" sz="1600">
                  <a:solidFill>
                    <a:schemeClr val="tx1"/>
                  </a:solidFill>
                  <a:latin typeface="Times New Roman" panose="02020603050405020304" charset="0"/>
                  <a:ea typeface="宋体" panose="02010600030101010101" pitchFamily="2" charset="-122"/>
                </a:rPr>
                <a:t>子目录 </a:t>
              </a:r>
              <a:r>
                <a:rPr lang="en-US" altLang="zh-CN" sz="1600">
                  <a:solidFill>
                    <a:schemeClr val="tx1"/>
                  </a:solidFill>
                  <a:latin typeface="Times New Roman" panose="02020603050405020304" charset="0"/>
                  <a:ea typeface="宋体" panose="02010600030101010101" pitchFamily="2" charset="-122"/>
                </a:rPr>
                <a:t>e</a:t>
              </a:r>
              <a:endParaRPr lang="en-US" altLang="zh-CN" sz="1600">
                <a:solidFill>
                  <a:schemeClr val="tx1"/>
                </a:solidFill>
                <a:latin typeface="Times New Roman" panose="02020603050405020304" charset="0"/>
                <a:ea typeface="宋体" panose="02010600030101010101" pitchFamily="2" charset="-122"/>
              </a:endParaRPr>
            </a:p>
          </p:txBody>
        </p:sp>
        <p:sp>
          <p:nvSpPr>
            <p:cNvPr id="67697" name="文本框 58481"/>
            <p:cNvSpPr txBox="1"/>
            <p:nvPr/>
          </p:nvSpPr>
          <p:spPr>
            <a:xfrm>
              <a:off x="3485" y="1731"/>
              <a:ext cx="642" cy="299"/>
            </a:xfrm>
            <a:prstGeom prst="rect">
              <a:avLst/>
            </a:prstGeom>
            <a:noFill/>
            <a:ln w="9525">
              <a:noFill/>
              <a:miter/>
            </a:ln>
          </p:spPr>
          <p:txBody>
            <a:bodyPr anchor="t"/>
            <a:p>
              <a:pPr lvl="0" algn="just">
                <a:lnSpc>
                  <a:spcPct val="120000"/>
                </a:lnSpc>
                <a:buClr>
                  <a:srgbClr val="000000"/>
                </a:buClr>
              </a:pPr>
              <a:r>
                <a:rPr lang="zh-CN" altLang="en-US" sz="1600">
                  <a:solidFill>
                    <a:schemeClr val="tx1"/>
                  </a:solidFill>
                  <a:latin typeface="Times New Roman" panose="02020603050405020304" charset="0"/>
                  <a:ea typeface="宋体" panose="02010600030101010101" pitchFamily="2" charset="-122"/>
                </a:rPr>
                <a:t>子目录 </a:t>
              </a:r>
              <a:r>
                <a:rPr lang="en-US" altLang="zh-CN" sz="1600">
                  <a:solidFill>
                    <a:schemeClr val="tx1"/>
                  </a:solidFill>
                  <a:latin typeface="Times New Roman" panose="02020603050405020304" charset="0"/>
                  <a:ea typeface="宋体" panose="02010600030101010101" pitchFamily="2" charset="-122"/>
                </a:rPr>
                <a:t>d</a:t>
              </a:r>
              <a:endParaRPr lang="en-US" altLang="zh-CN" sz="1600">
                <a:solidFill>
                  <a:schemeClr val="tx1"/>
                </a:solidFill>
                <a:latin typeface="Times New Roman" panose="02020603050405020304" charset="0"/>
                <a:ea typeface="宋体" panose="02010600030101010101" pitchFamily="2" charset="-122"/>
              </a:endParaRPr>
            </a:p>
          </p:txBody>
        </p:sp>
        <p:sp>
          <p:nvSpPr>
            <p:cNvPr id="67698" name="直接连接符 58482"/>
            <p:cNvSpPr/>
            <p:nvPr/>
          </p:nvSpPr>
          <p:spPr>
            <a:xfrm>
              <a:off x="1482" y="2299"/>
              <a:ext cx="493" cy="0"/>
            </a:xfrm>
            <a:prstGeom prst="line">
              <a:avLst/>
            </a:prstGeom>
            <a:ln w="12700"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7699" name="直接连接符 58483"/>
            <p:cNvSpPr/>
            <p:nvPr/>
          </p:nvSpPr>
          <p:spPr>
            <a:xfrm>
              <a:off x="3359" y="2299"/>
              <a:ext cx="494" cy="0"/>
            </a:xfrm>
            <a:prstGeom prst="line">
              <a:avLst/>
            </a:prstGeom>
            <a:ln w="12700"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7700" name="直接连接符 58484"/>
            <p:cNvSpPr/>
            <p:nvPr/>
          </p:nvSpPr>
          <p:spPr>
            <a:xfrm>
              <a:off x="368" y="2308"/>
              <a:ext cx="445" cy="0"/>
            </a:xfrm>
            <a:prstGeom prst="line">
              <a:avLst/>
            </a:prstGeom>
            <a:ln w="12700"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grpSp>
      <p:sp>
        <p:nvSpPr>
          <p:cNvPr id="58486" name="矩形 58485"/>
          <p:cNvSpPr/>
          <p:nvPr/>
        </p:nvSpPr>
        <p:spPr>
          <a:xfrm>
            <a:off x="395288" y="534988"/>
            <a:ext cx="8308975" cy="530225"/>
          </a:xfrm>
          <a:prstGeom prst="rect">
            <a:avLst/>
          </a:prstGeom>
          <a:noFill/>
          <a:ln w="9525">
            <a:noFill/>
            <a:miter/>
          </a:ln>
        </p:spPr>
        <p:txBody>
          <a:bodyPr wrap="square">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914400" lvl="1" indent="-457200" fontAlgn="base">
              <a:lnSpc>
                <a:spcPct val="120000"/>
              </a:lnSpc>
              <a:spcBef>
                <a:spcPct val="20000"/>
              </a:spcBef>
              <a:buNone/>
            </a:pPr>
            <a:r>
              <a:rPr lang="en-US" altLang="zh-CN" sz="2400" b="1" strike="noStrike" noProof="1">
                <a:solidFill>
                  <a:schemeClr val="tx1"/>
                </a:solidFill>
                <a:latin typeface="宋体" panose="02010600030101010101" pitchFamily="2" charset="-122"/>
                <a:ea typeface="宋体" panose="02010600030101010101" pitchFamily="2" charset="-122"/>
                <a:cs typeface="+mn-cs"/>
              </a:rPr>
              <a:t>ⅲ </a:t>
            </a:r>
            <a:r>
              <a:rPr lang="zh-CN" altLang="en-US" sz="2400" b="1" strike="noStrike" noProof="1">
                <a:solidFill>
                  <a:schemeClr val="tx1"/>
                </a:solidFill>
                <a:latin typeface="Times New Roman" panose="02020603050405020304" charset="0"/>
                <a:ea typeface="宋体" panose="02010600030101010101" pitchFamily="2" charset="-122"/>
                <a:cs typeface="+mn-cs"/>
              </a:rPr>
              <a:t>例</a:t>
            </a:r>
            <a:r>
              <a:rPr lang="en-US" altLang="zh-CN" sz="2400" b="1" strike="noStrike" noProof="1">
                <a:solidFill>
                  <a:schemeClr val="tx1"/>
                </a:solidFill>
                <a:latin typeface="Times New Roman" panose="02020603050405020304" charset="0"/>
                <a:ea typeface="宋体" panose="02010600030101010101" pitchFamily="2" charset="-122"/>
                <a:cs typeface="+mn-cs"/>
              </a:rPr>
              <a:t>2</a:t>
            </a:r>
            <a:r>
              <a:rPr lang="zh-CN" altLang="en-US" sz="2400" b="1" strike="noStrike" noProof="1">
                <a:solidFill>
                  <a:schemeClr val="tx1"/>
                </a:solidFill>
                <a:latin typeface="Times New Roman" panose="02020603050405020304" charset="0"/>
                <a:ea typeface="宋体" panose="02010600030101010101" pitchFamily="2" charset="-122"/>
                <a:cs typeface="+mn-cs"/>
              </a:rPr>
              <a:t>：</a:t>
            </a:r>
            <a:r>
              <a:rPr lang="zh-CN" altLang="en-US" sz="2400" strike="noStrike" noProof="1">
                <a:solidFill>
                  <a:schemeClr val="tx1"/>
                </a:solidFill>
                <a:latin typeface="Times New Roman" panose="02020603050405020304" charset="0"/>
                <a:ea typeface="宋体" panose="02010600030101010101" pitchFamily="2" charset="-122"/>
                <a:cs typeface="+mn-cs"/>
              </a:rPr>
              <a:t>当前目录</a:t>
            </a:r>
            <a:r>
              <a:rPr lang="en-US" altLang="zh-CN" sz="2400" strike="noStrike" noProof="1">
                <a:solidFill>
                  <a:schemeClr val="tx1"/>
                </a:solidFill>
                <a:latin typeface="Times New Roman" panose="02020603050405020304" charset="0"/>
                <a:ea typeface="宋体" panose="02010600030101010101" pitchFamily="2" charset="-122"/>
                <a:cs typeface="+mn-cs"/>
              </a:rPr>
              <a:t>id=8</a:t>
            </a:r>
            <a:r>
              <a:rPr lang="zh-CN" altLang="en-US" sz="2400" strike="noStrike" noProof="1">
                <a:solidFill>
                  <a:schemeClr val="tx1"/>
                </a:solidFill>
                <a:latin typeface="Times New Roman" panose="02020603050405020304" charset="0"/>
                <a:ea typeface="宋体" panose="02010600030101010101" pitchFamily="2" charset="-122"/>
                <a:cs typeface="+mn-cs"/>
              </a:rPr>
              <a:t>，</a:t>
            </a:r>
            <a:r>
              <a:rPr lang="x-none" altLang="zh-CN" sz="2400" strike="noStrike" noProof="1">
                <a:solidFill>
                  <a:schemeClr val="tx1"/>
                </a:solidFill>
                <a:latin typeface="Times New Roman" panose="02020603050405020304" charset="0"/>
                <a:ea typeface="宋体" panose="02010600030101010101" pitchFamily="2" charset="-122"/>
                <a:cs typeface="+mn-cs"/>
              </a:rPr>
              <a:t>访问</a:t>
            </a:r>
            <a:r>
              <a:rPr lang="zh-CN" altLang="en-US" sz="2400" strike="noStrike" noProof="1">
                <a:solidFill>
                  <a:schemeClr val="tx1"/>
                </a:solidFill>
                <a:latin typeface="Times New Roman" panose="02020603050405020304" charset="0"/>
                <a:ea typeface="宋体" panose="02010600030101010101" pitchFamily="2" charset="-122"/>
                <a:cs typeface="+mn-cs"/>
              </a:rPr>
              <a:t>子目录</a:t>
            </a:r>
            <a:r>
              <a:rPr lang="en-US" altLang="zh-CN" sz="2400" strike="noStrike" noProof="1">
                <a:solidFill>
                  <a:schemeClr val="tx1"/>
                </a:solidFill>
                <a:latin typeface="Times New Roman" panose="02020603050405020304" charset="0"/>
                <a:ea typeface="宋体" panose="02010600030101010101" pitchFamily="2" charset="-122"/>
                <a:cs typeface="+mn-cs"/>
              </a:rPr>
              <a:t>c</a:t>
            </a:r>
            <a:r>
              <a:rPr lang="zh-CN" altLang="en-US" sz="2400" strike="noStrike" noProof="1">
                <a:solidFill>
                  <a:schemeClr val="tx1"/>
                </a:solidFill>
                <a:latin typeface="Times New Roman" panose="02020603050405020304" charset="0"/>
                <a:ea typeface="宋体" panose="02010600030101010101" pitchFamily="2" charset="-122"/>
                <a:cs typeface="+mn-cs"/>
              </a:rPr>
              <a:t>的文件</a:t>
            </a:r>
            <a:r>
              <a:rPr lang="en-US" altLang="zh-CN" sz="2400" strike="noStrike" noProof="1">
                <a:solidFill>
                  <a:schemeClr val="tx1"/>
                </a:solidFill>
                <a:latin typeface="Times New Roman" panose="02020603050405020304" charset="0"/>
                <a:ea typeface="宋体" panose="02010600030101010101" pitchFamily="2" charset="-122"/>
                <a:cs typeface="+mn-cs"/>
              </a:rPr>
              <a:t>a(id=12)</a:t>
            </a:r>
            <a:endParaRPr lang="en-US" altLang="zh-CN" sz="2400" strike="noStrike" noProof="1">
              <a:solidFill>
                <a:schemeClr val="tx1"/>
              </a:solidFill>
              <a:latin typeface="Times New Roman" panose="02020603050405020304"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58372" grpId="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8609" name="文本框 59393"/>
          <p:cNvSpPr txBox="1"/>
          <p:nvPr/>
        </p:nvSpPr>
        <p:spPr>
          <a:xfrm>
            <a:off x="8493125" y="6510338"/>
            <a:ext cx="376238"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buFont typeface="Wingdings" panose="05000000000000000000" pitchFamily="2" charset="2"/>
              <a:buNone/>
            </a:pPr>
            <a:r>
              <a:rPr lang="en-US" altLang="zh-CN" b="0">
                <a:solidFill>
                  <a:schemeClr val="tx2"/>
                </a:solidFill>
                <a:latin typeface="Times New Roman" panose="02020603050405020304" charset="0"/>
                <a:ea typeface="宋体" panose="02010600030101010101" pitchFamily="2" charset="-122"/>
              </a:rPr>
              <a:t>35</a:t>
            </a:r>
            <a:endParaRPr lang="en-US" altLang="zh-CN" b="0">
              <a:solidFill>
                <a:schemeClr val="tx2"/>
              </a:solidFill>
              <a:latin typeface="Times New Roman" panose="02020603050405020304" charset="0"/>
              <a:ea typeface="宋体" panose="02010600030101010101" pitchFamily="2" charset="-122"/>
            </a:endParaRPr>
          </a:p>
        </p:txBody>
      </p:sp>
      <p:sp>
        <p:nvSpPr>
          <p:cNvPr id="59395" name="矩形 59394"/>
          <p:cNvSpPr/>
          <p:nvPr/>
        </p:nvSpPr>
        <p:spPr>
          <a:xfrm>
            <a:off x="114300" y="758825"/>
            <a:ext cx="8855075" cy="3381375"/>
          </a:xfrm>
          <a:prstGeom prst="rect">
            <a:avLst/>
          </a:prstGeom>
          <a:noFill/>
          <a:ln w="9525">
            <a:noFill/>
            <a:miter/>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914400" lvl="1" indent="-457200" fontAlgn="base">
              <a:lnSpc>
                <a:spcPct val="120000"/>
              </a:lnSpc>
              <a:spcBef>
                <a:spcPct val="20000"/>
              </a:spcBef>
              <a:buNone/>
            </a:pPr>
            <a:r>
              <a:rPr lang="x-none" altLang="en-US" sz="2800" b="1" strike="noStrike" noProof="1">
                <a:solidFill>
                  <a:srgbClr val="A50021"/>
                </a:solidFill>
                <a:effectLst/>
                <a:latin typeface="Times New Roman" panose="02020603050405020304" charset="0"/>
                <a:ea typeface="宋体" panose="02010600030101010101" pitchFamily="2" charset="-122"/>
                <a:cs typeface="+mn-ea"/>
              </a:rPr>
              <a:t>（6） 链接技术</a:t>
            </a:r>
            <a:endParaRPr lang="zh-CN" altLang="en-US" sz="2400" b="1" strike="noStrike" noProof="1">
              <a:solidFill>
                <a:srgbClr val="000099"/>
              </a:solidFill>
              <a:effectLst/>
              <a:latin typeface="宋体" panose="02010600030101010101" pitchFamily="2" charset="-122"/>
              <a:ea typeface="宋体" panose="02010600030101010101" pitchFamily="2" charset="-122"/>
            </a:endParaRPr>
          </a:p>
          <a:p>
            <a:pPr marL="533400" lvl="0" indent="-533400" fontAlgn="base">
              <a:lnSpc>
                <a:spcPct val="120000"/>
              </a:lnSpc>
              <a:spcBef>
                <a:spcPct val="20000"/>
              </a:spcBef>
              <a:buNone/>
            </a:pPr>
            <a:r>
              <a:rPr lang="zh-CN" altLang="en-US" sz="2400" strike="noStrike" noProof="1">
                <a:solidFill>
                  <a:schemeClr val="tx1"/>
                </a:solidFill>
                <a:effectLst/>
                <a:latin typeface="Times New Roman" panose="02020603050405020304" charset="0"/>
                <a:ea typeface="宋体" panose="02010600030101010101" pitchFamily="2" charset="-122"/>
                <a:cs typeface="+mn-ea"/>
              </a:rPr>
              <a:t>              </a:t>
            </a:r>
            <a:r>
              <a:rPr lang="zh-CN" altLang="en-US" sz="2400" b="1" strike="noStrike" noProof="1">
                <a:solidFill>
                  <a:schemeClr val="tx1"/>
                </a:solidFill>
                <a:effectLst/>
                <a:latin typeface="Times New Roman" panose="02020603050405020304" charset="0"/>
                <a:ea typeface="宋体" panose="02010600030101010101" pitchFamily="2" charset="-122"/>
                <a:cs typeface="+mn-ea"/>
              </a:rPr>
              <a:t>所谓“链接”，就是在相应目录表目之间进行链接，即一个目录中的表目直接指向另一个目录表目所在的物理位置。</a:t>
            </a:r>
            <a:endParaRPr lang="zh-CN" altLang="en-US" sz="2400" b="1" strike="noStrike" noProof="1">
              <a:solidFill>
                <a:schemeClr val="tx1"/>
              </a:solidFill>
              <a:effectLst/>
              <a:latin typeface="Times New Roman" panose="02020603050405020304" charset="0"/>
              <a:ea typeface="宋体" panose="02010600030101010101" pitchFamily="2" charset="-122"/>
            </a:endParaRPr>
          </a:p>
          <a:p>
            <a:pPr marL="533400" lvl="0" indent="-533400" fontAlgn="base">
              <a:lnSpc>
                <a:spcPct val="120000"/>
              </a:lnSpc>
              <a:spcBef>
                <a:spcPct val="20000"/>
              </a:spcBef>
              <a:buNone/>
            </a:pPr>
            <a:r>
              <a:rPr lang="zh-CN" altLang="en-US" sz="2400" strike="noStrike" noProof="1">
                <a:solidFill>
                  <a:schemeClr val="tx1"/>
                </a:solidFill>
                <a:effectLst/>
                <a:latin typeface="Times New Roman" panose="02020603050405020304" charset="0"/>
                <a:ea typeface="宋体" panose="02010600030101010101" pitchFamily="2" charset="-122"/>
                <a:cs typeface="+mn-ea"/>
              </a:rPr>
              <a:t>              注意，这种链接不是直接指向文件，而是指向相应的目录表目。这种办法也称为连访，被共享的文件称为连访文件。</a:t>
            </a:r>
            <a:endParaRPr lang="zh-CN" altLang="en-US" sz="2400" strike="noStrike" noProof="1">
              <a:solidFill>
                <a:schemeClr val="tx1"/>
              </a:solidFill>
              <a:effectLst/>
              <a:latin typeface="Times New Roman" panose="02020603050405020304"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59395" grpId="0" uiExpand="1" build="p"/>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9633" name="文本框 60417"/>
          <p:cNvSpPr txBox="1"/>
          <p:nvPr/>
        </p:nvSpPr>
        <p:spPr>
          <a:xfrm>
            <a:off x="8493125" y="6510338"/>
            <a:ext cx="376238"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buFont typeface="Wingdings" panose="05000000000000000000" pitchFamily="2" charset="2"/>
              <a:buNone/>
            </a:pPr>
            <a:r>
              <a:rPr lang="en-US" altLang="zh-CN" b="0">
                <a:solidFill>
                  <a:schemeClr val="tx2"/>
                </a:solidFill>
                <a:latin typeface="Times New Roman" panose="02020603050405020304" charset="0"/>
                <a:ea typeface="宋体" panose="02010600030101010101" pitchFamily="2" charset="-122"/>
              </a:rPr>
              <a:t>36</a:t>
            </a:r>
            <a:endParaRPr lang="en-US" altLang="zh-CN" b="0">
              <a:solidFill>
                <a:schemeClr val="tx2"/>
              </a:solidFill>
              <a:latin typeface="Times New Roman" panose="02020603050405020304" charset="0"/>
              <a:ea typeface="宋体" panose="02010600030101010101" pitchFamily="2" charset="-122"/>
            </a:endParaRPr>
          </a:p>
        </p:txBody>
      </p:sp>
      <p:sp>
        <p:nvSpPr>
          <p:cNvPr id="60419" name="矩形 60418"/>
          <p:cNvSpPr/>
          <p:nvPr/>
        </p:nvSpPr>
        <p:spPr>
          <a:xfrm>
            <a:off x="725488" y="5622925"/>
            <a:ext cx="7786688" cy="922020"/>
          </a:xfrm>
          <a:prstGeom prst="rect">
            <a:avLst/>
          </a:prstGeom>
          <a:noFill/>
          <a:ln w="9525">
            <a:noFill/>
            <a:miter/>
          </a:ln>
        </p:spPr>
        <p:txBody>
          <a:bodyPr wrap="square">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20000"/>
              </a:lnSpc>
              <a:buNone/>
            </a:pPr>
            <a:r>
              <a:rPr lang="zh-CN" altLang="en-US" sz="2000" strike="noStrike" noProof="1">
                <a:solidFill>
                  <a:schemeClr val="tx1"/>
                </a:solidFill>
                <a:latin typeface="Times New Roman" panose="02020603050405020304" charset="0"/>
                <a:ea typeface="宋体" panose="02010600030101010101" pitchFamily="2" charset="-122"/>
                <a:cs typeface="+mn-ea"/>
              </a:rPr>
              <a:t>假定当前目录为</a:t>
            </a:r>
            <a:r>
              <a:rPr lang="en-US" altLang="zh-CN" sz="2000" strike="noStrike" noProof="1">
                <a:solidFill>
                  <a:schemeClr val="tx1"/>
                </a:solidFill>
                <a:latin typeface="Times New Roman" panose="02020603050405020304" charset="0"/>
                <a:ea typeface="宋体" panose="02010600030101010101" pitchFamily="2" charset="-122"/>
                <a:cs typeface="+mn-ea"/>
              </a:rPr>
              <a:t>id=</a:t>
            </a:r>
            <a:r>
              <a:rPr lang="x-none" altLang="en-US" sz="2000" strike="noStrike" noProof="1">
                <a:solidFill>
                  <a:schemeClr val="tx1"/>
                </a:solidFill>
                <a:latin typeface="Times New Roman" panose="02020603050405020304" charset="0"/>
                <a:ea typeface="宋体" panose="02010600030101010101" pitchFamily="2" charset="-122"/>
                <a:cs typeface="+mn-ea"/>
              </a:rPr>
              <a:t>3</a:t>
            </a:r>
            <a:r>
              <a:rPr lang="zh-CN" altLang="en-US" sz="2000" strike="noStrike" noProof="1">
                <a:solidFill>
                  <a:schemeClr val="tx1"/>
                </a:solidFill>
                <a:latin typeface="Times New Roman" panose="02020603050405020304" charset="0"/>
                <a:ea typeface="宋体" panose="02010600030101010101" pitchFamily="2" charset="-122"/>
                <a:cs typeface="+mn-ea"/>
              </a:rPr>
              <a:t>，</a:t>
            </a:r>
            <a:r>
              <a:rPr lang="x-none" altLang="zh-CN" sz="2000" strike="noStrike" noProof="1">
                <a:solidFill>
                  <a:schemeClr val="tx1"/>
                </a:solidFill>
                <a:latin typeface="Times New Roman" panose="02020603050405020304" charset="0"/>
                <a:ea typeface="宋体" panose="02010600030101010101" pitchFamily="2" charset="-122"/>
                <a:cs typeface="+mn-ea"/>
              </a:rPr>
              <a:t>用文件路径“./f/k”来访问</a:t>
            </a:r>
            <a:r>
              <a:rPr lang="zh-CN" altLang="en-US" sz="2000" strike="noStrike" noProof="1">
                <a:solidFill>
                  <a:schemeClr val="tx1"/>
                </a:solidFill>
                <a:latin typeface="Times New Roman" panose="02020603050405020304" charset="0"/>
                <a:ea typeface="宋体" panose="02010600030101010101" pitchFamily="2" charset="-122"/>
                <a:cs typeface="+mn-ea"/>
              </a:rPr>
              <a:t>文件 </a:t>
            </a:r>
            <a:r>
              <a:rPr lang="en-US" altLang="zh-CN" sz="2000" strike="noStrike" noProof="1">
                <a:solidFill>
                  <a:schemeClr val="tx1"/>
                </a:solidFill>
                <a:latin typeface="Times New Roman" panose="02020603050405020304" charset="0"/>
                <a:ea typeface="宋体" panose="02010600030101010101" pitchFamily="2" charset="-122"/>
                <a:cs typeface="+mn-ea"/>
              </a:rPr>
              <a:t>j</a:t>
            </a:r>
            <a:endParaRPr lang="en-US" altLang="zh-CN" sz="2000" strike="noStrike" noProof="1">
              <a:solidFill>
                <a:schemeClr val="tx1"/>
              </a:solidFill>
              <a:latin typeface="Times New Roman" panose="02020603050405020304" charset="0"/>
              <a:ea typeface="宋体" panose="02010600030101010101" pitchFamily="2" charset="-122"/>
            </a:endParaRPr>
          </a:p>
          <a:p>
            <a:pPr marL="533400" lvl="0" indent="-533400" fontAlgn="base">
              <a:lnSpc>
                <a:spcPct val="120000"/>
              </a:lnSpc>
              <a:buNone/>
            </a:pPr>
            <a:r>
              <a:rPr lang="x-none" altLang="zh-CN" sz="2000" strike="noStrike" noProof="1">
                <a:solidFill>
                  <a:schemeClr val="tx1"/>
                </a:solidFill>
                <a:latin typeface="Times New Roman" panose="02020603050405020304" charset="0"/>
                <a:ea typeface="宋体" panose="02010600030101010101" pitchFamily="2" charset="-122"/>
                <a:cs typeface="+mn-ea"/>
                <a:sym typeface="Symbol" panose="05050102010706020507" pitchFamily="2" charset="2"/>
              </a:rPr>
              <a:t>或</a:t>
            </a:r>
            <a:r>
              <a:rPr lang="zh-CN" altLang="en-US" sz="2000" strike="noStrike" noProof="1">
                <a:solidFill>
                  <a:schemeClr val="tx1"/>
                </a:solidFill>
                <a:latin typeface="Times New Roman" panose="02020603050405020304" charset="0"/>
                <a:ea typeface="宋体" panose="02010600030101010101" pitchFamily="2" charset="-122"/>
                <a:cs typeface="+mn-ea"/>
                <a:sym typeface="Symbol" panose="05050102010706020507" pitchFamily="2" charset="2"/>
              </a:rPr>
              <a:t>用文件</a:t>
            </a:r>
            <a:r>
              <a:rPr lang="zh-CN" altLang="en-US" sz="2000" strike="noStrike" noProof="1">
                <a:solidFill>
                  <a:schemeClr val="tx1"/>
                </a:solidFill>
                <a:latin typeface="Times New Roman" panose="02020603050405020304" charset="0"/>
                <a:ea typeface="宋体" panose="02010600030101010101" pitchFamily="2" charset="-122"/>
                <a:cs typeface="+mn-ea"/>
              </a:rPr>
              <a:t>路径</a:t>
            </a:r>
            <a:r>
              <a:rPr lang="x-none" altLang="zh-CN" sz="2000" strike="noStrike" noProof="1">
                <a:solidFill>
                  <a:schemeClr val="tx1"/>
                </a:solidFill>
                <a:latin typeface="Times New Roman" panose="02020603050405020304" charset="0"/>
                <a:ea typeface="宋体" panose="02010600030101010101" pitchFamily="2" charset="-122"/>
                <a:cs typeface="+mn-ea"/>
              </a:rPr>
              <a:t>“/b/f/</a:t>
            </a:r>
            <a:r>
              <a:rPr lang="en-US" altLang="zh-CN" sz="2000" strike="noStrike" noProof="1">
                <a:solidFill>
                  <a:schemeClr val="tx1"/>
                </a:solidFill>
                <a:latin typeface="Times New Roman" panose="02020603050405020304" charset="0"/>
                <a:ea typeface="宋体" panose="02010600030101010101" pitchFamily="2" charset="-122"/>
                <a:cs typeface="+mn-ea"/>
              </a:rPr>
              <a:t>k</a:t>
            </a:r>
            <a:r>
              <a:rPr lang="x-none" altLang="en-US" sz="2000" strike="noStrike" noProof="1">
                <a:solidFill>
                  <a:schemeClr val="tx1"/>
                </a:solidFill>
                <a:latin typeface="Times New Roman" panose="02020603050405020304" charset="0"/>
                <a:ea typeface="宋体" panose="02010600030101010101" pitchFamily="2" charset="-122"/>
                <a:cs typeface="+mn-ea"/>
              </a:rPr>
              <a:t>”来</a:t>
            </a:r>
            <a:r>
              <a:rPr lang="x-none" altLang="zh-CN" sz="2000" strike="noStrike" noProof="1">
                <a:solidFill>
                  <a:schemeClr val="tx1"/>
                </a:solidFill>
                <a:latin typeface="Times New Roman" panose="02020603050405020304" charset="0"/>
                <a:ea typeface="宋体" panose="02010600030101010101" pitchFamily="2" charset="-122"/>
                <a:cs typeface="+mn-ea"/>
              </a:rPr>
              <a:t>访问</a:t>
            </a:r>
            <a:r>
              <a:rPr lang="zh-CN" altLang="en-US" sz="2000" strike="noStrike" noProof="1">
                <a:solidFill>
                  <a:schemeClr val="tx1"/>
                </a:solidFill>
                <a:latin typeface="Times New Roman" panose="02020603050405020304" charset="0"/>
                <a:ea typeface="宋体" panose="02010600030101010101" pitchFamily="2" charset="-122"/>
                <a:cs typeface="+mn-ea"/>
              </a:rPr>
              <a:t>文件</a:t>
            </a:r>
            <a:r>
              <a:rPr lang="en-US" altLang="zh-CN" sz="2000" strike="noStrike" noProof="1">
                <a:solidFill>
                  <a:schemeClr val="tx1"/>
                </a:solidFill>
                <a:latin typeface="Times New Roman" panose="02020603050405020304" charset="0"/>
                <a:ea typeface="宋体" panose="02010600030101010101" pitchFamily="2" charset="-122"/>
                <a:cs typeface="+mn-ea"/>
              </a:rPr>
              <a:t>j</a:t>
            </a:r>
            <a:r>
              <a:rPr lang="zh-CN" altLang="en-US" sz="2000" strike="noStrike" noProof="1">
                <a:solidFill>
                  <a:schemeClr val="tx1"/>
                </a:solidFill>
                <a:latin typeface="Times New Roman" panose="02020603050405020304" charset="0"/>
                <a:ea typeface="宋体" panose="02010600030101010101" pitchFamily="2" charset="-122"/>
                <a:cs typeface="+mn-ea"/>
              </a:rPr>
              <a:t>，</a:t>
            </a:r>
            <a:r>
              <a:rPr lang="en-US" altLang="zh-CN" sz="2000" strike="noStrike" noProof="1">
                <a:solidFill>
                  <a:schemeClr val="tx1"/>
                </a:solidFill>
                <a:latin typeface="Times New Roman" panose="02020603050405020304" charset="0"/>
                <a:ea typeface="宋体" panose="02010600030101010101" pitchFamily="2" charset="-122"/>
                <a:cs typeface="+mn-ea"/>
              </a:rPr>
              <a:t>id =17</a:t>
            </a:r>
            <a:endParaRPr lang="en-US" altLang="zh-CN" sz="2000" strike="noStrike" noProof="1">
              <a:solidFill>
                <a:schemeClr val="tx1"/>
              </a:solidFill>
              <a:latin typeface="Times New Roman" panose="02020603050405020304" charset="0"/>
              <a:ea typeface="宋体" panose="02010600030101010101" pitchFamily="2" charset="-122"/>
            </a:endParaRPr>
          </a:p>
        </p:txBody>
      </p:sp>
      <p:grpSp>
        <p:nvGrpSpPr>
          <p:cNvPr id="60421" name="组合 60420"/>
          <p:cNvGrpSpPr/>
          <p:nvPr/>
        </p:nvGrpSpPr>
        <p:grpSpPr>
          <a:xfrm>
            <a:off x="139700" y="1084263"/>
            <a:ext cx="8870950" cy="4465637"/>
            <a:chOff x="0" y="0"/>
            <a:chExt cx="4685" cy="2813"/>
          </a:xfrm>
        </p:grpSpPr>
        <p:sp>
          <p:nvSpPr>
            <p:cNvPr id="60422" name="矩形 60421"/>
            <p:cNvSpPr/>
            <p:nvPr/>
          </p:nvSpPr>
          <p:spPr>
            <a:xfrm>
              <a:off x="2229" y="214"/>
              <a:ext cx="603" cy="343"/>
            </a:xfrm>
            <a:prstGeom prst="rect">
              <a:avLst/>
            </a:prstGeom>
            <a:solidFill>
              <a:srgbClr val="FFCCFF"/>
            </a:solidFill>
            <a:ln w="12700" cap="flat" cmpd="sng">
              <a:solidFill>
                <a:srgbClr val="000000"/>
              </a:solidFill>
              <a:prstDash val="solid"/>
              <a:miter/>
              <a:headEnd type="none" w="med" len="med"/>
              <a:tailEnd type="none" w="med" len="med"/>
            </a:ln>
          </p:spPr>
          <p:txBody>
            <a:bodyPr/>
            <a:p>
              <a:pPr marL="914400" lvl="0" indent="-340995" algn="ctr" fontAlgn="base">
                <a:lnSpc>
                  <a:spcPct val="120000"/>
                </a:lnSpc>
                <a:buClr>
                  <a:schemeClr val="tx2"/>
                </a:buClr>
                <a:buSzPct val="95000"/>
                <a:buFont typeface="Wingdings" panose="05000000000000000000" pitchFamily="2" charset="2"/>
                <a:buBlip>
                  <a:blip r:embed="rId1"/>
                </a:buBlip>
              </a:pPr>
              <a:endParaRPr sz="1400" b="1" strike="noStrike" noProof="1">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69638" name="直接连接符 60422"/>
            <p:cNvSpPr/>
            <p:nvPr/>
          </p:nvSpPr>
          <p:spPr>
            <a:xfrm>
              <a:off x="2229" y="381"/>
              <a:ext cx="603" cy="0"/>
            </a:xfrm>
            <a:prstGeom prst="line">
              <a:avLst/>
            </a:prstGeom>
            <a:ln w="12700"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9639" name="直接连接符 60423"/>
            <p:cNvSpPr/>
            <p:nvPr/>
          </p:nvSpPr>
          <p:spPr>
            <a:xfrm>
              <a:off x="2424" y="214"/>
              <a:ext cx="0" cy="343"/>
            </a:xfrm>
            <a:prstGeom prst="line">
              <a:avLst/>
            </a:prstGeom>
            <a:ln w="12700"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9640" name="直接连接符 60424"/>
            <p:cNvSpPr/>
            <p:nvPr/>
          </p:nvSpPr>
          <p:spPr>
            <a:xfrm>
              <a:off x="2627" y="214"/>
              <a:ext cx="0" cy="343"/>
            </a:xfrm>
            <a:prstGeom prst="line">
              <a:avLst/>
            </a:prstGeom>
            <a:ln w="12700"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9641" name="文本框 60425"/>
            <p:cNvSpPr txBox="1"/>
            <p:nvPr/>
          </p:nvSpPr>
          <p:spPr>
            <a:xfrm>
              <a:off x="2244" y="165"/>
              <a:ext cx="240" cy="240"/>
            </a:xfrm>
            <a:prstGeom prst="rect">
              <a:avLst/>
            </a:prstGeom>
            <a:noFill/>
            <a:ln w="9525">
              <a:noFill/>
              <a:miter/>
            </a:ln>
          </p:spPr>
          <p:txBody>
            <a:bodyPr anchor="t"/>
            <a:p>
              <a:pPr lvl="0" algn="just">
                <a:lnSpc>
                  <a:spcPct val="120000"/>
                </a:lnSpc>
                <a:buClr>
                  <a:srgbClr val="000000"/>
                </a:buClr>
              </a:pPr>
              <a:r>
                <a:rPr lang="en-US" altLang="zh-CN">
                  <a:solidFill>
                    <a:schemeClr val="tx1"/>
                  </a:solidFill>
                  <a:latin typeface="Times New Roman" panose="02020603050405020304" charset="0"/>
                  <a:ea typeface="宋体" panose="02010600030101010101" pitchFamily="2" charset="-122"/>
                </a:rPr>
                <a:t>a</a:t>
              </a:r>
              <a:endParaRPr lang="en-US" altLang="zh-CN">
                <a:solidFill>
                  <a:schemeClr val="tx1"/>
                </a:solidFill>
                <a:latin typeface="Times New Roman" panose="02020603050405020304" charset="0"/>
                <a:ea typeface="宋体" panose="02010600030101010101" pitchFamily="2" charset="-122"/>
              </a:endParaRPr>
            </a:p>
          </p:txBody>
        </p:sp>
        <p:sp>
          <p:nvSpPr>
            <p:cNvPr id="69642" name="文本框 60426"/>
            <p:cNvSpPr txBox="1"/>
            <p:nvPr/>
          </p:nvSpPr>
          <p:spPr>
            <a:xfrm>
              <a:off x="2449" y="168"/>
              <a:ext cx="240" cy="241"/>
            </a:xfrm>
            <a:prstGeom prst="rect">
              <a:avLst/>
            </a:prstGeom>
            <a:noFill/>
            <a:ln w="9525">
              <a:noFill/>
              <a:miter/>
            </a:ln>
          </p:spPr>
          <p:txBody>
            <a:bodyPr anchor="t"/>
            <a:p>
              <a:pPr lvl="0" algn="just">
                <a:lnSpc>
                  <a:spcPct val="120000"/>
                </a:lnSpc>
                <a:buClr>
                  <a:srgbClr val="000000"/>
                </a:buClr>
              </a:pPr>
              <a:r>
                <a:rPr lang="en-US" altLang="zh-CN">
                  <a:solidFill>
                    <a:schemeClr val="tx1"/>
                  </a:solidFill>
                  <a:latin typeface="Times New Roman" panose="02020603050405020304" charset="0"/>
                  <a:ea typeface="宋体" panose="02010600030101010101" pitchFamily="2" charset="-122"/>
                </a:rPr>
                <a:t>b</a:t>
              </a:r>
              <a:endParaRPr lang="en-US" altLang="zh-CN">
                <a:solidFill>
                  <a:schemeClr val="tx1"/>
                </a:solidFill>
                <a:latin typeface="Times New Roman" panose="02020603050405020304" charset="0"/>
                <a:ea typeface="宋体" panose="02010600030101010101" pitchFamily="2" charset="-122"/>
              </a:endParaRPr>
            </a:p>
          </p:txBody>
        </p:sp>
        <p:sp>
          <p:nvSpPr>
            <p:cNvPr id="69643" name="文本框 60427"/>
            <p:cNvSpPr txBox="1"/>
            <p:nvPr/>
          </p:nvSpPr>
          <p:spPr>
            <a:xfrm>
              <a:off x="2644" y="165"/>
              <a:ext cx="240" cy="240"/>
            </a:xfrm>
            <a:prstGeom prst="rect">
              <a:avLst/>
            </a:prstGeom>
            <a:noFill/>
            <a:ln w="9525">
              <a:noFill/>
              <a:miter/>
            </a:ln>
          </p:spPr>
          <p:txBody>
            <a:bodyPr anchor="t"/>
            <a:p>
              <a:pPr lvl="0" algn="just">
                <a:lnSpc>
                  <a:spcPct val="120000"/>
                </a:lnSpc>
                <a:buClr>
                  <a:srgbClr val="000000"/>
                </a:buClr>
              </a:pPr>
              <a:r>
                <a:rPr lang="en-US" altLang="zh-CN">
                  <a:solidFill>
                    <a:schemeClr val="tx1"/>
                  </a:solidFill>
                  <a:latin typeface="Times New Roman" panose="02020603050405020304" charset="0"/>
                  <a:ea typeface="宋体" panose="02010600030101010101" pitchFamily="2" charset="-122"/>
                </a:rPr>
                <a:t>c</a:t>
              </a:r>
              <a:endParaRPr lang="en-US" altLang="zh-CN">
                <a:solidFill>
                  <a:schemeClr val="tx1"/>
                </a:solidFill>
                <a:latin typeface="Times New Roman" panose="02020603050405020304" charset="0"/>
                <a:ea typeface="宋体" panose="02010600030101010101" pitchFamily="2" charset="-122"/>
              </a:endParaRPr>
            </a:p>
          </p:txBody>
        </p:sp>
        <p:sp>
          <p:nvSpPr>
            <p:cNvPr id="60429" name="矩形 60428"/>
            <p:cNvSpPr/>
            <p:nvPr/>
          </p:nvSpPr>
          <p:spPr>
            <a:xfrm>
              <a:off x="2246" y="1011"/>
              <a:ext cx="603" cy="343"/>
            </a:xfrm>
            <a:prstGeom prst="rect">
              <a:avLst/>
            </a:prstGeom>
            <a:solidFill>
              <a:srgbClr val="FFCCFF"/>
            </a:solidFill>
            <a:ln w="12700" cap="flat" cmpd="sng">
              <a:solidFill>
                <a:srgbClr val="000000"/>
              </a:solidFill>
              <a:prstDash val="solid"/>
              <a:miter/>
              <a:headEnd type="none" w="med" len="med"/>
              <a:tailEnd type="none" w="med" len="med"/>
            </a:ln>
          </p:spPr>
          <p:txBody>
            <a:bodyPr/>
            <a:p>
              <a:pPr marL="914400" lvl="0" indent="-340995" algn="ctr" fontAlgn="base">
                <a:lnSpc>
                  <a:spcPct val="120000"/>
                </a:lnSpc>
                <a:buClr>
                  <a:schemeClr val="tx2"/>
                </a:buClr>
                <a:buSzPct val="95000"/>
                <a:buFont typeface="Wingdings" panose="05000000000000000000" pitchFamily="2" charset="2"/>
                <a:buBlip>
                  <a:blip r:embed="rId1"/>
                </a:buBlip>
              </a:pPr>
              <a:endParaRPr sz="1400" b="1" strike="noStrike" noProof="1">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69645" name="直接连接符 60429"/>
            <p:cNvSpPr/>
            <p:nvPr/>
          </p:nvSpPr>
          <p:spPr>
            <a:xfrm>
              <a:off x="2441" y="1011"/>
              <a:ext cx="0" cy="343"/>
            </a:xfrm>
            <a:prstGeom prst="line">
              <a:avLst/>
            </a:prstGeom>
            <a:ln w="12700"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9646" name="直接连接符 60430"/>
            <p:cNvSpPr/>
            <p:nvPr/>
          </p:nvSpPr>
          <p:spPr>
            <a:xfrm>
              <a:off x="2646" y="1011"/>
              <a:ext cx="0" cy="343"/>
            </a:xfrm>
            <a:prstGeom prst="line">
              <a:avLst/>
            </a:prstGeom>
            <a:ln w="12700"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9647" name="文本框 60431"/>
            <p:cNvSpPr txBox="1"/>
            <p:nvPr/>
          </p:nvSpPr>
          <p:spPr>
            <a:xfrm>
              <a:off x="2261" y="995"/>
              <a:ext cx="240" cy="241"/>
            </a:xfrm>
            <a:prstGeom prst="rect">
              <a:avLst/>
            </a:prstGeom>
            <a:noFill/>
            <a:ln w="9525">
              <a:noFill/>
              <a:miter/>
            </a:ln>
          </p:spPr>
          <p:txBody>
            <a:bodyPr anchor="t"/>
            <a:p>
              <a:pPr lvl="0" algn="just">
                <a:lnSpc>
                  <a:spcPct val="120000"/>
                </a:lnSpc>
                <a:buClr>
                  <a:srgbClr val="000000"/>
                </a:buClr>
              </a:pPr>
              <a:r>
                <a:rPr lang="en-US" altLang="zh-CN">
                  <a:solidFill>
                    <a:schemeClr val="tx1"/>
                  </a:solidFill>
                  <a:latin typeface="Times New Roman" panose="02020603050405020304" charset="0"/>
                  <a:ea typeface="宋体" panose="02010600030101010101" pitchFamily="2" charset="-122"/>
                </a:rPr>
                <a:t>f</a:t>
              </a:r>
              <a:endParaRPr lang="en-US" altLang="zh-CN">
                <a:solidFill>
                  <a:schemeClr val="tx1"/>
                </a:solidFill>
                <a:latin typeface="Times New Roman" panose="02020603050405020304" charset="0"/>
                <a:ea typeface="宋体" panose="02010600030101010101" pitchFamily="2" charset="-122"/>
              </a:endParaRPr>
            </a:p>
          </p:txBody>
        </p:sp>
        <p:sp>
          <p:nvSpPr>
            <p:cNvPr id="69648" name="文本框 60432"/>
            <p:cNvSpPr txBox="1"/>
            <p:nvPr/>
          </p:nvSpPr>
          <p:spPr>
            <a:xfrm>
              <a:off x="2457" y="988"/>
              <a:ext cx="239" cy="240"/>
            </a:xfrm>
            <a:prstGeom prst="rect">
              <a:avLst/>
            </a:prstGeom>
            <a:noFill/>
            <a:ln w="9525">
              <a:noFill/>
              <a:miter/>
            </a:ln>
          </p:spPr>
          <p:txBody>
            <a:bodyPr anchor="t"/>
            <a:p>
              <a:pPr lvl="0" algn="just">
                <a:lnSpc>
                  <a:spcPct val="120000"/>
                </a:lnSpc>
                <a:buClr>
                  <a:srgbClr val="000000"/>
                </a:buClr>
              </a:pPr>
              <a:r>
                <a:rPr lang="en-US" altLang="zh-CN">
                  <a:solidFill>
                    <a:schemeClr val="tx1"/>
                  </a:solidFill>
                  <a:latin typeface="Times New Roman" panose="02020603050405020304" charset="0"/>
                  <a:ea typeface="宋体" panose="02010600030101010101" pitchFamily="2" charset="-122"/>
                </a:rPr>
                <a:t>e</a:t>
              </a:r>
              <a:endParaRPr lang="en-US" altLang="zh-CN">
                <a:solidFill>
                  <a:schemeClr val="tx1"/>
                </a:solidFill>
                <a:latin typeface="Times New Roman" panose="02020603050405020304" charset="0"/>
                <a:ea typeface="宋体" panose="02010600030101010101" pitchFamily="2" charset="-122"/>
              </a:endParaRPr>
            </a:p>
          </p:txBody>
        </p:sp>
        <p:sp>
          <p:nvSpPr>
            <p:cNvPr id="69649" name="文本框 60433"/>
            <p:cNvSpPr txBox="1"/>
            <p:nvPr/>
          </p:nvSpPr>
          <p:spPr>
            <a:xfrm>
              <a:off x="2646" y="995"/>
              <a:ext cx="240" cy="241"/>
            </a:xfrm>
            <a:prstGeom prst="rect">
              <a:avLst/>
            </a:prstGeom>
            <a:noFill/>
            <a:ln w="9525">
              <a:noFill/>
              <a:miter/>
            </a:ln>
          </p:spPr>
          <p:txBody>
            <a:bodyPr anchor="t"/>
            <a:p>
              <a:pPr lvl="0" algn="just">
                <a:lnSpc>
                  <a:spcPct val="120000"/>
                </a:lnSpc>
                <a:buClr>
                  <a:srgbClr val="000000"/>
                </a:buClr>
              </a:pPr>
              <a:r>
                <a:rPr lang="en-US" altLang="zh-CN">
                  <a:solidFill>
                    <a:schemeClr val="tx1"/>
                  </a:solidFill>
                  <a:latin typeface="Times New Roman" panose="02020603050405020304" charset="0"/>
                  <a:ea typeface="宋体" panose="02010600030101010101" pitchFamily="2" charset="-122"/>
                </a:rPr>
                <a:t>d</a:t>
              </a:r>
              <a:endParaRPr lang="en-US" altLang="zh-CN">
                <a:solidFill>
                  <a:schemeClr val="tx1"/>
                </a:solidFill>
                <a:latin typeface="Times New Roman" panose="02020603050405020304" charset="0"/>
                <a:ea typeface="宋体" panose="02010600030101010101" pitchFamily="2" charset="-122"/>
              </a:endParaRPr>
            </a:p>
          </p:txBody>
        </p:sp>
        <p:sp>
          <p:nvSpPr>
            <p:cNvPr id="60435" name="矩形 60434"/>
            <p:cNvSpPr/>
            <p:nvPr/>
          </p:nvSpPr>
          <p:spPr>
            <a:xfrm>
              <a:off x="771" y="1001"/>
              <a:ext cx="605" cy="343"/>
            </a:xfrm>
            <a:prstGeom prst="rect">
              <a:avLst/>
            </a:prstGeom>
            <a:solidFill>
              <a:srgbClr val="FFCCFF"/>
            </a:solidFill>
            <a:ln w="12700" cap="flat" cmpd="sng">
              <a:solidFill>
                <a:srgbClr val="000000"/>
              </a:solidFill>
              <a:prstDash val="solid"/>
              <a:miter/>
              <a:headEnd type="none" w="med" len="med"/>
              <a:tailEnd type="none" w="med" len="med"/>
            </a:ln>
          </p:spPr>
          <p:txBody>
            <a:bodyPr/>
            <a:p>
              <a:pPr marL="914400" lvl="0" indent="-340995" algn="ctr" fontAlgn="base">
                <a:lnSpc>
                  <a:spcPct val="120000"/>
                </a:lnSpc>
                <a:buClr>
                  <a:schemeClr val="tx2"/>
                </a:buClr>
                <a:buSzPct val="95000"/>
                <a:buFont typeface="Wingdings" panose="05000000000000000000" pitchFamily="2" charset="2"/>
                <a:buBlip>
                  <a:blip r:embed="rId1"/>
                </a:buBlip>
              </a:pPr>
              <a:endParaRPr sz="1400" b="1" strike="noStrike" noProof="1">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69651" name="直接连接符 60435"/>
            <p:cNvSpPr/>
            <p:nvPr/>
          </p:nvSpPr>
          <p:spPr>
            <a:xfrm>
              <a:off x="771" y="1169"/>
              <a:ext cx="605" cy="0"/>
            </a:xfrm>
            <a:prstGeom prst="line">
              <a:avLst/>
            </a:prstGeom>
            <a:ln w="12700"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9652" name="直接连接符 60436"/>
            <p:cNvSpPr/>
            <p:nvPr/>
          </p:nvSpPr>
          <p:spPr>
            <a:xfrm>
              <a:off x="966" y="1001"/>
              <a:ext cx="0" cy="343"/>
            </a:xfrm>
            <a:prstGeom prst="line">
              <a:avLst/>
            </a:prstGeom>
            <a:ln w="12700"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9653" name="直接连接符 60437"/>
            <p:cNvSpPr/>
            <p:nvPr/>
          </p:nvSpPr>
          <p:spPr>
            <a:xfrm>
              <a:off x="1171" y="1001"/>
              <a:ext cx="0" cy="343"/>
            </a:xfrm>
            <a:prstGeom prst="line">
              <a:avLst/>
            </a:prstGeom>
            <a:ln w="12700"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9654" name="文本框 60438"/>
            <p:cNvSpPr txBox="1"/>
            <p:nvPr/>
          </p:nvSpPr>
          <p:spPr>
            <a:xfrm>
              <a:off x="786" y="952"/>
              <a:ext cx="240" cy="241"/>
            </a:xfrm>
            <a:prstGeom prst="rect">
              <a:avLst/>
            </a:prstGeom>
            <a:noFill/>
            <a:ln w="9525">
              <a:noFill/>
              <a:miter/>
            </a:ln>
          </p:spPr>
          <p:txBody>
            <a:bodyPr anchor="t"/>
            <a:p>
              <a:pPr lvl="0" algn="just">
                <a:lnSpc>
                  <a:spcPct val="120000"/>
                </a:lnSpc>
                <a:buClr>
                  <a:srgbClr val="000000"/>
                </a:buClr>
              </a:pPr>
              <a:r>
                <a:rPr lang="en-US" altLang="zh-CN">
                  <a:solidFill>
                    <a:schemeClr val="tx1"/>
                  </a:solidFill>
                  <a:latin typeface="Times New Roman" panose="02020603050405020304" charset="0"/>
                  <a:ea typeface="宋体" panose="02010600030101010101" pitchFamily="2" charset="-122"/>
                </a:rPr>
                <a:t>a</a:t>
              </a:r>
              <a:endParaRPr lang="en-US" altLang="zh-CN">
                <a:solidFill>
                  <a:schemeClr val="tx1"/>
                </a:solidFill>
                <a:latin typeface="Times New Roman" panose="02020603050405020304" charset="0"/>
                <a:ea typeface="宋体" panose="02010600030101010101" pitchFamily="2" charset="-122"/>
              </a:endParaRPr>
            </a:p>
          </p:txBody>
        </p:sp>
        <p:sp>
          <p:nvSpPr>
            <p:cNvPr id="69655" name="文本框 60439"/>
            <p:cNvSpPr txBox="1"/>
            <p:nvPr/>
          </p:nvSpPr>
          <p:spPr>
            <a:xfrm>
              <a:off x="991" y="955"/>
              <a:ext cx="241" cy="242"/>
            </a:xfrm>
            <a:prstGeom prst="rect">
              <a:avLst/>
            </a:prstGeom>
            <a:noFill/>
            <a:ln w="9525">
              <a:noFill/>
              <a:miter/>
            </a:ln>
          </p:spPr>
          <p:txBody>
            <a:bodyPr anchor="t"/>
            <a:p>
              <a:pPr lvl="0" algn="just">
                <a:lnSpc>
                  <a:spcPct val="120000"/>
                </a:lnSpc>
                <a:buClr>
                  <a:srgbClr val="000000"/>
                </a:buClr>
              </a:pPr>
              <a:r>
                <a:rPr lang="en-US" altLang="zh-CN">
                  <a:solidFill>
                    <a:schemeClr val="tx1"/>
                  </a:solidFill>
                  <a:latin typeface="Times New Roman" panose="02020603050405020304" charset="0"/>
                  <a:ea typeface="宋体" panose="02010600030101010101" pitchFamily="2" charset="-122"/>
                </a:rPr>
                <a:t>b</a:t>
              </a:r>
              <a:endParaRPr lang="en-US" altLang="zh-CN">
                <a:solidFill>
                  <a:schemeClr val="tx1"/>
                </a:solidFill>
                <a:latin typeface="Times New Roman" panose="02020603050405020304" charset="0"/>
                <a:ea typeface="宋体" panose="02010600030101010101" pitchFamily="2" charset="-122"/>
              </a:endParaRPr>
            </a:p>
          </p:txBody>
        </p:sp>
        <p:sp>
          <p:nvSpPr>
            <p:cNvPr id="69656" name="文本框 60440"/>
            <p:cNvSpPr txBox="1"/>
            <p:nvPr/>
          </p:nvSpPr>
          <p:spPr>
            <a:xfrm>
              <a:off x="1196" y="960"/>
              <a:ext cx="240" cy="241"/>
            </a:xfrm>
            <a:prstGeom prst="rect">
              <a:avLst/>
            </a:prstGeom>
            <a:noFill/>
            <a:ln w="9525">
              <a:noFill/>
              <a:miter/>
            </a:ln>
          </p:spPr>
          <p:txBody>
            <a:bodyPr anchor="t"/>
            <a:p>
              <a:pPr lvl="0" algn="just">
                <a:lnSpc>
                  <a:spcPct val="120000"/>
                </a:lnSpc>
                <a:buClr>
                  <a:srgbClr val="000000"/>
                </a:buClr>
              </a:pPr>
              <a:r>
                <a:rPr lang="en-US" altLang="zh-CN">
                  <a:solidFill>
                    <a:schemeClr val="tx1"/>
                  </a:solidFill>
                  <a:latin typeface="Times New Roman" panose="02020603050405020304" charset="0"/>
                  <a:ea typeface="宋体" panose="02010600030101010101" pitchFamily="2" charset="-122"/>
                </a:rPr>
                <a:t>c</a:t>
              </a:r>
              <a:endParaRPr lang="en-US" altLang="zh-CN">
                <a:solidFill>
                  <a:schemeClr val="tx1"/>
                </a:solidFill>
                <a:latin typeface="Times New Roman" panose="02020603050405020304" charset="0"/>
                <a:ea typeface="宋体" panose="02010600030101010101" pitchFamily="2" charset="-122"/>
              </a:endParaRPr>
            </a:p>
          </p:txBody>
        </p:sp>
        <p:sp>
          <p:nvSpPr>
            <p:cNvPr id="60442" name="矩形 60441"/>
            <p:cNvSpPr/>
            <p:nvPr/>
          </p:nvSpPr>
          <p:spPr>
            <a:xfrm>
              <a:off x="3098" y="1798"/>
              <a:ext cx="450" cy="343"/>
            </a:xfrm>
            <a:prstGeom prst="rect">
              <a:avLst/>
            </a:prstGeom>
            <a:solidFill>
              <a:srgbClr val="FFCCFF"/>
            </a:solidFill>
            <a:ln w="12700" cap="flat" cmpd="sng">
              <a:solidFill>
                <a:srgbClr val="000000"/>
              </a:solidFill>
              <a:prstDash val="solid"/>
              <a:miter/>
              <a:headEnd type="none" w="med" len="med"/>
              <a:tailEnd type="none" w="med" len="med"/>
            </a:ln>
          </p:spPr>
          <p:txBody>
            <a:bodyPr/>
            <a:p>
              <a:pPr marL="914400" lvl="0" indent="-340995" algn="ctr" fontAlgn="base">
                <a:lnSpc>
                  <a:spcPct val="120000"/>
                </a:lnSpc>
                <a:buClr>
                  <a:schemeClr val="tx2"/>
                </a:buClr>
                <a:buSzPct val="95000"/>
                <a:buFont typeface="Wingdings" panose="05000000000000000000" pitchFamily="2" charset="2"/>
                <a:buBlip>
                  <a:blip r:embed="rId1"/>
                </a:buBlip>
              </a:pPr>
              <a:endParaRPr sz="1400" b="1" strike="noStrike" noProof="1">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69658" name="直接连接符 60442"/>
            <p:cNvSpPr/>
            <p:nvPr/>
          </p:nvSpPr>
          <p:spPr>
            <a:xfrm>
              <a:off x="3294" y="1798"/>
              <a:ext cx="0" cy="343"/>
            </a:xfrm>
            <a:prstGeom prst="line">
              <a:avLst/>
            </a:prstGeom>
            <a:ln w="12700"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9659" name="文本框 60443"/>
            <p:cNvSpPr txBox="1"/>
            <p:nvPr/>
          </p:nvSpPr>
          <p:spPr>
            <a:xfrm>
              <a:off x="3126" y="1763"/>
              <a:ext cx="240" cy="241"/>
            </a:xfrm>
            <a:prstGeom prst="rect">
              <a:avLst/>
            </a:prstGeom>
            <a:noFill/>
            <a:ln w="9525">
              <a:noFill/>
              <a:miter/>
            </a:ln>
          </p:spPr>
          <p:txBody>
            <a:bodyPr anchor="t"/>
            <a:p>
              <a:pPr lvl="0" algn="just">
                <a:lnSpc>
                  <a:spcPct val="120000"/>
                </a:lnSpc>
                <a:buClr>
                  <a:srgbClr val="000000"/>
                </a:buClr>
              </a:pPr>
              <a:r>
                <a:rPr lang="en-US" altLang="zh-CN">
                  <a:solidFill>
                    <a:schemeClr val="tx1"/>
                  </a:solidFill>
                  <a:latin typeface="Times New Roman" panose="02020603050405020304" charset="0"/>
                  <a:ea typeface="宋体" panose="02010600030101010101" pitchFamily="2" charset="-122"/>
                </a:rPr>
                <a:t>a</a:t>
              </a:r>
              <a:endParaRPr lang="en-US" altLang="zh-CN">
                <a:solidFill>
                  <a:schemeClr val="tx1"/>
                </a:solidFill>
                <a:latin typeface="Times New Roman" panose="02020603050405020304" charset="0"/>
                <a:ea typeface="宋体" panose="02010600030101010101" pitchFamily="2" charset="-122"/>
              </a:endParaRPr>
            </a:p>
          </p:txBody>
        </p:sp>
        <p:sp>
          <p:nvSpPr>
            <p:cNvPr id="69660" name="文本框 60444"/>
            <p:cNvSpPr txBox="1"/>
            <p:nvPr/>
          </p:nvSpPr>
          <p:spPr>
            <a:xfrm>
              <a:off x="3324" y="1767"/>
              <a:ext cx="240" cy="241"/>
            </a:xfrm>
            <a:prstGeom prst="rect">
              <a:avLst/>
            </a:prstGeom>
            <a:noFill/>
            <a:ln w="9525">
              <a:noFill/>
              <a:miter/>
            </a:ln>
          </p:spPr>
          <p:txBody>
            <a:bodyPr anchor="t"/>
            <a:p>
              <a:pPr lvl="0" algn="just">
                <a:lnSpc>
                  <a:spcPct val="120000"/>
                </a:lnSpc>
                <a:buClr>
                  <a:srgbClr val="000000"/>
                </a:buClr>
              </a:pPr>
              <a:r>
                <a:rPr lang="en-US" altLang="zh-CN">
                  <a:solidFill>
                    <a:schemeClr val="tx1"/>
                  </a:solidFill>
                  <a:latin typeface="Times New Roman" panose="02020603050405020304" charset="0"/>
                  <a:ea typeface="宋体" panose="02010600030101010101" pitchFamily="2" charset="-122"/>
                </a:rPr>
                <a:t>h</a:t>
              </a:r>
              <a:endParaRPr lang="en-US" altLang="zh-CN">
                <a:solidFill>
                  <a:schemeClr val="tx1"/>
                </a:solidFill>
                <a:latin typeface="Times New Roman" panose="02020603050405020304" charset="0"/>
                <a:ea typeface="宋体" panose="02010600030101010101" pitchFamily="2" charset="-122"/>
              </a:endParaRPr>
            </a:p>
          </p:txBody>
        </p:sp>
        <p:sp>
          <p:nvSpPr>
            <p:cNvPr id="60446" name="矩形 60445"/>
            <p:cNvSpPr/>
            <p:nvPr/>
          </p:nvSpPr>
          <p:spPr>
            <a:xfrm>
              <a:off x="1356" y="1800"/>
              <a:ext cx="454" cy="343"/>
            </a:xfrm>
            <a:prstGeom prst="rect">
              <a:avLst/>
            </a:prstGeom>
            <a:solidFill>
              <a:srgbClr val="FFCCFF"/>
            </a:solidFill>
            <a:ln w="12700" cap="flat" cmpd="sng">
              <a:solidFill>
                <a:srgbClr val="000000"/>
              </a:solidFill>
              <a:prstDash val="solid"/>
              <a:miter/>
              <a:headEnd type="none" w="med" len="med"/>
              <a:tailEnd type="none" w="med" len="med"/>
            </a:ln>
          </p:spPr>
          <p:txBody>
            <a:bodyPr/>
            <a:p>
              <a:pPr marL="914400" lvl="0" indent="-340995" algn="ctr" fontAlgn="base">
                <a:lnSpc>
                  <a:spcPct val="120000"/>
                </a:lnSpc>
                <a:buClr>
                  <a:schemeClr val="tx2"/>
                </a:buClr>
                <a:buSzPct val="95000"/>
                <a:buFont typeface="Wingdings" panose="05000000000000000000" pitchFamily="2" charset="2"/>
                <a:buBlip>
                  <a:blip r:embed="rId1"/>
                </a:buBlip>
              </a:pPr>
              <a:endParaRPr sz="1400" b="1" strike="noStrike" noProof="1">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69662" name="直接连接符 60446"/>
            <p:cNvSpPr/>
            <p:nvPr/>
          </p:nvSpPr>
          <p:spPr>
            <a:xfrm>
              <a:off x="1562" y="1798"/>
              <a:ext cx="0" cy="343"/>
            </a:xfrm>
            <a:prstGeom prst="line">
              <a:avLst/>
            </a:prstGeom>
            <a:ln w="12700"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9663" name="文本框 60447"/>
            <p:cNvSpPr txBox="1"/>
            <p:nvPr/>
          </p:nvSpPr>
          <p:spPr>
            <a:xfrm>
              <a:off x="1388" y="1753"/>
              <a:ext cx="239" cy="241"/>
            </a:xfrm>
            <a:prstGeom prst="rect">
              <a:avLst/>
            </a:prstGeom>
            <a:noFill/>
            <a:ln w="9525">
              <a:noFill/>
              <a:miter/>
            </a:ln>
          </p:spPr>
          <p:txBody>
            <a:bodyPr anchor="t"/>
            <a:p>
              <a:pPr lvl="0" algn="just">
                <a:lnSpc>
                  <a:spcPct val="120000"/>
                </a:lnSpc>
                <a:buClr>
                  <a:srgbClr val="000000"/>
                </a:buClr>
              </a:pPr>
              <a:r>
                <a:rPr lang="en-US" altLang="zh-CN">
                  <a:solidFill>
                    <a:schemeClr val="tx1"/>
                  </a:solidFill>
                  <a:latin typeface="Times New Roman" panose="02020603050405020304" charset="0"/>
                  <a:ea typeface="宋体" panose="02010600030101010101" pitchFamily="2" charset="-122"/>
                </a:rPr>
                <a:t>j</a:t>
              </a:r>
              <a:endParaRPr lang="en-US" altLang="zh-CN">
                <a:solidFill>
                  <a:schemeClr val="tx1"/>
                </a:solidFill>
                <a:latin typeface="Times New Roman" panose="02020603050405020304" charset="0"/>
                <a:ea typeface="宋体" panose="02010600030101010101" pitchFamily="2" charset="-122"/>
              </a:endParaRPr>
            </a:p>
          </p:txBody>
        </p:sp>
        <p:sp>
          <p:nvSpPr>
            <p:cNvPr id="69664" name="文本框 60448"/>
            <p:cNvSpPr txBox="1"/>
            <p:nvPr/>
          </p:nvSpPr>
          <p:spPr>
            <a:xfrm>
              <a:off x="1605" y="1758"/>
              <a:ext cx="240" cy="241"/>
            </a:xfrm>
            <a:prstGeom prst="rect">
              <a:avLst/>
            </a:prstGeom>
            <a:noFill/>
            <a:ln w="9525">
              <a:noFill/>
              <a:miter/>
            </a:ln>
          </p:spPr>
          <p:txBody>
            <a:bodyPr anchor="t"/>
            <a:p>
              <a:pPr lvl="0" algn="just">
                <a:lnSpc>
                  <a:spcPct val="120000"/>
                </a:lnSpc>
                <a:buClr>
                  <a:srgbClr val="000000"/>
                </a:buClr>
              </a:pPr>
              <a:r>
                <a:rPr lang="en-US" altLang="zh-CN">
                  <a:solidFill>
                    <a:schemeClr val="tx1"/>
                  </a:solidFill>
                  <a:latin typeface="Times New Roman" panose="02020603050405020304" charset="0"/>
                  <a:ea typeface="宋体" panose="02010600030101010101" pitchFamily="2" charset="-122"/>
                </a:rPr>
                <a:t>h</a:t>
              </a:r>
              <a:endParaRPr lang="en-US" altLang="zh-CN">
                <a:solidFill>
                  <a:schemeClr val="tx1"/>
                </a:solidFill>
                <a:latin typeface="Times New Roman" panose="02020603050405020304" charset="0"/>
                <a:ea typeface="宋体" panose="02010600030101010101" pitchFamily="2" charset="-122"/>
              </a:endParaRPr>
            </a:p>
          </p:txBody>
        </p:sp>
        <p:sp>
          <p:nvSpPr>
            <p:cNvPr id="60450" name="矩形 60449"/>
            <p:cNvSpPr/>
            <p:nvPr/>
          </p:nvSpPr>
          <p:spPr>
            <a:xfrm>
              <a:off x="2229" y="1807"/>
              <a:ext cx="603" cy="342"/>
            </a:xfrm>
            <a:prstGeom prst="rect">
              <a:avLst/>
            </a:prstGeom>
            <a:solidFill>
              <a:srgbClr val="FFCCFF"/>
            </a:solidFill>
            <a:ln w="12700" cap="flat" cmpd="sng">
              <a:solidFill>
                <a:srgbClr val="000000"/>
              </a:solidFill>
              <a:prstDash val="solid"/>
              <a:miter/>
              <a:headEnd type="none" w="med" len="med"/>
              <a:tailEnd type="none" w="med" len="med"/>
            </a:ln>
          </p:spPr>
          <p:txBody>
            <a:bodyPr/>
            <a:p>
              <a:pPr marL="914400" lvl="0" indent="-340995" algn="ctr" fontAlgn="base">
                <a:lnSpc>
                  <a:spcPct val="120000"/>
                </a:lnSpc>
                <a:buClr>
                  <a:schemeClr val="tx2"/>
                </a:buClr>
                <a:buSzPct val="95000"/>
                <a:buFont typeface="Wingdings" panose="05000000000000000000" pitchFamily="2" charset="2"/>
                <a:buBlip>
                  <a:blip r:embed="rId1"/>
                </a:buBlip>
              </a:pPr>
              <a:endParaRPr sz="1400" b="1" strike="noStrike" noProof="1">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69666" name="直接连接符 60450"/>
            <p:cNvSpPr/>
            <p:nvPr/>
          </p:nvSpPr>
          <p:spPr>
            <a:xfrm>
              <a:off x="2229" y="1974"/>
              <a:ext cx="603" cy="0"/>
            </a:xfrm>
            <a:prstGeom prst="line">
              <a:avLst/>
            </a:prstGeom>
            <a:ln w="12700"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9667" name="直接连接符 60451"/>
            <p:cNvSpPr/>
            <p:nvPr/>
          </p:nvSpPr>
          <p:spPr>
            <a:xfrm>
              <a:off x="2424" y="1807"/>
              <a:ext cx="0" cy="342"/>
            </a:xfrm>
            <a:prstGeom prst="line">
              <a:avLst/>
            </a:prstGeom>
            <a:ln w="12700"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9668" name="文本框 60452"/>
            <p:cNvSpPr txBox="1"/>
            <p:nvPr/>
          </p:nvSpPr>
          <p:spPr>
            <a:xfrm>
              <a:off x="2261" y="1790"/>
              <a:ext cx="240" cy="241"/>
            </a:xfrm>
            <a:prstGeom prst="rect">
              <a:avLst/>
            </a:prstGeom>
            <a:noFill/>
            <a:ln w="9525">
              <a:noFill/>
              <a:miter/>
            </a:ln>
          </p:spPr>
          <p:txBody>
            <a:bodyPr anchor="t"/>
            <a:p>
              <a:pPr lvl="0" algn="just">
                <a:lnSpc>
                  <a:spcPct val="120000"/>
                </a:lnSpc>
                <a:buClr>
                  <a:srgbClr val="000000"/>
                </a:buClr>
              </a:pPr>
              <a:r>
                <a:rPr lang="en-US" altLang="zh-CN">
                  <a:solidFill>
                    <a:schemeClr val="tx1"/>
                  </a:solidFill>
                  <a:latin typeface="Times New Roman" panose="02020603050405020304" charset="0"/>
                  <a:ea typeface="宋体" panose="02010600030101010101" pitchFamily="2" charset="-122"/>
                </a:rPr>
                <a:t>j</a:t>
              </a:r>
              <a:endParaRPr lang="en-US" altLang="zh-CN">
                <a:solidFill>
                  <a:schemeClr val="tx1"/>
                </a:solidFill>
                <a:latin typeface="Times New Roman" panose="02020603050405020304" charset="0"/>
                <a:ea typeface="宋体" panose="02010600030101010101" pitchFamily="2" charset="-122"/>
              </a:endParaRPr>
            </a:p>
          </p:txBody>
        </p:sp>
        <p:sp>
          <p:nvSpPr>
            <p:cNvPr id="69669" name="文本框 60453"/>
            <p:cNvSpPr txBox="1"/>
            <p:nvPr/>
          </p:nvSpPr>
          <p:spPr>
            <a:xfrm>
              <a:off x="2444" y="1790"/>
              <a:ext cx="239" cy="241"/>
            </a:xfrm>
            <a:prstGeom prst="rect">
              <a:avLst/>
            </a:prstGeom>
            <a:noFill/>
            <a:ln w="9525">
              <a:noFill/>
              <a:miter/>
            </a:ln>
          </p:spPr>
          <p:txBody>
            <a:bodyPr anchor="t"/>
            <a:p>
              <a:pPr lvl="0" algn="just">
                <a:lnSpc>
                  <a:spcPct val="120000"/>
                </a:lnSpc>
                <a:buClr>
                  <a:srgbClr val="000000"/>
                </a:buClr>
              </a:pPr>
              <a:r>
                <a:rPr lang="en-US" altLang="zh-CN">
                  <a:solidFill>
                    <a:schemeClr val="tx1"/>
                  </a:solidFill>
                  <a:latin typeface="Times New Roman" panose="02020603050405020304" charset="0"/>
                  <a:ea typeface="宋体" panose="02010600030101010101" pitchFamily="2" charset="-122"/>
                </a:rPr>
                <a:t>m</a:t>
              </a:r>
              <a:endParaRPr lang="en-US" altLang="zh-CN">
                <a:solidFill>
                  <a:schemeClr val="tx1"/>
                </a:solidFill>
                <a:latin typeface="Times New Roman" panose="02020603050405020304" charset="0"/>
                <a:ea typeface="宋体" panose="02010600030101010101" pitchFamily="2" charset="-122"/>
              </a:endParaRPr>
            </a:p>
          </p:txBody>
        </p:sp>
        <p:sp>
          <p:nvSpPr>
            <p:cNvPr id="69670" name="文本框 60454"/>
            <p:cNvSpPr txBox="1"/>
            <p:nvPr/>
          </p:nvSpPr>
          <p:spPr>
            <a:xfrm>
              <a:off x="2672" y="1790"/>
              <a:ext cx="240" cy="241"/>
            </a:xfrm>
            <a:prstGeom prst="rect">
              <a:avLst/>
            </a:prstGeom>
            <a:noFill/>
            <a:ln w="9525">
              <a:noFill/>
              <a:miter/>
            </a:ln>
          </p:spPr>
          <p:txBody>
            <a:bodyPr anchor="t"/>
            <a:p>
              <a:pPr lvl="0" algn="just">
                <a:lnSpc>
                  <a:spcPct val="120000"/>
                </a:lnSpc>
                <a:buClr>
                  <a:srgbClr val="000000"/>
                </a:buClr>
              </a:pPr>
              <a:r>
                <a:rPr lang="en-US" altLang="zh-CN">
                  <a:solidFill>
                    <a:schemeClr val="tx1"/>
                  </a:solidFill>
                  <a:latin typeface="Times New Roman" panose="02020603050405020304" charset="0"/>
                  <a:ea typeface="宋体" panose="02010600030101010101" pitchFamily="2" charset="-122"/>
                </a:rPr>
                <a:t>r</a:t>
              </a:r>
              <a:endParaRPr lang="en-US" altLang="zh-CN">
                <a:solidFill>
                  <a:schemeClr val="tx1"/>
                </a:solidFill>
                <a:latin typeface="Times New Roman" panose="02020603050405020304" charset="0"/>
                <a:ea typeface="宋体" panose="02010600030101010101" pitchFamily="2" charset="-122"/>
              </a:endParaRPr>
            </a:p>
          </p:txBody>
        </p:sp>
        <p:sp>
          <p:nvSpPr>
            <p:cNvPr id="69671" name="直接连接符 60455"/>
            <p:cNvSpPr/>
            <p:nvPr/>
          </p:nvSpPr>
          <p:spPr>
            <a:xfrm>
              <a:off x="2627" y="1807"/>
              <a:ext cx="0" cy="342"/>
            </a:xfrm>
            <a:prstGeom prst="line">
              <a:avLst/>
            </a:prstGeom>
            <a:ln w="12700"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0457" name="矩形 60456"/>
            <p:cNvSpPr/>
            <p:nvPr/>
          </p:nvSpPr>
          <p:spPr>
            <a:xfrm>
              <a:off x="4022" y="1011"/>
              <a:ext cx="401" cy="343"/>
            </a:xfrm>
            <a:prstGeom prst="rect">
              <a:avLst/>
            </a:prstGeom>
            <a:solidFill>
              <a:srgbClr val="FFCCFF"/>
            </a:solidFill>
            <a:ln w="12700" cap="flat" cmpd="sng">
              <a:solidFill>
                <a:srgbClr val="000000"/>
              </a:solidFill>
              <a:prstDash val="solid"/>
              <a:miter/>
              <a:headEnd type="none" w="med" len="med"/>
              <a:tailEnd type="none" w="med" len="med"/>
            </a:ln>
          </p:spPr>
          <p:txBody>
            <a:bodyPr/>
            <a:p>
              <a:pPr marL="914400" lvl="0" indent="-340995" algn="ctr" fontAlgn="base">
                <a:lnSpc>
                  <a:spcPct val="120000"/>
                </a:lnSpc>
                <a:buClr>
                  <a:schemeClr val="tx2"/>
                </a:buClr>
                <a:buSzPct val="95000"/>
                <a:buFont typeface="Wingdings" panose="05000000000000000000" pitchFamily="2" charset="2"/>
                <a:buBlip>
                  <a:blip r:embed="rId1"/>
                </a:buBlip>
              </a:pPr>
              <a:endParaRPr sz="1400" b="1" strike="noStrike" noProof="1">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69673" name="直接连接符 60457"/>
            <p:cNvSpPr/>
            <p:nvPr/>
          </p:nvSpPr>
          <p:spPr>
            <a:xfrm>
              <a:off x="4217" y="1011"/>
              <a:ext cx="0" cy="343"/>
            </a:xfrm>
            <a:prstGeom prst="line">
              <a:avLst/>
            </a:prstGeom>
            <a:ln w="12700"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9674" name="直接连接符 60458"/>
            <p:cNvSpPr/>
            <p:nvPr/>
          </p:nvSpPr>
          <p:spPr>
            <a:xfrm>
              <a:off x="4423" y="1011"/>
              <a:ext cx="0" cy="343"/>
            </a:xfrm>
            <a:prstGeom prst="line">
              <a:avLst/>
            </a:prstGeom>
            <a:ln w="12700"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9675" name="文本框 60459"/>
            <p:cNvSpPr txBox="1"/>
            <p:nvPr/>
          </p:nvSpPr>
          <p:spPr>
            <a:xfrm>
              <a:off x="4029" y="960"/>
              <a:ext cx="240" cy="242"/>
            </a:xfrm>
            <a:prstGeom prst="rect">
              <a:avLst/>
            </a:prstGeom>
            <a:noFill/>
            <a:ln w="9525">
              <a:noFill/>
              <a:miter/>
            </a:ln>
          </p:spPr>
          <p:txBody>
            <a:bodyPr anchor="t"/>
            <a:p>
              <a:pPr lvl="0" algn="just">
                <a:lnSpc>
                  <a:spcPct val="120000"/>
                </a:lnSpc>
                <a:buClr>
                  <a:srgbClr val="000000"/>
                </a:buClr>
              </a:pPr>
              <a:r>
                <a:rPr lang="en-US" altLang="zh-CN">
                  <a:solidFill>
                    <a:schemeClr val="tx1"/>
                  </a:solidFill>
                  <a:latin typeface="Times New Roman" panose="02020603050405020304" charset="0"/>
                  <a:ea typeface="宋体" panose="02010600030101010101" pitchFamily="2" charset="-122"/>
                </a:rPr>
                <a:t>g</a:t>
              </a:r>
              <a:endParaRPr lang="en-US" altLang="zh-CN">
                <a:solidFill>
                  <a:schemeClr val="tx1"/>
                </a:solidFill>
                <a:latin typeface="Times New Roman" panose="02020603050405020304" charset="0"/>
                <a:ea typeface="宋体" panose="02010600030101010101" pitchFamily="2" charset="-122"/>
              </a:endParaRPr>
            </a:p>
          </p:txBody>
        </p:sp>
        <p:sp>
          <p:nvSpPr>
            <p:cNvPr id="69676" name="文本框 60460"/>
            <p:cNvSpPr txBox="1"/>
            <p:nvPr/>
          </p:nvSpPr>
          <p:spPr>
            <a:xfrm>
              <a:off x="4217" y="964"/>
              <a:ext cx="241" cy="241"/>
            </a:xfrm>
            <a:prstGeom prst="rect">
              <a:avLst/>
            </a:prstGeom>
            <a:noFill/>
            <a:ln w="9525">
              <a:noFill/>
              <a:miter/>
            </a:ln>
          </p:spPr>
          <p:txBody>
            <a:bodyPr anchor="t"/>
            <a:p>
              <a:pPr lvl="0" algn="just">
                <a:lnSpc>
                  <a:spcPct val="120000"/>
                </a:lnSpc>
                <a:buClr>
                  <a:srgbClr val="000000"/>
                </a:buClr>
              </a:pPr>
              <a:r>
                <a:rPr lang="en-US" altLang="zh-CN">
                  <a:solidFill>
                    <a:schemeClr val="tx1"/>
                  </a:solidFill>
                  <a:latin typeface="Times New Roman" panose="02020603050405020304" charset="0"/>
                  <a:ea typeface="宋体" panose="02010600030101010101" pitchFamily="2" charset="-122"/>
                </a:rPr>
                <a:t>a</a:t>
              </a:r>
              <a:endParaRPr lang="en-US" altLang="zh-CN">
                <a:solidFill>
                  <a:schemeClr val="tx1"/>
                </a:solidFill>
                <a:latin typeface="Times New Roman" panose="02020603050405020304" charset="0"/>
                <a:ea typeface="宋体" panose="02010600030101010101" pitchFamily="2" charset="-122"/>
              </a:endParaRPr>
            </a:p>
          </p:txBody>
        </p:sp>
        <p:sp>
          <p:nvSpPr>
            <p:cNvPr id="69677" name="直接连接符 60461"/>
            <p:cNvSpPr/>
            <p:nvPr/>
          </p:nvSpPr>
          <p:spPr>
            <a:xfrm>
              <a:off x="4022" y="1178"/>
              <a:ext cx="401" cy="0"/>
            </a:xfrm>
            <a:prstGeom prst="line">
              <a:avLst/>
            </a:prstGeom>
            <a:ln w="12700"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0463" name="矩形 60462"/>
            <p:cNvSpPr/>
            <p:nvPr/>
          </p:nvSpPr>
          <p:spPr>
            <a:xfrm>
              <a:off x="336" y="1789"/>
              <a:ext cx="401" cy="342"/>
            </a:xfrm>
            <a:prstGeom prst="rect">
              <a:avLst/>
            </a:prstGeom>
            <a:solidFill>
              <a:srgbClr val="FFCCFF"/>
            </a:solidFill>
            <a:ln w="12700" cap="flat" cmpd="sng">
              <a:solidFill>
                <a:srgbClr val="000000"/>
              </a:solidFill>
              <a:prstDash val="solid"/>
              <a:miter/>
              <a:headEnd type="none" w="med" len="med"/>
              <a:tailEnd type="none" w="med" len="med"/>
            </a:ln>
          </p:spPr>
          <p:txBody>
            <a:bodyPr/>
            <a:p>
              <a:pPr marL="914400" lvl="0" indent="-340995" algn="ctr" fontAlgn="base">
                <a:lnSpc>
                  <a:spcPct val="120000"/>
                </a:lnSpc>
                <a:buClr>
                  <a:schemeClr val="tx2"/>
                </a:buClr>
                <a:buSzPct val="95000"/>
                <a:buFont typeface="Wingdings" panose="05000000000000000000" pitchFamily="2" charset="2"/>
                <a:buBlip>
                  <a:blip r:embed="rId1"/>
                </a:buBlip>
              </a:pPr>
              <a:endParaRPr sz="1400" b="1" strike="noStrike" noProof="1">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69679" name="直接连接符 60463"/>
            <p:cNvSpPr/>
            <p:nvPr/>
          </p:nvSpPr>
          <p:spPr>
            <a:xfrm>
              <a:off x="531" y="1789"/>
              <a:ext cx="0" cy="342"/>
            </a:xfrm>
            <a:prstGeom prst="line">
              <a:avLst/>
            </a:prstGeom>
            <a:ln w="12700"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9680" name="直接连接符 60464"/>
            <p:cNvSpPr/>
            <p:nvPr/>
          </p:nvSpPr>
          <p:spPr>
            <a:xfrm>
              <a:off x="737" y="1789"/>
              <a:ext cx="0" cy="342"/>
            </a:xfrm>
            <a:prstGeom prst="line">
              <a:avLst/>
            </a:prstGeom>
            <a:ln w="12700"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9681" name="文本框 60465"/>
            <p:cNvSpPr txBox="1"/>
            <p:nvPr/>
          </p:nvSpPr>
          <p:spPr>
            <a:xfrm>
              <a:off x="343" y="1747"/>
              <a:ext cx="240" cy="240"/>
            </a:xfrm>
            <a:prstGeom prst="rect">
              <a:avLst/>
            </a:prstGeom>
            <a:noFill/>
            <a:ln w="9525">
              <a:noFill/>
              <a:miter/>
            </a:ln>
          </p:spPr>
          <p:txBody>
            <a:bodyPr anchor="t"/>
            <a:p>
              <a:pPr lvl="0" algn="just">
                <a:lnSpc>
                  <a:spcPct val="120000"/>
                </a:lnSpc>
                <a:buClr>
                  <a:srgbClr val="000000"/>
                </a:buClr>
              </a:pPr>
              <a:r>
                <a:rPr lang="en-US" altLang="zh-CN">
                  <a:solidFill>
                    <a:schemeClr val="tx1"/>
                  </a:solidFill>
                  <a:latin typeface="Times New Roman" panose="02020603050405020304" charset="0"/>
                  <a:ea typeface="宋体" panose="02010600030101010101" pitchFamily="2" charset="-122"/>
                </a:rPr>
                <a:t>a</a:t>
              </a:r>
              <a:endParaRPr lang="en-US" altLang="zh-CN">
                <a:solidFill>
                  <a:schemeClr val="tx1"/>
                </a:solidFill>
                <a:latin typeface="Times New Roman" panose="02020603050405020304" charset="0"/>
                <a:ea typeface="宋体" panose="02010600030101010101" pitchFamily="2" charset="-122"/>
              </a:endParaRPr>
            </a:p>
          </p:txBody>
        </p:sp>
        <p:sp>
          <p:nvSpPr>
            <p:cNvPr id="69682" name="文本框 60466"/>
            <p:cNvSpPr txBox="1"/>
            <p:nvPr/>
          </p:nvSpPr>
          <p:spPr>
            <a:xfrm>
              <a:off x="531" y="1743"/>
              <a:ext cx="240" cy="240"/>
            </a:xfrm>
            <a:prstGeom prst="rect">
              <a:avLst/>
            </a:prstGeom>
            <a:noFill/>
            <a:ln w="9525">
              <a:noFill/>
              <a:miter/>
            </a:ln>
          </p:spPr>
          <p:txBody>
            <a:bodyPr anchor="t"/>
            <a:p>
              <a:pPr lvl="0" algn="just">
                <a:lnSpc>
                  <a:spcPct val="120000"/>
                </a:lnSpc>
                <a:buClr>
                  <a:srgbClr val="000000"/>
                </a:buClr>
              </a:pPr>
              <a:r>
                <a:rPr lang="en-US" altLang="zh-CN">
                  <a:solidFill>
                    <a:schemeClr val="tx1"/>
                  </a:solidFill>
                  <a:latin typeface="Times New Roman" panose="02020603050405020304" charset="0"/>
                  <a:ea typeface="宋体" panose="02010600030101010101" pitchFamily="2" charset="-122"/>
                </a:rPr>
                <a:t>c</a:t>
              </a:r>
              <a:endParaRPr lang="en-US" altLang="zh-CN">
                <a:solidFill>
                  <a:schemeClr val="tx1"/>
                </a:solidFill>
                <a:latin typeface="Times New Roman" panose="02020603050405020304" charset="0"/>
                <a:ea typeface="宋体" panose="02010600030101010101" pitchFamily="2" charset="-122"/>
              </a:endParaRPr>
            </a:p>
          </p:txBody>
        </p:sp>
        <p:sp>
          <p:nvSpPr>
            <p:cNvPr id="69683" name="直接连接符 60467"/>
            <p:cNvSpPr/>
            <p:nvPr/>
          </p:nvSpPr>
          <p:spPr>
            <a:xfrm>
              <a:off x="2539" y="492"/>
              <a:ext cx="0" cy="519"/>
            </a:xfrm>
            <a:prstGeom prst="line">
              <a:avLst/>
            </a:prstGeom>
            <a:ln w="12700" cap="flat" cmpd="sng">
              <a:solidFill>
                <a:srgbClr val="000000"/>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9684" name="直接连接符 60468"/>
            <p:cNvSpPr/>
            <p:nvPr/>
          </p:nvSpPr>
          <p:spPr>
            <a:xfrm flipH="1">
              <a:off x="1056" y="492"/>
              <a:ext cx="1261" cy="509"/>
            </a:xfrm>
            <a:prstGeom prst="line">
              <a:avLst/>
            </a:prstGeom>
            <a:ln w="12700" cap="flat" cmpd="sng">
              <a:solidFill>
                <a:srgbClr val="000000"/>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9685" name="直接连接符 60469"/>
            <p:cNvSpPr/>
            <p:nvPr/>
          </p:nvSpPr>
          <p:spPr>
            <a:xfrm>
              <a:off x="2751" y="492"/>
              <a:ext cx="1466" cy="509"/>
            </a:xfrm>
            <a:prstGeom prst="line">
              <a:avLst/>
            </a:prstGeom>
            <a:ln w="12700" cap="flat" cmpd="sng">
              <a:solidFill>
                <a:srgbClr val="000000"/>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9686" name="直接连接符 60470"/>
            <p:cNvSpPr/>
            <p:nvPr/>
          </p:nvSpPr>
          <p:spPr>
            <a:xfrm flipH="1">
              <a:off x="531" y="1270"/>
              <a:ext cx="337" cy="519"/>
            </a:xfrm>
            <a:prstGeom prst="line">
              <a:avLst/>
            </a:prstGeom>
            <a:ln w="12700" cap="flat" cmpd="sng">
              <a:solidFill>
                <a:srgbClr val="000000"/>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9687" name="直接连接符 60471"/>
            <p:cNvSpPr/>
            <p:nvPr/>
          </p:nvSpPr>
          <p:spPr>
            <a:xfrm>
              <a:off x="2539" y="1270"/>
              <a:ext cx="0" cy="537"/>
            </a:xfrm>
            <a:prstGeom prst="line">
              <a:avLst/>
            </a:prstGeom>
            <a:ln w="12700" cap="flat" cmpd="sng">
              <a:solidFill>
                <a:srgbClr val="000000"/>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9688" name="直接连接符 60472"/>
            <p:cNvSpPr/>
            <p:nvPr/>
          </p:nvSpPr>
          <p:spPr>
            <a:xfrm flipH="1">
              <a:off x="1659" y="1270"/>
              <a:ext cx="658" cy="528"/>
            </a:xfrm>
            <a:prstGeom prst="line">
              <a:avLst/>
            </a:prstGeom>
            <a:ln w="12700" cap="flat" cmpd="sng">
              <a:solidFill>
                <a:srgbClr val="000000"/>
              </a:solidFill>
              <a:prstDash val="solid"/>
              <a:round/>
              <a:headEnd type="none" w="med" len="med"/>
              <a:tailEnd type="triangl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9689" name="直接连接符 60473"/>
            <p:cNvSpPr/>
            <p:nvPr/>
          </p:nvSpPr>
          <p:spPr>
            <a:xfrm>
              <a:off x="2751" y="1270"/>
              <a:ext cx="640" cy="528"/>
            </a:xfrm>
            <a:prstGeom prst="line">
              <a:avLst/>
            </a:prstGeom>
            <a:ln w="12700" cap="flat" cmpd="sng">
              <a:solidFill>
                <a:srgbClr val="000000"/>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0475" name="椭圆 60474"/>
            <p:cNvSpPr/>
            <p:nvPr/>
          </p:nvSpPr>
          <p:spPr>
            <a:xfrm>
              <a:off x="817" y="1882"/>
              <a:ext cx="149" cy="147"/>
            </a:xfrm>
            <a:prstGeom prst="ellipse">
              <a:avLst/>
            </a:prstGeom>
            <a:solidFill>
              <a:srgbClr val="FFCCFF"/>
            </a:solidFill>
            <a:ln w="12700" cap="flat" cmpd="sng">
              <a:solidFill>
                <a:srgbClr val="000000"/>
              </a:solidFill>
              <a:prstDash val="solid"/>
              <a:headEnd type="none" w="med" len="med"/>
              <a:tailEnd type="none" w="med" len="med"/>
            </a:ln>
          </p:spPr>
          <p:txBody>
            <a:bodyPr/>
            <a:p>
              <a:pPr marL="914400" lvl="0" indent="-340995" algn="ctr" fontAlgn="base">
                <a:lnSpc>
                  <a:spcPct val="120000"/>
                </a:lnSpc>
                <a:buClr>
                  <a:schemeClr val="tx2"/>
                </a:buClr>
                <a:buSzPct val="95000"/>
                <a:buFont typeface="Wingdings" panose="05000000000000000000" pitchFamily="2" charset="2"/>
                <a:buBlip>
                  <a:blip r:embed="rId1"/>
                </a:buBlip>
              </a:pPr>
              <a:endParaRPr sz="1400" b="1" strike="noStrike" noProof="1">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60476" name="椭圆 60475"/>
            <p:cNvSpPr/>
            <p:nvPr/>
          </p:nvSpPr>
          <p:spPr>
            <a:xfrm>
              <a:off x="1056" y="1882"/>
              <a:ext cx="151" cy="147"/>
            </a:xfrm>
            <a:prstGeom prst="ellipse">
              <a:avLst/>
            </a:prstGeom>
            <a:solidFill>
              <a:srgbClr val="FFCCFF"/>
            </a:solidFill>
            <a:ln w="12700" cap="flat" cmpd="sng">
              <a:solidFill>
                <a:srgbClr val="000000"/>
              </a:solidFill>
              <a:prstDash val="solid"/>
              <a:headEnd type="none" w="med" len="med"/>
              <a:tailEnd type="none" w="med" len="med"/>
            </a:ln>
          </p:spPr>
          <p:txBody>
            <a:bodyPr/>
            <a:p>
              <a:pPr marL="914400" lvl="0" indent="-340995" algn="ctr" fontAlgn="base">
                <a:lnSpc>
                  <a:spcPct val="120000"/>
                </a:lnSpc>
                <a:buClr>
                  <a:schemeClr val="tx2"/>
                </a:buClr>
                <a:buSzPct val="95000"/>
                <a:buFont typeface="Wingdings" panose="05000000000000000000" pitchFamily="2" charset="2"/>
                <a:buBlip>
                  <a:blip r:embed="rId1"/>
                </a:buBlip>
              </a:pPr>
              <a:endParaRPr sz="1400" b="1" strike="noStrike" noProof="1">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60477" name="椭圆 60476"/>
            <p:cNvSpPr/>
            <p:nvPr/>
          </p:nvSpPr>
          <p:spPr>
            <a:xfrm>
              <a:off x="345" y="2409"/>
              <a:ext cx="151" cy="148"/>
            </a:xfrm>
            <a:prstGeom prst="ellipse">
              <a:avLst/>
            </a:prstGeom>
            <a:solidFill>
              <a:srgbClr val="FFCCFF"/>
            </a:solidFill>
            <a:ln w="12700" cap="flat" cmpd="sng">
              <a:solidFill>
                <a:srgbClr val="000000"/>
              </a:solidFill>
              <a:prstDash val="solid"/>
              <a:headEnd type="none" w="med" len="med"/>
              <a:tailEnd type="none" w="med" len="med"/>
            </a:ln>
          </p:spPr>
          <p:txBody>
            <a:bodyPr/>
            <a:p>
              <a:pPr marL="914400" lvl="0" indent="-340995" algn="ctr" fontAlgn="base">
                <a:lnSpc>
                  <a:spcPct val="120000"/>
                </a:lnSpc>
                <a:buClr>
                  <a:schemeClr val="tx2"/>
                </a:buClr>
                <a:buSzPct val="95000"/>
                <a:buFont typeface="Wingdings" panose="05000000000000000000" pitchFamily="2" charset="2"/>
                <a:buBlip>
                  <a:blip r:embed="rId1"/>
                </a:buBlip>
              </a:pPr>
              <a:endParaRPr sz="1400" b="1" strike="noStrike" noProof="1">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60478" name="椭圆 60477"/>
            <p:cNvSpPr/>
            <p:nvPr/>
          </p:nvSpPr>
          <p:spPr>
            <a:xfrm>
              <a:off x="646" y="2409"/>
              <a:ext cx="151" cy="148"/>
            </a:xfrm>
            <a:prstGeom prst="ellipse">
              <a:avLst/>
            </a:prstGeom>
            <a:solidFill>
              <a:srgbClr val="FFCCFF"/>
            </a:solidFill>
            <a:ln w="12700" cap="flat" cmpd="sng">
              <a:solidFill>
                <a:srgbClr val="000000"/>
              </a:solidFill>
              <a:prstDash val="solid"/>
              <a:headEnd type="none" w="med" len="med"/>
              <a:tailEnd type="none" w="med" len="med"/>
            </a:ln>
          </p:spPr>
          <p:txBody>
            <a:bodyPr/>
            <a:p>
              <a:pPr marL="914400" lvl="0" indent="-340995" algn="ctr" fontAlgn="base">
                <a:lnSpc>
                  <a:spcPct val="120000"/>
                </a:lnSpc>
                <a:buClr>
                  <a:schemeClr val="tx2"/>
                </a:buClr>
                <a:buSzPct val="95000"/>
                <a:buFont typeface="Wingdings" panose="05000000000000000000" pitchFamily="2" charset="2"/>
                <a:buBlip>
                  <a:blip r:embed="rId1"/>
                </a:buBlip>
              </a:pPr>
              <a:endParaRPr sz="1400" b="1" strike="noStrike" noProof="1">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60479" name="椭圆 60478"/>
            <p:cNvSpPr/>
            <p:nvPr/>
          </p:nvSpPr>
          <p:spPr>
            <a:xfrm>
              <a:off x="1349" y="2409"/>
              <a:ext cx="152" cy="148"/>
            </a:xfrm>
            <a:prstGeom prst="ellipse">
              <a:avLst/>
            </a:prstGeom>
            <a:solidFill>
              <a:srgbClr val="FFCCFF"/>
            </a:solidFill>
            <a:ln w="12700" cap="flat" cmpd="sng">
              <a:solidFill>
                <a:srgbClr val="000000"/>
              </a:solidFill>
              <a:prstDash val="solid"/>
              <a:headEnd type="none" w="med" len="med"/>
              <a:tailEnd type="none" w="med" len="med"/>
            </a:ln>
          </p:spPr>
          <p:txBody>
            <a:bodyPr/>
            <a:p>
              <a:pPr marL="914400" lvl="0" indent="-340995" algn="ctr" fontAlgn="base">
                <a:lnSpc>
                  <a:spcPct val="120000"/>
                </a:lnSpc>
                <a:buClr>
                  <a:schemeClr val="tx2"/>
                </a:buClr>
                <a:buSzPct val="95000"/>
                <a:buFont typeface="Wingdings" panose="05000000000000000000" pitchFamily="2" charset="2"/>
                <a:buBlip>
                  <a:blip r:embed="rId1"/>
                </a:buBlip>
              </a:pPr>
              <a:endParaRPr sz="1400" b="1" strike="noStrike" noProof="1">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60480" name="椭圆 60479"/>
            <p:cNvSpPr/>
            <p:nvPr/>
          </p:nvSpPr>
          <p:spPr>
            <a:xfrm>
              <a:off x="1579" y="2409"/>
              <a:ext cx="151" cy="148"/>
            </a:xfrm>
            <a:prstGeom prst="ellipse">
              <a:avLst/>
            </a:prstGeom>
            <a:solidFill>
              <a:srgbClr val="FFCCFF"/>
            </a:solidFill>
            <a:ln w="12700" cap="flat" cmpd="sng">
              <a:solidFill>
                <a:srgbClr val="000000"/>
              </a:solidFill>
              <a:prstDash val="solid"/>
              <a:headEnd type="none" w="med" len="med"/>
              <a:tailEnd type="none" w="med" len="med"/>
            </a:ln>
          </p:spPr>
          <p:txBody>
            <a:bodyPr/>
            <a:p>
              <a:pPr marL="914400" lvl="0" indent="-340995" algn="ctr" fontAlgn="base">
                <a:lnSpc>
                  <a:spcPct val="120000"/>
                </a:lnSpc>
                <a:buClr>
                  <a:schemeClr val="tx2"/>
                </a:buClr>
                <a:buSzPct val="95000"/>
                <a:buFont typeface="Wingdings" panose="05000000000000000000" pitchFamily="2" charset="2"/>
                <a:buBlip>
                  <a:blip r:embed="rId1"/>
                </a:buBlip>
              </a:pPr>
              <a:endParaRPr sz="1400" b="1" strike="noStrike" noProof="1">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60481" name="椭圆 60480"/>
            <p:cNvSpPr/>
            <p:nvPr/>
          </p:nvSpPr>
          <p:spPr>
            <a:xfrm>
              <a:off x="2166" y="2409"/>
              <a:ext cx="151" cy="148"/>
            </a:xfrm>
            <a:prstGeom prst="ellipse">
              <a:avLst/>
            </a:prstGeom>
            <a:solidFill>
              <a:srgbClr val="FFCCFF"/>
            </a:solidFill>
            <a:ln w="12700" cap="flat" cmpd="sng">
              <a:solidFill>
                <a:srgbClr val="000000"/>
              </a:solidFill>
              <a:prstDash val="solid"/>
              <a:headEnd type="none" w="med" len="med"/>
              <a:tailEnd type="none" w="med" len="med"/>
            </a:ln>
          </p:spPr>
          <p:txBody>
            <a:bodyPr/>
            <a:p>
              <a:pPr marL="914400" lvl="0" indent="-340995" algn="ctr" fontAlgn="base">
                <a:lnSpc>
                  <a:spcPct val="120000"/>
                </a:lnSpc>
                <a:buClr>
                  <a:schemeClr val="tx2"/>
                </a:buClr>
                <a:buSzPct val="95000"/>
                <a:buFont typeface="Wingdings" panose="05000000000000000000" pitchFamily="2" charset="2"/>
                <a:buBlip>
                  <a:blip r:embed="rId1"/>
                </a:buBlip>
              </a:pPr>
              <a:endParaRPr sz="1400" b="1" strike="noStrike" noProof="1">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60482" name="椭圆 60481"/>
            <p:cNvSpPr/>
            <p:nvPr/>
          </p:nvSpPr>
          <p:spPr>
            <a:xfrm>
              <a:off x="2451" y="2409"/>
              <a:ext cx="150" cy="148"/>
            </a:xfrm>
            <a:prstGeom prst="ellipse">
              <a:avLst/>
            </a:prstGeom>
            <a:solidFill>
              <a:srgbClr val="FFCCFF"/>
            </a:solidFill>
            <a:ln w="12700" cap="flat" cmpd="sng">
              <a:solidFill>
                <a:srgbClr val="000000"/>
              </a:solidFill>
              <a:prstDash val="solid"/>
              <a:headEnd type="none" w="med" len="med"/>
              <a:tailEnd type="none" w="med" len="med"/>
            </a:ln>
          </p:spPr>
          <p:txBody>
            <a:bodyPr/>
            <a:p>
              <a:pPr marL="914400" lvl="0" indent="-340995" algn="ctr" fontAlgn="base">
                <a:lnSpc>
                  <a:spcPct val="120000"/>
                </a:lnSpc>
                <a:buClr>
                  <a:schemeClr val="tx2"/>
                </a:buClr>
                <a:buSzPct val="95000"/>
                <a:buFont typeface="Wingdings" panose="05000000000000000000" pitchFamily="2" charset="2"/>
                <a:buBlip>
                  <a:blip r:embed="rId1"/>
                </a:buBlip>
              </a:pPr>
              <a:endParaRPr sz="1400" b="1" strike="noStrike" noProof="1">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60483" name="椭圆 60482"/>
            <p:cNvSpPr/>
            <p:nvPr/>
          </p:nvSpPr>
          <p:spPr>
            <a:xfrm>
              <a:off x="2680" y="2409"/>
              <a:ext cx="152" cy="148"/>
            </a:xfrm>
            <a:prstGeom prst="ellipse">
              <a:avLst/>
            </a:prstGeom>
            <a:solidFill>
              <a:srgbClr val="FFCCFF"/>
            </a:solidFill>
            <a:ln w="12700" cap="flat" cmpd="sng">
              <a:solidFill>
                <a:srgbClr val="000000"/>
              </a:solidFill>
              <a:prstDash val="solid"/>
              <a:headEnd type="none" w="med" len="med"/>
              <a:tailEnd type="none" w="med" len="med"/>
            </a:ln>
          </p:spPr>
          <p:txBody>
            <a:bodyPr/>
            <a:p>
              <a:pPr marL="914400" lvl="0" indent="-340995" algn="ctr" fontAlgn="base">
                <a:lnSpc>
                  <a:spcPct val="120000"/>
                </a:lnSpc>
                <a:buClr>
                  <a:schemeClr val="tx2"/>
                </a:buClr>
                <a:buSzPct val="95000"/>
                <a:buFont typeface="Wingdings" panose="05000000000000000000" pitchFamily="2" charset="2"/>
                <a:buBlip>
                  <a:blip r:embed="rId1"/>
                </a:buBlip>
              </a:pPr>
              <a:endParaRPr sz="1400" b="1" strike="noStrike" noProof="1">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60484" name="椭圆 60483"/>
            <p:cNvSpPr/>
            <p:nvPr/>
          </p:nvSpPr>
          <p:spPr>
            <a:xfrm>
              <a:off x="3125" y="2409"/>
              <a:ext cx="151" cy="148"/>
            </a:xfrm>
            <a:prstGeom prst="ellipse">
              <a:avLst/>
            </a:prstGeom>
            <a:solidFill>
              <a:srgbClr val="FFCCFF"/>
            </a:solidFill>
            <a:ln w="12700" cap="flat" cmpd="sng">
              <a:solidFill>
                <a:srgbClr val="000000"/>
              </a:solidFill>
              <a:prstDash val="solid"/>
              <a:headEnd type="none" w="med" len="med"/>
              <a:tailEnd type="none" w="med" len="med"/>
            </a:ln>
          </p:spPr>
          <p:txBody>
            <a:bodyPr/>
            <a:p>
              <a:pPr marL="914400" lvl="0" indent="-340995" algn="ctr" fontAlgn="base">
                <a:lnSpc>
                  <a:spcPct val="120000"/>
                </a:lnSpc>
                <a:buClr>
                  <a:schemeClr val="tx2"/>
                </a:buClr>
                <a:buSzPct val="95000"/>
                <a:buFont typeface="Wingdings" panose="05000000000000000000" pitchFamily="2" charset="2"/>
                <a:buBlip>
                  <a:blip r:embed="rId1"/>
                </a:buBlip>
              </a:pPr>
              <a:endParaRPr sz="1400" b="1" strike="noStrike" noProof="1">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60485" name="椭圆 60484"/>
            <p:cNvSpPr/>
            <p:nvPr/>
          </p:nvSpPr>
          <p:spPr>
            <a:xfrm>
              <a:off x="3418" y="2409"/>
              <a:ext cx="152" cy="148"/>
            </a:xfrm>
            <a:prstGeom prst="ellipse">
              <a:avLst/>
            </a:prstGeom>
            <a:solidFill>
              <a:srgbClr val="FFCCFF"/>
            </a:solidFill>
            <a:ln w="12700" cap="flat" cmpd="sng">
              <a:solidFill>
                <a:srgbClr val="000000"/>
              </a:solidFill>
              <a:prstDash val="solid"/>
              <a:headEnd type="none" w="med" len="med"/>
              <a:tailEnd type="none" w="med" len="med"/>
            </a:ln>
          </p:spPr>
          <p:txBody>
            <a:bodyPr/>
            <a:p>
              <a:pPr marL="914400" lvl="0" indent="-340995" algn="ctr" fontAlgn="base">
                <a:lnSpc>
                  <a:spcPct val="120000"/>
                </a:lnSpc>
                <a:buClr>
                  <a:schemeClr val="tx2"/>
                </a:buClr>
                <a:buSzPct val="95000"/>
                <a:buFont typeface="Wingdings" panose="05000000000000000000" pitchFamily="2" charset="2"/>
                <a:buBlip>
                  <a:blip r:embed="rId1"/>
                </a:buBlip>
              </a:pPr>
              <a:endParaRPr sz="1400" b="1" strike="noStrike" noProof="1">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60486" name="椭圆 60485"/>
            <p:cNvSpPr/>
            <p:nvPr/>
          </p:nvSpPr>
          <p:spPr>
            <a:xfrm>
              <a:off x="4031" y="1882"/>
              <a:ext cx="151" cy="147"/>
            </a:xfrm>
            <a:prstGeom prst="ellipse">
              <a:avLst/>
            </a:prstGeom>
            <a:solidFill>
              <a:srgbClr val="FFCCFF"/>
            </a:solidFill>
            <a:ln w="12700" cap="flat" cmpd="sng">
              <a:solidFill>
                <a:srgbClr val="000000"/>
              </a:solidFill>
              <a:prstDash val="solid"/>
              <a:headEnd type="none" w="med" len="med"/>
              <a:tailEnd type="none" w="med" len="med"/>
            </a:ln>
          </p:spPr>
          <p:txBody>
            <a:bodyPr/>
            <a:p>
              <a:pPr marL="914400" lvl="0" indent="-340995" algn="ctr" fontAlgn="base">
                <a:lnSpc>
                  <a:spcPct val="120000"/>
                </a:lnSpc>
                <a:buClr>
                  <a:schemeClr val="tx2"/>
                </a:buClr>
                <a:buSzPct val="95000"/>
                <a:buFont typeface="Wingdings" panose="05000000000000000000" pitchFamily="2" charset="2"/>
                <a:buBlip>
                  <a:blip r:embed="rId1"/>
                </a:buBlip>
              </a:pPr>
              <a:endParaRPr sz="1400" b="1" strike="noStrike" noProof="1">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60487" name="椭圆 60486"/>
            <p:cNvSpPr/>
            <p:nvPr/>
          </p:nvSpPr>
          <p:spPr>
            <a:xfrm>
              <a:off x="4297" y="1882"/>
              <a:ext cx="152" cy="147"/>
            </a:xfrm>
            <a:prstGeom prst="ellipse">
              <a:avLst/>
            </a:prstGeom>
            <a:solidFill>
              <a:srgbClr val="FFCCFF"/>
            </a:solidFill>
            <a:ln w="12700" cap="flat" cmpd="sng">
              <a:solidFill>
                <a:srgbClr val="000000"/>
              </a:solidFill>
              <a:prstDash val="solid"/>
              <a:headEnd type="none" w="med" len="med"/>
              <a:tailEnd type="none" w="med" len="med"/>
            </a:ln>
          </p:spPr>
          <p:txBody>
            <a:bodyPr/>
            <a:p>
              <a:pPr marL="914400" lvl="0" indent="-340995" algn="ctr" fontAlgn="base">
                <a:lnSpc>
                  <a:spcPct val="120000"/>
                </a:lnSpc>
                <a:buClr>
                  <a:schemeClr val="tx2"/>
                </a:buClr>
                <a:buSzPct val="95000"/>
                <a:buFont typeface="Wingdings" panose="05000000000000000000" pitchFamily="2" charset="2"/>
                <a:buBlip>
                  <a:blip r:embed="rId1"/>
                </a:buBlip>
              </a:pPr>
              <a:endParaRPr sz="1400" b="1" strike="noStrike" noProof="1">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69703" name="直接连接符 60487"/>
            <p:cNvSpPr/>
            <p:nvPr/>
          </p:nvSpPr>
          <p:spPr>
            <a:xfrm flipH="1">
              <a:off x="922" y="1270"/>
              <a:ext cx="134" cy="612"/>
            </a:xfrm>
            <a:prstGeom prst="line">
              <a:avLst/>
            </a:prstGeom>
            <a:ln w="12700" cap="flat" cmpd="sng">
              <a:solidFill>
                <a:srgbClr val="000000"/>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9704" name="直接连接符 60488"/>
            <p:cNvSpPr/>
            <p:nvPr/>
          </p:nvSpPr>
          <p:spPr>
            <a:xfrm flipH="1">
              <a:off x="1171" y="1270"/>
              <a:ext cx="115" cy="612"/>
            </a:xfrm>
            <a:prstGeom prst="line">
              <a:avLst/>
            </a:prstGeom>
            <a:ln w="12700" cap="flat" cmpd="sng">
              <a:solidFill>
                <a:srgbClr val="000000"/>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9705" name="直接连接符 60489"/>
            <p:cNvSpPr/>
            <p:nvPr/>
          </p:nvSpPr>
          <p:spPr>
            <a:xfrm>
              <a:off x="424" y="2029"/>
              <a:ext cx="0" cy="380"/>
            </a:xfrm>
            <a:prstGeom prst="line">
              <a:avLst/>
            </a:prstGeom>
            <a:ln w="12700" cap="flat" cmpd="sng">
              <a:solidFill>
                <a:srgbClr val="000000"/>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9706" name="直接连接符 60490"/>
            <p:cNvSpPr/>
            <p:nvPr/>
          </p:nvSpPr>
          <p:spPr>
            <a:xfrm>
              <a:off x="622" y="2029"/>
              <a:ext cx="115" cy="380"/>
            </a:xfrm>
            <a:prstGeom prst="line">
              <a:avLst/>
            </a:prstGeom>
            <a:ln w="12700" cap="flat" cmpd="sng">
              <a:solidFill>
                <a:srgbClr val="000000"/>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9707" name="直接连接符 60491"/>
            <p:cNvSpPr/>
            <p:nvPr/>
          </p:nvSpPr>
          <p:spPr>
            <a:xfrm>
              <a:off x="1437" y="2076"/>
              <a:ext cx="0" cy="333"/>
            </a:xfrm>
            <a:prstGeom prst="line">
              <a:avLst/>
            </a:prstGeom>
            <a:ln w="12700" cap="flat" cmpd="sng">
              <a:solidFill>
                <a:srgbClr val="000000"/>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9708" name="直接连接符 60492"/>
            <p:cNvSpPr/>
            <p:nvPr/>
          </p:nvSpPr>
          <p:spPr>
            <a:xfrm>
              <a:off x="1659" y="2076"/>
              <a:ext cx="0" cy="333"/>
            </a:xfrm>
            <a:prstGeom prst="line">
              <a:avLst/>
            </a:prstGeom>
            <a:ln w="12700" cap="flat" cmpd="sng">
              <a:solidFill>
                <a:srgbClr val="000000"/>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9709" name="直接连接符 60493"/>
            <p:cNvSpPr/>
            <p:nvPr/>
          </p:nvSpPr>
          <p:spPr>
            <a:xfrm>
              <a:off x="2539" y="2076"/>
              <a:ext cx="0" cy="342"/>
            </a:xfrm>
            <a:prstGeom prst="line">
              <a:avLst/>
            </a:prstGeom>
            <a:ln w="12700" cap="flat" cmpd="sng">
              <a:solidFill>
                <a:srgbClr val="000000"/>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9710" name="直接连接符 60494"/>
            <p:cNvSpPr/>
            <p:nvPr/>
          </p:nvSpPr>
          <p:spPr>
            <a:xfrm flipH="1">
              <a:off x="2246" y="2076"/>
              <a:ext cx="71" cy="333"/>
            </a:xfrm>
            <a:prstGeom prst="line">
              <a:avLst/>
            </a:prstGeom>
            <a:ln w="12700" cap="flat" cmpd="sng">
              <a:solidFill>
                <a:srgbClr val="000000"/>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9711" name="直接连接符 60495"/>
            <p:cNvSpPr/>
            <p:nvPr/>
          </p:nvSpPr>
          <p:spPr>
            <a:xfrm>
              <a:off x="2751" y="2076"/>
              <a:ext cx="0" cy="333"/>
            </a:xfrm>
            <a:prstGeom prst="line">
              <a:avLst/>
            </a:prstGeom>
            <a:ln w="12700" cap="flat" cmpd="sng">
              <a:solidFill>
                <a:srgbClr val="000000"/>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9712" name="直接连接符 60496"/>
            <p:cNvSpPr/>
            <p:nvPr/>
          </p:nvSpPr>
          <p:spPr>
            <a:xfrm>
              <a:off x="3205" y="2076"/>
              <a:ext cx="0" cy="333"/>
            </a:xfrm>
            <a:prstGeom prst="line">
              <a:avLst/>
            </a:prstGeom>
            <a:ln w="12700" cap="flat" cmpd="sng">
              <a:solidFill>
                <a:srgbClr val="000000"/>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9713" name="直接连接符 60497"/>
            <p:cNvSpPr/>
            <p:nvPr/>
          </p:nvSpPr>
          <p:spPr>
            <a:xfrm>
              <a:off x="3391" y="2076"/>
              <a:ext cx="108" cy="333"/>
            </a:xfrm>
            <a:prstGeom prst="line">
              <a:avLst/>
            </a:prstGeom>
            <a:ln w="12700" cap="flat" cmpd="sng">
              <a:solidFill>
                <a:srgbClr val="000000"/>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9714" name="直接连接符 60498"/>
            <p:cNvSpPr/>
            <p:nvPr/>
          </p:nvSpPr>
          <p:spPr>
            <a:xfrm>
              <a:off x="4120" y="1270"/>
              <a:ext cx="0" cy="612"/>
            </a:xfrm>
            <a:prstGeom prst="line">
              <a:avLst/>
            </a:prstGeom>
            <a:ln w="12700" cap="flat" cmpd="sng">
              <a:solidFill>
                <a:srgbClr val="000000"/>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9715" name="直接连接符 60499"/>
            <p:cNvSpPr/>
            <p:nvPr/>
          </p:nvSpPr>
          <p:spPr>
            <a:xfrm>
              <a:off x="4297" y="1270"/>
              <a:ext cx="71" cy="612"/>
            </a:xfrm>
            <a:prstGeom prst="line">
              <a:avLst/>
            </a:prstGeom>
            <a:ln w="12700" cap="flat" cmpd="sng">
              <a:solidFill>
                <a:srgbClr val="000000"/>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9716" name="直接连接符 60500"/>
            <p:cNvSpPr/>
            <p:nvPr/>
          </p:nvSpPr>
          <p:spPr>
            <a:xfrm>
              <a:off x="2261" y="1193"/>
              <a:ext cx="605" cy="0"/>
            </a:xfrm>
            <a:prstGeom prst="line">
              <a:avLst/>
            </a:prstGeom>
            <a:ln w="12700"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9717" name="文本框 60501"/>
            <p:cNvSpPr txBox="1"/>
            <p:nvPr/>
          </p:nvSpPr>
          <p:spPr>
            <a:xfrm>
              <a:off x="182" y="2600"/>
              <a:ext cx="409" cy="213"/>
            </a:xfrm>
            <a:prstGeom prst="rect">
              <a:avLst/>
            </a:prstGeom>
            <a:noFill/>
            <a:ln w="9525">
              <a:noFill/>
              <a:miter/>
            </a:ln>
          </p:spPr>
          <p:txBody>
            <a:bodyPr anchor="t"/>
            <a:p>
              <a:pPr lvl="0" algn="just">
                <a:lnSpc>
                  <a:spcPct val="120000"/>
                </a:lnSpc>
                <a:buClr>
                  <a:srgbClr val="000000"/>
                </a:buClr>
              </a:pPr>
              <a:r>
                <a:rPr lang="en-US" altLang="zh-CN">
                  <a:solidFill>
                    <a:schemeClr val="tx1"/>
                  </a:solidFill>
                  <a:latin typeface="Times New Roman" panose="02020603050405020304" charset="0"/>
                  <a:ea typeface="宋体" panose="02010600030101010101" pitchFamily="2" charset="-122"/>
                </a:rPr>
                <a:t>id=13</a:t>
              </a:r>
              <a:endParaRPr lang="en-US" altLang="zh-CN">
                <a:solidFill>
                  <a:schemeClr val="tx1"/>
                </a:solidFill>
                <a:latin typeface="Times New Roman" panose="02020603050405020304" charset="0"/>
                <a:ea typeface="宋体" panose="02010600030101010101" pitchFamily="2" charset="-122"/>
              </a:endParaRPr>
            </a:p>
          </p:txBody>
        </p:sp>
        <p:sp>
          <p:nvSpPr>
            <p:cNvPr id="69718" name="文本框 60502"/>
            <p:cNvSpPr txBox="1"/>
            <p:nvPr/>
          </p:nvSpPr>
          <p:spPr>
            <a:xfrm>
              <a:off x="3423" y="2600"/>
              <a:ext cx="443" cy="170"/>
            </a:xfrm>
            <a:prstGeom prst="rect">
              <a:avLst/>
            </a:prstGeom>
            <a:noFill/>
            <a:ln w="9525">
              <a:noFill/>
              <a:miter/>
            </a:ln>
          </p:spPr>
          <p:txBody>
            <a:bodyPr anchor="t"/>
            <a:p>
              <a:pPr lvl="0" algn="just">
                <a:lnSpc>
                  <a:spcPct val="120000"/>
                </a:lnSpc>
                <a:buClr>
                  <a:srgbClr val="000000"/>
                </a:buClr>
              </a:pPr>
              <a:r>
                <a:rPr lang="en-US" altLang="zh-CN">
                  <a:solidFill>
                    <a:schemeClr val="tx1"/>
                  </a:solidFill>
                  <a:latin typeface="Times New Roman" panose="02020603050405020304" charset="0"/>
                  <a:ea typeface="宋体" panose="02010600030101010101" pitchFamily="2" charset="-122"/>
                </a:rPr>
                <a:t>id=21</a:t>
              </a:r>
              <a:endParaRPr lang="en-US" altLang="zh-CN">
                <a:solidFill>
                  <a:schemeClr val="tx1"/>
                </a:solidFill>
                <a:latin typeface="Times New Roman" panose="02020603050405020304" charset="0"/>
                <a:ea typeface="宋体" panose="02010600030101010101" pitchFamily="2" charset="-122"/>
              </a:endParaRPr>
            </a:p>
          </p:txBody>
        </p:sp>
        <p:sp>
          <p:nvSpPr>
            <p:cNvPr id="69719" name="文本框 60503"/>
            <p:cNvSpPr txBox="1"/>
            <p:nvPr/>
          </p:nvSpPr>
          <p:spPr>
            <a:xfrm>
              <a:off x="546" y="2600"/>
              <a:ext cx="410" cy="213"/>
            </a:xfrm>
            <a:prstGeom prst="rect">
              <a:avLst/>
            </a:prstGeom>
            <a:noFill/>
            <a:ln w="9525">
              <a:noFill/>
              <a:miter/>
            </a:ln>
          </p:spPr>
          <p:txBody>
            <a:bodyPr anchor="t"/>
            <a:p>
              <a:pPr lvl="0" algn="just">
                <a:lnSpc>
                  <a:spcPct val="120000"/>
                </a:lnSpc>
                <a:buClr>
                  <a:srgbClr val="000000"/>
                </a:buClr>
              </a:pPr>
              <a:r>
                <a:rPr lang="en-US" altLang="zh-CN">
                  <a:solidFill>
                    <a:schemeClr val="tx1"/>
                  </a:solidFill>
                  <a:latin typeface="Times New Roman" panose="02020603050405020304" charset="0"/>
                  <a:ea typeface="宋体" panose="02010600030101010101" pitchFamily="2" charset="-122"/>
                </a:rPr>
                <a:t>id=14</a:t>
              </a:r>
              <a:endParaRPr lang="en-US" altLang="zh-CN">
                <a:solidFill>
                  <a:schemeClr val="tx1"/>
                </a:solidFill>
                <a:latin typeface="Times New Roman" panose="02020603050405020304" charset="0"/>
                <a:ea typeface="宋体" panose="02010600030101010101" pitchFamily="2" charset="-122"/>
              </a:endParaRPr>
            </a:p>
          </p:txBody>
        </p:sp>
        <p:sp>
          <p:nvSpPr>
            <p:cNvPr id="69720" name="文本框 60504"/>
            <p:cNvSpPr txBox="1"/>
            <p:nvPr/>
          </p:nvSpPr>
          <p:spPr>
            <a:xfrm>
              <a:off x="1091" y="2600"/>
              <a:ext cx="410" cy="213"/>
            </a:xfrm>
            <a:prstGeom prst="rect">
              <a:avLst/>
            </a:prstGeom>
            <a:noFill/>
            <a:ln w="9525">
              <a:noFill/>
              <a:miter/>
            </a:ln>
          </p:spPr>
          <p:txBody>
            <a:bodyPr anchor="t"/>
            <a:p>
              <a:pPr lvl="0" algn="just">
                <a:lnSpc>
                  <a:spcPct val="120000"/>
                </a:lnSpc>
                <a:buClr>
                  <a:srgbClr val="000000"/>
                </a:buClr>
              </a:pPr>
              <a:r>
                <a:rPr lang="en-US" altLang="zh-CN">
                  <a:solidFill>
                    <a:schemeClr val="tx1"/>
                  </a:solidFill>
                  <a:latin typeface="Times New Roman" panose="02020603050405020304" charset="0"/>
                  <a:ea typeface="宋体" panose="02010600030101010101" pitchFamily="2" charset="-122"/>
                </a:rPr>
                <a:t>id=15</a:t>
              </a:r>
              <a:endParaRPr lang="en-US" altLang="zh-CN">
                <a:solidFill>
                  <a:schemeClr val="tx1"/>
                </a:solidFill>
                <a:latin typeface="Times New Roman" panose="02020603050405020304" charset="0"/>
                <a:ea typeface="宋体" panose="02010600030101010101" pitchFamily="2" charset="-122"/>
              </a:endParaRPr>
            </a:p>
          </p:txBody>
        </p:sp>
        <p:sp>
          <p:nvSpPr>
            <p:cNvPr id="69721" name="文本框 60505"/>
            <p:cNvSpPr txBox="1"/>
            <p:nvPr/>
          </p:nvSpPr>
          <p:spPr>
            <a:xfrm>
              <a:off x="1501" y="2600"/>
              <a:ext cx="410" cy="213"/>
            </a:xfrm>
            <a:prstGeom prst="rect">
              <a:avLst/>
            </a:prstGeom>
            <a:noFill/>
            <a:ln w="9525">
              <a:noFill/>
              <a:miter/>
            </a:ln>
          </p:spPr>
          <p:txBody>
            <a:bodyPr anchor="t"/>
            <a:p>
              <a:pPr lvl="0" algn="just">
                <a:lnSpc>
                  <a:spcPct val="120000"/>
                </a:lnSpc>
                <a:buClr>
                  <a:srgbClr val="000000"/>
                </a:buClr>
              </a:pPr>
              <a:r>
                <a:rPr lang="en-US" altLang="zh-CN">
                  <a:solidFill>
                    <a:schemeClr val="tx1"/>
                  </a:solidFill>
                  <a:latin typeface="Times New Roman" panose="02020603050405020304" charset="0"/>
                  <a:ea typeface="宋体" panose="02010600030101010101" pitchFamily="2" charset="-122"/>
                </a:rPr>
                <a:t>id=16</a:t>
              </a:r>
              <a:endParaRPr lang="en-US" altLang="zh-CN">
                <a:solidFill>
                  <a:schemeClr val="tx1"/>
                </a:solidFill>
                <a:latin typeface="Times New Roman" panose="02020603050405020304" charset="0"/>
                <a:ea typeface="宋体" panose="02010600030101010101" pitchFamily="2" charset="-122"/>
              </a:endParaRPr>
            </a:p>
          </p:txBody>
        </p:sp>
        <p:sp>
          <p:nvSpPr>
            <p:cNvPr id="69722" name="文本框 60506"/>
            <p:cNvSpPr txBox="1"/>
            <p:nvPr/>
          </p:nvSpPr>
          <p:spPr>
            <a:xfrm>
              <a:off x="1911" y="2600"/>
              <a:ext cx="408" cy="213"/>
            </a:xfrm>
            <a:prstGeom prst="rect">
              <a:avLst/>
            </a:prstGeom>
            <a:noFill/>
            <a:ln w="9525">
              <a:noFill/>
              <a:miter/>
            </a:ln>
          </p:spPr>
          <p:txBody>
            <a:bodyPr anchor="t"/>
            <a:p>
              <a:pPr lvl="0" algn="just">
                <a:lnSpc>
                  <a:spcPct val="120000"/>
                </a:lnSpc>
                <a:buClr>
                  <a:srgbClr val="000000"/>
                </a:buClr>
              </a:pPr>
              <a:r>
                <a:rPr lang="en-US" altLang="zh-CN">
                  <a:solidFill>
                    <a:schemeClr val="tx1"/>
                  </a:solidFill>
                  <a:latin typeface="Times New Roman" panose="02020603050405020304" charset="0"/>
                  <a:ea typeface="宋体" panose="02010600030101010101" pitchFamily="2" charset="-122"/>
                </a:rPr>
                <a:t>id=17</a:t>
              </a:r>
              <a:endParaRPr lang="en-US" altLang="zh-CN">
                <a:solidFill>
                  <a:schemeClr val="tx1"/>
                </a:solidFill>
                <a:latin typeface="Times New Roman" panose="02020603050405020304" charset="0"/>
                <a:ea typeface="宋体" panose="02010600030101010101" pitchFamily="2" charset="-122"/>
              </a:endParaRPr>
            </a:p>
          </p:txBody>
        </p:sp>
        <p:sp>
          <p:nvSpPr>
            <p:cNvPr id="69723" name="文本框 60507"/>
            <p:cNvSpPr txBox="1"/>
            <p:nvPr/>
          </p:nvSpPr>
          <p:spPr>
            <a:xfrm>
              <a:off x="2274" y="2600"/>
              <a:ext cx="409" cy="213"/>
            </a:xfrm>
            <a:prstGeom prst="rect">
              <a:avLst/>
            </a:prstGeom>
            <a:noFill/>
            <a:ln w="9525">
              <a:noFill/>
              <a:miter/>
            </a:ln>
          </p:spPr>
          <p:txBody>
            <a:bodyPr anchor="t"/>
            <a:p>
              <a:pPr lvl="0" algn="just">
                <a:lnSpc>
                  <a:spcPct val="120000"/>
                </a:lnSpc>
                <a:buClr>
                  <a:srgbClr val="000000"/>
                </a:buClr>
              </a:pPr>
              <a:r>
                <a:rPr lang="en-US" altLang="zh-CN">
                  <a:solidFill>
                    <a:schemeClr val="tx1"/>
                  </a:solidFill>
                  <a:latin typeface="Times New Roman" panose="02020603050405020304" charset="0"/>
                  <a:ea typeface="宋体" panose="02010600030101010101" pitchFamily="2" charset="-122"/>
                </a:rPr>
                <a:t>id=18</a:t>
              </a:r>
              <a:endParaRPr lang="en-US" altLang="zh-CN">
                <a:solidFill>
                  <a:schemeClr val="tx1"/>
                </a:solidFill>
                <a:latin typeface="Times New Roman" panose="02020603050405020304" charset="0"/>
                <a:ea typeface="宋体" panose="02010600030101010101" pitchFamily="2" charset="-122"/>
              </a:endParaRPr>
            </a:p>
          </p:txBody>
        </p:sp>
        <p:sp>
          <p:nvSpPr>
            <p:cNvPr id="69724" name="文本框 60508"/>
            <p:cNvSpPr txBox="1"/>
            <p:nvPr/>
          </p:nvSpPr>
          <p:spPr>
            <a:xfrm>
              <a:off x="2638" y="2600"/>
              <a:ext cx="410" cy="213"/>
            </a:xfrm>
            <a:prstGeom prst="rect">
              <a:avLst/>
            </a:prstGeom>
            <a:noFill/>
            <a:ln w="9525">
              <a:noFill/>
              <a:miter/>
            </a:ln>
          </p:spPr>
          <p:txBody>
            <a:bodyPr anchor="t"/>
            <a:p>
              <a:pPr lvl="0" algn="just">
                <a:lnSpc>
                  <a:spcPct val="120000"/>
                </a:lnSpc>
                <a:buClr>
                  <a:srgbClr val="000000"/>
                </a:buClr>
              </a:pPr>
              <a:r>
                <a:rPr lang="en-US" altLang="zh-CN">
                  <a:solidFill>
                    <a:schemeClr val="tx1"/>
                  </a:solidFill>
                  <a:latin typeface="Times New Roman" panose="02020603050405020304" charset="0"/>
                  <a:ea typeface="宋体" panose="02010600030101010101" pitchFamily="2" charset="-122"/>
                </a:rPr>
                <a:t>id=19</a:t>
              </a:r>
              <a:endParaRPr lang="en-US" altLang="zh-CN">
                <a:solidFill>
                  <a:schemeClr val="tx1"/>
                </a:solidFill>
                <a:latin typeface="Times New Roman" panose="02020603050405020304" charset="0"/>
                <a:ea typeface="宋体" panose="02010600030101010101" pitchFamily="2" charset="-122"/>
              </a:endParaRPr>
            </a:p>
          </p:txBody>
        </p:sp>
        <p:sp>
          <p:nvSpPr>
            <p:cNvPr id="69725" name="文本框 60509"/>
            <p:cNvSpPr txBox="1"/>
            <p:nvPr/>
          </p:nvSpPr>
          <p:spPr>
            <a:xfrm>
              <a:off x="3048" y="2600"/>
              <a:ext cx="443" cy="170"/>
            </a:xfrm>
            <a:prstGeom prst="rect">
              <a:avLst/>
            </a:prstGeom>
            <a:noFill/>
            <a:ln w="9525">
              <a:noFill/>
              <a:miter/>
            </a:ln>
          </p:spPr>
          <p:txBody>
            <a:bodyPr anchor="t"/>
            <a:p>
              <a:pPr lvl="0" algn="just">
                <a:lnSpc>
                  <a:spcPct val="120000"/>
                </a:lnSpc>
                <a:buClr>
                  <a:srgbClr val="000000"/>
                </a:buClr>
              </a:pPr>
              <a:r>
                <a:rPr lang="en-US" altLang="zh-CN">
                  <a:solidFill>
                    <a:schemeClr val="tx1"/>
                  </a:solidFill>
                  <a:latin typeface="Times New Roman" panose="02020603050405020304" charset="0"/>
                  <a:ea typeface="宋体" panose="02010600030101010101" pitchFamily="2" charset="-122"/>
                </a:rPr>
                <a:t>id=20</a:t>
              </a:r>
              <a:endParaRPr lang="en-US" altLang="zh-CN">
                <a:solidFill>
                  <a:schemeClr val="tx1"/>
                </a:solidFill>
                <a:latin typeface="Times New Roman" panose="02020603050405020304" charset="0"/>
                <a:ea typeface="宋体" panose="02010600030101010101" pitchFamily="2" charset="-122"/>
              </a:endParaRPr>
            </a:p>
          </p:txBody>
        </p:sp>
        <p:sp>
          <p:nvSpPr>
            <p:cNvPr id="69726" name="文本框 60510"/>
            <p:cNvSpPr txBox="1"/>
            <p:nvPr/>
          </p:nvSpPr>
          <p:spPr>
            <a:xfrm>
              <a:off x="1866" y="256"/>
              <a:ext cx="408" cy="213"/>
            </a:xfrm>
            <a:prstGeom prst="rect">
              <a:avLst/>
            </a:prstGeom>
            <a:noFill/>
            <a:ln w="9525">
              <a:noFill/>
              <a:miter/>
            </a:ln>
          </p:spPr>
          <p:txBody>
            <a:bodyPr anchor="t"/>
            <a:p>
              <a:pPr lvl="0" algn="just">
                <a:lnSpc>
                  <a:spcPct val="120000"/>
                </a:lnSpc>
                <a:buClr>
                  <a:srgbClr val="000000"/>
                </a:buClr>
              </a:pPr>
              <a:r>
                <a:rPr lang="en-US" altLang="zh-CN">
                  <a:solidFill>
                    <a:schemeClr val="tx1"/>
                  </a:solidFill>
                  <a:latin typeface="Times New Roman" panose="02020603050405020304" charset="0"/>
                  <a:ea typeface="宋体" panose="02010600030101010101" pitchFamily="2" charset="-122"/>
                </a:rPr>
                <a:t>id=1</a:t>
              </a:r>
              <a:endParaRPr lang="en-US" altLang="zh-CN">
                <a:solidFill>
                  <a:schemeClr val="tx1"/>
                </a:solidFill>
                <a:latin typeface="Times New Roman" panose="02020603050405020304" charset="0"/>
                <a:ea typeface="宋体" panose="02010600030101010101" pitchFamily="2" charset="-122"/>
              </a:endParaRPr>
            </a:p>
          </p:txBody>
        </p:sp>
        <p:sp>
          <p:nvSpPr>
            <p:cNvPr id="69727" name="文本框 60511"/>
            <p:cNvSpPr txBox="1"/>
            <p:nvPr/>
          </p:nvSpPr>
          <p:spPr>
            <a:xfrm>
              <a:off x="409" y="1023"/>
              <a:ext cx="410" cy="213"/>
            </a:xfrm>
            <a:prstGeom prst="rect">
              <a:avLst/>
            </a:prstGeom>
            <a:noFill/>
            <a:ln w="9525">
              <a:noFill/>
              <a:miter/>
            </a:ln>
          </p:spPr>
          <p:txBody>
            <a:bodyPr anchor="t"/>
            <a:p>
              <a:pPr lvl="0" algn="just">
                <a:lnSpc>
                  <a:spcPct val="120000"/>
                </a:lnSpc>
                <a:buClr>
                  <a:srgbClr val="000000"/>
                </a:buClr>
              </a:pPr>
              <a:r>
                <a:rPr lang="en-US" altLang="zh-CN">
                  <a:solidFill>
                    <a:schemeClr val="tx1"/>
                  </a:solidFill>
                  <a:latin typeface="Times New Roman" panose="02020603050405020304" charset="0"/>
                  <a:ea typeface="宋体" panose="02010600030101010101" pitchFamily="2" charset="-122"/>
                </a:rPr>
                <a:t>id=2</a:t>
              </a:r>
              <a:endParaRPr lang="en-US" altLang="zh-CN">
                <a:solidFill>
                  <a:schemeClr val="tx1"/>
                </a:solidFill>
                <a:latin typeface="Times New Roman" panose="02020603050405020304" charset="0"/>
                <a:ea typeface="宋体" panose="02010600030101010101" pitchFamily="2" charset="-122"/>
              </a:endParaRPr>
            </a:p>
          </p:txBody>
        </p:sp>
        <p:sp>
          <p:nvSpPr>
            <p:cNvPr id="69728" name="文本框 60512"/>
            <p:cNvSpPr txBox="1"/>
            <p:nvPr/>
          </p:nvSpPr>
          <p:spPr>
            <a:xfrm>
              <a:off x="1911" y="1066"/>
              <a:ext cx="408" cy="213"/>
            </a:xfrm>
            <a:prstGeom prst="rect">
              <a:avLst/>
            </a:prstGeom>
            <a:noFill/>
            <a:ln w="9525">
              <a:noFill/>
              <a:miter/>
            </a:ln>
          </p:spPr>
          <p:txBody>
            <a:bodyPr anchor="t"/>
            <a:p>
              <a:pPr lvl="0" algn="just">
                <a:lnSpc>
                  <a:spcPct val="120000"/>
                </a:lnSpc>
                <a:buClr>
                  <a:srgbClr val="000000"/>
                </a:buClr>
              </a:pPr>
              <a:r>
                <a:rPr lang="en-US" altLang="zh-CN">
                  <a:solidFill>
                    <a:schemeClr val="tx1"/>
                  </a:solidFill>
                  <a:latin typeface="Times New Roman" panose="02020603050405020304" charset="0"/>
                  <a:ea typeface="宋体" panose="02010600030101010101" pitchFamily="2" charset="-122"/>
                </a:rPr>
                <a:t>id=3</a:t>
              </a:r>
              <a:endParaRPr lang="en-US" altLang="zh-CN">
                <a:solidFill>
                  <a:schemeClr val="tx1"/>
                </a:solidFill>
                <a:latin typeface="Times New Roman" panose="02020603050405020304" charset="0"/>
                <a:ea typeface="宋体" panose="02010600030101010101" pitchFamily="2" charset="-122"/>
              </a:endParaRPr>
            </a:p>
          </p:txBody>
        </p:sp>
        <p:sp>
          <p:nvSpPr>
            <p:cNvPr id="69729" name="文本框 60513"/>
            <p:cNvSpPr txBox="1"/>
            <p:nvPr/>
          </p:nvSpPr>
          <p:spPr>
            <a:xfrm>
              <a:off x="3639" y="1066"/>
              <a:ext cx="409" cy="213"/>
            </a:xfrm>
            <a:prstGeom prst="rect">
              <a:avLst/>
            </a:prstGeom>
            <a:noFill/>
            <a:ln w="9525">
              <a:noFill/>
              <a:miter/>
            </a:ln>
          </p:spPr>
          <p:txBody>
            <a:bodyPr anchor="t"/>
            <a:p>
              <a:pPr lvl="0" algn="just">
                <a:lnSpc>
                  <a:spcPct val="120000"/>
                </a:lnSpc>
                <a:buClr>
                  <a:srgbClr val="000000"/>
                </a:buClr>
              </a:pPr>
              <a:r>
                <a:rPr lang="en-US" altLang="zh-CN">
                  <a:solidFill>
                    <a:schemeClr val="tx1"/>
                  </a:solidFill>
                  <a:latin typeface="Times New Roman" panose="02020603050405020304" charset="0"/>
                  <a:ea typeface="宋体" panose="02010600030101010101" pitchFamily="2" charset="-122"/>
                </a:rPr>
                <a:t>id=4</a:t>
              </a:r>
              <a:endParaRPr lang="en-US" altLang="zh-CN">
                <a:solidFill>
                  <a:schemeClr val="tx1"/>
                </a:solidFill>
                <a:latin typeface="Times New Roman" panose="02020603050405020304" charset="0"/>
                <a:ea typeface="宋体" panose="02010600030101010101" pitchFamily="2" charset="-122"/>
              </a:endParaRPr>
            </a:p>
          </p:txBody>
        </p:sp>
        <p:sp>
          <p:nvSpPr>
            <p:cNvPr id="69730" name="文本框 60514"/>
            <p:cNvSpPr txBox="1"/>
            <p:nvPr/>
          </p:nvSpPr>
          <p:spPr>
            <a:xfrm>
              <a:off x="3866" y="2089"/>
              <a:ext cx="410" cy="212"/>
            </a:xfrm>
            <a:prstGeom prst="rect">
              <a:avLst/>
            </a:prstGeom>
            <a:noFill/>
            <a:ln w="9525">
              <a:noFill/>
              <a:miter/>
            </a:ln>
          </p:spPr>
          <p:txBody>
            <a:bodyPr anchor="t"/>
            <a:p>
              <a:pPr lvl="0" algn="just">
                <a:lnSpc>
                  <a:spcPct val="120000"/>
                </a:lnSpc>
                <a:buClr>
                  <a:srgbClr val="000000"/>
                </a:buClr>
              </a:pPr>
              <a:r>
                <a:rPr lang="en-US" altLang="zh-CN">
                  <a:solidFill>
                    <a:schemeClr val="tx1"/>
                  </a:solidFill>
                  <a:latin typeface="Times New Roman" panose="02020603050405020304" charset="0"/>
                  <a:ea typeface="宋体" panose="02010600030101010101" pitchFamily="2" charset="-122"/>
                </a:rPr>
                <a:t>id=11</a:t>
              </a:r>
              <a:endParaRPr lang="en-US" altLang="zh-CN">
                <a:solidFill>
                  <a:schemeClr val="tx1"/>
                </a:solidFill>
                <a:latin typeface="Times New Roman" panose="02020603050405020304" charset="0"/>
                <a:ea typeface="宋体" panose="02010600030101010101" pitchFamily="2" charset="-122"/>
              </a:endParaRPr>
            </a:p>
          </p:txBody>
        </p:sp>
        <p:sp>
          <p:nvSpPr>
            <p:cNvPr id="69731" name="文本框 60515"/>
            <p:cNvSpPr txBox="1"/>
            <p:nvPr/>
          </p:nvSpPr>
          <p:spPr>
            <a:xfrm>
              <a:off x="4276" y="2089"/>
              <a:ext cx="409" cy="212"/>
            </a:xfrm>
            <a:prstGeom prst="rect">
              <a:avLst/>
            </a:prstGeom>
            <a:noFill/>
            <a:ln w="9525">
              <a:noFill/>
              <a:miter/>
            </a:ln>
          </p:spPr>
          <p:txBody>
            <a:bodyPr anchor="t"/>
            <a:p>
              <a:pPr lvl="0" algn="just">
                <a:lnSpc>
                  <a:spcPct val="120000"/>
                </a:lnSpc>
                <a:buClr>
                  <a:srgbClr val="000000"/>
                </a:buClr>
              </a:pPr>
              <a:r>
                <a:rPr lang="en-US" altLang="zh-CN">
                  <a:solidFill>
                    <a:schemeClr val="tx1"/>
                  </a:solidFill>
                  <a:latin typeface="Times New Roman" panose="02020603050405020304" charset="0"/>
                  <a:ea typeface="宋体" panose="02010600030101010101" pitchFamily="2" charset="-122"/>
                </a:rPr>
                <a:t>id=12</a:t>
              </a:r>
              <a:endParaRPr lang="en-US" altLang="zh-CN">
                <a:solidFill>
                  <a:schemeClr val="tx1"/>
                </a:solidFill>
                <a:latin typeface="Times New Roman" panose="02020603050405020304" charset="0"/>
                <a:ea typeface="宋体" panose="02010600030101010101" pitchFamily="2" charset="-122"/>
              </a:endParaRPr>
            </a:p>
          </p:txBody>
        </p:sp>
        <p:sp>
          <p:nvSpPr>
            <p:cNvPr id="69732" name="文本框 60516"/>
            <p:cNvSpPr txBox="1"/>
            <p:nvPr/>
          </p:nvSpPr>
          <p:spPr>
            <a:xfrm>
              <a:off x="0" y="1832"/>
              <a:ext cx="409" cy="213"/>
            </a:xfrm>
            <a:prstGeom prst="rect">
              <a:avLst/>
            </a:prstGeom>
            <a:noFill/>
            <a:ln w="9525">
              <a:noFill/>
              <a:miter/>
            </a:ln>
          </p:spPr>
          <p:txBody>
            <a:bodyPr anchor="t"/>
            <a:p>
              <a:pPr lvl="0" algn="just">
                <a:lnSpc>
                  <a:spcPct val="120000"/>
                </a:lnSpc>
                <a:buClr>
                  <a:srgbClr val="000000"/>
                </a:buClr>
              </a:pPr>
              <a:r>
                <a:rPr lang="en-US" altLang="zh-CN">
                  <a:solidFill>
                    <a:schemeClr val="tx1"/>
                  </a:solidFill>
                  <a:latin typeface="Times New Roman" panose="02020603050405020304" charset="0"/>
                  <a:ea typeface="宋体" panose="02010600030101010101" pitchFamily="2" charset="-122"/>
                </a:rPr>
                <a:t>id=5</a:t>
              </a:r>
              <a:endParaRPr lang="en-US" altLang="zh-CN">
                <a:solidFill>
                  <a:schemeClr val="tx1"/>
                </a:solidFill>
                <a:latin typeface="Times New Roman" panose="02020603050405020304" charset="0"/>
                <a:ea typeface="宋体" panose="02010600030101010101" pitchFamily="2" charset="-122"/>
              </a:endParaRPr>
            </a:p>
          </p:txBody>
        </p:sp>
        <p:sp>
          <p:nvSpPr>
            <p:cNvPr id="69733" name="文本框 60517"/>
            <p:cNvSpPr txBox="1"/>
            <p:nvPr/>
          </p:nvSpPr>
          <p:spPr>
            <a:xfrm>
              <a:off x="1337" y="1617"/>
              <a:ext cx="409" cy="212"/>
            </a:xfrm>
            <a:prstGeom prst="rect">
              <a:avLst/>
            </a:prstGeom>
            <a:noFill/>
            <a:ln w="9525">
              <a:noFill/>
              <a:miter/>
            </a:ln>
          </p:spPr>
          <p:txBody>
            <a:bodyPr anchor="t"/>
            <a:p>
              <a:pPr lvl="0" algn="just">
                <a:lnSpc>
                  <a:spcPct val="120000"/>
                </a:lnSpc>
                <a:buClr>
                  <a:srgbClr val="000000"/>
                </a:buClr>
              </a:pPr>
              <a:r>
                <a:rPr lang="en-US" altLang="zh-CN">
                  <a:solidFill>
                    <a:schemeClr val="tx1"/>
                  </a:solidFill>
                  <a:latin typeface="Times New Roman" panose="02020603050405020304" charset="0"/>
                  <a:ea typeface="宋体" panose="02010600030101010101" pitchFamily="2" charset="-122"/>
                </a:rPr>
                <a:t>id=8</a:t>
              </a:r>
              <a:endParaRPr lang="en-US" altLang="zh-CN">
                <a:solidFill>
                  <a:schemeClr val="tx1"/>
                </a:solidFill>
                <a:latin typeface="Times New Roman" panose="02020603050405020304" charset="0"/>
                <a:ea typeface="宋体" panose="02010600030101010101" pitchFamily="2" charset="-122"/>
              </a:endParaRPr>
            </a:p>
          </p:txBody>
        </p:sp>
        <p:sp>
          <p:nvSpPr>
            <p:cNvPr id="69734" name="文本框 60518"/>
            <p:cNvSpPr txBox="1"/>
            <p:nvPr/>
          </p:nvSpPr>
          <p:spPr>
            <a:xfrm>
              <a:off x="2092" y="1604"/>
              <a:ext cx="409" cy="213"/>
            </a:xfrm>
            <a:prstGeom prst="rect">
              <a:avLst/>
            </a:prstGeom>
            <a:noFill/>
            <a:ln w="9525">
              <a:noFill/>
              <a:miter/>
            </a:ln>
          </p:spPr>
          <p:txBody>
            <a:bodyPr anchor="t"/>
            <a:p>
              <a:pPr lvl="0" algn="just">
                <a:lnSpc>
                  <a:spcPct val="120000"/>
                </a:lnSpc>
                <a:buClr>
                  <a:srgbClr val="000000"/>
                </a:buClr>
              </a:pPr>
              <a:r>
                <a:rPr lang="en-US" altLang="zh-CN">
                  <a:solidFill>
                    <a:schemeClr val="tx1"/>
                  </a:solidFill>
                  <a:latin typeface="Times New Roman" panose="02020603050405020304" charset="0"/>
                  <a:ea typeface="宋体" panose="02010600030101010101" pitchFamily="2" charset="-122"/>
                </a:rPr>
                <a:t>id=9</a:t>
              </a:r>
              <a:endParaRPr lang="en-US" altLang="zh-CN">
                <a:solidFill>
                  <a:schemeClr val="tx1"/>
                </a:solidFill>
                <a:latin typeface="Times New Roman" panose="02020603050405020304" charset="0"/>
                <a:ea typeface="宋体" panose="02010600030101010101" pitchFamily="2" charset="-122"/>
              </a:endParaRPr>
            </a:p>
          </p:txBody>
        </p:sp>
        <p:sp>
          <p:nvSpPr>
            <p:cNvPr id="69735" name="文本框 60519"/>
            <p:cNvSpPr txBox="1"/>
            <p:nvPr/>
          </p:nvSpPr>
          <p:spPr>
            <a:xfrm>
              <a:off x="3412" y="1612"/>
              <a:ext cx="408" cy="212"/>
            </a:xfrm>
            <a:prstGeom prst="rect">
              <a:avLst/>
            </a:prstGeom>
            <a:noFill/>
            <a:ln w="9525">
              <a:noFill/>
              <a:miter/>
            </a:ln>
          </p:spPr>
          <p:txBody>
            <a:bodyPr anchor="t"/>
            <a:p>
              <a:pPr lvl="0" algn="just">
                <a:lnSpc>
                  <a:spcPct val="120000"/>
                </a:lnSpc>
                <a:buClr>
                  <a:srgbClr val="000000"/>
                </a:buClr>
              </a:pPr>
              <a:r>
                <a:rPr lang="en-US" altLang="zh-CN">
                  <a:solidFill>
                    <a:schemeClr val="tx1"/>
                  </a:solidFill>
                  <a:latin typeface="Times New Roman" panose="02020603050405020304" charset="0"/>
                  <a:ea typeface="宋体" panose="02010600030101010101" pitchFamily="2" charset="-122"/>
                </a:rPr>
                <a:t>id=10</a:t>
              </a:r>
              <a:endParaRPr lang="en-US" altLang="zh-CN">
                <a:solidFill>
                  <a:schemeClr val="tx1"/>
                </a:solidFill>
                <a:latin typeface="Times New Roman" panose="02020603050405020304" charset="0"/>
                <a:ea typeface="宋体" panose="02010600030101010101" pitchFamily="2" charset="-122"/>
              </a:endParaRPr>
            </a:p>
          </p:txBody>
        </p:sp>
        <p:sp>
          <p:nvSpPr>
            <p:cNvPr id="69736" name="文本框 60520"/>
            <p:cNvSpPr txBox="1"/>
            <p:nvPr/>
          </p:nvSpPr>
          <p:spPr>
            <a:xfrm>
              <a:off x="727" y="2004"/>
              <a:ext cx="410" cy="212"/>
            </a:xfrm>
            <a:prstGeom prst="rect">
              <a:avLst/>
            </a:prstGeom>
            <a:noFill/>
            <a:ln w="9525">
              <a:noFill/>
              <a:miter/>
            </a:ln>
          </p:spPr>
          <p:txBody>
            <a:bodyPr anchor="t"/>
            <a:p>
              <a:pPr lvl="0" algn="just">
                <a:lnSpc>
                  <a:spcPct val="120000"/>
                </a:lnSpc>
                <a:buClr>
                  <a:srgbClr val="000000"/>
                </a:buClr>
              </a:pPr>
              <a:r>
                <a:rPr lang="en-US" altLang="zh-CN">
                  <a:solidFill>
                    <a:schemeClr val="tx1"/>
                  </a:solidFill>
                  <a:latin typeface="Times New Roman" panose="02020603050405020304" charset="0"/>
                  <a:ea typeface="宋体" panose="02010600030101010101" pitchFamily="2" charset="-122"/>
                </a:rPr>
                <a:t>id=6</a:t>
              </a:r>
              <a:endParaRPr lang="en-US" altLang="zh-CN">
                <a:solidFill>
                  <a:schemeClr val="tx1"/>
                </a:solidFill>
                <a:latin typeface="Times New Roman" panose="02020603050405020304" charset="0"/>
                <a:ea typeface="宋体" panose="02010600030101010101" pitchFamily="2" charset="-122"/>
              </a:endParaRPr>
            </a:p>
          </p:txBody>
        </p:sp>
        <p:sp>
          <p:nvSpPr>
            <p:cNvPr id="69737" name="文本框 60521"/>
            <p:cNvSpPr txBox="1"/>
            <p:nvPr/>
          </p:nvSpPr>
          <p:spPr>
            <a:xfrm>
              <a:off x="1046" y="2004"/>
              <a:ext cx="409" cy="212"/>
            </a:xfrm>
            <a:prstGeom prst="rect">
              <a:avLst/>
            </a:prstGeom>
            <a:noFill/>
            <a:ln w="9525">
              <a:noFill/>
              <a:miter/>
            </a:ln>
          </p:spPr>
          <p:txBody>
            <a:bodyPr anchor="t"/>
            <a:p>
              <a:pPr lvl="0" algn="just">
                <a:lnSpc>
                  <a:spcPct val="120000"/>
                </a:lnSpc>
                <a:buClr>
                  <a:srgbClr val="000000"/>
                </a:buClr>
              </a:pPr>
              <a:r>
                <a:rPr lang="en-US" altLang="zh-CN">
                  <a:solidFill>
                    <a:schemeClr val="tx1"/>
                  </a:solidFill>
                  <a:latin typeface="Times New Roman" panose="02020603050405020304" charset="0"/>
                  <a:ea typeface="宋体" panose="02010600030101010101" pitchFamily="2" charset="-122"/>
                </a:rPr>
                <a:t>id=7</a:t>
              </a:r>
              <a:endParaRPr lang="en-US" altLang="zh-CN">
                <a:solidFill>
                  <a:schemeClr val="tx1"/>
                </a:solidFill>
                <a:latin typeface="Times New Roman" panose="02020603050405020304" charset="0"/>
                <a:ea typeface="宋体" panose="02010600030101010101" pitchFamily="2" charset="-122"/>
              </a:endParaRPr>
            </a:p>
          </p:txBody>
        </p:sp>
        <p:sp>
          <p:nvSpPr>
            <p:cNvPr id="69738" name="文本框 60522"/>
            <p:cNvSpPr txBox="1"/>
            <p:nvPr/>
          </p:nvSpPr>
          <p:spPr>
            <a:xfrm>
              <a:off x="2232" y="0"/>
              <a:ext cx="677" cy="256"/>
            </a:xfrm>
            <a:prstGeom prst="rect">
              <a:avLst/>
            </a:prstGeom>
            <a:noFill/>
            <a:ln w="9525">
              <a:noFill/>
              <a:miter/>
            </a:ln>
          </p:spPr>
          <p:txBody>
            <a:bodyPr anchor="t"/>
            <a:p>
              <a:pPr lvl="0" algn="just">
                <a:lnSpc>
                  <a:spcPct val="120000"/>
                </a:lnSpc>
                <a:buClr>
                  <a:srgbClr val="000000"/>
                </a:buClr>
              </a:pPr>
              <a:r>
                <a:rPr lang="zh-CN" altLang="en-US">
                  <a:solidFill>
                    <a:schemeClr val="tx1"/>
                  </a:solidFill>
                  <a:latin typeface="Times New Roman" panose="02020603050405020304" charset="0"/>
                  <a:ea typeface="宋体" panose="02010600030101010101" pitchFamily="2" charset="-122"/>
                </a:rPr>
                <a:t>根目录 </a:t>
              </a:r>
              <a:r>
                <a:rPr lang="en-US" altLang="zh-CN">
                  <a:solidFill>
                    <a:schemeClr val="tx1"/>
                  </a:solidFill>
                  <a:latin typeface="Arial" panose="02080604020202020204" pitchFamily="34" charset="0"/>
                  <a:ea typeface="宋体" panose="02010600030101010101" pitchFamily="2" charset="-122"/>
                </a:rPr>
                <a:t>/ </a:t>
              </a:r>
              <a:r>
                <a:rPr lang="en-US" altLang="zh-CN">
                  <a:solidFill>
                    <a:schemeClr val="tx1"/>
                  </a:solidFill>
                  <a:latin typeface="Times New Roman" panose="02020603050405020304" charset="0"/>
                  <a:ea typeface="宋体" panose="02010600030101010101" pitchFamily="2" charset="-122"/>
                </a:rPr>
                <a:t> </a:t>
              </a:r>
              <a:endParaRPr lang="en-US" altLang="zh-CN">
                <a:solidFill>
                  <a:schemeClr val="tx1"/>
                </a:solidFill>
                <a:latin typeface="Times New Roman" panose="02020603050405020304" charset="0"/>
                <a:ea typeface="宋体" panose="02010600030101010101" pitchFamily="2" charset="-122"/>
              </a:endParaRPr>
            </a:p>
          </p:txBody>
        </p:sp>
        <p:sp>
          <p:nvSpPr>
            <p:cNvPr id="69739" name="文本框 60523"/>
            <p:cNvSpPr txBox="1"/>
            <p:nvPr/>
          </p:nvSpPr>
          <p:spPr>
            <a:xfrm>
              <a:off x="637" y="768"/>
              <a:ext cx="591" cy="255"/>
            </a:xfrm>
            <a:prstGeom prst="rect">
              <a:avLst/>
            </a:prstGeom>
            <a:noFill/>
            <a:ln w="9525">
              <a:noFill/>
              <a:miter/>
            </a:ln>
          </p:spPr>
          <p:txBody>
            <a:bodyPr anchor="t"/>
            <a:p>
              <a:pPr lvl="0" algn="just">
                <a:lnSpc>
                  <a:spcPct val="120000"/>
                </a:lnSpc>
                <a:buClr>
                  <a:srgbClr val="000000"/>
                </a:buClr>
              </a:pPr>
              <a:r>
                <a:rPr lang="zh-CN" altLang="en-US">
                  <a:solidFill>
                    <a:schemeClr val="tx1"/>
                  </a:solidFill>
                  <a:latin typeface="Times New Roman" panose="02020603050405020304" charset="0"/>
                  <a:ea typeface="宋体" panose="02010600030101010101" pitchFamily="2" charset="-122"/>
                </a:rPr>
                <a:t>子目录 </a:t>
              </a:r>
              <a:r>
                <a:rPr lang="en-US" altLang="zh-CN">
                  <a:solidFill>
                    <a:schemeClr val="tx1"/>
                  </a:solidFill>
                  <a:latin typeface="Times New Roman" panose="02020603050405020304" charset="0"/>
                  <a:ea typeface="宋体" panose="02010600030101010101" pitchFamily="2" charset="-122"/>
                </a:rPr>
                <a:t>a</a:t>
              </a:r>
              <a:endParaRPr lang="en-US" altLang="zh-CN">
                <a:solidFill>
                  <a:schemeClr val="tx1"/>
                </a:solidFill>
                <a:latin typeface="Times New Roman" panose="02020603050405020304" charset="0"/>
                <a:ea typeface="宋体" panose="02010600030101010101" pitchFamily="2" charset="-122"/>
              </a:endParaRPr>
            </a:p>
          </p:txBody>
        </p:sp>
        <p:sp>
          <p:nvSpPr>
            <p:cNvPr id="69740" name="文本框 60524"/>
            <p:cNvSpPr txBox="1"/>
            <p:nvPr/>
          </p:nvSpPr>
          <p:spPr>
            <a:xfrm>
              <a:off x="1956" y="768"/>
              <a:ext cx="592" cy="255"/>
            </a:xfrm>
            <a:prstGeom prst="rect">
              <a:avLst/>
            </a:prstGeom>
            <a:noFill/>
            <a:ln w="9525">
              <a:noFill/>
              <a:miter/>
            </a:ln>
          </p:spPr>
          <p:txBody>
            <a:bodyPr anchor="t"/>
            <a:p>
              <a:pPr lvl="0" algn="just">
                <a:lnSpc>
                  <a:spcPct val="120000"/>
                </a:lnSpc>
                <a:buClr>
                  <a:srgbClr val="000000"/>
                </a:buClr>
              </a:pPr>
              <a:r>
                <a:rPr lang="zh-CN" altLang="en-US">
                  <a:solidFill>
                    <a:schemeClr val="tx1"/>
                  </a:solidFill>
                  <a:latin typeface="Times New Roman" panose="02020603050405020304" charset="0"/>
                  <a:ea typeface="宋体" panose="02010600030101010101" pitchFamily="2" charset="-122"/>
                </a:rPr>
                <a:t>子目录 </a:t>
              </a:r>
              <a:r>
                <a:rPr lang="en-US" altLang="zh-CN">
                  <a:solidFill>
                    <a:schemeClr val="tx1"/>
                  </a:solidFill>
                  <a:latin typeface="Times New Roman" panose="02020603050405020304" charset="0"/>
                  <a:ea typeface="宋体" panose="02010600030101010101" pitchFamily="2" charset="-122"/>
                </a:rPr>
                <a:t>b</a:t>
              </a:r>
              <a:endParaRPr lang="en-US" altLang="zh-CN">
                <a:solidFill>
                  <a:schemeClr val="tx1"/>
                </a:solidFill>
                <a:latin typeface="Times New Roman" panose="02020603050405020304" charset="0"/>
                <a:ea typeface="宋体" panose="02010600030101010101" pitchFamily="2" charset="-122"/>
              </a:endParaRPr>
            </a:p>
          </p:txBody>
        </p:sp>
        <p:sp>
          <p:nvSpPr>
            <p:cNvPr id="69741" name="文本框 60525"/>
            <p:cNvSpPr txBox="1"/>
            <p:nvPr/>
          </p:nvSpPr>
          <p:spPr>
            <a:xfrm>
              <a:off x="4003" y="768"/>
              <a:ext cx="591" cy="255"/>
            </a:xfrm>
            <a:prstGeom prst="rect">
              <a:avLst/>
            </a:prstGeom>
            <a:noFill/>
            <a:ln w="9525">
              <a:noFill/>
              <a:miter/>
            </a:ln>
          </p:spPr>
          <p:txBody>
            <a:bodyPr anchor="t"/>
            <a:p>
              <a:pPr lvl="0" algn="just">
                <a:lnSpc>
                  <a:spcPct val="120000"/>
                </a:lnSpc>
                <a:buClr>
                  <a:srgbClr val="000000"/>
                </a:buClr>
              </a:pPr>
              <a:r>
                <a:rPr lang="zh-CN" altLang="en-US">
                  <a:solidFill>
                    <a:schemeClr val="tx1"/>
                  </a:solidFill>
                  <a:latin typeface="Times New Roman" panose="02020603050405020304" charset="0"/>
                  <a:ea typeface="宋体" panose="02010600030101010101" pitchFamily="2" charset="-122"/>
                </a:rPr>
                <a:t>子目录 </a:t>
              </a:r>
              <a:r>
                <a:rPr lang="en-US" altLang="zh-CN">
                  <a:solidFill>
                    <a:schemeClr val="tx1"/>
                  </a:solidFill>
                  <a:latin typeface="Times New Roman" panose="02020603050405020304" charset="0"/>
                  <a:ea typeface="宋体" panose="02010600030101010101" pitchFamily="2" charset="-122"/>
                </a:rPr>
                <a:t>c</a:t>
              </a:r>
              <a:endParaRPr lang="en-US" altLang="zh-CN">
                <a:solidFill>
                  <a:schemeClr val="tx1"/>
                </a:solidFill>
                <a:latin typeface="Times New Roman" panose="02020603050405020304" charset="0"/>
                <a:ea typeface="宋体" panose="02010600030101010101" pitchFamily="2" charset="-122"/>
              </a:endParaRPr>
            </a:p>
          </p:txBody>
        </p:sp>
        <p:sp>
          <p:nvSpPr>
            <p:cNvPr id="69742" name="文本框 60526"/>
            <p:cNvSpPr txBox="1"/>
            <p:nvPr/>
          </p:nvSpPr>
          <p:spPr>
            <a:xfrm>
              <a:off x="0" y="1577"/>
              <a:ext cx="591" cy="255"/>
            </a:xfrm>
            <a:prstGeom prst="rect">
              <a:avLst/>
            </a:prstGeom>
            <a:noFill/>
            <a:ln w="9525">
              <a:noFill/>
              <a:miter/>
            </a:ln>
          </p:spPr>
          <p:txBody>
            <a:bodyPr anchor="t"/>
            <a:p>
              <a:pPr lvl="0" algn="just">
                <a:lnSpc>
                  <a:spcPct val="120000"/>
                </a:lnSpc>
                <a:buClr>
                  <a:srgbClr val="000000"/>
                </a:buClr>
              </a:pPr>
              <a:r>
                <a:rPr lang="zh-CN" altLang="en-US">
                  <a:solidFill>
                    <a:schemeClr val="tx1"/>
                  </a:solidFill>
                  <a:latin typeface="Times New Roman" panose="02020603050405020304" charset="0"/>
                  <a:ea typeface="宋体" panose="02010600030101010101" pitchFamily="2" charset="-122"/>
                </a:rPr>
                <a:t>子目录 </a:t>
              </a:r>
              <a:r>
                <a:rPr lang="en-US" altLang="zh-CN">
                  <a:solidFill>
                    <a:schemeClr val="tx1"/>
                  </a:solidFill>
                  <a:latin typeface="Times New Roman" panose="02020603050405020304" charset="0"/>
                  <a:ea typeface="宋体" panose="02010600030101010101" pitchFamily="2" charset="-122"/>
                </a:rPr>
                <a:t>a</a:t>
              </a:r>
              <a:endParaRPr lang="en-US" altLang="zh-CN">
                <a:solidFill>
                  <a:schemeClr val="tx1"/>
                </a:solidFill>
                <a:latin typeface="Times New Roman" panose="02020603050405020304" charset="0"/>
                <a:ea typeface="宋体" panose="02010600030101010101" pitchFamily="2" charset="-122"/>
              </a:endParaRPr>
            </a:p>
          </p:txBody>
        </p:sp>
        <p:sp>
          <p:nvSpPr>
            <p:cNvPr id="69743" name="文本框 60527"/>
            <p:cNvSpPr txBox="1"/>
            <p:nvPr/>
          </p:nvSpPr>
          <p:spPr>
            <a:xfrm>
              <a:off x="1282" y="1490"/>
              <a:ext cx="592" cy="255"/>
            </a:xfrm>
            <a:prstGeom prst="rect">
              <a:avLst/>
            </a:prstGeom>
            <a:noFill/>
            <a:ln w="9525">
              <a:noFill/>
              <a:miter/>
            </a:ln>
          </p:spPr>
          <p:txBody>
            <a:bodyPr anchor="t"/>
            <a:p>
              <a:pPr lvl="0" algn="just">
                <a:lnSpc>
                  <a:spcPct val="120000"/>
                </a:lnSpc>
                <a:buClr>
                  <a:srgbClr val="000000"/>
                </a:buClr>
              </a:pPr>
              <a:r>
                <a:rPr lang="zh-CN" altLang="en-US">
                  <a:solidFill>
                    <a:schemeClr val="tx1"/>
                  </a:solidFill>
                  <a:latin typeface="Times New Roman" panose="02020603050405020304" charset="0"/>
                  <a:ea typeface="宋体" panose="02010600030101010101" pitchFamily="2" charset="-122"/>
                </a:rPr>
                <a:t>子目录 </a:t>
              </a:r>
              <a:r>
                <a:rPr lang="en-US" altLang="zh-CN">
                  <a:solidFill>
                    <a:schemeClr val="tx1"/>
                  </a:solidFill>
                  <a:latin typeface="Times New Roman" panose="02020603050405020304" charset="0"/>
                  <a:ea typeface="宋体" panose="02010600030101010101" pitchFamily="2" charset="-122"/>
                </a:rPr>
                <a:t>f</a:t>
              </a:r>
              <a:endParaRPr lang="en-US" altLang="zh-CN">
                <a:solidFill>
                  <a:schemeClr val="tx1"/>
                </a:solidFill>
                <a:latin typeface="Times New Roman" panose="02020603050405020304" charset="0"/>
                <a:ea typeface="宋体" panose="02010600030101010101" pitchFamily="2" charset="-122"/>
              </a:endParaRPr>
            </a:p>
          </p:txBody>
        </p:sp>
        <p:sp>
          <p:nvSpPr>
            <p:cNvPr id="69744" name="文本框 60528"/>
            <p:cNvSpPr txBox="1"/>
            <p:nvPr/>
          </p:nvSpPr>
          <p:spPr>
            <a:xfrm>
              <a:off x="2002" y="1476"/>
              <a:ext cx="591" cy="255"/>
            </a:xfrm>
            <a:prstGeom prst="rect">
              <a:avLst/>
            </a:prstGeom>
            <a:noFill/>
            <a:ln w="9525">
              <a:noFill/>
              <a:miter/>
            </a:ln>
          </p:spPr>
          <p:txBody>
            <a:bodyPr anchor="t"/>
            <a:p>
              <a:pPr lvl="0" algn="just">
                <a:lnSpc>
                  <a:spcPct val="120000"/>
                </a:lnSpc>
                <a:buClr>
                  <a:srgbClr val="000000"/>
                </a:buClr>
              </a:pPr>
              <a:r>
                <a:rPr lang="zh-CN" altLang="en-US">
                  <a:solidFill>
                    <a:schemeClr val="tx1"/>
                  </a:solidFill>
                  <a:latin typeface="Times New Roman" panose="02020603050405020304" charset="0"/>
                  <a:ea typeface="宋体" panose="02010600030101010101" pitchFamily="2" charset="-122"/>
                </a:rPr>
                <a:t>子目录 </a:t>
              </a:r>
              <a:r>
                <a:rPr lang="en-US" altLang="zh-CN">
                  <a:solidFill>
                    <a:schemeClr val="tx1"/>
                  </a:solidFill>
                  <a:latin typeface="Times New Roman" panose="02020603050405020304" charset="0"/>
                  <a:ea typeface="宋体" panose="02010600030101010101" pitchFamily="2" charset="-122"/>
                </a:rPr>
                <a:t>e</a:t>
              </a:r>
              <a:endParaRPr lang="en-US" altLang="zh-CN">
                <a:solidFill>
                  <a:schemeClr val="tx1"/>
                </a:solidFill>
                <a:latin typeface="Times New Roman" panose="02020603050405020304" charset="0"/>
                <a:ea typeface="宋体" panose="02010600030101010101" pitchFamily="2" charset="-122"/>
              </a:endParaRPr>
            </a:p>
          </p:txBody>
        </p:sp>
        <p:sp>
          <p:nvSpPr>
            <p:cNvPr id="69745" name="文本框 60529"/>
            <p:cNvSpPr txBox="1"/>
            <p:nvPr/>
          </p:nvSpPr>
          <p:spPr>
            <a:xfrm>
              <a:off x="3209" y="1476"/>
              <a:ext cx="591" cy="255"/>
            </a:xfrm>
            <a:prstGeom prst="rect">
              <a:avLst/>
            </a:prstGeom>
            <a:noFill/>
            <a:ln w="9525">
              <a:noFill/>
              <a:miter/>
            </a:ln>
          </p:spPr>
          <p:txBody>
            <a:bodyPr anchor="t"/>
            <a:p>
              <a:pPr lvl="0" algn="just">
                <a:lnSpc>
                  <a:spcPct val="120000"/>
                </a:lnSpc>
                <a:buClr>
                  <a:srgbClr val="000000"/>
                </a:buClr>
              </a:pPr>
              <a:r>
                <a:rPr lang="zh-CN" altLang="en-US">
                  <a:solidFill>
                    <a:schemeClr val="tx1"/>
                  </a:solidFill>
                  <a:latin typeface="Times New Roman" panose="02020603050405020304" charset="0"/>
                  <a:ea typeface="宋体" panose="02010600030101010101" pitchFamily="2" charset="-122"/>
                </a:rPr>
                <a:t>子目录 </a:t>
              </a:r>
              <a:r>
                <a:rPr lang="en-US" altLang="zh-CN">
                  <a:solidFill>
                    <a:schemeClr val="tx1"/>
                  </a:solidFill>
                  <a:latin typeface="Times New Roman" panose="02020603050405020304" charset="0"/>
                  <a:ea typeface="宋体" panose="02010600030101010101" pitchFamily="2" charset="-122"/>
                </a:rPr>
                <a:t>d</a:t>
              </a:r>
              <a:endParaRPr lang="en-US" altLang="zh-CN">
                <a:solidFill>
                  <a:schemeClr val="tx1"/>
                </a:solidFill>
                <a:latin typeface="Times New Roman" panose="02020603050405020304" charset="0"/>
                <a:ea typeface="宋体" panose="02010600030101010101" pitchFamily="2" charset="-122"/>
              </a:endParaRPr>
            </a:p>
          </p:txBody>
        </p:sp>
        <p:sp>
          <p:nvSpPr>
            <p:cNvPr id="69746" name="直接连接符 60530"/>
            <p:cNvSpPr/>
            <p:nvPr/>
          </p:nvSpPr>
          <p:spPr>
            <a:xfrm>
              <a:off x="1365" y="1961"/>
              <a:ext cx="454" cy="0"/>
            </a:xfrm>
            <a:prstGeom prst="line">
              <a:avLst/>
            </a:prstGeom>
            <a:ln w="12700"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9747" name="直接连接符 60531"/>
            <p:cNvSpPr/>
            <p:nvPr/>
          </p:nvSpPr>
          <p:spPr>
            <a:xfrm>
              <a:off x="3093" y="1961"/>
              <a:ext cx="455" cy="0"/>
            </a:xfrm>
            <a:prstGeom prst="line">
              <a:avLst/>
            </a:prstGeom>
            <a:ln w="12700"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9748" name="直接连接符 60532"/>
            <p:cNvSpPr/>
            <p:nvPr/>
          </p:nvSpPr>
          <p:spPr>
            <a:xfrm>
              <a:off x="339" y="1969"/>
              <a:ext cx="410" cy="0"/>
            </a:xfrm>
            <a:prstGeom prst="line">
              <a:avLst/>
            </a:prstGeom>
            <a:ln w="12700"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grpSp>
      <p:sp>
        <p:nvSpPr>
          <p:cNvPr id="60534" name="矩形 60533"/>
          <p:cNvSpPr/>
          <p:nvPr/>
        </p:nvSpPr>
        <p:spPr>
          <a:xfrm>
            <a:off x="588963" y="561975"/>
            <a:ext cx="7677150" cy="530225"/>
          </a:xfrm>
          <a:prstGeom prst="rect">
            <a:avLst/>
          </a:prstGeom>
          <a:noFill/>
          <a:ln w="9525">
            <a:noFill/>
            <a:miter/>
          </a:ln>
        </p:spPr>
        <p:txBody>
          <a:bodyPr wrap="square" anchor="t">
            <a:spAutoFit/>
          </a:bodyPr>
          <a:p>
            <a:pPr marL="914400" lvl="1" indent="-457200" algn="l" eaLnBrk="1" fontAlgn="base" latinLnBrk="0" hangingPunct="1">
              <a:lnSpc>
                <a:spcPct val="120000"/>
              </a:lnSpc>
              <a:spcBef>
                <a:spcPct val="20000"/>
              </a:spcBef>
              <a:spcAft>
                <a:spcPct val="0"/>
              </a:spcAft>
              <a:buClr>
                <a:schemeClr val="tx2"/>
              </a:buClr>
              <a:buSzPct val="95000"/>
              <a:buFont typeface="Wingdings" panose="05000000000000000000" pitchFamily="2" charset="2"/>
              <a:buNone/>
            </a:pPr>
            <a:r>
              <a:rPr lang="en-US" altLang="zh-CN" sz="2400" u="none" baseline="0">
                <a:solidFill>
                  <a:schemeClr val="tx1"/>
                </a:solidFill>
                <a:latin typeface="宋体" panose="02010600030101010101" pitchFamily="2" charset="-122"/>
                <a:ea typeface="宋体" panose="02010600030101010101" pitchFamily="2" charset="-122"/>
              </a:rPr>
              <a:t>ⅰ </a:t>
            </a:r>
            <a:r>
              <a:rPr lang="zh-CN" altLang="en-US" sz="2400" u="none" baseline="0">
                <a:solidFill>
                  <a:schemeClr val="tx1"/>
                </a:solidFill>
                <a:latin typeface="Times New Roman" panose="02020603050405020304" charset="0"/>
                <a:ea typeface="宋体" panose="02010600030101010101" pitchFamily="2" charset="-122"/>
              </a:rPr>
              <a:t>例</a:t>
            </a:r>
            <a:r>
              <a:rPr lang="en-US" altLang="zh-CN" sz="2400" u="none" baseline="0">
                <a:solidFill>
                  <a:schemeClr val="tx1"/>
                </a:solidFill>
                <a:latin typeface="Times New Roman" panose="02020603050405020304" charset="0"/>
                <a:ea typeface="宋体" panose="02010600030101010101" pitchFamily="2" charset="-122"/>
              </a:rPr>
              <a:t>1</a:t>
            </a:r>
            <a:r>
              <a:rPr lang="zh-CN" altLang="en-US" sz="2400" u="none" baseline="0">
                <a:solidFill>
                  <a:schemeClr val="tx1"/>
                </a:solidFill>
                <a:latin typeface="Times New Roman" panose="02020603050405020304" charset="0"/>
                <a:ea typeface="宋体" panose="02010600030101010101" pitchFamily="2" charset="-122"/>
              </a:rPr>
              <a:t>：</a:t>
            </a:r>
            <a:r>
              <a:rPr lang="zh-CN" altLang="en-US" sz="2400" u="none" baseline="0">
                <a:solidFill>
                  <a:schemeClr val="tx1"/>
                </a:solidFill>
                <a:latin typeface="Times New Roman" panose="02020603050405020304" charset="0"/>
                <a:ea typeface="宋体" panose="02010600030101010101" pitchFamily="2" charset="-122"/>
                <a:sym typeface="Symbol" panose="05050102010706020507" pitchFamily="2" charset="2"/>
              </a:rPr>
              <a:t>子目录</a:t>
            </a:r>
            <a:r>
              <a:rPr lang="en-US" altLang="zh-CN" sz="2400" u="none" baseline="0">
                <a:solidFill>
                  <a:schemeClr val="tx1"/>
                </a:solidFill>
                <a:latin typeface="Times New Roman" panose="02020603050405020304" charset="0"/>
                <a:ea typeface="宋体" panose="02010600030101010101" pitchFamily="2" charset="-122"/>
                <a:sym typeface="Symbol" panose="05050102010706020507" pitchFamily="2" charset="2"/>
              </a:rPr>
              <a:t>f</a:t>
            </a:r>
            <a:r>
              <a:rPr lang="zh-CN" altLang="en-US" sz="2400" u="none" baseline="0">
                <a:solidFill>
                  <a:schemeClr val="tx1"/>
                </a:solidFill>
                <a:latin typeface="Times New Roman" panose="02020603050405020304" charset="0"/>
                <a:ea typeface="宋体" panose="02010600030101010101" pitchFamily="2" charset="-122"/>
                <a:sym typeface="Symbol" panose="05050102010706020507" pitchFamily="2" charset="2"/>
              </a:rPr>
              <a:t>中的k链接到</a:t>
            </a:r>
            <a:r>
              <a:rPr lang="zh-CN" altLang="en-US" sz="2400" u="none" baseline="0">
                <a:solidFill>
                  <a:schemeClr val="tx1"/>
                </a:solidFill>
                <a:latin typeface="Times New Roman" panose="02020603050405020304" charset="0"/>
                <a:ea typeface="宋体" panose="02010600030101010101" pitchFamily="2" charset="-122"/>
              </a:rPr>
              <a:t>子目录</a:t>
            </a:r>
            <a:r>
              <a:rPr lang="en-US" altLang="zh-CN" sz="2400" u="none" baseline="0">
                <a:solidFill>
                  <a:schemeClr val="tx1"/>
                </a:solidFill>
                <a:latin typeface="Times New Roman" panose="02020603050405020304" charset="0"/>
                <a:ea typeface="宋体" panose="02010600030101010101" pitchFamily="2" charset="-122"/>
              </a:rPr>
              <a:t>e</a:t>
            </a:r>
            <a:r>
              <a:rPr lang="zh-CN" altLang="en-US" sz="2400" u="none" baseline="0">
                <a:solidFill>
                  <a:schemeClr val="tx1"/>
                </a:solidFill>
                <a:latin typeface="Times New Roman" panose="02020603050405020304" charset="0"/>
                <a:ea typeface="宋体" panose="02010600030101010101" pitchFamily="2" charset="-122"/>
              </a:rPr>
              <a:t>中的文件</a:t>
            </a:r>
            <a:r>
              <a:rPr lang="en-US" altLang="zh-CN" sz="2400" u="none" baseline="0">
                <a:solidFill>
                  <a:schemeClr val="tx1"/>
                </a:solidFill>
                <a:latin typeface="Times New Roman" panose="02020603050405020304" charset="0"/>
                <a:ea typeface="宋体" panose="02010600030101010101" pitchFamily="2" charset="-122"/>
              </a:rPr>
              <a:t>j</a:t>
            </a:r>
            <a:endParaRPr lang="en-US" altLang="zh-CN" sz="2400" u="none" baseline="0">
              <a:solidFill>
                <a:schemeClr val="tx1"/>
              </a:solidFill>
              <a:latin typeface="Times New Roman" panose="02020603050405020304" charset="0"/>
              <a:ea typeface="宋体" panose="02010600030101010101" pitchFamily="2" charset="-122"/>
            </a:endParaRPr>
          </a:p>
        </p:txBody>
      </p:sp>
      <p:grpSp>
        <p:nvGrpSpPr>
          <p:cNvPr id="60535" name="组合 60534"/>
          <p:cNvGrpSpPr/>
          <p:nvPr/>
        </p:nvGrpSpPr>
        <p:grpSpPr>
          <a:xfrm>
            <a:off x="3446780" y="3895090"/>
            <a:ext cx="410845" cy="590550"/>
            <a:chOff x="0" y="0"/>
            <a:chExt cx="243" cy="377"/>
          </a:xfrm>
        </p:grpSpPr>
        <p:sp>
          <p:nvSpPr>
            <p:cNvPr id="60536" name="矩形 60535"/>
            <p:cNvSpPr/>
            <p:nvPr/>
          </p:nvSpPr>
          <p:spPr>
            <a:xfrm>
              <a:off x="0" y="26"/>
              <a:ext cx="175" cy="351"/>
            </a:xfrm>
            <a:prstGeom prst="rect">
              <a:avLst/>
            </a:prstGeom>
            <a:solidFill>
              <a:srgbClr val="FFCCFF"/>
            </a:solidFill>
            <a:ln w="9525" cap="flat" cmpd="sng">
              <a:solidFill>
                <a:srgbClr val="000000"/>
              </a:solidFill>
              <a:prstDash val="solid"/>
              <a:miter/>
              <a:headEnd type="none" w="med" len="med"/>
              <a:tailEnd type="none" w="med" len="med"/>
            </a:ln>
          </p:spPr>
          <p:txBody>
            <a:bodyPr/>
            <a:p>
              <a:pPr marL="914400" lvl="0" indent="-340995" algn="ctr" fontAlgn="base">
                <a:lnSpc>
                  <a:spcPct val="120000"/>
                </a:lnSpc>
                <a:buClr>
                  <a:schemeClr val="tx2"/>
                </a:buClr>
                <a:buSzPct val="95000"/>
                <a:buFont typeface="Wingdings" panose="05000000000000000000" pitchFamily="2" charset="2"/>
                <a:buBlip>
                  <a:blip r:embed="rId1"/>
                </a:buBlip>
              </a:pPr>
              <a:endParaRPr sz="1400" b="1" strike="noStrike" noProof="1">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69752" name="直接连接符 60536"/>
            <p:cNvSpPr/>
            <p:nvPr/>
          </p:nvSpPr>
          <p:spPr>
            <a:xfrm>
              <a:off x="0" y="197"/>
              <a:ext cx="174"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69753" name="文本框 60537"/>
            <p:cNvSpPr txBox="1"/>
            <p:nvPr/>
          </p:nvSpPr>
          <p:spPr>
            <a:xfrm>
              <a:off x="0" y="0"/>
              <a:ext cx="243" cy="246"/>
            </a:xfrm>
            <a:prstGeom prst="rect">
              <a:avLst/>
            </a:prstGeom>
            <a:noFill/>
            <a:ln w="9525">
              <a:noFill/>
              <a:miter/>
            </a:ln>
          </p:spPr>
          <p:txBody>
            <a:bodyPr anchor="t"/>
            <a:p>
              <a:pPr lvl="0" algn="just">
                <a:buClr>
                  <a:srgbClr val="000000"/>
                </a:buClr>
              </a:pPr>
              <a:r>
                <a:rPr lang="en-US" altLang="zh-CN" sz="1800">
                  <a:solidFill>
                    <a:srgbClr val="CC0000"/>
                  </a:solidFill>
                  <a:latin typeface="Times New Roman" panose="02020603050405020304" charset="0"/>
                  <a:ea typeface="宋体" panose="02010600030101010101" pitchFamily="2" charset="-122"/>
                </a:rPr>
                <a:t>k</a:t>
              </a:r>
              <a:endParaRPr lang="en-US" altLang="zh-CN" sz="1800">
                <a:solidFill>
                  <a:srgbClr val="CC0000"/>
                </a:solidFill>
                <a:latin typeface="Times New Roman" panose="02020603050405020304" charset="0"/>
                <a:ea typeface="宋体" panose="02010600030101010101" pitchFamily="2" charset="-122"/>
              </a:endParaRPr>
            </a:p>
          </p:txBody>
        </p:sp>
      </p:grpSp>
      <p:sp>
        <p:nvSpPr>
          <p:cNvPr id="60539" name="直接连接符 60538"/>
          <p:cNvSpPr/>
          <p:nvPr/>
        </p:nvSpPr>
        <p:spPr>
          <a:xfrm flipV="1">
            <a:off x="3627120" y="4102735"/>
            <a:ext cx="770255" cy="310515"/>
          </a:xfrm>
          <a:prstGeom prst="line">
            <a:avLst/>
          </a:prstGeom>
          <a:ln w="25400" cap="flat" cmpd="sng">
            <a:solidFill>
              <a:srgbClr val="CC0000"/>
            </a:solidFill>
            <a:prstDash val="solid"/>
            <a:round/>
            <a:headEnd type="none" w="med" len="med"/>
            <a:tailEnd type="arrow" w="med" len="lg"/>
          </a:ln>
        </p:spPr>
        <p:txBody>
          <a:bodyPr anchor="t"/>
          <a:p>
            <a:pPr lvl="0" algn="ctr"/>
            <a:endParaRPr lang="zh-CN" altLang="en-US">
              <a:latin typeface="Arial" panose="02080604020202020204" pitchFamily="34"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60419" grpId="0"/>
      <p:bldP spid="60534" grpId="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0657" name="文本框 62465"/>
          <p:cNvSpPr txBox="1"/>
          <p:nvPr/>
        </p:nvSpPr>
        <p:spPr>
          <a:xfrm>
            <a:off x="8493125" y="6510338"/>
            <a:ext cx="376238"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buFont typeface="Wingdings" panose="05000000000000000000" pitchFamily="2" charset="2"/>
              <a:buNone/>
            </a:pPr>
            <a:r>
              <a:rPr lang="en-US" altLang="zh-CN" b="0">
                <a:solidFill>
                  <a:schemeClr val="tx2"/>
                </a:solidFill>
                <a:latin typeface="Times New Roman" panose="02020603050405020304" charset="0"/>
                <a:ea typeface="宋体" panose="02010600030101010101" pitchFamily="2" charset="-122"/>
              </a:rPr>
              <a:t>38</a:t>
            </a:r>
            <a:endParaRPr lang="en-US" altLang="zh-CN" b="0">
              <a:solidFill>
                <a:schemeClr val="tx2"/>
              </a:solidFill>
              <a:latin typeface="Times New Roman" panose="02020603050405020304" charset="0"/>
              <a:ea typeface="宋体" panose="02010600030101010101" pitchFamily="2" charset="-122"/>
            </a:endParaRPr>
          </a:p>
        </p:txBody>
      </p:sp>
      <p:sp>
        <p:nvSpPr>
          <p:cNvPr id="62467" name="矩形 62466"/>
          <p:cNvSpPr/>
          <p:nvPr/>
        </p:nvSpPr>
        <p:spPr>
          <a:xfrm>
            <a:off x="368300" y="1106488"/>
            <a:ext cx="8612188" cy="5168900"/>
          </a:xfrm>
          <a:prstGeom prst="rect">
            <a:avLst/>
          </a:prstGeom>
          <a:noFill/>
          <a:ln w="9525">
            <a:noFill/>
            <a:miter/>
          </a:ln>
        </p:spPr>
        <p:txBody>
          <a:bodyPr wrap="square">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30000"/>
              </a:lnSpc>
              <a:buNone/>
            </a:pPr>
            <a:r>
              <a:rPr lang="en-US" altLang="zh-CN" sz="2400" strike="noStrike" noProof="1">
                <a:solidFill>
                  <a:schemeClr val="tx1"/>
                </a:solidFill>
                <a:effectLst/>
                <a:latin typeface="Times New Roman" panose="02020603050405020304" charset="0"/>
                <a:ea typeface="宋体" panose="02010600030101010101" pitchFamily="2" charset="-122"/>
                <a:cs typeface="+mn-ea"/>
              </a:rPr>
              <a:t>UNIX/Linux</a:t>
            </a:r>
            <a:r>
              <a:rPr lang="zh-CN" altLang="en-US" sz="2400" strike="noStrike" noProof="1">
                <a:solidFill>
                  <a:schemeClr val="tx1"/>
                </a:solidFill>
                <a:effectLst/>
                <a:latin typeface="Times New Roman" panose="02020603050405020304" charset="0"/>
                <a:ea typeface="宋体" panose="02010600030101010101" pitchFamily="2" charset="-122"/>
                <a:cs typeface="+mn-ea"/>
              </a:rPr>
              <a:t>下的链接文件有两种，硬连接 </a:t>
            </a:r>
            <a:r>
              <a:rPr lang="en-US" altLang="zh-CN" sz="2400" strike="noStrike" noProof="1">
                <a:solidFill>
                  <a:schemeClr val="tx1"/>
                </a:solidFill>
                <a:effectLst/>
                <a:latin typeface="Times New Roman" panose="02020603050405020304" charset="0"/>
                <a:ea typeface="宋体" panose="02010600030101010101" pitchFamily="2" charset="-122"/>
                <a:cs typeface="+mn-ea"/>
              </a:rPr>
              <a:t>(Hard Link)</a:t>
            </a:r>
            <a:r>
              <a:rPr lang="zh-CN" altLang="en-US" sz="2400" strike="noStrike" noProof="1">
                <a:solidFill>
                  <a:schemeClr val="tx1"/>
                </a:solidFill>
                <a:effectLst/>
                <a:latin typeface="Times New Roman" panose="02020603050405020304" charset="0"/>
                <a:ea typeface="宋体" panose="02010600030101010101" pitchFamily="2" charset="-122"/>
                <a:cs typeface="+mn-ea"/>
              </a:rPr>
              <a:t>和软连接，软连接又称符号链接 </a:t>
            </a:r>
            <a:r>
              <a:rPr lang="en-US" altLang="zh-CN" sz="2400" strike="noStrike" noProof="1">
                <a:solidFill>
                  <a:schemeClr val="tx1"/>
                </a:solidFill>
                <a:effectLst/>
                <a:latin typeface="Times New Roman" panose="02020603050405020304" charset="0"/>
                <a:ea typeface="宋体" panose="02010600030101010101" pitchFamily="2" charset="-122"/>
                <a:cs typeface="+mn-ea"/>
              </a:rPr>
              <a:t>(Symbolic link)</a:t>
            </a:r>
            <a:r>
              <a:rPr lang="zh-CN" altLang="en-US" sz="2400" strike="noStrike" noProof="1">
                <a:solidFill>
                  <a:schemeClr val="tx1"/>
                </a:solidFill>
                <a:effectLst/>
                <a:latin typeface="Times New Roman" panose="02020603050405020304" charset="0"/>
                <a:ea typeface="宋体" panose="02010600030101010101" pitchFamily="2" charset="-122"/>
                <a:cs typeface="+mn-ea"/>
              </a:rPr>
              <a:t>。</a:t>
            </a:r>
            <a:endParaRPr lang="zh-CN" altLang="en-US" sz="2400" strike="noStrike" noProof="1">
              <a:solidFill>
                <a:schemeClr val="tx1"/>
              </a:solidFill>
              <a:effectLst/>
              <a:latin typeface="Times New Roman" panose="02020603050405020304" charset="0"/>
              <a:ea typeface="宋体" panose="02010600030101010101" pitchFamily="2" charset="-122"/>
            </a:endParaRPr>
          </a:p>
          <a:p>
            <a:pPr marL="533400" lvl="0" indent="-533400" fontAlgn="base">
              <a:lnSpc>
                <a:spcPct val="130000"/>
              </a:lnSpc>
              <a:buNone/>
            </a:pPr>
            <a:r>
              <a:rPr lang="en-US" altLang="zh-CN" sz="2400" b="1">
                <a:solidFill>
                  <a:schemeClr val="tx1"/>
                </a:solidFill>
                <a:effectLst/>
                <a:latin typeface="宋体" panose="02010600030101010101" pitchFamily="2" charset="-122"/>
                <a:cs typeface="+mn-ea"/>
                <a:sym typeface="+mn-ea"/>
              </a:rPr>
              <a:t>ⅰ </a:t>
            </a:r>
            <a:r>
              <a:rPr lang="zh-CN" altLang="en-US" sz="2400" b="1">
                <a:solidFill>
                  <a:schemeClr val="tx1"/>
                </a:solidFill>
                <a:effectLst/>
                <a:latin typeface="宋体" panose="02010600030101010101" pitchFamily="2" charset="-122"/>
                <a:cs typeface="+mn-ea"/>
                <a:sym typeface="+mn-ea"/>
              </a:rPr>
              <a:t>软链接</a:t>
            </a:r>
            <a:endParaRPr lang="zh-CN" altLang="en-US" sz="2400" b="1" strike="noStrike" noProof="1">
              <a:solidFill>
                <a:schemeClr val="tx1"/>
              </a:solidFill>
              <a:effectLst/>
              <a:latin typeface="Times New Roman" panose="02020603050405020304" charset="0"/>
              <a:ea typeface="宋体" panose="02010600030101010101" pitchFamily="2" charset="-122"/>
              <a:cs typeface="+mn-ea"/>
            </a:endParaRPr>
          </a:p>
          <a:p>
            <a:pPr marL="533400" lvl="0" indent="-533400" fontAlgn="base">
              <a:lnSpc>
                <a:spcPct val="130000"/>
              </a:lnSpc>
              <a:buNone/>
            </a:pPr>
            <a:r>
              <a:rPr lang="zh-CN" altLang="en-US" sz="2400" strike="noStrike" noProof="1">
                <a:solidFill>
                  <a:schemeClr val="tx1"/>
                </a:solidFill>
                <a:latin typeface="Times New Roman" panose="02020603050405020304" charset="0"/>
                <a:ea typeface="宋体" panose="02010600030101010101" pitchFamily="2" charset="-122"/>
                <a:cs typeface="+mn-ea"/>
              </a:rPr>
              <a:t>            </a:t>
            </a:r>
            <a:r>
              <a:rPr lang="zh-CN" altLang="en-US" sz="2400" strike="noStrike" noProof="1">
                <a:solidFill>
                  <a:schemeClr val="tx1"/>
                </a:solidFill>
                <a:effectLst/>
                <a:latin typeface="Times New Roman" panose="02020603050405020304" charset="0"/>
                <a:ea typeface="宋体" panose="02010600030101010101" pitchFamily="2" charset="-122"/>
                <a:cs typeface="+mn-ea"/>
              </a:rPr>
              <a:t>符号链接文件中并不包括实际的文件数据，而只是包括了它指向文件的路径。它可以链接到任意的文件和目录，包括处于不同文件系统的文件以及目录</a:t>
            </a:r>
            <a:r>
              <a:rPr lang="x-none" altLang="zh-CN" sz="2400" strike="noStrike" noProof="1">
                <a:solidFill>
                  <a:schemeClr val="tx1"/>
                </a:solidFill>
                <a:effectLst/>
                <a:latin typeface="Times New Roman" panose="02020603050405020304" charset="0"/>
                <a:ea typeface="宋体" panose="02010600030101010101" pitchFamily="2" charset="-122"/>
                <a:cs typeface="+mn-ea"/>
              </a:rPr>
              <a:t>，包括相对路径和绝对路径</a:t>
            </a:r>
            <a:r>
              <a:rPr lang="zh-CN" altLang="en-US" sz="2400" strike="noStrike" noProof="1">
                <a:solidFill>
                  <a:schemeClr val="tx1"/>
                </a:solidFill>
                <a:effectLst/>
                <a:latin typeface="Times New Roman" panose="02020603050405020304" charset="0"/>
                <a:ea typeface="宋体" panose="02010600030101010101" pitchFamily="2" charset="-122"/>
                <a:cs typeface="+mn-ea"/>
              </a:rPr>
              <a:t>。</a:t>
            </a:r>
            <a:r>
              <a:rPr lang="zh-CN" altLang="en-US" sz="2400" strike="noStrike" noProof="1">
                <a:solidFill>
                  <a:srgbClr val="FF0000"/>
                </a:solidFill>
                <a:effectLst/>
                <a:latin typeface="Times New Roman" panose="02020603050405020304" charset="0"/>
                <a:ea typeface="宋体" panose="02010600030101010101" pitchFamily="2" charset="-122"/>
                <a:cs typeface="+mn-ea"/>
              </a:rPr>
              <a:t>当用户对链接文件操作时，系统会自动的转到对源文件的操作</a:t>
            </a:r>
            <a:r>
              <a:rPr lang="zh-CN" altLang="en-US" sz="2400" strike="noStrike" noProof="1">
                <a:solidFill>
                  <a:schemeClr val="tx1"/>
                </a:solidFill>
                <a:effectLst/>
                <a:latin typeface="Times New Roman" panose="02020603050405020304" charset="0"/>
                <a:ea typeface="宋体" panose="02010600030101010101" pitchFamily="2" charset="-122"/>
                <a:cs typeface="+mn-ea"/>
              </a:rPr>
              <a:t>，</a:t>
            </a:r>
            <a:r>
              <a:rPr lang="zh-CN" altLang="en-US" sz="2400" strike="noStrike" noProof="1">
                <a:solidFill>
                  <a:srgbClr val="FF0000"/>
                </a:solidFill>
                <a:effectLst/>
                <a:latin typeface="Times New Roman" panose="02020603050405020304" charset="0"/>
                <a:ea typeface="宋体" panose="02010600030101010101" pitchFamily="2" charset="-122"/>
                <a:cs typeface="+mn-ea"/>
              </a:rPr>
              <a:t>但是删除链接文件时，并不会删除源文件</a:t>
            </a:r>
            <a:r>
              <a:rPr lang="zh-CN" altLang="en-US" sz="2400" strike="noStrike" noProof="1">
                <a:solidFill>
                  <a:schemeClr val="tx1"/>
                </a:solidFill>
                <a:effectLst/>
                <a:latin typeface="Times New Roman" panose="02020603050405020304" charset="0"/>
                <a:ea typeface="宋体" panose="02010600030101010101" pitchFamily="2" charset="-122"/>
                <a:cs typeface="+mn-ea"/>
              </a:rPr>
              <a:t>。 </a:t>
            </a:r>
            <a:endParaRPr lang="zh-CN" altLang="en-US" sz="2400" strike="noStrike" noProof="1">
              <a:solidFill>
                <a:schemeClr val="tx1"/>
              </a:solidFill>
              <a:effectLst/>
              <a:latin typeface="Times New Roman" panose="02020603050405020304" charset="0"/>
              <a:ea typeface="宋体" panose="02010600030101010101" pitchFamily="2" charset="-122"/>
            </a:endParaRPr>
          </a:p>
          <a:p>
            <a:pPr marL="533400" lvl="0" indent="-533400" fontAlgn="base">
              <a:lnSpc>
                <a:spcPct val="130000"/>
              </a:lnSpc>
              <a:buNone/>
            </a:pPr>
            <a:r>
              <a:rPr lang="zh-CN" altLang="en-US" sz="2400" strike="noStrike" noProof="1">
                <a:solidFill>
                  <a:schemeClr val="tx1"/>
                </a:solidFill>
                <a:effectLst/>
                <a:latin typeface="Times New Roman" panose="02020603050405020304" charset="0"/>
                <a:ea typeface="宋体" panose="02010600030101010101" pitchFamily="2" charset="-122"/>
                <a:cs typeface="+mn-ea"/>
              </a:rPr>
              <a:t>            下图是文件的软链接示意图。 </a:t>
            </a:r>
            <a:endParaRPr lang="zh-CN" altLang="en-US" sz="2400" strike="noStrike" noProof="1">
              <a:solidFill>
                <a:schemeClr val="tx1"/>
              </a:solidFill>
              <a:effectLst/>
              <a:latin typeface="Times New Roman" panose="02020603050405020304" charset="0"/>
              <a:ea typeface="宋体" panose="02010600030101010101" pitchFamily="2" charset="-122"/>
            </a:endParaRPr>
          </a:p>
        </p:txBody>
      </p:sp>
      <p:sp>
        <p:nvSpPr>
          <p:cNvPr id="62469" name="矩形 62468"/>
          <p:cNvSpPr/>
          <p:nvPr/>
        </p:nvSpPr>
        <p:spPr>
          <a:xfrm>
            <a:off x="117475" y="561975"/>
            <a:ext cx="7070725" cy="530225"/>
          </a:xfrm>
          <a:prstGeom prst="rect">
            <a:avLst/>
          </a:prstGeom>
          <a:noFill/>
          <a:ln w="9525">
            <a:noFill/>
            <a:miter/>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914400" lvl="1" indent="-457200" fontAlgn="base">
              <a:lnSpc>
                <a:spcPct val="120000"/>
              </a:lnSpc>
              <a:spcBef>
                <a:spcPct val="20000"/>
              </a:spcBef>
              <a:buNone/>
            </a:pPr>
            <a:r>
              <a:rPr lang="en-US" altLang="zh-CN" sz="2400" b="1" strike="noStrike" noProof="1">
                <a:solidFill>
                  <a:srgbClr val="000099"/>
                </a:solidFill>
                <a:latin typeface="Times New Roman" panose="02020603050405020304" charset="0"/>
                <a:ea typeface="宋体" panose="02010600030101010101" pitchFamily="2" charset="-122"/>
                <a:cs typeface="+mn-cs"/>
              </a:rPr>
              <a:t>UNIX/Linux</a:t>
            </a:r>
            <a:r>
              <a:rPr lang="x-none" altLang="en-US" sz="2400" b="1" strike="noStrike" noProof="1">
                <a:solidFill>
                  <a:srgbClr val="000099"/>
                </a:solidFill>
                <a:latin typeface="Times New Roman" panose="02020603050405020304" charset="0"/>
                <a:ea typeface="宋体" panose="02010600030101010101" pitchFamily="2" charset="-122"/>
                <a:cs typeface="+mn-cs"/>
              </a:rPr>
              <a:t>中</a:t>
            </a:r>
            <a:r>
              <a:rPr lang="zh-CN" altLang="en-US" sz="2400" b="1" strike="noStrike" noProof="1">
                <a:solidFill>
                  <a:srgbClr val="000099"/>
                </a:solidFill>
                <a:latin typeface="Times New Roman" panose="02020603050405020304" charset="0"/>
                <a:ea typeface="宋体" panose="02010600030101010101" pitchFamily="2" charset="-122"/>
                <a:cs typeface="+mn-cs"/>
              </a:rPr>
              <a:t>的链接文件</a:t>
            </a:r>
            <a:endParaRPr lang="zh-CN" altLang="en-US" sz="2400" b="1" strike="noStrike" noProof="1">
              <a:solidFill>
                <a:srgbClr val="000099"/>
              </a:solidFill>
              <a:latin typeface="Times New Roman" panose="02020603050405020304"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62467" grpId="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681" name="文本框 63489"/>
          <p:cNvSpPr txBox="1"/>
          <p:nvPr/>
        </p:nvSpPr>
        <p:spPr>
          <a:xfrm>
            <a:off x="8493125" y="6510338"/>
            <a:ext cx="376238"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buFont typeface="Wingdings" panose="05000000000000000000" pitchFamily="2" charset="2"/>
              <a:buNone/>
            </a:pPr>
            <a:r>
              <a:rPr lang="en-US" altLang="zh-CN" b="0">
                <a:solidFill>
                  <a:schemeClr val="tx2"/>
                </a:solidFill>
                <a:latin typeface="Times New Roman" panose="02020603050405020304" charset="0"/>
                <a:ea typeface="宋体" panose="02010600030101010101" pitchFamily="2" charset="-122"/>
              </a:rPr>
              <a:t>39</a:t>
            </a:r>
            <a:endParaRPr lang="en-US" altLang="zh-CN" b="0">
              <a:solidFill>
                <a:schemeClr val="tx2"/>
              </a:solidFill>
              <a:latin typeface="Times New Roman" panose="02020603050405020304" charset="0"/>
              <a:ea typeface="宋体" panose="02010600030101010101" pitchFamily="2" charset="-122"/>
            </a:endParaRPr>
          </a:p>
        </p:txBody>
      </p:sp>
      <p:sp>
        <p:nvSpPr>
          <p:cNvPr id="63492" name="矩形 63491"/>
          <p:cNvSpPr/>
          <p:nvPr/>
        </p:nvSpPr>
        <p:spPr>
          <a:xfrm>
            <a:off x="560388" y="619125"/>
            <a:ext cx="7070725" cy="530225"/>
          </a:xfrm>
          <a:prstGeom prst="rect">
            <a:avLst/>
          </a:prstGeom>
          <a:noFill/>
          <a:ln w="9525">
            <a:noFill/>
            <a:miter/>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914400" lvl="1" indent="-457200" fontAlgn="base">
              <a:lnSpc>
                <a:spcPct val="120000"/>
              </a:lnSpc>
              <a:spcBef>
                <a:spcPct val="20000"/>
              </a:spcBef>
              <a:buNone/>
            </a:pPr>
            <a:r>
              <a:rPr lang="en-US" altLang="zh-CN" sz="2400" b="1" strike="noStrike" noProof="1">
                <a:solidFill>
                  <a:schemeClr val="tx1"/>
                </a:solidFill>
                <a:latin typeface="Times New Roman" panose="02020603050405020304" charset="0"/>
                <a:ea typeface="宋体" panose="02010600030101010101" pitchFamily="2" charset="-122"/>
                <a:cs typeface="+mn-cs"/>
              </a:rPr>
              <a:t>UNIX</a:t>
            </a:r>
            <a:r>
              <a:rPr lang="en-US" altLang="zh-CN" sz="2400" b="1" strike="noStrike" noProof="1">
                <a:solidFill>
                  <a:schemeClr val="tx1"/>
                </a:solidFill>
                <a:latin typeface="宋体" panose="02010600030101010101" pitchFamily="2" charset="-122"/>
                <a:ea typeface="宋体" panose="02010600030101010101" pitchFamily="2" charset="-122"/>
                <a:cs typeface="+mn-cs"/>
              </a:rPr>
              <a:t>/Linux</a:t>
            </a:r>
            <a:r>
              <a:rPr lang="zh-CN" altLang="en-US" sz="2400" b="1" strike="noStrike" noProof="1">
                <a:solidFill>
                  <a:schemeClr val="tx1"/>
                </a:solidFill>
                <a:latin typeface="宋体" panose="02010600030101010101" pitchFamily="2" charset="-122"/>
                <a:ea typeface="宋体" panose="02010600030101010101" pitchFamily="2" charset="-122"/>
                <a:cs typeface="+mn-cs"/>
              </a:rPr>
              <a:t>的</a:t>
            </a:r>
            <a:r>
              <a:rPr lang="x-none" altLang="zh-CN" sz="2400" b="1" strike="noStrike" noProof="1">
                <a:solidFill>
                  <a:schemeClr val="tx1"/>
                </a:solidFill>
                <a:latin typeface="宋体" panose="02010600030101010101" pitchFamily="2" charset="-122"/>
                <a:ea typeface="宋体" panose="02010600030101010101" pitchFamily="2" charset="-122"/>
                <a:cs typeface="+mn-cs"/>
              </a:rPr>
              <a:t>软</a:t>
            </a:r>
            <a:r>
              <a:rPr lang="zh-CN" altLang="en-US" sz="2400" b="1" strike="noStrike" noProof="1">
                <a:solidFill>
                  <a:schemeClr val="tx1"/>
                </a:solidFill>
                <a:latin typeface="宋体" panose="02010600030101010101" pitchFamily="2" charset="-122"/>
                <a:ea typeface="宋体" panose="02010600030101010101" pitchFamily="2" charset="-122"/>
                <a:cs typeface="+mn-cs"/>
              </a:rPr>
              <a:t>链接文件</a:t>
            </a:r>
            <a:endParaRPr lang="zh-CN" altLang="en-US" sz="2400" b="1" strike="noStrike" noProof="1">
              <a:solidFill>
                <a:schemeClr val="tx1"/>
              </a:solidFill>
              <a:latin typeface="宋体" panose="02010600030101010101" pitchFamily="2" charset="-122"/>
              <a:ea typeface="宋体" panose="02010600030101010101" pitchFamily="2" charset="-122"/>
            </a:endParaRPr>
          </a:p>
        </p:txBody>
      </p:sp>
      <p:grpSp>
        <p:nvGrpSpPr>
          <p:cNvPr id="63493" name="组合 63492"/>
          <p:cNvGrpSpPr/>
          <p:nvPr/>
        </p:nvGrpSpPr>
        <p:grpSpPr>
          <a:xfrm>
            <a:off x="1895475" y="1371600"/>
            <a:ext cx="4930775" cy="3783013"/>
            <a:chOff x="0" y="0"/>
            <a:chExt cx="2697" cy="2383"/>
          </a:xfrm>
        </p:grpSpPr>
        <p:grpSp>
          <p:nvGrpSpPr>
            <p:cNvPr id="71685" name="组合 63493"/>
            <p:cNvGrpSpPr/>
            <p:nvPr/>
          </p:nvGrpSpPr>
          <p:grpSpPr>
            <a:xfrm>
              <a:off x="302" y="0"/>
              <a:ext cx="2224" cy="997"/>
              <a:chOff x="0" y="0"/>
              <a:chExt cx="2224" cy="997"/>
            </a:xfrm>
          </p:grpSpPr>
          <p:sp>
            <p:nvSpPr>
              <p:cNvPr id="71686" name="文本框 63494"/>
              <p:cNvSpPr txBox="1"/>
              <p:nvPr/>
            </p:nvSpPr>
            <p:spPr>
              <a:xfrm>
                <a:off x="19" y="260"/>
                <a:ext cx="829" cy="737"/>
              </a:xfrm>
              <a:prstGeom prst="rect">
                <a:avLst/>
              </a:prstGeom>
              <a:solidFill>
                <a:schemeClr val="bg1"/>
              </a:solidFill>
              <a:ln w="15875" cap="flat" cmpd="sng">
                <a:solidFill>
                  <a:srgbClr val="000000"/>
                </a:solidFill>
                <a:prstDash val="solid"/>
                <a:miter/>
                <a:headEnd type="none" w="med" len="med"/>
                <a:tailEnd type="none" w="med" len="med"/>
              </a:ln>
            </p:spPr>
            <p:txBody>
              <a:bodyPr anchor="t"/>
              <a:p>
                <a:pPr lvl="0" algn="just">
                  <a:lnSpc>
                    <a:spcPct val="80000"/>
                  </a:lnSpc>
                  <a:buClr>
                    <a:srgbClr val="000000"/>
                  </a:buClr>
                </a:pPr>
                <a:endParaRPr sz="1600">
                  <a:solidFill>
                    <a:schemeClr val="tx1"/>
                  </a:solidFill>
                  <a:latin typeface="Times New Roman" panose="02020603050405020304" charset="0"/>
                  <a:ea typeface="宋体" panose="02010600030101010101" pitchFamily="2" charset="-122"/>
                </a:endParaRPr>
              </a:p>
            </p:txBody>
          </p:sp>
          <p:sp>
            <p:nvSpPr>
              <p:cNvPr id="71687" name="直接连接符 63495"/>
              <p:cNvSpPr/>
              <p:nvPr/>
            </p:nvSpPr>
            <p:spPr>
              <a:xfrm>
                <a:off x="19" y="485"/>
                <a:ext cx="830"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71688" name="直接连接符 63496"/>
              <p:cNvSpPr/>
              <p:nvPr/>
            </p:nvSpPr>
            <p:spPr>
              <a:xfrm>
                <a:off x="19" y="736"/>
                <a:ext cx="830"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71689" name="直接连接符 63497"/>
              <p:cNvSpPr/>
              <p:nvPr/>
            </p:nvSpPr>
            <p:spPr>
              <a:xfrm>
                <a:off x="776" y="620"/>
                <a:ext cx="328"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71690" name="直接连接符 63498"/>
              <p:cNvSpPr/>
              <p:nvPr/>
            </p:nvSpPr>
            <p:spPr>
              <a:xfrm flipV="1">
                <a:off x="1104" y="302"/>
                <a:ext cx="0" cy="318"/>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71691" name="直接连接符 63499"/>
              <p:cNvSpPr/>
              <p:nvPr/>
            </p:nvSpPr>
            <p:spPr>
              <a:xfrm>
                <a:off x="1104" y="302"/>
                <a:ext cx="318" cy="0"/>
              </a:xfrm>
              <a:prstGeom prst="line">
                <a:avLst/>
              </a:prstGeom>
              <a:ln w="9525" cap="flat" cmpd="sng">
                <a:solidFill>
                  <a:srgbClr val="000000"/>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71692" name="文本框 63500"/>
              <p:cNvSpPr txBox="1"/>
              <p:nvPr/>
            </p:nvSpPr>
            <p:spPr>
              <a:xfrm>
                <a:off x="1432" y="293"/>
                <a:ext cx="732" cy="563"/>
              </a:xfrm>
              <a:prstGeom prst="rect">
                <a:avLst/>
              </a:prstGeom>
              <a:solidFill>
                <a:srgbClr val="FFCCFF"/>
              </a:solidFill>
              <a:ln w="9525" cap="flat" cmpd="sng">
                <a:solidFill>
                  <a:srgbClr val="000000"/>
                </a:solidFill>
                <a:prstDash val="solid"/>
                <a:miter/>
                <a:headEnd type="none" w="med" len="med"/>
                <a:tailEnd type="none" w="med" len="med"/>
              </a:ln>
            </p:spPr>
            <p:txBody>
              <a:bodyPr anchor="t"/>
              <a:p>
                <a:pPr lvl="0" algn="just">
                  <a:lnSpc>
                    <a:spcPct val="90000"/>
                  </a:lnSpc>
                  <a:buClr>
                    <a:srgbClr val="000000"/>
                  </a:buClr>
                </a:pPr>
                <a:r>
                  <a:rPr lang="en-US" altLang="zh-CN" sz="1600">
                    <a:solidFill>
                      <a:schemeClr val="tx1"/>
                    </a:solidFill>
                    <a:latin typeface="Times New Roman" panose="02020603050405020304" charset="0"/>
                    <a:ea typeface="宋体" panose="02010600030101010101" pitchFamily="2" charset="-122"/>
                  </a:rPr>
                  <a:t>      </a:t>
                </a:r>
                <a:endParaRPr lang="en-US" altLang="zh-CN" sz="1600">
                  <a:solidFill>
                    <a:schemeClr val="tx1"/>
                  </a:solidFill>
                  <a:latin typeface="Times New Roman" panose="02020603050405020304" charset="0"/>
                  <a:ea typeface="宋体" panose="02010600030101010101" pitchFamily="2" charset="-122"/>
                </a:endParaRPr>
              </a:p>
              <a:p>
                <a:pPr lvl="0" algn="just">
                  <a:lnSpc>
                    <a:spcPct val="90000"/>
                  </a:lnSpc>
                  <a:buClr>
                    <a:srgbClr val="000000"/>
                  </a:buClr>
                </a:pPr>
                <a:endParaRPr lang="en-US" altLang="zh-CN" sz="1600">
                  <a:solidFill>
                    <a:schemeClr val="tx1"/>
                  </a:solidFill>
                  <a:latin typeface="Times New Roman" panose="02020603050405020304" charset="0"/>
                  <a:ea typeface="宋体" panose="02010600030101010101" pitchFamily="2" charset="-122"/>
                </a:endParaRPr>
              </a:p>
              <a:p>
                <a:pPr lvl="0" algn="just">
                  <a:lnSpc>
                    <a:spcPct val="90000"/>
                  </a:lnSpc>
                  <a:buClr>
                    <a:srgbClr val="000000"/>
                  </a:buClr>
                </a:pPr>
                <a:endParaRPr lang="en-US" altLang="zh-CN" sz="1600">
                  <a:solidFill>
                    <a:schemeClr val="tx1"/>
                  </a:solidFill>
                  <a:latin typeface="Times New Roman" panose="02020603050405020304" charset="0"/>
                  <a:ea typeface="宋体" panose="02010600030101010101" pitchFamily="2" charset="-122"/>
                </a:endParaRPr>
              </a:p>
              <a:p>
                <a:pPr lvl="0" algn="just">
                  <a:lnSpc>
                    <a:spcPct val="90000"/>
                  </a:lnSpc>
                  <a:buClr>
                    <a:srgbClr val="000000"/>
                  </a:buClr>
                </a:pPr>
                <a:r>
                  <a:rPr lang="en-US" altLang="zh-CN" sz="1600">
                    <a:solidFill>
                      <a:schemeClr val="tx1"/>
                    </a:solidFill>
                    <a:latin typeface="Times New Roman" panose="02020603050405020304" charset="0"/>
                    <a:ea typeface="宋体" panose="02010600030101010101" pitchFamily="2" charset="-122"/>
                  </a:rPr>
                  <a:t>     </a:t>
                </a:r>
                <a:endParaRPr lang="en-US" altLang="zh-CN" sz="1600">
                  <a:solidFill>
                    <a:schemeClr val="tx1"/>
                  </a:solidFill>
                  <a:latin typeface="Times New Roman" panose="02020603050405020304" charset="0"/>
                  <a:ea typeface="宋体" panose="02010600030101010101" pitchFamily="2" charset="-122"/>
                </a:endParaRPr>
              </a:p>
            </p:txBody>
          </p:sp>
          <p:sp>
            <p:nvSpPr>
              <p:cNvPr id="71693" name="直接连接符 63501"/>
              <p:cNvSpPr/>
              <p:nvPr/>
            </p:nvSpPr>
            <p:spPr>
              <a:xfrm>
                <a:off x="1432" y="453"/>
                <a:ext cx="732"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71694" name="文本框 63502"/>
              <p:cNvSpPr txBox="1"/>
              <p:nvPr/>
            </p:nvSpPr>
            <p:spPr>
              <a:xfrm>
                <a:off x="0" y="0"/>
                <a:ext cx="745" cy="212"/>
              </a:xfrm>
              <a:prstGeom prst="rect">
                <a:avLst/>
              </a:prstGeom>
              <a:noFill/>
              <a:ln w="9525">
                <a:noFill/>
                <a:miter/>
              </a:ln>
            </p:spPr>
            <p:txBody>
              <a:bodyPr anchor="t">
                <a:spAutoFit/>
              </a:bodyPr>
              <a:p>
                <a:pPr lvl="0">
                  <a:spcBef>
                    <a:spcPct val="10000"/>
                  </a:spcBef>
                  <a:buClr>
                    <a:srgbClr val="000000"/>
                  </a:buClr>
                </a:pPr>
                <a:r>
                  <a:rPr lang="en-US" altLang="zh-CN" sz="1600">
                    <a:solidFill>
                      <a:schemeClr val="tx1"/>
                    </a:solidFill>
                    <a:latin typeface="宋体" panose="02010600030101010101" pitchFamily="2" charset="-122"/>
                    <a:ea typeface="宋体" panose="02010600030101010101" pitchFamily="2" charset="-122"/>
                  </a:rPr>
                  <a:t>/usr/joc</a:t>
                </a:r>
                <a:endParaRPr lang="en-US" altLang="zh-CN" sz="1600">
                  <a:solidFill>
                    <a:schemeClr val="tx1"/>
                  </a:solidFill>
                  <a:latin typeface="宋体" panose="02010600030101010101" pitchFamily="2" charset="-122"/>
                  <a:ea typeface="宋体" panose="02010600030101010101" pitchFamily="2" charset="-122"/>
                </a:endParaRPr>
              </a:p>
            </p:txBody>
          </p:sp>
          <p:sp>
            <p:nvSpPr>
              <p:cNvPr id="71695" name="文本框 63503"/>
              <p:cNvSpPr txBox="1"/>
              <p:nvPr/>
            </p:nvSpPr>
            <p:spPr>
              <a:xfrm>
                <a:off x="69" y="239"/>
                <a:ext cx="489" cy="212"/>
              </a:xfrm>
              <a:prstGeom prst="rect">
                <a:avLst/>
              </a:prstGeom>
              <a:noFill/>
              <a:ln w="9525">
                <a:noFill/>
                <a:miter/>
              </a:ln>
            </p:spPr>
            <p:txBody>
              <a:bodyPr anchor="t">
                <a:spAutoFit/>
              </a:bodyPr>
              <a:p>
                <a:pPr lvl="0">
                  <a:lnSpc>
                    <a:spcPct val="80000"/>
                  </a:lnSpc>
                  <a:buClr>
                    <a:srgbClr val="000000"/>
                  </a:buClr>
                </a:pPr>
                <a:r>
                  <a:rPr lang="en-US" altLang="zh-CN" sz="2000" dirty="0">
                    <a:solidFill>
                      <a:schemeClr val="tx1"/>
                    </a:solidFill>
                    <a:latin typeface="宋体" panose="02010600030101010101" pitchFamily="2" charset="-122"/>
                    <a:ea typeface="宋体" panose="02010600030101010101" pitchFamily="2" charset="-122"/>
                    <a:sym typeface="Symbol" panose="05050102010706020507" pitchFamily="2" charset="2"/>
                  </a:rPr>
                  <a:t>...</a:t>
                </a:r>
                <a:endParaRPr lang="en-US" altLang="zh-CN" sz="2000" dirty="0">
                  <a:solidFill>
                    <a:schemeClr val="tx1"/>
                  </a:solidFill>
                  <a:latin typeface="宋体" panose="02010600030101010101" pitchFamily="2" charset="-122"/>
                  <a:ea typeface="宋体" panose="02010600030101010101" pitchFamily="2" charset="-122"/>
                  <a:sym typeface="Symbol" panose="05050102010706020507" pitchFamily="2" charset="2"/>
                </a:endParaRPr>
              </a:p>
            </p:txBody>
          </p:sp>
          <p:sp>
            <p:nvSpPr>
              <p:cNvPr id="71696" name="文本框 63504"/>
              <p:cNvSpPr txBox="1"/>
              <p:nvPr/>
            </p:nvSpPr>
            <p:spPr>
              <a:xfrm>
                <a:off x="68" y="495"/>
                <a:ext cx="489" cy="221"/>
              </a:xfrm>
              <a:prstGeom prst="rect">
                <a:avLst/>
              </a:prstGeom>
              <a:noFill/>
              <a:ln w="9525">
                <a:noFill/>
                <a:miter/>
              </a:ln>
            </p:spPr>
            <p:txBody>
              <a:bodyPr anchor="t">
                <a:spAutoFit/>
              </a:bodyPr>
              <a:p>
                <a:pPr lvl="0">
                  <a:lnSpc>
                    <a:spcPct val="80000"/>
                  </a:lnSpc>
                  <a:buClr>
                    <a:srgbClr val="000000"/>
                  </a:buClr>
                </a:pPr>
                <a:r>
                  <a:rPr lang="zh-CN" altLang="en-US" sz="1800" dirty="0">
                    <a:solidFill>
                      <a:schemeClr val="tx1"/>
                    </a:solidFill>
                    <a:latin typeface="Times New Roman" panose="02020603050405020304" charset="0"/>
                    <a:ea typeface="宋体" panose="02010600030101010101" pitchFamily="2" charset="-122"/>
                    <a:sym typeface="Symbol" panose="05050102010706020507" pitchFamily="2" charset="2"/>
                  </a:rPr>
                  <a:t>foo</a:t>
                </a:r>
                <a:endParaRPr lang="zh-CN" altLang="en-US" sz="1800" dirty="0">
                  <a:solidFill>
                    <a:schemeClr val="tx1"/>
                  </a:solidFill>
                  <a:latin typeface="Times New Roman" panose="02020603050405020304" charset="0"/>
                  <a:ea typeface="宋体" panose="02010600030101010101" pitchFamily="2" charset="-122"/>
                  <a:sym typeface="Symbol" panose="05050102010706020507" pitchFamily="2" charset="2"/>
                </a:endParaRPr>
              </a:p>
            </p:txBody>
          </p:sp>
          <p:sp>
            <p:nvSpPr>
              <p:cNvPr id="71697" name="文本框 63505"/>
              <p:cNvSpPr txBox="1"/>
              <p:nvPr/>
            </p:nvSpPr>
            <p:spPr>
              <a:xfrm>
                <a:off x="68" y="706"/>
                <a:ext cx="489" cy="212"/>
              </a:xfrm>
              <a:prstGeom prst="rect">
                <a:avLst/>
              </a:prstGeom>
              <a:noFill/>
              <a:ln w="9525">
                <a:noFill/>
                <a:miter/>
              </a:ln>
            </p:spPr>
            <p:txBody>
              <a:bodyPr anchor="t">
                <a:spAutoFit/>
              </a:bodyPr>
              <a:p>
                <a:pPr lvl="0">
                  <a:lnSpc>
                    <a:spcPct val="80000"/>
                  </a:lnSpc>
                  <a:buClr>
                    <a:srgbClr val="000000"/>
                  </a:buClr>
                </a:pPr>
                <a:r>
                  <a:rPr lang="en-US" altLang="zh-CN" sz="2000" dirty="0">
                    <a:solidFill>
                      <a:schemeClr val="tx1"/>
                    </a:solidFill>
                    <a:latin typeface="宋体" panose="02010600030101010101" pitchFamily="2" charset="-122"/>
                    <a:ea typeface="宋体" panose="02010600030101010101" pitchFamily="2" charset="-122"/>
                    <a:sym typeface="Symbol" panose="05050102010706020507" pitchFamily="2" charset="2"/>
                  </a:rPr>
                  <a:t>...</a:t>
                </a:r>
                <a:endParaRPr lang="en-US" altLang="zh-CN" sz="2000" dirty="0">
                  <a:solidFill>
                    <a:schemeClr val="tx1"/>
                  </a:solidFill>
                  <a:latin typeface="宋体" panose="02010600030101010101" pitchFamily="2" charset="-122"/>
                  <a:ea typeface="宋体" panose="02010600030101010101" pitchFamily="2" charset="-122"/>
                  <a:sym typeface="Symbol" panose="05050102010706020507" pitchFamily="2" charset="2"/>
                </a:endParaRPr>
              </a:p>
            </p:txBody>
          </p:sp>
          <p:sp>
            <p:nvSpPr>
              <p:cNvPr id="71698" name="文本框 63506"/>
              <p:cNvSpPr txBox="1"/>
              <p:nvPr/>
            </p:nvSpPr>
            <p:spPr>
              <a:xfrm>
                <a:off x="1415" y="294"/>
                <a:ext cx="809" cy="188"/>
              </a:xfrm>
              <a:prstGeom prst="rect">
                <a:avLst/>
              </a:prstGeom>
              <a:noFill/>
              <a:ln w="9525">
                <a:noFill/>
                <a:miter/>
              </a:ln>
            </p:spPr>
            <p:txBody>
              <a:bodyPr anchor="t">
                <a:spAutoFit/>
              </a:bodyPr>
              <a:p>
                <a:pPr lvl="0">
                  <a:lnSpc>
                    <a:spcPct val="80000"/>
                  </a:lnSpc>
                  <a:buClr>
                    <a:srgbClr val="000000"/>
                  </a:buClr>
                </a:pPr>
                <a:r>
                  <a:rPr lang="zh-CN" altLang="en-US" b="0">
                    <a:solidFill>
                      <a:schemeClr val="tx1"/>
                    </a:solidFill>
                    <a:latin typeface="宋体" panose="02010600030101010101" pitchFamily="2" charset="-122"/>
                    <a:ea typeface="宋体" panose="02010600030101010101" pitchFamily="2" charset="-122"/>
                    <a:sym typeface="Symbol" panose="05050102010706020507" pitchFamily="2" charset="2"/>
                  </a:rPr>
                  <a:t>引用计数 </a:t>
                </a:r>
                <a:r>
                  <a:rPr lang="en-US" altLang="zh-CN" b="0">
                    <a:solidFill>
                      <a:schemeClr val="tx1"/>
                    </a:solidFill>
                    <a:latin typeface="宋体" panose="02010600030101010101" pitchFamily="2" charset="-122"/>
                    <a:ea typeface="宋体" panose="02010600030101010101" pitchFamily="2" charset="-122"/>
                    <a:sym typeface="Symbol" panose="05050102010706020507" pitchFamily="2" charset="2"/>
                  </a:rPr>
                  <a:t>= 1</a:t>
                </a:r>
                <a:endParaRPr lang="en-US" altLang="zh-CN" b="0">
                  <a:solidFill>
                    <a:schemeClr val="tx1"/>
                  </a:solidFill>
                  <a:latin typeface="宋体" panose="02010600030101010101" pitchFamily="2" charset="-122"/>
                  <a:ea typeface="宋体" panose="02010600030101010101" pitchFamily="2" charset="-122"/>
                  <a:sym typeface="Symbol" panose="05050102010706020507" pitchFamily="2" charset="2"/>
                </a:endParaRPr>
              </a:p>
            </p:txBody>
          </p:sp>
          <p:sp>
            <p:nvSpPr>
              <p:cNvPr id="71699" name="文本框 63507"/>
              <p:cNvSpPr txBox="1"/>
              <p:nvPr/>
            </p:nvSpPr>
            <p:spPr>
              <a:xfrm>
                <a:off x="1524" y="568"/>
                <a:ext cx="644" cy="291"/>
              </a:xfrm>
              <a:prstGeom prst="rect">
                <a:avLst/>
              </a:prstGeom>
              <a:noFill/>
              <a:ln w="9525">
                <a:noFill/>
                <a:miter/>
              </a:ln>
            </p:spPr>
            <p:txBody>
              <a:bodyPr anchor="t">
                <a:spAutoFit/>
              </a:bodyPr>
              <a:p>
                <a:pPr lvl="0">
                  <a:lnSpc>
                    <a:spcPct val="80000"/>
                  </a:lnSpc>
                  <a:buClr>
                    <a:srgbClr val="000000"/>
                  </a:buClr>
                </a:pPr>
                <a:r>
                  <a:rPr lang="zh-CN" altLang="en-US" b="0">
                    <a:solidFill>
                      <a:schemeClr val="tx1"/>
                    </a:solidFill>
                    <a:latin typeface="宋体" panose="02010600030101010101" pitchFamily="2" charset="-122"/>
                    <a:ea typeface="宋体" panose="02010600030101010101" pitchFamily="2" charset="-122"/>
                    <a:sym typeface="Symbol" panose="05050102010706020507" pitchFamily="2" charset="2"/>
                  </a:rPr>
                  <a:t>文件</a:t>
                </a:r>
                <a:r>
                  <a:rPr lang="x-none" altLang="zh-CN" b="0">
                    <a:solidFill>
                      <a:schemeClr val="tx1"/>
                    </a:solidFill>
                    <a:latin typeface="宋体" panose="02010600030101010101" pitchFamily="2" charset="-122"/>
                    <a:ea typeface="宋体" panose="02010600030101010101" pitchFamily="2" charset="-122"/>
                    <a:sym typeface="Symbol" panose="05050102010706020507" pitchFamily="2" charset="2"/>
                  </a:rPr>
                  <a:t>描述</a:t>
                </a:r>
                <a:endParaRPr lang="x-none" altLang="zh-CN" b="0">
                  <a:solidFill>
                    <a:schemeClr val="tx1"/>
                  </a:solidFill>
                  <a:latin typeface="宋体" panose="02010600030101010101" pitchFamily="2" charset="-122"/>
                  <a:ea typeface="宋体" panose="02010600030101010101" pitchFamily="2" charset="-122"/>
                  <a:sym typeface="Symbol" panose="05050102010706020507" pitchFamily="2" charset="2"/>
                </a:endParaRPr>
              </a:p>
              <a:p>
                <a:pPr lvl="0">
                  <a:lnSpc>
                    <a:spcPct val="80000"/>
                  </a:lnSpc>
                  <a:buClr>
                    <a:srgbClr val="000000"/>
                  </a:buClr>
                </a:pPr>
                <a:endParaRPr lang="zh-CN" altLang="en-US" b="0">
                  <a:solidFill>
                    <a:schemeClr val="tx1"/>
                  </a:solidFill>
                  <a:latin typeface="宋体" panose="02010600030101010101" pitchFamily="2" charset="-122"/>
                  <a:ea typeface="宋体" panose="02010600030101010101" pitchFamily="2" charset="-122"/>
                  <a:sym typeface="Symbol" panose="05050102010706020507" pitchFamily="2" charset="2"/>
                </a:endParaRPr>
              </a:p>
            </p:txBody>
          </p:sp>
        </p:grpSp>
        <p:sp>
          <p:nvSpPr>
            <p:cNvPr id="71700" name="文本框 63508"/>
            <p:cNvSpPr txBox="1"/>
            <p:nvPr/>
          </p:nvSpPr>
          <p:spPr>
            <a:xfrm>
              <a:off x="322" y="1503"/>
              <a:ext cx="829" cy="737"/>
            </a:xfrm>
            <a:prstGeom prst="rect">
              <a:avLst/>
            </a:prstGeom>
            <a:solidFill>
              <a:schemeClr val="bg1"/>
            </a:solidFill>
            <a:ln w="15875" cap="flat" cmpd="sng">
              <a:solidFill>
                <a:srgbClr val="000000"/>
              </a:solidFill>
              <a:prstDash val="solid"/>
              <a:miter/>
              <a:headEnd type="none" w="med" len="med"/>
              <a:tailEnd type="none" w="med" len="med"/>
            </a:ln>
          </p:spPr>
          <p:txBody>
            <a:bodyPr anchor="t"/>
            <a:p>
              <a:pPr lvl="0" algn="just">
                <a:lnSpc>
                  <a:spcPct val="80000"/>
                </a:lnSpc>
                <a:buClr>
                  <a:srgbClr val="000000"/>
                </a:buClr>
              </a:pPr>
              <a:endParaRPr sz="1600">
                <a:solidFill>
                  <a:schemeClr val="tx1"/>
                </a:solidFill>
                <a:latin typeface="Times New Roman" panose="02020603050405020304" charset="0"/>
                <a:ea typeface="宋体" panose="02010600030101010101" pitchFamily="2" charset="-122"/>
              </a:endParaRPr>
            </a:p>
          </p:txBody>
        </p:sp>
        <p:sp>
          <p:nvSpPr>
            <p:cNvPr id="71701" name="直接连接符 63509"/>
            <p:cNvSpPr/>
            <p:nvPr/>
          </p:nvSpPr>
          <p:spPr>
            <a:xfrm>
              <a:off x="322" y="1728"/>
              <a:ext cx="830"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71702" name="直接连接符 63510"/>
            <p:cNvSpPr/>
            <p:nvPr/>
          </p:nvSpPr>
          <p:spPr>
            <a:xfrm>
              <a:off x="322" y="1979"/>
              <a:ext cx="830"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71703" name="直接连接符 63511"/>
            <p:cNvSpPr/>
            <p:nvPr/>
          </p:nvSpPr>
          <p:spPr>
            <a:xfrm>
              <a:off x="1079" y="1863"/>
              <a:ext cx="328"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71704" name="直接连接符 63512"/>
            <p:cNvSpPr/>
            <p:nvPr/>
          </p:nvSpPr>
          <p:spPr>
            <a:xfrm flipV="1">
              <a:off x="1407" y="1545"/>
              <a:ext cx="0" cy="318"/>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71705" name="直接连接符 63513"/>
            <p:cNvSpPr/>
            <p:nvPr/>
          </p:nvSpPr>
          <p:spPr>
            <a:xfrm>
              <a:off x="1407" y="1545"/>
              <a:ext cx="318" cy="0"/>
            </a:xfrm>
            <a:prstGeom prst="line">
              <a:avLst/>
            </a:prstGeom>
            <a:ln w="9525" cap="flat" cmpd="sng">
              <a:solidFill>
                <a:srgbClr val="000000"/>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71706" name="文本框 63514"/>
            <p:cNvSpPr txBox="1"/>
            <p:nvPr/>
          </p:nvSpPr>
          <p:spPr>
            <a:xfrm>
              <a:off x="1735" y="1536"/>
              <a:ext cx="732" cy="563"/>
            </a:xfrm>
            <a:prstGeom prst="rect">
              <a:avLst/>
            </a:prstGeom>
            <a:solidFill>
              <a:srgbClr val="FFCCFF"/>
            </a:solidFill>
            <a:ln w="9525" cap="flat" cmpd="sng">
              <a:solidFill>
                <a:srgbClr val="000000"/>
              </a:solidFill>
              <a:prstDash val="solid"/>
              <a:miter/>
              <a:headEnd type="none" w="med" len="med"/>
              <a:tailEnd type="none" w="med" len="med"/>
            </a:ln>
          </p:spPr>
          <p:txBody>
            <a:bodyPr anchor="t"/>
            <a:p>
              <a:pPr lvl="0" algn="just">
                <a:lnSpc>
                  <a:spcPct val="90000"/>
                </a:lnSpc>
                <a:buClr>
                  <a:srgbClr val="000000"/>
                </a:buClr>
              </a:pPr>
              <a:r>
                <a:rPr lang="en-US" altLang="zh-CN" sz="1600">
                  <a:solidFill>
                    <a:schemeClr val="tx1"/>
                  </a:solidFill>
                  <a:latin typeface="Times New Roman" panose="02020603050405020304" charset="0"/>
                  <a:ea typeface="宋体" panose="02010600030101010101" pitchFamily="2" charset="-122"/>
                </a:rPr>
                <a:t>      </a:t>
              </a:r>
              <a:endParaRPr lang="en-US" altLang="zh-CN" sz="1600">
                <a:solidFill>
                  <a:schemeClr val="tx1"/>
                </a:solidFill>
                <a:latin typeface="Times New Roman" panose="02020603050405020304" charset="0"/>
                <a:ea typeface="宋体" panose="02010600030101010101" pitchFamily="2" charset="-122"/>
              </a:endParaRPr>
            </a:p>
            <a:p>
              <a:pPr lvl="0" algn="just">
                <a:lnSpc>
                  <a:spcPct val="90000"/>
                </a:lnSpc>
                <a:buClr>
                  <a:srgbClr val="000000"/>
                </a:buClr>
              </a:pPr>
              <a:endParaRPr lang="en-US" altLang="zh-CN" sz="1600">
                <a:solidFill>
                  <a:schemeClr val="tx1"/>
                </a:solidFill>
                <a:latin typeface="Times New Roman" panose="02020603050405020304" charset="0"/>
                <a:ea typeface="宋体" panose="02010600030101010101" pitchFamily="2" charset="-122"/>
              </a:endParaRPr>
            </a:p>
            <a:p>
              <a:pPr lvl="0" algn="just">
                <a:lnSpc>
                  <a:spcPct val="90000"/>
                </a:lnSpc>
                <a:buClr>
                  <a:srgbClr val="000000"/>
                </a:buClr>
              </a:pPr>
              <a:endParaRPr lang="en-US" altLang="zh-CN" sz="1600">
                <a:solidFill>
                  <a:schemeClr val="tx1"/>
                </a:solidFill>
                <a:latin typeface="Times New Roman" panose="02020603050405020304" charset="0"/>
                <a:ea typeface="宋体" panose="02010600030101010101" pitchFamily="2" charset="-122"/>
              </a:endParaRPr>
            </a:p>
            <a:p>
              <a:pPr lvl="0" algn="just">
                <a:lnSpc>
                  <a:spcPct val="90000"/>
                </a:lnSpc>
                <a:buClr>
                  <a:srgbClr val="000000"/>
                </a:buClr>
              </a:pPr>
              <a:r>
                <a:rPr lang="en-US" altLang="zh-CN" sz="1600">
                  <a:solidFill>
                    <a:schemeClr val="tx1"/>
                  </a:solidFill>
                  <a:latin typeface="Times New Roman" panose="02020603050405020304" charset="0"/>
                  <a:ea typeface="宋体" panose="02010600030101010101" pitchFamily="2" charset="-122"/>
                </a:rPr>
                <a:t>     </a:t>
              </a:r>
              <a:endParaRPr lang="en-US" altLang="zh-CN" sz="1600">
                <a:solidFill>
                  <a:schemeClr val="tx1"/>
                </a:solidFill>
                <a:latin typeface="Times New Roman" panose="02020603050405020304" charset="0"/>
                <a:ea typeface="宋体" panose="02010600030101010101" pitchFamily="2" charset="-122"/>
              </a:endParaRPr>
            </a:p>
          </p:txBody>
        </p:sp>
        <p:sp>
          <p:nvSpPr>
            <p:cNvPr id="71707" name="直接连接符 63515"/>
            <p:cNvSpPr/>
            <p:nvPr/>
          </p:nvSpPr>
          <p:spPr>
            <a:xfrm>
              <a:off x="1735" y="1696"/>
              <a:ext cx="732"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71708" name="文本框 63516"/>
            <p:cNvSpPr txBox="1"/>
            <p:nvPr/>
          </p:nvSpPr>
          <p:spPr>
            <a:xfrm>
              <a:off x="303" y="1243"/>
              <a:ext cx="745" cy="212"/>
            </a:xfrm>
            <a:prstGeom prst="rect">
              <a:avLst/>
            </a:prstGeom>
            <a:noFill/>
            <a:ln w="9525">
              <a:noFill/>
              <a:miter/>
            </a:ln>
          </p:spPr>
          <p:txBody>
            <a:bodyPr anchor="t">
              <a:spAutoFit/>
            </a:bodyPr>
            <a:p>
              <a:pPr lvl="0">
                <a:spcBef>
                  <a:spcPct val="10000"/>
                </a:spcBef>
                <a:buClr>
                  <a:srgbClr val="000000"/>
                </a:buClr>
              </a:pPr>
              <a:r>
                <a:rPr lang="en-US" altLang="zh-CN" sz="1600">
                  <a:solidFill>
                    <a:schemeClr val="tx1"/>
                  </a:solidFill>
                  <a:latin typeface="宋体" panose="02010600030101010101" pitchFamily="2" charset="-122"/>
                  <a:ea typeface="宋体" panose="02010600030101010101" pitchFamily="2" charset="-122"/>
                </a:rPr>
                <a:t>/usr/sue</a:t>
              </a:r>
              <a:endParaRPr lang="en-US" altLang="zh-CN" sz="1600">
                <a:solidFill>
                  <a:schemeClr val="tx1"/>
                </a:solidFill>
                <a:latin typeface="宋体" panose="02010600030101010101" pitchFamily="2" charset="-122"/>
                <a:ea typeface="宋体" panose="02010600030101010101" pitchFamily="2" charset="-122"/>
              </a:endParaRPr>
            </a:p>
          </p:txBody>
        </p:sp>
        <p:sp>
          <p:nvSpPr>
            <p:cNvPr id="71709" name="文本框 63517"/>
            <p:cNvSpPr txBox="1"/>
            <p:nvPr/>
          </p:nvSpPr>
          <p:spPr>
            <a:xfrm>
              <a:off x="372" y="1482"/>
              <a:ext cx="489" cy="212"/>
            </a:xfrm>
            <a:prstGeom prst="rect">
              <a:avLst/>
            </a:prstGeom>
            <a:noFill/>
            <a:ln w="9525">
              <a:noFill/>
              <a:miter/>
            </a:ln>
          </p:spPr>
          <p:txBody>
            <a:bodyPr anchor="t">
              <a:spAutoFit/>
            </a:bodyPr>
            <a:p>
              <a:pPr lvl="0">
                <a:lnSpc>
                  <a:spcPct val="80000"/>
                </a:lnSpc>
                <a:buClr>
                  <a:srgbClr val="000000"/>
                </a:buClr>
              </a:pPr>
              <a:r>
                <a:rPr lang="en-US" altLang="zh-CN" sz="2000" dirty="0">
                  <a:solidFill>
                    <a:schemeClr val="tx1"/>
                  </a:solidFill>
                  <a:latin typeface="宋体" panose="02010600030101010101" pitchFamily="2" charset="-122"/>
                  <a:ea typeface="宋体" panose="02010600030101010101" pitchFamily="2" charset="-122"/>
                  <a:sym typeface="Symbol" panose="05050102010706020507" pitchFamily="2" charset="2"/>
                </a:rPr>
                <a:t>...</a:t>
              </a:r>
              <a:endParaRPr lang="en-US" altLang="zh-CN" sz="2000" dirty="0">
                <a:solidFill>
                  <a:schemeClr val="tx1"/>
                </a:solidFill>
                <a:latin typeface="宋体" panose="02010600030101010101" pitchFamily="2" charset="-122"/>
                <a:ea typeface="宋体" panose="02010600030101010101" pitchFamily="2" charset="-122"/>
                <a:sym typeface="Symbol" panose="05050102010706020507" pitchFamily="2" charset="2"/>
              </a:endParaRPr>
            </a:p>
          </p:txBody>
        </p:sp>
        <p:sp>
          <p:nvSpPr>
            <p:cNvPr id="71710" name="文本框 63518"/>
            <p:cNvSpPr txBox="1"/>
            <p:nvPr/>
          </p:nvSpPr>
          <p:spPr>
            <a:xfrm>
              <a:off x="371" y="1738"/>
              <a:ext cx="489" cy="221"/>
            </a:xfrm>
            <a:prstGeom prst="rect">
              <a:avLst/>
            </a:prstGeom>
            <a:noFill/>
            <a:ln w="9525">
              <a:noFill/>
              <a:miter/>
            </a:ln>
          </p:spPr>
          <p:txBody>
            <a:bodyPr anchor="t">
              <a:spAutoFit/>
            </a:bodyPr>
            <a:p>
              <a:pPr lvl="0">
                <a:lnSpc>
                  <a:spcPct val="80000"/>
                </a:lnSpc>
                <a:buClr>
                  <a:srgbClr val="000000"/>
                </a:buClr>
              </a:pPr>
              <a:r>
                <a:rPr lang="zh-CN" altLang="en-US" sz="1800" dirty="0">
                  <a:solidFill>
                    <a:schemeClr val="tx1"/>
                  </a:solidFill>
                  <a:latin typeface="Times New Roman" panose="02020603050405020304" charset="0"/>
                  <a:ea typeface="宋体" panose="02010600030101010101" pitchFamily="2" charset="-122"/>
                  <a:sym typeface="Symbol" panose="05050102010706020507" pitchFamily="2" charset="2"/>
                </a:rPr>
                <a:t>bar</a:t>
              </a:r>
              <a:endParaRPr lang="zh-CN" altLang="en-US" sz="1800" dirty="0">
                <a:solidFill>
                  <a:schemeClr val="tx1"/>
                </a:solidFill>
                <a:latin typeface="Times New Roman" panose="02020603050405020304" charset="0"/>
                <a:ea typeface="宋体" panose="02010600030101010101" pitchFamily="2" charset="-122"/>
                <a:sym typeface="Symbol" panose="05050102010706020507" pitchFamily="2" charset="2"/>
              </a:endParaRPr>
            </a:p>
          </p:txBody>
        </p:sp>
        <p:sp>
          <p:nvSpPr>
            <p:cNvPr id="71711" name="文本框 63519"/>
            <p:cNvSpPr txBox="1"/>
            <p:nvPr/>
          </p:nvSpPr>
          <p:spPr>
            <a:xfrm>
              <a:off x="371" y="1949"/>
              <a:ext cx="489" cy="212"/>
            </a:xfrm>
            <a:prstGeom prst="rect">
              <a:avLst/>
            </a:prstGeom>
            <a:noFill/>
            <a:ln w="9525">
              <a:noFill/>
              <a:miter/>
            </a:ln>
          </p:spPr>
          <p:txBody>
            <a:bodyPr anchor="t">
              <a:spAutoFit/>
            </a:bodyPr>
            <a:p>
              <a:pPr lvl="0">
                <a:lnSpc>
                  <a:spcPct val="80000"/>
                </a:lnSpc>
                <a:buClr>
                  <a:srgbClr val="000000"/>
                </a:buClr>
              </a:pPr>
              <a:r>
                <a:rPr lang="en-US" altLang="zh-CN" sz="2000" dirty="0">
                  <a:solidFill>
                    <a:schemeClr val="tx1"/>
                  </a:solidFill>
                  <a:latin typeface="宋体" panose="02010600030101010101" pitchFamily="2" charset="-122"/>
                  <a:ea typeface="宋体" panose="02010600030101010101" pitchFamily="2" charset="-122"/>
                  <a:sym typeface="Symbol" panose="05050102010706020507" pitchFamily="2" charset="2"/>
                </a:rPr>
                <a:t>...</a:t>
              </a:r>
              <a:endParaRPr lang="en-US" altLang="zh-CN" sz="2000" dirty="0">
                <a:solidFill>
                  <a:schemeClr val="tx1"/>
                </a:solidFill>
                <a:latin typeface="宋体" panose="02010600030101010101" pitchFamily="2" charset="-122"/>
                <a:ea typeface="宋体" panose="02010600030101010101" pitchFamily="2" charset="-122"/>
                <a:sym typeface="Symbol" panose="05050102010706020507" pitchFamily="2" charset="2"/>
              </a:endParaRPr>
            </a:p>
          </p:txBody>
        </p:sp>
        <p:sp>
          <p:nvSpPr>
            <p:cNvPr id="71712" name="文本框 63520"/>
            <p:cNvSpPr txBox="1"/>
            <p:nvPr/>
          </p:nvSpPr>
          <p:spPr>
            <a:xfrm>
              <a:off x="1718" y="1537"/>
              <a:ext cx="809" cy="188"/>
            </a:xfrm>
            <a:prstGeom prst="rect">
              <a:avLst/>
            </a:prstGeom>
            <a:noFill/>
            <a:ln w="9525">
              <a:noFill/>
              <a:miter/>
            </a:ln>
          </p:spPr>
          <p:txBody>
            <a:bodyPr anchor="t">
              <a:spAutoFit/>
            </a:bodyPr>
            <a:p>
              <a:pPr lvl="0">
                <a:lnSpc>
                  <a:spcPct val="80000"/>
                </a:lnSpc>
                <a:buClr>
                  <a:srgbClr val="000000"/>
                </a:buClr>
              </a:pPr>
              <a:r>
                <a:rPr lang="zh-CN" altLang="en-US" b="0">
                  <a:solidFill>
                    <a:schemeClr val="tx1"/>
                  </a:solidFill>
                  <a:latin typeface="宋体" panose="02010600030101010101" pitchFamily="2" charset="-122"/>
                  <a:ea typeface="宋体" panose="02010600030101010101" pitchFamily="2" charset="-122"/>
                  <a:sym typeface="Symbol" panose="05050102010706020507" pitchFamily="2" charset="2"/>
                </a:rPr>
                <a:t>引用计数 </a:t>
              </a:r>
              <a:r>
                <a:rPr lang="en-US" altLang="zh-CN" b="0">
                  <a:solidFill>
                    <a:schemeClr val="tx1"/>
                  </a:solidFill>
                  <a:latin typeface="宋体" panose="02010600030101010101" pitchFamily="2" charset="-122"/>
                  <a:ea typeface="宋体" panose="02010600030101010101" pitchFamily="2" charset="-122"/>
                  <a:sym typeface="Symbol" panose="05050102010706020507" pitchFamily="2" charset="2"/>
                </a:rPr>
                <a:t>= 1</a:t>
              </a:r>
              <a:endParaRPr lang="en-US" altLang="zh-CN" b="0">
                <a:solidFill>
                  <a:schemeClr val="tx1"/>
                </a:solidFill>
                <a:latin typeface="宋体" panose="02010600030101010101" pitchFamily="2" charset="-122"/>
                <a:ea typeface="宋体" panose="02010600030101010101" pitchFamily="2" charset="-122"/>
                <a:sym typeface="Symbol" panose="05050102010706020507" pitchFamily="2" charset="2"/>
              </a:endParaRPr>
            </a:p>
          </p:txBody>
        </p:sp>
        <p:sp>
          <p:nvSpPr>
            <p:cNvPr id="71713" name="文本框 63521"/>
            <p:cNvSpPr txBox="1"/>
            <p:nvPr/>
          </p:nvSpPr>
          <p:spPr>
            <a:xfrm>
              <a:off x="1737" y="1801"/>
              <a:ext cx="726" cy="185"/>
            </a:xfrm>
            <a:prstGeom prst="rect">
              <a:avLst/>
            </a:prstGeom>
            <a:noFill/>
            <a:ln w="9525">
              <a:noFill/>
              <a:miter/>
            </a:ln>
          </p:spPr>
          <p:txBody>
            <a:bodyPr anchor="t">
              <a:spAutoFit/>
            </a:bodyPr>
            <a:p>
              <a:pPr lvl="0">
                <a:lnSpc>
                  <a:spcPct val="80000"/>
                </a:lnSpc>
                <a:buClr>
                  <a:srgbClr val="000000"/>
                </a:buClr>
              </a:pPr>
              <a:r>
                <a:rPr lang="en-US" altLang="zh-CN" b="0">
                  <a:solidFill>
                    <a:schemeClr val="tx1"/>
                  </a:solidFill>
                  <a:latin typeface="Times New Roman" panose="02020603050405020304" charset="0"/>
                  <a:ea typeface="宋体" panose="02010600030101010101" pitchFamily="2" charset="-122"/>
                </a:rPr>
                <a:t>/usr/joc/foo</a:t>
              </a:r>
              <a:endParaRPr lang="en-US" altLang="zh-CN" b="0">
                <a:solidFill>
                  <a:schemeClr val="tx1"/>
                </a:solidFill>
                <a:latin typeface="Times New Roman" panose="02020603050405020304" charset="0"/>
                <a:ea typeface="宋体" panose="02010600030101010101" pitchFamily="2" charset="-122"/>
              </a:endParaRPr>
            </a:p>
          </p:txBody>
        </p:sp>
        <p:sp>
          <p:nvSpPr>
            <p:cNvPr id="71714" name="直接连接符 63522"/>
            <p:cNvSpPr/>
            <p:nvPr/>
          </p:nvSpPr>
          <p:spPr>
            <a:xfrm>
              <a:off x="2422" y="1870"/>
              <a:ext cx="271"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71715" name="直接连接符 63523"/>
            <p:cNvSpPr/>
            <p:nvPr/>
          </p:nvSpPr>
          <p:spPr>
            <a:xfrm>
              <a:off x="8" y="585"/>
              <a:ext cx="318" cy="0"/>
            </a:xfrm>
            <a:prstGeom prst="line">
              <a:avLst/>
            </a:prstGeom>
            <a:ln w="9525" cap="flat" cmpd="sng">
              <a:solidFill>
                <a:srgbClr val="000000"/>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71716" name="直接连接符 63524"/>
            <p:cNvSpPr/>
            <p:nvPr/>
          </p:nvSpPr>
          <p:spPr>
            <a:xfrm>
              <a:off x="0" y="573"/>
              <a:ext cx="0" cy="1810"/>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71717" name="直接连接符 63525"/>
            <p:cNvSpPr/>
            <p:nvPr/>
          </p:nvSpPr>
          <p:spPr>
            <a:xfrm>
              <a:off x="0" y="2374"/>
              <a:ext cx="2697" cy="0"/>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71718" name="直接连接符 63526"/>
            <p:cNvSpPr/>
            <p:nvPr/>
          </p:nvSpPr>
          <p:spPr>
            <a:xfrm>
              <a:off x="2697" y="1871"/>
              <a:ext cx="0" cy="503"/>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grpSp>
      <p:sp>
        <p:nvSpPr>
          <p:cNvPr id="63528" name="文本框 63527"/>
          <p:cNvSpPr txBox="1"/>
          <p:nvPr/>
        </p:nvSpPr>
        <p:spPr>
          <a:xfrm>
            <a:off x="3736975" y="5702300"/>
            <a:ext cx="2071688" cy="336550"/>
          </a:xfrm>
          <a:prstGeom prst="rect">
            <a:avLst/>
          </a:prstGeom>
          <a:noFill/>
          <a:ln w="9525">
            <a:noFill/>
            <a:miter/>
          </a:ln>
        </p:spPr>
        <p:txBody>
          <a:bodyPr anchor="t">
            <a:spAutoFit/>
          </a:bodyPr>
          <a:p>
            <a:pPr lvl="0">
              <a:spcBef>
                <a:spcPct val="30000"/>
              </a:spcBef>
              <a:buClr>
                <a:srgbClr val="000000"/>
              </a:buClr>
            </a:pPr>
            <a:r>
              <a:rPr lang="zh-CN" altLang="en-US" sz="1600" b="0">
                <a:solidFill>
                  <a:schemeClr val="tx1"/>
                </a:solidFill>
                <a:latin typeface="Arial" panose="02080604020202020204" pitchFamily="34" charset="0"/>
                <a:ea typeface="宋体" panose="02010600030101010101" pitchFamily="2" charset="-122"/>
              </a:rPr>
              <a:t>文件的软链接示意图</a:t>
            </a:r>
            <a:endParaRPr lang="zh-CN" altLang="en-US" sz="1600" b="0">
              <a:solidFill>
                <a:schemeClr val="tx1"/>
              </a:solidFill>
              <a:latin typeface="Arial" panose="02080604020202020204" pitchFamily="34"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63528" grpId="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0657" name="文本框 62465"/>
          <p:cNvSpPr txBox="1"/>
          <p:nvPr/>
        </p:nvSpPr>
        <p:spPr>
          <a:xfrm>
            <a:off x="8493125" y="6510338"/>
            <a:ext cx="376238"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buFont typeface="Wingdings" panose="05000000000000000000" pitchFamily="2" charset="2"/>
              <a:buNone/>
            </a:pPr>
            <a:r>
              <a:rPr lang="en-US" altLang="zh-CN" b="0">
                <a:solidFill>
                  <a:schemeClr val="tx2"/>
                </a:solidFill>
                <a:latin typeface="Times New Roman" panose="02020603050405020304" charset="0"/>
                <a:ea typeface="宋体" panose="02010600030101010101" pitchFamily="2" charset="-122"/>
              </a:rPr>
              <a:t>38</a:t>
            </a:r>
            <a:endParaRPr lang="en-US" altLang="zh-CN" b="0">
              <a:solidFill>
                <a:schemeClr val="tx2"/>
              </a:solidFill>
              <a:latin typeface="Times New Roman" panose="02020603050405020304" charset="0"/>
              <a:ea typeface="宋体" panose="02010600030101010101" pitchFamily="2" charset="-122"/>
            </a:endParaRPr>
          </a:p>
        </p:txBody>
      </p:sp>
      <p:sp>
        <p:nvSpPr>
          <p:cNvPr id="62467" name="矩形 62466"/>
          <p:cNvSpPr/>
          <p:nvPr/>
        </p:nvSpPr>
        <p:spPr>
          <a:xfrm>
            <a:off x="254000" y="717868"/>
            <a:ext cx="8612188" cy="5549265"/>
          </a:xfrm>
          <a:prstGeom prst="rect">
            <a:avLst/>
          </a:prstGeom>
          <a:noFill/>
          <a:ln w="9525">
            <a:noFill/>
            <a:miter/>
          </a:ln>
        </p:spPr>
        <p:txBody>
          <a:bodyPr wrap="square">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30000"/>
              </a:lnSpc>
              <a:buNone/>
            </a:pPr>
            <a:r>
              <a:rPr lang="en-US" altLang="zh-CN" sz="2400" b="1">
                <a:solidFill>
                  <a:schemeClr val="tx1"/>
                </a:solidFill>
                <a:effectLst/>
                <a:latin typeface="宋体" panose="02010600030101010101" pitchFamily="2" charset="-122"/>
                <a:cs typeface="+mn-ea"/>
                <a:sym typeface="+mn-ea"/>
              </a:rPr>
              <a:t>ⅰ </a:t>
            </a:r>
            <a:r>
              <a:rPr lang="x-none" altLang="en-US" sz="2400" b="1">
                <a:solidFill>
                  <a:schemeClr val="tx1"/>
                </a:solidFill>
                <a:effectLst/>
                <a:latin typeface="宋体" panose="02010600030101010101" pitchFamily="2" charset="-122"/>
                <a:cs typeface="+mn-ea"/>
                <a:sym typeface="+mn-ea"/>
              </a:rPr>
              <a:t>硬</a:t>
            </a:r>
            <a:r>
              <a:rPr lang="zh-CN" altLang="en-US" sz="2400" b="1">
                <a:solidFill>
                  <a:schemeClr val="tx1"/>
                </a:solidFill>
                <a:effectLst/>
                <a:latin typeface="宋体" panose="02010600030101010101" pitchFamily="2" charset="-122"/>
                <a:cs typeface="+mn-ea"/>
                <a:sym typeface="+mn-ea"/>
              </a:rPr>
              <a:t>链接</a:t>
            </a:r>
            <a:endParaRPr lang="zh-CN" altLang="en-US" sz="2400" b="1" strike="noStrike" noProof="1">
              <a:solidFill>
                <a:schemeClr val="tx1"/>
              </a:solidFill>
              <a:effectLst/>
              <a:latin typeface="Times New Roman" panose="02020603050405020304" charset="0"/>
              <a:ea typeface="宋体" panose="02010600030101010101" pitchFamily="2" charset="-122"/>
              <a:cs typeface="+mn-ea"/>
            </a:endParaRPr>
          </a:p>
          <a:p>
            <a:pPr marL="533400" lvl="0" indent="-533400" fontAlgn="base">
              <a:lnSpc>
                <a:spcPct val="130000"/>
              </a:lnSpc>
              <a:buNone/>
            </a:pPr>
            <a:r>
              <a:rPr lang="x-none" altLang="zh-CN" sz="2400" strike="noStrike" noProof="1">
                <a:solidFill>
                  <a:schemeClr val="tx1"/>
                </a:solidFill>
                <a:effectLst/>
                <a:latin typeface="Times New Roman" panose="02020603050405020304" charset="0"/>
                <a:ea typeface="宋体" panose="02010600030101010101" pitchFamily="2" charset="-122"/>
                <a:cs typeface="+mn-ea"/>
              </a:rPr>
              <a:t>           系统中的每一个文件或目录，都有一个索引节点，通过该索引节点访问文件或目录的内容。索引节点中也存储了该文件的所有属性(</a:t>
            </a:r>
            <a:r>
              <a:rPr lang="x-none" altLang="zh-CN" sz="2400" strike="noStrike" noProof="1">
                <a:solidFill>
                  <a:srgbClr val="FF0000"/>
                </a:solidFill>
                <a:effectLst/>
                <a:latin typeface="Times New Roman" panose="02020603050405020304" charset="0"/>
                <a:ea typeface="宋体" panose="02010600030101010101" pitchFamily="2" charset="-122"/>
                <a:cs typeface="+mn-ea"/>
              </a:rPr>
              <a:t>不包括文件名</a:t>
            </a:r>
            <a:r>
              <a:rPr lang="x-none" altLang="zh-CN" sz="2400" strike="noStrike" noProof="1">
                <a:solidFill>
                  <a:schemeClr val="tx1"/>
                </a:solidFill>
                <a:effectLst/>
                <a:latin typeface="Times New Roman" panose="02020603050405020304" charset="0"/>
                <a:ea typeface="宋体" panose="02010600030101010101" pitchFamily="2" charset="-122"/>
                <a:cs typeface="+mn-ea"/>
              </a:rPr>
              <a:t>)。</a:t>
            </a:r>
            <a:endParaRPr lang="x-none" altLang="zh-CN" sz="2400" strike="noStrike" noProof="1">
              <a:solidFill>
                <a:schemeClr val="tx1"/>
              </a:solidFill>
              <a:effectLst/>
              <a:latin typeface="Times New Roman" panose="02020603050405020304" charset="0"/>
              <a:ea typeface="宋体" panose="02010600030101010101" pitchFamily="2" charset="-122"/>
              <a:cs typeface="+mn-ea"/>
            </a:endParaRPr>
          </a:p>
          <a:p>
            <a:pPr marL="533400" lvl="0" indent="-533400" fontAlgn="base">
              <a:lnSpc>
                <a:spcPct val="130000"/>
              </a:lnSpc>
              <a:buNone/>
            </a:pPr>
            <a:r>
              <a:rPr lang="x-none" altLang="zh-CN" sz="2400" strike="noStrike" noProof="1">
                <a:solidFill>
                  <a:schemeClr val="tx1"/>
                </a:solidFill>
                <a:effectLst/>
                <a:latin typeface="Times New Roman" panose="02020603050405020304" charset="0"/>
                <a:ea typeface="宋体" panose="02010600030101010101" pitchFamily="2" charset="-122"/>
                <a:cs typeface="+mn-ea"/>
              </a:rPr>
              <a:t>            多个目录项指向同一个索引节点，就是硬链接。   </a:t>
            </a:r>
            <a:endParaRPr lang="x-none" altLang="zh-CN" sz="2400" strike="noStrike" noProof="1">
              <a:solidFill>
                <a:schemeClr val="tx1"/>
              </a:solidFill>
              <a:effectLst/>
              <a:latin typeface="Times New Roman" panose="02020603050405020304" charset="0"/>
              <a:ea typeface="宋体" panose="02010600030101010101" pitchFamily="2" charset="-122"/>
              <a:cs typeface="+mn-ea"/>
            </a:endParaRPr>
          </a:p>
          <a:p>
            <a:pPr marL="533400" lvl="0" indent="-533400" fontAlgn="base">
              <a:lnSpc>
                <a:spcPct val="130000"/>
              </a:lnSpc>
              <a:buNone/>
            </a:pPr>
            <a:r>
              <a:rPr lang="x-none" altLang="zh-CN" sz="2400" strike="noStrike" noProof="1">
                <a:solidFill>
                  <a:schemeClr val="tx1"/>
                </a:solidFill>
                <a:effectLst/>
                <a:latin typeface="Times New Roman" panose="02020603050405020304" charset="0"/>
                <a:ea typeface="宋体" panose="02010600030101010101" pitchFamily="2" charset="-122"/>
                <a:cs typeface="+mn-ea"/>
              </a:rPr>
              <a:t>            删除一个硬链接文件时，引用计数减1，只要不为0，文件索引节点和文件内容仍然存在。</a:t>
            </a:r>
            <a:endParaRPr lang="x-none" altLang="zh-CN" sz="2400" strike="noStrike" noProof="1">
              <a:solidFill>
                <a:schemeClr val="tx1"/>
              </a:solidFill>
              <a:effectLst/>
              <a:latin typeface="Times New Roman" panose="02020603050405020304" charset="0"/>
              <a:ea typeface="宋体" panose="02010600030101010101" pitchFamily="2" charset="-122"/>
              <a:cs typeface="+mn-ea"/>
            </a:endParaRPr>
          </a:p>
          <a:p>
            <a:pPr marL="533400" lvl="0" indent="-533400" fontAlgn="base">
              <a:lnSpc>
                <a:spcPct val="130000"/>
              </a:lnSpc>
              <a:buNone/>
            </a:pPr>
            <a:r>
              <a:rPr lang="x-none" altLang="zh-CN" sz="2400" strike="noStrike" noProof="1">
                <a:solidFill>
                  <a:schemeClr val="tx1"/>
                </a:solidFill>
                <a:effectLst/>
                <a:latin typeface="Times New Roman" panose="02020603050405020304" charset="0"/>
                <a:ea typeface="宋体" panose="02010600030101010101" pitchFamily="2" charset="-122"/>
                <a:cs typeface="+mn-ea"/>
              </a:rPr>
              <a:t>            硬链接只能同一个文件系统中，并且不能是目录。</a:t>
            </a:r>
            <a:endParaRPr lang="x-none" altLang="zh-CN" sz="2400" strike="noStrike" noProof="1">
              <a:solidFill>
                <a:schemeClr val="tx1"/>
              </a:solidFill>
              <a:effectLst/>
              <a:latin typeface="Times New Roman" panose="02020603050405020304" charset="0"/>
              <a:ea typeface="宋体" panose="02010600030101010101" pitchFamily="2" charset="-122"/>
              <a:cs typeface="+mn-ea"/>
            </a:endParaRPr>
          </a:p>
          <a:p>
            <a:pPr marL="533400" lvl="0" indent="-533400" fontAlgn="base">
              <a:lnSpc>
                <a:spcPct val="130000"/>
              </a:lnSpc>
              <a:buNone/>
            </a:pPr>
            <a:endParaRPr lang="x-none" altLang="zh-CN" sz="2400" strike="noStrike" noProof="1">
              <a:solidFill>
                <a:schemeClr val="tx1"/>
              </a:solidFill>
              <a:effectLst/>
              <a:latin typeface="Times New Roman" panose="02020603050405020304" charset="0"/>
              <a:ea typeface="宋体" panose="02010600030101010101" pitchFamily="2" charset="-122"/>
              <a:cs typeface="+mn-ea"/>
            </a:endParaRPr>
          </a:p>
          <a:p>
            <a:pPr marL="533400" lvl="0" indent="-533400" fontAlgn="base">
              <a:lnSpc>
                <a:spcPct val="130000"/>
              </a:lnSpc>
              <a:buNone/>
            </a:pPr>
            <a:r>
              <a:rPr lang="zh-CN" altLang="en-US" sz="2400" strike="noStrike" noProof="1">
                <a:solidFill>
                  <a:schemeClr val="tx1"/>
                </a:solidFill>
                <a:effectLst/>
                <a:latin typeface="Times New Roman" panose="02020603050405020304" charset="0"/>
                <a:ea typeface="宋体" panose="02010600030101010101" pitchFamily="2" charset="-122"/>
                <a:cs typeface="+mn-ea"/>
              </a:rPr>
              <a:t>        下图是文件的</a:t>
            </a:r>
            <a:r>
              <a:rPr lang="x-none" altLang="zh-CN" sz="2400" strike="noStrike" noProof="1">
                <a:solidFill>
                  <a:schemeClr val="tx1"/>
                </a:solidFill>
                <a:effectLst/>
                <a:latin typeface="Times New Roman" panose="02020603050405020304" charset="0"/>
                <a:ea typeface="宋体" panose="02010600030101010101" pitchFamily="2" charset="-122"/>
                <a:cs typeface="+mn-ea"/>
              </a:rPr>
              <a:t>硬</a:t>
            </a:r>
            <a:r>
              <a:rPr lang="zh-CN" altLang="en-US" sz="2400" strike="noStrike" noProof="1">
                <a:solidFill>
                  <a:schemeClr val="tx1"/>
                </a:solidFill>
                <a:effectLst/>
                <a:latin typeface="Times New Roman" panose="02020603050405020304" charset="0"/>
                <a:ea typeface="宋体" panose="02010600030101010101" pitchFamily="2" charset="-122"/>
                <a:cs typeface="+mn-ea"/>
              </a:rPr>
              <a:t>链接示意图。 </a:t>
            </a:r>
            <a:endParaRPr lang="zh-CN" altLang="en-US" sz="2400" strike="noStrike" noProof="1">
              <a:solidFill>
                <a:schemeClr val="tx1"/>
              </a:solidFill>
              <a:effectLst/>
              <a:latin typeface="Times New Roman" panose="02020603050405020304"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62467" grpId="0"/>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2705" name="文本框 63489"/>
          <p:cNvSpPr txBox="1"/>
          <p:nvPr/>
        </p:nvSpPr>
        <p:spPr>
          <a:xfrm>
            <a:off x="8493125" y="6510338"/>
            <a:ext cx="376238"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buFont typeface="Wingdings" panose="05000000000000000000" pitchFamily="2" charset="2"/>
              <a:buNone/>
            </a:pPr>
            <a:r>
              <a:rPr lang="en-US" altLang="zh-CN" b="0">
                <a:solidFill>
                  <a:schemeClr val="tx2"/>
                </a:solidFill>
                <a:latin typeface="Times New Roman" panose="02020603050405020304" charset="0"/>
                <a:ea typeface="宋体" panose="02010600030101010101" pitchFamily="2" charset="-122"/>
              </a:rPr>
              <a:t>39</a:t>
            </a:r>
            <a:endParaRPr lang="en-US" altLang="zh-CN" b="0">
              <a:solidFill>
                <a:schemeClr val="tx2"/>
              </a:solidFill>
              <a:latin typeface="Times New Roman" panose="02020603050405020304" charset="0"/>
              <a:ea typeface="宋体" panose="02010600030101010101" pitchFamily="2" charset="-122"/>
            </a:endParaRPr>
          </a:p>
        </p:txBody>
      </p:sp>
      <p:sp>
        <p:nvSpPr>
          <p:cNvPr id="63492" name="矩形 63491"/>
          <p:cNvSpPr/>
          <p:nvPr/>
        </p:nvSpPr>
        <p:spPr>
          <a:xfrm>
            <a:off x="560388" y="619125"/>
            <a:ext cx="7070725" cy="530225"/>
          </a:xfrm>
          <a:prstGeom prst="rect">
            <a:avLst/>
          </a:prstGeom>
          <a:noFill/>
          <a:ln w="9525">
            <a:noFill/>
            <a:miter/>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914400" lvl="1" indent="-457200" fontAlgn="base">
              <a:lnSpc>
                <a:spcPct val="120000"/>
              </a:lnSpc>
              <a:spcBef>
                <a:spcPct val="20000"/>
              </a:spcBef>
              <a:buNone/>
            </a:pPr>
            <a:r>
              <a:rPr lang="en-US" altLang="zh-CN" sz="2400" b="1" strike="noStrike" noProof="1">
                <a:solidFill>
                  <a:schemeClr val="tx1"/>
                </a:solidFill>
                <a:latin typeface="Times New Roman" panose="02020603050405020304" charset="0"/>
                <a:ea typeface="宋体" panose="02010600030101010101" pitchFamily="2" charset="-122"/>
                <a:cs typeface="+mn-cs"/>
              </a:rPr>
              <a:t>UNIX</a:t>
            </a:r>
            <a:r>
              <a:rPr lang="en-US" altLang="zh-CN" sz="2400" b="1" strike="noStrike" noProof="1">
                <a:solidFill>
                  <a:schemeClr val="tx1"/>
                </a:solidFill>
                <a:latin typeface="宋体" panose="02010600030101010101" pitchFamily="2" charset="-122"/>
                <a:ea typeface="宋体" panose="02010600030101010101" pitchFamily="2" charset="-122"/>
                <a:cs typeface="+mn-cs"/>
              </a:rPr>
              <a:t>/Linux</a:t>
            </a:r>
            <a:r>
              <a:rPr lang="zh-CN" altLang="en-US" sz="2400" b="1" strike="noStrike" noProof="1">
                <a:solidFill>
                  <a:schemeClr val="tx1"/>
                </a:solidFill>
                <a:latin typeface="宋体" panose="02010600030101010101" pitchFamily="2" charset="-122"/>
                <a:ea typeface="宋体" panose="02010600030101010101" pitchFamily="2" charset="-122"/>
                <a:cs typeface="+mn-cs"/>
              </a:rPr>
              <a:t>的</a:t>
            </a:r>
            <a:r>
              <a:rPr lang="x-none" altLang="zh-CN" sz="2400" b="1" strike="noStrike" noProof="1">
                <a:solidFill>
                  <a:schemeClr val="tx1"/>
                </a:solidFill>
                <a:latin typeface="宋体" panose="02010600030101010101" pitchFamily="2" charset="-122"/>
                <a:ea typeface="宋体" panose="02010600030101010101" pitchFamily="2" charset="-122"/>
                <a:cs typeface="+mn-cs"/>
              </a:rPr>
              <a:t>硬</a:t>
            </a:r>
            <a:r>
              <a:rPr lang="zh-CN" altLang="en-US" sz="2400" b="1" strike="noStrike" noProof="1">
                <a:solidFill>
                  <a:schemeClr val="tx1"/>
                </a:solidFill>
                <a:latin typeface="宋体" panose="02010600030101010101" pitchFamily="2" charset="-122"/>
                <a:ea typeface="宋体" panose="02010600030101010101" pitchFamily="2" charset="-122"/>
                <a:cs typeface="+mn-cs"/>
              </a:rPr>
              <a:t>链接文件</a:t>
            </a:r>
            <a:endParaRPr lang="zh-CN" altLang="en-US" sz="2400" b="1" strike="noStrike" noProof="1">
              <a:solidFill>
                <a:schemeClr val="tx1"/>
              </a:solidFill>
              <a:latin typeface="宋体" panose="02010600030101010101" pitchFamily="2" charset="-122"/>
              <a:ea typeface="宋体" panose="02010600030101010101" pitchFamily="2" charset="-122"/>
            </a:endParaRPr>
          </a:p>
        </p:txBody>
      </p:sp>
      <p:grpSp>
        <p:nvGrpSpPr>
          <p:cNvPr id="72708" name="组合 1"/>
          <p:cNvGrpSpPr/>
          <p:nvPr/>
        </p:nvGrpSpPr>
        <p:grpSpPr>
          <a:xfrm>
            <a:off x="2447925" y="1371600"/>
            <a:ext cx="4067175" cy="3556000"/>
            <a:chOff x="3855" y="2160"/>
            <a:chExt cx="6404" cy="5601"/>
          </a:xfrm>
        </p:grpSpPr>
        <p:sp>
          <p:nvSpPr>
            <p:cNvPr id="72709" name="文本框 63494"/>
            <p:cNvSpPr txBox="1"/>
            <p:nvPr/>
          </p:nvSpPr>
          <p:spPr>
            <a:xfrm>
              <a:off x="3910" y="2810"/>
              <a:ext cx="2387" cy="1843"/>
            </a:xfrm>
            <a:prstGeom prst="rect">
              <a:avLst/>
            </a:prstGeom>
            <a:solidFill>
              <a:schemeClr val="bg1"/>
            </a:solidFill>
            <a:ln w="15875" cap="flat" cmpd="sng">
              <a:solidFill>
                <a:srgbClr val="000000"/>
              </a:solidFill>
              <a:prstDash val="solid"/>
              <a:miter/>
              <a:headEnd type="none" w="med" len="med"/>
              <a:tailEnd type="none" w="med" len="med"/>
            </a:ln>
          </p:spPr>
          <p:txBody>
            <a:bodyPr anchor="t"/>
            <a:p>
              <a:pPr lvl="0" algn="just">
                <a:lnSpc>
                  <a:spcPct val="80000"/>
                </a:lnSpc>
                <a:buClr>
                  <a:srgbClr val="000000"/>
                </a:buClr>
              </a:pPr>
              <a:endParaRPr sz="1600">
                <a:solidFill>
                  <a:schemeClr val="tx1"/>
                </a:solidFill>
                <a:latin typeface="Times New Roman" panose="02020603050405020304" charset="0"/>
                <a:ea typeface="宋体" panose="02010600030101010101" pitchFamily="2" charset="-122"/>
              </a:endParaRPr>
            </a:p>
          </p:txBody>
        </p:sp>
        <p:sp>
          <p:nvSpPr>
            <p:cNvPr id="72710" name="直接连接符 63495"/>
            <p:cNvSpPr/>
            <p:nvPr/>
          </p:nvSpPr>
          <p:spPr>
            <a:xfrm>
              <a:off x="3910" y="3373"/>
              <a:ext cx="2390"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72711" name="直接连接符 63496"/>
            <p:cNvSpPr/>
            <p:nvPr/>
          </p:nvSpPr>
          <p:spPr>
            <a:xfrm>
              <a:off x="3910" y="4000"/>
              <a:ext cx="2390"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72712" name="直接连接符 63497"/>
            <p:cNvSpPr/>
            <p:nvPr/>
          </p:nvSpPr>
          <p:spPr>
            <a:xfrm>
              <a:off x="6089" y="3710"/>
              <a:ext cx="944"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72713" name="直接连接符 63499"/>
            <p:cNvSpPr/>
            <p:nvPr/>
          </p:nvSpPr>
          <p:spPr>
            <a:xfrm>
              <a:off x="7034" y="3725"/>
              <a:ext cx="916" cy="0"/>
            </a:xfrm>
            <a:prstGeom prst="line">
              <a:avLst/>
            </a:prstGeom>
            <a:ln w="9525" cap="flat" cmpd="sng">
              <a:solidFill>
                <a:srgbClr val="000000"/>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72714" name="文本框 63500"/>
            <p:cNvSpPr txBox="1"/>
            <p:nvPr/>
          </p:nvSpPr>
          <p:spPr>
            <a:xfrm>
              <a:off x="7978" y="3577"/>
              <a:ext cx="2108" cy="1408"/>
            </a:xfrm>
            <a:prstGeom prst="rect">
              <a:avLst/>
            </a:prstGeom>
            <a:solidFill>
              <a:srgbClr val="FFCCFF"/>
            </a:solidFill>
            <a:ln w="9525" cap="flat" cmpd="sng">
              <a:solidFill>
                <a:srgbClr val="000000"/>
              </a:solidFill>
              <a:prstDash val="solid"/>
              <a:miter/>
              <a:headEnd type="none" w="med" len="med"/>
              <a:tailEnd type="none" w="med" len="med"/>
            </a:ln>
          </p:spPr>
          <p:txBody>
            <a:bodyPr anchor="t"/>
            <a:p>
              <a:pPr lvl="0" algn="just">
                <a:lnSpc>
                  <a:spcPct val="90000"/>
                </a:lnSpc>
                <a:buClr>
                  <a:srgbClr val="000000"/>
                </a:buClr>
              </a:pPr>
              <a:r>
                <a:rPr lang="en-US" altLang="zh-CN" sz="1600">
                  <a:solidFill>
                    <a:schemeClr val="tx1"/>
                  </a:solidFill>
                  <a:latin typeface="Times New Roman" panose="02020603050405020304" charset="0"/>
                  <a:ea typeface="宋体" panose="02010600030101010101" pitchFamily="2" charset="-122"/>
                </a:rPr>
                <a:t>      </a:t>
              </a:r>
              <a:endParaRPr lang="en-US" altLang="zh-CN" sz="1600">
                <a:solidFill>
                  <a:schemeClr val="tx1"/>
                </a:solidFill>
                <a:latin typeface="Times New Roman" panose="02020603050405020304" charset="0"/>
                <a:ea typeface="宋体" panose="02010600030101010101" pitchFamily="2" charset="-122"/>
              </a:endParaRPr>
            </a:p>
            <a:p>
              <a:pPr lvl="0" algn="just">
                <a:lnSpc>
                  <a:spcPct val="90000"/>
                </a:lnSpc>
                <a:buClr>
                  <a:srgbClr val="000000"/>
                </a:buClr>
              </a:pPr>
              <a:endParaRPr lang="en-US" altLang="zh-CN" sz="1600">
                <a:solidFill>
                  <a:schemeClr val="tx1"/>
                </a:solidFill>
                <a:latin typeface="Times New Roman" panose="02020603050405020304" charset="0"/>
                <a:ea typeface="宋体" panose="02010600030101010101" pitchFamily="2" charset="-122"/>
              </a:endParaRPr>
            </a:p>
            <a:p>
              <a:pPr lvl="0" algn="just">
                <a:lnSpc>
                  <a:spcPct val="90000"/>
                </a:lnSpc>
                <a:buClr>
                  <a:srgbClr val="000000"/>
                </a:buClr>
              </a:pPr>
              <a:endParaRPr lang="en-US" altLang="zh-CN" sz="1600">
                <a:solidFill>
                  <a:schemeClr val="tx1"/>
                </a:solidFill>
                <a:latin typeface="Times New Roman" panose="02020603050405020304" charset="0"/>
                <a:ea typeface="宋体" panose="02010600030101010101" pitchFamily="2" charset="-122"/>
              </a:endParaRPr>
            </a:p>
            <a:p>
              <a:pPr lvl="0" algn="just">
                <a:lnSpc>
                  <a:spcPct val="90000"/>
                </a:lnSpc>
                <a:buClr>
                  <a:srgbClr val="000000"/>
                </a:buClr>
              </a:pPr>
              <a:r>
                <a:rPr lang="en-US" altLang="zh-CN" sz="1600">
                  <a:solidFill>
                    <a:schemeClr val="tx1"/>
                  </a:solidFill>
                  <a:latin typeface="Times New Roman" panose="02020603050405020304" charset="0"/>
                  <a:ea typeface="宋体" panose="02010600030101010101" pitchFamily="2" charset="-122"/>
                </a:rPr>
                <a:t>     </a:t>
              </a:r>
              <a:endParaRPr lang="en-US" altLang="zh-CN" sz="1600">
                <a:solidFill>
                  <a:schemeClr val="tx1"/>
                </a:solidFill>
                <a:latin typeface="Times New Roman" panose="02020603050405020304" charset="0"/>
                <a:ea typeface="宋体" panose="02010600030101010101" pitchFamily="2" charset="-122"/>
              </a:endParaRPr>
            </a:p>
          </p:txBody>
        </p:sp>
        <p:sp>
          <p:nvSpPr>
            <p:cNvPr id="72715" name="直接连接符 63501"/>
            <p:cNvSpPr/>
            <p:nvPr/>
          </p:nvSpPr>
          <p:spPr>
            <a:xfrm>
              <a:off x="7978" y="3977"/>
              <a:ext cx="2108"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72716" name="文本框 63502"/>
            <p:cNvSpPr txBox="1"/>
            <p:nvPr/>
          </p:nvSpPr>
          <p:spPr>
            <a:xfrm>
              <a:off x="3855" y="2160"/>
              <a:ext cx="2145" cy="530"/>
            </a:xfrm>
            <a:prstGeom prst="rect">
              <a:avLst/>
            </a:prstGeom>
            <a:noFill/>
            <a:ln w="9525">
              <a:noFill/>
              <a:miter/>
            </a:ln>
          </p:spPr>
          <p:txBody>
            <a:bodyPr anchor="t">
              <a:spAutoFit/>
            </a:bodyPr>
            <a:p>
              <a:pPr lvl="0">
                <a:spcBef>
                  <a:spcPct val="10000"/>
                </a:spcBef>
                <a:buClr>
                  <a:srgbClr val="000000"/>
                </a:buClr>
              </a:pPr>
              <a:r>
                <a:rPr lang="en-US" altLang="zh-CN" sz="1600">
                  <a:solidFill>
                    <a:schemeClr val="tx1"/>
                  </a:solidFill>
                  <a:latin typeface="宋体" panose="02010600030101010101" pitchFamily="2" charset="-122"/>
                  <a:ea typeface="宋体" panose="02010600030101010101" pitchFamily="2" charset="-122"/>
                </a:rPr>
                <a:t>/usr/joc</a:t>
              </a:r>
              <a:endParaRPr lang="en-US" altLang="zh-CN" sz="1600">
                <a:solidFill>
                  <a:schemeClr val="tx1"/>
                </a:solidFill>
                <a:latin typeface="宋体" panose="02010600030101010101" pitchFamily="2" charset="-122"/>
                <a:ea typeface="宋体" panose="02010600030101010101" pitchFamily="2" charset="-122"/>
              </a:endParaRPr>
            </a:p>
          </p:txBody>
        </p:sp>
        <p:sp>
          <p:nvSpPr>
            <p:cNvPr id="72717" name="文本框 63503"/>
            <p:cNvSpPr txBox="1"/>
            <p:nvPr/>
          </p:nvSpPr>
          <p:spPr>
            <a:xfrm>
              <a:off x="4054" y="2758"/>
              <a:ext cx="1408" cy="531"/>
            </a:xfrm>
            <a:prstGeom prst="rect">
              <a:avLst/>
            </a:prstGeom>
            <a:noFill/>
            <a:ln w="9525">
              <a:noFill/>
              <a:miter/>
            </a:ln>
          </p:spPr>
          <p:txBody>
            <a:bodyPr anchor="t">
              <a:spAutoFit/>
            </a:bodyPr>
            <a:p>
              <a:pPr lvl="0">
                <a:lnSpc>
                  <a:spcPct val="80000"/>
                </a:lnSpc>
                <a:buClr>
                  <a:srgbClr val="000000"/>
                </a:buClr>
              </a:pPr>
              <a:r>
                <a:rPr lang="en-US" altLang="zh-CN" sz="2000" dirty="0">
                  <a:solidFill>
                    <a:schemeClr val="tx1"/>
                  </a:solidFill>
                  <a:latin typeface="宋体" panose="02010600030101010101" pitchFamily="2" charset="-122"/>
                  <a:ea typeface="宋体" panose="02010600030101010101" pitchFamily="2" charset="-122"/>
                  <a:sym typeface="Symbol" panose="05050102010706020507" pitchFamily="2" charset="2"/>
                </a:rPr>
                <a:t>...</a:t>
              </a:r>
              <a:endParaRPr lang="en-US" altLang="zh-CN" sz="2000" dirty="0">
                <a:solidFill>
                  <a:schemeClr val="tx1"/>
                </a:solidFill>
                <a:latin typeface="宋体" panose="02010600030101010101" pitchFamily="2" charset="-122"/>
                <a:ea typeface="宋体" panose="02010600030101010101" pitchFamily="2" charset="-122"/>
                <a:sym typeface="Symbol" panose="05050102010706020507" pitchFamily="2" charset="2"/>
              </a:endParaRPr>
            </a:p>
          </p:txBody>
        </p:sp>
        <p:sp>
          <p:nvSpPr>
            <p:cNvPr id="72718" name="文本框 63504"/>
            <p:cNvSpPr txBox="1"/>
            <p:nvPr/>
          </p:nvSpPr>
          <p:spPr>
            <a:xfrm>
              <a:off x="4051" y="3398"/>
              <a:ext cx="1408" cy="553"/>
            </a:xfrm>
            <a:prstGeom prst="rect">
              <a:avLst/>
            </a:prstGeom>
            <a:noFill/>
            <a:ln w="9525">
              <a:noFill/>
              <a:miter/>
            </a:ln>
          </p:spPr>
          <p:txBody>
            <a:bodyPr anchor="t">
              <a:spAutoFit/>
            </a:bodyPr>
            <a:p>
              <a:pPr lvl="0">
                <a:lnSpc>
                  <a:spcPct val="80000"/>
                </a:lnSpc>
                <a:buClr>
                  <a:srgbClr val="000000"/>
                </a:buClr>
              </a:pPr>
              <a:r>
                <a:rPr lang="zh-CN" altLang="en-US" sz="1800" dirty="0">
                  <a:solidFill>
                    <a:schemeClr val="tx1"/>
                  </a:solidFill>
                  <a:latin typeface="Times New Roman" panose="02020603050405020304" charset="0"/>
                  <a:ea typeface="宋体" panose="02010600030101010101" pitchFamily="2" charset="-122"/>
                  <a:sym typeface="Symbol" panose="05050102010706020507" pitchFamily="2" charset="2"/>
                </a:rPr>
                <a:t>foo</a:t>
              </a:r>
              <a:endParaRPr lang="zh-CN" altLang="en-US" sz="1800" dirty="0">
                <a:solidFill>
                  <a:schemeClr val="tx1"/>
                </a:solidFill>
                <a:latin typeface="Times New Roman" panose="02020603050405020304" charset="0"/>
                <a:ea typeface="宋体" panose="02010600030101010101" pitchFamily="2" charset="-122"/>
                <a:sym typeface="Symbol" panose="05050102010706020507" pitchFamily="2" charset="2"/>
              </a:endParaRPr>
            </a:p>
          </p:txBody>
        </p:sp>
        <p:sp>
          <p:nvSpPr>
            <p:cNvPr id="72719" name="文本框 63505"/>
            <p:cNvSpPr txBox="1"/>
            <p:nvPr/>
          </p:nvSpPr>
          <p:spPr>
            <a:xfrm>
              <a:off x="4051" y="3925"/>
              <a:ext cx="1408" cy="531"/>
            </a:xfrm>
            <a:prstGeom prst="rect">
              <a:avLst/>
            </a:prstGeom>
            <a:noFill/>
            <a:ln w="9525">
              <a:noFill/>
              <a:miter/>
            </a:ln>
          </p:spPr>
          <p:txBody>
            <a:bodyPr anchor="t">
              <a:spAutoFit/>
            </a:bodyPr>
            <a:p>
              <a:pPr lvl="0">
                <a:lnSpc>
                  <a:spcPct val="80000"/>
                </a:lnSpc>
                <a:buClr>
                  <a:srgbClr val="000000"/>
                </a:buClr>
              </a:pPr>
              <a:r>
                <a:rPr lang="en-US" altLang="zh-CN" sz="2000" dirty="0">
                  <a:solidFill>
                    <a:schemeClr val="tx1"/>
                  </a:solidFill>
                  <a:latin typeface="宋体" panose="02010600030101010101" pitchFamily="2" charset="-122"/>
                  <a:ea typeface="宋体" panose="02010600030101010101" pitchFamily="2" charset="-122"/>
                  <a:sym typeface="Symbol" panose="05050102010706020507" pitchFamily="2" charset="2"/>
                </a:rPr>
                <a:t>...</a:t>
              </a:r>
              <a:endParaRPr lang="en-US" altLang="zh-CN" sz="2000" dirty="0">
                <a:solidFill>
                  <a:schemeClr val="tx1"/>
                </a:solidFill>
                <a:latin typeface="宋体" panose="02010600030101010101" pitchFamily="2" charset="-122"/>
                <a:ea typeface="宋体" panose="02010600030101010101" pitchFamily="2" charset="-122"/>
                <a:sym typeface="Symbol" panose="05050102010706020507" pitchFamily="2" charset="2"/>
              </a:endParaRPr>
            </a:p>
          </p:txBody>
        </p:sp>
        <p:sp>
          <p:nvSpPr>
            <p:cNvPr id="72720" name="文本框 63506"/>
            <p:cNvSpPr txBox="1"/>
            <p:nvPr/>
          </p:nvSpPr>
          <p:spPr>
            <a:xfrm>
              <a:off x="7929" y="3579"/>
              <a:ext cx="2330" cy="469"/>
            </a:xfrm>
            <a:prstGeom prst="rect">
              <a:avLst/>
            </a:prstGeom>
            <a:noFill/>
            <a:ln w="9525">
              <a:noFill/>
              <a:miter/>
            </a:ln>
          </p:spPr>
          <p:txBody>
            <a:bodyPr anchor="t">
              <a:spAutoFit/>
            </a:bodyPr>
            <a:p>
              <a:pPr lvl="0">
                <a:lnSpc>
                  <a:spcPct val="80000"/>
                </a:lnSpc>
                <a:buClr>
                  <a:srgbClr val="000000"/>
                </a:buClr>
              </a:pPr>
              <a:r>
                <a:rPr lang="zh-CN" altLang="en-US" b="0">
                  <a:solidFill>
                    <a:schemeClr val="tx1"/>
                  </a:solidFill>
                  <a:latin typeface="宋体" panose="02010600030101010101" pitchFamily="2" charset="-122"/>
                  <a:ea typeface="宋体" panose="02010600030101010101" pitchFamily="2" charset="-122"/>
                  <a:sym typeface="Symbol" panose="05050102010706020507" pitchFamily="2" charset="2"/>
                </a:rPr>
                <a:t>引用计数 </a:t>
              </a:r>
              <a:r>
                <a:rPr lang="en-US" altLang="zh-CN" b="0">
                  <a:solidFill>
                    <a:schemeClr val="tx1"/>
                  </a:solidFill>
                  <a:latin typeface="宋体" panose="02010600030101010101" pitchFamily="2" charset="-122"/>
                  <a:ea typeface="宋体" panose="02010600030101010101" pitchFamily="2" charset="-122"/>
                  <a:sym typeface="Symbol" panose="05050102010706020507" pitchFamily="2" charset="2"/>
                </a:rPr>
                <a:t>= </a:t>
              </a:r>
              <a:r>
                <a:rPr lang="zh-CN" altLang="en-US" b="0">
                  <a:solidFill>
                    <a:schemeClr val="tx1"/>
                  </a:solidFill>
                  <a:latin typeface="宋体" panose="02010600030101010101" pitchFamily="2" charset="-122"/>
                  <a:ea typeface="宋体" panose="02010600030101010101" pitchFamily="2" charset="-122"/>
                  <a:sym typeface="Symbol" panose="05050102010706020507" pitchFamily="2" charset="2"/>
                </a:rPr>
                <a:t>2</a:t>
              </a:r>
              <a:endParaRPr lang="zh-CN" altLang="en-US" b="0">
                <a:solidFill>
                  <a:schemeClr val="tx1"/>
                </a:solidFill>
                <a:latin typeface="宋体" panose="02010600030101010101" pitchFamily="2" charset="-122"/>
                <a:ea typeface="宋体" panose="02010600030101010101" pitchFamily="2" charset="-122"/>
                <a:sym typeface="Symbol" panose="05050102010706020507" pitchFamily="2" charset="2"/>
              </a:endParaRPr>
            </a:p>
          </p:txBody>
        </p:sp>
        <p:sp>
          <p:nvSpPr>
            <p:cNvPr id="72721" name="文本框 63507"/>
            <p:cNvSpPr txBox="1"/>
            <p:nvPr/>
          </p:nvSpPr>
          <p:spPr>
            <a:xfrm>
              <a:off x="8243" y="4264"/>
              <a:ext cx="1556" cy="460"/>
            </a:xfrm>
            <a:prstGeom prst="rect">
              <a:avLst/>
            </a:prstGeom>
            <a:noFill/>
            <a:ln w="9525">
              <a:noFill/>
              <a:miter/>
            </a:ln>
          </p:spPr>
          <p:txBody>
            <a:bodyPr wrap="square" anchor="t">
              <a:spAutoFit/>
            </a:bodyPr>
            <a:p>
              <a:pPr lvl="0">
                <a:lnSpc>
                  <a:spcPct val="80000"/>
                </a:lnSpc>
                <a:buClr>
                  <a:srgbClr val="000000"/>
                </a:buClr>
              </a:pPr>
              <a:r>
                <a:rPr lang="zh-CN" altLang="en-US" b="0">
                  <a:solidFill>
                    <a:schemeClr val="tx1"/>
                  </a:solidFill>
                  <a:latin typeface="宋体" panose="02010600030101010101" pitchFamily="2" charset="-122"/>
                  <a:ea typeface="宋体" panose="02010600030101010101" pitchFamily="2" charset="-122"/>
                  <a:sym typeface="Symbol" panose="05050102010706020507" pitchFamily="2" charset="2"/>
                </a:rPr>
                <a:t>文件</a:t>
              </a:r>
              <a:r>
                <a:rPr lang="x-none" altLang="zh-CN" b="0">
                  <a:solidFill>
                    <a:schemeClr val="tx1"/>
                  </a:solidFill>
                  <a:latin typeface="宋体" panose="02010600030101010101" pitchFamily="2" charset="-122"/>
                  <a:ea typeface="宋体" panose="02010600030101010101" pitchFamily="2" charset="-122"/>
                  <a:sym typeface="Symbol" panose="05050102010706020507" pitchFamily="2" charset="2"/>
                </a:rPr>
                <a:t>描述</a:t>
              </a:r>
              <a:endParaRPr lang="zh-CN" altLang="zh-CN" b="0">
                <a:solidFill>
                  <a:schemeClr val="tx1"/>
                </a:solidFill>
                <a:latin typeface="宋体" panose="02010600030101010101" pitchFamily="2" charset="-122"/>
                <a:ea typeface="宋体" panose="02010600030101010101" pitchFamily="2" charset="-122"/>
                <a:sym typeface="Symbol" panose="05050102010706020507" pitchFamily="2" charset="2"/>
              </a:endParaRPr>
            </a:p>
          </p:txBody>
        </p:sp>
        <p:sp>
          <p:nvSpPr>
            <p:cNvPr id="72722" name="文本框 63508"/>
            <p:cNvSpPr txBox="1"/>
            <p:nvPr/>
          </p:nvSpPr>
          <p:spPr>
            <a:xfrm>
              <a:off x="3912" y="5918"/>
              <a:ext cx="2387" cy="1843"/>
            </a:xfrm>
            <a:prstGeom prst="rect">
              <a:avLst/>
            </a:prstGeom>
            <a:solidFill>
              <a:schemeClr val="bg1"/>
            </a:solidFill>
            <a:ln w="15875" cap="flat" cmpd="sng">
              <a:solidFill>
                <a:srgbClr val="000000"/>
              </a:solidFill>
              <a:prstDash val="solid"/>
              <a:miter/>
              <a:headEnd type="none" w="med" len="med"/>
              <a:tailEnd type="none" w="med" len="med"/>
            </a:ln>
          </p:spPr>
          <p:txBody>
            <a:bodyPr anchor="t"/>
            <a:p>
              <a:pPr lvl="0" algn="just">
                <a:lnSpc>
                  <a:spcPct val="80000"/>
                </a:lnSpc>
                <a:buClr>
                  <a:srgbClr val="000000"/>
                </a:buClr>
              </a:pPr>
              <a:endParaRPr sz="1600">
                <a:solidFill>
                  <a:schemeClr val="tx1"/>
                </a:solidFill>
                <a:latin typeface="Times New Roman" panose="02020603050405020304" charset="0"/>
                <a:ea typeface="宋体" panose="02010600030101010101" pitchFamily="2" charset="-122"/>
              </a:endParaRPr>
            </a:p>
          </p:txBody>
        </p:sp>
        <p:sp>
          <p:nvSpPr>
            <p:cNvPr id="72723" name="直接连接符 63509"/>
            <p:cNvSpPr/>
            <p:nvPr/>
          </p:nvSpPr>
          <p:spPr>
            <a:xfrm>
              <a:off x="3912" y="6480"/>
              <a:ext cx="2390"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72724" name="直接连接符 63510"/>
            <p:cNvSpPr/>
            <p:nvPr/>
          </p:nvSpPr>
          <p:spPr>
            <a:xfrm>
              <a:off x="3912" y="7108"/>
              <a:ext cx="2390"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72725" name="直接连接符 63511"/>
            <p:cNvSpPr/>
            <p:nvPr/>
          </p:nvSpPr>
          <p:spPr>
            <a:xfrm>
              <a:off x="6092" y="6818"/>
              <a:ext cx="944"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72726" name="直接连接符 63512"/>
            <p:cNvSpPr/>
            <p:nvPr/>
          </p:nvSpPr>
          <p:spPr>
            <a:xfrm flipV="1">
              <a:off x="7037" y="3895"/>
              <a:ext cx="1" cy="2923"/>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72727" name="直接连接符 63513"/>
            <p:cNvSpPr/>
            <p:nvPr/>
          </p:nvSpPr>
          <p:spPr>
            <a:xfrm>
              <a:off x="7036" y="3899"/>
              <a:ext cx="916" cy="0"/>
            </a:xfrm>
            <a:prstGeom prst="line">
              <a:avLst/>
            </a:prstGeom>
            <a:ln w="9525" cap="flat" cmpd="sng">
              <a:solidFill>
                <a:srgbClr val="000000"/>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72728" name="文本框 63516"/>
            <p:cNvSpPr txBox="1"/>
            <p:nvPr/>
          </p:nvSpPr>
          <p:spPr>
            <a:xfrm>
              <a:off x="3857" y="5268"/>
              <a:ext cx="2145" cy="530"/>
            </a:xfrm>
            <a:prstGeom prst="rect">
              <a:avLst/>
            </a:prstGeom>
            <a:noFill/>
            <a:ln w="9525">
              <a:noFill/>
              <a:miter/>
            </a:ln>
          </p:spPr>
          <p:txBody>
            <a:bodyPr anchor="t">
              <a:spAutoFit/>
            </a:bodyPr>
            <a:p>
              <a:pPr lvl="0">
                <a:spcBef>
                  <a:spcPct val="10000"/>
                </a:spcBef>
                <a:buClr>
                  <a:srgbClr val="000000"/>
                </a:buClr>
              </a:pPr>
              <a:r>
                <a:rPr lang="en-US" altLang="zh-CN" sz="1600">
                  <a:solidFill>
                    <a:schemeClr val="tx1"/>
                  </a:solidFill>
                  <a:latin typeface="宋体" panose="02010600030101010101" pitchFamily="2" charset="-122"/>
                  <a:ea typeface="宋体" panose="02010600030101010101" pitchFamily="2" charset="-122"/>
                </a:rPr>
                <a:t>/usr/sue</a:t>
              </a:r>
              <a:endParaRPr lang="en-US" altLang="zh-CN" sz="1600">
                <a:solidFill>
                  <a:schemeClr val="tx1"/>
                </a:solidFill>
                <a:latin typeface="宋体" panose="02010600030101010101" pitchFamily="2" charset="-122"/>
                <a:ea typeface="宋体" panose="02010600030101010101" pitchFamily="2" charset="-122"/>
              </a:endParaRPr>
            </a:p>
          </p:txBody>
        </p:sp>
        <p:sp>
          <p:nvSpPr>
            <p:cNvPr id="72729" name="文本框 63517"/>
            <p:cNvSpPr txBox="1"/>
            <p:nvPr/>
          </p:nvSpPr>
          <p:spPr>
            <a:xfrm>
              <a:off x="4056" y="5865"/>
              <a:ext cx="1408" cy="531"/>
            </a:xfrm>
            <a:prstGeom prst="rect">
              <a:avLst/>
            </a:prstGeom>
            <a:noFill/>
            <a:ln w="9525">
              <a:noFill/>
              <a:miter/>
            </a:ln>
          </p:spPr>
          <p:txBody>
            <a:bodyPr anchor="t">
              <a:spAutoFit/>
            </a:bodyPr>
            <a:p>
              <a:pPr lvl="0">
                <a:lnSpc>
                  <a:spcPct val="80000"/>
                </a:lnSpc>
                <a:buClr>
                  <a:srgbClr val="000000"/>
                </a:buClr>
              </a:pPr>
              <a:r>
                <a:rPr lang="en-US" altLang="zh-CN" sz="2000" dirty="0">
                  <a:solidFill>
                    <a:schemeClr val="tx1"/>
                  </a:solidFill>
                  <a:latin typeface="宋体" panose="02010600030101010101" pitchFamily="2" charset="-122"/>
                  <a:ea typeface="宋体" panose="02010600030101010101" pitchFamily="2" charset="-122"/>
                  <a:sym typeface="Symbol" panose="05050102010706020507" pitchFamily="2" charset="2"/>
                </a:rPr>
                <a:t>...</a:t>
              </a:r>
              <a:endParaRPr lang="en-US" altLang="zh-CN" sz="2000" dirty="0">
                <a:solidFill>
                  <a:schemeClr val="tx1"/>
                </a:solidFill>
                <a:latin typeface="宋体" panose="02010600030101010101" pitchFamily="2" charset="-122"/>
                <a:ea typeface="宋体" panose="02010600030101010101" pitchFamily="2" charset="-122"/>
                <a:sym typeface="Symbol" panose="05050102010706020507" pitchFamily="2" charset="2"/>
              </a:endParaRPr>
            </a:p>
          </p:txBody>
        </p:sp>
        <p:sp>
          <p:nvSpPr>
            <p:cNvPr id="72730" name="文本框 63518"/>
            <p:cNvSpPr txBox="1"/>
            <p:nvPr/>
          </p:nvSpPr>
          <p:spPr>
            <a:xfrm>
              <a:off x="4053" y="6505"/>
              <a:ext cx="1408" cy="553"/>
            </a:xfrm>
            <a:prstGeom prst="rect">
              <a:avLst/>
            </a:prstGeom>
            <a:noFill/>
            <a:ln w="9525">
              <a:noFill/>
              <a:miter/>
            </a:ln>
          </p:spPr>
          <p:txBody>
            <a:bodyPr anchor="t">
              <a:spAutoFit/>
            </a:bodyPr>
            <a:p>
              <a:pPr lvl="0">
                <a:lnSpc>
                  <a:spcPct val="80000"/>
                </a:lnSpc>
                <a:buClr>
                  <a:srgbClr val="000000"/>
                </a:buClr>
              </a:pPr>
              <a:r>
                <a:rPr lang="zh-CN" altLang="en-US" sz="1800" dirty="0">
                  <a:solidFill>
                    <a:schemeClr val="tx1"/>
                  </a:solidFill>
                  <a:latin typeface="Times New Roman" panose="02020603050405020304" charset="0"/>
                  <a:ea typeface="宋体" panose="02010600030101010101" pitchFamily="2" charset="-122"/>
                  <a:sym typeface="Symbol" panose="05050102010706020507" pitchFamily="2" charset="2"/>
                </a:rPr>
                <a:t>bar</a:t>
              </a:r>
              <a:endParaRPr lang="zh-CN" altLang="en-US" sz="1800" dirty="0">
                <a:solidFill>
                  <a:schemeClr val="tx1"/>
                </a:solidFill>
                <a:latin typeface="Times New Roman" panose="02020603050405020304" charset="0"/>
                <a:ea typeface="宋体" panose="02010600030101010101" pitchFamily="2" charset="-122"/>
                <a:sym typeface="Symbol" panose="05050102010706020507" pitchFamily="2" charset="2"/>
              </a:endParaRPr>
            </a:p>
          </p:txBody>
        </p:sp>
        <p:sp>
          <p:nvSpPr>
            <p:cNvPr id="72731" name="文本框 63519"/>
            <p:cNvSpPr txBox="1"/>
            <p:nvPr/>
          </p:nvSpPr>
          <p:spPr>
            <a:xfrm>
              <a:off x="4053" y="7033"/>
              <a:ext cx="1408" cy="531"/>
            </a:xfrm>
            <a:prstGeom prst="rect">
              <a:avLst/>
            </a:prstGeom>
            <a:noFill/>
            <a:ln w="9525">
              <a:noFill/>
              <a:miter/>
            </a:ln>
          </p:spPr>
          <p:txBody>
            <a:bodyPr anchor="t">
              <a:spAutoFit/>
            </a:bodyPr>
            <a:p>
              <a:pPr lvl="0">
                <a:lnSpc>
                  <a:spcPct val="80000"/>
                </a:lnSpc>
                <a:buClr>
                  <a:srgbClr val="000000"/>
                </a:buClr>
              </a:pPr>
              <a:r>
                <a:rPr lang="en-US" altLang="zh-CN" sz="2000" dirty="0">
                  <a:solidFill>
                    <a:schemeClr val="tx1"/>
                  </a:solidFill>
                  <a:latin typeface="宋体" panose="02010600030101010101" pitchFamily="2" charset="-122"/>
                  <a:ea typeface="宋体" panose="02010600030101010101" pitchFamily="2" charset="-122"/>
                  <a:sym typeface="Symbol" panose="05050102010706020507" pitchFamily="2" charset="2"/>
                </a:rPr>
                <a:t>...</a:t>
              </a:r>
              <a:endParaRPr lang="en-US" altLang="zh-CN" sz="2000" dirty="0">
                <a:solidFill>
                  <a:schemeClr val="tx1"/>
                </a:solidFill>
                <a:latin typeface="宋体" panose="02010600030101010101" pitchFamily="2" charset="-122"/>
                <a:ea typeface="宋体" panose="02010600030101010101" pitchFamily="2" charset="-122"/>
                <a:sym typeface="Symbol" panose="05050102010706020507" pitchFamily="2" charset="2"/>
              </a:endParaRPr>
            </a:p>
          </p:txBody>
        </p:sp>
      </p:grpSp>
      <p:sp>
        <p:nvSpPr>
          <p:cNvPr id="63528" name="文本框 63527"/>
          <p:cNvSpPr txBox="1"/>
          <p:nvPr/>
        </p:nvSpPr>
        <p:spPr>
          <a:xfrm>
            <a:off x="3736975" y="5702300"/>
            <a:ext cx="2071688" cy="335280"/>
          </a:xfrm>
          <a:prstGeom prst="rect">
            <a:avLst/>
          </a:prstGeom>
          <a:noFill/>
          <a:ln w="9525">
            <a:noFill/>
            <a:miter/>
          </a:ln>
        </p:spPr>
        <p:txBody>
          <a:bodyPr anchor="t">
            <a:spAutoFit/>
          </a:bodyPr>
          <a:p>
            <a:pPr lvl="0">
              <a:spcBef>
                <a:spcPct val="30000"/>
              </a:spcBef>
              <a:buClr>
                <a:srgbClr val="000000"/>
              </a:buClr>
            </a:pPr>
            <a:r>
              <a:rPr lang="zh-CN" altLang="en-US" sz="1600" b="0">
                <a:solidFill>
                  <a:schemeClr val="tx1"/>
                </a:solidFill>
                <a:latin typeface="Arial" panose="02080604020202020204" pitchFamily="34" charset="0"/>
                <a:ea typeface="宋体" panose="02010600030101010101" pitchFamily="2" charset="-122"/>
              </a:rPr>
              <a:t>文件的</a:t>
            </a:r>
            <a:r>
              <a:rPr lang="x-none" altLang="zh-CN" sz="1600" b="0">
                <a:solidFill>
                  <a:schemeClr val="tx1"/>
                </a:solidFill>
                <a:latin typeface="Arial" panose="02080604020202020204" pitchFamily="34" charset="0"/>
                <a:ea typeface="宋体" panose="02010600030101010101" pitchFamily="2" charset="-122"/>
              </a:rPr>
              <a:t>硬</a:t>
            </a:r>
            <a:r>
              <a:rPr lang="zh-CN" altLang="en-US" sz="1600" b="0">
                <a:solidFill>
                  <a:schemeClr val="tx1"/>
                </a:solidFill>
                <a:latin typeface="Arial" panose="02080604020202020204" pitchFamily="34" charset="0"/>
                <a:ea typeface="宋体" panose="02010600030101010101" pitchFamily="2" charset="-122"/>
              </a:rPr>
              <a:t>链接示意图</a:t>
            </a:r>
            <a:endParaRPr lang="zh-CN" altLang="en-US" sz="1600" b="0">
              <a:solidFill>
                <a:schemeClr val="tx1"/>
              </a:solidFill>
              <a:latin typeface="Arial" panose="02080604020202020204" pitchFamily="34"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63528" grpId="0"/>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4753" name="标题 90113"/>
          <p:cNvSpPr>
            <a:spLocks noGrp="1"/>
          </p:cNvSpPr>
          <p:nvPr>
            <p:ph type="title"/>
          </p:nvPr>
        </p:nvSpPr>
        <p:spPr>
          <a:xfrm>
            <a:off x="363538" y="709613"/>
            <a:ext cx="8393113" cy="635000"/>
          </a:xfrm>
        </p:spPr>
        <p:txBody>
          <a:bodyPr anchor="b">
            <a:spAutoFit/>
          </a:bodyPr>
          <a:p>
            <a:pPr fontAlgn="base"/>
            <a:r>
              <a:rPr lang="zh-CN" altLang="en-US" sz="3600" strike="noStrike" noProof="1">
                <a:solidFill>
                  <a:srgbClr val="A50021"/>
                </a:solidFill>
              </a:rPr>
              <a:t>利用符号链实现文件共享</a:t>
            </a:r>
            <a:r>
              <a:rPr lang="zh-CN" altLang="zh-CN" sz="3600" strike="noStrike" noProof="1">
                <a:solidFill>
                  <a:srgbClr val="A50021"/>
                </a:solidFill>
              </a:rPr>
              <a:t>（软链接）</a:t>
            </a:r>
            <a:endParaRPr lang="zh-CN" altLang="zh-CN" sz="3600" strike="noStrike" noProof="1">
              <a:solidFill>
                <a:srgbClr val="A50021"/>
              </a:solidFill>
            </a:endParaRPr>
          </a:p>
        </p:txBody>
      </p:sp>
      <p:graphicFrame>
        <p:nvGraphicFramePr>
          <p:cNvPr id="90115" name="表格 90114"/>
          <p:cNvGraphicFramePr/>
          <p:nvPr/>
        </p:nvGraphicFramePr>
        <p:xfrm>
          <a:off x="769938" y="2590800"/>
          <a:ext cx="1592580" cy="1554163"/>
        </p:xfrm>
        <a:graphic>
          <a:graphicData uri="http://schemas.openxmlformats.org/drawingml/2006/table">
            <a:tbl>
              <a:tblPr/>
              <a:tblGrid>
                <a:gridCol w="1087755"/>
                <a:gridCol w="504825"/>
              </a:tblGrid>
              <a:tr h="395288">
                <a:tc>
                  <a:txBody>
                    <a:bodyPr wrap="square"/>
                    <a:lstStyle>
                      <a:lvl1pPr marL="342900" lvl="0" indent="-342900" algn="l" defTabSz="914400" eaLnBrk="1" fontAlgn="base" latinLnBrk="0" hangingPunct="1">
                        <a:lnSpc>
                          <a:spcPct val="100000"/>
                        </a:lnSpc>
                        <a:spcBef>
                          <a:spcPct val="20000"/>
                        </a:spcBef>
                        <a:spcAft>
                          <a:spcPct val="0"/>
                        </a:spcAft>
                        <a:buClr>
                          <a:schemeClr val="bg2"/>
                        </a:buClr>
                        <a:buFont typeface="Monotype Sorts" pitchFamily="2" charset="2"/>
                        <a:buChar char="§"/>
                        <a:defRPr sz="2800" b="0" i="0" u="none" kern="1200" baseline="0">
                          <a:solidFill>
                            <a:schemeClr val="tx1"/>
                          </a:solidFill>
                          <a:latin typeface="Times New Roman" panose="02020603050405020304" charset="0"/>
                          <a:ea typeface="宋体" panose="02010600030101010101" pitchFamily="2" charset="-122"/>
                        </a:defRPr>
                      </a:lvl1pPr>
                      <a:lvl2pPr marL="742950" lvl="1" indent="-285750">
                        <a:buSzPct val="50000"/>
                        <a:defRPr sz="2400" kern="1200"/>
                      </a:lvl2pPr>
                      <a:lvl3pPr marL="1143000" lvl="2" indent="-228600">
                        <a:defRPr sz="2000" kern="1200"/>
                      </a:lvl3pPr>
                      <a:lvl4pPr marL="1600200" lvl="3" indent="-228600">
                        <a:defRPr sz="1800" kern="1200"/>
                      </a:lvl4pPr>
                      <a:lvl5pPr marL="2057400" lvl="4" indent="-228600">
                        <a:defRPr sz="1800" kern="1200"/>
                      </a:lvl5pPr>
                    </a:lstStyle>
                    <a:p>
                      <a:pPr marL="0" lvl="0" indent="0">
                        <a:buNone/>
                      </a:pPr>
                    </a:p>
                  </a:txBody>
                  <a:tcPr vert="horz" anchor="t">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Clr>
                          <a:schemeClr val="bg2"/>
                        </a:buClr>
                        <a:buFont typeface="Monotype Sorts" pitchFamily="2" charset="2"/>
                        <a:buChar char="§"/>
                        <a:defRPr sz="2800" b="0" i="0" u="none" kern="1200" baseline="0">
                          <a:solidFill>
                            <a:schemeClr val="tx1"/>
                          </a:solidFill>
                          <a:latin typeface="Times New Roman" panose="02020603050405020304" charset="0"/>
                          <a:ea typeface="宋体" panose="02010600030101010101" pitchFamily="2" charset="-122"/>
                        </a:defRPr>
                      </a:lvl1pPr>
                      <a:lvl2pPr marL="742950" lvl="1" indent="-285750">
                        <a:buSzPct val="50000"/>
                        <a:defRPr sz="2400" kern="1200"/>
                      </a:lvl2pPr>
                      <a:lvl3pPr marL="1143000" lvl="2" indent="-228600">
                        <a:defRPr sz="2000" kern="1200"/>
                      </a:lvl3pPr>
                      <a:lvl4pPr marL="1600200" lvl="3" indent="-228600">
                        <a:defRPr sz="1800" kern="1200"/>
                      </a:lvl4pPr>
                      <a:lvl5pPr marL="2057400" lvl="4" indent="-228600">
                        <a:defRPr sz="1800" kern="1200"/>
                      </a:lvl5pPr>
                    </a:lstStyle>
                    <a:p>
                      <a:pPr marL="0" lvl="0" indent="0">
                        <a:buNone/>
                      </a:pPr>
                    </a:p>
                  </a:txBody>
                  <a:tcPr vert="horz" anchor="t">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518160">
                <a:tc>
                  <a:txBody>
                    <a:bodyPr wrap="square"/>
                    <a:lstStyle>
                      <a:lvl1pPr marL="342900" lvl="0" indent="-342900" algn="l" defTabSz="914400" eaLnBrk="1" fontAlgn="base" latinLnBrk="0" hangingPunct="1">
                        <a:lnSpc>
                          <a:spcPct val="100000"/>
                        </a:lnSpc>
                        <a:spcBef>
                          <a:spcPct val="20000"/>
                        </a:spcBef>
                        <a:spcAft>
                          <a:spcPct val="0"/>
                        </a:spcAft>
                        <a:buClr>
                          <a:schemeClr val="bg2"/>
                        </a:buClr>
                        <a:buFont typeface="Monotype Sorts" pitchFamily="2" charset="2"/>
                        <a:buChar char="§"/>
                        <a:defRPr sz="2800" b="0" i="0" u="none" kern="1200" baseline="0">
                          <a:solidFill>
                            <a:schemeClr val="tx1"/>
                          </a:solidFill>
                          <a:latin typeface="Times New Roman" panose="02020603050405020304" charset="0"/>
                          <a:ea typeface="宋体" panose="02010600030101010101" pitchFamily="2" charset="-122"/>
                        </a:defRPr>
                      </a:lvl1pPr>
                      <a:lvl2pPr marL="742950" lvl="1" indent="-285750">
                        <a:buSzPct val="50000"/>
                        <a:defRPr sz="2400" kern="1200"/>
                      </a:lvl2pPr>
                      <a:lvl3pPr marL="1143000" lvl="2" indent="-228600">
                        <a:defRPr sz="2000" kern="1200"/>
                      </a:lvl3pPr>
                      <a:lvl4pPr marL="1600200" lvl="3" indent="-228600">
                        <a:defRPr sz="1800" kern="1200"/>
                      </a:lvl4pPr>
                      <a:lvl5pPr marL="2057400" lvl="4" indent="-228600">
                        <a:defRPr sz="1800" kern="1200"/>
                      </a:lvl5pPr>
                    </a:lstStyle>
                    <a:p>
                      <a:pPr marL="0" lvl="0" indent="0">
                        <a:buNone/>
                      </a:pPr>
                    </a:p>
                  </a:txBody>
                  <a:tcPr vert="horz" anchor="t">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Clr>
                          <a:schemeClr val="bg2"/>
                        </a:buClr>
                        <a:buFont typeface="Monotype Sorts" pitchFamily="2" charset="2"/>
                        <a:buChar char="§"/>
                        <a:defRPr sz="2800" b="0" i="0" u="none" kern="1200" baseline="0">
                          <a:solidFill>
                            <a:schemeClr val="tx1"/>
                          </a:solidFill>
                          <a:latin typeface="Times New Roman" panose="02020603050405020304" charset="0"/>
                          <a:ea typeface="宋体" panose="02010600030101010101" pitchFamily="2" charset="-122"/>
                        </a:defRPr>
                      </a:lvl1pPr>
                      <a:lvl2pPr marL="742950" lvl="1" indent="-285750">
                        <a:buSzPct val="50000"/>
                        <a:defRPr sz="2400" kern="1200"/>
                      </a:lvl2pPr>
                      <a:lvl3pPr marL="1143000" lvl="2" indent="-228600">
                        <a:defRPr sz="2000" kern="1200"/>
                      </a:lvl3pPr>
                      <a:lvl4pPr marL="1600200" lvl="3" indent="-228600">
                        <a:defRPr sz="1800" kern="1200"/>
                      </a:lvl4pPr>
                      <a:lvl5pPr marL="2057400" lvl="4" indent="-228600">
                        <a:defRPr sz="1800" kern="1200"/>
                      </a:lvl5pPr>
                    </a:lstStyle>
                    <a:p>
                      <a:pPr marL="0" lvl="0" indent="0">
                        <a:buNone/>
                      </a:pPr>
                    </a:p>
                  </a:txBody>
                  <a:tcPr vert="horz" anchor="t">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517525">
                <a:tc>
                  <a:txBody>
                    <a:bodyPr wrap="square"/>
                    <a:lstStyle>
                      <a:lvl1pPr marL="342900" lvl="0" indent="-342900" algn="l" defTabSz="914400" eaLnBrk="1" fontAlgn="base" latinLnBrk="0" hangingPunct="1">
                        <a:lnSpc>
                          <a:spcPct val="100000"/>
                        </a:lnSpc>
                        <a:spcBef>
                          <a:spcPct val="20000"/>
                        </a:spcBef>
                        <a:spcAft>
                          <a:spcPct val="0"/>
                        </a:spcAft>
                        <a:buClr>
                          <a:schemeClr val="bg2"/>
                        </a:buClr>
                        <a:buFont typeface="Monotype Sorts" pitchFamily="2" charset="2"/>
                        <a:buChar char="§"/>
                        <a:defRPr sz="2800" b="0" i="0" u="none" kern="1200" baseline="0">
                          <a:solidFill>
                            <a:schemeClr val="tx1"/>
                          </a:solidFill>
                          <a:latin typeface="Times New Roman" panose="02020603050405020304" charset="0"/>
                          <a:ea typeface="宋体" panose="02010600030101010101" pitchFamily="2" charset="-122"/>
                        </a:defRPr>
                      </a:lvl1pPr>
                      <a:lvl2pPr marL="742950" lvl="1" indent="-285750">
                        <a:buSzPct val="50000"/>
                        <a:defRPr sz="2400" kern="1200"/>
                      </a:lvl2pPr>
                      <a:lvl3pPr marL="1143000" lvl="2" indent="-228600">
                        <a:defRPr sz="2000" kern="1200"/>
                      </a:lvl3pPr>
                      <a:lvl4pPr marL="1600200" lvl="3" indent="-228600">
                        <a:defRPr sz="1800" kern="1200"/>
                      </a:lvl4pPr>
                      <a:lvl5pPr marL="2057400" lvl="4" indent="-228600">
                        <a:defRPr sz="1800" kern="1200"/>
                      </a:lvl5pPr>
                    </a:lstStyle>
                    <a:p>
                      <a:pPr marL="0" lvl="0" indent="0">
                        <a:buNone/>
                      </a:pPr>
                      <a:r>
                        <a:rPr lang="zh-CN" altLang="en-US" sz="2400" dirty="0"/>
                        <a:t>test</a:t>
                      </a:r>
                      <a:r>
                        <a:rPr lang="x-none" altLang="zh-CN" sz="2400" dirty="0"/>
                        <a:t>1</a:t>
                      </a:r>
                      <a:endParaRPr lang="x-none" altLang="zh-CN" sz="2400" dirty="0"/>
                    </a:p>
                  </a:txBody>
                  <a:tcPr vert="horz" anchor="t">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Clr>
                          <a:schemeClr val="bg2"/>
                        </a:buClr>
                        <a:buFont typeface="Monotype Sorts" pitchFamily="2" charset="2"/>
                        <a:buChar char="§"/>
                        <a:defRPr sz="2800" b="0" i="0" u="none" kern="1200" baseline="0">
                          <a:solidFill>
                            <a:schemeClr val="tx1"/>
                          </a:solidFill>
                          <a:latin typeface="Times New Roman" panose="02020603050405020304" charset="0"/>
                          <a:ea typeface="宋体" panose="02010600030101010101" pitchFamily="2" charset="-122"/>
                        </a:defRPr>
                      </a:lvl1pPr>
                      <a:lvl2pPr marL="742950" lvl="1" indent="-285750">
                        <a:buSzPct val="50000"/>
                        <a:defRPr sz="2400" kern="1200"/>
                      </a:lvl2pPr>
                      <a:lvl3pPr marL="1143000" lvl="2" indent="-228600">
                        <a:defRPr sz="2000" kern="1200"/>
                      </a:lvl3pPr>
                      <a:lvl4pPr marL="1600200" lvl="3" indent="-228600">
                        <a:defRPr sz="1800" kern="1200"/>
                      </a:lvl4pPr>
                      <a:lvl5pPr marL="2057400" lvl="4" indent="-228600">
                        <a:defRPr sz="1800" kern="1200"/>
                      </a:lvl5pPr>
                    </a:lstStyle>
                    <a:p>
                      <a:pPr marL="0" lvl="0" indent="0">
                        <a:buNone/>
                      </a:pPr>
                    </a:p>
                  </a:txBody>
                  <a:tcPr vert="horz" anchor="t">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bl>
          </a:graphicData>
        </a:graphic>
      </p:graphicFrame>
      <p:sp>
        <p:nvSpPr>
          <p:cNvPr id="74768" name="文本框 90128"/>
          <p:cNvSpPr txBox="1"/>
          <p:nvPr/>
        </p:nvSpPr>
        <p:spPr>
          <a:xfrm>
            <a:off x="1143000" y="2133600"/>
            <a:ext cx="1295400" cy="457200"/>
          </a:xfrm>
          <a:prstGeom prst="rect">
            <a:avLst/>
          </a:prstGeom>
          <a:noFill/>
          <a:ln w="9525">
            <a:noFill/>
            <a:miter/>
          </a:ln>
        </p:spPr>
        <p:txBody>
          <a:bodyPr anchor="t">
            <a:spAutoFit/>
          </a:bodyPr>
          <a:p>
            <a:pPr lvl="0">
              <a:spcBef>
                <a:spcPct val="50000"/>
              </a:spcBef>
            </a:pPr>
            <a:r>
              <a:rPr lang="zh-CN" altLang="en-US" sz="2000" b="0">
                <a:solidFill>
                  <a:schemeClr val="tx1"/>
                </a:solidFill>
                <a:latin typeface="Tahoma" pitchFamily="2" charset="0"/>
                <a:ea typeface="宋体" panose="02010600030101010101" pitchFamily="2" charset="-122"/>
              </a:rPr>
              <a:t>目录</a:t>
            </a:r>
            <a:r>
              <a:rPr lang="en-US" altLang="zh-CN" sz="1800" b="0">
                <a:solidFill>
                  <a:schemeClr val="tx1"/>
                </a:solidFill>
                <a:latin typeface="Arial" panose="02080604020202020204" pitchFamily="34" charset="0"/>
                <a:ea typeface="宋体" panose="02010600030101010101" pitchFamily="2" charset="-122"/>
              </a:rPr>
              <a:t>C</a:t>
            </a:r>
            <a:endParaRPr lang="en-US" altLang="zh-CN" sz="1800" b="0">
              <a:solidFill>
                <a:schemeClr val="tx1"/>
              </a:solidFill>
              <a:latin typeface="Arial" panose="02080604020202020204" pitchFamily="34" charset="0"/>
              <a:ea typeface="宋体" panose="02010600030101010101" pitchFamily="2" charset="-122"/>
            </a:endParaRPr>
          </a:p>
        </p:txBody>
      </p:sp>
      <p:graphicFrame>
        <p:nvGraphicFramePr>
          <p:cNvPr id="90130" name="表格 90129"/>
          <p:cNvGraphicFramePr/>
          <p:nvPr/>
        </p:nvGraphicFramePr>
        <p:xfrm>
          <a:off x="2743200" y="2590800"/>
          <a:ext cx="1509713" cy="1555750"/>
        </p:xfrm>
        <a:graphic>
          <a:graphicData uri="http://schemas.openxmlformats.org/drawingml/2006/table">
            <a:tbl>
              <a:tblPr/>
              <a:tblGrid>
                <a:gridCol w="1030605"/>
                <a:gridCol w="478790"/>
              </a:tblGrid>
              <a:tr h="395288">
                <a:tc>
                  <a:txBody>
                    <a:bodyPr wrap="square"/>
                    <a:lstStyle>
                      <a:lvl1pPr marL="342900" lvl="0" indent="-342900" algn="l" defTabSz="914400" eaLnBrk="1" fontAlgn="base" latinLnBrk="0" hangingPunct="1">
                        <a:lnSpc>
                          <a:spcPct val="100000"/>
                        </a:lnSpc>
                        <a:spcBef>
                          <a:spcPct val="20000"/>
                        </a:spcBef>
                        <a:spcAft>
                          <a:spcPct val="0"/>
                        </a:spcAft>
                        <a:buClr>
                          <a:schemeClr val="bg2"/>
                        </a:buClr>
                        <a:buFont typeface="Monotype Sorts" pitchFamily="2" charset="2"/>
                        <a:buChar char="§"/>
                        <a:defRPr sz="2800" b="0" i="0" u="none" kern="1200" baseline="0">
                          <a:solidFill>
                            <a:schemeClr val="tx1"/>
                          </a:solidFill>
                          <a:latin typeface="Times New Roman" panose="02020603050405020304" charset="0"/>
                          <a:ea typeface="宋体" panose="02010600030101010101" pitchFamily="2" charset="-122"/>
                        </a:defRPr>
                      </a:lvl1pPr>
                      <a:lvl2pPr marL="742950" lvl="1" indent="-285750">
                        <a:buSzPct val="50000"/>
                        <a:defRPr sz="2400" kern="1200"/>
                      </a:lvl2pPr>
                      <a:lvl3pPr marL="1143000" lvl="2" indent="-228600">
                        <a:defRPr sz="2000" kern="1200"/>
                      </a:lvl3pPr>
                      <a:lvl4pPr marL="1600200" lvl="3" indent="-228600">
                        <a:defRPr sz="1800" kern="1200"/>
                      </a:lvl4pPr>
                      <a:lvl5pPr marL="2057400" lvl="4" indent="-228600">
                        <a:defRPr sz="1800" kern="1200"/>
                      </a:lvl5pPr>
                    </a:lstStyle>
                    <a:p>
                      <a:pPr marL="0" lvl="0" indent="0">
                        <a:buNone/>
                      </a:pPr>
                    </a:p>
                  </a:txBody>
                  <a:tcPr vert="horz" anchor="t">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Clr>
                          <a:schemeClr val="bg2"/>
                        </a:buClr>
                        <a:buFont typeface="Monotype Sorts" pitchFamily="2" charset="2"/>
                        <a:buChar char="§"/>
                        <a:defRPr sz="2800" b="0" i="0" u="none" kern="1200" baseline="0">
                          <a:solidFill>
                            <a:schemeClr val="tx1"/>
                          </a:solidFill>
                          <a:latin typeface="Times New Roman" panose="02020603050405020304" charset="0"/>
                          <a:ea typeface="宋体" panose="02010600030101010101" pitchFamily="2" charset="-122"/>
                        </a:defRPr>
                      </a:lvl1pPr>
                      <a:lvl2pPr marL="742950" lvl="1" indent="-285750">
                        <a:buSzPct val="50000"/>
                        <a:defRPr sz="2400" kern="1200"/>
                      </a:lvl2pPr>
                      <a:lvl3pPr marL="1143000" lvl="2" indent="-228600">
                        <a:defRPr sz="2000" kern="1200"/>
                      </a:lvl3pPr>
                      <a:lvl4pPr marL="1600200" lvl="3" indent="-228600">
                        <a:defRPr sz="1800" kern="1200"/>
                      </a:lvl4pPr>
                      <a:lvl5pPr marL="2057400" lvl="4" indent="-228600">
                        <a:defRPr sz="1800" kern="1200"/>
                      </a:lvl5pPr>
                    </a:lstStyle>
                    <a:p>
                      <a:pPr marL="0" lvl="0" indent="0">
                        <a:buNone/>
                      </a:pPr>
                    </a:p>
                  </a:txBody>
                  <a:tcPr vert="horz" anchor="t">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519112">
                <a:tc>
                  <a:txBody>
                    <a:bodyPr wrap="square"/>
                    <a:lstStyle>
                      <a:lvl1pPr marL="342900" lvl="0" indent="-342900" algn="l" defTabSz="914400" eaLnBrk="1" fontAlgn="base" latinLnBrk="0" hangingPunct="1">
                        <a:lnSpc>
                          <a:spcPct val="100000"/>
                        </a:lnSpc>
                        <a:spcBef>
                          <a:spcPct val="20000"/>
                        </a:spcBef>
                        <a:spcAft>
                          <a:spcPct val="0"/>
                        </a:spcAft>
                        <a:buClr>
                          <a:schemeClr val="bg2"/>
                        </a:buClr>
                        <a:buFont typeface="Monotype Sorts" pitchFamily="2" charset="2"/>
                        <a:buChar char="§"/>
                        <a:defRPr sz="2800" b="0" i="0" u="none" kern="1200" baseline="0">
                          <a:solidFill>
                            <a:schemeClr val="tx1"/>
                          </a:solidFill>
                          <a:latin typeface="Times New Roman" panose="02020603050405020304" charset="0"/>
                          <a:ea typeface="宋体" panose="02010600030101010101" pitchFamily="2" charset="-122"/>
                        </a:defRPr>
                      </a:lvl1pPr>
                      <a:lvl2pPr marL="742950" lvl="1" indent="-285750">
                        <a:buSzPct val="50000"/>
                        <a:defRPr sz="2400" kern="1200"/>
                      </a:lvl2pPr>
                      <a:lvl3pPr marL="1143000" lvl="2" indent="-228600">
                        <a:defRPr sz="2000" kern="1200"/>
                      </a:lvl3pPr>
                      <a:lvl4pPr marL="1600200" lvl="3" indent="-228600">
                        <a:defRPr sz="1800" kern="1200"/>
                      </a:lvl4pPr>
                      <a:lvl5pPr marL="2057400" lvl="4" indent="-228600">
                        <a:defRPr sz="1800" kern="1200"/>
                      </a:lvl5pPr>
                    </a:lstStyle>
                    <a:p>
                      <a:pPr marL="0" lvl="0" indent="0">
                        <a:buNone/>
                      </a:pPr>
                      <a:r>
                        <a:rPr lang="zh-CN" altLang="en-US" sz="2400" dirty="0"/>
                        <a:t>test2</a:t>
                      </a:r>
                      <a:endParaRPr lang="zh-CN" altLang="en-US" sz="2400" dirty="0"/>
                    </a:p>
                  </a:txBody>
                  <a:tcPr vert="horz" anchor="t">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Clr>
                          <a:schemeClr val="bg2"/>
                        </a:buClr>
                        <a:buFont typeface="Monotype Sorts" pitchFamily="2" charset="2"/>
                        <a:buChar char="§"/>
                        <a:defRPr sz="2800" b="0" i="0" u="none" kern="1200" baseline="0">
                          <a:solidFill>
                            <a:schemeClr val="tx1"/>
                          </a:solidFill>
                          <a:latin typeface="Times New Roman" panose="02020603050405020304" charset="0"/>
                          <a:ea typeface="宋体" panose="02010600030101010101" pitchFamily="2" charset="-122"/>
                        </a:defRPr>
                      </a:lvl1pPr>
                      <a:lvl2pPr marL="742950" lvl="1" indent="-285750">
                        <a:buSzPct val="50000"/>
                        <a:defRPr sz="2400" kern="1200"/>
                      </a:lvl2pPr>
                      <a:lvl3pPr marL="1143000" lvl="2" indent="-228600">
                        <a:defRPr sz="2000" kern="1200"/>
                      </a:lvl3pPr>
                      <a:lvl4pPr marL="1600200" lvl="3" indent="-228600">
                        <a:defRPr sz="1800" kern="1200"/>
                      </a:lvl4pPr>
                      <a:lvl5pPr marL="2057400" lvl="4" indent="-228600">
                        <a:defRPr sz="1800" kern="1200"/>
                      </a:lvl5pPr>
                    </a:lstStyle>
                    <a:p>
                      <a:pPr marL="0" lvl="0" indent="0">
                        <a:buNone/>
                      </a:pPr>
                    </a:p>
                  </a:txBody>
                  <a:tcPr vert="horz" anchor="t">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95288">
                <a:tc>
                  <a:txBody>
                    <a:bodyPr wrap="square"/>
                    <a:lstStyle>
                      <a:lvl1pPr marL="342900" lvl="0" indent="-342900" algn="l" defTabSz="914400" eaLnBrk="1" fontAlgn="base" latinLnBrk="0" hangingPunct="1">
                        <a:lnSpc>
                          <a:spcPct val="100000"/>
                        </a:lnSpc>
                        <a:spcBef>
                          <a:spcPct val="20000"/>
                        </a:spcBef>
                        <a:spcAft>
                          <a:spcPct val="0"/>
                        </a:spcAft>
                        <a:buClr>
                          <a:schemeClr val="bg2"/>
                        </a:buClr>
                        <a:buFont typeface="Monotype Sorts" pitchFamily="2" charset="2"/>
                        <a:buChar char="§"/>
                        <a:defRPr sz="2800" b="0" i="0" u="none" kern="1200" baseline="0">
                          <a:solidFill>
                            <a:schemeClr val="tx1"/>
                          </a:solidFill>
                          <a:latin typeface="Times New Roman" panose="02020603050405020304" charset="0"/>
                          <a:ea typeface="宋体" panose="02010600030101010101" pitchFamily="2" charset="-122"/>
                        </a:defRPr>
                      </a:lvl1pPr>
                      <a:lvl2pPr marL="742950" lvl="1" indent="-285750">
                        <a:buSzPct val="50000"/>
                        <a:defRPr sz="2400" kern="1200"/>
                      </a:lvl2pPr>
                      <a:lvl3pPr marL="1143000" lvl="2" indent="-228600">
                        <a:defRPr sz="2000" kern="1200"/>
                      </a:lvl3pPr>
                      <a:lvl4pPr marL="1600200" lvl="3" indent="-228600">
                        <a:defRPr sz="1800" kern="1200"/>
                      </a:lvl4pPr>
                      <a:lvl5pPr marL="2057400" lvl="4" indent="-228600">
                        <a:defRPr sz="1800" kern="1200"/>
                      </a:lvl5pPr>
                    </a:lstStyle>
                    <a:p>
                      <a:pPr marL="0" lvl="0" indent="0">
                        <a:buNone/>
                      </a:pPr>
                    </a:p>
                  </a:txBody>
                  <a:tcPr vert="horz" anchor="t">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Clr>
                          <a:schemeClr val="bg2"/>
                        </a:buClr>
                        <a:buFont typeface="Monotype Sorts" pitchFamily="2" charset="2"/>
                        <a:buChar char="§"/>
                        <a:defRPr sz="2800" b="0" i="0" u="none" kern="1200" baseline="0">
                          <a:solidFill>
                            <a:schemeClr val="tx1"/>
                          </a:solidFill>
                          <a:latin typeface="Times New Roman" panose="02020603050405020304" charset="0"/>
                          <a:ea typeface="宋体" panose="02010600030101010101" pitchFamily="2" charset="-122"/>
                        </a:defRPr>
                      </a:lvl1pPr>
                      <a:lvl2pPr marL="742950" lvl="1" indent="-285750">
                        <a:buSzPct val="50000"/>
                        <a:defRPr sz="2400" kern="1200"/>
                      </a:lvl2pPr>
                      <a:lvl3pPr marL="1143000" lvl="2" indent="-228600">
                        <a:defRPr sz="2000" kern="1200"/>
                      </a:lvl3pPr>
                      <a:lvl4pPr marL="1600200" lvl="3" indent="-228600">
                        <a:defRPr sz="1800" kern="1200"/>
                      </a:lvl4pPr>
                      <a:lvl5pPr marL="2057400" lvl="4" indent="-228600">
                        <a:defRPr sz="1800" kern="1200"/>
                      </a:lvl5pPr>
                    </a:lstStyle>
                    <a:p>
                      <a:pPr marL="0" lvl="0" indent="0">
                        <a:buNone/>
                      </a:pPr>
                    </a:p>
                  </a:txBody>
                  <a:tcPr vert="horz" anchor="t">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bl>
          </a:graphicData>
        </a:graphic>
      </p:graphicFrame>
      <p:graphicFrame>
        <p:nvGraphicFramePr>
          <p:cNvPr id="90144" name="表格 90143"/>
          <p:cNvGraphicFramePr/>
          <p:nvPr/>
        </p:nvGraphicFramePr>
        <p:xfrm>
          <a:off x="840740" y="4267200"/>
          <a:ext cx="1557655" cy="946150"/>
        </p:xfrm>
        <a:graphic>
          <a:graphicData uri="http://schemas.openxmlformats.org/drawingml/2006/table">
            <a:tbl>
              <a:tblPr/>
              <a:tblGrid>
                <a:gridCol w="1557655"/>
              </a:tblGrid>
              <a:tr h="946150">
                <a:tc>
                  <a:txBody>
                    <a:bodyPr wrap="square"/>
                    <a:lstStyle>
                      <a:lvl1pPr marL="342900" lvl="0" indent="-342900" algn="l" defTabSz="914400" eaLnBrk="1" fontAlgn="base" latinLnBrk="0" hangingPunct="1">
                        <a:lnSpc>
                          <a:spcPct val="100000"/>
                        </a:lnSpc>
                        <a:spcBef>
                          <a:spcPct val="20000"/>
                        </a:spcBef>
                        <a:spcAft>
                          <a:spcPct val="0"/>
                        </a:spcAft>
                        <a:buClr>
                          <a:schemeClr val="bg2"/>
                        </a:buClr>
                        <a:buFont typeface="Monotype Sorts" pitchFamily="2" charset="2"/>
                        <a:buChar char="§"/>
                        <a:defRPr sz="2800" b="0" i="0" u="none" kern="1200" baseline="0">
                          <a:solidFill>
                            <a:schemeClr val="tx1"/>
                          </a:solidFill>
                          <a:latin typeface="Times New Roman" panose="02020603050405020304" charset="0"/>
                          <a:ea typeface="宋体" panose="02010600030101010101" pitchFamily="2" charset="-122"/>
                        </a:defRPr>
                      </a:lvl1pPr>
                      <a:lvl2pPr marL="742950" lvl="1" indent="-285750">
                        <a:buSzPct val="50000"/>
                        <a:defRPr sz="2400" kern="1200"/>
                      </a:lvl2pPr>
                      <a:lvl3pPr marL="1143000" lvl="2" indent="-228600">
                        <a:defRPr sz="2000" kern="1200"/>
                      </a:lvl3pPr>
                      <a:lvl4pPr marL="1600200" lvl="3" indent="-228600">
                        <a:defRPr sz="1800" kern="1200"/>
                      </a:lvl4pPr>
                      <a:lvl5pPr marL="2057400" lvl="4" indent="-228600">
                        <a:defRPr sz="1800" kern="1200"/>
                      </a:lvl5pPr>
                    </a:lstStyle>
                    <a:p>
                      <a:pPr marL="0" lvl="0" indent="0">
                        <a:buNone/>
                      </a:pPr>
                      <a:r>
                        <a:rPr lang="en-US" altLang="zh-CN" sz="2400"/>
                        <a:t>Count=1</a:t>
                      </a:r>
                      <a:endParaRPr lang="en-US" altLang="zh-CN" sz="2400"/>
                    </a:p>
                  </a:txBody>
                  <a:tcPr vert="horz" anchor="t">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bl>
          </a:graphicData>
        </a:graphic>
      </p:graphicFrame>
      <p:sp>
        <p:nvSpPr>
          <p:cNvPr id="74789" name="直接连接符 90149"/>
          <p:cNvSpPr/>
          <p:nvPr/>
        </p:nvSpPr>
        <p:spPr>
          <a:xfrm flipH="1">
            <a:off x="4495800" y="3646488"/>
            <a:ext cx="1228725" cy="696912"/>
          </a:xfrm>
          <a:prstGeom prst="line">
            <a:avLst/>
          </a:prstGeom>
          <a:ln w="38100" cap="flat" cmpd="sng">
            <a:solidFill>
              <a:schemeClr val="tx1"/>
            </a:solidFill>
            <a:prstDash val="solid"/>
            <a:round/>
            <a:headEnd type="oval" w="med" len="med"/>
            <a:tailEnd type="triangle" w="med" len="med"/>
          </a:ln>
        </p:spPr>
        <p:txBody>
          <a:bodyPr anchor="t"/>
          <a:p>
            <a:pPr lvl="0"/>
            <a:endParaRPr lang="zh-CN" altLang="en-US" sz="1800" b="0">
              <a:solidFill>
                <a:schemeClr val="tx1"/>
              </a:solidFill>
              <a:latin typeface="Arial" panose="02080604020202020204" pitchFamily="34" charset="0"/>
              <a:ea typeface="方正书宋_GBK" panose="02000000000000000000" charset="-122"/>
            </a:endParaRPr>
          </a:p>
        </p:txBody>
      </p:sp>
      <p:sp>
        <p:nvSpPr>
          <p:cNvPr id="74790" name="文本框 90150"/>
          <p:cNvSpPr txBox="1"/>
          <p:nvPr/>
        </p:nvSpPr>
        <p:spPr>
          <a:xfrm>
            <a:off x="2819400" y="2133600"/>
            <a:ext cx="1295400" cy="457200"/>
          </a:xfrm>
          <a:prstGeom prst="rect">
            <a:avLst/>
          </a:prstGeom>
          <a:noFill/>
          <a:ln w="9525">
            <a:noFill/>
            <a:miter/>
          </a:ln>
        </p:spPr>
        <p:txBody>
          <a:bodyPr anchor="t">
            <a:spAutoFit/>
          </a:bodyPr>
          <a:p>
            <a:pPr lvl="0">
              <a:spcBef>
                <a:spcPct val="50000"/>
              </a:spcBef>
            </a:pPr>
            <a:r>
              <a:rPr lang="zh-CN" altLang="en-US" sz="2000" b="0">
                <a:solidFill>
                  <a:schemeClr val="tx1"/>
                </a:solidFill>
                <a:latin typeface="Tahoma" pitchFamily="2" charset="0"/>
                <a:ea typeface="宋体" panose="02010600030101010101" pitchFamily="2" charset="-122"/>
              </a:rPr>
              <a:t>目录</a:t>
            </a:r>
            <a:r>
              <a:rPr lang="en-US" altLang="zh-CN" sz="1800" b="0">
                <a:solidFill>
                  <a:schemeClr val="tx1"/>
                </a:solidFill>
                <a:latin typeface="Arial" panose="02080604020202020204" pitchFamily="34" charset="0"/>
                <a:ea typeface="宋体" panose="02010600030101010101" pitchFamily="2" charset="-122"/>
              </a:rPr>
              <a:t>B</a:t>
            </a:r>
            <a:endParaRPr lang="en-US" altLang="zh-CN" sz="1800" b="0">
              <a:solidFill>
                <a:schemeClr val="tx1"/>
              </a:solidFill>
              <a:latin typeface="Arial" panose="02080604020202020204" pitchFamily="34" charset="0"/>
              <a:ea typeface="宋体" panose="02010600030101010101" pitchFamily="2" charset="-122"/>
            </a:endParaRPr>
          </a:p>
        </p:txBody>
      </p:sp>
      <p:graphicFrame>
        <p:nvGraphicFramePr>
          <p:cNvPr id="90152" name="表格 90151"/>
          <p:cNvGraphicFramePr/>
          <p:nvPr/>
        </p:nvGraphicFramePr>
        <p:xfrm>
          <a:off x="4648200" y="2590800"/>
          <a:ext cx="1551305" cy="1554163"/>
        </p:xfrm>
        <a:graphic>
          <a:graphicData uri="http://schemas.openxmlformats.org/drawingml/2006/table">
            <a:tbl>
              <a:tblPr/>
              <a:tblGrid>
                <a:gridCol w="1059180"/>
                <a:gridCol w="492125"/>
              </a:tblGrid>
              <a:tr h="395288">
                <a:tc>
                  <a:txBody>
                    <a:bodyPr wrap="square"/>
                    <a:lstStyle>
                      <a:lvl1pPr marL="342900" lvl="0" indent="-342900" algn="l" defTabSz="914400" eaLnBrk="1" fontAlgn="base" latinLnBrk="0" hangingPunct="1">
                        <a:lnSpc>
                          <a:spcPct val="100000"/>
                        </a:lnSpc>
                        <a:spcBef>
                          <a:spcPct val="20000"/>
                        </a:spcBef>
                        <a:spcAft>
                          <a:spcPct val="0"/>
                        </a:spcAft>
                        <a:buClr>
                          <a:schemeClr val="bg2"/>
                        </a:buClr>
                        <a:buFont typeface="Monotype Sorts" pitchFamily="2" charset="2"/>
                        <a:buChar char="§"/>
                        <a:defRPr sz="2800" b="0" i="0" u="none" kern="1200" baseline="0">
                          <a:solidFill>
                            <a:schemeClr val="tx1"/>
                          </a:solidFill>
                          <a:latin typeface="Times New Roman" panose="02020603050405020304" charset="0"/>
                          <a:ea typeface="宋体" panose="02010600030101010101" pitchFamily="2" charset="-122"/>
                        </a:defRPr>
                      </a:lvl1pPr>
                      <a:lvl2pPr marL="742950" lvl="1" indent="-285750">
                        <a:buSzPct val="50000"/>
                        <a:defRPr sz="2400" kern="1200"/>
                      </a:lvl2pPr>
                      <a:lvl3pPr marL="1143000" lvl="2" indent="-228600">
                        <a:defRPr sz="2000" kern="1200"/>
                      </a:lvl3pPr>
                      <a:lvl4pPr marL="1600200" lvl="3" indent="-228600">
                        <a:defRPr sz="1800" kern="1200"/>
                      </a:lvl4pPr>
                      <a:lvl5pPr marL="2057400" lvl="4" indent="-228600">
                        <a:defRPr sz="1800" kern="1200"/>
                      </a:lvl5pPr>
                    </a:lstStyle>
                    <a:p>
                      <a:pPr marL="0" lvl="0" indent="0">
                        <a:buNone/>
                      </a:pPr>
                    </a:p>
                  </a:txBody>
                  <a:tcPr vert="horz" anchor="t">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Clr>
                          <a:schemeClr val="bg2"/>
                        </a:buClr>
                        <a:buFont typeface="Monotype Sorts" pitchFamily="2" charset="2"/>
                        <a:buChar char="§"/>
                        <a:defRPr sz="2800" b="0" i="0" u="none" kern="1200" baseline="0">
                          <a:solidFill>
                            <a:schemeClr val="tx1"/>
                          </a:solidFill>
                          <a:latin typeface="Times New Roman" panose="02020603050405020304" charset="0"/>
                          <a:ea typeface="宋体" panose="02010600030101010101" pitchFamily="2" charset="-122"/>
                        </a:defRPr>
                      </a:lvl1pPr>
                      <a:lvl2pPr marL="742950" lvl="1" indent="-285750">
                        <a:buSzPct val="50000"/>
                        <a:defRPr sz="2400" kern="1200"/>
                      </a:lvl2pPr>
                      <a:lvl3pPr marL="1143000" lvl="2" indent="-228600">
                        <a:defRPr sz="2000" kern="1200"/>
                      </a:lvl3pPr>
                      <a:lvl4pPr marL="1600200" lvl="3" indent="-228600">
                        <a:defRPr sz="1800" kern="1200"/>
                      </a:lvl4pPr>
                      <a:lvl5pPr marL="2057400" lvl="4" indent="-228600">
                        <a:defRPr sz="1800" kern="1200"/>
                      </a:lvl5pPr>
                    </a:lstStyle>
                    <a:p>
                      <a:pPr marL="0" lvl="0" indent="0">
                        <a:buNone/>
                      </a:pPr>
                    </a:p>
                  </a:txBody>
                  <a:tcPr vert="horz" anchor="t">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95287">
                <a:tc>
                  <a:txBody>
                    <a:bodyPr wrap="square"/>
                    <a:lstStyle>
                      <a:lvl1pPr marL="342900" lvl="0" indent="-342900" algn="l" defTabSz="914400" eaLnBrk="1" fontAlgn="base" latinLnBrk="0" hangingPunct="1">
                        <a:lnSpc>
                          <a:spcPct val="100000"/>
                        </a:lnSpc>
                        <a:spcBef>
                          <a:spcPct val="20000"/>
                        </a:spcBef>
                        <a:spcAft>
                          <a:spcPct val="0"/>
                        </a:spcAft>
                        <a:buClr>
                          <a:schemeClr val="bg2"/>
                        </a:buClr>
                        <a:buFont typeface="Monotype Sorts" pitchFamily="2" charset="2"/>
                        <a:buChar char="§"/>
                        <a:defRPr sz="2800" b="0" i="0" u="none" kern="1200" baseline="0">
                          <a:solidFill>
                            <a:schemeClr val="tx1"/>
                          </a:solidFill>
                          <a:latin typeface="Times New Roman" panose="02020603050405020304" charset="0"/>
                          <a:ea typeface="宋体" panose="02010600030101010101" pitchFamily="2" charset="-122"/>
                        </a:defRPr>
                      </a:lvl1pPr>
                      <a:lvl2pPr marL="742950" lvl="1" indent="-285750">
                        <a:buSzPct val="50000"/>
                        <a:defRPr sz="2400" kern="1200"/>
                      </a:lvl2pPr>
                      <a:lvl3pPr marL="1143000" lvl="2" indent="-228600">
                        <a:defRPr sz="2000" kern="1200"/>
                      </a:lvl3pPr>
                      <a:lvl4pPr marL="1600200" lvl="3" indent="-228600">
                        <a:defRPr sz="1800" kern="1200"/>
                      </a:lvl4pPr>
                      <a:lvl5pPr marL="2057400" lvl="4" indent="-228600">
                        <a:defRPr sz="1800" kern="1200"/>
                      </a:lvl5pPr>
                    </a:lstStyle>
                    <a:p>
                      <a:pPr marL="0" lvl="0" indent="0">
                        <a:buNone/>
                      </a:pPr>
                    </a:p>
                  </a:txBody>
                  <a:tcPr vert="horz" anchor="t">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Clr>
                          <a:schemeClr val="bg2"/>
                        </a:buClr>
                        <a:buFont typeface="Monotype Sorts" pitchFamily="2" charset="2"/>
                        <a:buChar char="§"/>
                        <a:defRPr sz="2800" b="0" i="0" u="none" kern="1200" baseline="0">
                          <a:solidFill>
                            <a:schemeClr val="tx1"/>
                          </a:solidFill>
                          <a:latin typeface="Times New Roman" panose="02020603050405020304" charset="0"/>
                          <a:ea typeface="宋体" panose="02010600030101010101" pitchFamily="2" charset="-122"/>
                        </a:defRPr>
                      </a:lvl1pPr>
                      <a:lvl2pPr marL="742950" lvl="1" indent="-285750">
                        <a:buSzPct val="50000"/>
                        <a:defRPr sz="2400" kern="1200"/>
                      </a:lvl2pPr>
                      <a:lvl3pPr marL="1143000" lvl="2" indent="-228600">
                        <a:defRPr sz="2000" kern="1200"/>
                      </a:lvl3pPr>
                      <a:lvl4pPr marL="1600200" lvl="3" indent="-228600">
                        <a:defRPr sz="1800" kern="1200"/>
                      </a:lvl4pPr>
                      <a:lvl5pPr marL="2057400" lvl="4" indent="-228600">
                        <a:defRPr sz="1800" kern="1200"/>
                      </a:lvl5pPr>
                    </a:lstStyle>
                    <a:p>
                      <a:pPr marL="0" lvl="0" indent="0">
                        <a:buNone/>
                      </a:pPr>
                    </a:p>
                  </a:txBody>
                  <a:tcPr vert="horz" anchor="t">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517525">
                <a:tc>
                  <a:txBody>
                    <a:bodyPr wrap="square"/>
                    <a:lstStyle>
                      <a:lvl1pPr marL="342900" lvl="0" indent="-342900" algn="l" defTabSz="914400" eaLnBrk="1" fontAlgn="base" latinLnBrk="0" hangingPunct="1">
                        <a:lnSpc>
                          <a:spcPct val="100000"/>
                        </a:lnSpc>
                        <a:spcBef>
                          <a:spcPct val="20000"/>
                        </a:spcBef>
                        <a:spcAft>
                          <a:spcPct val="0"/>
                        </a:spcAft>
                        <a:buClr>
                          <a:schemeClr val="bg2"/>
                        </a:buClr>
                        <a:buFont typeface="Monotype Sorts" pitchFamily="2" charset="2"/>
                        <a:buChar char="§"/>
                        <a:defRPr sz="2800" b="0" i="0" u="none" kern="1200" baseline="0">
                          <a:solidFill>
                            <a:schemeClr val="tx1"/>
                          </a:solidFill>
                          <a:latin typeface="Times New Roman" panose="02020603050405020304" charset="0"/>
                          <a:ea typeface="宋体" panose="02010600030101010101" pitchFamily="2" charset="-122"/>
                        </a:defRPr>
                      </a:lvl1pPr>
                      <a:lvl2pPr marL="742950" lvl="1" indent="-285750">
                        <a:buSzPct val="50000"/>
                        <a:defRPr sz="2400" kern="1200"/>
                      </a:lvl2pPr>
                      <a:lvl3pPr marL="1143000" lvl="2" indent="-228600">
                        <a:defRPr sz="2000" kern="1200"/>
                      </a:lvl3pPr>
                      <a:lvl4pPr marL="1600200" lvl="3" indent="-228600">
                        <a:defRPr sz="1800" kern="1200"/>
                      </a:lvl4pPr>
                      <a:lvl5pPr marL="2057400" lvl="4" indent="-228600">
                        <a:defRPr sz="1800" kern="1200"/>
                      </a:lvl5pPr>
                    </a:lstStyle>
                    <a:p>
                      <a:pPr marL="0" lvl="0" indent="0">
                        <a:buNone/>
                      </a:pPr>
                      <a:r>
                        <a:rPr lang="zh-CN" altLang="en-US" sz="2400" dirty="0"/>
                        <a:t>test1</a:t>
                      </a:r>
                      <a:endParaRPr lang="zh-CN" altLang="en-US" sz="2400" dirty="0"/>
                    </a:p>
                  </a:txBody>
                  <a:tcPr vert="horz" anchor="t">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Clr>
                          <a:schemeClr val="bg2"/>
                        </a:buClr>
                        <a:buFont typeface="Monotype Sorts" pitchFamily="2" charset="2"/>
                        <a:buChar char="§"/>
                        <a:defRPr sz="2800" b="0" i="0" u="none" kern="1200" baseline="0">
                          <a:solidFill>
                            <a:schemeClr val="tx1"/>
                          </a:solidFill>
                          <a:latin typeface="Times New Roman" panose="02020603050405020304" charset="0"/>
                          <a:ea typeface="宋体" panose="02010600030101010101" pitchFamily="2" charset="-122"/>
                        </a:defRPr>
                      </a:lvl1pPr>
                      <a:lvl2pPr marL="742950" lvl="1" indent="-285750">
                        <a:buSzPct val="50000"/>
                        <a:defRPr sz="2400" kern="1200"/>
                      </a:lvl2pPr>
                      <a:lvl3pPr marL="1143000" lvl="2" indent="-228600">
                        <a:defRPr sz="2000" kern="1200"/>
                      </a:lvl3pPr>
                      <a:lvl4pPr marL="1600200" lvl="3" indent="-228600">
                        <a:defRPr sz="1800" kern="1200"/>
                      </a:lvl4pPr>
                      <a:lvl5pPr marL="2057400" lvl="4" indent="-228600">
                        <a:defRPr sz="1800" kern="1200"/>
                      </a:lvl5pPr>
                    </a:lstStyle>
                    <a:p>
                      <a:pPr marL="0" lvl="0" indent="0">
                        <a:buNone/>
                      </a:pPr>
                    </a:p>
                  </a:txBody>
                  <a:tcPr vert="horz" anchor="t">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bl>
          </a:graphicData>
        </a:graphic>
      </p:graphicFrame>
      <p:graphicFrame>
        <p:nvGraphicFramePr>
          <p:cNvPr id="90166" name="表格 90165"/>
          <p:cNvGraphicFramePr/>
          <p:nvPr/>
        </p:nvGraphicFramePr>
        <p:xfrm>
          <a:off x="6629400" y="2590800"/>
          <a:ext cx="1577975" cy="1555750"/>
        </p:xfrm>
        <a:graphic>
          <a:graphicData uri="http://schemas.openxmlformats.org/drawingml/2006/table">
            <a:tbl>
              <a:tblPr/>
              <a:tblGrid>
                <a:gridCol w="1077595"/>
                <a:gridCol w="500380"/>
              </a:tblGrid>
              <a:tr h="395288">
                <a:tc>
                  <a:txBody>
                    <a:bodyPr wrap="square"/>
                    <a:lstStyle>
                      <a:lvl1pPr marL="342900" lvl="0" indent="-342900" algn="l" defTabSz="914400" eaLnBrk="1" fontAlgn="base" latinLnBrk="0" hangingPunct="1">
                        <a:lnSpc>
                          <a:spcPct val="100000"/>
                        </a:lnSpc>
                        <a:spcBef>
                          <a:spcPct val="20000"/>
                        </a:spcBef>
                        <a:spcAft>
                          <a:spcPct val="0"/>
                        </a:spcAft>
                        <a:buClr>
                          <a:schemeClr val="bg2"/>
                        </a:buClr>
                        <a:buFont typeface="Monotype Sorts" pitchFamily="2" charset="2"/>
                        <a:buChar char="§"/>
                        <a:defRPr sz="2800" b="0" i="0" u="none" kern="1200" baseline="0">
                          <a:solidFill>
                            <a:schemeClr val="tx1"/>
                          </a:solidFill>
                          <a:latin typeface="Times New Roman" panose="02020603050405020304" charset="0"/>
                          <a:ea typeface="宋体" panose="02010600030101010101" pitchFamily="2" charset="-122"/>
                        </a:defRPr>
                      </a:lvl1pPr>
                      <a:lvl2pPr marL="742950" lvl="1" indent="-285750">
                        <a:buSzPct val="50000"/>
                        <a:defRPr sz="2400" kern="1200"/>
                      </a:lvl2pPr>
                      <a:lvl3pPr marL="1143000" lvl="2" indent="-228600">
                        <a:defRPr sz="2000" kern="1200"/>
                      </a:lvl3pPr>
                      <a:lvl4pPr marL="1600200" lvl="3" indent="-228600">
                        <a:defRPr sz="1800" kern="1200"/>
                      </a:lvl4pPr>
                      <a:lvl5pPr marL="2057400" lvl="4" indent="-228600">
                        <a:defRPr sz="1800" kern="1200"/>
                      </a:lvl5pPr>
                    </a:lstStyle>
                    <a:p>
                      <a:pPr marL="0" lvl="0" indent="0">
                        <a:buNone/>
                      </a:pPr>
                    </a:p>
                  </a:txBody>
                  <a:tcPr vert="horz" anchor="t">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Clr>
                          <a:schemeClr val="bg2"/>
                        </a:buClr>
                        <a:buFont typeface="Monotype Sorts" pitchFamily="2" charset="2"/>
                        <a:buChar char="§"/>
                        <a:defRPr sz="2800" b="0" i="0" u="none" kern="1200" baseline="0">
                          <a:solidFill>
                            <a:schemeClr val="tx1"/>
                          </a:solidFill>
                          <a:latin typeface="Times New Roman" panose="02020603050405020304" charset="0"/>
                          <a:ea typeface="宋体" panose="02010600030101010101" pitchFamily="2" charset="-122"/>
                        </a:defRPr>
                      </a:lvl1pPr>
                      <a:lvl2pPr marL="742950" lvl="1" indent="-285750">
                        <a:buSzPct val="50000"/>
                        <a:defRPr sz="2400" kern="1200"/>
                      </a:lvl2pPr>
                      <a:lvl3pPr marL="1143000" lvl="2" indent="-228600">
                        <a:defRPr sz="2000" kern="1200"/>
                      </a:lvl3pPr>
                      <a:lvl4pPr marL="1600200" lvl="3" indent="-228600">
                        <a:defRPr sz="1800" kern="1200"/>
                      </a:lvl4pPr>
                      <a:lvl5pPr marL="2057400" lvl="4" indent="-228600">
                        <a:defRPr sz="1800" kern="1200"/>
                      </a:lvl5pPr>
                    </a:lstStyle>
                    <a:p>
                      <a:pPr marL="0" lvl="0" indent="0">
                        <a:buNone/>
                      </a:pPr>
                    </a:p>
                  </a:txBody>
                  <a:tcPr vert="horz" anchor="t">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519112">
                <a:tc>
                  <a:txBody>
                    <a:bodyPr wrap="square"/>
                    <a:lstStyle>
                      <a:lvl1pPr marL="342900" lvl="0" indent="-342900" algn="l" defTabSz="914400" eaLnBrk="1" fontAlgn="base" latinLnBrk="0" hangingPunct="1">
                        <a:lnSpc>
                          <a:spcPct val="100000"/>
                        </a:lnSpc>
                        <a:spcBef>
                          <a:spcPct val="20000"/>
                        </a:spcBef>
                        <a:spcAft>
                          <a:spcPct val="0"/>
                        </a:spcAft>
                        <a:buClr>
                          <a:schemeClr val="bg2"/>
                        </a:buClr>
                        <a:buFont typeface="Monotype Sorts" pitchFamily="2" charset="2"/>
                        <a:buChar char="§"/>
                        <a:defRPr sz="2800" b="0" i="0" u="none" kern="1200" baseline="0">
                          <a:solidFill>
                            <a:schemeClr val="tx1"/>
                          </a:solidFill>
                          <a:latin typeface="Times New Roman" panose="02020603050405020304" charset="0"/>
                          <a:ea typeface="宋体" panose="02010600030101010101" pitchFamily="2" charset="-122"/>
                        </a:defRPr>
                      </a:lvl1pPr>
                      <a:lvl2pPr marL="742950" lvl="1" indent="-285750">
                        <a:buSzPct val="50000"/>
                        <a:defRPr sz="2400" kern="1200"/>
                      </a:lvl2pPr>
                      <a:lvl3pPr marL="1143000" lvl="2" indent="-228600">
                        <a:defRPr sz="2000" kern="1200"/>
                      </a:lvl3pPr>
                      <a:lvl4pPr marL="1600200" lvl="3" indent="-228600">
                        <a:defRPr sz="1800" kern="1200"/>
                      </a:lvl4pPr>
                      <a:lvl5pPr marL="2057400" lvl="4" indent="-228600">
                        <a:defRPr sz="1800" kern="1200"/>
                      </a:lvl5pPr>
                    </a:lstStyle>
                    <a:p>
                      <a:pPr marL="0" lvl="0" indent="0">
                        <a:buNone/>
                      </a:pPr>
                      <a:r>
                        <a:rPr lang="zh-CN" altLang="en-US" sz="2400" dirty="0"/>
                        <a:t>test2</a:t>
                      </a:r>
                      <a:endParaRPr lang="zh-CN" altLang="en-US" sz="2400" dirty="0"/>
                    </a:p>
                  </a:txBody>
                  <a:tcPr vert="horz" anchor="t">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Clr>
                          <a:schemeClr val="bg2"/>
                        </a:buClr>
                        <a:buFont typeface="Monotype Sorts" pitchFamily="2" charset="2"/>
                        <a:buChar char="§"/>
                        <a:defRPr sz="2800" b="0" i="0" u="none" kern="1200" baseline="0">
                          <a:solidFill>
                            <a:schemeClr val="tx1"/>
                          </a:solidFill>
                          <a:latin typeface="Times New Roman" panose="02020603050405020304" charset="0"/>
                          <a:ea typeface="宋体" panose="02010600030101010101" pitchFamily="2" charset="-122"/>
                        </a:defRPr>
                      </a:lvl1pPr>
                      <a:lvl2pPr marL="742950" lvl="1" indent="-285750">
                        <a:buSzPct val="50000"/>
                        <a:defRPr sz="2400" kern="1200"/>
                      </a:lvl2pPr>
                      <a:lvl3pPr marL="1143000" lvl="2" indent="-228600">
                        <a:defRPr sz="2000" kern="1200"/>
                      </a:lvl3pPr>
                      <a:lvl4pPr marL="1600200" lvl="3" indent="-228600">
                        <a:defRPr sz="1800" kern="1200"/>
                      </a:lvl4pPr>
                      <a:lvl5pPr marL="2057400" lvl="4" indent="-228600">
                        <a:defRPr sz="1800" kern="1200"/>
                      </a:lvl5pPr>
                    </a:lstStyle>
                    <a:p>
                      <a:pPr marL="0" lvl="0" indent="0">
                        <a:buNone/>
                      </a:pPr>
                    </a:p>
                  </a:txBody>
                  <a:tcPr vert="horz" anchor="t">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95288">
                <a:tc>
                  <a:txBody>
                    <a:bodyPr wrap="square"/>
                    <a:lstStyle>
                      <a:lvl1pPr marL="342900" lvl="0" indent="-342900" algn="l" defTabSz="914400" eaLnBrk="1" fontAlgn="base" latinLnBrk="0" hangingPunct="1">
                        <a:lnSpc>
                          <a:spcPct val="100000"/>
                        </a:lnSpc>
                        <a:spcBef>
                          <a:spcPct val="20000"/>
                        </a:spcBef>
                        <a:spcAft>
                          <a:spcPct val="0"/>
                        </a:spcAft>
                        <a:buClr>
                          <a:schemeClr val="bg2"/>
                        </a:buClr>
                        <a:buFont typeface="Monotype Sorts" pitchFamily="2" charset="2"/>
                        <a:buChar char="§"/>
                        <a:defRPr sz="2800" b="0" i="0" u="none" kern="1200" baseline="0">
                          <a:solidFill>
                            <a:schemeClr val="tx1"/>
                          </a:solidFill>
                          <a:latin typeface="Times New Roman" panose="02020603050405020304" charset="0"/>
                          <a:ea typeface="宋体" panose="02010600030101010101" pitchFamily="2" charset="-122"/>
                        </a:defRPr>
                      </a:lvl1pPr>
                      <a:lvl2pPr marL="742950" lvl="1" indent="-285750">
                        <a:buSzPct val="50000"/>
                        <a:defRPr sz="2400" kern="1200"/>
                      </a:lvl2pPr>
                      <a:lvl3pPr marL="1143000" lvl="2" indent="-228600">
                        <a:defRPr sz="2000" kern="1200"/>
                      </a:lvl3pPr>
                      <a:lvl4pPr marL="1600200" lvl="3" indent="-228600">
                        <a:defRPr sz="1800" kern="1200"/>
                      </a:lvl4pPr>
                      <a:lvl5pPr marL="2057400" lvl="4" indent="-228600">
                        <a:defRPr sz="1800" kern="1200"/>
                      </a:lvl5pPr>
                    </a:lstStyle>
                    <a:p>
                      <a:pPr marL="0" lvl="0" indent="0">
                        <a:buNone/>
                      </a:pPr>
                    </a:p>
                  </a:txBody>
                  <a:tcPr vert="horz" anchor="t">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Clr>
                          <a:schemeClr val="bg2"/>
                        </a:buClr>
                        <a:buFont typeface="Monotype Sorts" pitchFamily="2" charset="2"/>
                        <a:buChar char="§"/>
                        <a:defRPr sz="2800" b="0" i="0" u="none" kern="1200" baseline="0">
                          <a:solidFill>
                            <a:schemeClr val="tx1"/>
                          </a:solidFill>
                          <a:latin typeface="Times New Roman" panose="02020603050405020304" charset="0"/>
                          <a:ea typeface="宋体" panose="02010600030101010101" pitchFamily="2" charset="-122"/>
                        </a:defRPr>
                      </a:lvl1pPr>
                      <a:lvl2pPr marL="742950" lvl="1" indent="-285750">
                        <a:buSzPct val="50000"/>
                        <a:defRPr sz="2400" kern="1200"/>
                      </a:lvl2pPr>
                      <a:lvl3pPr marL="1143000" lvl="2" indent="-228600">
                        <a:defRPr sz="2000" kern="1200"/>
                      </a:lvl3pPr>
                      <a:lvl4pPr marL="1600200" lvl="3" indent="-228600">
                        <a:defRPr sz="1800" kern="1200"/>
                      </a:lvl4pPr>
                      <a:lvl5pPr marL="2057400" lvl="4" indent="-228600">
                        <a:defRPr sz="1800" kern="1200"/>
                      </a:lvl5pPr>
                    </a:lstStyle>
                    <a:p>
                      <a:pPr marL="0" lvl="0" indent="0">
                        <a:buNone/>
                      </a:pPr>
                    </a:p>
                  </a:txBody>
                  <a:tcPr vert="horz" anchor="t">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bl>
          </a:graphicData>
        </a:graphic>
      </p:graphicFrame>
      <p:sp>
        <p:nvSpPr>
          <p:cNvPr id="74819" name="文本框 90179"/>
          <p:cNvSpPr txBox="1"/>
          <p:nvPr/>
        </p:nvSpPr>
        <p:spPr>
          <a:xfrm>
            <a:off x="4800600" y="2133600"/>
            <a:ext cx="1295400" cy="457200"/>
          </a:xfrm>
          <a:prstGeom prst="rect">
            <a:avLst/>
          </a:prstGeom>
          <a:noFill/>
          <a:ln w="9525">
            <a:noFill/>
            <a:miter/>
          </a:ln>
        </p:spPr>
        <p:txBody>
          <a:bodyPr anchor="t">
            <a:spAutoFit/>
          </a:bodyPr>
          <a:p>
            <a:pPr lvl="0">
              <a:spcBef>
                <a:spcPct val="50000"/>
              </a:spcBef>
            </a:pPr>
            <a:r>
              <a:rPr lang="zh-CN" altLang="en-US" sz="2000" b="0">
                <a:solidFill>
                  <a:schemeClr val="tx1"/>
                </a:solidFill>
                <a:latin typeface="Tahoma" pitchFamily="2" charset="0"/>
                <a:ea typeface="宋体" panose="02010600030101010101" pitchFamily="2" charset="-122"/>
              </a:rPr>
              <a:t>目录</a:t>
            </a:r>
            <a:r>
              <a:rPr lang="en-US" altLang="zh-CN" sz="1800" b="0">
                <a:solidFill>
                  <a:schemeClr val="tx1"/>
                </a:solidFill>
                <a:latin typeface="Arial" panose="02080604020202020204" pitchFamily="34" charset="0"/>
                <a:ea typeface="宋体" panose="02010600030101010101" pitchFamily="2" charset="-122"/>
              </a:rPr>
              <a:t>C</a:t>
            </a:r>
            <a:endParaRPr lang="en-US" altLang="zh-CN" sz="1800" b="0">
              <a:solidFill>
                <a:schemeClr val="tx1"/>
              </a:solidFill>
              <a:latin typeface="Arial" panose="02080604020202020204" pitchFamily="34" charset="0"/>
              <a:ea typeface="宋体" panose="02010600030101010101" pitchFamily="2" charset="-122"/>
            </a:endParaRPr>
          </a:p>
        </p:txBody>
      </p:sp>
      <p:sp>
        <p:nvSpPr>
          <p:cNvPr id="74820" name="文本框 90180"/>
          <p:cNvSpPr txBox="1"/>
          <p:nvPr/>
        </p:nvSpPr>
        <p:spPr>
          <a:xfrm>
            <a:off x="6705600" y="2133600"/>
            <a:ext cx="1295400" cy="457200"/>
          </a:xfrm>
          <a:prstGeom prst="rect">
            <a:avLst/>
          </a:prstGeom>
          <a:noFill/>
          <a:ln w="9525">
            <a:noFill/>
            <a:miter/>
          </a:ln>
        </p:spPr>
        <p:txBody>
          <a:bodyPr anchor="t">
            <a:spAutoFit/>
          </a:bodyPr>
          <a:p>
            <a:pPr lvl="0">
              <a:spcBef>
                <a:spcPct val="50000"/>
              </a:spcBef>
            </a:pPr>
            <a:r>
              <a:rPr lang="zh-CN" altLang="en-US" sz="2000" b="0">
                <a:solidFill>
                  <a:schemeClr val="tx1"/>
                </a:solidFill>
                <a:latin typeface="Tahoma" pitchFamily="2" charset="0"/>
                <a:ea typeface="宋体" panose="02010600030101010101" pitchFamily="2" charset="-122"/>
              </a:rPr>
              <a:t>目录</a:t>
            </a:r>
            <a:r>
              <a:rPr lang="en-US" altLang="zh-CN" sz="1800" b="0">
                <a:solidFill>
                  <a:schemeClr val="tx1"/>
                </a:solidFill>
                <a:latin typeface="Arial" panose="02080604020202020204" pitchFamily="34" charset="0"/>
                <a:ea typeface="宋体" panose="02010600030101010101" pitchFamily="2" charset="-122"/>
              </a:rPr>
              <a:t>B</a:t>
            </a:r>
            <a:endParaRPr lang="en-US" altLang="zh-CN" sz="1800" b="0">
              <a:solidFill>
                <a:schemeClr val="tx1"/>
              </a:solidFill>
              <a:latin typeface="Arial" panose="02080604020202020204" pitchFamily="34" charset="0"/>
              <a:ea typeface="宋体" panose="02010600030101010101" pitchFamily="2" charset="-122"/>
            </a:endParaRPr>
          </a:p>
        </p:txBody>
      </p:sp>
      <p:sp>
        <p:nvSpPr>
          <p:cNvPr id="74821" name="椭圆 90181"/>
          <p:cNvSpPr/>
          <p:nvPr/>
        </p:nvSpPr>
        <p:spPr>
          <a:xfrm>
            <a:off x="1219200" y="5715000"/>
            <a:ext cx="381000" cy="304800"/>
          </a:xfrm>
          <a:prstGeom prst="ellipse">
            <a:avLst/>
          </a:prstGeom>
          <a:solidFill>
            <a:schemeClr val="accent1"/>
          </a:solidFill>
          <a:ln w="9525" cap="flat" cmpd="sng">
            <a:solidFill>
              <a:schemeClr val="tx1"/>
            </a:solidFill>
            <a:prstDash val="solid"/>
            <a:round/>
            <a:headEnd type="none" w="med" len="med"/>
            <a:tailEnd type="none" w="med" len="med"/>
          </a:ln>
        </p:spPr>
        <p:txBody>
          <a:bodyPr anchor="t"/>
          <a:p>
            <a:pPr lvl="0"/>
            <a:endParaRPr lang="zh-CN" altLang="en-US" sz="1800" b="0">
              <a:solidFill>
                <a:schemeClr val="tx1"/>
              </a:solidFill>
              <a:latin typeface="Arial" panose="02080604020202020204" pitchFamily="34" charset="0"/>
              <a:ea typeface="方正书宋_GBK" panose="02000000000000000000" charset="-122"/>
            </a:endParaRPr>
          </a:p>
        </p:txBody>
      </p:sp>
      <p:sp>
        <p:nvSpPr>
          <p:cNvPr id="74822" name="直接连接符 90182"/>
          <p:cNvSpPr/>
          <p:nvPr/>
        </p:nvSpPr>
        <p:spPr>
          <a:xfrm>
            <a:off x="1447800" y="5257800"/>
            <a:ext cx="0" cy="457200"/>
          </a:xfrm>
          <a:prstGeom prst="line">
            <a:avLst/>
          </a:prstGeom>
          <a:ln w="38100" cap="flat" cmpd="sng">
            <a:solidFill>
              <a:schemeClr val="tx1"/>
            </a:solidFill>
            <a:prstDash val="solid"/>
            <a:round/>
            <a:headEnd type="none" w="med" len="med"/>
            <a:tailEnd type="triangle" w="med" len="med"/>
          </a:ln>
        </p:spPr>
        <p:txBody>
          <a:bodyPr anchor="t"/>
          <a:p>
            <a:pPr lvl="0"/>
            <a:endParaRPr lang="zh-CN" altLang="en-US" sz="1800" b="0">
              <a:solidFill>
                <a:schemeClr val="tx1"/>
              </a:solidFill>
              <a:latin typeface="Arial" panose="02080604020202020204" pitchFamily="34" charset="0"/>
              <a:ea typeface="方正书宋_GBK" panose="02000000000000000000" charset="-122"/>
            </a:endParaRPr>
          </a:p>
        </p:txBody>
      </p:sp>
      <p:sp>
        <p:nvSpPr>
          <p:cNvPr id="74823" name="直接连接符 90183"/>
          <p:cNvSpPr/>
          <p:nvPr/>
        </p:nvSpPr>
        <p:spPr>
          <a:xfrm flipH="1">
            <a:off x="1447800" y="3573463"/>
            <a:ext cx="676275" cy="693737"/>
          </a:xfrm>
          <a:prstGeom prst="line">
            <a:avLst/>
          </a:prstGeom>
          <a:ln w="38100" cap="flat" cmpd="sng">
            <a:solidFill>
              <a:schemeClr val="tx1"/>
            </a:solidFill>
            <a:prstDash val="solid"/>
            <a:round/>
            <a:headEnd type="oval" w="med" len="med"/>
            <a:tailEnd type="triangle" w="med" len="med"/>
          </a:ln>
        </p:spPr>
        <p:txBody>
          <a:bodyPr anchor="t"/>
          <a:p>
            <a:pPr lvl="0"/>
            <a:endParaRPr lang="zh-CN" altLang="en-US" sz="1800" b="0">
              <a:solidFill>
                <a:schemeClr val="tx1"/>
              </a:solidFill>
              <a:latin typeface="Arial" panose="02080604020202020204" pitchFamily="34" charset="0"/>
              <a:ea typeface="方正书宋_GBK" panose="02000000000000000000" charset="-122"/>
            </a:endParaRPr>
          </a:p>
        </p:txBody>
      </p:sp>
      <p:graphicFrame>
        <p:nvGraphicFramePr>
          <p:cNvPr id="90185" name="表格 90184"/>
          <p:cNvGraphicFramePr/>
          <p:nvPr/>
        </p:nvGraphicFramePr>
        <p:xfrm>
          <a:off x="3810000" y="4343400"/>
          <a:ext cx="1627188" cy="933450"/>
        </p:xfrm>
        <a:graphic>
          <a:graphicData uri="http://schemas.openxmlformats.org/drawingml/2006/table">
            <a:tbl>
              <a:tblPr/>
              <a:tblGrid>
                <a:gridCol w="1627188"/>
              </a:tblGrid>
              <a:tr h="933450">
                <a:tc>
                  <a:txBody>
                    <a:bodyPr wrap="square"/>
                    <a:lstStyle>
                      <a:lvl1pPr marL="342900" lvl="0" indent="-342900" algn="l" defTabSz="914400" eaLnBrk="1" fontAlgn="base" latinLnBrk="0" hangingPunct="1">
                        <a:lnSpc>
                          <a:spcPct val="100000"/>
                        </a:lnSpc>
                        <a:spcBef>
                          <a:spcPct val="20000"/>
                        </a:spcBef>
                        <a:spcAft>
                          <a:spcPct val="0"/>
                        </a:spcAft>
                        <a:buClr>
                          <a:schemeClr val="bg2"/>
                        </a:buClr>
                        <a:buFont typeface="Monotype Sorts" pitchFamily="2" charset="2"/>
                        <a:buChar char="§"/>
                        <a:defRPr sz="2800" b="0" i="0" u="none" kern="1200" baseline="0">
                          <a:solidFill>
                            <a:schemeClr val="tx1"/>
                          </a:solidFill>
                          <a:latin typeface="Times New Roman" panose="02020603050405020304" charset="0"/>
                          <a:ea typeface="宋体" panose="02010600030101010101" pitchFamily="2" charset="-122"/>
                        </a:defRPr>
                      </a:lvl1pPr>
                      <a:lvl2pPr marL="742950" lvl="1" indent="-285750">
                        <a:buSzPct val="50000"/>
                        <a:defRPr sz="2400" kern="1200"/>
                      </a:lvl2pPr>
                      <a:lvl3pPr marL="1143000" lvl="2" indent="-228600">
                        <a:defRPr sz="2000" kern="1200"/>
                      </a:lvl3pPr>
                      <a:lvl4pPr marL="1600200" lvl="3" indent="-228600">
                        <a:defRPr sz="1800" kern="1200"/>
                      </a:lvl4pPr>
                      <a:lvl5pPr marL="2057400" lvl="4" indent="-228600">
                        <a:defRPr sz="1800" kern="1200"/>
                      </a:lvl5pPr>
                    </a:lstStyle>
                    <a:p>
                      <a:pPr marL="0" lvl="0" indent="0">
                        <a:buNone/>
                      </a:pPr>
                      <a:r>
                        <a:rPr lang="zh-CN" altLang="en-US" sz="2400" dirty="0"/>
                        <a:t>Count=1</a:t>
                      </a:r>
                      <a:endParaRPr lang="zh-CN" altLang="en-US" sz="2400" dirty="0"/>
                    </a:p>
                  </a:txBody>
                  <a:tcPr vert="horz" anchor="t">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bl>
          </a:graphicData>
        </a:graphic>
      </p:graphicFrame>
      <p:sp>
        <p:nvSpPr>
          <p:cNvPr id="74830" name="直接连接符 90190"/>
          <p:cNvSpPr/>
          <p:nvPr/>
        </p:nvSpPr>
        <p:spPr>
          <a:xfrm>
            <a:off x="3781425" y="3213100"/>
            <a:ext cx="879475" cy="593725"/>
          </a:xfrm>
          <a:prstGeom prst="line">
            <a:avLst/>
          </a:prstGeom>
          <a:ln w="38100" cap="flat" cmpd="sng">
            <a:solidFill>
              <a:schemeClr val="tx1"/>
            </a:solidFill>
            <a:prstDash val="solid"/>
            <a:round/>
            <a:headEnd type="oval" w="med" len="med"/>
            <a:tailEnd type="triangle" w="med" len="med"/>
          </a:ln>
        </p:spPr>
        <p:txBody>
          <a:bodyPr anchor="t"/>
          <a:p>
            <a:pPr lvl="0"/>
            <a:endParaRPr lang="zh-CN" altLang="en-US" sz="1800" b="0">
              <a:solidFill>
                <a:schemeClr val="tx1"/>
              </a:solidFill>
              <a:latin typeface="Arial" panose="02080604020202020204" pitchFamily="34" charset="0"/>
              <a:ea typeface="方正书宋_GBK" panose="02000000000000000000" charset="-122"/>
            </a:endParaRPr>
          </a:p>
        </p:txBody>
      </p:sp>
      <p:grpSp>
        <p:nvGrpSpPr>
          <p:cNvPr id="74831" name="组合 90191"/>
          <p:cNvGrpSpPr/>
          <p:nvPr/>
        </p:nvGrpSpPr>
        <p:grpSpPr>
          <a:xfrm>
            <a:off x="4191000" y="5334000"/>
            <a:ext cx="381000" cy="762000"/>
            <a:chOff x="0" y="0"/>
            <a:chExt cx="240" cy="480"/>
          </a:xfrm>
        </p:grpSpPr>
        <p:sp>
          <p:nvSpPr>
            <p:cNvPr id="74832" name="椭圆 90192"/>
            <p:cNvSpPr/>
            <p:nvPr/>
          </p:nvSpPr>
          <p:spPr>
            <a:xfrm>
              <a:off x="0" y="288"/>
              <a:ext cx="240" cy="192"/>
            </a:xfrm>
            <a:prstGeom prst="ellipse">
              <a:avLst/>
            </a:prstGeom>
            <a:solidFill>
              <a:schemeClr val="accent1"/>
            </a:solidFill>
            <a:ln w="9525" cap="flat" cmpd="sng">
              <a:solidFill>
                <a:schemeClr val="tx1"/>
              </a:solidFill>
              <a:prstDash val="solid"/>
              <a:round/>
              <a:headEnd type="none" w="med" len="med"/>
              <a:tailEnd type="none" w="med" len="med"/>
            </a:ln>
          </p:spPr>
          <p:txBody>
            <a:bodyPr anchor="t"/>
            <a:p>
              <a:pPr lvl="0"/>
              <a:endParaRPr lang="zh-CN" altLang="en-US" sz="1800" b="0">
                <a:solidFill>
                  <a:schemeClr val="tx1"/>
                </a:solidFill>
                <a:latin typeface="Arial" panose="02080604020202020204" pitchFamily="34" charset="0"/>
                <a:ea typeface="方正书宋_GBK" panose="02000000000000000000" charset="-122"/>
              </a:endParaRPr>
            </a:p>
          </p:txBody>
        </p:sp>
        <p:sp>
          <p:nvSpPr>
            <p:cNvPr id="74833" name="直接连接符 90193"/>
            <p:cNvSpPr/>
            <p:nvPr/>
          </p:nvSpPr>
          <p:spPr>
            <a:xfrm>
              <a:off x="144" y="0"/>
              <a:ext cx="0" cy="288"/>
            </a:xfrm>
            <a:prstGeom prst="line">
              <a:avLst/>
            </a:prstGeom>
            <a:ln w="38100" cap="flat" cmpd="sng">
              <a:solidFill>
                <a:schemeClr val="tx1"/>
              </a:solidFill>
              <a:prstDash val="solid"/>
              <a:round/>
              <a:headEnd type="none" w="med" len="med"/>
              <a:tailEnd type="triangle" w="med" len="med"/>
            </a:ln>
          </p:spPr>
          <p:txBody>
            <a:bodyPr anchor="t"/>
            <a:p>
              <a:pPr lvl="0"/>
              <a:endParaRPr lang="zh-CN" altLang="en-US" sz="1800" b="0">
                <a:solidFill>
                  <a:schemeClr val="tx1"/>
                </a:solidFill>
                <a:latin typeface="Arial" panose="02080604020202020204" pitchFamily="34" charset="0"/>
                <a:ea typeface="方正书宋_GBK" panose="02000000000000000000" charset="-122"/>
              </a:endParaRPr>
            </a:p>
          </p:txBody>
        </p:sp>
      </p:grpSp>
      <p:sp>
        <p:nvSpPr>
          <p:cNvPr id="74834" name="文本框 90194"/>
          <p:cNvSpPr txBox="1"/>
          <p:nvPr/>
        </p:nvSpPr>
        <p:spPr>
          <a:xfrm>
            <a:off x="6764655" y="4625975"/>
            <a:ext cx="1857375" cy="701040"/>
          </a:xfrm>
          <a:prstGeom prst="rect">
            <a:avLst/>
          </a:prstGeom>
          <a:noFill/>
          <a:ln w="9525">
            <a:noFill/>
            <a:miter/>
          </a:ln>
        </p:spPr>
        <p:txBody>
          <a:bodyPr wrap="square" anchor="t">
            <a:spAutoFit/>
          </a:bodyPr>
          <a:p>
            <a:pPr lvl="0">
              <a:spcBef>
                <a:spcPct val="50000"/>
              </a:spcBef>
            </a:pPr>
            <a:r>
              <a:rPr lang="zh-CN" altLang="en-US" sz="2000" b="0" dirty="0">
                <a:solidFill>
                  <a:schemeClr val="tx1"/>
                </a:solidFill>
                <a:latin typeface="Tahoma" pitchFamily="2" charset="0"/>
                <a:ea typeface="宋体" panose="02010600030101010101" pitchFamily="2" charset="-122"/>
              </a:rPr>
              <a:t>拥有者删除文件test1后</a:t>
            </a:r>
            <a:endParaRPr lang="zh-CN" altLang="en-US" sz="2000" b="0" dirty="0">
              <a:solidFill>
                <a:schemeClr val="tx1"/>
              </a:solidFill>
              <a:latin typeface="Tahoma" pitchFamily="2" charset="0"/>
              <a:ea typeface="宋体" panose="02010600030101010101" pitchFamily="2" charset="-122"/>
            </a:endParaRPr>
          </a:p>
        </p:txBody>
      </p:sp>
      <p:sp>
        <p:nvSpPr>
          <p:cNvPr id="74835" name="直接连接符 90195"/>
          <p:cNvSpPr/>
          <p:nvPr/>
        </p:nvSpPr>
        <p:spPr>
          <a:xfrm>
            <a:off x="7813675" y="3213100"/>
            <a:ext cx="734695" cy="673100"/>
          </a:xfrm>
          <a:prstGeom prst="line">
            <a:avLst/>
          </a:prstGeom>
          <a:ln w="38100" cap="flat" cmpd="sng">
            <a:solidFill>
              <a:schemeClr val="tx1"/>
            </a:solidFill>
            <a:prstDash val="solid"/>
            <a:round/>
            <a:headEnd type="oval" w="med" len="med"/>
            <a:tailEnd type="triangle" w="med" len="med"/>
          </a:ln>
        </p:spPr>
        <p:txBody>
          <a:bodyPr anchor="t"/>
          <a:p>
            <a:pPr lvl="0"/>
            <a:endParaRPr lang="zh-CN" altLang="en-US" sz="1800" b="0">
              <a:solidFill>
                <a:schemeClr val="tx1"/>
              </a:solidFill>
              <a:latin typeface="Arial" panose="02080604020202020204" pitchFamily="34" charset="0"/>
              <a:ea typeface="方正书宋_GBK" panose="02000000000000000000" charset="-122"/>
            </a:endParaRPr>
          </a:p>
        </p:txBody>
      </p:sp>
      <p:sp>
        <p:nvSpPr>
          <p:cNvPr id="74836" name="文本框 90196"/>
          <p:cNvSpPr txBox="1"/>
          <p:nvPr/>
        </p:nvSpPr>
        <p:spPr>
          <a:xfrm>
            <a:off x="7596505" y="4145915"/>
            <a:ext cx="1371600" cy="396875"/>
          </a:xfrm>
          <a:prstGeom prst="rect">
            <a:avLst/>
          </a:prstGeom>
          <a:noFill/>
          <a:ln w="9525">
            <a:noFill/>
            <a:miter/>
          </a:ln>
        </p:spPr>
        <p:txBody>
          <a:bodyPr anchor="t">
            <a:spAutoFit/>
          </a:bodyPr>
          <a:p>
            <a:pPr lvl="0">
              <a:spcBef>
                <a:spcPct val="50000"/>
              </a:spcBef>
            </a:pPr>
            <a:r>
              <a:rPr lang="zh-CN" altLang="en-US" sz="2000" b="0">
                <a:solidFill>
                  <a:schemeClr val="tx1"/>
                </a:solidFill>
                <a:latin typeface="Tahoma" pitchFamily="2" charset="0"/>
                <a:ea typeface="宋体" panose="02010600030101010101" pitchFamily="2" charset="-122"/>
              </a:rPr>
              <a:t>指针悬空</a:t>
            </a:r>
            <a:endParaRPr lang="zh-CN" altLang="en-US" sz="2000" b="0">
              <a:solidFill>
                <a:schemeClr val="tx1"/>
              </a:solidFill>
              <a:latin typeface="Tahoma" pitchFamily="2" charset="0"/>
              <a:ea typeface="宋体" panose="02010600030101010101" pitchFamily="2" charset="-122"/>
            </a:endParaRPr>
          </a:p>
        </p:txBody>
      </p:sp>
      <p:cxnSp>
        <p:nvCxnSpPr>
          <p:cNvPr id="2" name="直接连接符 1"/>
          <p:cNvCxnSpPr/>
          <p:nvPr/>
        </p:nvCxnSpPr>
        <p:spPr>
          <a:xfrm flipH="1">
            <a:off x="6392545" y="1635760"/>
            <a:ext cx="7620" cy="465645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 name="直接连接符 2"/>
          <p:cNvCxnSpPr/>
          <p:nvPr/>
        </p:nvCxnSpPr>
        <p:spPr>
          <a:xfrm flipH="1">
            <a:off x="2548890" y="1635760"/>
            <a:ext cx="7620" cy="465645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3729" name="标题 89089"/>
          <p:cNvSpPr>
            <a:spLocks noGrp="1"/>
          </p:cNvSpPr>
          <p:nvPr>
            <p:ph type="title"/>
          </p:nvPr>
        </p:nvSpPr>
        <p:spPr>
          <a:xfrm>
            <a:off x="363538" y="709613"/>
            <a:ext cx="8393113" cy="635000"/>
          </a:xfrm>
        </p:spPr>
        <p:txBody>
          <a:bodyPr anchor="b">
            <a:spAutoFit/>
          </a:bodyPr>
          <a:p>
            <a:pPr fontAlgn="base"/>
            <a:r>
              <a:rPr lang="zh-CN" altLang="en-US" sz="3600" strike="noStrike" noProof="1" dirty="0">
                <a:solidFill>
                  <a:srgbClr val="A50021"/>
                </a:solidFill>
                <a:sym typeface="Arial" panose="02080604020202020204" pitchFamily="34" charset="0"/>
              </a:rPr>
              <a:t>基于索引结点的共享方式（硬链接）</a:t>
            </a:r>
            <a:endParaRPr lang="zh-CN" altLang="en-US" sz="3600" strike="noStrike" noProof="1" dirty="0">
              <a:solidFill>
                <a:srgbClr val="A50021"/>
              </a:solidFill>
              <a:sym typeface="Arial" panose="02080604020202020204" pitchFamily="34" charset="0"/>
            </a:endParaRPr>
          </a:p>
        </p:txBody>
      </p:sp>
      <p:graphicFrame>
        <p:nvGraphicFramePr>
          <p:cNvPr id="89091" name="表格 89090"/>
          <p:cNvGraphicFramePr/>
          <p:nvPr/>
        </p:nvGraphicFramePr>
        <p:xfrm>
          <a:off x="990600" y="2225675"/>
          <a:ext cx="1371600" cy="1554163"/>
        </p:xfrm>
        <a:graphic>
          <a:graphicData uri="http://schemas.openxmlformats.org/drawingml/2006/table">
            <a:tbl>
              <a:tblPr/>
              <a:tblGrid>
                <a:gridCol w="936625"/>
                <a:gridCol w="434975"/>
              </a:tblGrid>
              <a:tr h="395288">
                <a:tc>
                  <a:txBody>
                    <a:bodyPr wrap="square"/>
                    <a:lstStyle>
                      <a:lvl1pPr marL="342900" lvl="0" indent="-342900" algn="l" defTabSz="914400" eaLnBrk="1" fontAlgn="base" latinLnBrk="0" hangingPunct="1">
                        <a:lnSpc>
                          <a:spcPct val="100000"/>
                        </a:lnSpc>
                        <a:spcBef>
                          <a:spcPct val="20000"/>
                        </a:spcBef>
                        <a:spcAft>
                          <a:spcPct val="0"/>
                        </a:spcAft>
                        <a:buClr>
                          <a:schemeClr val="bg2"/>
                        </a:buClr>
                        <a:buFont typeface="Monotype Sorts" pitchFamily="2" charset="2"/>
                        <a:buChar char="§"/>
                        <a:defRPr sz="2800" b="0" i="0" u="none" kern="1200" baseline="0">
                          <a:solidFill>
                            <a:schemeClr val="tx1"/>
                          </a:solidFill>
                          <a:latin typeface="Times New Roman" panose="02020603050405020304" charset="0"/>
                          <a:ea typeface="宋体" panose="02010600030101010101" pitchFamily="2" charset="-122"/>
                        </a:defRPr>
                      </a:lvl1pPr>
                      <a:lvl2pPr marL="742950" lvl="1" indent="-285750">
                        <a:buSzPct val="50000"/>
                        <a:defRPr sz="2400" kern="1200"/>
                      </a:lvl2pPr>
                      <a:lvl3pPr marL="1143000" lvl="2" indent="-228600">
                        <a:defRPr sz="2000" kern="1200"/>
                      </a:lvl3pPr>
                      <a:lvl4pPr marL="1600200" lvl="3" indent="-228600">
                        <a:defRPr sz="1800" kern="1200"/>
                      </a:lvl4pPr>
                      <a:lvl5pPr marL="2057400" lvl="4" indent="-228600">
                        <a:defRPr sz="1800" kern="1200"/>
                      </a:lvl5pPr>
                    </a:lstStyle>
                    <a:p>
                      <a:pPr marL="0" lvl="0" indent="0">
                        <a:buNone/>
                      </a:pPr>
                    </a:p>
                  </a:txBody>
                  <a:tcPr vert="horz" anchor="t">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Clr>
                          <a:schemeClr val="bg2"/>
                        </a:buClr>
                        <a:buFont typeface="Monotype Sorts" pitchFamily="2" charset="2"/>
                        <a:buChar char="§"/>
                        <a:defRPr sz="2800" b="0" i="0" u="none" kern="1200" baseline="0">
                          <a:solidFill>
                            <a:schemeClr val="tx1"/>
                          </a:solidFill>
                          <a:latin typeface="Times New Roman" panose="02020603050405020304" charset="0"/>
                          <a:ea typeface="宋体" panose="02010600030101010101" pitchFamily="2" charset="-122"/>
                        </a:defRPr>
                      </a:lvl1pPr>
                      <a:lvl2pPr marL="742950" lvl="1" indent="-285750">
                        <a:buSzPct val="50000"/>
                        <a:defRPr sz="2400" kern="1200"/>
                      </a:lvl2pPr>
                      <a:lvl3pPr marL="1143000" lvl="2" indent="-228600">
                        <a:defRPr sz="2000" kern="1200"/>
                      </a:lvl3pPr>
                      <a:lvl4pPr marL="1600200" lvl="3" indent="-228600">
                        <a:defRPr sz="1800" kern="1200"/>
                      </a:lvl4pPr>
                      <a:lvl5pPr marL="2057400" lvl="4" indent="-228600">
                        <a:defRPr sz="1800" kern="1200"/>
                      </a:lvl5pPr>
                    </a:lstStyle>
                    <a:p>
                      <a:pPr marL="0" lvl="0" indent="0">
                        <a:buNone/>
                      </a:pPr>
                    </a:p>
                  </a:txBody>
                  <a:tcPr vert="horz" anchor="t">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95287">
                <a:tc>
                  <a:txBody>
                    <a:bodyPr wrap="square"/>
                    <a:lstStyle>
                      <a:lvl1pPr marL="342900" lvl="0" indent="-342900" algn="l" defTabSz="914400" eaLnBrk="1" fontAlgn="base" latinLnBrk="0" hangingPunct="1">
                        <a:lnSpc>
                          <a:spcPct val="100000"/>
                        </a:lnSpc>
                        <a:spcBef>
                          <a:spcPct val="20000"/>
                        </a:spcBef>
                        <a:spcAft>
                          <a:spcPct val="0"/>
                        </a:spcAft>
                        <a:buClr>
                          <a:schemeClr val="bg2"/>
                        </a:buClr>
                        <a:buFont typeface="Monotype Sorts" pitchFamily="2" charset="2"/>
                        <a:buChar char="§"/>
                        <a:defRPr sz="2800" b="0" i="0" u="none" kern="1200" baseline="0">
                          <a:solidFill>
                            <a:schemeClr val="tx1"/>
                          </a:solidFill>
                          <a:latin typeface="Times New Roman" panose="02020603050405020304" charset="0"/>
                          <a:ea typeface="宋体" panose="02010600030101010101" pitchFamily="2" charset="-122"/>
                        </a:defRPr>
                      </a:lvl1pPr>
                      <a:lvl2pPr marL="742950" lvl="1" indent="-285750">
                        <a:buSzPct val="50000"/>
                        <a:defRPr sz="2400" kern="1200"/>
                      </a:lvl2pPr>
                      <a:lvl3pPr marL="1143000" lvl="2" indent="-228600">
                        <a:defRPr sz="2000" kern="1200"/>
                      </a:lvl3pPr>
                      <a:lvl4pPr marL="1600200" lvl="3" indent="-228600">
                        <a:defRPr sz="1800" kern="1200"/>
                      </a:lvl4pPr>
                      <a:lvl5pPr marL="2057400" lvl="4" indent="-228600">
                        <a:defRPr sz="1800" kern="1200"/>
                      </a:lvl5pPr>
                    </a:lstStyle>
                    <a:p>
                      <a:pPr marL="0" lvl="0" indent="0">
                        <a:buNone/>
                      </a:pPr>
                    </a:p>
                  </a:txBody>
                  <a:tcPr vert="horz" anchor="t">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Clr>
                          <a:schemeClr val="bg2"/>
                        </a:buClr>
                        <a:buFont typeface="Monotype Sorts" pitchFamily="2" charset="2"/>
                        <a:buChar char="§"/>
                        <a:defRPr sz="2800" b="0" i="0" u="none" kern="1200" baseline="0">
                          <a:solidFill>
                            <a:schemeClr val="tx1"/>
                          </a:solidFill>
                          <a:latin typeface="Times New Roman" panose="02020603050405020304" charset="0"/>
                          <a:ea typeface="宋体" panose="02010600030101010101" pitchFamily="2" charset="-122"/>
                        </a:defRPr>
                      </a:lvl1pPr>
                      <a:lvl2pPr marL="742950" lvl="1" indent="-285750">
                        <a:buSzPct val="50000"/>
                        <a:defRPr sz="2400" kern="1200"/>
                      </a:lvl2pPr>
                      <a:lvl3pPr marL="1143000" lvl="2" indent="-228600">
                        <a:defRPr sz="2000" kern="1200"/>
                      </a:lvl3pPr>
                      <a:lvl4pPr marL="1600200" lvl="3" indent="-228600">
                        <a:defRPr sz="1800" kern="1200"/>
                      </a:lvl4pPr>
                      <a:lvl5pPr marL="2057400" lvl="4" indent="-228600">
                        <a:defRPr sz="1800" kern="1200"/>
                      </a:lvl5pPr>
                    </a:lstStyle>
                    <a:p>
                      <a:pPr marL="0" lvl="0" indent="0">
                        <a:buNone/>
                      </a:pPr>
                    </a:p>
                  </a:txBody>
                  <a:tcPr vert="horz" anchor="t">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517525">
                <a:tc>
                  <a:txBody>
                    <a:bodyPr wrap="square"/>
                    <a:lstStyle>
                      <a:lvl1pPr marL="342900" lvl="0" indent="-342900" algn="l" defTabSz="914400" eaLnBrk="1" fontAlgn="base" latinLnBrk="0" hangingPunct="1">
                        <a:lnSpc>
                          <a:spcPct val="100000"/>
                        </a:lnSpc>
                        <a:spcBef>
                          <a:spcPct val="20000"/>
                        </a:spcBef>
                        <a:spcAft>
                          <a:spcPct val="0"/>
                        </a:spcAft>
                        <a:buClr>
                          <a:schemeClr val="bg2"/>
                        </a:buClr>
                        <a:buFont typeface="Monotype Sorts" pitchFamily="2" charset="2"/>
                        <a:buChar char="§"/>
                        <a:defRPr sz="2800" b="0" i="0" u="none" kern="1200" baseline="0">
                          <a:solidFill>
                            <a:schemeClr val="tx1"/>
                          </a:solidFill>
                          <a:latin typeface="Times New Roman" panose="02020603050405020304" charset="0"/>
                          <a:ea typeface="宋体" panose="02010600030101010101" pitchFamily="2" charset="-122"/>
                        </a:defRPr>
                      </a:lvl1pPr>
                      <a:lvl2pPr marL="742950" lvl="1" indent="-285750">
                        <a:buSzPct val="50000"/>
                        <a:defRPr sz="2400" kern="1200"/>
                      </a:lvl2pPr>
                      <a:lvl3pPr marL="1143000" lvl="2" indent="-228600">
                        <a:defRPr sz="2000" kern="1200"/>
                      </a:lvl3pPr>
                      <a:lvl4pPr marL="1600200" lvl="3" indent="-228600">
                        <a:defRPr sz="1800" kern="1200"/>
                      </a:lvl4pPr>
                      <a:lvl5pPr marL="2057400" lvl="4" indent="-228600">
                        <a:defRPr sz="1800" kern="1200"/>
                      </a:lvl5pPr>
                    </a:lstStyle>
                    <a:p>
                      <a:pPr marL="0" lvl="0" indent="0">
                        <a:buNone/>
                      </a:pPr>
                      <a:r>
                        <a:rPr lang="zh-CN" altLang="en-US" sz="2000" dirty="0"/>
                        <a:t>test1</a:t>
                      </a:r>
                      <a:endParaRPr lang="zh-CN" altLang="en-US" sz="2000" dirty="0"/>
                    </a:p>
                  </a:txBody>
                  <a:tcPr vert="horz" anchor="t">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Clr>
                          <a:schemeClr val="bg2"/>
                        </a:buClr>
                        <a:buFont typeface="Monotype Sorts" pitchFamily="2" charset="2"/>
                        <a:buChar char="§"/>
                        <a:defRPr sz="2800" b="0" i="0" u="none" kern="1200" baseline="0">
                          <a:solidFill>
                            <a:schemeClr val="tx1"/>
                          </a:solidFill>
                          <a:latin typeface="Times New Roman" panose="02020603050405020304" charset="0"/>
                          <a:ea typeface="宋体" panose="02010600030101010101" pitchFamily="2" charset="-122"/>
                        </a:defRPr>
                      </a:lvl1pPr>
                      <a:lvl2pPr marL="742950" lvl="1" indent="-285750">
                        <a:buSzPct val="50000"/>
                        <a:defRPr sz="2400" kern="1200"/>
                      </a:lvl2pPr>
                      <a:lvl3pPr marL="1143000" lvl="2" indent="-228600">
                        <a:defRPr sz="2000" kern="1200"/>
                      </a:lvl3pPr>
                      <a:lvl4pPr marL="1600200" lvl="3" indent="-228600">
                        <a:defRPr sz="1800" kern="1200"/>
                      </a:lvl4pPr>
                      <a:lvl5pPr marL="2057400" lvl="4" indent="-228600">
                        <a:defRPr sz="1800" kern="1200"/>
                      </a:lvl5pPr>
                    </a:lstStyle>
                    <a:p>
                      <a:pPr marL="0" lvl="0" indent="0">
                        <a:buNone/>
                      </a:pPr>
                    </a:p>
                  </a:txBody>
                  <a:tcPr vert="horz" anchor="t">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bl>
          </a:graphicData>
        </a:graphic>
      </p:graphicFrame>
      <p:sp>
        <p:nvSpPr>
          <p:cNvPr id="73744" name="文本框 89104"/>
          <p:cNvSpPr txBox="1"/>
          <p:nvPr/>
        </p:nvSpPr>
        <p:spPr>
          <a:xfrm>
            <a:off x="1143000" y="1768475"/>
            <a:ext cx="1295400" cy="457200"/>
          </a:xfrm>
          <a:prstGeom prst="rect">
            <a:avLst/>
          </a:prstGeom>
          <a:noFill/>
          <a:ln w="9525">
            <a:noFill/>
            <a:miter/>
          </a:ln>
        </p:spPr>
        <p:txBody>
          <a:bodyPr anchor="t">
            <a:spAutoFit/>
          </a:bodyPr>
          <a:p>
            <a:pPr lvl="0">
              <a:spcBef>
                <a:spcPct val="50000"/>
              </a:spcBef>
            </a:pPr>
            <a:r>
              <a:rPr lang="zh-CN" altLang="en-US" sz="2000" b="0">
                <a:solidFill>
                  <a:schemeClr val="tx1"/>
                </a:solidFill>
                <a:latin typeface="Tahoma" pitchFamily="2" charset="0"/>
                <a:ea typeface="宋体" panose="02010600030101010101" pitchFamily="2" charset="-122"/>
              </a:rPr>
              <a:t>目录</a:t>
            </a:r>
            <a:r>
              <a:rPr lang="en-US" altLang="zh-CN" sz="1800" b="0">
                <a:solidFill>
                  <a:schemeClr val="tx1"/>
                </a:solidFill>
                <a:latin typeface="Arial" panose="02080604020202020204" pitchFamily="34" charset="0"/>
                <a:ea typeface="宋体" panose="02010600030101010101" pitchFamily="2" charset="-122"/>
              </a:rPr>
              <a:t>C</a:t>
            </a:r>
            <a:endParaRPr lang="en-US" altLang="zh-CN" sz="1800" b="0">
              <a:solidFill>
                <a:schemeClr val="tx1"/>
              </a:solidFill>
              <a:latin typeface="Arial" panose="02080604020202020204" pitchFamily="34" charset="0"/>
              <a:ea typeface="宋体" panose="02010600030101010101" pitchFamily="2" charset="-122"/>
            </a:endParaRPr>
          </a:p>
        </p:txBody>
      </p:sp>
      <p:graphicFrame>
        <p:nvGraphicFramePr>
          <p:cNvPr id="89106" name="表格 89105"/>
          <p:cNvGraphicFramePr/>
          <p:nvPr/>
        </p:nvGraphicFramePr>
        <p:xfrm>
          <a:off x="2743200" y="2225675"/>
          <a:ext cx="1371600" cy="1555750"/>
        </p:xfrm>
        <a:graphic>
          <a:graphicData uri="http://schemas.openxmlformats.org/drawingml/2006/table">
            <a:tbl>
              <a:tblPr/>
              <a:tblGrid>
                <a:gridCol w="936625"/>
                <a:gridCol w="434975"/>
              </a:tblGrid>
              <a:tr h="395288">
                <a:tc>
                  <a:txBody>
                    <a:bodyPr wrap="square"/>
                    <a:lstStyle>
                      <a:lvl1pPr marL="342900" lvl="0" indent="-342900" algn="l" defTabSz="914400" eaLnBrk="1" fontAlgn="base" latinLnBrk="0" hangingPunct="1">
                        <a:lnSpc>
                          <a:spcPct val="100000"/>
                        </a:lnSpc>
                        <a:spcBef>
                          <a:spcPct val="20000"/>
                        </a:spcBef>
                        <a:spcAft>
                          <a:spcPct val="0"/>
                        </a:spcAft>
                        <a:buClr>
                          <a:schemeClr val="bg2"/>
                        </a:buClr>
                        <a:buFont typeface="Monotype Sorts" pitchFamily="2" charset="2"/>
                        <a:buChar char="§"/>
                        <a:defRPr sz="2800" b="0" i="0" u="none" kern="1200" baseline="0">
                          <a:solidFill>
                            <a:schemeClr val="tx1"/>
                          </a:solidFill>
                          <a:latin typeface="Times New Roman" panose="02020603050405020304" charset="0"/>
                          <a:ea typeface="宋体" panose="02010600030101010101" pitchFamily="2" charset="-122"/>
                        </a:defRPr>
                      </a:lvl1pPr>
                      <a:lvl2pPr marL="742950" lvl="1" indent="-285750">
                        <a:buSzPct val="50000"/>
                        <a:defRPr sz="2400" kern="1200"/>
                      </a:lvl2pPr>
                      <a:lvl3pPr marL="1143000" lvl="2" indent="-228600">
                        <a:defRPr sz="2000" kern="1200"/>
                      </a:lvl3pPr>
                      <a:lvl4pPr marL="1600200" lvl="3" indent="-228600">
                        <a:defRPr sz="1800" kern="1200"/>
                      </a:lvl4pPr>
                      <a:lvl5pPr marL="2057400" lvl="4" indent="-228600">
                        <a:defRPr sz="1800" kern="1200"/>
                      </a:lvl5pPr>
                    </a:lstStyle>
                    <a:p>
                      <a:pPr marL="0" lvl="0" indent="0">
                        <a:buNone/>
                      </a:pPr>
                    </a:p>
                  </a:txBody>
                  <a:tcPr vert="horz" anchor="t">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Clr>
                          <a:schemeClr val="bg2"/>
                        </a:buClr>
                        <a:buFont typeface="Monotype Sorts" pitchFamily="2" charset="2"/>
                        <a:buChar char="§"/>
                        <a:defRPr sz="2800" b="0" i="0" u="none" kern="1200" baseline="0">
                          <a:solidFill>
                            <a:schemeClr val="tx1"/>
                          </a:solidFill>
                          <a:latin typeface="Times New Roman" panose="02020603050405020304" charset="0"/>
                          <a:ea typeface="宋体" panose="02010600030101010101" pitchFamily="2" charset="-122"/>
                        </a:defRPr>
                      </a:lvl1pPr>
                      <a:lvl2pPr marL="742950" lvl="1" indent="-285750">
                        <a:buSzPct val="50000"/>
                        <a:defRPr sz="2400" kern="1200"/>
                      </a:lvl2pPr>
                      <a:lvl3pPr marL="1143000" lvl="2" indent="-228600">
                        <a:defRPr sz="2000" kern="1200"/>
                      </a:lvl3pPr>
                      <a:lvl4pPr marL="1600200" lvl="3" indent="-228600">
                        <a:defRPr sz="1800" kern="1200"/>
                      </a:lvl4pPr>
                      <a:lvl5pPr marL="2057400" lvl="4" indent="-228600">
                        <a:defRPr sz="1800" kern="1200"/>
                      </a:lvl5pPr>
                    </a:lstStyle>
                    <a:p>
                      <a:pPr marL="0" lvl="0" indent="0">
                        <a:buNone/>
                      </a:pPr>
                    </a:p>
                  </a:txBody>
                  <a:tcPr vert="horz" anchor="t">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519112">
                <a:tc>
                  <a:txBody>
                    <a:bodyPr wrap="square"/>
                    <a:lstStyle>
                      <a:lvl1pPr marL="342900" lvl="0" indent="-342900" algn="l" defTabSz="914400" eaLnBrk="1" fontAlgn="base" latinLnBrk="0" hangingPunct="1">
                        <a:lnSpc>
                          <a:spcPct val="100000"/>
                        </a:lnSpc>
                        <a:spcBef>
                          <a:spcPct val="20000"/>
                        </a:spcBef>
                        <a:spcAft>
                          <a:spcPct val="0"/>
                        </a:spcAft>
                        <a:buClr>
                          <a:schemeClr val="bg2"/>
                        </a:buClr>
                        <a:buFont typeface="Monotype Sorts" pitchFamily="2" charset="2"/>
                        <a:buChar char="§"/>
                        <a:defRPr sz="2800" b="0" i="0" u="none" kern="1200" baseline="0">
                          <a:solidFill>
                            <a:schemeClr val="tx1"/>
                          </a:solidFill>
                          <a:latin typeface="Times New Roman" panose="02020603050405020304" charset="0"/>
                          <a:ea typeface="宋体" panose="02010600030101010101" pitchFamily="2" charset="-122"/>
                        </a:defRPr>
                      </a:lvl1pPr>
                      <a:lvl2pPr marL="742950" lvl="1" indent="-285750">
                        <a:buSzPct val="50000"/>
                        <a:defRPr sz="2400" kern="1200"/>
                      </a:lvl2pPr>
                      <a:lvl3pPr marL="1143000" lvl="2" indent="-228600">
                        <a:defRPr sz="2000" kern="1200"/>
                      </a:lvl3pPr>
                      <a:lvl4pPr marL="1600200" lvl="3" indent="-228600">
                        <a:defRPr sz="1800" kern="1200"/>
                      </a:lvl4pPr>
                      <a:lvl5pPr marL="2057400" lvl="4" indent="-228600">
                        <a:defRPr sz="1800" kern="1200"/>
                      </a:lvl5pPr>
                    </a:lstStyle>
                    <a:p>
                      <a:pPr marL="0" lvl="0" indent="0">
                        <a:buNone/>
                      </a:pPr>
                      <a:r>
                        <a:rPr lang="zh-CN" altLang="en-US" sz="2000" dirty="0"/>
                        <a:t>test2</a:t>
                      </a:r>
                      <a:endParaRPr lang="zh-CN" altLang="en-US" sz="2000" dirty="0"/>
                    </a:p>
                  </a:txBody>
                  <a:tcPr vert="horz" anchor="t">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Clr>
                          <a:schemeClr val="bg2"/>
                        </a:buClr>
                        <a:buFont typeface="Monotype Sorts" pitchFamily="2" charset="2"/>
                        <a:buChar char="§"/>
                        <a:defRPr sz="2800" b="0" i="0" u="none" kern="1200" baseline="0">
                          <a:solidFill>
                            <a:schemeClr val="tx1"/>
                          </a:solidFill>
                          <a:latin typeface="Times New Roman" panose="02020603050405020304" charset="0"/>
                          <a:ea typeface="宋体" panose="02010600030101010101" pitchFamily="2" charset="-122"/>
                        </a:defRPr>
                      </a:lvl1pPr>
                      <a:lvl2pPr marL="742950" lvl="1" indent="-285750">
                        <a:buSzPct val="50000"/>
                        <a:defRPr sz="2400" kern="1200"/>
                      </a:lvl2pPr>
                      <a:lvl3pPr marL="1143000" lvl="2" indent="-228600">
                        <a:defRPr sz="2000" kern="1200"/>
                      </a:lvl3pPr>
                      <a:lvl4pPr marL="1600200" lvl="3" indent="-228600">
                        <a:defRPr sz="1800" kern="1200"/>
                      </a:lvl4pPr>
                      <a:lvl5pPr marL="2057400" lvl="4" indent="-228600">
                        <a:defRPr sz="1800" kern="1200"/>
                      </a:lvl5pPr>
                    </a:lstStyle>
                    <a:p>
                      <a:pPr marL="0" lvl="0" indent="0">
                        <a:buNone/>
                      </a:pPr>
                    </a:p>
                  </a:txBody>
                  <a:tcPr vert="horz" anchor="t">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95288">
                <a:tc>
                  <a:txBody>
                    <a:bodyPr wrap="square"/>
                    <a:lstStyle>
                      <a:lvl1pPr marL="342900" lvl="0" indent="-342900" algn="l" defTabSz="914400" eaLnBrk="1" fontAlgn="base" latinLnBrk="0" hangingPunct="1">
                        <a:lnSpc>
                          <a:spcPct val="100000"/>
                        </a:lnSpc>
                        <a:spcBef>
                          <a:spcPct val="20000"/>
                        </a:spcBef>
                        <a:spcAft>
                          <a:spcPct val="0"/>
                        </a:spcAft>
                        <a:buClr>
                          <a:schemeClr val="bg2"/>
                        </a:buClr>
                        <a:buFont typeface="Monotype Sorts" pitchFamily="2" charset="2"/>
                        <a:buChar char="§"/>
                        <a:defRPr sz="2800" b="0" i="0" u="none" kern="1200" baseline="0">
                          <a:solidFill>
                            <a:schemeClr val="tx1"/>
                          </a:solidFill>
                          <a:latin typeface="Times New Roman" panose="02020603050405020304" charset="0"/>
                          <a:ea typeface="宋体" panose="02010600030101010101" pitchFamily="2" charset="-122"/>
                        </a:defRPr>
                      </a:lvl1pPr>
                      <a:lvl2pPr marL="742950" lvl="1" indent="-285750">
                        <a:buSzPct val="50000"/>
                        <a:defRPr sz="2400" kern="1200"/>
                      </a:lvl2pPr>
                      <a:lvl3pPr marL="1143000" lvl="2" indent="-228600">
                        <a:defRPr sz="2000" kern="1200"/>
                      </a:lvl3pPr>
                      <a:lvl4pPr marL="1600200" lvl="3" indent="-228600">
                        <a:defRPr sz="1800" kern="1200"/>
                      </a:lvl4pPr>
                      <a:lvl5pPr marL="2057400" lvl="4" indent="-228600">
                        <a:defRPr sz="1800" kern="1200"/>
                      </a:lvl5pPr>
                    </a:lstStyle>
                    <a:p>
                      <a:pPr marL="0" lvl="0" indent="0">
                        <a:buNone/>
                      </a:pPr>
                    </a:p>
                  </a:txBody>
                  <a:tcPr vert="horz" anchor="t">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Clr>
                          <a:schemeClr val="bg2"/>
                        </a:buClr>
                        <a:buFont typeface="Monotype Sorts" pitchFamily="2" charset="2"/>
                        <a:buChar char="§"/>
                        <a:defRPr sz="2800" b="0" i="0" u="none" kern="1200" baseline="0">
                          <a:solidFill>
                            <a:schemeClr val="tx1"/>
                          </a:solidFill>
                          <a:latin typeface="Times New Roman" panose="02020603050405020304" charset="0"/>
                          <a:ea typeface="宋体" panose="02010600030101010101" pitchFamily="2" charset="-122"/>
                        </a:defRPr>
                      </a:lvl1pPr>
                      <a:lvl2pPr marL="742950" lvl="1" indent="-285750">
                        <a:buSzPct val="50000"/>
                        <a:defRPr sz="2400" kern="1200"/>
                      </a:lvl2pPr>
                      <a:lvl3pPr marL="1143000" lvl="2" indent="-228600">
                        <a:defRPr sz="2000" kern="1200"/>
                      </a:lvl3pPr>
                      <a:lvl4pPr marL="1600200" lvl="3" indent="-228600">
                        <a:defRPr sz="1800" kern="1200"/>
                      </a:lvl4pPr>
                      <a:lvl5pPr marL="2057400" lvl="4" indent="-228600">
                        <a:defRPr sz="1800" kern="1200"/>
                      </a:lvl5pPr>
                    </a:lstStyle>
                    <a:p>
                      <a:pPr marL="0" lvl="0" indent="0">
                        <a:buNone/>
                      </a:pPr>
                    </a:p>
                  </a:txBody>
                  <a:tcPr vert="horz" anchor="t">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bl>
          </a:graphicData>
        </a:graphic>
      </p:graphicFrame>
      <p:graphicFrame>
        <p:nvGraphicFramePr>
          <p:cNvPr id="89120" name="表格 89119"/>
          <p:cNvGraphicFramePr/>
          <p:nvPr/>
        </p:nvGraphicFramePr>
        <p:xfrm>
          <a:off x="838200" y="3902075"/>
          <a:ext cx="1430338" cy="1001713"/>
        </p:xfrm>
        <a:graphic>
          <a:graphicData uri="http://schemas.openxmlformats.org/drawingml/2006/table">
            <a:tbl>
              <a:tblPr/>
              <a:tblGrid>
                <a:gridCol w="1430338"/>
              </a:tblGrid>
              <a:tr h="1001713">
                <a:tc>
                  <a:txBody>
                    <a:bodyPr wrap="square"/>
                    <a:lstStyle>
                      <a:lvl1pPr marL="342900" lvl="0" indent="-342900" algn="l" defTabSz="914400" eaLnBrk="1" fontAlgn="base" latinLnBrk="0" hangingPunct="1">
                        <a:lnSpc>
                          <a:spcPct val="100000"/>
                        </a:lnSpc>
                        <a:spcBef>
                          <a:spcPct val="20000"/>
                        </a:spcBef>
                        <a:spcAft>
                          <a:spcPct val="0"/>
                        </a:spcAft>
                        <a:buClr>
                          <a:schemeClr val="bg2"/>
                        </a:buClr>
                        <a:buFont typeface="Monotype Sorts" pitchFamily="2" charset="2"/>
                        <a:buChar char="§"/>
                        <a:defRPr sz="2800" b="0" i="0" u="none" kern="1200" baseline="0">
                          <a:solidFill>
                            <a:schemeClr val="tx1"/>
                          </a:solidFill>
                          <a:latin typeface="Times New Roman" panose="02020603050405020304" charset="0"/>
                          <a:ea typeface="宋体" panose="02010600030101010101" pitchFamily="2" charset="-122"/>
                        </a:defRPr>
                      </a:lvl1pPr>
                      <a:lvl2pPr marL="742950" lvl="1" indent="-285750">
                        <a:buSzPct val="50000"/>
                        <a:defRPr sz="2400" kern="1200"/>
                      </a:lvl2pPr>
                      <a:lvl3pPr marL="1143000" lvl="2" indent="-228600">
                        <a:defRPr sz="2000" kern="1200"/>
                      </a:lvl3pPr>
                      <a:lvl4pPr marL="1600200" lvl="3" indent="-228600">
                        <a:defRPr sz="1800" kern="1200"/>
                      </a:lvl4pPr>
                      <a:lvl5pPr marL="2057400" lvl="4" indent="-228600">
                        <a:defRPr sz="1800" kern="1200"/>
                      </a:lvl5pPr>
                    </a:lstStyle>
                    <a:p>
                      <a:pPr marL="0" lvl="0" indent="0">
                        <a:buNone/>
                      </a:pPr>
                      <a:r>
                        <a:rPr lang="en-US" altLang="zh-CN" sz="2000"/>
                        <a:t>Count=1</a:t>
                      </a:r>
                      <a:endParaRPr lang="en-US" altLang="zh-CN" sz="2000"/>
                    </a:p>
                  </a:txBody>
                  <a:tcPr vert="horz" anchor="t">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bl>
          </a:graphicData>
        </a:graphic>
      </p:graphicFrame>
      <p:sp>
        <p:nvSpPr>
          <p:cNvPr id="73765" name="直接连接符 89125"/>
          <p:cNvSpPr/>
          <p:nvPr/>
        </p:nvSpPr>
        <p:spPr>
          <a:xfrm flipH="1">
            <a:off x="4495800" y="3281363"/>
            <a:ext cx="1228725" cy="696912"/>
          </a:xfrm>
          <a:prstGeom prst="line">
            <a:avLst/>
          </a:prstGeom>
          <a:ln w="38100" cap="flat" cmpd="sng">
            <a:solidFill>
              <a:schemeClr val="tx1"/>
            </a:solidFill>
            <a:prstDash val="solid"/>
            <a:round/>
            <a:headEnd type="oval" w="med" len="med"/>
            <a:tailEnd type="triangle" w="med" len="med"/>
          </a:ln>
        </p:spPr>
        <p:txBody>
          <a:bodyPr anchor="t"/>
          <a:p>
            <a:pPr lvl="0"/>
            <a:endParaRPr lang="zh-CN" altLang="en-US" sz="1800" b="0">
              <a:solidFill>
                <a:schemeClr val="tx1"/>
              </a:solidFill>
              <a:latin typeface="Arial" panose="02080604020202020204" pitchFamily="34" charset="0"/>
              <a:ea typeface="方正书宋_GBK" panose="02000000000000000000" charset="-122"/>
            </a:endParaRPr>
          </a:p>
        </p:txBody>
      </p:sp>
      <p:sp>
        <p:nvSpPr>
          <p:cNvPr id="73766" name="文本框 89126"/>
          <p:cNvSpPr txBox="1"/>
          <p:nvPr/>
        </p:nvSpPr>
        <p:spPr>
          <a:xfrm>
            <a:off x="2819400" y="1768475"/>
            <a:ext cx="1295400" cy="457200"/>
          </a:xfrm>
          <a:prstGeom prst="rect">
            <a:avLst/>
          </a:prstGeom>
          <a:noFill/>
          <a:ln w="9525">
            <a:noFill/>
            <a:miter/>
          </a:ln>
        </p:spPr>
        <p:txBody>
          <a:bodyPr anchor="t">
            <a:spAutoFit/>
          </a:bodyPr>
          <a:p>
            <a:pPr lvl="0">
              <a:spcBef>
                <a:spcPct val="50000"/>
              </a:spcBef>
            </a:pPr>
            <a:r>
              <a:rPr lang="zh-CN" altLang="en-US" sz="2000" b="0">
                <a:solidFill>
                  <a:schemeClr val="tx1"/>
                </a:solidFill>
                <a:latin typeface="Tahoma" pitchFamily="2" charset="0"/>
                <a:ea typeface="宋体" panose="02010600030101010101" pitchFamily="2" charset="-122"/>
              </a:rPr>
              <a:t>目录</a:t>
            </a:r>
            <a:r>
              <a:rPr lang="en-US" altLang="zh-CN" sz="1800" b="0">
                <a:solidFill>
                  <a:schemeClr val="tx1"/>
                </a:solidFill>
                <a:latin typeface="Arial" panose="02080604020202020204" pitchFamily="34" charset="0"/>
                <a:ea typeface="宋体" panose="02010600030101010101" pitchFamily="2" charset="-122"/>
              </a:rPr>
              <a:t>B</a:t>
            </a:r>
            <a:endParaRPr lang="en-US" altLang="zh-CN" sz="1800" b="0">
              <a:solidFill>
                <a:schemeClr val="tx1"/>
              </a:solidFill>
              <a:latin typeface="Arial" panose="02080604020202020204" pitchFamily="34" charset="0"/>
              <a:ea typeface="宋体" panose="02010600030101010101" pitchFamily="2" charset="-122"/>
            </a:endParaRPr>
          </a:p>
        </p:txBody>
      </p:sp>
      <p:graphicFrame>
        <p:nvGraphicFramePr>
          <p:cNvPr id="89128" name="表格 89127"/>
          <p:cNvGraphicFramePr/>
          <p:nvPr/>
        </p:nvGraphicFramePr>
        <p:xfrm>
          <a:off x="4648200" y="2225675"/>
          <a:ext cx="1371600" cy="1554163"/>
        </p:xfrm>
        <a:graphic>
          <a:graphicData uri="http://schemas.openxmlformats.org/drawingml/2006/table">
            <a:tbl>
              <a:tblPr/>
              <a:tblGrid>
                <a:gridCol w="936625"/>
                <a:gridCol w="434975"/>
              </a:tblGrid>
              <a:tr h="395288">
                <a:tc>
                  <a:txBody>
                    <a:bodyPr wrap="square"/>
                    <a:lstStyle>
                      <a:lvl1pPr marL="342900" lvl="0" indent="-342900" algn="l" defTabSz="914400" eaLnBrk="1" fontAlgn="base" latinLnBrk="0" hangingPunct="1">
                        <a:lnSpc>
                          <a:spcPct val="100000"/>
                        </a:lnSpc>
                        <a:spcBef>
                          <a:spcPct val="20000"/>
                        </a:spcBef>
                        <a:spcAft>
                          <a:spcPct val="0"/>
                        </a:spcAft>
                        <a:buClr>
                          <a:schemeClr val="bg2"/>
                        </a:buClr>
                        <a:buFont typeface="Monotype Sorts" pitchFamily="2" charset="2"/>
                        <a:buChar char="§"/>
                        <a:defRPr sz="2800" b="0" i="0" u="none" kern="1200" baseline="0">
                          <a:solidFill>
                            <a:schemeClr val="tx1"/>
                          </a:solidFill>
                          <a:latin typeface="Times New Roman" panose="02020603050405020304" charset="0"/>
                          <a:ea typeface="宋体" panose="02010600030101010101" pitchFamily="2" charset="-122"/>
                        </a:defRPr>
                      </a:lvl1pPr>
                      <a:lvl2pPr marL="742950" lvl="1" indent="-285750">
                        <a:buSzPct val="50000"/>
                        <a:defRPr sz="2400" kern="1200"/>
                      </a:lvl2pPr>
                      <a:lvl3pPr marL="1143000" lvl="2" indent="-228600">
                        <a:defRPr sz="2000" kern="1200"/>
                      </a:lvl3pPr>
                      <a:lvl4pPr marL="1600200" lvl="3" indent="-228600">
                        <a:defRPr sz="1800" kern="1200"/>
                      </a:lvl4pPr>
                      <a:lvl5pPr marL="2057400" lvl="4" indent="-228600">
                        <a:defRPr sz="1800" kern="1200"/>
                      </a:lvl5pPr>
                    </a:lstStyle>
                    <a:p>
                      <a:pPr marL="0" lvl="0" indent="0">
                        <a:buNone/>
                      </a:pPr>
                    </a:p>
                  </a:txBody>
                  <a:tcPr vert="horz" anchor="t">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Clr>
                          <a:schemeClr val="bg2"/>
                        </a:buClr>
                        <a:buFont typeface="Monotype Sorts" pitchFamily="2" charset="2"/>
                        <a:buChar char="§"/>
                        <a:defRPr sz="2800" b="0" i="0" u="none" kern="1200" baseline="0">
                          <a:solidFill>
                            <a:schemeClr val="tx1"/>
                          </a:solidFill>
                          <a:latin typeface="Times New Roman" panose="02020603050405020304" charset="0"/>
                          <a:ea typeface="宋体" panose="02010600030101010101" pitchFamily="2" charset="-122"/>
                        </a:defRPr>
                      </a:lvl1pPr>
                      <a:lvl2pPr marL="742950" lvl="1" indent="-285750">
                        <a:buSzPct val="50000"/>
                        <a:defRPr sz="2400" kern="1200"/>
                      </a:lvl2pPr>
                      <a:lvl3pPr marL="1143000" lvl="2" indent="-228600">
                        <a:defRPr sz="2000" kern="1200"/>
                      </a:lvl3pPr>
                      <a:lvl4pPr marL="1600200" lvl="3" indent="-228600">
                        <a:defRPr sz="1800" kern="1200"/>
                      </a:lvl4pPr>
                      <a:lvl5pPr marL="2057400" lvl="4" indent="-228600">
                        <a:defRPr sz="1800" kern="1200"/>
                      </a:lvl5pPr>
                    </a:lstStyle>
                    <a:p>
                      <a:pPr marL="0" lvl="0" indent="0">
                        <a:buNone/>
                      </a:pPr>
                    </a:p>
                  </a:txBody>
                  <a:tcPr vert="horz" anchor="t">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95287">
                <a:tc>
                  <a:txBody>
                    <a:bodyPr wrap="square"/>
                    <a:lstStyle>
                      <a:lvl1pPr marL="342900" lvl="0" indent="-342900" algn="l" defTabSz="914400" eaLnBrk="1" fontAlgn="base" latinLnBrk="0" hangingPunct="1">
                        <a:lnSpc>
                          <a:spcPct val="100000"/>
                        </a:lnSpc>
                        <a:spcBef>
                          <a:spcPct val="20000"/>
                        </a:spcBef>
                        <a:spcAft>
                          <a:spcPct val="0"/>
                        </a:spcAft>
                        <a:buClr>
                          <a:schemeClr val="bg2"/>
                        </a:buClr>
                        <a:buFont typeface="Monotype Sorts" pitchFamily="2" charset="2"/>
                        <a:buChar char="§"/>
                        <a:defRPr sz="2800" b="0" i="0" u="none" kern="1200" baseline="0">
                          <a:solidFill>
                            <a:schemeClr val="tx1"/>
                          </a:solidFill>
                          <a:latin typeface="Times New Roman" panose="02020603050405020304" charset="0"/>
                          <a:ea typeface="宋体" panose="02010600030101010101" pitchFamily="2" charset="-122"/>
                        </a:defRPr>
                      </a:lvl1pPr>
                      <a:lvl2pPr marL="742950" lvl="1" indent="-285750">
                        <a:buSzPct val="50000"/>
                        <a:defRPr sz="2400" kern="1200"/>
                      </a:lvl2pPr>
                      <a:lvl3pPr marL="1143000" lvl="2" indent="-228600">
                        <a:defRPr sz="2000" kern="1200"/>
                      </a:lvl3pPr>
                      <a:lvl4pPr marL="1600200" lvl="3" indent="-228600">
                        <a:defRPr sz="1800" kern="1200"/>
                      </a:lvl4pPr>
                      <a:lvl5pPr marL="2057400" lvl="4" indent="-228600">
                        <a:defRPr sz="1800" kern="1200"/>
                      </a:lvl5pPr>
                    </a:lstStyle>
                    <a:p>
                      <a:pPr marL="0" lvl="0" indent="0">
                        <a:buNone/>
                      </a:pPr>
                    </a:p>
                  </a:txBody>
                  <a:tcPr vert="horz" anchor="t">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Clr>
                          <a:schemeClr val="bg2"/>
                        </a:buClr>
                        <a:buFont typeface="Monotype Sorts" pitchFamily="2" charset="2"/>
                        <a:buChar char="§"/>
                        <a:defRPr sz="2800" b="0" i="0" u="none" kern="1200" baseline="0">
                          <a:solidFill>
                            <a:schemeClr val="tx1"/>
                          </a:solidFill>
                          <a:latin typeface="Times New Roman" panose="02020603050405020304" charset="0"/>
                          <a:ea typeface="宋体" panose="02010600030101010101" pitchFamily="2" charset="-122"/>
                        </a:defRPr>
                      </a:lvl1pPr>
                      <a:lvl2pPr marL="742950" lvl="1" indent="-285750">
                        <a:buSzPct val="50000"/>
                        <a:defRPr sz="2400" kern="1200"/>
                      </a:lvl2pPr>
                      <a:lvl3pPr marL="1143000" lvl="2" indent="-228600">
                        <a:defRPr sz="2000" kern="1200"/>
                      </a:lvl3pPr>
                      <a:lvl4pPr marL="1600200" lvl="3" indent="-228600">
                        <a:defRPr sz="1800" kern="1200"/>
                      </a:lvl4pPr>
                      <a:lvl5pPr marL="2057400" lvl="4" indent="-228600">
                        <a:defRPr sz="1800" kern="1200"/>
                      </a:lvl5pPr>
                    </a:lstStyle>
                    <a:p>
                      <a:pPr marL="0" lvl="0" indent="0">
                        <a:buNone/>
                      </a:pPr>
                    </a:p>
                  </a:txBody>
                  <a:tcPr vert="horz" anchor="t">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517525">
                <a:tc>
                  <a:txBody>
                    <a:bodyPr wrap="square"/>
                    <a:lstStyle>
                      <a:lvl1pPr marL="342900" lvl="0" indent="-342900" algn="l" defTabSz="914400" eaLnBrk="1" fontAlgn="base" latinLnBrk="0" hangingPunct="1">
                        <a:lnSpc>
                          <a:spcPct val="100000"/>
                        </a:lnSpc>
                        <a:spcBef>
                          <a:spcPct val="20000"/>
                        </a:spcBef>
                        <a:spcAft>
                          <a:spcPct val="0"/>
                        </a:spcAft>
                        <a:buClr>
                          <a:schemeClr val="bg2"/>
                        </a:buClr>
                        <a:buFont typeface="Monotype Sorts" pitchFamily="2" charset="2"/>
                        <a:buChar char="§"/>
                        <a:defRPr sz="2800" b="0" i="0" u="none" kern="1200" baseline="0">
                          <a:solidFill>
                            <a:schemeClr val="tx1"/>
                          </a:solidFill>
                          <a:latin typeface="Times New Roman" panose="02020603050405020304" charset="0"/>
                          <a:ea typeface="宋体" panose="02010600030101010101" pitchFamily="2" charset="-122"/>
                        </a:defRPr>
                      </a:lvl1pPr>
                      <a:lvl2pPr marL="742950" lvl="1" indent="-285750">
                        <a:buSzPct val="50000"/>
                        <a:defRPr sz="2400" kern="1200"/>
                      </a:lvl2pPr>
                      <a:lvl3pPr marL="1143000" lvl="2" indent="-228600">
                        <a:defRPr sz="2000" kern="1200"/>
                      </a:lvl3pPr>
                      <a:lvl4pPr marL="1600200" lvl="3" indent="-228600">
                        <a:defRPr sz="1800" kern="1200"/>
                      </a:lvl4pPr>
                      <a:lvl5pPr marL="2057400" lvl="4" indent="-228600">
                        <a:defRPr sz="1800" kern="1200"/>
                      </a:lvl5pPr>
                    </a:lstStyle>
                    <a:p>
                      <a:pPr marL="0" lvl="0" indent="0">
                        <a:buNone/>
                      </a:pPr>
                      <a:r>
                        <a:rPr lang="zh-CN" altLang="en-US" sz="2000" dirty="0"/>
                        <a:t>test1</a:t>
                      </a:r>
                      <a:endParaRPr lang="zh-CN" altLang="en-US" sz="2000" dirty="0"/>
                    </a:p>
                  </a:txBody>
                  <a:tcPr vert="horz" anchor="t">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Clr>
                          <a:schemeClr val="bg2"/>
                        </a:buClr>
                        <a:buFont typeface="Monotype Sorts" pitchFamily="2" charset="2"/>
                        <a:buChar char="§"/>
                        <a:defRPr sz="2800" b="0" i="0" u="none" kern="1200" baseline="0">
                          <a:solidFill>
                            <a:schemeClr val="tx1"/>
                          </a:solidFill>
                          <a:latin typeface="Times New Roman" panose="02020603050405020304" charset="0"/>
                          <a:ea typeface="宋体" panose="02010600030101010101" pitchFamily="2" charset="-122"/>
                        </a:defRPr>
                      </a:lvl1pPr>
                      <a:lvl2pPr marL="742950" lvl="1" indent="-285750">
                        <a:buSzPct val="50000"/>
                        <a:defRPr sz="2400" kern="1200"/>
                      </a:lvl2pPr>
                      <a:lvl3pPr marL="1143000" lvl="2" indent="-228600">
                        <a:defRPr sz="2000" kern="1200"/>
                      </a:lvl3pPr>
                      <a:lvl4pPr marL="1600200" lvl="3" indent="-228600">
                        <a:defRPr sz="1800" kern="1200"/>
                      </a:lvl4pPr>
                      <a:lvl5pPr marL="2057400" lvl="4" indent="-228600">
                        <a:defRPr sz="1800" kern="1200"/>
                      </a:lvl5pPr>
                    </a:lstStyle>
                    <a:p>
                      <a:pPr marL="0" lvl="0" indent="0">
                        <a:buNone/>
                      </a:pPr>
                    </a:p>
                  </a:txBody>
                  <a:tcPr vert="horz" anchor="t">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bl>
          </a:graphicData>
        </a:graphic>
      </p:graphicFrame>
      <p:graphicFrame>
        <p:nvGraphicFramePr>
          <p:cNvPr id="89142" name="表格 89141"/>
          <p:cNvGraphicFramePr/>
          <p:nvPr/>
        </p:nvGraphicFramePr>
        <p:xfrm>
          <a:off x="6629400" y="2225675"/>
          <a:ext cx="1371600" cy="1555750"/>
        </p:xfrm>
        <a:graphic>
          <a:graphicData uri="http://schemas.openxmlformats.org/drawingml/2006/table">
            <a:tbl>
              <a:tblPr/>
              <a:tblGrid>
                <a:gridCol w="936625"/>
                <a:gridCol w="434975"/>
              </a:tblGrid>
              <a:tr h="395288">
                <a:tc>
                  <a:txBody>
                    <a:bodyPr wrap="square"/>
                    <a:lstStyle>
                      <a:lvl1pPr marL="342900" lvl="0" indent="-342900" algn="l" defTabSz="914400" eaLnBrk="1" fontAlgn="base" latinLnBrk="0" hangingPunct="1">
                        <a:lnSpc>
                          <a:spcPct val="100000"/>
                        </a:lnSpc>
                        <a:spcBef>
                          <a:spcPct val="20000"/>
                        </a:spcBef>
                        <a:spcAft>
                          <a:spcPct val="0"/>
                        </a:spcAft>
                        <a:buClr>
                          <a:schemeClr val="bg2"/>
                        </a:buClr>
                        <a:buFont typeface="Monotype Sorts" pitchFamily="2" charset="2"/>
                        <a:buChar char="§"/>
                        <a:defRPr sz="2800" b="0" i="0" u="none" kern="1200" baseline="0">
                          <a:solidFill>
                            <a:schemeClr val="tx1"/>
                          </a:solidFill>
                          <a:latin typeface="Times New Roman" panose="02020603050405020304" charset="0"/>
                          <a:ea typeface="宋体" panose="02010600030101010101" pitchFamily="2" charset="-122"/>
                        </a:defRPr>
                      </a:lvl1pPr>
                      <a:lvl2pPr marL="742950" lvl="1" indent="-285750">
                        <a:buSzPct val="50000"/>
                        <a:defRPr sz="2400" kern="1200"/>
                      </a:lvl2pPr>
                      <a:lvl3pPr marL="1143000" lvl="2" indent="-228600">
                        <a:defRPr sz="2000" kern="1200"/>
                      </a:lvl3pPr>
                      <a:lvl4pPr marL="1600200" lvl="3" indent="-228600">
                        <a:defRPr sz="1800" kern="1200"/>
                      </a:lvl4pPr>
                      <a:lvl5pPr marL="2057400" lvl="4" indent="-228600">
                        <a:defRPr sz="1800" kern="1200"/>
                      </a:lvl5pPr>
                    </a:lstStyle>
                    <a:p>
                      <a:pPr marL="0" lvl="0" indent="0">
                        <a:buNone/>
                      </a:pPr>
                    </a:p>
                  </a:txBody>
                  <a:tcPr vert="horz" anchor="t">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Clr>
                          <a:schemeClr val="bg2"/>
                        </a:buClr>
                        <a:buFont typeface="Monotype Sorts" pitchFamily="2" charset="2"/>
                        <a:buChar char="§"/>
                        <a:defRPr sz="2800" b="0" i="0" u="none" kern="1200" baseline="0">
                          <a:solidFill>
                            <a:schemeClr val="tx1"/>
                          </a:solidFill>
                          <a:latin typeface="Times New Roman" panose="02020603050405020304" charset="0"/>
                          <a:ea typeface="宋体" panose="02010600030101010101" pitchFamily="2" charset="-122"/>
                        </a:defRPr>
                      </a:lvl1pPr>
                      <a:lvl2pPr marL="742950" lvl="1" indent="-285750">
                        <a:buSzPct val="50000"/>
                        <a:defRPr sz="2400" kern="1200"/>
                      </a:lvl2pPr>
                      <a:lvl3pPr marL="1143000" lvl="2" indent="-228600">
                        <a:defRPr sz="2000" kern="1200"/>
                      </a:lvl3pPr>
                      <a:lvl4pPr marL="1600200" lvl="3" indent="-228600">
                        <a:defRPr sz="1800" kern="1200"/>
                      </a:lvl4pPr>
                      <a:lvl5pPr marL="2057400" lvl="4" indent="-228600">
                        <a:defRPr sz="1800" kern="1200"/>
                      </a:lvl5pPr>
                    </a:lstStyle>
                    <a:p>
                      <a:pPr marL="0" lvl="0" indent="0">
                        <a:buNone/>
                      </a:pPr>
                    </a:p>
                  </a:txBody>
                  <a:tcPr vert="horz" anchor="t">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519112">
                <a:tc>
                  <a:txBody>
                    <a:bodyPr wrap="square"/>
                    <a:lstStyle>
                      <a:lvl1pPr marL="342900" lvl="0" indent="-342900" algn="l" defTabSz="914400" eaLnBrk="1" fontAlgn="base" latinLnBrk="0" hangingPunct="1">
                        <a:lnSpc>
                          <a:spcPct val="100000"/>
                        </a:lnSpc>
                        <a:spcBef>
                          <a:spcPct val="20000"/>
                        </a:spcBef>
                        <a:spcAft>
                          <a:spcPct val="0"/>
                        </a:spcAft>
                        <a:buClr>
                          <a:schemeClr val="bg2"/>
                        </a:buClr>
                        <a:buFont typeface="Monotype Sorts" pitchFamily="2" charset="2"/>
                        <a:buChar char="§"/>
                        <a:defRPr sz="2800" b="0" i="0" u="none" kern="1200" baseline="0">
                          <a:solidFill>
                            <a:schemeClr val="tx1"/>
                          </a:solidFill>
                          <a:latin typeface="Times New Roman" panose="02020603050405020304" charset="0"/>
                          <a:ea typeface="宋体" panose="02010600030101010101" pitchFamily="2" charset="-122"/>
                        </a:defRPr>
                      </a:lvl1pPr>
                      <a:lvl2pPr marL="742950" lvl="1" indent="-285750">
                        <a:buSzPct val="50000"/>
                        <a:defRPr sz="2400" kern="1200"/>
                      </a:lvl2pPr>
                      <a:lvl3pPr marL="1143000" lvl="2" indent="-228600">
                        <a:defRPr sz="2000" kern="1200"/>
                      </a:lvl3pPr>
                      <a:lvl4pPr marL="1600200" lvl="3" indent="-228600">
                        <a:defRPr sz="1800" kern="1200"/>
                      </a:lvl4pPr>
                      <a:lvl5pPr marL="2057400" lvl="4" indent="-228600">
                        <a:defRPr sz="1800" kern="1200"/>
                      </a:lvl5pPr>
                    </a:lstStyle>
                    <a:p>
                      <a:pPr marL="0" lvl="0" indent="0">
                        <a:buNone/>
                      </a:pPr>
                      <a:r>
                        <a:rPr lang="zh-CN" altLang="en-US" sz="2000" dirty="0"/>
                        <a:t>test2</a:t>
                      </a:r>
                      <a:endParaRPr lang="zh-CN" altLang="en-US" sz="2000" dirty="0"/>
                    </a:p>
                  </a:txBody>
                  <a:tcPr vert="horz" anchor="t">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Clr>
                          <a:schemeClr val="bg2"/>
                        </a:buClr>
                        <a:buFont typeface="Monotype Sorts" pitchFamily="2" charset="2"/>
                        <a:buChar char="§"/>
                        <a:defRPr sz="2800" b="0" i="0" u="none" kern="1200" baseline="0">
                          <a:solidFill>
                            <a:schemeClr val="tx1"/>
                          </a:solidFill>
                          <a:latin typeface="Times New Roman" panose="02020603050405020304" charset="0"/>
                          <a:ea typeface="宋体" panose="02010600030101010101" pitchFamily="2" charset="-122"/>
                        </a:defRPr>
                      </a:lvl1pPr>
                      <a:lvl2pPr marL="742950" lvl="1" indent="-285750">
                        <a:buSzPct val="50000"/>
                        <a:defRPr sz="2400" kern="1200"/>
                      </a:lvl2pPr>
                      <a:lvl3pPr marL="1143000" lvl="2" indent="-228600">
                        <a:defRPr sz="2000" kern="1200"/>
                      </a:lvl3pPr>
                      <a:lvl4pPr marL="1600200" lvl="3" indent="-228600">
                        <a:defRPr sz="1800" kern="1200"/>
                      </a:lvl4pPr>
                      <a:lvl5pPr marL="2057400" lvl="4" indent="-228600">
                        <a:defRPr sz="1800" kern="1200"/>
                      </a:lvl5pPr>
                    </a:lstStyle>
                    <a:p>
                      <a:pPr marL="0" lvl="0" indent="0">
                        <a:buNone/>
                      </a:pPr>
                    </a:p>
                  </a:txBody>
                  <a:tcPr vert="horz" anchor="t">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95288">
                <a:tc>
                  <a:txBody>
                    <a:bodyPr wrap="square"/>
                    <a:lstStyle>
                      <a:lvl1pPr marL="342900" lvl="0" indent="-342900" algn="l" defTabSz="914400" eaLnBrk="1" fontAlgn="base" latinLnBrk="0" hangingPunct="1">
                        <a:lnSpc>
                          <a:spcPct val="100000"/>
                        </a:lnSpc>
                        <a:spcBef>
                          <a:spcPct val="20000"/>
                        </a:spcBef>
                        <a:spcAft>
                          <a:spcPct val="0"/>
                        </a:spcAft>
                        <a:buClr>
                          <a:schemeClr val="bg2"/>
                        </a:buClr>
                        <a:buFont typeface="Monotype Sorts" pitchFamily="2" charset="2"/>
                        <a:buChar char="§"/>
                        <a:defRPr sz="2800" b="0" i="0" u="none" kern="1200" baseline="0">
                          <a:solidFill>
                            <a:schemeClr val="tx1"/>
                          </a:solidFill>
                          <a:latin typeface="Times New Roman" panose="02020603050405020304" charset="0"/>
                          <a:ea typeface="宋体" panose="02010600030101010101" pitchFamily="2" charset="-122"/>
                        </a:defRPr>
                      </a:lvl1pPr>
                      <a:lvl2pPr marL="742950" lvl="1" indent="-285750">
                        <a:buSzPct val="50000"/>
                        <a:defRPr sz="2400" kern="1200"/>
                      </a:lvl2pPr>
                      <a:lvl3pPr marL="1143000" lvl="2" indent="-228600">
                        <a:defRPr sz="2000" kern="1200"/>
                      </a:lvl3pPr>
                      <a:lvl4pPr marL="1600200" lvl="3" indent="-228600">
                        <a:defRPr sz="1800" kern="1200"/>
                      </a:lvl4pPr>
                      <a:lvl5pPr marL="2057400" lvl="4" indent="-228600">
                        <a:defRPr sz="1800" kern="1200"/>
                      </a:lvl5pPr>
                    </a:lstStyle>
                    <a:p>
                      <a:pPr marL="0" lvl="0" indent="0">
                        <a:buNone/>
                      </a:pPr>
                    </a:p>
                  </a:txBody>
                  <a:tcPr vert="horz" anchor="t">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Clr>
                          <a:schemeClr val="bg2"/>
                        </a:buClr>
                        <a:buFont typeface="Monotype Sorts" pitchFamily="2" charset="2"/>
                        <a:buChar char="§"/>
                        <a:defRPr sz="2800" b="0" i="0" u="none" kern="1200" baseline="0">
                          <a:solidFill>
                            <a:schemeClr val="tx1"/>
                          </a:solidFill>
                          <a:latin typeface="Times New Roman" panose="02020603050405020304" charset="0"/>
                          <a:ea typeface="宋体" panose="02010600030101010101" pitchFamily="2" charset="-122"/>
                        </a:defRPr>
                      </a:lvl1pPr>
                      <a:lvl2pPr marL="742950" lvl="1" indent="-285750">
                        <a:buSzPct val="50000"/>
                        <a:defRPr sz="2400" kern="1200"/>
                      </a:lvl2pPr>
                      <a:lvl3pPr marL="1143000" lvl="2" indent="-228600">
                        <a:defRPr sz="2000" kern="1200"/>
                      </a:lvl3pPr>
                      <a:lvl4pPr marL="1600200" lvl="3" indent="-228600">
                        <a:defRPr sz="1800" kern="1200"/>
                      </a:lvl4pPr>
                      <a:lvl5pPr marL="2057400" lvl="4" indent="-228600">
                        <a:defRPr sz="1800" kern="1200"/>
                      </a:lvl5pPr>
                    </a:lstStyle>
                    <a:p>
                      <a:pPr marL="0" lvl="0" indent="0">
                        <a:buNone/>
                      </a:pPr>
                    </a:p>
                  </a:txBody>
                  <a:tcPr vert="horz" anchor="t">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bl>
          </a:graphicData>
        </a:graphic>
      </p:graphicFrame>
      <p:sp>
        <p:nvSpPr>
          <p:cNvPr id="73795" name="文本框 89155"/>
          <p:cNvSpPr txBox="1"/>
          <p:nvPr/>
        </p:nvSpPr>
        <p:spPr>
          <a:xfrm>
            <a:off x="4800600" y="1768475"/>
            <a:ext cx="1295400" cy="457200"/>
          </a:xfrm>
          <a:prstGeom prst="rect">
            <a:avLst/>
          </a:prstGeom>
          <a:noFill/>
          <a:ln w="9525">
            <a:noFill/>
            <a:miter/>
          </a:ln>
        </p:spPr>
        <p:txBody>
          <a:bodyPr anchor="t">
            <a:spAutoFit/>
          </a:bodyPr>
          <a:p>
            <a:pPr lvl="0">
              <a:spcBef>
                <a:spcPct val="50000"/>
              </a:spcBef>
            </a:pPr>
            <a:r>
              <a:rPr lang="zh-CN" altLang="en-US" sz="2000" b="0">
                <a:solidFill>
                  <a:schemeClr val="tx1"/>
                </a:solidFill>
                <a:latin typeface="Tahoma" pitchFamily="2" charset="0"/>
                <a:ea typeface="宋体" panose="02010600030101010101" pitchFamily="2" charset="-122"/>
              </a:rPr>
              <a:t>目录</a:t>
            </a:r>
            <a:r>
              <a:rPr lang="en-US" altLang="zh-CN" sz="1800" b="0">
                <a:solidFill>
                  <a:schemeClr val="tx1"/>
                </a:solidFill>
                <a:latin typeface="Arial" panose="02080604020202020204" pitchFamily="34" charset="0"/>
                <a:ea typeface="宋体" panose="02010600030101010101" pitchFamily="2" charset="-122"/>
              </a:rPr>
              <a:t>C</a:t>
            </a:r>
            <a:endParaRPr lang="en-US" altLang="zh-CN" sz="1800" b="0">
              <a:solidFill>
                <a:schemeClr val="tx1"/>
              </a:solidFill>
              <a:latin typeface="Arial" panose="02080604020202020204" pitchFamily="34" charset="0"/>
              <a:ea typeface="宋体" panose="02010600030101010101" pitchFamily="2" charset="-122"/>
            </a:endParaRPr>
          </a:p>
        </p:txBody>
      </p:sp>
      <p:sp>
        <p:nvSpPr>
          <p:cNvPr id="73796" name="文本框 89156"/>
          <p:cNvSpPr txBox="1"/>
          <p:nvPr/>
        </p:nvSpPr>
        <p:spPr>
          <a:xfrm>
            <a:off x="6705600" y="1768475"/>
            <a:ext cx="1295400" cy="457200"/>
          </a:xfrm>
          <a:prstGeom prst="rect">
            <a:avLst/>
          </a:prstGeom>
          <a:noFill/>
          <a:ln w="9525">
            <a:noFill/>
            <a:miter/>
          </a:ln>
        </p:spPr>
        <p:txBody>
          <a:bodyPr anchor="t">
            <a:spAutoFit/>
          </a:bodyPr>
          <a:p>
            <a:pPr lvl="0">
              <a:spcBef>
                <a:spcPct val="50000"/>
              </a:spcBef>
            </a:pPr>
            <a:r>
              <a:rPr lang="zh-CN" altLang="en-US" sz="2000" b="0">
                <a:solidFill>
                  <a:schemeClr val="tx1"/>
                </a:solidFill>
                <a:latin typeface="Tahoma" pitchFamily="2" charset="0"/>
                <a:ea typeface="宋体" panose="02010600030101010101" pitchFamily="2" charset="-122"/>
              </a:rPr>
              <a:t>目录</a:t>
            </a:r>
            <a:r>
              <a:rPr lang="en-US" altLang="zh-CN" sz="1800" b="0">
                <a:solidFill>
                  <a:schemeClr val="tx1"/>
                </a:solidFill>
                <a:latin typeface="Arial" panose="02080604020202020204" pitchFamily="34" charset="0"/>
                <a:ea typeface="宋体" panose="02010600030101010101" pitchFamily="2" charset="-122"/>
              </a:rPr>
              <a:t>B</a:t>
            </a:r>
            <a:endParaRPr lang="en-US" altLang="zh-CN" sz="1800" b="0">
              <a:solidFill>
                <a:schemeClr val="tx1"/>
              </a:solidFill>
              <a:latin typeface="Arial" panose="02080604020202020204" pitchFamily="34" charset="0"/>
              <a:ea typeface="宋体" panose="02010600030101010101" pitchFamily="2" charset="-122"/>
            </a:endParaRPr>
          </a:p>
        </p:txBody>
      </p:sp>
      <p:sp>
        <p:nvSpPr>
          <p:cNvPr id="73797" name="椭圆 89157"/>
          <p:cNvSpPr/>
          <p:nvPr/>
        </p:nvSpPr>
        <p:spPr>
          <a:xfrm>
            <a:off x="1281113" y="5341938"/>
            <a:ext cx="381000" cy="304800"/>
          </a:xfrm>
          <a:prstGeom prst="ellipse">
            <a:avLst/>
          </a:prstGeom>
          <a:solidFill>
            <a:schemeClr val="accent1"/>
          </a:solidFill>
          <a:ln w="9525" cap="flat" cmpd="sng">
            <a:solidFill>
              <a:schemeClr val="tx1"/>
            </a:solidFill>
            <a:prstDash val="solid"/>
            <a:round/>
            <a:headEnd type="none" w="med" len="med"/>
            <a:tailEnd type="none" w="med" len="med"/>
          </a:ln>
        </p:spPr>
        <p:txBody>
          <a:bodyPr anchor="t"/>
          <a:p>
            <a:pPr lvl="0"/>
            <a:endParaRPr lang="zh-CN" altLang="en-US" sz="1800" b="0">
              <a:solidFill>
                <a:schemeClr val="tx1"/>
              </a:solidFill>
              <a:latin typeface="Arial" panose="02080604020202020204" pitchFamily="34" charset="0"/>
              <a:ea typeface="方正书宋_GBK" panose="02000000000000000000" charset="-122"/>
            </a:endParaRPr>
          </a:p>
        </p:txBody>
      </p:sp>
      <p:sp>
        <p:nvSpPr>
          <p:cNvPr id="73798" name="直接连接符 89158"/>
          <p:cNvSpPr/>
          <p:nvPr/>
        </p:nvSpPr>
        <p:spPr>
          <a:xfrm>
            <a:off x="1509713" y="4884738"/>
            <a:ext cx="0" cy="457200"/>
          </a:xfrm>
          <a:prstGeom prst="line">
            <a:avLst/>
          </a:prstGeom>
          <a:ln w="38100" cap="flat" cmpd="sng">
            <a:solidFill>
              <a:schemeClr val="tx1"/>
            </a:solidFill>
            <a:prstDash val="solid"/>
            <a:round/>
            <a:headEnd type="none" w="med" len="med"/>
            <a:tailEnd type="triangle" w="med" len="med"/>
          </a:ln>
        </p:spPr>
        <p:txBody>
          <a:bodyPr anchor="t"/>
          <a:p>
            <a:pPr lvl="0"/>
            <a:endParaRPr lang="zh-CN" altLang="en-US" sz="1800" b="0">
              <a:solidFill>
                <a:schemeClr val="tx1"/>
              </a:solidFill>
              <a:latin typeface="Arial" panose="02080604020202020204" pitchFamily="34" charset="0"/>
              <a:ea typeface="方正书宋_GBK" panose="02000000000000000000" charset="-122"/>
            </a:endParaRPr>
          </a:p>
        </p:txBody>
      </p:sp>
      <p:sp>
        <p:nvSpPr>
          <p:cNvPr id="73799" name="直接连接符 89159"/>
          <p:cNvSpPr/>
          <p:nvPr/>
        </p:nvSpPr>
        <p:spPr>
          <a:xfrm flipH="1">
            <a:off x="1511300" y="3279775"/>
            <a:ext cx="612775" cy="614363"/>
          </a:xfrm>
          <a:prstGeom prst="line">
            <a:avLst/>
          </a:prstGeom>
          <a:ln w="38100" cap="flat" cmpd="sng">
            <a:solidFill>
              <a:schemeClr val="tx1"/>
            </a:solidFill>
            <a:prstDash val="solid"/>
            <a:round/>
            <a:headEnd type="oval" w="med" len="med"/>
            <a:tailEnd type="triangle" w="med" len="med"/>
          </a:ln>
        </p:spPr>
        <p:txBody>
          <a:bodyPr anchor="t"/>
          <a:p>
            <a:pPr lvl="0"/>
            <a:endParaRPr lang="zh-CN" altLang="en-US" sz="1800" b="0">
              <a:solidFill>
                <a:schemeClr val="tx1"/>
              </a:solidFill>
              <a:latin typeface="Arial" panose="02080604020202020204" pitchFamily="34" charset="0"/>
              <a:ea typeface="方正书宋_GBK" panose="02000000000000000000" charset="-122"/>
            </a:endParaRPr>
          </a:p>
        </p:txBody>
      </p:sp>
      <p:sp>
        <p:nvSpPr>
          <p:cNvPr id="73800" name="文本框 89160"/>
          <p:cNvSpPr txBox="1"/>
          <p:nvPr/>
        </p:nvSpPr>
        <p:spPr>
          <a:xfrm>
            <a:off x="900113" y="5799138"/>
            <a:ext cx="1295400" cy="396875"/>
          </a:xfrm>
          <a:prstGeom prst="rect">
            <a:avLst/>
          </a:prstGeom>
          <a:noFill/>
          <a:ln w="9525">
            <a:noFill/>
            <a:miter/>
          </a:ln>
        </p:spPr>
        <p:txBody>
          <a:bodyPr anchor="t">
            <a:spAutoFit/>
          </a:bodyPr>
          <a:p>
            <a:pPr lvl="0">
              <a:spcBef>
                <a:spcPct val="50000"/>
              </a:spcBef>
            </a:pPr>
            <a:r>
              <a:rPr lang="zh-CN" altLang="en-US" sz="2000" b="0">
                <a:solidFill>
                  <a:schemeClr val="tx1"/>
                </a:solidFill>
                <a:latin typeface="Tahoma" pitchFamily="2" charset="0"/>
                <a:ea typeface="宋体" panose="02010600030101010101" pitchFamily="2" charset="-122"/>
              </a:rPr>
              <a:t>链接前</a:t>
            </a:r>
            <a:endParaRPr lang="zh-CN" altLang="en-US" sz="2000" b="0">
              <a:solidFill>
                <a:schemeClr val="tx1"/>
              </a:solidFill>
              <a:latin typeface="Tahoma" pitchFamily="2" charset="0"/>
              <a:ea typeface="宋体" panose="02010600030101010101" pitchFamily="2" charset="-122"/>
            </a:endParaRPr>
          </a:p>
        </p:txBody>
      </p:sp>
      <p:graphicFrame>
        <p:nvGraphicFramePr>
          <p:cNvPr id="89162" name="表格 89161"/>
          <p:cNvGraphicFramePr/>
          <p:nvPr/>
        </p:nvGraphicFramePr>
        <p:xfrm>
          <a:off x="3811588" y="3978275"/>
          <a:ext cx="1554163" cy="958850"/>
        </p:xfrm>
        <a:graphic>
          <a:graphicData uri="http://schemas.openxmlformats.org/drawingml/2006/table">
            <a:tbl>
              <a:tblPr/>
              <a:tblGrid>
                <a:gridCol w="1554163"/>
              </a:tblGrid>
              <a:tr h="958850">
                <a:tc>
                  <a:txBody>
                    <a:bodyPr wrap="square"/>
                    <a:lstStyle>
                      <a:lvl1pPr marL="342900" lvl="0" indent="-342900" algn="l" defTabSz="914400" eaLnBrk="1" fontAlgn="base" latinLnBrk="0" hangingPunct="1">
                        <a:lnSpc>
                          <a:spcPct val="100000"/>
                        </a:lnSpc>
                        <a:spcBef>
                          <a:spcPct val="20000"/>
                        </a:spcBef>
                        <a:spcAft>
                          <a:spcPct val="0"/>
                        </a:spcAft>
                        <a:buClr>
                          <a:schemeClr val="bg2"/>
                        </a:buClr>
                        <a:buFont typeface="Monotype Sorts" pitchFamily="2" charset="2"/>
                        <a:buChar char="§"/>
                        <a:defRPr sz="2800" b="0" i="0" u="none" kern="1200" baseline="0">
                          <a:solidFill>
                            <a:schemeClr val="tx1"/>
                          </a:solidFill>
                          <a:latin typeface="Times New Roman" panose="02020603050405020304" charset="0"/>
                          <a:ea typeface="宋体" panose="02010600030101010101" pitchFamily="2" charset="-122"/>
                        </a:defRPr>
                      </a:lvl1pPr>
                      <a:lvl2pPr marL="742950" lvl="1" indent="-285750">
                        <a:buSzPct val="50000"/>
                        <a:defRPr sz="2400" kern="1200"/>
                      </a:lvl2pPr>
                      <a:lvl3pPr marL="1143000" lvl="2" indent="-228600">
                        <a:defRPr sz="2000" kern="1200"/>
                      </a:lvl3pPr>
                      <a:lvl4pPr marL="1600200" lvl="3" indent="-228600">
                        <a:defRPr sz="1800" kern="1200"/>
                      </a:lvl4pPr>
                      <a:lvl5pPr marL="2057400" lvl="4" indent="-228600">
                        <a:defRPr sz="1800" kern="1200"/>
                      </a:lvl5pPr>
                    </a:lstStyle>
                    <a:p>
                      <a:pPr marL="0" lvl="0" indent="0">
                        <a:buNone/>
                      </a:pPr>
                      <a:r>
                        <a:rPr lang="en-US" altLang="zh-CN" sz="2000"/>
                        <a:t>Count=2</a:t>
                      </a:r>
                      <a:endParaRPr lang="en-US" altLang="zh-CN" sz="2000"/>
                    </a:p>
                  </a:txBody>
                  <a:tcPr vert="horz" anchor="t">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bl>
          </a:graphicData>
        </a:graphic>
      </p:graphicFrame>
      <p:graphicFrame>
        <p:nvGraphicFramePr>
          <p:cNvPr id="89168" name="表格 89167"/>
          <p:cNvGraphicFramePr/>
          <p:nvPr/>
        </p:nvGraphicFramePr>
        <p:xfrm>
          <a:off x="6629400" y="4054475"/>
          <a:ext cx="1616075" cy="954088"/>
        </p:xfrm>
        <a:graphic>
          <a:graphicData uri="http://schemas.openxmlformats.org/drawingml/2006/table">
            <a:tbl>
              <a:tblPr/>
              <a:tblGrid>
                <a:gridCol w="1616075"/>
              </a:tblGrid>
              <a:tr h="954088">
                <a:tc>
                  <a:txBody>
                    <a:bodyPr wrap="square"/>
                    <a:lstStyle>
                      <a:lvl1pPr marL="342900" lvl="0" indent="-342900" algn="l" defTabSz="914400" eaLnBrk="1" fontAlgn="base" latinLnBrk="0" hangingPunct="1">
                        <a:lnSpc>
                          <a:spcPct val="100000"/>
                        </a:lnSpc>
                        <a:spcBef>
                          <a:spcPct val="20000"/>
                        </a:spcBef>
                        <a:spcAft>
                          <a:spcPct val="0"/>
                        </a:spcAft>
                        <a:buClr>
                          <a:schemeClr val="bg2"/>
                        </a:buClr>
                        <a:buFont typeface="Monotype Sorts" pitchFamily="2" charset="2"/>
                        <a:buChar char="§"/>
                        <a:defRPr sz="2800" b="0" i="0" u="none" kern="1200" baseline="0">
                          <a:solidFill>
                            <a:schemeClr val="tx1"/>
                          </a:solidFill>
                          <a:latin typeface="Times New Roman" panose="02020603050405020304" charset="0"/>
                          <a:ea typeface="宋体" panose="02010600030101010101" pitchFamily="2" charset="-122"/>
                        </a:defRPr>
                      </a:lvl1pPr>
                      <a:lvl2pPr marL="742950" lvl="1" indent="-285750">
                        <a:buSzPct val="50000"/>
                        <a:defRPr sz="2400" kern="1200"/>
                      </a:lvl2pPr>
                      <a:lvl3pPr marL="1143000" lvl="2" indent="-228600">
                        <a:defRPr sz="2000" kern="1200"/>
                      </a:lvl3pPr>
                      <a:lvl4pPr marL="1600200" lvl="3" indent="-228600">
                        <a:defRPr sz="1800" kern="1200"/>
                      </a:lvl4pPr>
                      <a:lvl5pPr marL="2057400" lvl="4" indent="-228600">
                        <a:defRPr sz="1800" kern="1200"/>
                      </a:lvl5pPr>
                    </a:lstStyle>
                    <a:p>
                      <a:pPr marL="0" lvl="0" indent="0">
                        <a:buNone/>
                      </a:pPr>
                      <a:r>
                        <a:rPr lang="en-US" altLang="zh-CN" sz="2000"/>
                        <a:t>Count=1</a:t>
                      </a:r>
                      <a:endParaRPr lang="en-US" altLang="zh-CN" sz="2000"/>
                    </a:p>
                  </a:txBody>
                  <a:tcPr vert="horz" anchor="t">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bl>
          </a:graphicData>
        </a:graphic>
      </p:graphicFrame>
      <p:sp>
        <p:nvSpPr>
          <p:cNvPr id="73813" name="直接连接符 89173"/>
          <p:cNvSpPr/>
          <p:nvPr/>
        </p:nvSpPr>
        <p:spPr>
          <a:xfrm>
            <a:off x="3852863" y="2847975"/>
            <a:ext cx="338137" cy="1130300"/>
          </a:xfrm>
          <a:prstGeom prst="line">
            <a:avLst/>
          </a:prstGeom>
          <a:ln w="38100" cap="flat" cmpd="sng">
            <a:solidFill>
              <a:schemeClr val="tx1"/>
            </a:solidFill>
            <a:prstDash val="solid"/>
            <a:round/>
            <a:headEnd type="oval" w="med" len="med"/>
            <a:tailEnd type="triangle" w="med" len="med"/>
          </a:ln>
        </p:spPr>
        <p:txBody>
          <a:bodyPr anchor="t"/>
          <a:p>
            <a:pPr lvl="0"/>
            <a:endParaRPr lang="zh-CN" altLang="en-US" sz="1800" b="0">
              <a:solidFill>
                <a:schemeClr val="tx1"/>
              </a:solidFill>
              <a:latin typeface="Arial" panose="02080604020202020204" pitchFamily="34" charset="0"/>
              <a:ea typeface="方正书宋_GBK" panose="02000000000000000000" charset="-122"/>
            </a:endParaRPr>
          </a:p>
        </p:txBody>
      </p:sp>
      <p:grpSp>
        <p:nvGrpSpPr>
          <p:cNvPr id="73814" name="组合 89174"/>
          <p:cNvGrpSpPr/>
          <p:nvPr/>
        </p:nvGrpSpPr>
        <p:grpSpPr>
          <a:xfrm>
            <a:off x="4191000" y="4968875"/>
            <a:ext cx="381000" cy="762000"/>
            <a:chOff x="0" y="0"/>
            <a:chExt cx="240" cy="480"/>
          </a:xfrm>
        </p:grpSpPr>
        <p:sp>
          <p:nvSpPr>
            <p:cNvPr id="73815" name="椭圆 89175"/>
            <p:cNvSpPr/>
            <p:nvPr/>
          </p:nvSpPr>
          <p:spPr>
            <a:xfrm>
              <a:off x="0" y="288"/>
              <a:ext cx="240" cy="192"/>
            </a:xfrm>
            <a:prstGeom prst="ellipse">
              <a:avLst/>
            </a:prstGeom>
            <a:solidFill>
              <a:schemeClr val="accent1"/>
            </a:solidFill>
            <a:ln w="9525" cap="flat" cmpd="sng">
              <a:solidFill>
                <a:schemeClr val="tx1"/>
              </a:solidFill>
              <a:prstDash val="solid"/>
              <a:round/>
              <a:headEnd type="none" w="med" len="med"/>
              <a:tailEnd type="none" w="med" len="med"/>
            </a:ln>
          </p:spPr>
          <p:txBody>
            <a:bodyPr anchor="t"/>
            <a:p>
              <a:pPr lvl="0"/>
              <a:endParaRPr lang="zh-CN" altLang="en-US" sz="1800" b="0">
                <a:solidFill>
                  <a:schemeClr val="tx1"/>
                </a:solidFill>
                <a:latin typeface="Arial" panose="02080604020202020204" pitchFamily="34" charset="0"/>
                <a:ea typeface="方正书宋_GBK" panose="02000000000000000000" charset="-122"/>
              </a:endParaRPr>
            </a:p>
          </p:txBody>
        </p:sp>
        <p:sp>
          <p:nvSpPr>
            <p:cNvPr id="73816" name="直接连接符 89176"/>
            <p:cNvSpPr/>
            <p:nvPr/>
          </p:nvSpPr>
          <p:spPr>
            <a:xfrm>
              <a:off x="144" y="0"/>
              <a:ext cx="0" cy="288"/>
            </a:xfrm>
            <a:prstGeom prst="line">
              <a:avLst/>
            </a:prstGeom>
            <a:ln w="38100" cap="flat" cmpd="sng">
              <a:solidFill>
                <a:schemeClr val="tx1"/>
              </a:solidFill>
              <a:prstDash val="solid"/>
              <a:round/>
              <a:headEnd type="none" w="med" len="med"/>
              <a:tailEnd type="triangle" w="med" len="med"/>
            </a:ln>
          </p:spPr>
          <p:txBody>
            <a:bodyPr anchor="t"/>
            <a:p>
              <a:pPr lvl="0"/>
              <a:endParaRPr lang="zh-CN" altLang="en-US" sz="1800" b="0">
                <a:solidFill>
                  <a:schemeClr val="tx1"/>
                </a:solidFill>
                <a:latin typeface="Arial" panose="02080604020202020204" pitchFamily="34" charset="0"/>
                <a:ea typeface="方正书宋_GBK" panose="02000000000000000000" charset="-122"/>
              </a:endParaRPr>
            </a:p>
          </p:txBody>
        </p:sp>
      </p:grpSp>
      <p:sp>
        <p:nvSpPr>
          <p:cNvPr id="73817" name="文本框 89177"/>
          <p:cNvSpPr txBox="1"/>
          <p:nvPr/>
        </p:nvSpPr>
        <p:spPr>
          <a:xfrm>
            <a:off x="3810000" y="5883275"/>
            <a:ext cx="1905000" cy="396875"/>
          </a:xfrm>
          <a:prstGeom prst="rect">
            <a:avLst/>
          </a:prstGeom>
          <a:noFill/>
          <a:ln w="9525">
            <a:noFill/>
            <a:miter/>
          </a:ln>
        </p:spPr>
        <p:txBody>
          <a:bodyPr anchor="t">
            <a:spAutoFit/>
          </a:bodyPr>
          <a:p>
            <a:pPr lvl="0">
              <a:spcBef>
                <a:spcPct val="50000"/>
              </a:spcBef>
            </a:pPr>
            <a:r>
              <a:rPr lang="zh-CN" altLang="en-US" sz="2000" b="0">
                <a:solidFill>
                  <a:schemeClr val="tx1"/>
                </a:solidFill>
                <a:latin typeface="Tahoma" pitchFamily="2" charset="0"/>
                <a:ea typeface="宋体" panose="02010600030101010101" pitchFamily="2" charset="-122"/>
              </a:rPr>
              <a:t>建立链接后</a:t>
            </a:r>
            <a:endParaRPr lang="zh-CN" altLang="en-US" sz="2000" b="0">
              <a:solidFill>
                <a:schemeClr val="tx1"/>
              </a:solidFill>
              <a:latin typeface="Tahoma" pitchFamily="2" charset="0"/>
              <a:ea typeface="宋体" panose="02010600030101010101" pitchFamily="2" charset="-122"/>
            </a:endParaRPr>
          </a:p>
        </p:txBody>
      </p:sp>
      <p:grpSp>
        <p:nvGrpSpPr>
          <p:cNvPr id="73818" name="组合 89178"/>
          <p:cNvGrpSpPr/>
          <p:nvPr/>
        </p:nvGrpSpPr>
        <p:grpSpPr>
          <a:xfrm>
            <a:off x="7010400" y="5045075"/>
            <a:ext cx="381000" cy="762000"/>
            <a:chOff x="0" y="0"/>
            <a:chExt cx="240" cy="480"/>
          </a:xfrm>
        </p:grpSpPr>
        <p:sp>
          <p:nvSpPr>
            <p:cNvPr id="73819" name="椭圆 89179"/>
            <p:cNvSpPr/>
            <p:nvPr/>
          </p:nvSpPr>
          <p:spPr>
            <a:xfrm>
              <a:off x="0" y="288"/>
              <a:ext cx="240" cy="192"/>
            </a:xfrm>
            <a:prstGeom prst="ellipse">
              <a:avLst/>
            </a:prstGeom>
            <a:solidFill>
              <a:schemeClr val="accent1"/>
            </a:solidFill>
            <a:ln w="9525" cap="flat" cmpd="sng">
              <a:solidFill>
                <a:schemeClr val="tx1"/>
              </a:solidFill>
              <a:prstDash val="solid"/>
              <a:round/>
              <a:headEnd type="none" w="med" len="med"/>
              <a:tailEnd type="none" w="med" len="med"/>
            </a:ln>
          </p:spPr>
          <p:txBody>
            <a:bodyPr anchor="t"/>
            <a:p>
              <a:pPr lvl="0"/>
              <a:endParaRPr lang="zh-CN" altLang="en-US" sz="1800" b="0">
                <a:solidFill>
                  <a:schemeClr val="tx1"/>
                </a:solidFill>
                <a:latin typeface="Arial" panose="02080604020202020204" pitchFamily="34" charset="0"/>
                <a:ea typeface="方正书宋_GBK" panose="02000000000000000000" charset="-122"/>
              </a:endParaRPr>
            </a:p>
          </p:txBody>
        </p:sp>
        <p:sp>
          <p:nvSpPr>
            <p:cNvPr id="73820" name="直接连接符 89180"/>
            <p:cNvSpPr/>
            <p:nvPr/>
          </p:nvSpPr>
          <p:spPr>
            <a:xfrm>
              <a:off x="144" y="0"/>
              <a:ext cx="0" cy="288"/>
            </a:xfrm>
            <a:prstGeom prst="line">
              <a:avLst/>
            </a:prstGeom>
            <a:ln w="38100" cap="flat" cmpd="sng">
              <a:solidFill>
                <a:schemeClr val="tx1"/>
              </a:solidFill>
              <a:prstDash val="solid"/>
              <a:round/>
              <a:headEnd type="none" w="med" len="med"/>
              <a:tailEnd type="triangle" w="med" len="med"/>
            </a:ln>
          </p:spPr>
          <p:txBody>
            <a:bodyPr anchor="t"/>
            <a:p>
              <a:pPr lvl="0"/>
              <a:endParaRPr lang="zh-CN" altLang="en-US" sz="1800" b="0">
                <a:solidFill>
                  <a:schemeClr val="tx1"/>
                </a:solidFill>
                <a:latin typeface="Arial" panose="02080604020202020204" pitchFamily="34" charset="0"/>
                <a:ea typeface="方正书宋_GBK" panose="02000000000000000000" charset="-122"/>
              </a:endParaRPr>
            </a:p>
          </p:txBody>
        </p:sp>
      </p:grpSp>
      <p:sp>
        <p:nvSpPr>
          <p:cNvPr id="73821" name="文本框 89181"/>
          <p:cNvSpPr txBox="1"/>
          <p:nvPr/>
        </p:nvSpPr>
        <p:spPr>
          <a:xfrm>
            <a:off x="6711950" y="5826125"/>
            <a:ext cx="1932940" cy="701040"/>
          </a:xfrm>
          <a:prstGeom prst="rect">
            <a:avLst/>
          </a:prstGeom>
          <a:noFill/>
          <a:ln w="9525">
            <a:noFill/>
            <a:miter/>
          </a:ln>
        </p:spPr>
        <p:txBody>
          <a:bodyPr wrap="square" anchor="t">
            <a:spAutoFit/>
          </a:bodyPr>
          <a:p>
            <a:pPr lvl="0">
              <a:spcBef>
                <a:spcPct val="50000"/>
              </a:spcBef>
            </a:pPr>
            <a:r>
              <a:rPr lang="zh-CN" altLang="en-US" sz="2000" b="0" dirty="0">
                <a:solidFill>
                  <a:schemeClr val="tx1"/>
                </a:solidFill>
                <a:latin typeface="Tahoma" pitchFamily="2" charset="0"/>
                <a:ea typeface="宋体" panose="02010600030101010101" pitchFamily="2" charset="-122"/>
              </a:rPr>
              <a:t>拥有者删除文件test1后</a:t>
            </a:r>
            <a:endParaRPr lang="zh-CN" altLang="en-US" sz="2000" b="0" dirty="0">
              <a:solidFill>
                <a:schemeClr val="tx1"/>
              </a:solidFill>
              <a:latin typeface="Tahoma" pitchFamily="2" charset="0"/>
              <a:ea typeface="宋体" panose="02010600030101010101" pitchFamily="2" charset="-122"/>
            </a:endParaRPr>
          </a:p>
        </p:txBody>
      </p:sp>
      <p:sp>
        <p:nvSpPr>
          <p:cNvPr id="73822" name="直接连接符 89182"/>
          <p:cNvSpPr/>
          <p:nvPr/>
        </p:nvSpPr>
        <p:spPr>
          <a:xfrm flipH="1">
            <a:off x="7239000" y="2921000"/>
            <a:ext cx="574675" cy="1133475"/>
          </a:xfrm>
          <a:prstGeom prst="line">
            <a:avLst/>
          </a:prstGeom>
          <a:ln w="38100" cap="flat" cmpd="sng">
            <a:solidFill>
              <a:schemeClr val="tx1"/>
            </a:solidFill>
            <a:prstDash val="solid"/>
            <a:round/>
            <a:headEnd type="oval" w="med" len="med"/>
            <a:tailEnd type="triangle" w="med" len="med"/>
          </a:ln>
        </p:spPr>
        <p:txBody>
          <a:bodyPr anchor="t"/>
          <a:p>
            <a:pPr lvl="0"/>
            <a:endParaRPr lang="zh-CN" altLang="en-US" sz="1800" b="0">
              <a:solidFill>
                <a:schemeClr val="tx1"/>
              </a:solidFill>
              <a:latin typeface="Arial" panose="02080604020202020204" pitchFamily="34" charset="0"/>
              <a:ea typeface="方正书宋_GBK" panose="02000000000000000000" charset="-122"/>
            </a:endParaRPr>
          </a:p>
        </p:txBody>
      </p:sp>
      <p:cxnSp>
        <p:nvCxnSpPr>
          <p:cNvPr id="2" name="直接连接符 1"/>
          <p:cNvCxnSpPr/>
          <p:nvPr/>
        </p:nvCxnSpPr>
        <p:spPr>
          <a:xfrm flipH="1">
            <a:off x="6392545" y="1635760"/>
            <a:ext cx="7620" cy="465645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 name="直接连接符 2"/>
          <p:cNvCxnSpPr/>
          <p:nvPr/>
        </p:nvCxnSpPr>
        <p:spPr>
          <a:xfrm flipH="1">
            <a:off x="2548890" y="1635760"/>
            <a:ext cx="7620" cy="465645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0657" name="文本框 62465"/>
          <p:cNvSpPr txBox="1"/>
          <p:nvPr/>
        </p:nvSpPr>
        <p:spPr>
          <a:xfrm>
            <a:off x="8493125" y="6510338"/>
            <a:ext cx="376238"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buFont typeface="Wingdings" panose="05000000000000000000" pitchFamily="2" charset="2"/>
              <a:buNone/>
            </a:pPr>
            <a:r>
              <a:rPr lang="en-US" altLang="zh-CN" b="0">
                <a:solidFill>
                  <a:schemeClr val="tx2"/>
                </a:solidFill>
                <a:latin typeface="Times New Roman" panose="02020603050405020304" charset="0"/>
                <a:ea typeface="宋体" panose="02010600030101010101" pitchFamily="2" charset="-122"/>
              </a:rPr>
              <a:t>38</a:t>
            </a:r>
            <a:endParaRPr lang="en-US" altLang="zh-CN" b="0">
              <a:solidFill>
                <a:schemeClr val="tx2"/>
              </a:solidFill>
              <a:latin typeface="Times New Roman" panose="02020603050405020304" charset="0"/>
              <a:ea typeface="宋体" panose="02010600030101010101" pitchFamily="2" charset="-122"/>
            </a:endParaRPr>
          </a:p>
        </p:txBody>
      </p:sp>
      <p:sp>
        <p:nvSpPr>
          <p:cNvPr id="62467" name="矩形 62466"/>
          <p:cNvSpPr/>
          <p:nvPr/>
        </p:nvSpPr>
        <p:spPr>
          <a:xfrm>
            <a:off x="254000" y="717868"/>
            <a:ext cx="8612188" cy="3779520"/>
          </a:xfrm>
          <a:prstGeom prst="rect">
            <a:avLst/>
          </a:prstGeom>
          <a:noFill/>
          <a:ln w="9525">
            <a:noFill/>
            <a:miter/>
          </a:ln>
        </p:spPr>
        <p:txBody>
          <a:bodyPr wrap="square">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30000"/>
              </a:lnSpc>
              <a:buNone/>
            </a:pPr>
            <a:r>
              <a:rPr lang="zh-CN" altLang="x-none" sz="2400" b="1">
                <a:solidFill>
                  <a:schemeClr val="tx1"/>
                </a:solidFill>
                <a:effectLst/>
                <a:latin typeface="宋体" panose="02010600030101010101" pitchFamily="2" charset="-122"/>
                <a:cs typeface="+mn-ea"/>
                <a:sym typeface="+mn-ea"/>
              </a:rPr>
              <a:t>为什么不能对目录进行</a:t>
            </a:r>
            <a:r>
              <a:rPr lang="x-none" altLang="en-US" sz="2400" b="1">
                <a:solidFill>
                  <a:schemeClr val="tx1"/>
                </a:solidFill>
                <a:effectLst/>
                <a:latin typeface="宋体" panose="02010600030101010101" pitchFamily="2" charset="-122"/>
                <a:cs typeface="+mn-ea"/>
                <a:sym typeface="+mn-ea"/>
              </a:rPr>
              <a:t>硬</a:t>
            </a:r>
            <a:r>
              <a:rPr lang="zh-CN" altLang="en-US" sz="2400" b="1">
                <a:solidFill>
                  <a:schemeClr val="tx1"/>
                </a:solidFill>
                <a:effectLst/>
                <a:latin typeface="宋体" panose="02010600030101010101" pitchFamily="2" charset="-122"/>
                <a:cs typeface="+mn-ea"/>
                <a:sym typeface="+mn-ea"/>
              </a:rPr>
              <a:t>链接：</a:t>
            </a:r>
            <a:endParaRPr lang="zh-CN" altLang="en-US" sz="2400" b="1" strike="noStrike" noProof="1">
              <a:solidFill>
                <a:schemeClr val="tx1"/>
              </a:solidFill>
              <a:effectLst/>
              <a:latin typeface="Times New Roman" panose="02020603050405020304" charset="0"/>
              <a:ea typeface="宋体" panose="02010600030101010101" pitchFamily="2" charset="-122"/>
              <a:cs typeface="+mn-ea"/>
            </a:endParaRPr>
          </a:p>
          <a:p>
            <a:pPr marL="533400" lvl="0" indent="-533400" fontAlgn="base">
              <a:lnSpc>
                <a:spcPct val="130000"/>
              </a:lnSpc>
              <a:buNone/>
            </a:pPr>
            <a:r>
              <a:rPr lang="en-US" altLang="x-none" sz="2400" strike="noStrike" noProof="1">
                <a:solidFill>
                  <a:schemeClr val="tx1"/>
                </a:solidFill>
                <a:effectLst/>
                <a:latin typeface="Times New Roman" panose="02020603050405020304" charset="0"/>
                <a:ea typeface="宋体" panose="02010600030101010101" pitchFamily="2" charset="-122"/>
                <a:cs typeface="+mn-ea"/>
              </a:rPr>
              <a:t>1</a:t>
            </a:r>
            <a:r>
              <a:rPr lang="zh-CN" altLang="en-US" sz="2400" strike="noStrike" noProof="1">
                <a:solidFill>
                  <a:schemeClr val="tx1"/>
                </a:solidFill>
                <a:effectLst/>
                <a:latin typeface="Times New Roman" panose="02020603050405020304" charset="0"/>
                <a:ea typeface="宋体" panose="02010600030101010101" pitchFamily="2" charset="-122"/>
                <a:cs typeface="+mn-ea"/>
              </a:rPr>
              <a:t>、非常容易造成目录的死循环，并且文件系统没有很好的办法检测</a:t>
            </a:r>
            <a:r>
              <a:rPr lang="x-none" altLang="zh-CN" sz="2400" strike="noStrike" noProof="1">
                <a:solidFill>
                  <a:schemeClr val="tx1"/>
                </a:solidFill>
                <a:effectLst/>
                <a:latin typeface="Times New Roman" panose="02020603050405020304" charset="0"/>
                <a:ea typeface="宋体" panose="02010600030101010101" pitchFamily="2" charset="-122"/>
                <a:cs typeface="+mn-ea"/>
              </a:rPr>
              <a:t>。</a:t>
            </a:r>
            <a:r>
              <a:rPr lang="zh-CN" altLang="x-none" sz="2400" strike="noStrike" noProof="1">
                <a:solidFill>
                  <a:schemeClr val="tx1"/>
                </a:solidFill>
                <a:effectLst/>
                <a:latin typeface="Times New Roman" panose="02020603050405020304" charset="0"/>
                <a:ea typeface="宋体" panose="02010600030101010101" pitchFamily="2" charset="-122"/>
                <a:cs typeface="+mn-ea"/>
              </a:rPr>
              <a:t>（软链接可以，因为软链接文件是一种特殊的文件类型，文件系统可以检测到并做特殊处理来防止死循环）</a:t>
            </a:r>
            <a:endParaRPr lang="x-none" altLang="zh-CN" sz="2400" strike="noStrike" noProof="1">
              <a:solidFill>
                <a:schemeClr val="tx1"/>
              </a:solidFill>
              <a:effectLst/>
              <a:latin typeface="Times New Roman" panose="02020603050405020304" charset="0"/>
              <a:ea typeface="宋体" panose="02010600030101010101" pitchFamily="2" charset="-122"/>
              <a:cs typeface="+mn-ea"/>
            </a:endParaRPr>
          </a:p>
          <a:p>
            <a:pPr marL="533400" lvl="0" indent="-533400" fontAlgn="base">
              <a:lnSpc>
                <a:spcPct val="130000"/>
              </a:lnSpc>
              <a:buNone/>
            </a:pPr>
            <a:r>
              <a:rPr lang="en-US" altLang="x-none" sz="2400" strike="noStrike" noProof="1">
                <a:solidFill>
                  <a:schemeClr val="tx1"/>
                </a:solidFill>
                <a:effectLst/>
                <a:latin typeface="Times New Roman" panose="02020603050405020304" charset="0"/>
                <a:ea typeface="宋体" panose="02010600030101010101" pitchFamily="2" charset="-122"/>
                <a:cs typeface="+mn-ea"/>
              </a:rPr>
              <a:t>2</a:t>
            </a:r>
            <a:r>
              <a:rPr lang="zh-CN" altLang="en-US" sz="2400" strike="noStrike" noProof="1">
                <a:solidFill>
                  <a:schemeClr val="tx1"/>
                </a:solidFill>
                <a:effectLst/>
                <a:latin typeface="Times New Roman" panose="02020603050405020304" charset="0"/>
                <a:ea typeface="宋体" panose="02010600030101010101" pitchFamily="2" charset="-122"/>
                <a:cs typeface="+mn-ea"/>
              </a:rPr>
              <a:t>、父目录的含义发生变化，有多个父目录，甚至可能父子目录的辈份发生混乱</a:t>
            </a:r>
            <a:r>
              <a:rPr lang="x-none" altLang="zh-CN" sz="2400" strike="noStrike" noProof="1">
                <a:solidFill>
                  <a:schemeClr val="tx1"/>
                </a:solidFill>
                <a:effectLst/>
                <a:latin typeface="Times New Roman" panose="02020603050405020304" charset="0"/>
                <a:ea typeface="宋体" panose="02010600030101010101" pitchFamily="2" charset="-122"/>
                <a:cs typeface="+mn-ea"/>
              </a:rPr>
              <a:t>。</a:t>
            </a:r>
            <a:endParaRPr lang="x-none" altLang="zh-CN" sz="2400" strike="noStrike" noProof="1">
              <a:solidFill>
                <a:schemeClr val="tx1"/>
              </a:solidFill>
              <a:effectLst/>
              <a:latin typeface="Times New Roman" panose="02020603050405020304" charset="0"/>
              <a:ea typeface="宋体" panose="02010600030101010101" pitchFamily="2" charset="-122"/>
              <a:cs typeface="+mn-ea"/>
            </a:endParaRPr>
          </a:p>
          <a:p>
            <a:pPr marL="533400" lvl="0" indent="-533400" fontAlgn="base">
              <a:lnSpc>
                <a:spcPct val="130000"/>
              </a:lnSpc>
              <a:buNone/>
            </a:pPr>
            <a:r>
              <a:rPr lang="en-US" altLang="zh-CN" sz="2400" strike="noStrike" noProof="1">
                <a:solidFill>
                  <a:schemeClr val="tx1"/>
                </a:solidFill>
                <a:effectLst/>
                <a:latin typeface="Times New Roman" panose="02020603050405020304" charset="0"/>
                <a:ea typeface="宋体" panose="02010600030101010101" pitchFamily="2" charset="-122"/>
              </a:rPr>
              <a:t>3</a:t>
            </a:r>
            <a:r>
              <a:rPr lang="zh-CN" altLang="en-US" sz="2400" strike="noStrike" noProof="1">
                <a:solidFill>
                  <a:schemeClr val="tx1"/>
                </a:solidFill>
                <a:effectLst/>
                <a:latin typeface="Times New Roman" panose="02020603050405020304" charset="0"/>
                <a:ea typeface="宋体" panose="02010600030101010101" pitchFamily="2" charset="-122"/>
              </a:rPr>
              <a:t>、文件目录结构是一个树形结构，不能有环。</a:t>
            </a:r>
            <a:endParaRPr lang="zh-CN" altLang="en-US" sz="2400" strike="noStrike" noProof="1">
              <a:solidFill>
                <a:schemeClr val="tx1"/>
              </a:solidFill>
              <a:effectLst/>
              <a:latin typeface="Times New Roman" panose="02020603050405020304"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62467" grpId="0"/>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274" name="矩形 54273"/>
          <p:cNvSpPr/>
          <p:nvPr/>
        </p:nvSpPr>
        <p:spPr>
          <a:xfrm>
            <a:off x="1006475" y="1562100"/>
            <a:ext cx="7129463" cy="2139950"/>
          </a:xfrm>
          <a:prstGeom prst="rect">
            <a:avLst/>
          </a:prstGeom>
          <a:noFill/>
          <a:ln w="9525">
            <a:noFill/>
            <a:miter/>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algn="ctr" fontAlgn="base">
              <a:lnSpc>
                <a:spcPct val="120000"/>
              </a:lnSpc>
              <a:spcBef>
                <a:spcPct val="0"/>
              </a:spcBef>
              <a:buFont typeface="Wingdings" panose="05000000000000000000" pitchFamily="2" charset="2"/>
              <a:buNone/>
            </a:pPr>
            <a:endParaRPr lang="en-US" altLang="zh-CN" sz="2800" b="1" strike="noStrike" noProof="1">
              <a:ea typeface="宋体" panose="02010600030101010101" pitchFamily="2" charset="-122"/>
            </a:endParaRPr>
          </a:p>
          <a:p>
            <a:pPr marL="533400" lvl="0" indent="-533400" algn="ctr" fontAlgn="base">
              <a:lnSpc>
                <a:spcPct val="120000"/>
              </a:lnSpc>
              <a:spcBef>
                <a:spcPct val="0"/>
              </a:spcBef>
              <a:buFont typeface="Wingdings" panose="05000000000000000000" pitchFamily="2" charset="2"/>
              <a:buNone/>
            </a:pPr>
            <a:r>
              <a:rPr lang="zh-CN" altLang="en-US" sz="4000" b="1" strike="noStrike" noProof="1">
                <a:solidFill>
                  <a:srgbClr val="663300"/>
                </a:solidFill>
                <a:latin typeface="Arial" panose="02080604020202020204" pitchFamily="34" charset="0"/>
                <a:ea typeface="宋体" panose="02010600030101010101" pitchFamily="2" charset="-122"/>
                <a:cs typeface="+mn-ea"/>
              </a:rPr>
              <a:t>文件共享与安全</a:t>
            </a:r>
            <a:endParaRPr lang="zh-CN" altLang="en-US" sz="4000" b="1" strike="noStrike" noProof="1">
              <a:solidFill>
                <a:srgbClr val="663300"/>
              </a:solidFill>
              <a:ea typeface="宋体" panose="02010600030101010101" pitchFamily="2" charset="-122"/>
            </a:endParaRPr>
          </a:p>
          <a:p>
            <a:pPr marL="533400" lvl="0" indent="-533400" algn="ctr" fontAlgn="base">
              <a:lnSpc>
                <a:spcPct val="120000"/>
              </a:lnSpc>
              <a:spcBef>
                <a:spcPct val="0"/>
              </a:spcBef>
              <a:buFont typeface="Wingdings" panose="05000000000000000000" pitchFamily="2" charset="2"/>
              <a:buNone/>
            </a:pPr>
            <a:endParaRPr lang="zh-CN" altLang="en-US" sz="4000" b="1" strike="noStrike" noProof="1">
              <a:solidFill>
                <a:srgbClr val="663300"/>
              </a:solidFill>
              <a:ea typeface="宋体" panose="02010600030101010101" pitchFamily="2" charset="-122"/>
            </a:endParaRPr>
          </a:p>
        </p:txBody>
      </p:sp>
      <p:graphicFrame>
        <p:nvGraphicFramePr>
          <p:cNvPr id="75778" name="内容占位符 54274"/>
          <p:cNvGraphicFramePr>
            <a:graphicFrameLocks noChangeAspect="1"/>
          </p:cNvGraphicFramePr>
          <p:nvPr>
            <p:ph idx="1"/>
          </p:nvPr>
        </p:nvGraphicFramePr>
        <p:xfrm>
          <a:off x="0" y="0"/>
          <a:ext cx="838200" cy="517525"/>
        </p:xfrm>
        <a:graphic>
          <a:graphicData uri="http://schemas.openxmlformats.org/presentationml/2006/ole">
            <mc:AlternateContent xmlns:mc="http://schemas.openxmlformats.org/markup-compatibility/2006">
              <mc:Choice xmlns:v="urn:schemas-microsoft-com:vml" Requires="v">
                <p:oleObj spid="_x0000_s3081" name="" r:id="rId2" imgW="838200" imgH="647700" progId="Paint.Picture">
                  <p:embed/>
                </p:oleObj>
              </mc:Choice>
              <mc:Fallback>
                <p:oleObj name="" r:id="rId2" imgW="838200" imgH="647700" progId="Paint.Picture">
                  <p:embed/>
                  <p:pic>
                    <p:nvPicPr>
                      <p:cNvPr id="0" name="图片 3080"/>
                      <p:cNvPicPr/>
                      <p:nvPr/>
                    </p:nvPicPr>
                    <p:blipFill>
                      <a:blip r:embed="rId3"/>
                      <a:stretch>
                        <a:fillRect/>
                      </a:stretch>
                    </p:blipFill>
                    <p:spPr>
                      <a:xfrm>
                        <a:off x="0" y="0"/>
                        <a:ext cx="838200" cy="517525"/>
                      </a:xfrm>
                      <a:prstGeom prst="rect">
                        <a:avLst/>
                      </a:prstGeom>
                      <a:noFill/>
                      <a:ln w="38100"/>
                    </p:spPr>
                  </p:pic>
                </p:oleObj>
              </mc:Fallback>
            </mc:AlternateContent>
          </a:graphicData>
        </a:graphic>
      </p:graphicFrame>
      <p:sp>
        <p:nvSpPr>
          <p:cNvPr id="54276" name="矩形 54275"/>
          <p:cNvSpPr/>
          <p:nvPr/>
        </p:nvSpPr>
        <p:spPr>
          <a:xfrm>
            <a:off x="381000" y="4286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Arial" panose="02080604020202020204" pitchFamily="34" charset="0"/>
                <a:ea typeface="宋体" panose="02010600030101010101" pitchFamily="2" charset="-122"/>
                <a:cs typeface="+mn-ea"/>
              </a:rPr>
              <a:t>文件系统</a:t>
            </a:r>
            <a:r>
              <a:rPr lang="en-US" altLang="zh-CN" sz="2400" strike="noStrike" noProof="1">
                <a:latin typeface="Arial" panose="02080604020202020204" pitchFamily="34" charset="0"/>
                <a:ea typeface="宋体" panose="02010600030101010101" pitchFamily="2" charset="-122"/>
                <a:cs typeface="+mn-ea"/>
              </a:rPr>
              <a:t>——</a:t>
            </a:r>
            <a:r>
              <a:rPr lang="zh-CN" altLang="en-US" sz="2400" strike="noStrike" noProof="1">
                <a:latin typeface="Arial" panose="02080604020202020204" pitchFamily="34" charset="0"/>
                <a:ea typeface="宋体" panose="02010600030101010101" pitchFamily="2" charset="-122"/>
                <a:cs typeface="+mn-ea"/>
              </a:rPr>
              <a:t>文件共享与安全</a:t>
            </a:r>
            <a:endParaRPr lang="zh-CN" altLang="en-US" sz="2400" strike="noStrike" noProof="1">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54274" grpId="0" build="p"/>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5299" name="矩形 55298"/>
          <p:cNvSpPr/>
          <p:nvPr/>
        </p:nvSpPr>
        <p:spPr>
          <a:xfrm>
            <a:off x="171450" y="458788"/>
            <a:ext cx="8745538" cy="2297113"/>
          </a:xfrm>
          <a:prstGeom prst="rect">
            <a:avLst/>
          </a:prstGeom>
          <a:noFill/>
          <a:ln w="9525">
            <a:noFill/>
            <a:miter/>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20000"/>
              </a:lnSpc>
              <a:buNone/>
            </a:pPr>
            <a:r>
              <a:rPr lang="en-US" altLang="zh-CN" b="1" strike="noStrike" noProof="1">
                <a:solidFill>
                  <a:srgbClr val="990000"/>
                </a:solidFill>
                <a:latin typeface="Times New Roman" panose="02020603050405020304" charset="0"/>
                <a:ea typeface="宋体" panose="02010600030101010101" pitchFamily="2" charset="-122"/>
                <a:cs typeface="+mn-ea"/>
              </a:rPr>
              <a:t>4.  </a:t>
            </a:r>
            <a:r>
              <a:rPr lang="zh-CN" altLang="en-US" b="1" strike="noStrike" noProof="1">
                <a:solidFill>
                  <a:srgbClr val="990000"/>
                </a:solidFill>
                <a:latin typeface="Times New Roman" panose="02020603050405020304" charset="0"/>
                <a:ea typeface="宋体" panose="02010600030101010101" pitchFamily="2" charset="-122"/>
                <a:cs typeface="+mn-ea"/>
              </a:rPr>
              <a:t>文件共享与安全</a:t>
            </a:r>
            <a:endParaRPr lang="zh-CN" altLang="en-US" b="1" strike="noStrike" noProof="1">
              <a:solidFill>
                <a:srgbClr val="990000"/>
              </a:solidFill>
              <a:latin typeface="Times New Roman" panose="02020603050405020304" charset="0"/>
              <a:ea typeface="宋体" panose="02010600030101010101" pitchFamily="2" charset="-122"/>
            </a:endParaRPr>
          </a:p>
          <a:p>
            <a:pPr marL="533400" lvl="0" indent="-533400" fontAlgn="base">
              <a:lnSpc>
                <a:spcPct val="120000"/>
              </a:lnSpc>
              <a:spcBef>
                <a:spcPct val="20000"/>
              </a:spcBef>
              <a:buNone/>
            </a:pPr>
            <a:r>
              <a:rPr lang="zh-CN" altLang="en-US" sz="2800" b="1" strike="noStrike" noProof="1">
                <a:solidFill>
                  <a:srgbClr val="A50021"/>
                </a:solidFill>
                <a:latin typeface="Times New Roman" panose="02020603050405020304" charset="0"/>
                <a:ea typeface="宋体" panose="02010600030101010101" pitchFamily="2" charset="-122"/>
                <a:cs typeface="+mn-ea"/>
              </a:rPr>
              <a:t>    </a:t>
            </a:r>
            <a:r>
              <a:rPr lang="en-US" altLang="zh-CN" sz="2800" b="1" strike="noStrike" noProof="1">
                <a:solidFill>
                  <a:srgbClr val="A50021"/>
                </a:solidFill>
                <a:latin typeface="Times New Roman" panose="02020603050405020304" charset="0"/>
                <a:ea typeface="宋体" panose="02010600030101010101" pitchFamily="2" charset="-122"/>
                <a:cs typeface="+mn-ea"/>
              </a:rPr>
              <a:t>(1) </a:t>
            </a:r>
            <a:r>
              <a:rPr lang="zh-CN" altLang="en-US" sz="2800" b="1" strike="noStrike" noProof="1">
                <a:solidFill>
                  <a:srgbClr val="A50021"/>
                </a:solidFill>
                <a:latin typeface="Times New Roman" panose="02020603050405020304" charset="0"/>
                <a:ea typeface="宋体" panose="02010600030101010101" pitchFamily="2" charset="-122"/>
                <a:cs typeface="+mn-ea"/>
              </a:rPr>
              <a:t>文件共享</a:t>
            </a:r>
            <a:endParaRPr lang="zh-CN" altLang="en-US" sz="2800" b="1" strike="noStrike" noProof="1">
              <a:solidFill>
                <a:srgbClr val="A50021"/>
              </a:solidFill>
              <a:latin typeface="Times New Roman" panose="02020603050405020304" charset="0"/>
              <a:ea typeface="宋体" panose="02010600030101010101" pitchFamily="2" charset="-122"/>
            </a:endParaRPr>
          </a:p>
          <a:p>
            <a:pPr marL="914400" lvl="1" indent="-457200" fontAlgn="base">
              <a:lnSpc>
                <a:spcPct val="120000"/>
              </a:lnSpc>
              <a:spcBef>
                <a:spcPct val="20000"/>
              </a:spcBef>
              <a:buNone/>
            </a:pPr>
            <a:r>
              <a:rPr lang="zh-CN" altLang="en-US" sz="2400" b="1" strike="noStrike" noProof="1">
                <a:solidFill>
                  <a:schemeClr val="tx1"/>
                </a:solidFill>
                <a:latin typeface="Times New Roman" panose="02020603050405020304" charset="0"/>
                <a:ea typeface="宋体" panose="02010600030101010101" pitchFamily="2" charset="-122"/>
                <a:cs typeface="+mn-cs"/>
              </a:rPr>
              <a:t>      </a:t>
            </a:r>
            <a:r>
              <a:rPr lang="zh-CN" altLang="en-US" sz="2400" strike="noStrike" noProof="1">
                <a:solidFill>
                  <a:schemeClr val="tx1"/>
                </a:solidFill>
                <a:effectLst>
                  <a:outerShdw blurRad="38100" dist="38100" dir="2700000" algn="tl">
                    <a:srgbClr val="000000">
                      <a:alpha val="43137"/>
                    </a:srgbClr>
                  </a:outerShdw>
                </a:effectLst>
                <a:latin typeface="Times New Roman" panose="02020603050405020304" charset="0"/>
                <a:ea typeface="宋体" panose="02010600030101010101" pitchFamily="2" charset="-122"/>
                <a:cs typeface="+mn-cs"/>
              </a:rPr>
              <a:t>文件共享是指某一个或某一部分文件可以让事先规定的</a:t>
            </a:r>
            <a:endParaRPr lang="zh-CN" altLang="en-US" sz="2400" strike="noStrike" noProof="1">
              <a:solidFill>
                <a:schemeClr val="tx1"/>
              </a:solidFill>
              <a:effectLst>
                <a:outerShdw blurRad="38100" dist="38100" dir="2700000" algn="tl">
                  <a:srgbClr val="000000">
                    <a:alpha val="43137"/>
                  </a:srgbClr>
                </a:outerShdw>
              </a:effectLst>
              <a:latin typeface="Times New Roman" panose="02020603050405020304" charset="0"/>
              <a:ea typeface="宋体" panose="02010600030101010101" pitchFamily="2" charset="-122"/>
            </a:endParaRPr>
          </a:p>
          <a:p>
            <a:pPr marL="914400" lvl="1" indent="-457200" fontAlgn="base">
              <a:lnSpc>
                <a:spcPct val="120000"/>
              </a:lnSpc>
              <a:spcBef>
                <a:spcPct val="20000"/>
              </a:spcBef>
              <a:buNone/>
            </a:pPr>
            <a:r>
              <a:rPr lang="zh-CN" altLang="en-US" sz="2400" strike="noStrike" noProof="1">
                <a:solidFill>
                  <a:schemeClr val="tx1"/>
                </a:solidFill>
                <a:effectLst>
                  <a:outerShdw blurRad="38100" dist="38100" dir="2700000" algn="tl">
                    <a:srgbClr val="000000">
                      <a:alpha val="43137"/>
                    </a:srgbClr>
                  </a:outerShdw>
                </a:effectLst>
                <a:latin typeface="Times New Roman" panose="02020603050405020304" charset="0"/>
                <a:ea typeface="宋体" panose="02010600030101010101" pitchFamily="2" charset="-122"/>
                <a:cs typeface="+mn-cs"/>
              </a:rPr>
              <a:t>      某些用户共同使用。</a:t>
            </a:r>
            <a:endParaRPr lang="zh-CN" altLang="en-US" sz="2400" strike="noStrike" noProof="1">
              <a:solidFill>
                <a:schemeClr val="tx1"/>
              </a:solidFill>
              <a:effectLst>
                <a:outerShdw blurRad="38100" dist="38100" dir="2700000" algn="tl">
                  <a:srgbClr val="000000">
                    <a:alpha val="43137"/>
                  </a:srgbClr>
                </a:outerShdw>
              </a:effectLst>
              <a:latin typeface="Times New Roman" panose="02020603050405020304" charset="0"/>
              <a:ea typeface="宋体" panose="02010600030101010101" pitchFamily="2" charset="-122"/>
            </a:endParaRPr>
          </a:p>
        </p:txBody>
      </p:sp>
      <p:sp>
        <p:nvSpPr>
          <p:cNvPr id="55300" name="矩形 55299"/>
          <p:cNvSpPr/>
          <p:nvPr/>
        </p:nvSpPr>
        <p:spPr>
          <a:xfrm>
            <a:off x="381000" y="4286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Arial" panose="02080604020202020204" pitchFamily="34" charset="0"/>
                <a:ea typeface="宋体" panose="02010600030101010101" pitchFamily="2" charset="-122"/>
                <a:cs typeface="+mn-ea"/>
              </a:rPr>
              <a:t>文件系统</a:t>
            </a:r>
            <a:r>
              <a:rPr lang="en-US" altLang="zh-CN" sz="2400" strike="noStrike" noProof="1">
                <a:latin typeface="Arial" panose="02080604020202020204" pitchFamily="34" charset="0"/>
                <a:ea typeface="宋体" panose="02010600030101010101" pitchFamily="2" charset="-122"/>
                <a:cs typeface="+mn-ea"/>
              </a:rPr>
              <a:t>——</a:t>
            </a:r>
            <a:r>
              <a:rPr lang="zh-CN" altLang="en-US" sz="2400" strike="noStrike" noProof="1">
                <a:latin typeface="Arial" panose="02080604020202020204" pitchFamily="34" charset="0"/>
                <a:ea typeface="宋体" panose="02010600030101010101" pitchFamily="2" charset="-122"/>
                <a:cs typeface="+mn-ea"/>
              </a:rPr>
              <a:t>文件共享与安全</a:t>
            </a:r>
            <a:endParaRPr lang="zh-CN" altLang="en-US" sz="2400" strike="noStrike" noProof="1">
              <a:ea typeface="宋体" panose="02010600030101010101" pitchFamily="2" charset="-122"/>
            </a:endParaRPr>
          </a:p>
        </p:txBody>
      </p:sp>
      <p:sp>
        <p:nvSpPr>
          <p:cNvPr id="55301" name="矩形 55300"/>
          <p:cNvSpPr/>
          <p:nvPr/>
        </p:nvSpPr>
        <p:spPr>
          <a:xfrm>
            <a:off x="672465" y="2816225"/>
            <a:ext cx="8235315" cy="3561715"/>
          </a:xfrm>
          <a:prstGeom prst="rect">
            <a:avLst/>
          </a:prstGeom>
          <a:noFill/>
          <a:ln w="9525">
            <a:noFill/>
            <a:miter/>
          </a:ln>
        </p:spPr>
        <p:txBody>
          <a:bodyPr wrap="square">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20000"/>
              </a:lnSpc>
              <a:spcBef>
                <a:spcPct val="20000"/>
              </a:spcBef>
              <a:buNone/>
            </a:pPr>
            <a:r>
              <a:rPr lang="en-US" altLang="zh-CN" sz="2800" b="1" strike="noStrike" noProof="1">
                <a:solidFill>
                  <a:srgbClr val="A50021"/>
                </a:solidFill>
                <a:latin typeface="Times New Roman" panose="02020603050405020304" charset="0"/>
                <a:ea typeface="宋体" panose="02010600030101010101" pitchFamily="2" charset="-122"/>
                <a:cs typeface="+mn-ea"/>
              </a:rPr>
              <a:t>(2) </a:t>
            </a:r>
            <a:r>
              <a:rPr lang="zh-CN" altLang="en-US" sz="2800" b="1" strike="noStrike" noProof="1">
                <a:solidFill>
                  <a:srgbClr val="A50021"/>
                </a:solidFill>
                <a:latin typeface="Times New Roman" panose="02020603050405020304" charset="0"/>
                <a:ea typeface="宋体" panose="02010600030101010101" pitchFamily="2" charset="-122"/>
                <a:cs typeface="+mn-ea"/>
              </a:rPr>
              <a:t>文件安全</a:t>
            </a:r>
            <a:endParaRPr lang="zh-CN" altLang="en-US" sz="2800" b="1" strike="noStrike" noProof="1">
              <a:solidFill>
                <a:srgbClr val="A50021"/>
              </a:solidFill>
              <a:latin typeface="Times New Roman" panose="02020603050405020304" charset="0"/>
              <a:ea typeface="宋体" panose="02010600030101010101" pitchFamily="2" charset="-122"/>
            </a:endParaRPr>
          </a:p>
          <a:p>
            <a:pPr marL="533400" lvl="0" indent="-533400" fontAlgn="base">
              <a:lnSpc>
                <a:spcPct val="120000"/>
              </a:lnSpc>
              <a:spcBef>
                <a:spcPct val="20000"/>
              </a:spcBef>
              <a:buNone/>
            </a:pPr>
            <a:r>
              <a:rPr lang="en-US" altLang="zh-CN" sz="2400" b="1" strike="noStrike" noProof="1">
                <a:solidFill>
                  <a:srgbClr val="000099"/>
                </a:solidFill>
                <a:latin typeface="宋体" panose="02010600030101010101" pitchFamily="2" charset="-122"/>
                <a:ea typeface="宋体" panose="02010600030101010101" pitchFamily="2" charset="-122"/>
                <a:cs typeface="+mn-ea"/>
              </a:rPr>
              <a:t>① </a:t>
            </a:r>
            <a:r>
              <a:rPr lang="zh-CN" altLang="en-US" sz="2400" b="1" strike="noStrike" noProof="1">
                <a:solidFill>
                  <a:srgbClr val="000099"/>
                </a:solidFill>
                <a:latin typeface="宋体" panose="02010600030101010101" pitchFamily="2" charset="-122"/>
                <a:ea typeface="宋体" panose="02010600030101010101" pitchFamily="2" charset="-122"/>
                <a:cs typeface="+mn-ea"/>
              </a:rPr>
              <a:t>什么是文件安全</a:t>
            </a:r>
            <a:endParaRPr lang="zh-CN" altLang="en-US" sz="2400" b="1" strike="noStrike" noProof="1">
              <a:solidFill>
                <a:srgbClr val="000099"/>
              </a:solidFill>
              <a:latin typeface="宋体" panose="02010600030101010101" pitchFamily="2" charset="-122"/>
              <a:ea typeface="宋体" panose="02010600030101010101" pitchFamily="2" charset="-122"/>
              <a:cs typeface="+mn-ea"/>
            </a:endParaRPr>
          </a:p>
          <a:p>
            <a:pPr marL="533400" lvl="0" indent="-533400" fontAlgn="base">
              <a:lnSpc>
                <a:spcPct val="120000"/>
              </a:lnSpc>
              <a:spcBef>
                <a:spcPct val="20000"/>
              </a:spcBef>
              <a:buNone/>
            </a:pPr>
            <a:r>
              <a:rPr lang="zh-CN" altLang="en-US" sz="2400" strike="noStrike" noProof="1">
                <a:solidFill>
                  <a:schemeClr val="tx1"/>
                </a:solidFill>
                <a:latin typeface="Times New Roman" panose="02020603050405020304" charset="0"/>
                <a:ea typeface="宋体" panose="02010600030101010101" pitchFamily="2" charset="-122"/>
                <a:cs typeface="+mn-ea"/>
              </a:rPr>
              <a:t>文件的安全问题是由文件共享引发的。</a:t>
            </a:r>
            <a:endParaRPr lang="x-none" altLang="zh-CN" sz="2400" b="1" strike="noStrike" noProof="1">
              <a:solidFill>
                <a:srgbClr val="000099"/>
              </a:solidFill>
              <a:latin typeface="宋体" panose="02010600030101010101" pitchFamily="2" charset="-122"/>
              <a:ea typeface="宋体" panose="02010600030101010101" pitchFamily="2" charset="-122"/>
              <a:cs typeface="+mn-ea"/>
            </a:endParaRPr>
          </a:p>
          <a:p>
            <a:pPr marL="533400" lvl="0" indent="-533400" fontAlgn="base">
              <a:lnSpc>
                <a:spcPct val="120000"/>
              </a:lnSpc>
              <a:spcBef>
                <a:spcPct val="20000"/>
              </a:spcBef>
              <a:buNone/>
            </a:pPr>
            <a:r>
              <a:rPr lang="zh-CN" altLang="en-US" sz="2400" strike="noStrike" noProof="1">
                <a:solidFill>
                  <a:schemeClr val="tx1"/>
                </a:solidFill>
                <a:latin typeface="Times New Roman" panose="02020603050405020304" charset="0"/>
                <a:ea typeface="宋体" panose="02010600030101010101" pitchFamily="2" charset="-122"/>
                <a:cs typeface="+mn-ea"/>
              </a:rPr>
              <a:t>所谓文件安全，就是文件的保护问题。 </a:t>
            </a:r>
            <a:endParaRPr lang="zh-CN" altLang="en-US" sz="2400" strike="noStrike" noProof="1">
              <a:solidFill>
                <a:schemeClr val="tx1"/>
              </a:solidFill>
              <a:latin typeface="Times New Roman" panose="02020603050405020304" charset="0"/>
              <a:ea typeface="宋体" panose="02010600030101010101" pitchFamily="2" charset="-122"/>
              <a:cs typeface="+mn-ea"/>
            </a:endParaRPr>
          </a:p>
          <a:p>
            <a:pPr marL="533400" lvl="0" indent="-533400" fontAlgn="base">
              <a:lnSpc>
                <a:spcPct val="120000"/>
              </a:lnSpc>
              <a:spcBef>
                <a:spcPct val="20000"/>
              </a:spcBef>
              <a:buNone/>
            </a:pPr>
            <a:r>
              <a:rPr lang="zh-CN" altLang="en-US" sz="2400" strike="noStrike" noProof="1">
                <a:solidFill>
                  <a:schemeClr val="tx1"/>
                </a:solidFill>
                <a:latin typeface="Times New Roman" panose="02020603050405020304" charset="0"/>
                <a:ea typeface="宋体" panose="02010600030101010101" pitchFamily="2" charset="-122"/>
                <a:cs typeface="+mn-ea"/>
              </a:rPr>
              <a:t>文件的保护是指文件本身不得被未经文件主授权的任何用户存取，而对于授权用户也只能在允许的存取权限内使用文件。</a:t>
            </a:r>
            <a:endParaRPr lang="zh-CN" altLang="en-US" sz="2400" strike="noStrike" noProof="1">
              <a:solidFill>
                <a:schemeClr val="tx1"/>
              </a:solidFill>
              <a:latin typeface="Times New Roman" panose="02020603050405020304"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55299" grpId="0" uiExpand="1" build="p"/>
      <p:bldP spid="55301" grpId="0" uiExpand="1" build="p"/>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6323" name="矩形 56322"/>
          <p:cNvSpPr/>
          <p:nvPr/>
        </p:nvSpPr>
        <p:spPr>
          <a:xfrm>
            <a:off x="423545" y="619760"/>
            <a:ext cx="8293735" cy="2454275"/>
          </a:xfrm>
          <a:prstGeom prst="rect">
            <a:avLst/>
          </a:prstGeom>
          <a:noFill/>
          <a:ln w="9525">
            <a:noFill/>
            <a:miter/>
          </a:ln>
        </p:spPr>
        <p:txBody>
          <a:bodyPr wrap="square">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914400" lvl="1" indent="-457200" fontAlgn="base">
              <a:lnSpc>
                <a:spcPct val="120000"/>
              </a:lnSpc>
              <a:spcBef>
                <a:spcPct val="20000"/>
              </a:spcBef>
              <a:buNone/>
            </a:pPr>
            <a:r>
              <a:rPr lang="en-US" altLang="zh-CN" sz="2400" b="1" strike="noStrike" noProof="1">
                <a:solidFill>
                  <a:srgbClr val="000099"/>
                </a:solidFill>
                <a:latin typeface="宋体" panose="02010600030101010101" pitchFamily="2" charset="-122"/>
                <a:ea typeface="宋体" panose="02010600030101010101" pitchFamily="2" charset="-122"/>
                <a:cs typeface="+mn-cs"/>
              </a:rPr>
              <a:t>② </a:t>
            </a:r>
            <a:r>
              <a:rPr lang="zh-CN" altLang="en-US" sz="2400" b="1" strike="noStrike" noProof="1">
                <a:solidFill>
                  <a:srgbClr val="000099"/>
                </a:solidFill>
                <a:latin typeface="宋体" panose="02010600030101010101" pitchFamily="2" charset="-122"/>
                <a:ea typeface="宋体" panose="02010600030101010101" pitchFamily="2" charset="-122"/>
                <a:cs typeface="+mn-cs"/>
              </a:rPr>
              <a:t>如何进文件的保护</a:t>
            </a:r>
            <a:endParaRPr lang="zh-CN" altLang="en-US" sz="2400" b="1" strike="noStrike" noProof="1">
              <a:solidFill>
                <a:srgbClr val="000099"/>
              </a:solidFill>
              <a:latin typeface="宋体" panose="02010600030101010101" pitchFamily="2" charset="-122"/>
              <a:ea typeface="宋体" panose="02010600030101010101" pitchFamily="2" charset="-122"/>
            </a:endParaRPr>
          </a:p>
          <a:p>
            <a:pPr marL="533400" lvl="0" indent="-533400" fontAlgn="base">
              <a:lnSpc>
                <a:spcPct val="120000"/>
              </a:lnSpc>
              <a:spcBef>
                <a:spcPct val="20000"/>
              </a:spcBef>
              <a:buNone/>
            </a:pPr>
            <a:r>
              <a:rPr lang="zh-CN" altLang="en-US" sz="2000" strike="noStrike" noProof="1">
                <a:solidFill>
                  <a:schemeClr val="tx1"/>
                </a:solidFill>
                <a:latin typeface="Times New Roman" panose="02020603050405020304" charset="0"/>
                <a:ea typeface="宋体" panose="02010600030101010101" pitchFamily="2" charset="-122"/>
                <a:cs typeface="+mn-ea"/>
              </a:rPr>
              <a:t>                  </a:t>
            </a:r>
            <a:r>
              <a:rPr lang="zh-CN" altLang="en-US" sz="2400" strike="noStrike" noProof="1">
                <a:solidFill>
                  <a:schemeClr val="tx1"/>
                </a:solidFill>
                <a:latin typeface="Times New Roman" panose="02020603050405020304" charset="0"/>
                <a:ea typeface="宋体" panose="02010600030101010101" pitchFamily="2" charset="-122"/>
                <a:cs typeface="+mn-ea"/>
              </a:rPr>
              <a:t>需要对用户的权限进行验证。</a:t>
            </a:r>
            <a:endParaRPr lang="zh-CN" altLang="en-US" sz="2400" strike="noStrike" noProof="1">
              <a:solidFill>
                <a:schemeClr val="tx1"/>
              </a:solidFill>
              <a:latin typeface="Times New Roman" panose="02020603050405020304" charset="0"/>
              <a:ea typeface="宋体" panose="02010600030101010101" pitchFamily="2" charset="-122"/>
            </a:endParaRPr>
          </a:p>
          <a:p>
            <a:pPr marL="533400" lvl="0" indent="-533400" fontAlgn="base">
              <a:lnSpc>
                <a:spcPct val="120000"/>
              </a:lnSpc>
              <a:spcBef>
                <a:spcPct val="20000"/>
              </a:spcBef>
              <a:buNone/>
            </a:pPr>
            <a:r>
              <a:rPr lang="zh-CN" altLang="en-US" sz="2400" strike="noStrike" noProof="1">
                <a:solidFill>
                  <a:schemeClr val="tx1"/>
                </a:solidFill>
                <a:latin typeface="Times New Roman" panose="02020603050405020304" charset="0"/>
                <a:ea typeface="宋体" panose="02010600030101010101" pitchFamily="2" charset="-122"/>
                <a:cs typeface="+mn-ea"/>
              </a:rPr>
              <a:t>               所谓存取权限的验证，是指用户存取文件之前，需要检查用户的存取权限是否符合规定，符合者允许使用，否则拒绝。</a:t>
            </a:r>
            <a:endParaRPr lang="zh-CN" altLang="en-US" sz="2400" strike="noStrike" noProof="1">
              <a:solidFill>
                <a:schemeClr val="tx1"/>
              </a:solidFill>
              <a:latin typeface="Times New Roman" panose="02020603050405020304" charset="0"/>
              <a:ea typeface="宋体" panose="02010600030101010101" pitchFamily="2" charset="-122"/>
            </a:endParaRPr>
          </a:p>
        </p:txBody>
      </p:sp>
      <p:sp>
        <p:nvSpPr>
          <p:cNvPr id="56324" name="矩形 56323"/>
          <p:cNvSpPr/>
          <p:nvPr/>
        </p:nvSpPr>
        <p:spPr>
          <a:xfrm>
            <a:off x="381000" y="4286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Arial" panose="02080604020202020204" pitchFamily="34" charset="0"/>
                <a:ea typeface="宋体" panose="02010600030101010101" pitchFamily="2" charset="-122"/>
                <a:cs typeface="+mn-ea"/>
              </a:rPr>
              <a:t>文件系统</a:t>
            </a:r>
            <a:r>
              <a:rPr lang="en-US" altLang="zh-CN" sz="2400" strike="noStrike" noProof="1">
                <a:latin typeface="Arial" panose="02080604020202020204" pitchFamily="34" charset="0"/>
                <a:ea typeface="宋体" panose="02010600030101010101" pitchFamily="2" charset="-122"/>
                <a:cs typeface="+mn-ea"/>
              </a:rPr>
              <a:t>——</a:t>
            </a:r>
            <a:r>
              <a:rPr lang="zh-CN" altLang="en-US" sz="2400" strike="noStrike" noProof="1">
                <a:latin typeface="Arial" panose="02080604020202020204" pitchFamily="34" charset="0"/>
                <a:ea typeface="宋体" panose="02010600030101010101" pitchFamily="2" charset="-122"/>
                <a:cs typeface="+mn-ea"/>
              </a:rPr>
              <a:t>文件共享与安全</a:t>
            </a:r>
            <a:endParaRPr lang="zh-CN" altLang="en-US" sz="2400" strike="noStrike" noProof="1">
              <a:ea typeface="宋体" panose="02010600030101010101" pitchFamily="2" charset="-122"/>
            </a:endParaRPr>
          </a:p>
        </p:txBody>
      </p:sp>
      <p:sp>
        <p:nvSpPr>
          <p:cNvPr id="56325" name="矩形 56324"/>
          <p:cNvSpPr/>
          <p:nvPr/>
        </p:nvSpPr>
        <p:spPr>
          <a:xfrm>
            <a:off x="424180" y="3127375"/>
            <a:ext cx="6791325" cy="534035"/>
          </a:xfrm>
          <a:prstGeom prst="rect">
            <a:avLst/>
          </a:prstGeom>
          <a:noFill/>
          <a:ln w="9525">
            <a:noFill/>
            <a:miter/>
          </a:ln>
        </p:spPr>
        <p:txBody>
          <a:bodyPr wrap="square">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914400" lvl="1" indent="-457200" fontAlgn="base">
              <a:lnSpc>
                <a:spcPct val="120000"/>
              </a:lnSpc>
              <a:spcBef>
                <a:spcPct val="20000"/>
              </a:spcBef>
              <a:buNone/>
            </a:pPr>
            <a:r>
              <a:rPr lang="en-US" altLang="zh-CN" sz="2400" b="1" strike="noStrike" noProof="1">
                <a:solidFill>
                  <a:srgbClr val="000099"/>
                </a:solidFill>
                <a:latin typeface="宋体" panose="02010600030101010101" pitchFamily="2" charset="-122"/>
                <a:ea typeface="宋体" panose="02010600030101010101" pitchFamily="2" charset="-122"/>
                <a:cs typeface="+mn-cs"/>
              </a:rPr>
              <a:t>③ </a:t>
            </a:r>
            <a:r>
              <a:rPr lang="zh-CN" altLang="en-US" sz="2400" b="1" strike="noStrike" noProof="1">
                <a:solidFill>
                  <a:srgbClr val="000099"/>
                </a:solidFill>
                <a:latin typeface="宋体" panose="02010600030101010101" pitchFamily="2" charset="-122"/>
                <a:ea typeface="宋体" panose="02010600030101010101" pitchFamily="2" charset="-122"/>
                <a:cs typeface="+mn-cs"/>
              </a:rPr>
              <a:t>用户存取权限的</a:t>
            </a:r>
            <a:r>
              <a:rPr lang="x-none" altLang="zh-CN" sz="2400" b="1" strike="noStrike" noProof="1">
                <a:solidFill>
                  <a:srgbClr val="000099"/>
                </a:solidFill>
                <a:latin typeface="宋体" panose="02010600030101010101" pitchFamily="2" charset="-122"/>
                <a:ea typeface="宋体" panose="02010600030101010101" pitchFamily="2" charset="-122"/>
                <a:cs typeface="+mn-cs"/>
              </a:rPr>
              <a:t>类型</a:t>
            </a:r>
            <a:endParaRPr lang="x-none" altLang="zh-CN" sz="2400" b="1" strike="noStrike" noProof="1">
              <a:solidFill>
                <a:srgbClr val="000099"/>
              </a:solidFill>
              <a:latin typeface="宋体" panose="02010600030101010101" pitchFamily="2" charset="-122"/>
              <a:ea typeface="宋体" panose="02010600030101010101" pitchFamily="2" charset="-122"/>
              <a:cs typeface="+mn-cs"/>
            </a:endParaRPr>
          </a:p>
        </p:txBody>
      </p:sp>
      <p:sp>
        <p:nvSpPr>
          <p:cNvPr id="56326" name="矩形 56325"/>
          <p:cNvSpPr/>
          <p:nvPr/>
        </p:nvSpPr>
        <p:spPr>
          <a:xfrm>
            <a:off x="1001713" y="3862388"/>
            <a:ext cx="6784975" cy="2112963"/>
          </a:xfrm>
          <a:prstGeom prst="rect">
            <a:avLst/>
          </a:prstGeom>
          <a:noFill/>
          <a:ln w="9525">
            <a:noFill/>
            <a:miter/>
          </a:ln>
        </p:spPr>
        <p:txBody>
          <a:bodyPr wrap="square">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fontAlgn="base">
              <a:spcBef>
                <a:spcPct val="0"/>
              </a:spcBef>
              <a:buNone/>
            </a:pPr>
            <a:r>
              <a:rPr lang="en-US" altLang="zh-CN" sz="2400" strike="noStrike" noProof="1">
                <a:solidFill>
                  <a:schemeClr val="tx1"/>
                </a:solidFill>
                <a:latin typeface="Times New Roman" panose="02020603050405020304" charset="0"/>
                <a:ea typeface="宋体" panose="02010600030101010101" pitchFamily="2" charset="-122"/>
                <a:cs typeface="+mn-ea"/>
                <a:sym typeface="+mn-ea"/>
              </a:rPr>
              <a:t>EXCUTE</a:t>
            </a:r>
            <a:r>
              <a:rPr lang="x-none" altLang="en-US" sz="2400" strike="noStrike" noProof="1">
                <a:solidFill>
                  <a:schemeClr val="tx1"/>
                </a:solidFill>
                <a:latin typeface="Times New Roman" panose="02020603050405020304" charset="0"/>
                <a:ea typeface="宋体" panose="02010600030101010101" pitchFamily="2" charset="-122"/>
                <a:cs typeface="+mn-ea"/>
                <a:sym typeface="+mn-ea"/>
              </a:rPr>
              <a:t>：	执行文件（x）</a:t>
            </a:r>
            <a:endParaRPr lang="x-none" altLang="en-US" sz="2400" strike="noStrike" noProof="1">
              <a:solidFill>
                <a:schemeClr val="tx1"/>
              </a:solidFill>
              <a:latin typeface="Times New Roman" panose="02020603050405020304" charset="0"/>
              <a:sym typeface="+mn-ea"/>
            </a:endParaRPr>
          </a:p>
          <a:p>
            <a:pPr fontAlgn="base">
              <a:spcBef>
                <a:spcPct val="0"/>
              </a:spcBef>
              <a:buNone/>
            </a:pPr>
            <a:r>
              <a:rPr lang="en-US" altLang="zh-CN" sz="2400" strike="noStrike" noProof="1">
                <a:solidFill>
                  <a:schemeClr val="tx1"/>
                </a:solidFill>
                <a:latin typeface="Times New Roman" panose="02020603050405020304" charset="0"/>
                <a:ea typeface="宋体" panose="02010600030101010101" pitchFamily="2" charset="-122"/>
                <a:cs typeface="+mn-ea"/>
                <a:sym typeface="+mn-ea"/>
              </a:rPr>
              <a:t>READ</a:t>
            </a:r>
            <a:r>
              <a:rPr lang="x-none" altLang="en-US" sz="2400" strike="noStrike" noProof="1">
                <a:solidFill>
                  <a:schemeClr val="tx1"/>
                </a:solidFill>
                <a:latin typeface="Times New Roman" panose="02020603050405020304" charset="0"/>
                <a:ea typeface="宋体" panose="02010600030101010101" pitchFamily="2" charset="-122"/>
                <a:cs typeface="+mn-ea"/>
                <a:sym typeface="+mn-ea"/>
              </a:rPr>
              <a:t>：	读文件内容（r）</a:t>
            </a:r>
            <a:endParaRPr lang="x-none" altLang="en-US" sz="2400" strike="noStrike" noProof="1">
              <a:solidFill>
                <a:schemeClr val="tx1"/>
              </a:solidFill>
              <a:latin typeface="Times New Roman" panose="02020603050405020304" charset="0"/>
              <a:sym typeface="+mn-ea"/>
            </a:endParaRPr>
          </a:p>
          <a:p>
            <a:pPr fontAlgn="base">
              <a:spcBef>
                <a:spcPct val="0"/>
              </a:spcBef>
              <a:buNone/>
            </a:pPr>
            <a:r>
              <a:rPr lang="en-US" altLang="zh-CN" sz="2400" strike="noStrike" noProof="1">
                <a:solidFill>
                  <a:schemeClr val="tx1"/>
                </a:solidFill>
                <a:latin typeface="Times New Roman" panose="02020603050405020304" charset="0"/>
                <a:ea typeface="宋体" panose="02010600030101010101" pitchFamily="2" charset="-122"/>
                <a:cs typeface="+mn-ea"/>
                <a:sym typeface="+mn-ea"/>
              </a:rPr>
              <a:t>UPDATE</a:t>
            </a:r>
            <a:r>
              <a:rPr lang="x-none" altLang="en-US" sz="2400" strike="noStrike" noProof="1">
                <a:solidFill>
                  <a:schemeClr val="tx1"/>
                </a:solidFill>
                <a:latin typeface="Times New Roman" panose="02020603050405020304" charset="0"/>
                <a:ea typeface="宋体" panose="02010600030101010101" pitchFamily="2" charset="-122"/>
                <a:cs typeface="+mn-ea"/>
                <a:sym typeface="+mn-ea"/>
              </a:rPr>
              <a:t>：	修改文件内容</a:t>
            </a:r>
            <a:endParaRPr lang="x-none" altLang="en-US" sz="2400" strike="noStrike" noProof="1">
              <a:solidFill>
                <a:schemeClr val="tx1"/>
              </a:solidFill>
              <a:latin typeface="Times New Roman" panose="02020603050405020304" charset="0"/>
              <a:sym typeface="+mn-ea"/>
            </a:endParaRPr>
          </a:p>
          <a:p>
            <a:pPr fontAlgn="base">
              <a:spcBef>
                <a:spcPct val="0"/>
              </a:spcBef>
              <a:buNone/>
            </a:pPr>
            <a:r>
              <a:rPr lang="en-US" altLang="zh-CN" sz="2400" strike="noStrike" noProof="1">
                <a:solidFill>
                  <a:schemeClr val="tx1"/>
                </a:solidFill>
                <a:latin typeface="Times New Roman" panose="02020603050405020304" charset="0"/>
                <a:ea typeface="宋体" panose="02010600030101010101" pitchFamily="2" charset="-122"/>
                <a:cs typeface="+mn-ea"/>
                <a:sym typeface="+mn-ea"/>
              </a:rPr>
              <a:t>WRITE</a:t>
            </a:r>
            <a:r>
              <a:rPr lang="x-none" altLang="en-US" sz="2400" strike="noStrike" noProof="1">
                <a:solidFill>
                  <a:schemeClr val="tx1"/>
                </a:solidFill>
                <a:latin typeface="Times New Roman" panose="02020603050405020304" charset="0"/>
                <a:ea typeface="宋体" panose="02010600030101010101" pitchFamily="2" charset="-122"/>
                <a:cs typeface="+mn-ea"/>
                <a:sym typeface="+mn-ea"/>
              </a:rPr>
              <a:t>：	修改、删除、增加文件内容（w）</a:t>
            </a:r>
            <a:endParaRPr lang="x-none" altLang="en-US" sz="2400" strike="noStrike" noProof="1">
              <a:solidFill>
                <a:schemeClr val="tx1"/>
              </a:solidFill>
              <a:latin typeface="Times New Roman" panose="02020603050405020304" charset="0"/>
              <a:sym typeface="+mn-ea"/>
            </a:endParaRPr>
          </a:p>
          <a:p>
            <a:pPr fontAlgn="base">
              <a:spcBef>
                <a:spcPct val="0"/>
              </a:spcBef>
              <a:buNone/>
            </a:pPr>
            <a:r>
              <a:rPr lang="en-US" altLang="zh-CN" sz="2400" strike="noStrike" noProof="1">
                <a:solidFill>
                  <a:schemeClr val="tx1"/>
                </a:solidFill>
                <a:latin typeface="Times New Roman" panose="02020603050405020304" charset="0"/>
                <a:ea typeface="宋体" panose="02010600030101010101" pitchFamily="2" charset="-122"/>
                <a:cs typeface="+mn-ea"/>
                <a:sym typeface="+mn-ea"/>
              </a:rPr>
              <a:t>DELETE</a:t>
            </a:r>
            <a:r>
              <a:rPr lang="x-none" altLang="en-US" sz="2400" strike="noStrike" noProof="1">
                <a:solidFill>
                  <a:schemeClr val="tx1"/>
                </a:solidFill>
                <a:latin typeface="Times New Roman" panose="02020603050405020304" charset="0"/>
                <a:ea typeface="宋体" panose="02010600030101010101" pitchFamily="2" charset="-122"/>
                <a:cs typeface="+mn-ea"/>
                <a:sym typeface="+mn-ea"/>
              </a:rPr>
              <a:t>：	删除文件</a:t>
            </a:r>
            <a:endParaRPr lang="x-none" altLang="en-US" sz="2400" strike="noStrike" noProof="1">
              <a:solidFill>
                <a:schemeClr val="tx1"/>
              </a:solidFill>
              <a:latin typeface="Times New Roman" panose="02020603050405020304" charset="0"/>
              <a:sym typeface="+mn-ea"/>
            </a:endParaRPr>
          </a:p>
          <a:p>
            <a:pPr fontAlgn="base">
              <a:spcBef>
                <a:spcPct val="0"/>
              </a:spcBef>
              <a:buNone/>
            </a:pPr>
            <a:r>
              <a:rPr lang="en-US" altLang="zh-CN" sz="2400" strike="noStrike" noProof="1">
                <a:solidFill>
                  <a:schemeClr val="tx1"/>
                </a:solidFill>
                <a:latin typeface="Times New Roman" panose="02020603050405020304" charset="0"/>
                <a:ea typeface="宋体" panose="02010600030101010101" pitchFamily="2" charset="-122"/>
                <a:cs typeface="+mn-ea"/>
                <a:sym typeface="+mn-ea"/>
              </a:rPr>
              <a:t>CHANGE</a:t>
            </a:r>
            <a:r>
              <a:rPr lang="x-none" altLang="en-US" sz="2400" strike="noStrike" noProof="1">
                <a:solidFill>
                  <a:schemeClr val="tx1"/>
                </a:solidFill>
                <a:latin typeface="Times New Roman" panose="02020603050405020304" charset="0"/>
                <a:ea typeface="宋体" panose="02010600030101010101" pitchFamily="2" charset="-122"/>
                <a:cs typeface="+mn-ea"/>
                <a:sym typeface="+mn-ea"/>
              </a:rPr>
              <a:t>：	改变文件属性</a:t>
            </a:r>
            <a:endParaRPr lang="x-none" altLang="en-US" sz="2400" strike="noStrike" noProof="1">
              <a:solidFill>
                <a:schemeClr val="tx1"/>
              </a:solidFill>
              <a:latin typeface="Times New Roman" panose="02020603050405020304" charset="0"/>
              <a:ea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56326" grpId="0"/>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3490" name="标题 63489"/>
          <p:cNvSpPr>
            <a:spLocks noGrp="1"/>
          </p:cNvSpPr>
          <p:nvPr>
            <p:ph type="title"/>
          </p:nvPr>
        </p:nvSpPr>
        <p:spPr>
          <a:xfrm>
            <a:off x="363538" y="769938"/>
            <a:ext cx="8393113" cy="574675"/>
          </a:xfrm>
        </p:spPr>
        <p:txBody>
          <a:bodyPr anchor="b">
            <a:spAutoFit/>
          </a:bodyPr>
          <a:p>
            <a:pPr lvl="0"/>
            <a:r>
              <a:rPr lang="zh-CN" altLang="en-US" sz="3200">
                <a:solidFill>
                  <a:srgbClr val="990000"/>
                </a:solidFill>
                <a:latin typeface="Times New Roman" panose="02020603050405020304" charset="0"/>
                <a:ea typeface="宋体" panose="02010600030101010101" pitchFamily="2" charset="-122"/>
              </a:rPr>
              <a:t>3.</a:t>
            </a:r>
            <a:r>
              <a:rPr lang="zh-CN" altLang="en-US" sz="3200">
                <a:solidFill>
                  <a:srgbClr val="990000"/>
                </a:solidFill>
                <a:latin typeface="Times New Roman" panose="02020603050405020304" charset="0"/>
                <a:ea typeface="宋体" panose="02010600030101010101" pitchFamily="2" charset="-122"/>
                <a:sym typeface="方正书宋_GBK" panose="02000000000000000000" charset="-122"/>
              </a:rPr>
              <a:t>验证用户存取权限的方法</a:t>
            </a:r>
            <a:endParaRPr lang="zh-CN" altLang="en-US">
              <a:latin typeface="Times New Roman" panose="02020603050405020304" charset="0"/>
            </a:endParaRPr>
          </a:p>
        </p:txBody>
      </p:sp>
      <p:sp>
        <p:nvSpPr>
          <p:cNvPr id="63491" name="文本占位符 63490"/>
          <p:cNvSpPr>
            <a:spLocks noGrp="1"/>
          </p:cNvSpPr>
          <p:nvPr>
            <p:ph idx="1"/>
          </p:nvPr>
        </p:nvSpPr>
        <p:spPr>
          <a:xfrm>
            <a:off x="395288" y="1576388"/>
            <a:ext cx="8388350" cy="512763"/>
          </a:xfrm>
        </p:spPr>
        <p:txBody>
          <a:bodyPr wrap="square">
            <a:spAutoFit/>
          </a:bodyPr>
          <a:p>
            <a:pPr fontAlgn="base"/>
            <a:r>
              <a:rPr lang="en-US" altLang="zh-CN" sz="2800" strike="noStrike" noProof="1">
                <a:solidFill>
                  <a:schemeClr val="tx1"/>
                </a:solidFill>
                <a:latin typeface="Times New Roman" panose="02020603050405020304" charset="0"/>
              </a:rPr>
              <a:t>(1) </a:t>
            </a:r>
            <a:r>
              <a:rPr lang="zh-CN" altLang="en-US" sz="2800" strike="noStrike" noProof="1">
                <a:solidFill>
                  <a:schemeClr val="tx1"/>
                </a:solidFill>
                <a:latin typeface="Times New Roman" panose="02020603050405020304" charset="0"/>
              </a:rPr>
              <a:t>访问控制矩阵</a:t>
            </a:r>
            <a:endParaRPr lang="zh-CN" altLang="en-US" sz="2800" strike="noStrike" noProof="1">
              <a:solidFill>
                <a:schemeClr val="tx1"/>
              </a:solidFill>
              <a:latin typeface="Times New Roman" panose="02020603050405020304" charset="0"/>
            </a:endParaRPr>
          </a:p>
        </p:txBody>
      </p:sp>
      <p:graphicFrame>
        <p:nvGraphicFramePr>
          <p:cNvPr id="63492" name="表格 63491"/>
          <p:cNvGraphicFramePr/>
          <p:nvPr/>
        </p:nvGraphicFramePr>
        <p:xfrm>
          <a:off x="1190625" y="2725738"/>
          <a:ext cx="6629400" cy="2457450"/>
        </p:xfrm>
        <a:graphic>
          <a:graphicData uri="http://schemas.openxmlformats.org/drawingml/2006/table">
            <a:tbl>
              <a:tblPr/>
              <a:tblGrid>
                <a:gridCol w="1876425"/>
                <a:gridCol w="1189038"/>
                <a:gridCol w="1187450"/>
                <a:gridCol w="1189037"/>
                <a:gridCol w="1187450"/>
              </a:tblGrid>
              <a:tr h="898525">
                <a:tc>
                  <a:txBody>
                    <a:bodyPr wrap="square"/>
                    <a:lstStyle>
                      <a:lvl1pPr marL="342900" lvl="0" indent="-342900" algn="l" defTabSz="914400" eaLnBrk="1" fontAlgn="base" latinLnBrk="0" hangingPunct="1">
                        <a:lnSpc>
                          <a:spcPct val="100000"/>
                        </a:lnSpc>
                        <a:spcBef>
                          <a:spcPct val="20000"/>
                        </a:spcBef>
                        <a:spcAft>
                          <a:spcPct val="0"/>
                        </a:spcAft>
                        <a:buSzPct val="90000"/>
                        <a:buBlip>
                          <a:blip r:embed="rId1"/>
                        </a:buBlip>
                        <a:defRPr sz="2800" b="1" i="0" u="none" kern="1200" baseline="0">
                          <a:solidFill>
                            <a:srgbClr val="000000"/>
                          </a:solidFill>
                          <a:latin typeface="Tahoma" pitchFamily="2" charset="0"/>
                          <a:ea typeface="宋体" panose="02010600030101010101" pitchFamily="2" charset="-122"/>
                        </a:defRPr>
                      </a:lvl1pPr>
                      <a:lvl2pPr marL="742950" lvl="1" indent="-285750">
                        <a:buBlip>
                          <a:blip r:embed="rId2"/>
                        </a:buBlip>
                        <a:defRPr sz="2400" kern="1200"/>
                      </a:lvl2pPr>
                      <a:lvl3pPr marL="1143000" lvl="2" indent="-228600">
                        <a:buBlip>
                          <a:blip r:embed="rId3"/>
                        </a:buBlip>
                        <a:defRPr sz="2000" kern="1200"/>
                      </a:lvl3pPr>
                      <a:lvl4pPr marL="1600200" lvl="3" indent="-228600">
                        <a:buBlip>
                          <a:blip r:embed="rId4"/>
                        </a:buBlip>
                        <a:defRPr sz="1800" kern="1200"/>
                      </a:lvl4pPr>
                      <a:lvl5pPr marL="2057400" lvl="4" indent="-228600">
                        <a:buBlip>
                          <a:blip r:embed="rId5"/>
                        </a:buBlip>
                        <a:defRPr sz="1800" kern="1200"/>
                      </a:lvl5pPr>
                    </a:lstStyle>
                    <a:p>
                      <a:pPr marL="0" lvl="0" indent="0">
                        <a:buNone/>
                      </a:pPr>
                      <a:r>
                        <a:rPr lang="en-US" altLang="zh-CN" sz="2400">
                          <a:latin typeface="Times New Roman" panose="02020603050405020304" charset="0"/>
                        </a:rPr>
                        <a:t>         </a:t>
                      </a:r>
                      <a:r>
                        <a:rPr lang="zh-CN" altLang="en-US" sz="2400">
                          <a:latin typeface="Times New Roman" panose="02020603050405020304" charset="0"/>
                        </a:rPr>
                        <a:t>文件</a:t>
                      </a:r>
                      <a:endParaRPr lang="zh-CN" altLang="en-US" sz="2400">
                        <a:latin typeface="Times New Roman" panose="02020603050405020304" charset="0"/>
                      </a:endParaRPr>
                    </a:p>
                    <a:p>
                      <a:pPr marL="0" lvl="0" indent="0">
                        <a:buNone/>
                      </a:pPr>
                      <a:r>
                        <a:rPr lang="zh-CN" altLang="en-US" sz="2400">
                          <a:latin typeface="Times New Roman" panose="02020603050405020304" charset="0"/>
                        </a:rPr>
                        <a:t>用户</a:t>
                      </a:r>
                      <a:endParaRPr lang="zh-CN" altLang="en-US" sz="2400">
                        <a:latin typeface="Times New Roman" panose="02020603050405020304" charset="0"/>
                      </a:endParaRPr>
                    </a:p>
                  </a:txBody>
                  <a:tcPr vert="horz" anchor="ctr" anchorCtr="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w="12700" cap="rnd" cmpd="sng">
                      <a:solidFill>
                        <a:schemeClr val="tx1"/>
                      </a:solidFill>
                      <a:prstDash val="solid"/>
                      <a:headEnd type="none" w="med" len="med"/>
                      <a:tailEnd type="none" w="med" len="med"/>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SzPct val="90000"/>
                        <a:buBlip>
                          <a:blip r:embed="rId1"/>
                        </a:buBlip>
                        <a:defRPr sz="2800" b="1" i="0" u="none" kern="1200" baseline="0">
                          <a:solidFill>
                            <a:srgbClr val="000000"/>
                          </a:solidFill>
                          <a:latin typeface="Tahoma" pitchFamily="2" charset="0"/>
                          <a:ea typeface="宋体" panose="02010600030101010101" pitchFamily="2" charset="-122"/>
                        </a:defRPr>
                      </a:lvl1pPr>
                      <a:lvl2pPr marL="742950" lvl="1" indent="-285750">
                        <a:buBlip>
                          <a:blip r:embed="rId2"/>
                        </a:buBlip>
                        <a:defRPr sz="2400" kern="1200"/>
                      </a:lvl2pPr>
                      <a:lvl3pPr marL="1143000" lvl="2" indent="-228600">
                        <a:buBlip>
                          <a:blip r:embed="rId3"/>
                        </a:buBlip>
                        <a:defRPr sz="2000" kern="1200"/>
                      </a:lvl3pPr>
                      <a:lvl4pPr marL="1600200" lvl="3" indent="-228600">
                        <a:buBlip>
                          <a:blip r:embed="rId4"/>
                        </a:buBlip>
                        <a:defRPr sz="1800" kern="1200"/>
                      </a:lvl4pPr>
                      <a:lvl5pPr marL="2057400" lvl="4" indent="-228600">
                        <a:buBlip>
                          <a:blip r:embed="rId5"/>
                        </a:buBlip>
                        <a:defRPr sz="1800" kern="1200"/>
                      </a:lvl5pPr>
                    </a:lstStyle>
                    <a:p>
                      <a:pPr marL="0" lvl="0" indent="0">
                        <a:buNone/>
                      </a:pPr>
                      <a:r>
                        <a:rPr lang="en-US" altLang="zh-CN">
                          <a:latin typeface="Times New Roman" panose="02020603050405020304" charset="0"/>
                        </a:rPr>
                        <a:t>file1</a:t>
                      </a:r>
                      <a:endParaRPr lang="en-US" altLang="zh-CN">
                        <a:latin typeface="Times New Roman" panose="02020603050405020304" charset="0"/>
                      </a:endParaRPr>
                    </a:p>
                  </a:txBody>
                  <a:tcPr vert="horz" anchor="ctr" anchorCtr="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SzPct val="90000"/>
                        <a:buBlip>
                          <a:blip r:embed="rId1"/>
                        </a:buBlip>
                        <a:defRPr sz="2800" b="1" i="0" u="none" kern="1200" baseline="0">
                          <a:solidFill>
                            <a:srgbClr val="000000"/>
                          </a:solidFill>
                          <a:latin typeface="Tahoma" pitchFamily="2" charset="0"/>
                          <a:ea typeface="宋体" panose="02010600030101010101" pitchFamily="2" charset="-122"/>
                        </a:defRPr>
                      </a:lvl1pPr>
                      <a:lvl2pPr marL="742950" lvl="1" indent="-285750">
                        <a:buBlip>
                          <a:blip r:embed="rId2"/>
                        </a:buBlip>
                        <a:defRPr sz="2400" kern="1200"/>
                      </a:lvl2pPr>
                      <a:lvl3pPr marL="1143000" lvl="2" indent="-228600">
                        <a:buBlip>
                          <a:blip r:embed="rId3"/>
                        </a:buBlip>
                        <a:defRPr sz="2000" kern="1200"/>
                      </a:lvl3pPr>
                      <a:lvl4pPr marL="1600200" lvl="3" indent="-228600">
                        <a:buBlip>
                          <a:blip r:embed="rId4"/>
                        </a:buBlip>
                        <a:defRPr sz="1800" kern="1200"/>
                      </a:lvl4pPr>
                      <a:lvl5pPr marL="2057400" lvl="4" indent="-228600">
                        <a:buBlip>
                          <a:blip r:embed="rId5"/>
                        </a:buBlip>
                        <a:defRPr sz="1800" kern="1200"/>
                      </a:lvl5pPr>
                    </a:lstStyle>
                    <a:p>
                      <a:pPr marL="0" lvl="0" indent="0">
                        <a:buNone/>
                      </a:pPr>
                      <a:r>
                        <a:rPr lang="en-US" altLang="zh-CN">
                          <a:latin typeface="Times New Roman" panose="02020603050405020304" charset="0"/>
                        </a:rPr>
                        <a:t>file2</a:t>
                      </a:r>
                      <a:endParaRPr lang="en-US" altLang="zh-CN">
                        <a:latin typeface="Times New Roman" panose="02020603050405020304" charset="0"/>
                      </a:endParaRPr>
                    </a:p>
                  </a:txBody>
                  <a:tcPr vert="horz" anchor="ctr" anchorCtr="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SzPct val="90000"/>
                        <a:buBlip>
                          <a:blip r:embed="rId1"/>
                        </a:buBlip>
                        <a:defRPr sz="2800" b="1" i="0" u="none" kern="1200" baseline="0">
                          <a:solidFill>
                            <a:srgbClr val="000000"/>
                          </a:solidFill>
                          <a:latin typeface="Tahoma" pitchFamily="2" charset="0"/>
                          <a:ea typeface="宋体" panose="02010600030101010101" pitchFamily="2" charset="-122"/>
                        </a:defRPr>
                      </a:lvl1pPr>
                      <a:lvl2pPr marL="742950" lvl="1" indent="-285750">
                        <a:buBlip>
                          <a:blip r:embed="rId2"/>
                        </a:buBlip>
                        <a:defRPr sz="2400" kern="1200"/>
                      </a:lvl2pPr>
                      <a:lvl3pPr marL="1143000" lvl="2" indent="-228600">
                        <a:buBlip>
                          <a:blip r:embed="rId3"/>
                        </a:buBlip>
                        <a:defRPr sz="2000" kern="1200"/>
                      </a:lvl3pPr>
                      <a:lvl4pPr marL="1600200" lvl="3" indent="-228600">
                        <a:buBlip>
                          <a:blip r:embed="rId4"/>
                        </a:buBlip>
                        <a:defRPr sz="1800" kern="1200"/>
                      </a:lvl4pPr>
                      <a:lvl5pPr marL="2057400" lvl="4" indent="-228600">
                        <a:buBlip>
                          <a:blip r:embed="rId5"/>
                        </a:buBlip>
                        <a:defRPr sz="1800" kern="1200"/>
                      </a:lvl5pPr>
                    </a:lstStyle>
                    <a:p>
                      <a:pPr marL="0" lvl="0" indent="0">
                        <a:buNone/>
                      </a:pPr>
                      <a:r>
                        <a:rPr lang="en-US" altLang="zh-CN">
                          <a:latin typeface="Times New Roman" panose="02020603050405020304" charset="0"/>
                        </a:rPr>
                        <a:t>file3</a:t>
                      </a:r>
                      <a:endParaRPr lang="en-US" altLang="zh-CN">
                        <a:latin typeface="Times New Roman" panose="02020603050405020304" charset="0"/>
                      </a:endParaRPr>
                    </a:p>
                  </a:txBody>
                  <a:tcPr vert="horz" anchor="ctr" anchorCtr="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SzPct val="90000"/>
                        <a:buBlip>
                          <a:blip r:embed="rId1"/>
                        </a:buBlip>
                        <a:defRPr sz="2800" b="1" i="0" u="none" kern="1200" baseline="0">
                          <a:solidFill>
                            <a:srgbClr val="000000"/>
                          </a:solidFill>
                          <a:latin typeface="Tahoma" pitchFamily="2" charset="0"/>
                          <a:ea typeface="宋体" panose="02010600030101010101" pitchFamily="2" charset="-122"/>
                        </a:defRPr>
                      </a:lvl1pPr>
                      <a:lvl2pPr marL="742950" lvl="1" indent="-285750">
                        <a:buBlip>
                          <a:blip r:embed="rId2"/>
                        </a:buBlip>
                        <a:defRPr sz="2400" kern="1200"/>
                      </a:lvl2pPr>
                      <a:lvl3pPr marL="1143000" lvl="2" indent="-228600">
                        <a:buBlip>
                          <a:blip r:embed="rId3"/>
                        </a:buBlip>
                        <a:defRPr sz="2000" kern="1200"/>
                      </a:lvl3pPr>
                      <a:lvl4pPr marL="1600200" lvl="3" indent="-228600">
                        <a:buBlip>
                          <a:blip r:embed="rId4"/>
                        </a:buBlip>
                        <a:defRPr sz="1800" kern="1200"/>
                      </a:lvl4pPr>
                      <a:lvl5pPr marL="2057400" lvl="4" indent="-228600">
                        <a:buBlip>
                          <a:blip r:embed="rId5"/>
                        </a:buBlip>
                        <a:defRPr sz="1800" kern="1200"/>
                      </a:lvl5pPr>
                    </a:lstStyle>
                    <a:p>
                      <a:pPr marL="0" lvl="0" indent="0">
                        <a:buNone/>
                      </a:pPr>
                      <a:r>
                        <a:rPr lang="en-US" altLang="zh-CN">
                          <a:latin typeface="Times New Roman" panose="02020603050405020304" charset="0"/>
                        </a:rPr>
                        <a:t>……</a:t>
                      </a:r>
                      <a:endParaRPr lang="en-US" altLang="zh-CN">
                        <a:latin typeface="Times New Roman" panose="02020603050405020304" charset="0"/>
                      </a:endParaRPr>
                    </a:p>
                  </a:txBody>
                  <a:tcPr vert="horz" anchor="ctr" anchorCtr="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520700">
                <a:tc>
                  <a:txBody>
                    <a:bodyPr wrap="square"/>
                    <a:lstStyle>
                      <a:lvl1pPr marL="342900" lvl="0" indent="-342900" algn="l" defTabSz="914400" eaLnBrk="1" fontAlgn="base" latinLnBrk="0" hangingPunct="1">
                        <a:lnSpc>
                          <a:spcPct val="100000"/>
                        </a:lnSpc>
                        <a:spcBef>
                          <a:spcPct val="20000"/>
                        </a:spcBef>
                        <a:spcAft>
                          <a:spcPct val="0"/>
                        </a:spcAft>
                        <a:buSzPct val="90000"/>
                        <a:buBlip>
                          <a:blip r:embed="rId1"/>
                        </a:buBlip>
                        <a:defRPr sz="2800" b="1" i="0" u="none" kern="1200" baseline="0">
                          <a:solidFill>
                            <a:srgbClr val="000000"/>
                          </a:solidFill>
                          <a:latin typeface="Tahoma" pitchFamily="2" charset="0"/>
                          <a:ea typeface="宋体" panose="02010600030101010101" pitchFamily="2" charset="-122"/>
                        </a:defRPr>
                      </a:lvl1pPr>
                      <a:lvl2pPr marL="742950" lvl="1" indent="-285750">
                        <a:buBlip>
                          <a:blip r:embed="rId2"/>
                        </a:buBlip>
                        <a:defRPr sz="2400" kern="1200"/>
                      </a:lvl2pPr>
                      <a:lvl3pPr marL="1143000" lvl="2" indent="-228600">
                        <a:buBlip>
                          <a:blip r:embed="rId3"/>
                        </a:buBlip>
                        <a:defRPr sz="2000" kern="1200"/>
                      </a:lvl3pPr>
                      <a:lvl4pPr marL="1600200" lvl="3" indent="-228600">
                        <a:buBlip>
                          <a:blip r:embed="rId4"/>
                        </a:buBlip>
                        <a:defRPr sz="1800" kern="1200"/>
                      </a:lvl4pPr>
                      <a:lvl5pPr marL="2057400" lvl="4" indent="-228600">
                        <a:buBlip>
                          <a:blip r:embed="rId5"/>
                        </a:buBlip>
                        <a:defRPr sz="1800" kern="1200"/>
                      </a:lvl5pPr>
                    </a:lstStyle>
                    <a:p>
                      <a:pPr marL="0" lvl="0" indent="0">
                        <a:buNone/>
                      </a:pPr>
                      <a:r>
                        <a:rPr lang="en-US" altLang="zh-CN">
                          <a:latin typeface="Times New Roman" panose="02020603050405020304" charset="0"/>
                        </a:rPr>
                        <a:t>user1</a:t>
                      </a:r>
                      <a:endParaRPr lang="en-US" altLang="zh-CN">
                        <a:latin typeface="Times New Roman" panose="02020603050405020304" charset="0"/>
                      </a:endParaRPr>
                    </a:p>
                  </a:txBody>
                  <a:tcPr vert="horz" anchor="ctr" anchorCtr="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SzPct val="90000"/>
                        <a:buBlip>
                          <a:blip r:embed="rId1"/>
                        </a:buBlip>
                        <a:defRPr sz="2800" b="1" i="0" u="none" kern="1200" baseline="0">
                          <a:solidFill>
                            <a:srgbClr val="000000"/>
                          </a:solidFill>
                          <a:latin typeface="Tahoma" pitchFamily="2" charset="0"/>
                          <a:ea typeface="宋体" panose="02010600030101010101" pitchFamily="2" charset="-122"/>
                        </a:defRPr>
                      </a:lvl1pPr>
                      <a:lvl2pPr marL="742950" lvl="1" indent="-285750">
                        <a:buBlip>
                          <a:blip r:embed="rId2"/>
                        </a:buBlip>
                        <a:defRPr sz="2400" kern="1200"/>
                      </a:lvl2pPr>
                      <a:lvl3pPr marL="1143000" lvl="2" indent="-228600">
                        <a:buBlip>
                          <a:blip r:embed="rId3"/>
                        </a:buBlip>
                        <a:defRPr sz="2000" kern="1200"/>
                      </a:lvl3pPr>
                      <a:lvl4pPr marL="1600200" lvl="3" indent="-228600">
                        <a:buBlip>
                          <a:blip r:embed="rId4"/>
                        </a:buBlip>
                        <a:defRPr sz="1800" kern="1200"/>
                      </a:lvl4pPr>
                      <a:lvl5pPr marL="2057400" lvl="4" indent="-228600">
                        <a:buBlip>
                          <a:blip r:embed="rId5"/>
                        </a:buBlip>
                        <a:defRPr sz="1800" kern="1200"/>
                      </a:lvl5pPr>
                    </a:lstStyle>
                    <a:p>
                      <a:pPr marL="0" lvl="0" indent="0">
                        <a:buNone/>
                      </a:pPr>
                      <a:r>
                        <a:rPr lang="en-US" altLang="zh-CN">
                          <a:latin typeface="Times New Roman" panose="02020603050405020304" charset="0"/>
                        </a:rPr>
                        <a:t>rw</a:t>
                      </a:r>
                      <a:endParaRPr lang="en-US" altLang="zh-CN">
                        <a:latin typeface="Times New Roman" panose="02020603050405020304" charset="0"/>
                      </a:endParaRPr>
                    </a:p>
                  </a:txBody>
                  <a:tcPr vert="horz" anchor="ctr" anchorCtr="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SzPct val="90000"/>
                        <a:buBlip>
                          <a:blip r:embed="rId1"/>
                        </a:buBlip>
                        <a:defRPr sz="2800" b="1" i="0" u="none" kern="1200" baseline="0">
                          <a:solidFill>
                            <a:srgbClr val="000000"/>
                          </a:solidFill>
                          <a:latin typeface="Tahoma" pitchFamily="2" charset="0"/>
                          <a:ea typeface="宋体" panose="02010600030101010101" pitchFamily="2" charset="-122"/>
                        </a:defRPr>
                      </a:lvl1pPr>
                      <a:lvl2pPr marL="742950" lvl="1" indent="-285750">
                        <a:buBlip>
                          <a:blip r:embed="rId2"/>
                        </a:buBlip>
                        <a:defRPr sz="2400" kern="1200"/>
                      </a:lvl2pPr>
                      <a:lvl3pPr marL="1143000" lvl="2" indent="-228600">
                        <a:buBlip>
                          <a:blip r:embed="rId3"/>
                        </a:buBlip>
                        <a:defRPr sz="2000" kern="1200"/>
                      </a:lvl3pPr>
                      <a:lvl4pPr marL="1600200" lvl="3" indent="-228600">
                        <a:buBlip>
                          <a:blip r:embed="rId4"/>
                        </a:buBlip>
                        <a:defRPr sz="1800" kern="1200"/>
                      </a:lvl4pPr>
                      <a:lvl5pPr marL="2057400" lvl="4" indent="-228600">
                        <a:buBlip>
                          <a:blip r:embed="rId5"/>
                        </a:buBlip>
                        <a:defRPr sz="1800" kern="1200"/>
                      </a:lvl5pPr>
                    </a:lstStyle>
                    <a:p>
                      <a:pPr marL="0" lvl="0" indent="0">
                        <a:buNone/>
                      </a:pPr>
                      <a:r>
                        <a:rPr lang="en-US" altLang="zh-CN">
                          <a:latin typeface="Times New Roman" panose="02020603050405020304" charset="0"/>
                        </a:rPr>
                        <a:t>r</a:t>
                      </a:r>
                      <a:endParaRPr lang="en-US" altLang="zh-CN">
                        <a:latin typeface="Times New Roman" panose="02020603050405020304" charset="0"/>
                      </a:endParaRPr>
                    </a:p>
                  </a:txBody>
                  <a:tcPr vert="horz" anchor="ctr" anchorCtr="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SzPct val="90000"/>
                        <a:buBlip>
                          <a:blip r:embed="rId1"/>
                        </a:buBlip>
                        <a:defRPr sz="2800" b="1" i="0" u="none" kern="1200" baseline="0">
                          <a:solidFill>
                            <a:srgbClr val="000000"/>
                          </a:solidFill>
                          <a:latin typeface="Tahoma" pitchFamily="2" charset="0"/>
                          <a:ea typeface="宋体" panose="02010600030101010101" pitchFamily="2" charset="-122"/>
                        </a:defRPr>
                      </a:lvl1pPr>
                      <a:lvl2pPr marL="742950" lvl="1" indent="-285750">
                        <a:buBlip>
                          <a:blip r:embed="rId2"/>
                        </a:buBlip>
                        <a:defRPr sz="2400" kern="1200"/>
                      </a:lvl2pPr>
                      <a:lvl3pPr marL="1143000" lvl="2" indent="-228600">
                        <a:buBlip>
                          <a:blip r:embed="rId3"/>
                        </a:buBlip>
                        <a:defRPr sz="2000" kern="1200"/>
                      </a:lvl3pPr>
                      <a:lvl4pPr marL="1600200" lvl="3" indent="-228600">
                        <a:buBlip>
                          <a:blip r:embed="rId4"/>
                        </a:buBlip>
                        <a:defRPr sz="1800" kern="1200"/>
                      </a:lvl4pPr>
                      <a:lvl5pPr marL="2057400" lvl="4" indent="-228600">
                        <a:buBlip>
                          <a:blip r:embed="rId5"/>
                        </a:buBlip>
                        <a:defRPr sz="1800" kern="1200"/>
                      </a:lvl5pPr>
                    </a:lstStyle>
                    <a:p>
                      <a:pPr marL="0" lvl="0" indent="0">
                        <a:buNone/>
                      </a:pPr>
                      <a:r>
                        <a:rPr lang="en-US" altLang="zh-CN">
                          <a:latin typeface="Times New Roman" panose="02020603050405020304" charset="0"/>
                        </a:rPr>
                        <a:t>w</a:t>
                      </a:r>
                      <a:endParaRPr lang="en-US" altLang="zh-CN">
                        <a:latin typeface="Times New Roman" panose="02020603050405020304" charset="0"/>
                      </a:endParaRPr>
                    </a:p>
                  </a:txBody>
                  <a:tcPr vert="horz" anchor="ctr" anchorCtr="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SzPct val="90000"/>
                        <a:buBlip>
                          <a:blip r:embed="rId1"/>
                        </a:buBlip>
                        <a:defRPr sz="2800" b="1" i="0" u="none" kern="1200" baseline="0">
                          <a:solidFill>
                            <a:srgbClr val="000000"/>
                          </a:solidFill>
                          <a:latin typeface="Tahoma" pitchFamily="2" charset="0"/>
                          <a:ea typeface="宋体" panose="02010600030101010101" pitchFamily="2" charset="-122"/>
                        </a:defRPr>
                      </a:lvl1pPr>
                      <a:lvl2pPr marL="742950" lvl="1" indent="-285750">
                        <a:buBlip>
                          <a:blip r:embed="rId2"/>
                        </a:buBlip>
                        <a:defRPr sz="2400" kern="1200"/>
                      </a:lvl2pPr>
                      <a:lvl3pPr marL="1143000" lvl="2" indent="-228600">
                        <a:buBlip>
                          <a:blip r:embed="rId3"/>
                        </a:buBlip>
                        <a:defRPr sz="2000" kern="1200"/>
                      </a:lvl3pPr>
                      <a:lvl4pPr marL="1600200" lvl="3" indent="-228600">
                        <a:buBlip>
                          <a:blip r:embed="rId4"/>
                        </a:buBlip>
                        <a:defRPr sz="1800" kern="1200"/>
                      </a:lvl4pPr>
                      <a:lvl5pPr marL="2057400" lvl="4" indent="-228600">
                        <a:buBlip>
                          <a:blip r:embed="rId5"/>
                        </a:buBlip>
                        <a:defRPr sz="1800" kern="1200"/>
                      </a:lvl5pPr>
                    </a:lstStyle>
                    <a:p>
                      <a:pPr marL="0" lvl="0" indent="0">
                        <a:buNone/>
                      </a:pPr>
                      <a:endParaRPr>
                        <a:latin typeface="Times New Roman" panose="02020603050405020304" charset="0"/>
                      </a:endParaRPr>
                    </a:p>
                  </a:txBody>
                  <a:tcPr vert="horz" anchor="ctr" anchorCtr="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520700">
                <a:tc>
                  <a:txBody>
                    <a:bodyPr wrap="square"/>
                    <a:lstStyle>
                      <a:lvl1pPr marL="342900" lvl="0" indent="-342900" algn="l" defTabSz="914400" eaLnBrk="1" fontAlgn="base" latinLnBrk="0" hangingPunct="1">
                        <a:lnSpc>
                          <a:spcPct val="100000"/>
                        </a:lnSpc>
                        <a:spcBef>
                          <a:spcPct val="20000"/>
                        </a:spcBef>
                        <a:spcAft>
                          <a:spcPct val="0"/>
                        </a:spcAft>
                        <a:buSzPct val="90000"/>
                        <a:buBlip>
                          <a:blip r:embed="rId1"/>
                        </a:buBlip>
                        <a:defRPr sz="2800" b="1" i="0" u="none" kern="1200" baseline="0">
                          <a:solidFill>
                            <a:srgbClr val="000000"/>
                          </a:solidFill>
                          <a:latin typeface="Tahoma" pitchFamily="2" charset="0"/>
                          <a:ea typeface="宋体" panose="02010600030101010101" pitchFamily="2" charset="-122"/>
                        </a:defRPr>
                      </a:lvl1pPr>
                      <a:lvl2pPr marL="742950" lvl="1" indent="-285750">
                        <a:buBlip>
                          <a:blip r:embed="rId2"/>
                        </a:buBlip>
                        <a:defRPr sz="2400" kern="1200"/>
                      </a:lvl2pPr>
                      <a:lvl3pPr marL="1143000" lvl="2" indent="-228600">
                        <a:buBlip>
                          <a:blip r:embed="rId3"/>
                        </a:buBlip>
                        <a:defRPr sz="2000" kern="1200"/>
                      </a:lvl3pPr>
                      <a:lvl4pPr marL="1600200" lvl="3" indent="-228600">
                        <a:buBlip>
                          <a:blip r:embed="rId4"/>
                        </a:buBlip>
                        <a:defRPr sz="1800" kern="1200"/>
                      </a:lvl4pPr>
                      <a:lvl5pPr marL="2057400" lvl="4" indent="-228600">
                        <a:buBlip>
                          <a:blip r:embed="rId5"/>
                        </a:buBlip>
                        <a:defRPr sz="1800" kern="1200"/>
                      </a:lvl5pPr>
                    </a:lstStyle>
                    <a:p>
                      <a:pPr marL="0" lvl="0" indent="0">
                        <a:buNone/>
                      </a:pPr>
                      <a:r>
                        <a:rPr lang="en-US" altLang="zh-CN">
                          <a:latin typeface="Times New Roman" panose="02020603050405020304" charset="0"/>
                        </a:rPr>
                        <a:t>user2</a:t>
                      </a:r>
                      <a:endParaRPr lang="en-US" altLang="zh-CN">
                        <a:latin typeface="Times New Roman" panose="02020603050405020304" charset="0"/>
                      </a:endParaRPr>
                    </a:p>
                  </a:txBody>
                  <a:tcPr vert="horz" anchor="ctr" anchorCtr="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SzPct val="90000"/>
                        <a:buBlip>
                          <a:blip r:embed="rId1"/>
                        </a:buBlip>
                        <a:defRPr sz="2800" b="1" i="0" u="none" kern="1200" baseline="0">
                          <a:solidFill>
                            <a:srgbClr val="000000"/>
                          </a:solidFill>
                          <a:latin typeface="Tahoma" pitchFamily="2" charset="0"/>
                          <a:ea typeface="宋体" panose="02010600030101010101" pitchFamily="2" charset="-122"/>
                        </a:defRPr>
                      </a:lvl1pPr>
                      <a:lvl2pPr marL="742950" lvl="1" indent="-285750">
                        <a:buBlip>
                          <a:blip r:embed="rId2"/>
                        </a:buBlip>
                        <a:defRPr sz="2400" kern="1200"/>
                      </a:lvl2pPr>
                      <a:lvl3pPr marL="1143000" lvl="2" indent="-228600">
                        <a:buBlip>
                          <a:blip r:embed="rId3"/>
                        </a:buBlip>
                        <a:defRPr sz="2000" kern="1200"/>
                      </a:lvl3pPr>
                      <a:lvl4pPr marL="1600200" lvl="3" indent="-228600">
                        <a:buBlip>
                          <a:blip r:embed="rId4"/>
                        </a:buBlip>
                        <a:defRPr sz="1800" kern="1200"/>
                      </a:lvl4pPr>
                      <a:lvl5pPr marL="2057400" lvl="4" indent="-228600">
                        <a:buBlip>
                          <a:blip r:embed="rId5"/>
                        </a:buBlip>
                        <a:defRPr sz="1800" kern="1200"/>
                      </a:lvl5pPr>
                    </a:lstStyle>
                    <a:p>
                      <a:pPr marL="0" lvl="0" indent="0">
                        <a:buNone/>
                      </a:pPr>
                      <a:r>
                        <a:rPr lang="x-none" altLang="en-US">
                          <a:latin typeface="Times New Roman" panose="02020603050405020304" charset="0"/>
                        </a:rPr>
                        <a:t>x</a:t>
                      </a:r>
                      <a:endParaRPr lang="x-none" altLang="en-US">
                        <a:latin typeface="Times New Roman" panose="02020603050405020304" charset="0"/>
                      </a:endParaRPr>
                    </a:p>
                  </a:txBody>
                  <a:tcPr vert="horz" anchor="ctr" anchorCtr="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SzPct val="90000"/>
                        <a:buBlip>
                          <a:blip r:embed="rId1"/>
                        </a:buBlip>
                        <a:defRPr sz="2800" b="1" i="0" u="none" kern="1200" baseline="0">
                          <a:solidFill>
                            <a:srgbClr val="000000"/>
                          </a:solidFill>
                          <a:latin typeface="Tahoma" pitchFamily="2" charset="0"/>
                          <a:ea typeface="宋体" panose="02010600030101010101" pitchFamily="2" charset="-122"/>
                        </a:defRPr>
                      </a:lvl1pPr>
                      <a:lvl2pPr marL="742950" lvl="1" indent="-285750">
                        <a:buBlip>
                          <a:blip r:embed="rId2"/>
                        </a:buBlip>
                        <a:defRPr sz="2400" kern="1200"/>
                      </a:lvl2pPr>
                      <a:lvl3pPr marL="1143000" lvl="2" indent="-228600">
                        <a:buBlip>
                          <a:blip r:embed="rId3"/>
                        </a:buBlip>
                        <a:defRPr sz="2000" kern="1200"/>
                      </a:lvl3pPr>
                      <a:lvl4pPr marL="1600200" lvl="3" indent="-228600">
                        <a:buBlip>
                          <a:blip r:embed="rId4"/>
                        </a:buBlip>
                        <a:defRPr sz="1800" kern="1200"/>
                      </a:lvl4pPr>
                      <a:lvl5pPr marL="2057400" lvl="4" indent="-228600">
                        <a:buBlip>
                          <a:blip r:embed="rId5"/>
                        </a:buBlip>
                        <a:defRPr sz="1800" kern="1200"/>
                      </a:lvl5pPr>
                    </a:lstStyle>
                    <a:p>
                      <a:pPr marL="0" lvl="0" indent="0">
                        <a:buNone/>
                      </a:pPr>
                      <a:r>
                        <a:rPr lang="en-US" altLang="zh-CN">
                          <a:latin typeface="Times New Roman" panose="02020603050405020304" charset="0"/>
                        </a:rPr>
                        <a:t>-</a:t>
                      </a:r>
                      <a:endParaRPr lang="en-US" altLang="zh-CN">
                        <a:latin typeface="Times New Roman" panose="02020603050405020304" charset="0"/>
                      </a:endParaRPr>
                    </a:p>
                  </a:txBody>
                  <a:tcPr vert="horz" anchor="ctr" anchorCtr="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SzPct val="90000"/>
                        <a:buBlip>
                          <a:blip r:embed="rId1"/>
                        </a:buBlip>
                        <a:defRPr sz="2800" b="1" i="0" u="none" kern="1200" baseline="0">
                          <a:solidFill>
                            <a:srgbClr val="000000"/>
                          </a:solidFill>
                          <a:latin typeface="Tahoma" pitchFamily="2" charset="0"/>
                          <a:ea typeface="宋体" panose="02010600030101010101" pitchFamily="2" charset="-122"/>
                        </a:defRPr>
                      </a:lvl1pPr>
                      <a:lvl2pPr marL="742950" lvl="1" indent="-285750">
                        <a:buBlip>
                          <a:blip r:embed="rId2"/>
                        </a:buBlip>
                        <a:defRPr sz="2400" kern="1200"/>
                      </a:lvl2pPr>
                      <a:lvl3pPr marL="1143000" lvl="2" indent="-228600">
                        <a:buBlip>
                          <a:blip r:embed="rId3"/>
                        </a:buBlip>
                        <a:defRPr sz="2000" kern="1200"/>
                      </a:lvl3pPr>
                      <a:lvl4pPr marL="1600200" lvl="3" indent="-228600">
                        <a:buBlip>
                          <a:blip r:embed="rId4"/>
                        </a:buBlip>
                        <a:defRPr sz="1800" kern="1200"/>
                      </a:lvl4pPr>
                      <a:lvl5pPr marL="2057400" lvl="4" indent="-228600">
                        <a:buBlip>
                          <a:blip r:embed="rId5"/>
                        </a:buBlip>
                        <a:defRPr sz="1800" kern="1200"/>
                      </a:lvl5pPr>
                    </a:lstStyle>
                    <a:p>
                      <a:pPr marL="0" lvl="0" indent="0">
                        <a:buNone/>
                      </a:pPr>
                      <a:r>
                        <a:rPr lang="en-US" altLang="zh-CN">
                          <a:latin typeface="Times New Roman" panose="02020603050405020304" charset="0"/>
                        </a:rPr>
                        <a:t>-</a:t>
                      </a:r>
                      <a:endParaRPr lang="en-US" altLang="zh-CN">
                        <a:latin typeface="Times New Roman" panose="02020603050405020304" charset="0"/>
                      </a:endParaRPr>
                    </a:p>
                  </a:txBody>
                  <a:tcPr vert="horz" anchor="ctr" anchorCtr="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SzPct val="90000"/>
                        <a:buBlip>
                          <a:blip r:embed="rId1"/>
                        </a:buBlip>
                        <a:defRPr sz="2800" b="1" i="0" u="none" kern="1200" baseline="0">
                          <a:solidFill>
                            <a:srgbClr val="000000"/>
                          </a:solidFill>
                          <a:latin typeface="Tahoma" pitchFamily="2" charset="0"/>
                          <a:ea typeface="宋体" panose="02010600030101010101" pitchFamily="2" charset="-122"/>
                        </a:defRPr>
                      </a:lvl1pPr>
                      <a:lvl2pPr marL="742950" lvl="1" indent="-285750">
                        <a:buBlip>
                          <a:blip r:embed="rId2"/>
                        </a:buBlip>
                        <a:defRPr sz="2400" kern="1200"/>
                      </a:lvl2pPr>
                      <a:lvl3pPr marL="1143000" lvl="2" indent="-228600">
                        <a:buBlip>
                          <a:blip r:embed="rId3"/>
                        </a:buBlip>
                        <a:defRPr sz="2000" kern="1200"/>
                      </a:lvl3pPr>
                      <a:lvl4pPr marL="1600200" lvl="3" indent="-228600">
                        <a:buBlip>
                          <a:blip r:embed="rId4"/>
                        </a:buBlip>
                        <a:defRPr sz="1800" kern="1200"/>
                      </a:lvl4pPr>
                      <a:lvl5pPr marL="2057400" lvl="4" indent="-228600">
                        <a:buBlip>
                          <a:blip r:embed="rId5"/>
                        </a:buBlip>
                        <a:defRPr sz="1800" kern="1200"/>
                      </a:lvl5pPr>
                    </a:lstStyle>
                    <a:p>
                      <a:pPr marL="0" lvl="0" indent="0">
                        <a:buNone/>
                      </a:pPr>
                      <a:endParaRPr>
                        <a:latin typeface="Times New Roman" panose="02020603050405020304" charset="0"/>
                      </a:endParaRPr>
                    </a:p>
                  </a:txBody>
                  <a:tcPr vert="horz" anchor="ctr" anchorCtr="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517525">
                <a:tc>
                  <a:txBody>
                    <a:bodyPr wrap="square"/>
                    <a:lstStyle>
                      <a:lvl1pPr marL="342900" lvl="0" indent="-342900" algn="l" defTabSz="914400" eaLnBrk="1" fontAlgn="base" latinLnBrk="0" hangingPunct="1">
                        <a:lnSpc>
                          <a:spcPct val="100000"/>
                        </a:lnSpc>
                        <a:spcBef>
                          <a:spcPct val="20000"/>
                        </a:spcBef>
                        <a:spcAft>
                          <a:spcPct val="0"/>
                        </a:spcAft>
                        <a:buSzPct val="90000"/>
                        <a:buBlip>
                          <a:blip r:embed="rId1"/>
                        </a:buBlip>
                        <a:defRPr sz="2800" b="1" i="0" u="none" kern="1200" baseline="0">
                          <a:solidFill>
                            <a:srgbClr val="000000"/>
                          </a:solidFill>
                          <a:latin typeface="Tahoma" pitchFamily="2" charset="0"/>
                          <a:ea typeface="宋体" panose="02010600030101010101" pitchFamily="2" charset="-122"/>
                        </a:defRPr>
                      </a:lvl1pPr>
                      <a:lvl2pPr marL="742950" lvl="1" indent="-285750">
                        <a:buBlip>
                          <a:blip r:embed="rId2"/>
                        </a:buBlip>
                        <a:defRPr sz="2400" kern="1200"/>
                      </a:lvl2pPr>
                      <a:lvl3pPr marL="1143000" lvl="2" indent="-228600">
                        <a:buBlip>
                          <a:blip r:embed="rId3"/>
                        </a:buBlip>
                        <a:defRPr sz="2000" kern="1200"/>
                      </a:lvl3pPr>
                      <a:lvl4pPr marL="1600200" lvl="3" indent="-228600">
                        <a:buBlip>
                          <a:blip r:embed="rId4"/>
                        </a:buBlip>
                        <a:defRPr sz="1800" kern="1200"/>
                      </a:lvl4pPr>
                      <a:lvl5pPr marL="2057400" lvl="4" indent="-228600">
                        <a:buBlip>
                          <a:blip r:embed="rId5"/>
                        </a:buBlip>
                        <a:defRPr sz="1800" kern="1200"/>
                      </a:lvl5pPr>
                    </a:lstStyle>
                    <a:p>
                      <a:pPr marL="0" lvl="0" indent="0">
                        <a:buNone/>
                      </a:pPr>
                      <a:r>
                        <a:rPr lang="en-US" altLang="zh-CN">
                          <a:latin typeface="Times New Roman" panose="02020603050405020304" charset="0"/>
                        </a:rPr>
                        <a:t>……</a:t>
                      </a:r>
                      <a:endParaRPr lang="en-US" altLang="zh-CN">
                        <a:latin typeface="Times New Roman" panose="02020603050405020304" charset="0"/>
                      </a:endParaRPr>
                    </a:p>
                  </a:txBody>
                  <a:tcPr vert="horz" anchor="ctr" anchorCtr="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SzPct val="90000"/>
                        <a:buBlip>
                          <a:blip r:embed="rId1"/>
                        </a:buBlip>
                        <a:defRPr sz="2800" b="1" i="0" u="none" kern="1200" baseline="0">
                          <a:solidFill>
                            <a:srgbClr val="000000"/>
                          </a:solidFill>
                          <a:latin typeface="Tahoma" pitchFamily="2" charset="0"/>
                          <a:ea typeface="宋体" panose="02010600030101010101" pitchFamily="2" charset="-122"/>
                        </a:defRPr>
                      </a:lvl1pPr>
                      <a:lvl2pPr marL="742950" lvl="1" indent="-285750">
                        <a:buBlip>
                          <a:blip r:embed="rId2"/>
                        </a:buBlip>
                        <a:defRPr sz="2400" kern="1200"/>
                      </a:lvl2pPr>
                      <a:lvl3pPr marL="1143000" lvl="2" indent="-228600">
                        <a:buBlip>
                          <a:blip r:embed="rId3"/>
                        </a:buBlip>
                        <a:defRPr sz="2000" kern="1200"/>
                      </a:lvl3pPr>
                      <a:lvl4pPr marL="1600200" lvl="3" indent="-228600">
                        <a:buBlip>
                          <a:blip r:embed="rId4"/>
                        </a:buBlip>
                        <a:defRPr sz="1800" kern="1200"/>
                      </a:lvl4pPr>
                      <a:lvl5pPr marL="2057400" lvl="4" indent="-228600">
                        <a:buBlip>
                          <a:blip r:embed="rId5"/>
                        </a:buBlip>
                        <a:defRPr sz="1800" kern="1200"/>
                      </a:lvl5pPr>
                    </a:lstStyle>
                    <a:p>
                      <a:pPr marL="0" lvl="0" indent="0">
                        <a:buNone/>
                      </a:pPr>
                      <a:endParaRPr>
                        <a:latin typeface="Times New Roman" panose="02020603050405020304" charset="0"/>
                      </a:endParaRPr>
                    </a:p>
                  </a:txBody>
                  <a:tcPr vert="horz" anchor="ctr" anchorCtr="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SzPct val="90000"/>
                        <a:buBlip>
                          <a:blip r:embed="rId1"/>
                        </a:buBlip>
                        <a:defRPr sz="2800" b="1" i="0" u="none" kern="1200" baseline="0">
                          <a:solidFill>
                            <a:srgbClr val="000000"/>
                          </a:solidFill>
                          <a:latin typeface="Tahoma" pitchFamily="2" charset="0"/>
                          <a:ea typeface="宋体" panose="02010600030101010101" pitchFamily="2" charset="-122"/>
                        </a:defRPr>
                      </a:lvl1pPr>
                      <a:lvl2pPr marL="742950" lvl="1" indent="-285750">
                        <a:buBlip>
                          <a:blip r:embed="rId2"/>
                        </a:buBlip>
                        <a:defRPr sz="2400" kern="1200"/>
                      </a:lvl2pPr>
                      <a:lvl3pPr marL="1143000" lvl="2" indent="-228600">
                        <a:buBlip>
                          <a:blip r:embed="rId3"/>
                        </a:buBlip>
                        <a:defRPr sz="2000" kern="1200"/>
                      </a:lvl3pPr>
                      <a:lvl4pPr marL="1600200" lvl="3" indent="-228600">
                        <a:buBlip>
                          <a:blip r:embed="rId4"/>
                        </a:buBlip>
                        <a:defRPr sz="1800" kern="1200"/>
                      </a:lvl4pPr>
                      <a:lvl5pPr marL="2057400" lvl="4" indent="-228600">
                        <a:buBlip>
                          <a:blip r:embed="rId5"/>
                        </a:buBlip>
                        <a:defRPr sz="1800" kern="1200"/>
                      </a:lvl5pPr>
                    </a:lstStyle>
                    <a:p>
                      <a:pPr marL="0" lvl="0" indent="0">
                        <a:buNone/>
                      </a:pPr>
                      <a:endParaRPr>
                        <a:latin typeface="Times New Roman" panose="02020603050405020304" charset="0"/>
                      </a:endParaRPr>
                    </a:p>
                  </a:txBody>
                  <a:tcPr vert="horz" anchor="ctr" anchorCtr="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SzPct val="90000"/>
                        <a:buBlip>
                          <a:blip r:embed="rId1"/>
                        </a:buBlip>
                        <a:defRPr sz="2800" b="1" i="0" u="none" kern="1200" baseline="0">
                          <a:solidFill>
                            <a:srgbClr val="000000"/>
                          </a:solidFill>
                          <a:latin typeface="Tahoma" pitchFamily="2" charset="0"/>
                          <a:ea typeface="宋体" panose="02010600030101010101" pitchFamily="2" charset="-122"/>
                        </a:defRPr>
                      </a:lvl1pPr>
                      <a:lvl2pPr marL="742950" lvl="1" indent="-285750">
                        <a:buBlip>
                          <a:blip r:embed="rId2"/>
                        </a:buBlip>
                        <a:defRPr sz="2400" kern="1200"/>
                      </a:lvl2pPr>
                      <a:lvl3pPr marL="1143000" lvl="2" indent="-228600">
                        <a:buBlip>
                          <a:blip r:embed="rId3"/>
                        </a:buBlip>
                        <a:defRPr sz="2000" kern="1200"/>
                      </a:lvl3pPr>
                      <a:lvl4pPr marL="1600200" lvl="3" indent="-228600">
                        <a:buBlip>
                          <a:blip r:embed="rId4"/>
                        </a:buBlip>
                        <a:defRPr sz="1800" kern="1200"/>
                      </a:lvl4pPr>
                      <a:lvl5pPr marL="2057400" lvl="4" indent="-228600">
                        <a:buBlip>
                          <a:blip r:embed="rId5"/>
                        </a:buBlip>
                        <a:defRPr sz="1800" kern="1200"/>
                      </a:lvl5pPr>
                    </a:lstStyle>
                    <a:p>
                      <a:pPr marL="0" lvl="0" indent="0">
                        <a:buNone/>
                      </a:pPr>
                      <a:endParaRPr>
                        <a:latin typeface="Times New Roman" panose="02020603050405020304" charset="0"/>
                      </a:endParaRPr>
                    </a:p>
                  </a:txBody>
                  <a:tcPr vert="horz" anchor="ctr" anchorCtr="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SzPct val="90000"/>
                        <a:buBlip>
                          <a:blip r:embed="rId1"/>
                        </a:buBlip>
                        <a:defRPr sz="2800" b="1" i="0" u="none" kern="1200" baseline="0">
                          <a:solidFill>
                            <a:srgbClr val="000000"/>
                          </a:solidFill>
                          <a:latin typeface="Tahoma" pitchFamily="2" charset="0"/>
                          <a:ea typeface="宋体" panose="02010600030101010101" pitchFamily="2" charset="-122"/>
                        </a:defRPr>
                      </a:lvl1pPr>
                      <a:lvl2pPr marL="742950" lvl="1" indent="-285750">
                        <a:buBlip>
                          <a:blip r:embed="rId2"/>
                        </a:buBlip>
                        <a:defRPr sz="2400" kern="1200"/>
                      </a:lvl2pPr>
                      <a:lvl3pPr marL="1143000" lvl="2" indent="-228600">
                        <a:buBlip>
                          <a:blip r:embed="rId3"/>
                        </a:buBlip>
                        <a:defRPr sz="2000" kern="1200"/>
                      </a:lvl3pPr>
                      <a:lvl4pPr marL="1600200" lvl="3" indent="-228600">
                        <a:buBlip>
                          <a:blip r:embed="rId4"/>
                        </a:buBlip>
                        <a:defRPr sz="1800" kern="1200"/>
                      </a:lvl4pPr>
                      <a:lvl5pPr marL="2057400" lvl="4" indent="-228600">
                        <a:buBlip>
                          <a:blip r:embed="rId5"/>
                        </a:buBlip>
                        <a:defRPr sz="1800" kern="1200"/>
                      </a:lvl5pPr>
                    </a:lstStyle>
                    <a:p>
                      <a:pPr marL="0" lvl="0" indent="0">
                        <a:buNone/>
                      </a:pPr>
                      <a:endParaRPr>
                        <a:latin typeface="Times New Roman" panose="02020603050405020304" charset="0"/>
                      </a:endParaRPr>
                    </a:p>
                  </a:txBody>
                  <a:tcPr vert="horz" anchor="ctr" anchorCtr="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3491" name="文本占位符 63490"/>
          <p:cNvSpPr>
            <a:spLocks noGrp="1"/>
          </p:cNvSpPr>
          <p:nvPr>
            <p:ph idx="1"/>
          </p:nvPr>
        </p:nvSpPr>
        <p:spPr>
          <a:xfrm>
            <a:off x="402908" y="952818"/>
            <a:ext cx="8388350" cy="1403985"/>
          </a:xfrm>
        </p:spPr>
        <p:txBody>
          <a:bodyPr wrap="square">
            <a:spAutoFit/>
          </a:bodyPr>
          <a:p>
            <a:pPr fontAlgn="base"/>
            <a:r>
              <a:rPr lang="zh-CN" altLang="en-US" sz="2800">
                <a:solidFill>
                  <a:schemeClr val="tx1"/>
                </a:solidFill>
                <a:effectLst/>
                <a:latin typeface="Times New Roman" panose="02020603050405020304" charset="0"/>
                <a:sym typeface="+mn-ea"/>
              </a:rPr>
              <a:t>(2) 存取控制表</a:t>
            </a:r>
            <a:endParaRPr lang="zh-CN" altLang="en-US" sz="2800" strike="noStrike" noProof="1" dirty="0">
              <a:effectLst/>
              <a:latin typeface="Times New Roman" panose="02020603050405020304" charset="0"/>
            </a:endParaRPr>
          </a:p>
          <a:p>
            <a:pPr fontAlgn="base">
              <a:buNone/>
            </a:pPr>
            <a:r>
              <a:rPr lang="x-none" altLang="zh-CN" sz="2800" dirty="0">
                <a:solidFill>
                  <a:schemeClr val="tx1"/>
                </a:solidFill>
                <a:effectLst/>
                <a:latin typeface="Times New Roman" panose="02020603050405020304" charset="0"/>
                <a:sym typeface="+mn-ea"/>
              </a:rPr>
              <a:t>		   </a:t>
            </a:r>
            <a:r>
              <a:rPr lang="zh-CN" altLang="en-US" sz="2800" dirty="0">
                <a:solidFill>
                  <a:schemeClr val="tx1"/>
                </a:solidFill>
                <a:effectLst/>
                <a:latin typeface="Times New Roman" panose="02020603050405020304" charset="0"/>
                <a:sym typeface="+mn-ea"/>
              </a:rPr>
              <a:t>某一文件只与特定几个少数用户有关，只记录一个文件和不同用户、用户组的权限</a:t>
            </a:r>
            <a:endParaRPr lang="zh-CN" altLang="en-US" sz="2800" strike="noStrike" noProof="1">
              <a:solidFill>
                <a:schemeClr val="tx1"/>
              </a:solidFill>
              <a:effectLst/>
              <a:latin typeface="Times New Roman" panose="02020603050405020304" charset="0"/>
            </a:endParaRPr>
          </a:p>
        </p:txBody>
      </p:sp>
      <p:graphicFrame>
        <p:nvGraphicFramePr>
          <p:cNvPr id="63492" name="表格 63491"/>
          <p:cNvGraphicFramePr/>
          <p:nvPr/>
        </p:nvGraphicFramePr>
        <p:xfrm>
          <a:off x="1190625" y="2725738"/>
          <a:ext cx="6629400" cy="2975610"/>
        </p:xfrm>
        <a:graphic>
          <a:graphicData uri="http://schemas.openxmlformats.org/drawingml/2006/table">
            <a:tbl>
              <a:tblPr/>
              <a:tblGrid>
                <a:gridCol w="1876425"/>
                <a:gridCol w="1189038"/>
                <a:gridCol w="1187450"/>
                <a:gridCol w="1189037"/>
                <a:gridCol w="1187450"/>
              </a:tblGrid>
              <a:tr h="898525">
                <a:tc>
                  <a:txBody>
                    <a:bodyPr wrap="square"/>
                    <a:lstStyle>
                      <a:lvl1pPr marL="342900" lvl="0" indent="-342900" algn="l" defTabSz="914400" eaLnBrk="1" fontAlgn="base" latinLnBrk="0" hangingPunct="1">
                        <a:lnSpc>
                          <a:spcPct val="100000"/>
                        </a:lnSpc>
                        <a:spcBef>
                          <a:spcPct val="20000"/>
                        </a:spcBef>
                        <a:spcAft>
                          <a:spcPct val="0"/>
                        </a:spcAft>
                        <a:buSzPct val="90000"/>
                        <a:buBlip>
                          <a:blip r:embed="rId1"/>
                        </a:buBlip>
                        <a:defRPr sz="2800" b="1" i="0" u="none" kern="1200" baseline="0">
                          <a:solidFill>
                            <a:srgbClr val="000000"/>
                          </a:solidFill>
                          <a:latin typeface="Tahoma" pitchFamily="2" charset="0"/>
                          <a:ea typeface="宋体" panose="02010600030101010101" pitchFamily="2" charset="-122"/>
                        </a:defRPr>
                      </a:lvl1pPr>
                      <a:lvl2pPr marL="742950" lvl="1" indent="-285750">
                        <a:buBlip>
                          <a:blip r:embed="rId2"/>
                        </a:buBlip>
                        <a:defRPr sz="2400" kern="1200"/>
                      </a:lvl2pPr>
                      <a:lvl3pPr marL="1143000" lvl="2" indent="-228600">
                        <a:buBlip>
                          <a:blip r:embed="rId3"/>
                        </a:buBlip>
                        <a:defRPr sz="2000" kern="1200"/>
                      </a:lvl3pPr>
                      <a:lvl4pPr marL="1600200" lvl="3" indent="-228600">
                        <a:buBlip>
                          <a:blip r:embed="rId4"/>
                        </a:buBlip>
                        <a:defRPr sz="1800" kern="1200"/>
                      </a:lvl4pPr>
                      <a:lvl5pPr marL="2057400" lvl="4" indent="-228600">
                        <a:buBlip>
                          <a:blip r:embed="rId5"/>
                        </a:buBlip>
                        <a:defRPr sz="1800" kern="1200"/>
                      </a:lvl5pPr>
                    </a:lstStyle>
                    <a:p>
                      <a:pPr marL="0" lvl="0" indent="0">
                        <a:buNone/>
                      </a:pPr>
                      <a:r>
                        <a:rPr lang="en-US" altLang="zh-CN" sz="2400">
                          <a:latin typeface="Times New Roman" panose="02020603050405020304" charset="0"/>
                        </a:rPr>
                        <a:t>         </a:t>
                      </a:r>
                      <a:r>
                        <a:rPr lang="zh-CN" altLang="en-US" sz="2400">
                          <a:latin typeface="Times New Roman" panose="02020603050405020304" charset="0"/>
                        </a:rPr>
                        <a:t>文件</a:t>
                      </a:r>
                      <a:endParaRPr lang="zh-CN" altLang="en-US" sz="2400">
                        <a:latin typeface="Times New Roman" panose="02020603050405020304" charset="0"/>
                      </a:endParaRPr>
                    </a:p>
                    <a:p>
                      <a:pPr marL="0" lvl="0" indent="0">
                        <a:buNone/>
                      </a:pPr>
                      <a:r>
                        <a:rPr lang="zh-CN" altLang="en-US" sz="2400">
                          <a:latin typeface="Times New Roman" panose="02020603050405020304" charset="0"/>
                        </a:rPr>
                        <a:t>用户</a:t>
                      </a:r>
                      <a:endParaRPr lang="zh-CN" altLang="en-US" sz="2400">
                        <a:latin typeface="Times New Roman" panose="02020603050405020304" charset="0"/>
                      </a:endParaRPr>
                    </a:p>
                  </a:txBody>
                  <a:tcPr vert="horz" anchor="ctr" anchorCtr="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w="12700" cap="rnd" cmpd="sng">
                      <a:solidFill>
                        <a:schemeClr val="tx1"/>
                      </a:solidFill>
                      <a:prstDash val="solid"/>
                      <a:headEnd type="none" w="med" len="med"/>
                      <a:tailEnd type="none" w="med" len="med"/>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SzPct val="90000"/>
                        <a:buBlip>
                          <a:blip r:embed="rId1"/>
                        </a:buBlip>
                        <a:defRPr sz="2800" b="1" i="0" u="none" kern="1200" baseline="0">
                          <a:solidFill>
                            <a:srgbClr val="000000"/>
                          </a:solidFill>
                          <a:latin typeface="Tahoma" pitchFamily="2" charset="0"/>
                          <a:ea typeface="宋体" panose="02010600030101010101" pitchFamily="2" charset="-122"/>
                        </a:defRPr>
                      </a:lvl1pPr>
                      <a:lvl2pPr marL="742950" lvl="1" indent="-285750">
                        <a:buBlip>
                          <a:blip r:embed="rId2"/>
                        </a:buBlip>
                        <a:defRPr sz="2400" kern="1200"/>
                      </a:lvl2pPr>
                      <a:lvl3pPr marL="1143000" lvl="2" indent="-228600">
                        <a:buBlip>
                          <a:blip r:embed="rId3"/>
                        </a:buBlip>
                        <a:defRPr sz="2000" kern="1200"/>
                      </a:lvl3pPr>
                      <a:lvl4pPr marL="1600200" lvl="3" indent="-228600">
                        <a:buBlip>
                          <a:blip r:embed="rId4"/>
                        </a:buBlip>
                        <a:defRPr sz="1800" kern="1200"/>
                      </a:lvl4pPr>
                      <a:lvl5pPr marL="2057400" lvl="4" indent="-228600">
                        <a:buBlip>
                          <a:blip r:embed="rId5"/>
                        </a:buBlip>
                        <a:defRPr sz="1800" kern="1200"/>
                      </a:lvl5pPr>
                    </a:lstStyle>
                    <a:p>
                      <a:pPr marL="0" lvl="0" indent="0">
                        <a:buNone/>
                      </a:pPr>
                      <a:r>
                        <a:rPr lang="en-US" altLang="zh-CN">
                          <a:latin typeface="Times New Roman" panose="02020603050405020304" charset="0"/>
                        </a:rPr>
                        <a:t>file1</a:t>
                      </a:r>
                      <a:endParaRPr lang="en-US" altLang="zh-CN">
                        <a:latin typeface="Times New Roman" panose="02020603050405020304" charset="0"/>
                      </a:endParaRPr>
                    </a:p>
                  </a:txBody>
                  <a:tcPr vert="horz" anchor="ctr" anchorCtr="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SzPct val="90000"/>
                        <a:buBlip>
                          <a:blip r:embed="rId1"/>
                        </a:buBlip>
                        <a:defRPr sz="2800" b="1" i="0" u="none" kern="1200" baseline="0">
                          <a:solidFill>
                            <a:srgbClr val="000000"/>
                          </a:solidFill>
                          <a:latin typeface="Tahoma" pitchFamily="2" charset="0"/>
                          <a:ea typeface="宋体" panose="02010600030101010101" pitchFamily="2" charset="-122"/>
                        </a:defRPr>
                      </a:lvl1pPr>
                      <a:lvl2pPr marL="742950" lvl="1" indent="-285750">
                        <a:buBlip>
                          <a:blip r:embed="rId2"/>
                        </a:buBlip>
                        <a:defRPr sz="2400" kern="1200"/>
                      </a:lvl2pPr>
                      <a:lvl3pPr marL="1143000" lvl="2" indent="-228600">
                        <a:buBlip>
                          <a:blip r:embed="rId3"/>
                        </a:buBlip>
                        <a:defRPr sz="2000" kern="1200"/>
                      </a:lvl3pPr>
                      <a:lvl4pPr marL="1600200" lvl="3" indent="-228600">
                        <a:buBlip>
                          <a:blip r:embed="rId4"/>
                        </a:buBlip>
                        <a:defRPr sz="1800" kern="1200"/>
                      </a:lvl4pPr>
                      <a:lvl5pPr marL="2057400" lvl="4" indent="-228600">
                        <a:buBlip>
                          <a:blip r:embed="rId5"/>
                        </a:buBlip>
                        <a:defRPr sz="1800" kern="1200"/>
                      </a:lvl5pPr>
                    </a:lstStyle>
                    <a:p>
                      <a:pPr marL="0" lvl="0" indent="0">
                        <a:buNone/>
                      </a:pPr>
                      <a:r>
                        <a:rPr lang="en-US" altLang="zh-CN">
                          <a:latin typeface="Times New Roman" panose="02020603050405020304" charset="0"/>
                        </a:rPr>
                        <a:t>file2</a:t>
                      </a:r>
                      <a:endParaRPr lang="en-US" altLang="zh-CN">
                        <a:latin typeface="Times New Roman" panose="02020603050405020304" charset="0"/>
                      </a:endParaRPr>
                    </a:p>
                  </a:txBody>
                  <a:tcPr vert="horz" anchor="ctr" anchorCtr="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SzPct val="90000"/>
                        <a:buBlip>
                          <a:blip r:embed="rId1"/>
                        </a:buBlip>
                        <a:defRPr sz="2800" b="1" i="0" u="none" kern="1200" baseline="0">
                          <a:solidFill>
                            <a:srgbClr val="000000"/>
                          </a:solidFill>
                          <a:latin typeface="Tahoma" pitchFamily="2" charset="0"/>
                          <a:ea typeface="宋体" panose="02010600030101010101" pitchFamily="2" charset="-122"/>
                        </a:defRPr>
                      </a:lvl1pPr>
                      <a:lvl2pPr marL="742950" lvl="1" indent="-285750">
                        <a:buBlip>
                          <a:blip r:embed="rId2"/>
                        </a:buBlip>
                        <a:defRPr sz="2400" kern="1200"/>
                      </a:lvl2pPr>
                      <a:lvl3pPr marL="1143000" lvl="2" indent="-228600">
                        <a:buBlip>
                          <a:blip r:embed="rId3"/>
                        </a:buBlip>
                        <a:defRPr sz="2000" kern="1200"/>
                      </a:lvl3pPr>
                      <a:lvl4pPr marL="1600200" lvl="3" indent="-228600">
                        <a:buBlip>
                          <a:blip r:embed="rId4"/>
                        </a:buBlip>
                        <a:defRPr sz="1800" kern="1200"/>
                      </a:lvl4pPr>
                      <a:lvl5pPr marL="2057400" lvl="4" indent="-228600">
                        <a:buBlip>
                          <a:blip r:embed="rId5"/>
                        </a:buBlip>
                        <a:defRPr sz="1800" kern="1200"/>
                      </a:lvl5pPr>
                    </a:lstStyle>
                    <a:p>
                      <a:pPr marL="0" lvl="0" indent="0">
                        <a:buNone/>
                      </a:pPr>
                      <a:r>
                        <a:rPr lang="en-US" altLang="zh-CN">
                          <a:latin typeface="Times New Roman" panose="02020603050405020304" charset="0"/>
                        </a:rPr>
                        <a:t>file3</a:t>
                      </a:r>
                      <a:endParaRPr lang="en-US" altLang="zh-CN">
                        <a:latin typeface="Times New Roman" panose="02020603050405020304" charset="0"/>
                      </a:endParaRPr>
                    </a:p>
                  </a:txBody>
                  <a:tcPr vert="horz" anchor="ctr" anchorCtr="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SzPct val="90000"/>
                        <a:buBlip>
                          <a:blip r:embed="rId1"/>
                        </a:buBlip>
                        <a:defRPr sz="2800" b="1" i="0" u="none" kern="1200" baseline="0">
                          <a:solidFill>
                            <a:srgbClr val="000000"/>
                          </a:solidFill>
                          <a:latin typeface="Tahoma" pitchFamily="2" charset="0"/>
                          <a:ea typeface="宋体" panose="02010600030101010101" pitchFamily="2" charset="-122"/>
                        </a:defRPr>
                      </a:lvl1pPr>
                      <a:lvl2pPr marL="742950" lvl="1" indent="-285750">
                        <a:buBlip>
                          <a:blip r:embed="rId2"/>
                        </a:buBlip>
                        <a:defRPr sz="2400" kern="1200"/>
                      </a:lvl2pPr>
                      <a:lvl3pPr marL="1143000" lvl="2" indent="-228600">
                        <a:buBlip>
                          <a:blip r:embed="rId3"/>
                        </a:buBlip>
                        <a:defRPr sz="2000" kern="1200"/>
                      </a:lvl3pPr>
                      <a:lvl4pPr marL="1600200" lvl="3" indent="-228600">
                        <a:buBlip>
                          <a:blip r:embed="rId4"/>
                        </a:buBlip>
                        <a:defRPr sz="1800" kern="1200"/>
                      </a:lvl4pPr>
                      <a:lvl5pPr marL="2057400" lvl="4" indent="-228600">
                        <a:buBlip>
                          <a:blip r:embed="rId5"/>
                        </a:buBlip>
                        <a:defRPr sz="1800" kern="1200"/>
                      </a:lvl5pPr>
                    </a:lstStyle>
                    <a:p>
                      <a:pPr marL="0" lvl="0" indent="0">
                        <a:buNone/>
                      </a:pPr>
                      <a:r>
                        <a:rPr lang="en-US" altLang="zh-CN">
                          <a:latin typeface="Times New Roman" panose="02020603050405020304" charset="0"/>
                        </a:rPr>
                        <a:t>……</a:t>
                      </a:r>
                      <a:endParaRPr lang="en-US" altLang="zh-CN">
                        <a:latin typeface="Times New Roman" panose="02020603050405020304" charset="0"/>
                      </a:endParaRPr>
                    </a:p>
                  </a:txBody>
                  <a:tcPr vert="horz" anchor="ctr" anchorCtr="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520700">
                <a:tc>
                  <a:txBody>
                    <a:bodyPr wrap="square"/>
                    <a:lstStyle>
                      <a:lvl1pPr marL="342900" lvl="0" indent="-342900" algn="l" defTabSz="914400" eaLnBrk="1" fontAlgn="base" latinLnBrk="0" hangingPunct="1">
                        <a:lnSpc>
                          <a:spcPct val="100000"/>
                        </a:lnSpc>
                        <a:spcBef>
                          <a:spcPct val="20000"/>
                        </a:spcBef>
                        <a:spcAft>
                          <a:spcPct val="0"/>
                        </a:spcAft>
                        <a:buSzPct val="90000"/>
                        <a:buBlip>
                          <a:blip r:embed="rId1"/>
                        </a:buBlip>
                        <a:defRPr sz="2800" b="1" i="0" u="none" kern="1200" baseline="0">
                          <a:solidFill>
                            <a:srgbClr val="000000"/>
                          </a:solidFill>
                          <a:latin typeface="Tahoma" pitchFamily="2" charset="0"/>
                          <a:ea typeface="宋体" panose="02010600030101010101" pitchFamily="2" charset="-122"/>
                        </a:defRPr>
                      </a:lvl1pPr>
                      <a:lvl2pPr marL="742950" lvl="1" indent="-285750">
                        <a:buBlip>
                          <a:blip r:embed="rId2"/>
                        </a:buBlip>
                        <a:defRPr sz="2400" kern="1200"/>
                      </a:lvl2pPr>
                      <a:lvl3pPr marL="1143000" lvl="2" indent="-228600">
                        <a:buBlip>
                          <a:blip r:embed="rId3"/>
                        </a:buBlip>
                        <a:defRPr sz="2000" kern="1200"/>
                      </a:lvl3pPr>
                      <a:lvl4pPr marL="1600200" lvl="3" indent="-228600">
                        <a:buBlip>
                          <a:blip r:embed="rId4"/>
                        </a:buBlip>
                        <a:defRPr sz="1800" kern="1200"/>
                      </a:lvl4pPr>
                      <a:lvl5pPr marL="2057400" lvl="4" indent="-228600">
                        <a:buBlip>
                          <a:blip r:embed="rId5"/>
                        </a:buBlip>
                        <a:defRPr sz="1800" kern="1200"/>
                      </a:lvl5pPr>
                    </a:lstStyle>
                    <a:p>
                      <a:pPr marL="0" lvl="0" indent="0">
                        <a:buNone/>
                      </a:pPr>
                      <a:r>
                        <a:rPr lang="x-none" altLang="en-US">
                          <a:latin typeface="Times New Roman" panose="02020603050405020304" charset="0"/>
                        </a:rPr>
                        <a:t>文件主</a:t>
                      </a:r>
                      <a:endParaRPr lang="x-none" altLang="en-US">
                        <a:latin typeface="Times New Roman" panose="02020603050405020304" charset="0"/>
                      </a:endParaRPr>
                    </a:p>
                  </a:txBody>
                  <a:tcPr vert="horz" anchor="ctr" anchorCtr="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SzPct val="90000"/>
                        <a:buBlip>
                          <a:blip r:embed="rId1"/>
                        </a:buBlip>
                        <a:defRPr sz="2800" b="1" i="0" u="none" kern="1200" baseline="0">
                          <a:solidFill>
                            <a:srgbClr val="000000"/>
                          </a:solidFill>
                          <a:latin typeface="Tahoma" pitchFamily="2" charset="0"/>
                          <a:ea typeface="宋体" panose="02010600030101010101" pitchFamily="2" charset="-122"/>
                        </a:defRPr>
                      </a:lvl1pPr>
                      <a:lvl2pPr marL="742950" lvl="1" indent="-285750">
                        <a:buBlip>
                          <a:blip r:embed="rId2"/>
                        </a:buBlip>
                        <a:defRPr sz="2400" kern="1200"/>
                      </a:lvl2pPr>
                      <a:lvl3pPr marL="1143000" lvl="2" indent="-228600">
                        <a:buBlip>
                          <a:blip r:embed="rId3"/>
                        </a:buBlip>
                        <a:defRPr sz="2000" kern="1200"/>
                      </a:lvl3pPr>
                      <a:lvl4pPr marL="1600200" lvl="3" indent="-228600">
                        <a:buBlip>
                          <a:blip r:embed="rId4"/>
                        </a:buBlip>
                        <a:defRPr sz="1800" kern="1200"/>
                      </a:lvl4pPr>
                      <a:lvl5pPr marL="2057400" lvl="4" indent="-228600">
                        <a:buBlip>
                          <a:blip r:embed="rId5"/>
                        </a:buBlip>
                        <a:defRPr sz="1800" kern="1200"/>
                      </a:lvl5pPr>
                    </a:lstStyle>
                    <a:p>
                      <a:pPr marL="0" lvl="0" indent="0">
                        <a:buNone/>
                      </a:pPr>
                      <a:r>
                        <a:rPr lang="en-US" altLang="zh-CN">
                          <a:latin typeface="Times New Roman" panose="02020603050405020304" charset="0"/>
                        </a:rPr>
                        <a:t>rw</a:t>
                      </a:r>
                      <a:endParaRPr lang="en-US" altLang="zh-CN">
                        <a:latin typeface="Times New Roman" panose="02020603050405020304" charset="0"/>
                      </a:endParaRPr>
                    </a:p>
                  </a:txBody>
                  <a:tcPr vert="horz" anchor="ctr" anchorCtr="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SzPct val="90000"/>
                        <a:buBlip>
                          <a:blip r:embed="rId1"/>
                        </a:buBlip>
                        <a:defRPr sz="2800" b="1" i="0" u="none" kern="1200" baseline="0">
                          <a:solidFill>
                            <a:srgbClr val="000000"/>
                          </a:solidFill>
                          <a:latin typeface="Tahoma" pitchFamily="2" charset="0"/>
                          <a:ea typeface="宋体" panose="02010600030101010101" pitchFamily="2" charset="-122"/>
                        </a:defRPr>
                      </a:lvl1pPr>
                      <a:lvl2pPr marL="742950" lvl="1" indent="-285750">
                        <a:buBlip>
                          <a:blip r:embed="rId2"/>
                        </a:buBlip>
                        <a:defRPr sz="2400" kern="1200"/>
                      </a:lvl2pPr>
                      <a:lvl3pPr marL="1143000" lvl="2" indent="-228600">
                        <a:buBlip>
                          <a:blip r:embed="rId3"/>
                        </a:buBlip>
                        <a:defRPr sz="2000" kern="1200"/>
                      </a:lvl3pPr>
                      <a:lvl4pPr marL="1600200" lvl="3" indent="-228600">
                        <a:buBlip>
                          <a:blip r:embed="rId4"/>
                        </a:buBlip>
                        <a:defRPr sz="1800" kern="1200"/>
                      </a:lvl4pPr>
                      <a:lvl5pPr marL="2057400" lvl="4" indent="-228600">
                        <a:buBlip>
                          <a:blip r:embed="rId5"/>
                        </a:buBlip>
                        <a:defRPr sz="1800" kern="1200"/>
                      </a:lvl5pPr>
                    </a:lstStyle>
                    <a:p>
                      <a:pPr marL="0" lvl="0" indent="0">
                        <a:buNone/>
                      </a:pPr>
                      <a:r>
                        <a:rPr lang="en-US" altLang="zh-CN">
                          <a:latin typeface="Times New Roman" panose="02020603050405020304" charset="0"/>
                        </a:rPr>
                        <a:t>r</a:t>
                      </a:r>
                      <a:endParaRPr lang="en-US" altLang="zh-CN">
                        <a:latin typeface="Times New Roman" panose="02020603050405020304" charset="0"/>
                      </a:endParaRPr>
                    </a:p>
                  </a:txBody>
                  <a:tcPr vert="horz" anchor="ctr" anchorCtr="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SzPct val="90000"/>
                        <a:buBlip>
                          <a:blip r:embed="rId1"/>
                        </a:buBlip>
                        <a:defRPr sz="2800" b="1" i="0" u="none" kern="1200" baseline="0">
                          <a:solidFill>
                            <a:srgbClr val="000000"/>
                          </a:solidFill>
                          <a:latin typeface="Tahoma" pitchFamily="2" charset="0"/>
                          <a:ea typeface="宋体" panose="02010600030101010101" pitchFamily="2" charset="-122"/>
                        </a:defRPr>
                      </a:lvl1pPr>
                      <a:lvl2pPr marL="742950" lvl="1" indent="-285750">
                        <a:buBlip>
                          <a:blip r:embed="rId2"/>
                        </a:buBlip>
                        <a:defRPr sz="2400" kern="1200"/>
                      </a:lvl2pPr>
                      <a:lvl3pPr marL="1143000" lvl="2" indent="-228600">
                        <a:buBlip>
                          <a:blip r:embed="rId3"/>
                        </a:buBlip>
                        <a:defRPr sz="2000" kern="1200"/>
                      </a:lvl3pPr>
                      <a:lvl4pPr marL="1600200" lvl="3" indent="-228600">
                        <a:buBlip>
                          <a:blip r:embed="rId4"/>
                        </a:buBlip>
                        <a:defRPr sz="1800" kern="1200"/>
                      </a:lvl4pPr>
                      <a:lvl5pPr marL="2057400" lvl="4" indent="-228600">
                        <a:buBlip>
                          <a:blip r:embed="rId5"/>
                        </a:buBlip>
                        <a:defRPr sz="1800" kern="1200"/>
                      </a:lvl5pPr>
                    </a:lstStyle>
                    <a:p>
                      <a:pPr marL="0" lvl="0" indent="0">
                        <a:buNone/>
                      </a:pPr>
                      <a:r>
                        <a:rPr lang="en-US" altLang="zh-CN">
                          <a:latin typeface="Times New Roman" panose="02020603050405020304" charset="0"/>
                        </a:rPr>
                        <a:t>w</a:t>
                      </a:r>
                      <a:endParaRPr lang="en-US" altLang="zh-CN">
                        <a:latin typeface="Times New Roman" panose="02020603050405020304" charset="0"/>
                      </a:endParaRPr>
                    </a:p>
                  </a:txBody>
                  <a:tcPr vert="horz" anchor="ctr" anchorCtr="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SzPct val="90000"/>
                        <a:buBlip>
                          <a:blip r:embed="rId1"/>
                        </a:buBlip>
                        <a:defRPr sz="2800" b="1" i="0" u="none" kern="1200" baseline="0">
                          <a:solidFill>
                            <a:srgbClr val="000000"/>
                          </a:solidFill>
                          <a:latin typeface="Tahoma" pitchFamily="2" charset="0"/>
                          <a:ea typeface="宋体" panose="02010600030101010101" pitchFamily="2" charset="-122"/>
                        </a:defRPr>
                      </a:lvl1pPr>
                      <a:lvl2pPr marL="742950" lvl="1" indent="-285750">
                        <a:buBlip>
                          <a:blip r:embed="rId2"/>
                        </a:buBlip>
                        <a:defRPr sz="2400" kern="1200"/>
                      </a:lvl2pPr>
                      <a:lvl3pPr marL="1143000" lvl="2" indent="-228600">
                        <a:buBlip>
                          <a:blip r:embed="rId3"/>
                        </a:buBlip>
                        <a:defRPr sz="2000" kern="1200"/>
                      </a:lvl3pPr>
                      <a:lvl4pPr marL="1600200" lvl="3" indent="-228600">
                        <a:buBlip>
                          <a:blip r:embed="rId4"/>
                        </a:buBlip>
                        <a:defRPr sz="1800" kern="1200"/>
                      </a:lvl4pPr>
                      <a:lvl5pPr marL="2057400" lvl="4" indent="-228600">
                        <a:buBlip>
                          <a:blip r:embed="rId5"/>
                        </a:buBlip>
                        <a:defRPr sz="1800" kern="1200"/>
                      </a:lvl5pPr>
                    </a:lstStyle>
                    <a:p>
                      <a:pPr marL="0" lvl="0" indent="0">
                        <a:buNone/>
                      </a:pPr>
                      <a:endParaRPr>
                        <a:latin typeface="Times New Roman" panose="02020603050405020304" charset="0"/>
                      </a:endParaRPr>
                    </a:p>
                  </a:txBody>
                  <a:tcPr vert="horz" anchor="ctr" anchorCtr="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520700">
                <a:tc>
                  <a:txBody>
                    <a:bodyPr wrap="square"/>
                    <a:lstStyle>
                      <a:lvl1pPr marL="342900" lvl="0" indent="-342900" algn="l" defTabSz="914400" eaLnBrk="1" fontAlgn="base" latinLnBrk="0" hangingPunct="1">
                        <a:lnSpc>
                          <a:spcPct val="100000"/>
                        </a:lnSpc>
                        <a:spcBef>
                          <a:spcPct val="20000"/>
                        </a:spcBef>
                        <a:spcAft>
                          <a:spcPct val="0"/>
                        </a:spcAft>
                        <a:buSzPct val="90000"/>
                        <a:buBlip>
                          <a:blip r:embed="rId1"/>
                        </a:buBlip>
                        <a:defRPr sz="2800" b="1" i="0" u="none" kern="1200" baseline="0">
                          <a:solidFill>
                            <a:srgbClr val="000000"/>
                          </a:solidFill>
                          <a:latin typeface="Tahoma" pitchFamily="2" charset="0"/>
                          <a:ea typeface="宋体" panose="02010600030101010101" pitchFamily="2" charset="-122"/>
                        </a:defRPr>
                      </a:lvl1pPr>
                      <a:lvl2pPr marL="742950" lvl="1" indent="-285750">
                        <a:buBlip>
                          <a:blip r:embed="rId2"/>
                        </a:buBlip>
                        <a:defRPr sz="2400" kern="1200"/>
                      </a:lvl2pPr>
                      <a:lvl3pPr marL="1143000" lvl="2" indent="-228600">
                        <a:buBlip>
                          <a:blip r:embed="rId3"/>
                        </a:buBlip>
                        <a:defRPr sz="2000" kern="1200"/>
                      </a:lvl3pPr>
                      <a:lvl4pPr marL="1600200" lvl="3" indent="-228600">
                        <a:buBlip>
                          <a:blip r:embed="rId4"/>
                        </a:buBlip>
                        <a:defRPr sz="1800" kern="1200"/>
                      </a:lvl4pPr>
                      <a:lvl5pPr marL="2057400" lvl="4" indent="-228600">
                        <a:buBlip>
                          <a:blip r:embed="rId5"/>
                        </a:buBlip>
                        <a:defRPr sz="1800" kern="1200"/>
                      </a:lvl5pPr>
                    </a:lstStyle>
                    <a:p>
                      <a:pPr marL="0" lvl="0" indent="0">
                        <a:buNone/>
                      </a:pPr>
                      <a:r>
                        <a:rPr lang="x-none" altLang="en-US">
                          <a:latin typeface="Times New Roman" panose="02020603050405020304" charset="0"/>
                        </a:rPr>
                        <a:t>用户组</a:t>
                      </a:r>
                      <a:r>
                        <a:rPr lang="en-US" altLang="x-none">
                          <a:latin typeface="Times New Roman" panose="02020603050405020304" charset="0"/>
                        </a:rPr>
                        <a:t>A</a:t>
                      </a:r>
                      <a:endParaRPr lang="en-US" altLang="x-none">
                        <a:latin typeface="Times New Roman" panose="02020603050405020304" charset="0"/>
                      </a:endParaRPr>
                    </a:p>
                  </a:txBody>
                  <a:tcPr vert="horz" anchor="ctr" anchorCtr="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SzPct val="90000"/>
                        <a:buBlip>
                          <a:blip r:embed="rId1"/>
                        </a:buBlip>
                        <a:defRPr sz="2800" b="1" i="0" u="none" kern="1200" baseline="0">
                          <a:solidFill>
                            <a:srgbClr val="000000"/>
                          </a:solidFill>
                          <a:latin typeface="Tahoma" pitchFamily="2" charset="0"/>
                          <a:ea typeface="宋体" panose="02010600030101010101" pitchFamily="2" charset="-122"/>
                        </a:defRPr>
                      </a:lvl1pPr>
                      <a:lvl2pPr marL="742950" lvl="1" indent="-285750">
                        <a:buBlip>
                          <a:blip r:embed="rId2"/>
                        </a:buBlip>
                        <a:defRPr sz="2400" kern="1200"/>
                      </a:lvl2pPr>
                      <a:lvl3pPr marL="1143000" lvl="2" indent="-228600">
                        <a:buBlip>
                          <a:blip r:embed="rId3"/>
                        </a:buBlip>
                        <a:defRPr sz="2000" kern="1200"/>
                      </a:lvl3pPr>
                      <a:lvl4pPr marL="1600200" lvl="3" indent="-228600">
                        <a:buBlip>
                          <a:blip r:embed="rId4"/>
                        </a:buBlip>
                        <a:defRPr sz="1800" kern="1200"/>
                      </a:lvl4pPr>
                      <a:lvl5pPr marL="2057400" lvl="4" indent="-228600">
                        <a:buBlip>
                          <a:blip r:embed="rId5"/>
                        </a:buBlip>
                        <a:defRPr sz="1800" kern="1200"/>
                      </a:lvl5pPr>
                    </a:lstStyle>
                    <a:p>
                      <a:pPr marL="0" lvl="0" indent="0">
                        <a:buNone/>
                      </a:pPr>
                      <a:r>
                        <a:rPr lang="x-none" altLang="en-US">
                          <a:latin typeface="Times New Roman" panose="02020603050405020304" charset="0"/>
                        </a:rPr>
                        <a:t>x</a:t>
                      </a:r>
                      <a:endParaRPr lang="x-none" altLang="en-US">
                        <a:latin typeface="Times New Roman" panose="02020603050405020304" charset="0"/>
                      </a:endParaRPr>
                    </a:p>
                  </a:txBody>
                  <a:tcPr vert="horz" anchor="ctr" anchorCtr="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SzPct val="90000"/>
                        <a:buBlip>
                          <a:blip r:embed="rId1"/>
                        </a:buBlip>
                        <a:defRPr sz="2800" b="1" i="0" u="none" kern="1200" baseline="0">
                          <a:solidFill>
                            <a:srgbClr val="000000"/>
                          </a:solidFill>
                          <a:latin typeface="Tahoma" pitchFamily="2" charset="0"/>
                          <a:ea typeface="宋体" panose="02010600030101010101" pitchFamily="2" charset="-122"/>
                        </a:defRPr>
                      </a:lvl1pPr>
                      <a:lvl2pPr marL="742950" lvl="1" indent="-285750">
                        <a:buBlip>
                          <a:blip r:embed="rId2"/>
                        </a:buBlip>
                        <a:defRPr sz="2400" kern="1200"/>
                      </a:lvl2pPr>
                      <a:lvl3pPr marL="1143000" lvl="2" indent="-228600">
                        <a:buBlip>
                          <a:blip r:embed="rId3"/>
                        </a:buBlip>
                        <a:defRPr sz="2000" kern="1200"/>
                      </a:lvl3pPr>
                      <a:lvl4pPr marL="1600200" lvl="3" indent="-228600">
                        <a:buBlip>
                          <a:blip r:embed="rId4"/>
                        </a:buBlip>
                        <a:defRPr sz="1800" kern="1200"/>
                      </a:lvl4pPr>
                      <a:lvl5pPr marL="2057400" lvl="4" indent="-228600">
                        <a:buBlip>
                          <a:blip r:embed="rId5"/>
                        </a:buBlip>
                        <a:defRPr sz="1800" kern="1200"/>
                      </a:lvl5pPr>
                    </a:lstStyle>
                    <a:p>
                      <a:pPr marL="0" lvl="0" indent="0">
                        <a:buNone/>
                      </a:pPr>
                      <a:r>
                        <a:rPr lang="en-US" altLang="zh-CN">
                          <a:latin typeface="Times New Roman" panose="02020603050405020304" charset="0"/>
                        </a:rPr>
                        <a:t>-</a:t>
                      </a:r>
                      <a:endParaRPr lang="en-US" altLang="zh-CN">
                        <a:latin typeface="Times New Roman" panose="02020603050405020304" charset="0"/>
                      </a:endParaRPr>
                    </a:p>
                  </a:txBody>
                  <a:tcPr vert="horz" anchor="ctr" anchorCtr="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SzPct val="90000"/>
                        <a:buBlip>
                          <a:blip r:embed="rId1"/>
                        </a:buBlip>
                        <a:defRPr sz="2800" b="1" i="0" u="none" kern="1200" baseline="0">
                          <a:solidFill>
                            <a:srgbClr val="000000"/>
                          </a:solidFill>
                          <a:latin typeface="Tahoma" pitchFamily="2" charset="0"/>
                          <a:ea typeface="宋体" panose="02010600030101010101" pitchFamily="2" charset="-122"/>
                        </a:defRPr>
                      </a:lvl1pPr>
                      <a:lvl2pPr marL="742950" lvl="1" indent="-285750">
                        <a:buBlip>
                          <a:blip r:embed="rId2"/>
                        </a:buBlip>
                        <a:defRPr sz="2400" kern="1200"/>
                      </a:lvl2pPr>
                      <a:lvl3pPr marL="1143000" lvl="2" indent="-228600">
                        <a:buBlip>
                          <a:blip r:embed="rId3"/>
                        </a:buBlip>
                        <a:defRPr sz="2000" kern="1200"/>
                      </a:lvl3pPr>
                      <a:lvl4pPr marL="1600200" lvl="3" indent="-228600">
                        <a:buBlip>
                          <a:blip r:embed="rId4"/>
                        </a:buBlip>
                        <a:defRPr sz="1800" kern="1200"/>
                      </a:lvl4pPr>
                      <a:lvl5pPr marL="2057400" lvl="4" indent="-228600">
                        <a:buBlip>
                          <a:blip r:embed="rId5"/>
                        </a:buBlip>
                        <a:defRPr sz="1800" kern="1200"/>
                      </a:lvl5pPr>
                    </a:lstStyle>
                    <a:p>
                      <a:pPr marL="0" lvl="0" indent="0">
                        <a:buNone/>
                      </a:pPr>
                      <a:r>
                        <a:rPr lang="en-US" altLang="zh-CN">
                          <a:latin typeface="Times New Roman" panose="02020603050405020304" charset="0"/>
                        </a:rPr>
                        <a:t>-</a:t>
                      </a:r>
                      <a:endParaRPr lang="en-US" altLang="zh-CN">
                        <a:latin typeface="Times New Roman" panose="02020603050405020304" charset="0"/>
                      </a:endParaRPr>
                    </a:p>
                  </a:txBody>
                  <a:tcPr vert="horz" anchor="ctr" anchorCtr="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SzPct val="90000"/>
                        <a:buBlip>
                          <a:blip r:embed="rId1"/>
                        </a:buBlip>
                        <a:defRPr sz="2800" b="1" i="0" u="none" kern="1200" baseline="0">
                          <a:solidFill>
                            <a:srgbClr val="000000"/>
                          </a:solidFill>
                          <a:latin typeface="Tahoma" pitchFamily="2" charset="0"/>
                          <a:ea typeface="宋体" panose="02010600030101010101" pitchFamily="2" charset="-122"/>
                        </a:defRPr>
                      </a:lvl1pPr>
                      <a:lvl2pPr marL="742950" lvl="1" indent="-285750">
                        <a:buBlip>
                          <a:blip r:embed="rId2"/>
                        </a:buBlip>
                        <a:defRPr sz="2400" kern="1200"/>
                      </a:lvl2pPr>
                      <a:lvl3pPr marL="1143000" lvl="2" indent="-228600">
                        <a:buBlip>
                          <a:blip r:embed="rId3"/>
                        </a:buBlip>
                        <a:defRPr sz="2000" kern="1200"/>
                      </a:lvl3pPr>
                      <a:lvl4pPr marL="1600200" lvl="3" indent="-228600">
                        <a:buBlip>
                          <a:blip r:embed="rId4"/>
                        </a:buBlip>
                        <a:defRPr sz="1800" kern="1200"/>
                      </a:lvl4pPr>
                      <a:lvl5pPr marL="2057400" lvl="4" indent="-228600">
                        <a:buBlip>
                          <a:blip r:embed="rId5"/>
                        </a:buBlip>
                        <a:defRPr sz="1800" kern="1200"/>
                      </a:lvl5pPr>
                    </a:lstStyle>
                    <a:p>
                      <a:pPr marL="0" lvl="0" indent="0">
                        <a:buNone/>
                      </a:pPr>
                      <a:endParaRPr>
                        <a:latin typeface="Times New Roman" panose="02020603050405020304" charset="0"/>
                      </a:endParaRPr>
                    </a:p>
                  </a:txBody>
                  <a:tcPr vert="horz" anchor="ctr" anchorCtr="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517525">
                <a:tc>
                  <a:txBody>
                    <a:bodyPr wrap="square"/>
                    <a:lstStyle>
                      <a:lvl1pPr marL="342900" lvl="0" indent="-342900" algn="l" defTabSz="914400" eaLnBrk="1" fontAlgn="base" latinLnBrk="0" hangingPunct="1">
                        <a:lnSpc>
                          <a:spcPct val="100000"/>
                        </a:lnSpc>
                        <a:spcBef>
                          <a:spcPct val="20000"/>
                        </a:spcBef>
                        <a:spcAft>
                          <a:spcPct val="0"/>
                        </a:spcAft>
                        <a:buSzPct val="90000"/>
                        <a:buBlip>
                          <a:blip r:embed="rId1"/>
                        </a:buBlip>
                        <a:defRPr sz="2800" b="1" i="0" u="none" kern="1200" baseline="0">
                          <a:solidFill>
                            <a:srgbClr val="000000"/>
                          </a:solidFill>
                          <a:latin typeface="Tahoma" pitchFamily="2" charset="0"/>
                          <a:ea typeface="宋体" panose="02010600030101010101" pitchFamily="2" charset="-122"/>
                        </a:defRPr>
                      </a:lvl1pPr>
                      <a:lvl2pPr marL="742950" lvl="1" indent="-285750">
                        <a:buBlip>
                          <a:blip r:embed="rId2"/>
                        </a:buBlip>
                        <a:defRPr sz="2400" kern="1200"/>
                      </a:lvl2pPr>
                      <a:lvl3pPr marL="1143000" lvl="2" indent="-228600">
                        <a:buBlip>
                          <a:blip r:embed="rId3"/>
                        </a:buBlip>
                        <a:defRPr sz="2000" kern="1200"/>
                      </a:lvl3pPr>
                      <a:lvl4pPr marL="1600200" lvl="3" indent="-228600">
                        <a:buBlip>
                          <a:blip r:embed="rId4"/>
                        </a:buBlip>
                        <a:defRPr sz="1800" kern="1200"/>
                      </a:lvl4pPr>
                      <a:lvl5pPr marL="2057400" lvl="4" indent="-228600">
                        <a:buBlip>
                          <a:blip r:embed="rId5"/>
                        </a:buBlip>
                        <a:defRPr sz="1800" kern="1200"/>
                      </a:lvl5pPr>
                    </a:lstStyle>
                    <a:p>
                      <a:pPr marL="0" lvl="0" indent="0">
                        <a:buNone/>
                      </a:pPr>
                      <a:r>
                        <a:rPr lang="x-none" altLang="en-US">
                          <a:latin typeface="Times New Roman" panose="02020603050405020304" charset="0"/>
                        </a:rPr>
                        <a:t>用户组</a:t>
                      </a:r>
                      <a:r>
                        <a:rPr lang="en-US" altLang="x-none">
                          <a:latin typeface="Times New Roman" panose="02020603050405020304" charset="0"/>
                        </a:rPr>
                        <a:t>B</a:t>
                      </a:r>
                      <a:endParaRPr lang="en-US" altLang="x-none">
                        <a:latin typeface="Times New Roman" panose="02020603050405020304" charset="0"/>
                      </a:endParaRPr>
                    </a:p>
                  </a:txBody>
                  <a:tcPr vert="horz" anchor="ctr" anchorCtr="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SzPct val="90000"/>
                        <a:buBlip>
                          <a:blip r:embed="rId1"/>
                        </a:buBlip>
                        <a:defRPr sz="2800" b="1" i="0" u="none" kern="1200" baseline="0">
                          <a:solidFill>
                            <a:srgbClr val="000000"/>
                          </a:solidFill>
                          <a:latin typeface="Tahoma" pitchFamily="2" charset="0"/>
                          <a:ea typeface="宋体" panose="02010600030101010101" pitchFamily="2" charset="-122"/>
                        </a:defRPr>
                      </a:lvl1pPr>
                      <a:lvl2pPr marL="742950" lvl="1" indent="-285750">
                        <a:buBlip>
                          <a:blip r:embed="rId2"/>
                        </a:buBlip>
                        <a:defRPr sz="2400" kern="1200"/>
                      </a:lvl2pPr>
                      <a:lvl3pPr marL="1143000" lvl="2" indent="-228600">
                        <a:buBlip>
                          <a:blip r:embed="rId3"/>
                        </a:buBlip>
                        <a:defRPr sz="2000" kern="1200"/>
                      </a:lvl3pPr>
                      <a:lvl4pPr marL="1600200" lvl="3" indent="-228600">
                        <a:buBlip>
                          <a:blip r:embed="rId4"/>
                        </a:buBlip>
                        <a:defRPr sz="1800" kern="1200"/>
                      </a:lvl4pPr>
                      <a:lvl5pPr marL="2057400" lvl="4" indent="-228600">
                        <a:buBlip>
                          <a:blip r:embed="rId5"/>
                        </a:buBlip>
                        <a:defRPr sz="1800" kern="1200"/>
                      </a:lvl5pPr>
                    </a:lstStyle>
                    <a:p>
                      <a:pPr marL="0" lvl="0" indent="0">
                        <a:buNone/>
                      </a:pPr>
                      <a:r>
                        <a:rPr lang="x-none">
                          <a:latin typeface="Times New Roman" panose="02020603050405020304" charset="0"/>
                        </a:rPr>
                        <a:t>w</a:t>
                      </a:r>
                      <a:endParaRPr lang="x-none">
                        <a:latin typeface="Times New Roman" panose="02020603050405020304" charset="0"/>
                      </a:endParaRPr>
                    </a:p>
                  </a:txBody>
                  <a:tcPr vert="horz" anchor="ctr" anchorCtr="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SzPct val="90000"/>
                        <a:buBlip>
                          <a:blip r:embed="rId1"/>
                        </a:buBlip>
                        <a:defRPr sz="2800" b="1" i="0" u="none" kern="1200" baseline="0">
                          <a:solidFill>
                            <a:srgbClr val="000000"/>
                          </a:solidFill>
                          <a:latin typeface="Tahoma" pitchFamily="2" charset="0"/>
                          <a:ea typeface="宋体" panose="02010600030101010101" pitchFamily="2" charset="-122"/>
                        </a:defRPr>
                      </a:lvl1pPr>
                      <a:lvl2pPr marL="742950" lvl="1" indent="-285750">
                        <a:buBlip>
                          <a:blip r:embed="rId2"/>
                        </a:buBlip>
                        <a:defRPr sz="2400" kern="1200"/>
                      </a:lvl2pPr>
                      <a:lvl3pPr marL="1143000" lvl="2" indent="-228600">
                        <a:buBlip>
                          <a:blip r:embed="rId3"/>
                        </a:buBlip>
                        <a:defRPr sz="2000" kern="1200"/>
                      </a:lvl3pPr>
                      <a:lvl4pPr marL="1600200" lvl="3" indent="-228600">
                        <a:buBlip>
                          <a:blip r:embed="rId4"/>
                        </a:buBlip>
                        <a:defRPr sz="1800" kern="1200"/>
                      </a:lvl4pPr>
                      <a:lvl5pPr marL="2057400" lvl="4" indent="-228600">
                        <a:buBlip>
                          <a:blip r:embed="rId5"/>
                        </a:buBlip>
                        <a:defRPr sz="1800" kern="1200"/>
                      </a:lvl5pPr>
                    </a:lstStyle>
                    <a:p>
                      <a:pPr marL="0" lvl="0" indent="0">
                        <a:buNone/>
                      </a:pPr>
                      <a:r>
                        <a:rPr lang="en-US" altLang="zh-CN" sz="2800">
                          <a:latin typeface="Times New Roman" panose="02020603050405020304" charset="0"/>
                          <a:sym typeface="+mn-ea"/>
                        </a:rPr>
                        <a:t>-</a:t>
                      </a:r>
                      <a:endParaRPr>
                        <a:latin typeface="Times New Roman" panose="02020603050405020304" charset="0"/>
                      </a:endParaRPr>
                    </a:p>
                  </a:txBody>
                  <a:tcPr vert="horz" anchor="ctr" anchorCtr="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SzPct val="90000"/>
                        <a:buBlip>
                          <a:blip r:embed="rId1"/>
                        </a:buBlip>
                        <a:defRPr sz="2800" b="1" i="0" u="none" kern="1200" baseline="0">
                          <a:solidFill>
                            <a:srgbClr val="000000"/>
                          </a:solidFill>
                          <a:latin typeface="Tahoma" pitchFamily="2" charset="0"/>
                          <a:ea typeface="宋体" panose="02010600030101010101" pitchFamily="2" charset="-122"/>
                        </a:defRPr>
                      </a:lvl1pPr>
                      <a:lvl2pPr marL="742950" lvl="1" indent="-285750">
                        <a:buBlip>
                          <a:blip r:embed="rId2"/>
                        </a:buBlip>
                        <a:defRPr sz="2400" kern="1200"/>
                      </a:lvl2pPr>
                      <a:lvl3pPr marL="1143000" lvl="2" indent="-228600">
                        <a:buBlip>
                          <a:blip r:embed="rId3"/>
                        </a:buBlip>
                        <a:defRPr sz="2000" kern="1200"/>
                      </a:lvl3pPr>
                      <a:lvl4pPr marL="1600200" lvl="3" indent="-228600">
                        <a:buBlip>
                          <a:blip r:embed="rId4"/>
                        </a:buBlip>
                        <a:defRPr sz="1800" kern="1200"/>
                      </a:lvl4pPr>
                      <a:lvl5pPr marL="2057400" lvl="4" indent="-228600">
                        <a:buBlip>
                          <a:blip r:embed="rId5"/>
                        </a:buBlip>
                        <a:defRPr sz="1800" kern="1200"/>
                      </a:lvl5pPr>
                    </a:lstStyle>
                    <a:p>
                      <a:pPr marL="0" lvl="0" indent="0">
                        <a:buNone/>
                      </a:pPr>
                      <a:r>
                        <a:rPr lang="en-US" altLang="zh-CN" sz="2800">
                          <a:latin typeface="Times New Roman" panose="02020603050405020304" charset="0"/>
                          <a:sym typeface="+mn-ea"/>
                        </a:rPr>
                        <a:t>-</a:t>
                      </a:r>
                      <a:endParaRPr>
                        <a:latin typeface="Times New Roman" panose="02020603050405020304" charset="0"/>
                      </a:endParaRPr>
                    </a:p>
                  </a:txBody>
                  <a:tcPr vert="horz" anchor="ctr" anchorCtr="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SzPct val="90000"/>
                        <a:buBlip>
                          <a:blip r:embed="rId1"/>
                        </a:buBlip>
                        <a:defRPr sz="2800" b="1" i="0" u="none" kern="1200" baseline="0">
                          <a:solidFill>
                            <a:srgbClr val="000000"/>
                          </a:solidFill>
                          <a:latin typeface="Tahoma" pitchFamily="2" charset="0"/>
                          <a:ea typeface="宋体" panose="02010600030101010101" pitchFamily="2" charset="-122"/>
                        </a:defRPr>
                      </a:lvl1pPr>
                      <a:lvl2pPr marL="742950" lvl="1" indent="-285750">
                        <a:buBlip>
                          <a:blip r:embed="rId2"/>
                        </a:buBlip>
                        <a:defRPr sz="2400" kern="1200"/>
                      </a:lvl2pPr>
                      <a:lvl3pPr marL="1143000" lvl="2" indent="-228600">
                        <a:buBlip>
                          <a:blip r:embed="rId3"/>
                        </a:buBlip>
                        <a:defRPr sz="2000" kern="1200"/>
                      </a:lvl3pPr>
                      <a:lvl4pPr marL="1600200" lvl="3" indent="-228600">
                        <a:buBlip>
                          <a:blip r:embed="rId4"/>
                        </a:buBlip>
                        <a:defRPr sz="1800" kern="1200"/>
                      </a:lvl4pPr>
                      <a:lvl5pPr marL="2057400" lvl="4" indent="-228600">
                        <a:buBlip>
                          <a:blip r:embed="rId5"/>
                        </a:buBlip>
                        <a:defRPr sz="1800" kern="1200"/>
                      </a:lvl5pPr>
                    </a:lstStyle>
                    <a:p>
                      <a:pPr marL="0" lvl="0" indent="0">
                        <a:buNone/>
                      </a:pPr>
                      <a:endParaRPr>
                        <a:latin typeface="Times New Roman" panose="02020603050405020304" charset="0"/>
                      </a:endParaRPr>
                    </a:p>
                  </a:txBody>
                  <a:tcPr vert="horz" anchor="ctr" anchorCtr="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517525">
                <a:tc>
                  <a:txBody>
                    <a:bodyPr/>
                    <a:p>
                      <a:pPr marL="0" lvl="0" algn="l">
                        <a:spcBef>
                          <a:spcPct val="20000"/>
                        </a:spcBef>
                        <a:buSzPct val="90000"/>
                        <a:buNone/>
                      </a:pPr>
                      <a:r>
                        <a:rPr lang="x-none" altLang="en-US" sz="2800" b="1">
                          <a:solidFill>
                            <a:srgbClr val="000000"/>
                          </a:solidFill>
                          <a:latin typeface="Times New Roman" panose="02020603050405020304" charset="0"/>
                          <a:ea typeface="宋体" panose="02010600030101010101" pitchFamily="2" charset="-122"/>
                        </a:rPr>
                        <a:t>其他</a:t>
                      </a:r>
                      <a:endParaRPr lang="x-none" altLang="en-US" sz="2800" b="1">
                        <a:solidFill>
                          <a:srgbClr val="000000"/>
                        </a:solidFill>
                        <a:latin typeface="Times New Roman" panose="02020603050405020304" charset="0"/>
                        <a:ea typeface="宋体" panose="02010600030101010101" pitchFamily="2" charset="-122"/>
                      </a:endParaRPr>
                    </a:p>
                  </a:txBody>
                  <a:tcPr vert="horz" anchor="ctr" anchorCtr="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p>
                      <a:pPr marL="0" lvl="0" algn="ctr">
                        <a:spcBef>
                          <a:spcPct val="20000"/>
                        </a:spcBef>
                        <a:buSzPct val="90000"/>
                        <a:buNone/>
                      </a:pPr>
                      <a:r>
                        <a:rPr lang="x-none" altLang="en-US" sz="2800" b="1">
                          <a:solidFill>
                            <a:srgbClr val="000000"/>
                          </a:solidFill>
                          <a:latin typeface="Times New Roman" panose="02020603050405020304" charset="0"/>
                          <a:ea typeface="宋体" panose="02010600030101010101" pitchFamily="2" charset="-122"/>
                          <a:sym typeface="+mn-ea"/>
                        </a:rPr>
                        <a:t>-</a:t>
                      </a:r>
                      <a:endParaRPr lang="x-none" altLang="en-US" sz="2800" b="1">
                        <a:solidFill>
                          <a:srgbClr val="000000"/>
                        </a:solidFill>
                        <a:latin typeface="Times New Roman" panose="02020603050405020304" charset="0"/>
                        <a:ea typeface="宋体" panose="02010600030101010101" pitchFamily="2" charset="-122"/>
                      </a:endParaRPr>
                    </a:p>
                  </a:txBody>
                  <a:tcPr vert="horz" anchor="ctr" anchorCtr="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p>
                      <a:pPr marL="0" lvl="0" algn="l">
                        <a:spcBef>
                          <a:spcPct val="20000"/>
                        </a:spcBef>
                        <a:buSzPct val="90000"/>
                        <a:buNone/>
                      </a:pPr>
                      <a:r>
                        <a:rPr lang="en-US" altLang="zh-CN" sz="2800" b="1">
                          <a:solidFill>
                            <a:srgbClr val="000000"/>
                          </a:solidFill>
                          <a:latin typeface="Times New Roman" panose="02020603050405020304" charset="0"/>
                          <a:ea typeface="宋体" panose="02010600030101010101" pitchFamily="2" charset="-122"/>
                          <a:sym typeface="+mn-ea"/>
                        </a:rPr>
                        <a:t>-</a:t>
                      </a:r>
                      <a:endParaRPr lang="en-US" altLang="zh-CN" sz="2800" b="1">
                        <a:solidFill>
                          <a:srgbClr val="000000"/>
                        </a:solidFill>
                        <a:latin typeface="Times New Roman" panose="02020603050405020304" charset="0"/>
                        <a:ea typeface="宋体" panose="02010600030101010101" pitchFamily="2" charset="-122"/>
                      </a:endParaRPr>
                    </a:p>
                  </a:txBody>
                  <a:tcPr vert="horz" anchor="ctr" anchorCtr="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p>
                      <a:pPr marL="0" lvl="0" algn="l">
                        <a:spcBef>
                          <a:spcPct val="20000"/>
                        </a:spcBef>
                        <a:buSzPct val="90000"/>
                        <a:buNone/>
                      </a:pPr>
                      <a:r>
                        <a:rPr lang="en-US" altLang="zh-CN" sz="2800" b="1">
                          <a:solidFill>
                            <a:srgbClr val="000000"/>
                          </a:solidFill>
                          <a:latin typeface="Times New Roman" panose="02020603050405020304" charset="0"/>
                          <a:ea typeface="宋体" panose="02010600030101010101" pitchFamily="2" charset="-122"/>
                          <a:sym typeface="+mn-ea"/>
                        </a:rPr>
                        <a:t>-</a:t>
                      </a:r>
                      <a:endParaRPr lang="en-US" altLang="zh-CN" sz="2800" b="1">
                        <a:solidFill>
                          <a:srgbClr val="000000"/>
                        </a:solidFill>
                        <a:latin typeface="Times New Roman" panose="02020603050405020304" charset="0"/>
                        <a:ea typeface="宋体" panose="02010600030101010101" pitchFamily="2" charset="-122"/>
                      </a:endParaRPr>
                    </a:p>
                  </a:txBody>
                  <a:tcPr vert="horz" anchor="ctr" anchorCtr="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p>
                      <a:pPr marL="0" lvl="0" indent="0">
                        <a:buNone/>
                      </a:pPr>
                      <a:endParaRPr>
                        <a:latin typeface="Times New Roman" panose="02020603050405020304" charset="0"/>
                      </a:endParaRPr>
                    </a:p>
                  </a:txBody>
                  <a:tcPr vert="horz" anchor="ctr" anchorCtr="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3491" name="文本占位符 63490"/>
          <p:cNvSpPr>
            <a:spLocks noGrp="1"/>
          </p:cNvSpPr>
          <p:nvPr>
            <p:ph idx="1"/>
          </p:nvPr>
        </p:nvSpPr>
        <p:spPr>
          <a:xfrm>
            <a:off x="402908" y="952818"/>
            <a:ext cx="8388350" cy="1381760"/>
          </a:xfrm>
        </p:spPr>
        <p:txBody>
          <a:bodyPr wrap="square">
            <a:spAutoFit/>
          </a:bodyPr>
          <a:p>
            <a:pPr fontAlgn="base"/>
            <a:r>
              <a:rPr lang="zh-CN" altLang="en-US" sz="2800">
                <a:solidFill>
                  <a:schemeClr val="tx1"/>
                </a:solidFill>
                <a:effectLst/>
                <a:latin typeface="Times New Roman" panose="02020603050405020304" charset="0"/>
                <a:sym typeface="+mn-ea"/>
              </a:rPr>
              <a:t>(</a:t>
            </a:r>
            <a:r>
              <a:rPr lang="x-none" altLang="zh-CN" sz="2800">
                <a:solidFill>
                  <a:schemeClr val="tx1"/>
                </a:solidFill>
                <a:effectLst/>
                <a:latin typeface="Times New Roman" panose="02020603050405020304" charset="0"/>
                <a:sym typeface="+mn-ea"/>
              </a:rPr>
              <a:t>3</a:t>
            </a:r>
            <a:r>
              <a:rPr lang="zh-CN" altLang="en-US" sz="2800">
                <a:solidFill>
                  <a:schemeClr val="tx1"/>
                </a:solidFill>
                <a:effectLst/>
                <a:latin typeface="Times New Roman" panose="02020603050405020304" charset="0"/>
                <a:sym typeface="+mn-ea"/>
              </a:rPr>
              <a:t>) 用户权限表</a:t>
            </a:r>
            <a:endParaRPr lang="zh-CN" altLang="en-US" sz="2800" strike="noStrike" noProof="1" dirty="0">
              <a:effectLst/>
              <a:latin typeface="Times New Roman" panose="02020603050405020304" charset="0"/>
            </a:endParaRPr>
          </a:p>
          <a:p>
            <a:pPr algn="l" fontAlgn="base">
              <a:buNone/>
            </a:pPr>
            <a:r>
              <a:rPr lang="x-none" altLang="zh-CN" sz="2800" dirty="0">
                <a:solidFill>
                  <a:schemeClr val="tx1"/>
                </a:solidFill>
                <a:effectLst/>
                <a:latin typeface="Times New Roman" panose="02020603050405020304" charset="0"/>
                <a:sym typeface="+mn-ea"/>
              </a:rPr>
              <a:t>		   将一个用户或用户组的所有相关文件集中存放在一起</a:t>
            </a:r>
            <a:endParaRPr lang="zh-CN" altLang="en-US" sz="2800" strike="noStrike" noProof="1">
              <a:solidFill>
                <a:schemeClr val="tx1"/>
              </a:solidFill>
              <a:effectLst/>
              <a:latin typeface="Times New Roman" panose="02020603050405020304" charset="0"/>
            </a:endParaRPr>
          </a:p>
        </p:txBody>
      </p:sp>
      <p:graphicFrame>
        <p:nvGraphicFramePr>
          <p:cNvPr id="3" name="表格 2"/>
          <p:cNvGraphicFramePr/>
          <p:nvPr/>
        </p:nvGraphicFramePr>
        <p:xfrm>
          <a:off x="1966595" y="2472690"/>
          <a:ext cx="5027295" cy="3494405"/>
        </p:xfrm>
        <a:graphic>
          <a:graphicData uri="http://schemas.openxmlformats.org/drawingml/2006/table">
            <a:tbl>
              <a:tblPr/>
              <a:tblGrid>
                <a:gridCol w="2648585"/>
                <a:gridCol w="2378710"/>
              </a:tblGrid>
              <a:tr h="898525">
                <a:tc>
                  <a:txBody>
                    <a:bodyPr wrap="square"/>
                    <a:lstStyle>
                      <a:lvl1pPr marL="342900" lvl="0" indent="-342900" algn="l" defTabSz="914400" eaLnBrk="1" fontAlgn="base" latinLnBrk="0" hangingPunct="1">
                        <a:lnSpc>
                          <a:spcPct val="100000"/>
                        </a:lnSpc>
                        <a:spcBef>
                          <a:spcPct val="20000"/>
                        </a:spcBef>
                        <a:spcAft>
                          <a:spcPct val="0"/>
                        </a:spcAft>
                        <a:buSzPct val="90000"/>
                        <a:buBlip>
                          <a:blip r:embed="rId1"/>
                        </a:buBlip>
                        <a:defRPr sz="2800" b="1" i="0" u="none" kern="1200" baseline="0">
                          <a:solidFill>
                            <a:srgbClr val="000000"/>
                          </a:solidFill>
                          <a:latin typeface="Tahoma" pitchFamily="2" charset="0"/>
                          <a:ea typeface="宋体" panose="02010600030101010101" pitchFamily="2" charset="-122"/>
                        </a:defRPr>
                      </a:lvl1pPr>
                      <a:lvl2pPr marL="742950" lvl="1" indent="-285750">
                        <a:buBlip>
                          <a:blip r:embed="rId2"/>
                        </a:buBlip>
                        <a:defRPr sz="2400" kern="1200"/>
                      </a:lvl2pPr>
                      <a:lvl3pPr marL="1143000" lvl="2" indent="-228600">
                        <a:buBlip>
                          <a:blip r:embed="rId3"/>
                        </a:buBlip>
                        <a:defRPr sz="2000" kern="1200"/>
                      </a:lvl3pPr>
                      <a:lvl4pPr marL="1600200" lvl="3" indent="-228600">
                        <a:buBlip>
                          <a:blip r:embed="rId4"/>
                        </a:buBlip>
                        <a:defRPr sz="1800" kern="1200"/>
                      </a:lvl4pPr>
                      <a:lvl5pPr marL="2057400" lvl="4" indent="-228600">
                        <a:buBlip>
                          <a:blip r:embed="rId5"/>
                        </a:buBlip>
                        <a:defRPr sz="1800" kern="1200"/>
                      </a:lvl5pPr>
                    </a:lstStyle>
                    <a:p>
                      <a:pPr marL="0" lvl="0" indent="0">
                        <a:buNone/>
                      </a:pPr>
                      <a:r>
                        <a:rPr lang="en-US" altLang="zh-CN" sz="2400">
                          <a:latin typeface="Times New Roman" panose="02020603050405020304" charset="0"/>
                        </a:rPr>
                        <a:t>         </a:t>
                      </a:r>
                      <a:r>
                        <a:rPr lang="x-none" altLang="en-US" sz="2400">
                          <a:latin typeface="Times New Roman" panose="02020603050405020304" charset="0"/>
                        </a:rPr>
                        <a:t>用户</a:t>
                      </a:r>
                      <a:endParaRPr lang="x-none" altLang="en-US" sz="2400">
                        <a:latin typeface="Times New Roman" panose="02020603050405020304" charset="0"/>
                      </a:endParaRPr>
                    </a:p>
                    <a:p>
                      <a:pPr marL="0" lvl="0" indent="0">
                        <a:buNone/>
                      </a:pPr>
                      <a:r>
                        <a:rPr lang="x-none" altLang="zh-CN" sz="2400">
                          <a:latin typeface="Times New Roman" panose="02020603050405020304" charset="0"/>
                        </a:rPr>
                        <a:t>文件</a:t>
                      </a:r>
                      <a:endParaRPr lang="x-none" altLang="zh-CN" sz="2400">
                        <a:latin typeface="Times New Roman" panose="02020603050405020304" charset="0"/>
                      </a:endParaRPr>
                    </a:p>
                  </a:txBody>
                  <a:tcPr vert="horz" anchor="ctr" anchorCtr="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w="12700" cap="rnd" cmpd="sng">
                      <a:solidFill>
                        <a:schemeClr val="tx1"/>
                      </a:solidFill>
                      <a:prstDash val="solid"/>
                      <a:headEnd type="none" w="med" len="med"/>
                      <a:tailEnd type="none" w="med" len="med"/>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SzPct val="90000"/>
                        <a:buBlip>
                          <a:blip r:embed="rId1"/>
                        </a:buBlip>
                        <a:defRPr sz="2800" b="1" i="0" u="none" kern="1200" baseline="0">
                          <a:solidFill>
                            <a:srgbClr val="000000"/>
                          </a:solidFill>
                          <a:latin typeface="Tahoma" pitchFamily="2" charset="0"/>
                          <a:ea typeface="宋体" panose="02010600030101010101" pitchFamily="2" charset="-122"/>
                        </a:defRPr>
                      </a:lvl1pPr>
                      <a:lvl2pPr marL="742950" lvl="1" indent="-285750">
                        <a:buBlip>
                          <a:blip r:embed="rId2"/>
                        </a:buBlip>
                        <a:defRPr sz="2400" kern="1200"/>
                      </a:lvl2pPr>
                      <a:lvl3pPr marL="1143000" lvl="2" indent="-228600">
                        <a:buBlip>
                          <a:blip r:embed="rId3"/>
                        </a:buBlip>
                        <a:defRPr sz="2000" kern="1200"/>
                      </a:lvl3pPr>
                      <a:lvl4pPr marL="1600200" lvl="3" indent="-228600">
                        <a:buBlip>
                          <a:blip r:embed="rId4"/>
                        </a:buBlip>
                        <a:defRPr sz="1800" kern="1200"/>
                      </a:lvl4pPr>
                      <a:lvl5pPr marL="2057400" lvl="4" indent="-228600">
                        <a:buBlip>
                          <a:blip r:embed="rId5"/>
                        </a:buBlip>
                        <a:defRPr sz="1800" kern="1200"/>
                      </a:lvl5pPr>
                    </a:lstStyle>
                    <a:p>
                      <a:pPr marL="0" lvl="0" indent="0">
                        <a:buNone/>
                      </a:pPr>
                      <a:r>
                        <a:rPr lang="zh-CN" altLang="en-US">
                          <a:latin typeface="Times New Roman" panose="02020603050405020304" charset="0"/>
                        </a:rPr>
                        <a:t>用户</a:t>
                      </a:r>
                      <a:r>
                        <a:rPr lang="x-none" altLang="en-US">
                          <a:latin typeface="Times New Roman" panose="02020603050405020304" charset="0"/>
                        </a:rPr>
                        <a:t>组</a:t>
                      </a:r>
                      <a:r>
                        <a:rPr lang="en-US" altLang="x-none">
                          <a:latin typeface="Times New Roman" panose="02020603050405020304" charset="0"/>
                        </a:rPr>
                        <a:t>A</a:t>
                      </a:r>
                      <a:endParaRPr lang="en-US" altLang="x-none">
                        <a:latin typeface="Times New Roman" panose="02020603050405020304" charset="0"/>
                      </a:endParaRPr>
                    </a:p>
                  </a:txBody>
                  <a:tcPr vert="horz" anchor="ctr" anchorCtr="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520700">
                <a:tc>
                  <a:txBody>
                    <a:bodyPr wrap="square"/>
                    <a:lstStyle>
                      <a:lvl1pPr marL="342900" lvl="0" indent="-342900" algn="l" defTabSz="914400" eaLnBrk="1" fontAlgn="base" latinLnBrk="0" hangingPunct="1">
                        <a:lnSpc>
                          <a:spcPct val="100000"/>
                        </a:lnSpc>
                        <a:spcBef>
                          <a:spcPct val="20000"/>
                        </a:spcBef>
                        <a:spcAft>
                          <a:spcPct val="0"/>
                        </a:spcAft>
                        <a:buSzPct val="90000"/>
                        <a:buBlip>
                          <a:blip r:embed="rId1"/>
                        </a:buBlip>
                        <a:defRPr sz="2800" b="1" i="0" u="none" kern="1200" baseline="0">
                          <a:solidFill>
                            <a:srgbClr val="000000"/>
                          </a:solidFill>
                          <a:latin typeface="Tahoma" pitchFamily="2" charset="0"/>
                          <a:ea typeface="宋体" panose="02010600030101010101" pitchFamily="2" charset="-122"/>
                        </a:defRPr>
                      </a:lvl1pPr>
                      <a:lvl2pPr marL="742950" lvl="1" indent="-285750">
                        <a:buBlip>
                          <a:blip r:embed="rId2"/>
                        </a:buBlip>
                        <a:defRPr sz="2400" kern="1200"/>
                      </a:lvl2pPr>
                      <a:lvl3pPr marL="1143000" lvl="2" indent="-228600">
                        <a:buBlip>
                          <a:blip r:embed="rId3"/>
                        </a:buBlip>
                        <a:defRPr sz="2000" kern="1200"/>
                      </a:lvl3pPr>
                      <a:lvl4pPr marL="1600200" lvl="3" indent="-228600">
                        <a:buBlip>
                          <a:blip r:embed="rId4"/>
                        </a:buBlip>
                        <a:defRPr sz="1800" kern="1200"/>
                      </a:lvl4pPr>
                      <a:lvl5pPr marL="2057400" lvl="4" indent="-228600">
                        <a:buBlip>
                          <a:blip r:embed="rId5"/>
                        </a:buBlip>
                        <a:defRPr sz="1800" kern="1200"/>
                      </a:lvl5pPr>
                    </a:lstStyle>
                    <a:p>
                      <a:pPr marL="0" lvl="0" indent="0">
                        <a:buNone/>
                      </a:pPr>
                      <a:r>
                        <a:rPr lang="x-none" altLang="en-US">
                          <a:latin typeface="Times New Roman" panose="02020603050405020304" charset="0"/>
                        </a:rPr>
                        <a:t>sqrt</a:t>
                      </a:r>
                      <a:endParaRPr lang="x-none" altLang="en-US">
                        <a:latin typeface="Times New Roman" panose="02020603050405020304" charset="0"/>
                      </a:endParaRPr>
                    </a:p>
                  </a:txBody>
                  <a:tcPr vert="horz" anchor="ctr" anchorCtr="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SzPct val="90000"/>
                        <a:buBlip>
                          <a:blip r:embed="rId1"/>
                        </a:buBlip>
                        <a:defRPr sz="2800" b="1" i="0" u="none" kern="1200" baseline="0">
                          <a:solidFill>
                            <a:srgbClr val="000000"/>
                          </a:solidFill>
                          <a:latin typeface="Tahoma" pitchFamily="2" charset="0"/>
                          <a:ea typeface="宋体" panose="02010600030101010101" pitchFamily="2" charset="-122"/>
                        </a:defRPr>
                      </a:lvl1pPr>
                      <a:lvl2pPr marL="742950" lvl="1" indent="-285750">
                        <a:buBlip>
                          <a:blip r:embed="rId2"/>
                        </a:buBlip>
                        <a:defRPr sz="2400" kern="1200"/>
                      </a:lvl2pPr>
                      <a:lvl3pPr marL="1143000" lvl="2" indent="-228600">
                        <a:buBlip>
                          <a:blip r:embed="rId3"/>
                        </a:buBlip>
                        <a:defRPr sz="2000" kern="1200"/>
                      </a:lvl3pPr>
                      <a:lvl4pPr marL="1600200" lvl="3" indent="-228600">
                        <a:buBlip>
                          <a:blip r:embed="rId4"/>
                        </a:buBlip>
                        <a:defRPr sz="1800" kern="1200"/>
                      </a:lvl4pPr>
                      <a:lvl5pPr marL="2057400" lvl="4" indent="-228600">
                        <a:buBlip>
                          <a:blip r:embed="rId5"/>
                        </a:buBlip>
                        <a:defRPr sz="1800" kern="1200"/>
                      </a:lvl5pPr>
                    </a:lstStyle>
                    <a:p>
                      <a:pPr marL="0" lvl="0" indent="0">
                        <a:buNone/>
                      </a:pPr>
                      <a:r>
                        <a:rPr lang="x-none" altLang="en-US">
                          <a:latin typeface="Times New Roman" panose="02020603050405020304" charset="0"/>
                        </a:rPr>
                        <a:t>RW</a:t>
                      </a:r>
                      <a:endParaRPr lang="x-none" altLang="en-US">
                        <a:latin typeface="Times New Roman" panose="02020603050405020304" charset="0"/>
                      </a:endParaRPr>
                    </a:p>
                  </a:txBody>
                  <a:tcPr vert="horz" anchor="ctr" anchorCtr="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520700">
                <a:tc>
                  <a:txBody>
                    <a:bodyPr wrap="square"/>
                    <a:lstStyle>
                      <a:lvl1pPr marL="342900" lvl="0" indent="-342900" algn="l" defTabSz="914400" eaLnBrk="1" fontAlgn="base" latinLnBrk="0" hangingPunct="1">
                        <a:lnSpc>
                          <a:spcPct val="100000"/>
                        </a:lnSpc>
                        <a:spcBef>
                          <a:spcPct val="20000"/>
                        </a:spcBef>
                        <a:spcAft>
                          <a:spcPct val="0"/>
                        </a:spcAft>
                        <a:buSzPct val="90000"/>
                        <a:buBlip>
                          <a:blip r:embed="rId1"/>
                        </a:buBlip>
                        <a:defRPr sz="2800" b="1" i="0" u="none" kern="1200" baseline="0">
                          <a:solidFill>
                            <a:srgbClr val="000000"/>
                          </a:solidFill>
                          <a:latin typeface="Tahoma" pitchFamily="2" charset="0"/>
                          <a:ea typeface="宋体" panose="02010600030101010101" pitchFamily="2" charset="-122"/>
                        </a:defRPr>
                      </a:lvl1pPr>
                      <a:lvl2pPr marL="742950" lvl="1" indent="-285750">
                        <a:buBlip>
                          <a:blip r:embed="rId2"/>
                        </a:buBlip>
                        <a:defRPr sz="2400" kern="1200"/>
                      </a:lvl2pPr>
                      <a:lvl3pPr marL="1143000" lvl="2" indent="-228600">
                        <a:buBlip>
                          <a:blip r:embed="rId3"/>
                        </a:buBlip>
                        <a:defRPr sz="2000" kern="1200"/>
                      </a:lvl3pPr>
                      <a:lvl4pPr marL="1600200" lvl="3" indent="-228600">
                        <a:buBlip>
                          <a:blip r:embed="rId4"/>
                        </a:buBlip>
                        <a:defRPr sz="1800" kern="1200"/>
                      </a:lvl4pPr>
                      <a:lvl5pPr marL="2057400" lvl="4" indent="-228600">
                        <a:buBlip>
                          <a:blip r:embed="rId5"/>
                        </a:buBlip>
                        <a:defRPr sz="1800" kern="1200"/>
                      </a:lvl5pPr>
                    </a:lstStyle>
                    <a:p>
                      <a:pPr marL="0" lvl="0" indent="0">
                        <a:buNone/>
                      </a:pPr>
                      <a:r>
                        <a:rPr lang="x-none" altLang="en-US">
                          <a:latin typeface="Times New Roman" panose="02020603050405020304" charset="0"/>
                        </a:rPr>
                        <a:t>test</a:t>
                      </a:r>
                      <a:endParaRPr lang="x-none" altLang="en-US">
                        <a:latin typeface="Times New Roman" panose="02020603050405020304" charset="0"/>
                      </a:endParaRPr>
                    </a:p>
                  </a:txBody>
                  <a:tcPr vert="horz" anchor="ctr" anchorCtr="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SzPct val="90000"/>
                        <a:buBlip>
                          <a:blip r:embed="rId1"/>
                        </a:buBlip>
                        <a:defRPr sz="2800" b="1" i="0" u="none" kern="1200" baseline="0">
                          <a:solidFill>
                            <a:srgbClr val="000000"/>
                          </a:solidFill>
                          <a:latin typeface="Tahoma" pitchFamily="2" charset="0"/>
                          <a:ea typeface="宋体" panose="02010600030101010101" pitchFamily="2" charset="-122"/>
                        </a:defRPr>
                      </a:lvl1pPr>
                      <a:lvl2pPr marL="742950" lvl="1" indent="-285750">
                        <a:buBlip>
                          <a:blip r:embed="rId2"/>
                        </a:buBlip>
                        <a:defRPr sz="2400" kern="1200"/>
                      </a:lvl2pPr>
                      <a:lvl3pPr marL="1143000" lvl="2" indent="-228600">
                        <a:buBlip>
                          <a:blip r:embed="rId3"/>
                        </a:buBlip>
                        <a:defRPr sz="2000" kern="1200"/>
                      </a:lvl3pPr>
                      <a:lvl4pPr marL="1600200" lvl="3" indent="-228600">
                        <a:buBlip>
                          <a:blip r:embed="rId4"/>
                        </a:buBlip>
                        <a:defRPr sz="1800" kern="1200"/>
                      </a:lvl4pPr>
                      <a:lvl5pPr marL="2057400" lvl="4" indent="-228600">
                        <a:buBlip>
                          <a:blip r:embed="rId5"/>
                        </a:buBlip>
                        <a:defRPr sz="1800" kern="1200"/>
                      </a:lvl5pPr>
                    </a:lstStyle>
                    <a:p>
                      <a:pPr marL="0" lvl="0" indent="0">
                        <a:buNone/>
                      </a:pPr>
                      <a:r>
                        <a:rPr lang="x-none" altLang="en-US">
                          <a:latin typeface="Times New Roman" panose="02020603050405020304" charset="0"/>
                        </a:rPr>
                        <a:t>R</a:t>
                      </a:r>
                      <a:endParaRPr lang="x-none" altLang="en-US">
                        <a:latin typeface="Times New Roman" panose="02020603050405020304" charset="0"/>
                      </a:endParaRPr>
                    </a:p>
                  </a:txBody>
                  <a:tcPr vert="horz" anchor="ctr" anchorCtr="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517525">
                <a:tc>
                  <a:txBody>
                    <a:bodyPr wrap="square"/>
                    <a:lstStyle>
                      <a:lvl1pPr marL="342900" lvl="0" indent="-342900" algn="l" defTabSz="914400" eaLnBrk="1" fontAlgn="base" latinLnBrk="0" hangingPunct="1">
                        <a:lnSpc>
                          <a:spcPct val="100000"/>
                        </a:lnSpc>
                        <a:spcBef>
                          <a:spcPct val="20000"/>
                        </a:spcBef>
                        <a:spcAft>
                          <a:spcPct val="0"/>
                        </a:spcAft>
                        <a:buSzPct val="90000"/>
                        <a:buBlip>
                          <a:blip r:embed="rId1"/>
                        </a:buBlip>
                        <a:defRPr sz="2800" b="1" i="0" u="none" kern="1200" baseline="0">
                          <a:solidFill>
                            <a:srgbClr val="000000"/>
                          </a:solidFill>
                          <a:latin typeface="Tahoma" pitchFamily="2" charset="0"/>
                          <a:ea typeface="宋体" panose="02010600030101010101" pitchFamily="2" charset="-122"/>
                        </a:defRPr>
                      </a:lvl1pPr>
                      <a:lvl2pPr marL="742950" lvl="1" indent="-285750">
                        <a:buBlip>
                          <a:blip r:embed="rId2"/>
                        </a:buBlip>
                        <a:defRPr sz="2400" kern="1200"/>
                      </a:lvl2pPr>
                      <a:lvl3pPr marL="1143000" lvl="2" indent="-228600">
                        <a:buBlip>
                          <a:blip r:embed="rId3"/>
                        </a:buBlip>
                        <a:defRPr sz="2000" kern="1200"/>
                      </a:lvl3pPr>
                      <a:lvl4pPr marL="1600200" lvl="3" indent="-228600">
                        <a:buBlip>
                          <a:blip r:embed="rId4"/>
                        </a:buBlip>
                        <a:defRPr sz="1800" kern="1200"/>
                      </a:lvl4pPr>
                      <a:lvl5pPr marL="2057400" lvl="4" indent="-228600">
                        <a:buBlip>
                          <a:blip r:embed="rId5"/>
                        </a:buBlip>
                        <a:defRPr sz="1800" kern="1200"/>
                      </a:lvl5pPr>
                    </a:lstStyle>
                    <a:p>
                      <a:pPr marL="0" lvl="0" indent="0">
                        <a:buNone/>
                      </a:pPr>
                      <a:r>
                        <a:rPr lang="x-none" altLang="en-US">
                          <a:latin typeface="Times New Roman" panose="02020603050405020304" charset="0"/>
                        </a:rPr>
                        <a:t>alpha</a:t>
                      </a:r>
                      <a:endParaRPr lang="x-none" altLang="en-US">
                        <a:latin typeface="Times New Roman" panose="02020603050405020304" charset="0"/>
                      </a:endParaRPr>
                    </a:p>
                  </a:txBody>
                  <a:tcPr vert="horz" anchor="ctr" anchorCtr="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SzPct val="90000"/>
                        <a:buBlip>
                          <a:blip r:embed="rId1"/>
                        </a:buBlip>
                        <a:defRPr sz="2800" b="1" i="0" u="none" kern="1200" baseline="0">
                          <a:solidFill>
                            <a:srgbClr val="000000"/>
                          </a:solidFill>
                          <a:latin typeface="Tahoma" pitchFamily="2" charset="0"/>
                          <a:ea typeface="宋体" panose="02010600030101010101" pitchFamily="2" charset="-122"/>
                        </a:defRPr>
                      </a:lvl1pPr>
                      <a:lvl2pPr marL="742950" lvl="1" indent="-285750">
                        <a:buBlip>
                          <a:blip r:embed="rId2"/>
                        </a:buBlip>
                        <a:defRPr sz="2400" kern="1200"/>
                      </a:lvl2pPr>
                      <a:lvl3pPr marL="1143000" lvl="2" indent="-228600">
                        <a:buBlip>
                          <a:blip r:embed="rId3"/>
                        </a:buBlip>
                        <a:defRPr sz="2000" kern="1200"/>
                      </a:lvl3pPr>
                      <a:lvl4pPr marL="1600200" lvl="3" indent="-228600">
                        <a:buBlip>
                          <a:blip r:embed="rId4"/>
                        </a:buBlip>
                        <a:defRPr sz="1800" kern="1200"/>
                      </a:lvl4pPr>
                      <a:lvl5pPr marL="2057400" lvl="4" indent="-228600">
                        <a:buBlip>
                          <a:blip r:embed="rId5"/>
                        </a:buBlip>
                        <a:defRPr sz="1800" kern="1200"/>
                      </a:lvl5pPr>
                    </a:lstStyle>
                    <a:p>
                      <a:pPr marL="0" lvl="0" indent="0">
                        <a:buNone/>
                      </a:pPr>
                      <a:r>
                        <a:rPr lang="x-none">
                          <a:latin typeface="Times New Roman" panose="02020603050405020304" charset="0"/>
                        </a:rPr>
                        <a:t>RE</a:t>
                      </a:r>
                      <a:endParaRPr lang="x-none">
                        <a:latin typeface="Times New Roman" panose="02020603050405020304" charset="0"/>
                      </a:endParaRPr>
                    </a:p>
                  </a:txBody>
                  <a:tcPr vert="horz" anchor="ctr" anchorCtr="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517525">
                <a:tc>
                  <a:txBody>
                    <a:bodyPr/>
                    <a:p>
                      <a:pPr marL="0" lvl="0" algn="l">
                        <a:spcBef>
                          <a:spcPct val="20000"/>
                        </a:spcBef>
                        <a:buSzPct val="90000"/>
                        <a:buNone/>
                      </a:pPr>
                      <a:r>
                        <a:rPr lang="x-none" altLang="en-US" sz="2800" b="1">
                          <a:solidFill>
                            <a:srgbClr val="000000"/>
                          </a:solidFill>
                          <a:latin typeface="Times New Roman" panose="02020603050405020304" charset="0"/>
                          <a:ea typeface="宋体" panose="02010600030101010101" pitchFamily="2" charset="-122"/>
                        </a:rPr>
                        <a:t>...</a:t>
                      </a:r>
                      <a:endParaRPr lang="x-none" altLang="en-US" sz="2800" b="1">
                        <a:solidFill>
                          <a:srgbClr val="000000"/>
                        </a:solidFill>
                        <a:latin typeface="Times New Roman" panose="02020603050405020304" charset="0"/>
                        <a:ea typeface="宋体" panose="02010600030101010101" pitchFamily="2" charset="-122"/>
                      </a:endParaRPr>
                    </a:p>
                  </a:txBody>
                  <a:tcPr vert="horz" anchor="ctr" anchorCtr="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p>
                      <a:pPr marL="0" lvl="0" algn="ctr">
                        <a:spcBef>
                          <a:spcPct val="20000"/>
                        </a:spcBef>
                        <a:buSzPct val="90000"/>
                        <a:buNone/>
                      </a:pPr>
                      <a:r>
                        <a:rPr lang="x-none" altLang="en-US" sz="2800" b="1">
                          <a:solidFill>
                            <a:srgbClr val="000000"/>
                          </a:solidFill>
                          <a:latin typeface="Times New Roman" panose="02020603050405020304" charset="0"/>
                          <a:ea typeface="宋体" panose="02010600030101010101" pitchFamily="2" charset="-122"/>
                        </a:rPr>
                        <a:t>...</a:t>
                      </a:r>
                      <a:endParaRPr lang="x-none" altLang="en-US" sz="2800" b="1">
                        <a:solidFill>
                          <a:srgbClr val="000000"/>
                        </a:solidFill>
                        <a:latin typeface="Times New Roman" panose="02020603050405020304" charset="0"/>
                        <a:ea typeface="宋体" panose="02010600030101010101" pitchFamily="2" charset="-122"/>
                      </a:endParaRPr>
                    </a:p>
                  </a:txBody>
                  <a:tcPr vert="horz" anchor="ctr" anchorCtr="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517525">
                <a:tc>
                  <a:txBody>
                    <a:bodyPr/>
                    <a:p>
                      <a:pPr marL="0" lvl="0" algn="l">
                        <a:spcBef>
                          <a:spcPct val="20000"/>
                        </a:spcBef>
                        <a:buSzPct val="90000"/>
                        <a:buNone/>
                      </a:pPr>
                      <a:r>
                        <a:rPr lang="x-none" altLang="en-US" sz="2800" b="1">
                          <a:solidFill>
                            <a:srgbClr val="000000"/>
                          </a:solidFill>
                          <a:latin typeface="Times New Roman" panose="02020603050405020304" charset="0"/>
                          <a:ea typeface="宋体" panose="02010600030101010101" pitchFamily="2" charset="-122"/>
                        </a:rPr>
                        <a:t>abc</a:t>
                      </a:r>
                      <a:endParaRPr lang="x-none" altLang="en-US" sz="2800" b="1">
                        <a:solidFill>
                          <a:srgbClr val="000000"/>
                        </a:solidFill>
                        <a:latin typeface="Times New Roman" panose="02020603050405020304" charset="0"/>
                        <a:ea typeface="宋体" panose="02010600030101010101" pitchFamily="2" charset="-122"/>
                      </a:endParaRPr>
                    </a:p>
                  </a:txBody>
                  <a:tcPr vert="horz" anchor="ctr" anchorCtr="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p>
                      <a:pPr marL="0" lvl="0" algn="ctr">
                        <a:spcBef>
                          <a:spcPct val="20000"/>
                        </a:spcBef>
                        <a:buSzPct val="90000"/>
                        <a:buNone/>
                      </a:pPr>
                      <a:r>
                        <a:rPr lang="x-none" altLang="en-US" sz="2800" b="1">
                          <a:solidFill>
                            <a:srgbClr val="000000"/>
                          </a:solidFill>
                          <a:latin typeface="Times New Roman" panose="02020603050405020304" charset="0"/>
                          <a:ea typeface="宋体" panose="02010600030101010101" pitchFamily="2" charset="-122"/>
                        </a:rPr>
                        <a:t>RW</a:t>
                      </a:r>
                      <a:endParaRPr lang="x-none" altLang="en-US" sz="2800" b="1">
                        <a:solidFill>
                          <a:srgbClr val="000000"/>
                        </a:solidFill>
                        <a:latin typeface="Times New Roman" panose="02020603050405020304" charset="0"/>
                        <a:ea typeface="宋体" panose="02010600030101010101" pitchFamily="2" charset="-122"/>
                      </a:endParaRPr>
                    </a:p>
                  </a:txBody>
                  <a:tcPr vert="horz" anchor="ctr" anchorCtr="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3491" name="文本占位符 63490"/>
          <p:cNvSpPr>
            <a:spLocks noGrp="1"/>
          </p:cNvSpPr>
          <p:nvPr>
            <p:ph idx="1"/>
          </p:nvPr>
        </p:nvSpPr>
        <p:spPr>
          <a:xfrm>
            <a:off x="402908" y="952818"/>
            <a:ext cx="8388350" cy="1381760"/>
          </a:xfrm>
        </p:spPr>
        <p:txBody>
          <a:bodyPr wrap="square">
            <a:spAutoFit/>
          </a:bodyPr>
          <a:p>
            <a:pPr fontAlgn="base"/>
            <a:r>
              <a:rPr lang="zh-CN" altLang="en-US" sz="2800">
                <a:solidFill>
                  <a:schemeClr val="tx1"/>
                </a:solidFill>
                <a:effectLst/>
                <a:latin typeface="Times New Roman" panose="02020603050405020304" charset="0"/>
                <a:sym typeface="+mn-ea"/>
              </a:rPr>
              <a:t>(</a:t>
            </a:r>
            <a:r>
              <a:rPr lang="x-none" altLang="zh-CN" sz="2800">
                <a:solidFill>
                  <a:schemeClr val="tx1"/>
                </a:solidFill>
                <a:effectLst/>
                <a:latin typeface="Times New Roman" panose="02020603050405020304" charset="0"/>
                <a:sym typeface="+mn-ea"/>
              </a:rPr>
              <a:t>3</a:t>
            </a:r>
            <a:r>
              <a:rPr lang="zh-CN" altLang="en-US" sz="2800">
                <a:solidFill>
                  <a:schemeClr val="tx1"/>
                </a:solidFill>
                <a:effectLst/>
                <a:latin typeface="Times New Roman" panose="02020603050405020304" charset="0"/>
                <a:sym typeface="+mn-ea"/>
              </a:rPr>
              <a:t>) 用户权限表</a:t>
            </a:r>
            <a:endParaRPr lang="zh-CN" altLang="en-US" sz="2800" strike="noStrike" noProof="1" dirty="0">
              <a:effectLst/>
              <a:latin typeface="Times New Roman" panose="02020603050405020304" charset="0"/>
            </a:endParaRPr>
          </a:p>
          <a:p>
            <a:pPr algn="l" fontAlgn="base">
              <a:buNone/>
            </a:pPr>
            <a:r>
              <a:rPr lang="x-none" altLang="zh-CN" sz="2800" dirty="0">
                <a:solidFill>
                  <a:schemeClr val="tx1"/>
                </a:solidFill>
                <a:effectLst/>
                <a:latin typeface="Times New Roman" panose="02020603050405020304" charset="0"/>
                <a:sym typeface="+mn-ea"/>
              </a:rPr>
              <a:t>		   将一个用户或用户组的所有相关文件集中存放在一起</a:t>
            </a:r>
            <a:endParaRPr lang="zh-CN" altLang="en-US" sz="2800" strike="noStrike" noProof="1">
              <a:solidFill>
                <a:schemeClr val="tx1"/>
              </a:solidFill>
              <a:effectLst/>
              <a:latin typeface="Times New Roman" panose="02020603050405020304" charset="0"/>
            </a:endParaRPr>
          </a:p>
        </p:txBody>
      </p:sp>
      <p:graphicFrame>
        <p:nvGraphicFramePr>
          <p:cNvPr id="63492" name="表格 63491"/>
          <p:cNvGraphicFramePr/>
          <p:nvPr/>
        </p:nvGraphicFramePr>
        <p:xfrm>
          <a:off x="1064895" y="2421890"/>
          <a:ext cx="7131050" cy="1416685"/>
        </p:xfrm>
        <a:graphic>
          <a:graphicData uri="http://schemas.openxmlformats.org/drawingml/2006/table">
            <a:tbl>
              <a:tblPr/>
              <a:tblGrid>
                <a:gridCol w="2093595"/>
                <a:gridCol w="1431290"/>
                <a:gridCol w="1259205"/>
                <a:gridCol w="1113790"/>
                <a:gridCol w="1233170"/>
              </a:tblGrid>
              <a:tr h="741045">
                <a:tc>
                  <a:txBody>
                    <a:bodyPr wrap="square"/>
                    <a:lstStyle>
                      <a:lvl1pPr marL="342900" lvl="0" indent="-342900" algn="l" defTabSz="914400" eaLnBrk="1" fontAlgn="base" latinLnBrk="0" hangingPunct="1">
                        <a:lnSpc>
                          <a:spcPct val="100000"/>
                        </a:lnSpc>
                        <a:spcBef>
                          <a:spcPct val="20000"/>
                        </a:spcBef>
                        <a:spcAft>
                          <a:spcPct val="0"/>
                        </a:spcAft>
                        <a:buSzPct val="90000"/>
                        <a:buBlip>
                          <a:blip r:embed="rId1"/>
                        </a:buBlip>
                        <a:defRPr sz="2800" b="1" i="0" u="none" kern="1200" baseline="0">
                          <a:solidFill>
                            <a:srgbClr val="000000"/>
                          </a:solidFill>
                          <a:latin typeface="Tahoma" pitchFamily="2" charset="0"/>
                          <a:ea typeface="宋体" panose="02010600030101010101" pitchFamily="2" charset="-122"/>
                        </a:defRPr>
                      </a:lvl1pPr>
                      <a:lvl2pPr marL="742950" lvl="1" indent="-285750">
                        <a:buBlip>
                          <a:blip r:embed="rId2"/>
                        </a:buBlip>
                        <a:defRPr sz="2400" kern="1200"/>
                      </a:lvl2pPr>
                      <a:lvl3pPr marL="1143000" lvl="2" indent="-228600">
                        <a:buBlip>
                          <a:blip r:embed="rId3"/>
                        </a:buBlip>
                        <a:defRPr sz="2000" kern="1200"/>
                      </a:lvl3pPr>
                      <a:lvl4pPr marL="1600200" lvl="3" indent="-228600">
                        <a:buBlip>
                          <a:blip r:embed="rId4"/>
                        </a:buBlip>
                        <a:defRPr sz="1800" kern="1200"/>
                      </a:lvl4pPr>
                      <a:lvl5pPr marL="2057400" lvl="4" indent="-228600">
                        <a:buBlip>
                          <a:blip r:embed="rId5"/>
                        </a:buBlip>
                        <a:defRPr sz="1800" kern="1200"/>
                      </a:lvl5pPr>
                    </a:lstStyle>
                    <a:p>
                      <a:pPr marL="0" lvl="0" indent="0">
                        <a:buNone/>
                      </a:pPr>
                      <a:r>
                        <a:rPr lang="en-US" altLang="zh-CN" sz="2400">
                          <a:latin typeface="Times New Roman" panose="02020603050405020304" charset="0"/>
                        </a:rPr>
                        <a:t>         </a:t>
                      </a:r>
                      <a:r>
                        <a:rPr lang="zh-CN" altLang="en-US" sz="2400">
                          <a:latin typeface="Times New Roman" panose="02020603050405020304" charset="0"/>
                        </a:rPr>
                        <a:t>文件</a:t>
                      </a:r>
                      <a:endParaRPr lang="zh-CN" altLang="en-US" sz="2400">
                        <a:latin typeface="Times New Roman" panose="02020603050405020304" charset="0"/>
                      </a:endParaRPr>
                    </a:p>
                    <a:p>
                      <a:pPr marL="0" lvl="0" indent="0">
                        <a:buNone/>
                      </a:pPr>
                      <a:r>
                        <a:rPr lang="zh-CN" altLang="en-US" sz="2400">
                          <a:latin typeface="Times New Roman" panose="02020603050405020304" charset="0"/>
                        </a:rPr>
                        <a:t>用户</a:t>
                      </a:r>
                      <a:endParaRPr lang="zh-CN" altLang="en-US" sz="2400">
                        <a:latin typeface="Times New Roman" panose="02020603050405020304" charset="0"/>
                      </a:endParaRPr>
                    </a:p>
                  </a:txBody>
                  <a:tcPr vert="horz" anchor="ctr" anchorCtr="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w="12700" cap="rnd" cmpd="sng">
                      <a:solidFill>
                        <a:schemeClr val="tx1"/>
                      </a:solidFill>
                      <a:prstDash val="solid"/>
                      <a:headEnd type="none" w="med" len="med"/>
                      <a:tailEnd type="none" w="med" len="med"/>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SzPct val="90000"/>
                        <a:buBlip>
                          <a:blip r:embed="rId1"/>
                        </a:buBlip>
                        <a:defRPr sz="2800" b="1" i="0" u="none" kern="1200" baseline="0">
                          <a:solidFill>
                            <a:srgbClr val="000000"/>
                          </a:solidFill>
                          <a:latin typeface="Tahoma" pitchFamily="2" charset="0"/>
                          <a:ea typeface="宋体" panose="02010600030101010101" pitchFamily="2" charset="-122"/>
                        </a:defRPr>
                      </a:lvl1pPr>
                      <a:lvl2pPr marL="742950" lvl="1" indent="-285750">
                        <a:buBlip>
                          <a:blip r:embed="rId2"/>
                        </a:buBlip>
                        <a:defRPr sz="2400" kern="1200"/>
                      </a:lvl2pPr>
                      <a:lvl3pPr marL="1143000" lvl="2" indent="-228600">
                        <a:buBlip>
                          <a:blip r:embed="rId3"/>
                        </a:buBlip>
                        <a:defRPr sz="2000" kern="1200"/>
                      </a:lvl3pPr>
                      <a:lvl4pPr marL="1600200" lvl="3" indent="-228600">
                        <a:buBlip>
                          <a:blip r:embed="rId4"/>
                        </a:buBlip>
                        <a:defRPr sz="1800" kern="1200"/>
                      </a:lvl4pPr>
                      <a:lvl5pPr marL="2057400" lvl="4" indent="-228600">
                        <a:buBlip>
                          <a:blip r:embed="rId5"/>
                        </a:buBlip>
                        <a:defRPr sz="1800" kern="1200"/>
                      </a:lvl5pPr>
                    </a:lstStyle>
                    <a:p>
                      <a:pPr marL="0" lvl="0" indent="0">
                        <a:buNone/>
                      </a:pPr>
                      <a:r>
                        <a:rPr lang="en-US" altLang="zh-CN">
                          <a:latin typeface="Times New Roman" panose="02020603050405020304" charset="0"/>
                        </a:rPr>
                        <a:t>file1</a:t>
                      </a:r>
                      <a:endParaRPr lang="en-US" altLang="zh-CN">
                        <a:latin typeface="Times New Roman" panose="02020603050405020304" charset="0"/>
                      </a:endParaRPr>
                    </a:p>
                  </a:txBody>
                  <a:tcPr vert="horz" anchor="ctr" anchorCtr="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SzPct val="90000"/>
                        <a:buBlip>
                          <a:blip r:embed="rId1"/>
                        </a:buBlip>
                        <a:defRPr sz="2800" b="1" i="0" u="none" kern="1200" baseline="0">
                          <a:solidFill>
                            <a:srgbClr val="000000"/>
                          </a:solidFill>
                          <a:latin typeface="Tahoma" pitchFamily="2" charset="0"/>
                          <a:ea typeface="宋体" panose="02010600030101010101" pitchFamily="2" charset="-122"/>
                        </a:defRPr>
                      </a:lvl1pPr>
                      <a:lvl2pPr marL="742950" lvl="1" indent="-285750">
                        <a:buBlip>
                          <a:blip r:embed="rId2"/>
                        </a:buBlip>
                        <a:defRPr sz="2400" kern="1200"/>
                      </a:lvl2pPr>
                      <a:lvl3pPr marL="1143000" lvl="2" indent="-228600">
                        <a:buBlip>
                          <a:blip r:embed="rId3"/>
                        </a:buBlip>
                        <a:defRPr sz="2000" kern="1200"/>
                      </a:lvl3pPr>
                      <a:lvl4pPr marL="1600200" lvl="3" indent="-228600">
                        <a:buBlip>
                          <a:blip r:embed="rId4"/>
                        </a:buBlip>
                        <a:defRPr sz="1800" kern="1200"/>
                      </a:lvl4pPr>
                      <a:lvl5pPr marL="2057400" lvl="4" indent="-228600">
                        <a:buBlip>
                          <a:blip r:embed="rId5"/>
                        </a:buBlip>
                        <a:defRPr sz="1800" kern="1200"/>
                      </a:lvl5pPr>
                    </a:lstStyle>
                    <a:p>
                      <a:pPr marL="0" lvl="0" indent="0">
                        <a:buNone/>
                      </a:pPr>
                      <a:r>
                        <a:rPr lang="en-US" altLang="zh-CN">
                          <a:latin typeface="Times New Roman" panose="02020603050405020304" charset="0"/>
                        </a:rPr>
                        <a:t>file2</a:t>
                      </a:r>
                      <a:endParaRPr lang="en-US" altLang="zh-CN">
                        <a:latin typeface="Times New Roman" panose="02020603050405020304" charset="0"/>
                      </a:endParaRPr>
                    </a:p>
                  </a:txBody>
                  <a:tcPr vert="horz" anchor="ctr" anchorCtr="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SzPct val="90000"/>
                        <a:buBlip>
                          <a:blip r:embed="rId1"/>
                        </a:buBlip>
                        <a:defRPr sz="2800" b="1" i="0" u="none" kern="1200" baseline="0">
                          <a:solidFill>
                            <a:srgbClr val="000000"/>
                          </a:solidFill>
                          <a:latin typeface="Tahoma" pitchFamily="2" charset="0"/>
                          <a:ea typeface="宋体" panose="02010600030101010101" pitchFamily="2" charset="-122"/>
                        </a:defRPr>
                      </a:lvl1pPr>
                      <a:lvl2pPr marL="742950" lvl="1" indent="-285750">
                        <a:buBlip>
                          <a:blip r:embed="rId2"/>
                        </a:buBlip>
                        <a:defRPr sz="2400" kern="1200"/>
                      </a:lvl2pPr>
                      <a:lvl3pPr marL="1143000" lvl="2" indent="-228600">
                        <a:buBlip>
                          <a:blip r:embed="rId3"/>
                        </a:buBlip>
                        <a:defRPr sz="2000" kern="1200"/>
                      </a:lvl3pPr>
                      <a:lvl4pPr marL="1600200" lvl="3" indent="-228600">
                        <a:buBlip>
                          <a:blip r:embed="rId4"/>
                        </a:buBlip>
                        <a:defRPr sz="1800" kern="1200"/>
                      </a:lvl4pPr>
                      <a:lvl5pPr marL="2057400" lvl="4" indent="-228600">
                        <a:buBlip>
                          <a:blip r:embed="rId5"/>
                        </a:buBlip>
                        <a:defRPr sz="1800" kern="1200"/>
                      </a:lvl5pPr>
                    </a:lstStyle>
                    <a:p>
                      <a:pPr marL="0" lvl="0" indent="0">
                        <a:buNone/>
                      </a:pPr>
                      <a:r>
                        <a:rPr lang="en-US" altLang="zh-CN">
                          <a:latin typeface="Times New Roman" panose="02020603050405020304" charset="0"/>
                        </a:rPr>
                        <a:t>file3</a:t>
                      </a:r>
                      <a:endParaRPr lang="en-US" altLang="zh-CN">
                        <a:latin typeface="Times New Roman" panose="02020603050405020304" charset="0"/>
                      </a:endParaRPr>
                    </a:p>
                  </a:txBody>
                  <a:tcPr vert="horz" anchor="ctr" anchorCtr="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SzPct val="90000"/>
                        <a:buBlip>
                          <a:blip r:embed="rId1"/>
                        </a:buBlip>
                        <a:defRPr sz="2800" b="1" i="0" u="none" kern="1200" baseline="0">
                          <a:solidFill>
                            <a:srgbClr val="000000"/>
                          </a:solidFill>
                          <a:latin typeface="Tahoma" pitchFamily="2" charset="0"/>
                          <a:ea typeface="宋体" panose="02010600030101010101" pitchFamily="2" charset="-122"/>
                        </a:defRPr>
                      </a:lvl1pPr>
                      <a:lvl2pPr marL="742950" lvl="1" indent="-285750">
                        <a:buBlip>
                          <a:blip r:embed="rId2"/>
                        </a:buBlip>
                        <a:defRPr sz="2400" kern="1200"/>
                      </a:lvl2pPr>
                      <a:lvl3pPr marL="1143000" lvl="2" indent="-228600">
                        <a:buBlip>
                          <a:blip r:embed="rId3"/>
                        </a:buBlip>
                        <a:defRPr sz="2000" kern="1200"/>
                      </a:lvl3pPr>
                      <a:lvl4pPr marL="1600200" lvl="3" indent="-228600">
                        <a:buBlip>
                          <a:blip r:embed="rId4"/>
                        </a:buBlip>
                        <a:defRPr sz="1800" kern="1200"/>
                      </a:lvl4pPr>
                      <a:lvl5pPr marL="2057400" lvl="4" indent="-228600">
                        <a:buBlip>
                          <a:blip r:embed="rId5"/>
                        </a:buBlip>
                        <a:defRPr sz="1800" kern="1200"/>
                      </a:lvl5pPr>
                    </a:lstStyle>
                    <a:p>
                      <a:pPr marL="0" lvl="0" indent="0">
                        <a:buNone/>
                      </a:pPr>
                      <a:r>
                        <a:rPr lang="en-US" altLang="zh-CN">
                          <a:latin typeface="Times New Roman" panose="02020603050405020304" charset="0"/>
                        </a:rPr>
                        <a:t>……</a:t>
                      </a:r>
                      <a:endParaRPr lang="en-US" altLang="zh-CN">
                        <a:latin typeface="Times New Roman" panose="02020603050405020304" charset="0"/>
                      </a:endParaRPr>
                    </a:p>
                  </a:txBody>
                  <a:tcPr vert="horz" anchor="ctr" anchorCtr="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520700">
                <a:tc>
                  <a:txBody>
                    <a:bodyPr wrap="square"/>
                    <a:lstStyle>
                      <a:lvl1pPr marL="342900" lvl="0" indent="-342900" algn="l" defTabSz="914400" eaLnBrk="1" fontAlgn="base" latinLnBrk="0" hangingPunct="1">
                        <a:lnSpc>
                          <a:spcPct val="100000"/>
                        </a:lnSpc>
                        <a:spcBef>
                          <a:spcPct val="20000"/>
                        </a:spcBef>
                        <a:spcAft>
                          <a:spcPct val="0"/>
                        </a:spcAft>
                        <a:buSzPct val="90000"/>
                        <a:buBlip>
                          <a:blip r:embed="rId1"/>
                        </a:buBlip>
                        <a:defRPr sz="2800" b="1" i="0" u="none" kern="1200" baseline="0">
                          <a:solidFill>
                            <a:srgbClr val="000000"/>
                          </a:solidFill>
                          <a:latin typeface="Tahoma" pitchFamily="2" charset="0"/>
                          <a:ea typeface="宋体" panose="02010600030101010101" pitchFamily="2" charset="-122"/>
                        </a:defRPr>
                      </a:lvl1pPr>
                      <a:lvl2pPr marL="742950" lvl="1" indent="-285750">
                        <a:buBlip>
                          <a:blip r:embed="rId2"/>
                        </a:buBlip>
                        <a:defRPr sz="2400" kern="1200"/>
                      </a:lvl2pPr>
                      <a:lvl3pPr marL="1143000" lvl="2" indent="-228600">
                        <a:buBlip>
                          <a:blip r:embed="rId3"/>
                        </a:buBlip>
                        <a:defRPr sz="2000" kern="1200"/>
                      </a:lvl3pPr>
                      <a:lvl4pPr marL="1600200" lvl="3" indent="-228600">
                        <a:buBlip>
                          <a:blip r:embed="rId4"/>
                        </a:buBlip>
                        <a:defRPr sz="1800" kern="1200"/>
                      </a:lvl4pPr>
                      <a:lvl5pPr marL="2057400" lvl="4" indent="-228600">
                        <a:buBlip>
                          <a:blip r:embed="rId5"/>
                        </a:buBlip>
                        <a:defRPr sz="1800" kern="1200"/>
                      </a:lvl5pPr>
                    </a:lstStyle>
                    <a:p>
                      <a:pPr marL="0" lvl="0" indent="0">
                        <a:buNone/>
                      </a:pPr>
                      <a:r>
                        <a:rPr lang="x-none" altLang="en-US">
                          <a:latin typeface="Times New Roman" panose="02020603050405020304" charset="0"/>
                        </a:rPr>
                        <a:t>用户(组)</a:t>
                      </a:r>
                      <a:r>
                        <a:rPr lang="en-US" altLang="x-none">
                          <a:latin typeface="Times New Roman" panose="02020603050405020304" charset="0"/>
                        </a:rPr>
                        <a:t>A</a:t>
                      </a:r>
                      <a:endParaRPr lang="en-US" altLang="x-none">
                        <a:latin typeface="Times New Roman" panose="02020603050405020304" charset="0"/>
                      </a:endParaRPr>
                    </a:p>
                  </a:txBody>
                  <a:tcPr vert="horz" anchor="ctr" anchorCtr="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SzPct val="90000"/>
                        <a:buBlip>
                          <a:blip r:embed="rId1"/>
                        </a:buBlip>
                        <a:defRPr sz="2800" b="1" i="0" u="none" kern="1200" baseline="0">
                          <a:solidFill>
                            <a:srgbClr val="000000"/>
                          </a:solidFill>
                          <a:latin typeface="Tahoma" pitchFamily="2" charset="0"/>
                          <a:ea typeface="宋体" panose="02010600030101010101" pitchFamily="2" charset="-122"/>
                        </a:defRPr>
                      </a:lvl1pPr>
                      <a:lvl2pPr marL="742950" lvl="1" indent="-285750">
                        <a:buBlip>
                          <a:blip r:embed="rId2"/>
                        </a:buBlip>
                        <a:defRPr sz="2400" kern="1200"/>
                      </a:lvl2pPr>
                      <a:lvl3pPr marL="1143000" lvl="2" indent="-228600">
                        <a:buBlip>
                          <a:blip r:embed="rId3"/>
                        </a:buBlip>
                        <a:defRPr sz="2000" kern="1200"/>
                      </a:lvl3pPr>
                      <a:lvl4pPr marL="1600200" lvl="3" indent="-228600">
                        <a:buBlip>
                          <a:blip r:embed="rId4"/>
                        </a:buBlip>
                        <a:defRPr sz="1800" kern="1200"/>
                      </a:lvl4pPr>
                      <a:lvl5pPr marL="2057400" lvl="4" indent="-228600">
                        <a:buBlip>
                          <a:blip r:embed="rId5"/>
                        </a:buBlip>
                        <a:defRPr sz="1800" kern="1200"/>
                      </a:lvl5pPr>
                    </a:lstStyle>
                    <a:p>
                      <a:pPr marL="0" lvl="0" indent="0">
                        <a:buNone/>
                      </a:pPr>
                      <a:r>
                        <a:rPr lang="en-US" altLang="zh-CN">
                          <a:latin typeface="Times New Roman" panose="02020603050405020304" charset="0"/>
                        </a:rPr>
                        <a:t>rw</a:t>
                      </a:r>
                      <a:endParaRPr lang="en-US" altLang="zh-CN">
                        <a:latin typeface="Times New Roman" panose="02020603050405020304" charset="0"/>
                      </a:endParaRPr>
                    </a:p>
                  </a:txBody>
                  <a:tcPr vert="horz" anchor="ctr" anchorCtr="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SzPct val="90000"/>
                        <a:buBlip>
                          <a:blip r:embed="rId1"/>
                        </a:buBlip>
                        <a:defRPr sz="2800" b="1" i="0" u="none" kern="1200" baseline="0">
                          <a:solidFill>
                            <a:srgbClr val="000000"/>
                          </a:solidFill>
                          <a:latin typeface="Tahoma" pitchFamily="2" charset="0"/>
                          <a:ea typeface="宋体" panose="02010600030101010101" pitchFamily="2" charset="-122"/>
                        </a:defRPr>
                      </a:lvl1pPr>
                      <a:lvl2pPr marL="742950" lvl="1" indent="-285750">
                        <a:buBlip>
                          <a:blip r:embed="rId2"/>
                        </a:buBlip>
                        <a:defRPr sz="2400" kern="1200"/>
                      </a:lvl2pPr>
                      <a:lvl3pPr marL="1143000" lvl="2" indent="-228600">
                        <a:buBlip>
                          <a:blip r:embed="rId3"/>
                        </a:buBlip>
                        <a:defRPr sz="2000" kern="1200"/>
                      </a:lvl3pPr>
                      <a:lvl4pPr marL="1600200" lvl="3" indent="-228600">
                        <a:buBlip>
                          <a:blip r:embed="rId4"/>
                        </a:buBlip>
                        <a:defRPr sz="1800" kern="1200"/>
                      </a:lvl4pPr>
                      <a:lvl5pPr marL="2057400" lvl="4" indent="-228600">
                        <a:buBlip>
                          <a:blip r:embed="rId5"/>
                        </a:buBlip>
                        <a:defRPr sz="1800" kern="1200"/>
                      </a:lvl5pPr>
                    </a:lstStyle>
                    <a:p>
                      <a:pPr marL="0" lvl="0" indent="0">
                        <a:buNone/>
                      </a:pPr>
                      <a:r>
                        <a:rPr lang="en-US" altLang="zh-CN">
                          <a:latin typeface="Times New Roman" panose="02020603050405020304" charset="0"/>
                        </a:rPr>
                        <a:t>r</a:t>
                      </a:r>
                      <a:endParaRPr lang="en-US" altLang="zh-CN">
                        <a:latin typeface="Times New Roman" panose="02020603050405020304" charset="0"/>
                      </a:endParaRPr>
                    </a:p>
                  </a:txBody>
                  <a:tcPr vert="horz" anchor="ctr" anchorCtr="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SzPct val="90000"/>
                        <a:buBlip>
                          <a:blip r:embed="rId1"/>
                        </a:buBlip>
                        <a:defRPr sz="2800" b="1" i="0" u="none" kern="1200" baseline="0">
                          <a:solidFill>
                            <a:srgbClr val="000000"/>
                          </a:solidFill>
                          <a:latin typeface="Tahoma" pitchFamily="2" charset="0"/>
                          <a:ea typeface="宋体" panose="02010600030101010101" pitchFamily="2" charset="-122"/>
                        </a:defRPr>
                      </a:lvl1pPr>
                      <a:lvl2pPr marL="742950" lvl="1" indent="-285750">
                        <a:buBlip>
                          <a:blip r:embed="rId2"/>
                        </a:buBlip>
                        <a:defRPr sz="2400" kern="1200"/>
                      </a:lvl2pPr>
                      <a:lvl3pPr marL="1143000" lvl="2" indent="-228600">
                        <a:buBlip>
                          <a:blip r:embed="rId3"/>
                        </a:buBlip>
                        <a:defRPr sz="2000" kern="1200"/>
                      </a:lvl3pPr>
                      <a:lvl4pPr marL="1600200" lvl="3" indent="-228600">
                        <a:buBlip>
                          <a:blip r:embed="rId4"/>
                        </a:buBlip>
                        <a:defRPr sz="1800" kern="1200"/>
                      </a:lvl4pPr>
                      <a:lvl5pPr marL="2057400" lvl="4" indent="-228600">
                        <a:buBlip>
                          <a:blip r:embed="rId5"/>
                        </a:buBlip>
                        <a:defRPr sz="1800" kern="1200"/>
                      </a:lvl5pPr>
                    </a:lstStyle>
                    <a:p>
                      <a:pPr marL="0" lvl="0" indent="0">
                        <a:buNone/>
                      </a:pPr>
                      <a:r>
                        <a:rPr lang="en-US" altLang="zh-CN">
                          <a:latin typeface="Times New Roman" panose="02020603050405020304" charset="0"/>
                        </a:rPr>
                        <a:t>w</a:t>
                      </a:r>
                      <a:endParaRPr lang="en-US" altLang="zh-CN">
                        <a:latin typeface="Times New Roman" panose="02020603050405020304" charset="0"/>
                      </a:endParaRPr>
                    </a:p>
                  </a:txBody>
                  <a:tcPr vert="horz" anchor="ctr" anchorCtr="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SzPct val="90000"/>
                        <a:buBlip>
                          <a:blip r:embed="rId1"/>
                        </a:buBlip>
                        <a:defRPr sz="2800" b="1" i="0" u="none" kern="1200" baseline="0">
                          <a:solidFill>
                            <a:srgbClr val="000000"/>
                          </a:solidFill>
                          <a:latin typeface="Tahoma" pitchFamily="2" charset="0"/>
                          <a:ea typeface="宋体" panose="02010600030101010101" pitchFamily="2" charset="-122"/>
                        </a:defRPr>
                      </a:lvl1pPr>
                      <a:lvl2pPr marL="742950" lvl="1" indent="-285750">
                        <a:buBlip>
                          <a:blip r:embed="rId2"/>
                        </a:buBlip>
                        <a:defRPr sz="2400" kern="1200"/>
                      </a:lvl2pPr>
                      <a:lvl3pPr marL="1143000" lvl="2" indent="-228600">
                        <a:buBlip>
                          <a:blip r:embed="rId3"/>
                        </a:buBlip>
                        <a:defRPr sz="2000" kern="1200"/>
                      </a:lvl3pPr>
                      <a:lvl4pPr marL="1600200" lvl="3" indent="-228600">
                        <a:buBlip>
                          <a:blip r:embed="rId4"/>
                        </a:buBlip>
                        <a:defRPr sz="1800" kern="1200"/>
                      </a:lvl4pPr>
                      <a:lvl5pPr marL="2057400" lvl="4" indent="-228600">
                        <a:buBlip>
                          <a:blip r:embed="rId5"/>
                        </a:buBlip>
                        <a:defRPr sz="1800" kern="1200"/>
                      </a:lvl5pPr>
                    </a:lstStyle>
                    <a:p>
                      <a:pPr marL="0" lvl="0" indent="0">
                        <a:buNone/>
                      </a:pPr>
                      <a:endParaRPr>
                        <a:latin typeface="Times New Roman" panose="02020603050405020304" charset="0"/>
                      </a:endParaRPr>
                    </a:p>
                  </a:txBody>
                  <a:tcPr vert="horz" anchor="ctr" anchorCtr="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bl>
          </a:graphicData>
        </a:graphic>
      </p:graphicFrame>
      <p:graphicFrame>
        <p:nvGraphicFramePr>
          <p:cNvPr id="2" name="表格 1"/>
          <p:cNvGraphicFramePr/>
          <p:nvPr/>
        </p:nvGraphicFramePr>
        <p:xfrm>
          <a:off x="1062355" y="4331970"/>
          <a:ext cx="7132955" cy="1416685"/>
        </p:xfrm>
        <a:graphic>
          <a:graphicData uri="http://schemas.openxmlformats.org/drawingml/2006/table">
            <a:tbl>
              <a:tblPr/>
              <a:tblGrid>
                <a:gridCol w="2210435"/>
                <a:gridCol w="1333500"/>
                <a:gridCol w="1244600"/>
                <a:gridCol w="1099820"/>
                <a:gridCol w="1244600"/>
              </a:tblGrid>
              <a:tr h="741045">
                <a:tc>
                  <a:txBody>
                    <a:bodyPr wrap="square"/>
                    <a:lstStyle>
                      <a:lvl1pPr marL="342900" lvl="0" indent="-342900" algn="l" defTabSz="914400" eaLnBrk="1" fontAlgn="base" latinLnBrk="0" hangingPunct="1">
                        <a:lnSpc>
                          <a:spcPct val="100000"/>
                        </a:lnSpc>
                        <a:spcBef>
                          <a:spcPct val="20000"/>
                        </a:spcBef>
                        <a:spcAft>
                          <a:spcPct val="0"/>
                        </a:spcAft>
                        <a:buSzPct val="90000"/>
                        <a:buBlip>
                          <a:blip r:embed="rId1"/>
                        </a:buBlip>
                        <a:defRPr sz="2800" b="1" i="0" u="none" kern="1200" baseline="0">
                          <a:solidFill>
                            <a:srgbClr val="000000"/>
                          </a:solidFill>
                          <a:latin typeface="Tahoma" pitchFamily="2" charset="0"/>
                          <a:ea typeface="宋体" panose="02010600030101010101" pitchFamily="2" charset="-122"/>
                        </a:defRPr>
                      </a:lvl1pPr>
                      <a:lvl2pPr marL="742950" lvl="1" indent="-285750">
                        <a:buBlip>
                          <a:blip r:embed="rId2"/>
                        </a:buBlip>
                        <a:defRPr sz="2400" kern="1200"/>
                      </a:lvl2pPr>
                      <a:lvl3pPr marL="1143000" lvl="2" indent="-228600">
                        <a:buBlip>
                          <a:blip r:embed="rId3"/>
                        </a:buBlip>
                        <a:defRPr sz="2000" kern="1200"/>
                      </a:lvl3pPr>
                      <a:lvl4pPr marL="1600200" lvl="3" indent="-228600">
                        <a:buBlip>
                          <a:blip r:embed="rId4"/>
                        </a:buBlip>
                        <a:defRPr sz="1800" kern="1200"/>
                      </a:lvl4pPr>
                      <a:lvl5pPr marL="2057400" lvl="4" indent="-228600">
                        <a:buBlip>
                          <a:blip r:embed="rId5"/>
                        </a:buBlip>
                        <a:defRPr sz="1800" kern="1200"/>
                      </a:lvl5pPr>
                    </a:lstStyle>
                    <a:p>
                      <a:pPr marL="0" lvl="0" indent="0">
                        <a:buNone/>
                      </a:pPr>
                      <a:r>
                        <a:rPr lang="en-US" altLang="zh-CN" sz="2400">
                          <a:latin typeface="Times New Roman" panose="02020603050405020304" charset="0"/>
                        </a:rPr>
                        <a:t>         </a:t>
                      </a:r>
                      <a:r>
                        <a:rPr lang="zh-CN" altLang="en-US" sz="2400">
                          <a:latin typeface="Times New Roman" panose="02020603050405020304" charset="0"/>
                        </a:rPr>
                        <a:t>文件</a:t>
                      </a:r>
                      <a:endParaRPr lang="zh-CN" altLang="en-US" sz="2400">
                        <a:latin typeface="Times New Roman" panose="02020603050405020304" charset="0"/>
                      </a:endParaRPr>
                    </a:p>
                    <a:p>
                      <a:pPr marL="0" lvl="0" indent="0">
                        <a:buNone/>
                      </a:pPr>
                      <a:r>
                        <a:rPr lang="zh-CN" altLang="en-US" sz="2400">
                          <a:latin typeface="Times New Roman" panose="02020603050405020304" charset="0"/>
                        </a:rPr>
                        <a:t>用户</a:t>
                      </a:r>
                      <a:endParaRPr lang="zh-CN" altLang="en-US" sz="2400">
                        <a:latin typeface="Times New Roman" panose="02020603050405020304" charset="0"/>
                      </a:endParaRPr>
                    </a:p>
                  </a:txBody>
                  <a:tcPr vert="horz" anchor="ctr" anchorCtr="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w="12700" cap="rnd" cmpd="sng">
                      <a:solidFill>
                        <a:schemeClr val="tx1"/>
                      </a:solidFill>
                      <a:prstDash val="solid"/>
                      <a:headEnd type="none" w="med" len="med"/>
                      <a:tailEnd type="none" w="med" len="med"/>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SzPct val="90000"/>
                        <a:buBlip>
                          <a:blip r:embed="rId1"/>
                        </a:buBlip>
                        <a:defRPr sz="2800" b="1" i="0" u="none" kern="1200" baseline="0">
                          <a:solidFill>
                            <a:srgbClr val="000000"/>
                          </a:solidFill>
                          <a:latin typeface="Tahoma" pitchFamily="2" charset="0"/>
                          <a:ea typeface="宋体" panose="02010600030101010101" pitchFamily="2" charset="-122"/>
                        </a:defRPr>
                      </a:lvl1pPr>
                      <a:lvl2pPr marL="742950" lvl="1" indent="-285750">
                        <a:buBlip>
                          <a:blip r:embed="rId2"/>
                        </a:buBlip>
                        <a:defRPr sz="2400" kern="1200"/>
                      </a:lvl2pPr>
                      <a:lvl3pPr marL="1143000" lvl="2" indent="-228600">
                        <a:buBlip>
                          <a:blip r:embed="rId3"/>
                        </a:buBlip>
                        <a:defRPr sz="2000" kern="1200"/>
                      </a:lvl3pPr>
                      <a:lvl4pPr marL="1600200" lvl="3" indent="-228600">
                        <a:buBlip>
                          <a:blip r:embed="rId4"/>
                        </a:buBlip>
                        <a:defRPr sz="1800" kern="1200"/>
                      </a:lvl4pPr>
                      <a:lvl5pPr marL="2057400" lvl="4" indent="-228600">
                        <a:buBlip>
                          <a:blip r:embed="rId5"/>
                        </a:buBlip>
                        <a:defRPr sz="1800" kern="1200"/>
                      </a:lvl5pPr>
                    </a:lstStyle>
                    <a:p>
                      <a:pPr marL="0" lvl="0" indent="0">
                        <a:buNone/>
                      </a:pPr>
                      <a:r>
                        <a:rPr lang="en-US" altLang="zh-CN">
                          <a:latin typeface="Times New Roman" panose="02020603050405020304" charset="0"/>
                        </a:rPr>
                        <a:t>file1</a:t>
                      </a:r>
                      <a:endParaRPr lang="en-US" altLang="zh-CN">
                        <a:latin typeface="Times New Roman" panose="02020603050405020304" charset="0"/>
                      </a:endParaRPr>
                    </a:p>
                  </a:txBody>
                  <a:tcPr vert="horz" anchor="ctr" anchorCtr="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SzPct val="90000"/>
                        <a:buBlip>
                          <a:blip r:embed="rId1"/>
                        </a:buBlip>
                        <a:defRPr sz="2800" b="1" i="0" u="none" kern="1200" baseline="0">
                          <a:solidFill>
                            <a:srgbClr val="000000"/>
                          </a:solidFill>
                          <a:latin typeface="Tahoma" pitchFamily="2" charset="0"/>
                          <a:ea typeface="宋体" panose="02010600030101010101" pitchFamily="2" charset="-122"/>
                        </a:defRPr>
                      </a:lvl1pPr>
                      <a:lvl2pPr marL="742950" lvl="1" indent="-285750">
                        <a:buBlip>
                          <a:blip r:embed="rId2"/>
                        </a:buBlip>
                        <a:defRPr sz="2400" kern="1200"/>
                      </a:lvl2pPr>
                      <a:lvl3pPr marL="1143000" lvl="2" indent="-228600">
                        <a:buBlip>
                          <a:blip r:embed="rId3"/>
                        </a:buBlip>
                        <a:defRPr sz="2000" kern="1200"/>
                      </a:lvl3pPr>
                      <a:lvl4pPr marL="1600200" lvl="3" indent="-228600">
                        <a:buBlip>
                          <a:blip r:embed="rId4"/>
                        </a:buBlip>
                        <a:defRPr sz="1800" kern="1200"/>
                      </a:lvl4pPr>
                      <a:lvl5pPr marL="2057400" lvl="4" indent="-228600">
                        <a:buBlip>
                          <a:blip r:embed="rId5"/>
                        </a:buBlip>
                        <a:defRPr sz="1800" kern="1200"/>
                      </a:lvl5pPr>
                    </a:lstStyle>
                    <a:p>
                      <a:pPr marL="0" lvl="0" indent="0">
                        <a:buNone/>
                      </a:pPr>
                      <a:r>
                        <a:rPr lang="en-US" altLang="zh-CN">
                          <a:latin typeface="Times New Roman" panose="02020603050405020304" charset="0"/>
                        </a:rPr>
                        <a:t>file2</a:t>
                      </a:r>
                      <a:endParaRPr lang="en-US" altLang="zh-CN">
                        <a:latin typeface="Times New Roman" panose="02020603050405020304" charset="0"/>
                      </a:endParaRPr>
                    </a:p>
                  </a:txBody>
                  <a:tcPr vert="horz" anchor="ctr" anchorCtr="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SzPct val="90000"/>
                        <a:buBlip>
                          <a:blip r:embed="rId1"/>
                        </a:buBlip>
                        <a:defRPr sz="2800" b="1" i="0" u="none" kern="1200" baseline="0">
                          <a:solidFill>
                            <a:srgbClr val="000000"/>
                          </a:solidFill>
                          <a:latin typeface="Tahoma" pitchFamily="2" charset="0"/>
                          <a:ea typeface="宋体" panose="02010600030101010101" pitchFamily="2" charset="-122"/>
                        </a:defRPr>
                      </a:lvl1pPr>
                      <a:lvl2pPr marL="742950" lvl="1" indent="-285750">
                        <a:buBlip>
                          <a:blip r:embed="rId2"/>
                        </a:buBlip>
                        <a:defRPr sz="2400" kern="1200"/>
                      </a:lvl2pPr>
                      <a:lvl3pPr marL="1143000" lvl="2" indent="-228600">
                        <a:buBlip>
                          <a:blip r:embed="rId3"/>
                        </a:buBlip>
                        <a:defRPr sz="2000" kern="1200"/>
                      </a:lvl3pPr>
                      <a:lvl4pPr marL="1600200" lvl="3" indent="-228600">
                        <a:buBlip>
                          <a:blip r:embed="rId4"/>
                        </a:buBlip>
                        <a:defRPr sz="1800" kern="1200"/>
                      </a:lvl4pPr>
                      <a:lvl5pPr marL="2057400" lvl="4" indent="-228600">
                        <a:buBlip>
                          <a:blip r:embed="rId5"/>
                        </a:buBlip>
                        <a:defRPr sz="1800" kern="1200"/>
                      </a:lvl5pPr>
                    </a:lstStyle>
                    <a:p>
                      <a:pPr marL="0" lvl="0" indent="0">
                        <a:buNone/>
                      </a:pPr>
                      <a:r>
                        <a:rPr lang="en-US" altLang="zh-CN">
                          <a:latin typeface="Times New Roman" panose="02020603050405020304" charset="0"/>
                        </a:rPr>
                        <a:t>file3</a:t>
                      </a:r>
                      <a:endParaRPr lang="en-US" altLang="zh-CN">
                        <a:latin typeface="Times New Roman" panose="02020603050405020304" charset="0"/>
                      </a:endParaRPr>
                    </a:p>
                  </a:txBody>
                  <a:tcPr vert="horz" anchor="ctr" anchorCtr="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SzPct val="90000"/>
                        <a:buBlip>
                          <a:blip r:embed="rId1"/>
                        </a:buBlip>
                        <a:defRPr sz="2800" b="1" i="0" u="none" kern="1200" baseline="0">
                          <a:solidFill>
                            <a:srgbClr val="000000"/>
                          </a:solidFill>
                          <a:latin typeface="Tahoma" pitchFamily="2" charset="0"/>
                          <a:ea typeface="宋体" panose="02010600030101010101" pitchFamily="2" charset="-122"/>
                        </a:defRPr>
                      </a:lvl1pPr>
                      <a:lvl2pPr marL="742950" lvl="1" indent="-285750">
                        <a:buBlip>
                          <a:blip r:embed="rId2"/>
                        </a:buBlip>
                        <a:defRPr sz="2400" kern="1200"/>
                      </a:lvl2pPr>
                      <a:lvl3pPr marL="1143000" lvl="2" indent="-228600">
                        <a:buBlip>
                          <a:blip r:embed="rId3"/>
                        </a:buBlip>
                        <a:defRPr sz="2000" kern="1200"/>
                      </a:lvl3pPr>
                      <a:lvl4pPr marL="1600200" lvl="3" indent="-228600">
                        <a:buBlip>
                          <a:blip r:embed="rId4"/>
                        </a:buBlip>
                        <a:defRPr sz="1800" kern="1200"/>
                      </a:lvl4pPr>
                      <a:lvl5pPr marL="2057400" lvl="4" indent="-228600">
                        <a:buBlip>
                          <a:blip r:embed="rId5"/>
                        </a:buBlip>
                        <a:defRPr sz="1800" kern="1200"/>
                      </a:lvl5pPr>
                    </a:lstStyle>
                    <a:p>
                      <a:pPr marL="0" lvl="0" indent="0">
                        <a:buNone/>
                      </a:pPr>
                      <a:r>
                        <a:rPr lang="en-US" altLang="zh-CN">
                          <a:latin typeface="Times New Roman" panose="02020603050405020304" charset="0"/>
                        </a:rPr>
                        <a:t>……</a:t>
                      </a:r>
                      <a:endParaRPr lang="en-US" altLang="zh-CN">
                        <a:latin typeface="Times New Roman" panose="02020603050405020304" charset="0"/>
                      </a:endParaRPr>
                    </a:p>
                  </a:txBody>
                  <a:tcPr vert="horz" anchor="ctr" anchorCtr="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520700">
                <a:tc>
                  <a:txBody>
                    <a:bodyPr wrap="square"/>
                    <a:lstStyle>
                      <a:lvl1pPr marL="342900" lvl="0" indent="-342900" algn="l" defTabSz="914400" eaLnBrk="1" fontAlgn="base" latinLnBrk="0" hangingPunct="1">
                        <a:lnSpc>
                          <a:spcPct val="100000"/>
                        </a:lnSpc>
                        <a:spcBef>
                          <a:spcPct val="20000"/>
                        </a:spcBef>
                        <a:spcAft>
                          <a:spcPct val="0"/>
                        </a:spcAft>
                        <a:buSzPct val="90000"/>
                        <a:buBlip>
                          <a:blip r:embed="rId1"/>
                        </a:buBlip>
                        <a:defRPr sz="2800" b="1" i="0" u="none" kern="1200" baseline="0">
                          <a:solidFill>
                            <a:srgbClr val="000000"/>
                          </a:solidFill>
                          <a:latin typeface="Tahoma" pitchFamily="2" charset="0"/>
                          <a:ea typeface="宋体" panose="02010600030101010101" pitchFamily="2" charset="-122"/>
                        </a:defRPr>
                      </a:lvl1pPr>
                      <a:lvl2pPr marL="742950" lvl="1" indent="-285750">
                        <a:buBlip>
                          <a:blip r:embed="rId2"/>
                        </a:buBlip>
                        <a:defRPr sz="2400" kern="1200"/>
                      </a:lvl2pPr>
                      <a:lvl3pPr marL="1143000" lvl="2" indent="-228600">
                        <a:buBlip>
                          <a:blip r:embed="rId3"/>
                        </a:buBlip>
                        <a:defRPr sz="2000" kern="1200"/>
                      </a:lvl3pPr>
                      <a:lvl4pPr marL="1600200" lvl="3" indent="-228600">
                        <a:buBlip>
                          <a:blip r:embed="rId4"/>
                        </a:buBlip>
                        <a:defRPr sz="1800" kern="1200"/>
                      </a:lvl4pPr>
                      <a:lvl5pPr marL="2057400" lvl="4" indent="-228600">
                        <a:buBlip>
                          <a:blip r:embed="rId5"/>
                        </a:buBlip>
                        <a:defRPr sz="1800" kern="1200"/>
                      </a:lvl5pPr>
                    </a:lstStyle>
                    <a:p>
                      <a:pPr marL="0" lvl="0" indent="0">
                        <a:buNone/>
                      </a:pPr>
                      <a:r>
                        <a:rPr lang="x-none" altLang="en-US">
                          <a:latin typeface="Times New Roman" panose="02020603050405020304" charset="0"/>
                        </a:rPr>
                        <a:t>用户(组)</a:t>
                      </a:r>
                      <a:r>
                        <a:rPr lang="en-US" altLang="x-none">
                          <a:latin typeface="Times New Roman" panose="02020603050405020304" charset="0"/>
                        </a:rPr>
                        <a:t>B</a:t>
                      </a:r>
                      <a:endParaRPr lang="en-US" altLang="x-none">
                        <a:latin typeface="Times New Roman" panose="02020603050405020304" charset="0"/>
                      </a:endParaRPr>
                    </a:p>
                  </a:txBody>
                  <a:tcPr vert="horz" anchor="ctr" anchorCtr="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SzPct val="90000"/>
                        <a:buBlip>
                          <a:blip r:embed="rId1"/>
                        </a:buBlip>
                        <a:defRPr sz="2800" b="1" i="0" u="none" kern="1200" baseline="0">
                          <a:solidFill>
                            <a:srgbClr val="000000"/>
                          </a:solidFill>
                          <a:latin typeface="Tahoma" pitchFamily="2" charset="0"/>
                          <a:ea typeface="宋体" panose="02010600030101010101" pitchFamily="2" charset="-122"/>
                        </a:defRPr>
                      </a:lvl1pPr>
                      <a:lvl2pPr marL="742950" lvl="1" indent="-285750">
                        <a:buBlip>
                          <a:blip r:embed="rId2"/>
                        </a:buBlip>
                        <a:defRPr sz="2400" kern="1200"/>
                      </a:lvl2pPr>
                      <a:lvl3pPr marL="1143000" lvl="2" indent="-228600">
                        <a:buBlip>
                          <a:blip r:embed="rId3"/>
                        </a:buBlip>
                        <a:defRPr sz="2000" kern="1200"/>
                      </a:lvl3pPr>
                      <a:lvl4pPr marL="1600200" lvl="3" indent="-228600">
                        <a:buBlip>
                          <a:blip r:embed="rId4"/>
                        </a:buBlip>
                        <a:defRPr sz="1800" kern="1200"/>
                      </a:lvl4pPr>
                      <a:lvl5pPr marL="2057400" lvl="4" indent="-228600">
                        <a:buBlip>
                          <a:blip r:embed="rId5"/>
                        </a:buBlip>
                        <a:defRPr sz="1800" kern="1200"/>
                      </a:lvl5pPr>
                    </a:lstStyle>
                    <a:p>
                      <a:pPr marL="0" lvl="0" indent="0">
                        <a:buNone/>
                      </a:pPr>
                      <a:r>
                        <a:rPr lang="en-US" altLang="zh-CN">
                          <a:latin typeface="Times New Roman" panose="02020603050405020304" charset="0"/>
                        </a:rPr>
                        <a:t>rw</a:t>
                      </a:r>
                      <a:endParaRPr lang="en-US" altLang="zh-CN">
                        <a:latin typeface="Times New Roman" panose="02020603050405020304" charset="0"/>
                      </a:endParaRPr>
                    </a:p>
                  </a:txBody>
                  <a:tcPr vert="horz" anchor="ctr" anchorCtr="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SzPct val="90000"/>
                        <a:buBlip>
                          <a:blip r:embed="rId1"/>
                        </a:buBlip>
                        <a:defRPr sz="2800" b="1" i="0" u="none" kern="1200" baseline="0">
                          <a:solidFill>
                            <a:srgbClr val="000000"/>
                          </a:solidFill>
                          <a:latin typeface="Tahoma" pitchFamily="2" charset="0"/>
                          <a:ea typeface="宋体" panose="02010600030101010101" pitchFamily="2" charset="-122"/>
                        </a:defRPr>
                      </a:lvl1pPr>
                      <a:lvl2pPr marL="742950" lvl="1" indent="-285750">
                        <a:buBlip>
                          <a:blip r:embed="rId2"/>
                        </a:buBlip>
                        <a:defRPr sz="2400" kern="1200"/>
                      </a:lvl2pPr>
                      <a:lvl3pPr marL="1143000" lvl="2" indent="-228600">
                        <a:buBlip>
                          <a:blip r:embed="rId3"/>
                        </a:buBlip>
                        <a:defRPr sz="2000" kern="1200"/>
                      </a:lvl3pPr>
                      <a:lvl4pPr marL="1600200" lvl="3" indent="-228600">
                        <a:buBlip>
                          <a:blip r:embed="rId4"/>
                        </a:buBlip>
                        <a:defRPr sz="1800" kern="1200"/>
                      </a:lvl4pPr>
                      <a:lvl5pPr marL="2057400" lvl="4" indent="-228600">
                        <a:buBlip>
                          <a:blip r:embed="rId5"/>
                        </a:buBlip>
                        <a:defRPr sz="1800" kern="1200"/>
                      </a:lvl5pPr>
                    </a:lstStyle>
                    <a:p>
                      <a:pPr marL="0" lvl="0" indent="0">
                        <a:buNone/>
                      </a:pPr>
                      <a:r>
                        <a:rPr lang="en-US" altLang="zh-CN">
                          <a:latin typeface="Times New Roman" panose="02020603050405020304" charset="0"/>
                        </a:rPr>
                        <a:t>r</a:t>
                      </a:r>
                      <a:endParaRPr lang="en-US" altLang="zh-CN">
                        <a:latin typeface="Times New Roman" panose="02020603050405020304" charset="0"/>
                      </a:endParaRPr>
                    </a:p>
                  </a:txBody>
                  <a:tcPr vert="horz" anchor="ctr" anchorCtr="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SzPct val="90000"/>
                        <a:buBlip>
                          <a:blip r:embed="rId1"/>
                        </a:buBlip>
                        <a:defRPr sz="2800" b="1" i="0" u="none" kern="1200" baseline="0">
                          <a:solidFill>
                            <a:srgbClr val="000000"/>
                          </a:solidFill>
                          <a:latin typeface="Tahoma" pitchFamily="2" charset="0"/>
                          <a:ea typeface="宋体" panose="02010600030101010101" pitchFamily="2" charset="-122"/>
                        </a:defRPr>
                      </a:lvl1pPr>
                      <a:lvl2pPr marL="742950" lvl="1" indent="-285750">
                        <a:buBlip>
                          <a:blip r:embed="rId2"/>
                        </a:buBlip>
                        <a:defRPr sz="2400" kern="1200"/>
                      </a:lvl2pPr>
                      <a:lvl3pPr marL="1143000" lvl="2" indent="-228600">
                        <a:buBlip>
                          <a:blip r:embed="rId3"/>
                        </a:buBlip>
                        <a:defRPr sz="2000" kern="1200"/>
                      </a:lvl3pPr>
                      <a:lvl4pPr marL="1600200" lvl="3" indent="-228600">
                        <a:buBlip>
                          <a:blip r:embed="rId4"/>
                        </a:buBlip>
                        <a:defRPr sz="1800" kern="1200"/>
                      </a:lvl4pPr>
                      <a:lvl5pPr marL="2057400" lvl="4" indent="-228600">
                        <a:buBlip>
                          <a:blip r:embed="rId5"/>
                        </a:buBlip>
                        <a:defRPr sz="1800" kern="1200"/>
                      </a:lvl5pPr>
                    </a:lstStyle>
                    <a:p>
                      <a:pPr marL="0" lvl="0" indent="0">
                        <a:buNone/>
                      </a:pPr>
                      <a:r>
                        <a:rPr lang="en-US" altLang="zh-CN">
                          <a:latin typeface="Times New Roman" panose="02020603050405020304" charset="0"/>
                        </a:rPr>
                        <a:t>w</a:t>
                      </a:r>
                      <a:endParaRPr lang="en-US" altLang="zh-CN">
                        <a:latin typeface="Times New Roman" panose="02020603050405020304" charset="0"/>
                      </a:endParaRPr>
                    </a:p>
                  </a:txBody>
                  <a:tcPr vert="horz" anchor="ctr" anchorCtr="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SzPct val="90000"/>
                        <a:buBlip>
                          <a:blip r:embed="rId1"/>
                        </a:buBlip>
                        <a:defRPr sz="2800" b="1" i="0" u="none" kern="1200" baseline="0">
                          <a:solidFill>
                            <a:srgbClr val="000000"/>
                          </a:solidFill>
                          <a:latin typeface="Tahoma" pitchFamily="2" charset="0"/>
                          <a:ea typeface="宋体" panose="02010600030101010101" pitchFamily="2" charset="-122"/>
                        </a:defRPr>
                      </a:lvl1pPr>
                      <a:lvl2pPr marL="742950" lvl="1" indent="-285750">
                        <a:buBlip>
                          <a:blip r:embed="rId2"/>
                        </a:buBlip>
                        <a:defRPr sz="2400" kern="1200"/>
                      </a:lvl2pPr>
                      <a:lvl3pPr marL="1143000" lvl="2" indent="-228600">
                        <a:buBlip>
                          <a:blip r:embed="rId3"/>
                        </a:buBlip>
                        <a:defRPr sz="2000" kern="1200"/>
                      </a:lvl3pPr>
                      <a:lvl4pPr marL="1600200" lvl="3" indent="-228600">
                        <a:buBlip>
                          <a:blip r:embed="rId4"/>
                        </a:buBlip>
                        <a:defRPr sz="1800" kern="1200"/>
                      </a:lvl4pPr>
                      <a:lvl5pPr marL="2057400" lvl="4" indent="-228600">
                        <a:buBlip>
                          <a:blip r:embed="rId5"/>
                        </a:buBlip>
                        <a:defRPr sz="1800" kern="1200"/>
                      </a:lvl5pPr>
                    </a:lstStyle>
                    <a:p>
                      <a:pPr marL="0" lvl="0" indent="0">
                        <a:buNone/>
                      </a:pPr>
                      <a:endParaRPr>
                        <a:latin typeface="Times New Roman" panose="02020603050405020304" charset="0"/>
                      </a:endParaRPr>
                    </a:p>
                  </a:txBody>
                  <a:tcPr vert="horz" anchor="ctr" anchorCtr="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4514" name="文本占位符 64513"/>
          <p:cNvSpPr>
            <a:spLocks noGrp="1"/>
          </p:cNvSpPr>
          <p:nvPr>
            <p:ph idx="1"/>
          </p:nvPr>
        </p:nvSpPr>
        <p:spPr>
          <a:xfrm>
            <a:off x="1005840" y="607695"/>
            <a:ext cx="7110730" cy="1467485"/>
          </a:xfrm>
        </p:spPr>
        <p:txBody>
          <a:bodyPr wrap="square">
            <a:spAutoFit/>
          </a:bodyPr>
          <a:p>
            <a:pPr marL="0" indent="0" fontAlgn="base">
              <a:buNone/>
            </a:pPr>
            <a:endParaRPr lang="x-none" altLang="zh-CN" sz="2400" strike="noStrike" noProof="1" dirty="0">
              <a:solidFill>
                <a:schemeClr val="tx1"/>
              </a:solidFill>
              <a:effectLst/>
              <a:latin typeface="Times New Roman" panose="02020603050405020304" charset="0"/>
            </a:endParaRPr>
          </a:p>
          <a:p>
            <a:pPr fontAlgn="base"/>
            <a:r>
              <a:rPr lang="zh-CN" altLang="en-US" sz="2800" strike="noStrike" noProof="1">
                <a:solidFill>
                  <a:schemeClr val="tx1"/>
                </a:solidFill>
                <a:latin typeface="Times New Roman" panose="02020603050405020304" charset="0"/>
              </a:rPr>
              <a:t>(4) 口令</a:t>
            </a:r>
            <a:endParaRPr lang="zh-CN" altLang="en-US" strike="noStrike" noProof="1" dirty="0">
              <a:latin typeface="Times New Roman" panose="02020603050405020304" charset="0"/>
            </a:endParaRPr>
          </a:p>
          <a:p>
            <a:pPr fontAlgn="base"/>
            <a:r>
              <a:rPr lang="zh-CN" altLang="en-US" sz="2800" strike="noStrike" noProof="1">
                <a:solidFill>
                  <a:schemeClr val="tx1"/>
                </a:solidFill>
                <a:latin typeface="Times New Roman" panose="02020603050405020304" charset="0"/>
              </a:rPr>
              <a:t>(5) 密码</a:t>
            </a:r>
            <a:endParaRPr lang="zh-CN" altLang="en-US" sz="2800" strike="noStrike" noProof="1">
              <a:solidFill>
                <a:schemeClr val="tx1"/>
              </a:solidFill>
              <a:latin typeface="Times New Roman" panose="02020603050405020304" charset="0"/>
            </a:endParaRPr>
          </a:p>
        </p:txBody>
      </p:sp>
      <p:sp>
        <p:nvSpPr>
          <p:cNvPr id="79874" name="灯片编号占位符 1"/>
          <p:cNvSpPr/>
          <p:nvPr>
            <p:ph type="sldNum" sz="quarter"/>
          </p:nvPr>
        </p:nvSpPr>
        <p:spPr>
          <a:xfrm>
            <a:off x="6532563" y="6367463"/>
            <a:ext cx="1905000" cy="457200"/>
          </a:xfrm>
          <a:prstGeom prst="rect">
            <a:avLst/>
          </a:prstGeom>
          <a:noFill/>
          <a:ln w="9525">
            <a:noFill/>
            <a:miter/>
          </a:ln>
        </p:spPr>
        <p:txBody>
          <a:bodyPr anchor="t"/>
          <a:p>
            <a:pPr lvl="0"/>
            <a:fld id="{9A0DB2DC-4C9A-4742-B13C-FB6460FD3503}" type="slidenum">
              <a:rPr lang="zh-CN" altLang="en-US"/>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4514" name="矩形 64513"/>
          <p:cNvSpPr/>
          <p:nvPr/>
        </p:nvSpPr>
        <p:spPr>
          <a:xfrm>
            <a:off x="1006475" y="1562100"/>
            <a:ext cx="7129463" cy="2139950"/>
          </a:xfrm>
          <a:prstGeom prst="rect">
            <a:avLst/>
          </a:prstGeom>
          <a:noFill/>
          <a:ln w="9525">
            <a:noFill/>
            <a:miter/>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algn="ctr" fontAlgn="base">
              <a:lnSpc>
                <a:spcPct val="120000"/>
              </a:lnSpc>
              <a:spcBef>
                <a:spcPct val="0"/>
              </a:spcBef>
              <a:buFont typeface="Wingdings" panose="05000000000000000000" pitchFamily="2" charset="2"/>
              <a:buNone/>
            </a:pPr>
            <a:endParaRPr lang="en-US" altLang="zh-CN" sz="2800" b="1" strike="noStrike" noProof="1">
              <a:ea typeface="宋体" panose="02010600030101010101" pitchFamily="2" charset="-122"/>
            </a:endParaRPr>
          </a:p>
          <a:p>
            <a:pPr marL="533400" lvl="0" indent="-533400" algn="ctr" fontAlgn="base">
              <a:lnSpc>
                <a:spcPct val="120000"/>
              </a:lnSpc>
              <a:spcBef>
                <a:spcPct val="0"/>
              </a:spcBef>
              <a:buFont typeface="Wingdings" panose="05000000000000000000" pitchFamily="2" charset="2"/>
              <a:buNone/>
            </a:pPr>
            <a:r>
              <a:rPr lang="zh-CN" altLang="en-US" sz="4000" b="1" strike="noStrike" noProof="1">
                <a:solidFill>
                  <a:srgbClr val="663300"/>
                </a:solidFill>
                <a:latin typeface="Arial" panose="02080604020202020204" pitchFamily="34" charset="0"/>
                <a:ea typeface="宋体" panose="02010600030101010101" pitchFamily="2" charset="-122"/>
                <a:cs typeface="+mn-ea"/>
              </a:rPr>
              <a:t>文件操作与文件备份</a:t>
            </a:r>
            <a:endParaRPr lang="zh-CN" altLang="en-US" sz="4000" b="1" strike="noStrike" noProof="1">
              <a:solidFill>
                <a:srgbClr val="663300"/>
              </a:solidFill>
              <a:ea typeface="宋体" panose="02010600030101010101" pitchFamily="2" charset="-122"/>
            </a:endParaRPr>
          </a:p>
          <a:p>
            <a:pPr marL="533400" lvl="0" indent="-533400" algn="ctr" fontAlgn="base">
              <a:lnSpc>
                <a:spcPct val="120000"/>
              </a:lnSpc>
              <a:spcBef>
                <a:spcPct val="0"/>
              </a:spcBef>
              <a:buFont typeface="Wingdings" panose="05000000000000000000" pitchFamily="2" charset="2"/>
              <a:buNone/>
            </a:pPr>
            <a:endParaRPr lang="zh-CN" altLang="en-US" sz="4000" b="1" strike="noStrike" noProof="1">
              <a:solidFill>
                <a:srgbClr val="663300"/>
              </a:solidFill>
              <a:ea typeface="宋体" panose="02010600030101010101" pitchFamily="2" charset="-122"/>
            </a:endParaRPr>
          </a:p>
        </p:txBody>
      </p:sp>
      <p:graphicFrame>
        <p:nvGraphicFramePr>
          <p:cNvPr id="80898" name="内容占位符 64514"/>
          <p:cNvGraphicFramePr>
            <a:graphicFrameLocks noChangeAspect="1"/>
          </p:cNvGraphicFramePr>
          <p:nvPr>
            <p:ph idx="1"/>
          </p:nvPr>
        </p:nvGraphicFramePr>
        <p:xfrm>
          <a:off x="0" y="0"/>
          <a:ext cx="838200" cy="517525"/>
        </p:xfrm>
        <a:graphic>
          <a:graphicData uri="http://schemas.openxmlformats.org/presentationml/2006/ole">
            <mc:AlternateContent xmlns:mc="http://schemas.openxmlformats.org/markup-compatibility/2006">
              <mc:Choice xmlns:v="urn:schemas-microsoft-com:vml" Requires="v">
                <p:oleObj spid="_x0000_s3082" name="" r:id="rId2" imgW="838200" imgH="647700" progId="Paint.Picture">
                  <p:embed/>
                </p:oleObj>
              </mc:Choice>
              <mc:Fallback>
                <p:oleObj name="" r:id="rId2" imgW="838200" imgH="647700" progId="Paint.Picture">
                  <p:embed/>
                  <p:pic>
                    <p:nvPicPr>
                      <p:cNvPr id="0" name="图片 3081"/>
                      <p:cNvPicPr/>
                      <p:nvPr/>
                    </p:nvPicPr>
                    <p:blipFill>
                      <a:blip r:embed="rId3"/>
                      <a:stretch>
                        <a:fillRect/>
                      </a:stretch>
                    </p:blipFill>
                    <p:spPr>
                      <a:xfrm>
                        <a:off x="0" y="0"/>
                        <a:ext cx="838200" cy="517525"/>
                      </a:xfrm>
                      <a:prstGeom prst="rect">
                        <a:avLst/>
                      </a:prstGeom>
                      <a:noFill/>
                      <a:ln w="38100"/>
                    </p:spPr>
                  </p:pic>
                </p:oleObj>
              </mc:Fallback>
            </mc:AlternateContent>
          </a:graphicData>
        </a:graphic>
      </p:graphicFrame>
      <p:sp>
        <p:nvSpPr>
          <p:cNvPr id="64516" name="矩形 64515"/>
          <p:cNvSpPr/>
          <p:nvPr/>
        </p:nvSpPr>
        <p:spPr>
          <a:xfrm>
            <a:off x="381000" y="4286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Arial" panose="02080604020202020204" pitchFamily="34" charset="0"/>
                <a:ea typeface="宋体" panose="02010600030101010101" pitchFamily="2" charset="-122"/>
                <a:cs typeface="+mn-ea"/>
              </a:rPr>
              <a:t>文件系统</a:t>
            </a:r>
            <a:r>
              <a:rPr lang="en-US" altLang="zh-CN" sz="2400" strike="noStrike" noProof="1">
                <a:latin typeface="Arial" panose="02080604020202020204" pitchFamily="34" charset="0"/>
                <a:ea typeface="宋体" panose="02010600030101010101" pitchFamily="2" charset="-122"/>
                <a:cs typeface="+mn-ea"/>
              </a:rPr>
              <a:t>——</a:t>
            </a:r>
            <a:r>
              <a:rPr lang="zh-CN" altLang="en-US" sz="2400" strike="noStrike" noProof="1">
                <a:latin typeface="Arial" panose="02080604020202020204" pitchFamily="34" charset="0"/>
                <a:ea typeface="宋体" panose="02010600030101010101" pitchFamily="2" charset="-122"/>
                <a:cs typeface="+mn-ea"/>
              </a:rPr>
              <a:t>文件操作和文件备份</a:t>
            </a:r>
            <a:endParaRPr lang="zh-CN" altLang="en-US" sz="2400" strike="noStrike" noProof="1">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64514" grpId="0" build="p"/>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21" name="文本框 65537"/>
          <p:cNvSpPr txBox="1"/>
          <p:nvPr/>
        </p:nvSpPr>
        <p:spPr>
          <a:xfrm>
            <a:off x="8493125" y="6510338"/>
            <a:ext cx="376238"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buFont typeface="Wingdings" panose="05000000000000000000" pitchFamily="2" charset="2"/>
              <a:buNone/>
            </a:pPr>
            <a:r>
              <a:rPr lang="en-US" altLang="zh-CN" b="0">
                <a:solidFill>
                  <a:schemeClr val="tx2"/>
                </a:solidFill>
                <a:latin typeface="Times New Roman" panose="02020603050405020304" charset="0"/>
                <a:ea typeface="宋体" panose="02010600030101010101" pitchFamily="2" charset="-122"/>
              </a:rPr>
              <a:t>40</a:t>
            </a:r>
            <a:endParaRPr lang="en-US" altLang="zh-CN" b="0">
              <a:solidFill>
                <a:schemeClr val="tx2"/>
              </a:solidFill>
              <a:latin typeface="Times New Roman" panose="02020603050405020304" charset="0"/>
              <a:ea typeface="宋体" panose="02010600030101010101" pitchFamily="2" charset="-122"/>
            </a:endParaRPr>
          </a:p>
        </p:txBody>
      </p:sp>
      <p:sp>
        <p:nvSpPr>
          <p:cNvPr id="65539" name="矩形 65538"/>
          <p:cNvSpPr/>
          <p:nvPr/>
        </p:nvSpPr>
        <p:spPr>
          <a:xfrm>
            <a:off x="171450" y="552450"/>
            <a:ext cx="8689975" cy="5463540"/>
          </a:xfrm>
          <a:prstGeom prst="rect">
            <a:avLst/>
          </a:prstGeom>
          <a:noFill/>
          <a:ln w="9525">
            <a:noFill/>
            <a:miter/>
          </a:ln>
        </p:spPr>
        <p:txBody>
          <a:bodyPr wrap="square">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30000"/>
              </a:lnSpc>
              <a:buNone/>
            </a:pPr>
            <a:r>
              <a:rPr lang="en-US" altLang="zh-CN" b="1" strike="noStrike" noProof="1">
                <a:solidFill>
                  <a:srgbClr val="990000"/>
                </a:solidFill>
                <a:latin typeface="Times New Roman" panose="02020603050405020304" charset="0"/>
                <a:ea typeface="宋体" panose="02010600030101010101" pitchFamily="2" charset="-122"/>
                <a:cs typeface="+mn-ea"/>
              </a:rPr>
              <a:t>1.  </a:t>
            </a:r>
            <a:r>
              <a:rPr lang="zh-CN" altLang="en-US" b="1" strike="noStrike" noProof="1">
                <a:solidFill>
                  <a:srgbClr val="990000"/>
                </a:solidFill>
                <a:latin typeface="Arial" panose="02080604020202020204" pitchFamily="34" charset="0"/>
                <a:ea typeface="宋体" panose="02010600030101010101" pitchFamily="2" charset="-122"/>
                <a:cs typeface="+mn-ea"/>
              </a:rPr>
              <a:t>文件操作</a:t>
            </a:r>
            <a:endParaRPr lang="zh-CN" altLang="en-US" b="1" strike="noStrike" noProof="1">
              <a:solidFill>
                <a:srgbClr val="990000"/>
              </a:solidFill>
              <a:ea typeface="宋体" panose="02010600030101010101" pitchFamily="2" charset="-122"/>
            </a:endParaRPr>
          </a:p>
          <a:p>
            <a:pPr marL="533400" lvl="0" indent="-533400" fontAlgn="base">
              <a:lnSpc>
                <a:spcPct val="120000"/>
              </a:lnSpc>
              <a:spcBef>
                <a:spcPct val="20000"/>
              </a:spcBef>
              <a:buNone/>
            </a:pPr>
            <a:r>
              <a:rPr lang="zh-CN" altLang="en-US" sz="2800" b="1" strike="noStrike" noProof="1">
                <a:solidFill>
                  <a:srgbClr val="A50021"/>
                </a:solidFill>
                <a:latin typeface="Times New Roman" panose="02020603050405020304" charset="0"/>
                <a:ea typeface="宋体" panose="02010600030101010101" pitchFamily="2" charset="-122"/>
                <a:cs typeface="+mn-ea"/>
              </a:rPr>
              <a:t>      </a:t>
            </a:r>
            <a:r>
              <a:rPr lang="en-US" altLang="zh-CN" sz="2800" b="1" strike="noStrike" noProof="1">
                <a:solidFill>
                  <a:srgbClr val="A50021"/>
                </a:solidFill>
                <a:latin typeface="Times New Roman" panose="02020603050405020304" charset="0"/>
                <a:ea typeface="宋体" panose="02010600030101010101" pitchFamily="2" charset="-122"/>
                <a:cs typeface="+mn-ea"/>
              </a:rPr>
              <a:t>(1) </a:t>
            </a:r>
            <a:r>
              <a:rPr lang="zh-CN" altLang="en-US" sz="2800" b="1" strike="noStrike" noProof="1">
                <a:solidFill>
                  <a:srgbClr val="A50021"/>
                </a:solidFill>
                <a:latin typeface="Times New Roman" panose="02020603050405020304" charset="0"/>
                <a:ea typeface="宋体" panose="02010600030101010101" pitchFamily="2" charset="-122"/>
                <a:cs typeface="+mn-ea"/>
              </a:rPr>
              <a:t>常用的文件操作命令</a:t>
            </a:r>
            <a:endParaRPr lang="zh-CN" altLang="en-US" sz="2800" b="1" strike="noStrike" noProof="1">
              <a:solidFill>
                <a:srgbClr val="A50021"/>
              </a:solidFill>
              <a:latin typeface="Times New Roman" panose="02020603050405020304" charset="0"/>
              <a:ea typeface="宋体" panose="02010600030101010101" pitchFamily="2" charset="-122"/>
            </a:endParaRPr>
          </a:p>
          <a:p>
            <a:pPr marL="914400" lvl="1" indent="-457200" fontAlgn="base">
              <a:lnSpc>
                <a:spcPct val="110000"/>
              </a:lnSpc>
            </a:pPr>
            <a:r>
              <a:rPr lang="en-US" altLang="zh-CN" sz="2400" b="1" strike="noStrike" noProof="1">
                <a:solidFill>
                  <a:schemeClr val="tx1"/>
                </a:solidFill>
                <a:effectLst/>
                <a:latin typeface="Times New Roman" panose="02020603050405020304" charset="0"/>
                <a:ea typeface="宋体" panose="02010600030101010101" pitchFamily="2" charset="-122"/>
                <a:cs typeface="+mn-cs"/>
              </a:rPr>
              <a:t>create	</a:t>
            </a:r>
            <a:r>
              <a:rPr lang="x-none" altLang="en-US" sz="2400" b="1" strike="noStrike" noProof="1">
                <a:solidFill>
                  <a:schemeClr val="tx1"/>
                </a:solidFill>
                <a:effectLst/>
                <a:latin typeface="Times New Roman" panose="02020603050405020304" charset="0"/>
                <a:ea typeface="宋体" panose="02010600030101010101" pitchFamily="2" charset="-122"/>
                <a:cs typeface="+mn-cs"/>
              </a:rPr>
              <a:t>	</a:t>
            </a:r>
            <a:r>
              <a:rPr lang="zh-CN" altLang="en-US" sz="2400" b="1" strike="noStrike" noProof="1">
                <a:solidFill>
                  <a:schemeClr val="tx1"/>
                </a:solidFill>
                <a:effectLst/>
                <a:latin typeface="Times New Roman" panose="02020603050405020304" charset="0"/>
                <a:ea typeface="宋体" panose="02010600030101010101" pitchFamily="2" charset="-122"/>
                <a:cs typeface="+mn-cs"/>
              </a:rPr>
              <a:t>创建一个新文件</a:t>
            </a:r>
            <a:endParaRPr lang="zh-CN" altLang="en-US" sz="2400" b="1" strike="noStrike" noProof="1">
              <a:solidFill>
                <a:schemeClr val="tx1"/>
              </a:solidFill>
              <a:effectLst/>
              <a:latin typeface="Times New Roman" panose="02020603050405020304" charset="0"/>
              <a:ea typeface="宋体" panose="02010600030101010101" pitchFamily="2" charset="-122"/>
              <a:cs typeface="+mn-cs"/>
            </a:endParaRPr>
          </a:p>
          <a:p>
            <a:pPr marL="914400" lvl="1" indent="-457200" fontAlgn="base">
              <a:lnSpc>
                <a:spcPct val="110000"/>
              </a:lnSpc>
            </a:pPr>
            <a:r>
              <a:rPr lang="en-US" altLang="zh-CN" sz="2400" b="1" strike="noStrike" noProof="1">
                <a:solidFill>
                  <a:schemeClr val="tx1"/>
                </a:solidFill>
                <a:effectLst/>
                <a:latin typeface="Times New Roman" panose="02020603050405020304" charset="0"/>
                <a:ea typeface="宋体" panose="02010600030101010101" pitchFamily="2" charset="-122"/>
                <a:cs typeface="+mn-cs"/>
              </a:rPr>
              <a:t>delete	</a:t>
            </a:r>
            <a:r>
              <a:rPr lang="x-none" altLang="en-US" sz="2400" b="1" strike="noStrike" noProof="1">
                <a:solidFill>
                  <a:schemeClr val="tx1"/>
                </a:solidFill>
                <a:effectLst/>
                <a:latin typeface="Times New Roman" panose="02020603050405020304" charset="0"/>
                <a:ea typeface="宋体" panose="02010600030101010101" pitchFamily="2" charset="-122"/>
                <a:cs typeface="+mn-cs"/>
              </a:rPr>
              <a:t>	</a:t>
            </a:r>
            <a:r>
              <a:rPr lang="zh-CN" altLang="en-US" sz="2400" b="1" strike="noStrike" noProof="1">
                <a:solidFill>
                  <a:schemeClr val="tx1"/>
                </a:solidFill>
                <a:effectLst/>
                <a:latin typeface="Times New Roman" panose="02020603050405020304" charset="0"/>
                <a:ea typeface="宋体" panose="02010600030101010101" pitchFamily="2" charset="-122"/>
                <a:cs typeface="+mn-cs"/>
              </a:rPr>
              <a:t>从系统目录中撤消一个文件</a:t>
            </a:r>
            <a:endParaRPr lang="zh-CN" altLang="en-US" sz="2400" b="1" strike="noStrike" noProof="1">
              <a:solidFill>
                <a:schemeClr val="tx1"/>
              </a:solidFill>
              <a:effectLst/>
              <a:latin typeface="Times New Roman" panose="02020603050405020304" charset="0"/>
              <a:ea typeface="宋体" panose="02010600030101010101" pitchFamily="2" charset="-122"/>
              <a:cs typeface="+mn-cs"/>
            </a:endParaRPr>
          </a:p>
          <a:p>
            <a:pPr marL="914400" lvl="1" indent="-457200" fontAlgn="base">
              <a:lnSpc>
                <a:spcPct val="110000"/>
              </a:lnSpc>
            </a:pPr>
            <a:r>
              <a:rPr lang="en-US" altLang="zh-CN" sz="2400" b="1" strike="noStrike" noProof="1">
                <a:solidFill>
                  <a:schemeClr val="tx1"/>
                </a:solidFill>
                <a:effectLst/>
                <a:latin typeface="Times New Roman" panose="02020603050405020304" charset="0"/>
                <a:ea typeface="宋体" panose="02010600030101010101" pitchFamily="2" charset="-122"/>
                <a:cs typeface="+mn-cs"/>
              </a:rPr>
              <a:t>rename</a:t>
            </a:r>
            <a:r>
              <a:rPr lang="x-none" altLang="en-US" sz="2400" b="1" strike="noStrike" noProof="1">
                <a:solidFill>
                  <a:schemeClr val="tx1"/>
                </a:solidFill>
                <a:effectLst/>
                <a:latin typeface="Times New Roman" panose="02020603050405020304" charset="0"/>
                <a:ea typeface="宋体" panose="02010600030101010101" pitchFamily="2" charset="-122"/>
                <a:cs typeface="+mn-cs"/>
              </a:rPr>
              <a:t>	</a:t>
            </a:r>
            <a:r>
              <a:rPr lang="zh-CN" altLang="en-US" sz="2400" b="1" strike="noStrike" noProof="1">
                <a:solidFill>
                  <a:schemeClr val="tx1"/>
                </a:solidFill>
                <a:effectLst/>
                <a:latin typeface="Times New Roman" panose="02020603050405020304" charset="0"/>
                <a:ea typeface="宋体" panose="02010600030101010101" pitchFamily="2" charset="-122"/>
                <a:cs typeface="+mn-cs"/>
              </a:rPr>
              <a:t>在系统目录中改变文件的名字</a:t>
            </a:r>
            <a:endParaRPr lang="zh-CN" altLang="en-US" sz="2400" b="1" strike="noStrike" noProof="1">
              <a:solidFill>
                <a:schemeClr val="tx1"/>
              </a:solidFill>
              <a:effectLst/>
              <a:latin typeface="Times New Roman" panose="02020603050405020304" charset="0"/>
              <a:ea typeface="宋体" panose="02010600030101010101" pitchFamily="2" charset="-122"/>
              <a:cs typeface="+mn-cs"/>
            </a:endParaRPr>
          </a:p>
          <a:p>
            <a:pPr marL="914400" lvl="1" indent="-457200" fontAlgn="base">
              <a:lnSpc>
                <a:spcPct val="110000"/>
              </a:lnSpc>
            </a:pPr>
            <a:r>
              <a:rPr lang="x-none" altLang="zh-CN" sz="2400" b="1" strike="noStrike" noProof="1">
                <a:solidFill>
                  <a:schemeClr val="tx1"/>
                </a:solidFill>
                <a:effectLst/>
                <a:latin typeface="Times New Roman" panose="02020603050405020304" charset="0"/>
                <a:ea typeface="宋体" panose="02010600030101010101" pitchFamily="2" charset="-122"/>
                <a:cs typeface="+mn-cs"/>
              </a:rPr>
              <a:t>file attribute	设置文件属性</a:t>
            </a:r>
            <a:endParaRPr lang="x-none" altLang="zh-CN" sz="2400" b="1" strike="noStrike" noProof="1">
              <a:solidFill>
                <a:schemeClr val="tx1"/>
              </a:solidFill>
              <a:effectLst/>
              <a:latin typeface="Times New Roman" panose="02020603050405020304" charset="0"/>
              <a:ea typeface="宋体" panose="02010600030101010101" pitchFamily="2" charset="-122"/>
              <a:cs typeface="+mn-cs"/>
            </a:endParaRPr>
          </a:p>
          <a:p>
            <a:pPr marL="914400" lvl="1" indent="-457200" fontAlgn="base">
              <a:lnSpc>
                <a:spcPct val="110000"/>
              </a:lnSpc>
            </a:pPr>
            <a:r>
              <a:rPr lang="en-US" altLang="zh-CN" sz="2400" b="1" strike="noStrike" noProof="1">
                <a:solidFill>
                  <a:schemeClr val="tx1"/>
                </a:solidFill>
                <a:effectLst/>
                <a:latin typeface="Times New Roman" panose="02020603050405020304" charset="0"/>
                <a:ea typeface="宋体" panose="02010600030101010101" pitchFamily="2" charset="-122"/>
                <a:cs typeface="+mn-cs"/>
              </a:rPr>
              <a:t>open</a:t>
            </a:r>
            <a:r>
              <a:rPr lang="x-none" altLang="en-US" sz="2400" b="1" strike="noStrike" noProof="1">
                <a:solidFill>
                  <a:schemeClr val="tx1"/>
                </a:solidFill>
                <a:effectLst/>
                <a:latin typeface="Times New Roman" panose="02020603050405020304" charset="0"/>
                <a:ea typeface="宋体" panose="02010600030101010101" pitchFamily="2" charset="-122"/>
                <a:cs typeface="+mn-cs"/>
              </a:rPr>
              <a:t>		</a:t>
            </a:r>
            <a:r>
              <a:rPr lang="zh-CN" altLang="en-US" sz="2400" b="1" strike="noStrike" noProof="1">
                <a:solidFill>
                  <a:schemeClr val="tx1"/>
                </a:solidFill>
                <a:effectLst/>
                <a:latin typeface="Times New Roman" panose="02020603050405020304" charset="0"/>
                <a:ea typeface="宋体" panose="02010600030101010101" pitchFamily="2" charset="-122"/>
                <a:cs typeface="+mn-cs"/>
              </a:rPr>
              <a:t>打开文件</a:t>
            </a:r>
            <a:endParaRPr lang="zh-CN" altLang="en-US" sz="2400" b="1" strike="noStrike" noProof="1">
              <a:solidFill>
                <a:schemeClr val="tx1"/>
              </a:solidFill>
              <a:effectLst/>
              <a:latin typeface="Times New Roman" panose="02020603050405020304" charset="0"/>
              <a:ea typeface="宋体" panose="02010600030101010101" pitchFamily="2" charset="-122"/>
              <a:cs typeface="+mn-cs"/>
            </a:endParaRPr>
          </a:p>
          <a:p>
            <a:pPr marL="914400" lvl="1" indent="-457200" fontAlgn="base">
              <a:lnSpc>
                <a:spcPct val="110000"/>
              </a:lnSpc>
            </a:pPr>
            <a:r>
              <a:rPr lang="en-US" altLang="zh-CN" sz="2400" b="1" strike="noStrike" noProof="1">
                <a:solidFill>
                  <a:schemeClr val="tx1"/>
                </a:solidFill>
                <a:effectLst/>
                <a:latin typeface="Times New Roman" panose="02020603050405020304" charset="0"/>
                <a:ea typeface="宋体" panose="02010600030101010101" pitchFamily="2" charset="-122"/>
                <a:cs typeface="+mn-cs"/>
              </a:rPr>
              <a:t>close	</a:t>
            </a:r>
            <a:r>
              <a:rPr lang="x-none" altLang="en-US" sz="2400" b="1" strike="noStrike" noProof="1">
                <a:solidFill>
                  <a:schemeClr val="tx1"/>
                </a:solidFill>
                <a:effectLst/>
                <a:latin typeface="Times New Roman" panose="02020603050405020304" charset="0"/>
                <a:ea typeface="宋体" panose="02010600030101010101" pitchFamily="2" charset="-122"/>
                <a:cs typeface="+mn-cs"/>
              </a:rPr>
              <a:t>	</a:t>
            </a:r>
            <a:r>
              <a:rPr lang="zh-CN" altLang="en-US" sz="2400" b="1" strike="noStrike" noProof="1">
                <a:solidFill>
                  <a:schemeClr val="tx1"/>
                </a:solidFill>
                <a:effectLst/>
                <a:latin typeface="Times New Roman" panose="02020603050405020304" charset="0"/>
                <a:ea typeface="宋体" panose="02010600030101010101" pitchFamily="2" charset="-122"/>
                <a:cs typeface="+mn-cs"/>
              </a:rPr>
              <a:t>关闭文件</a:t>
            </a:r>
            <a:endParaRPr lang="zh-CN" altLang="en-US" sz="2400" b="1" strike="noStrike" noProof="1">
              <a:solidFill>
                <a:schemeClr val="tx1"/>
              </a:solidFill>
              <a:effectLst/>
              <a:latin typeface="Times New Roman" panose="02020603050405020304" charset="0"/>
              <a:ea typeface="宋体" panose="02010600030101010101" pitchFamily="2" charset="-122"/>
              <a:cs typeface="+mn-cs"/>
            </a:endParaRPr>
          </a:p>
          <a:p>
            <a:pPr marL="914400" lvl="1" indent="-457200" fontAlgn="base">
              <a:lnSpc>
                <a:spcPct val="110000"/>
              </a:lnSpc>
            </a:pPr>
            <a:r>
              <a:rPr lang="en-US" altLang="zh-CN" sz="2400" b="1" strike="noStrike" noProof="1">
                <a:solidFill>
                  <a:schemeClr val="tx1"/>
                </a:solidFill>
                <a:effectLst/>
                <a:latin typeface="Times New Roman" panose="02020603050405020304" charset="0"/>
                <a:ea typeface="宋体" panose="02010600030101010101" pitchFamily="2" charset="-122"/>
                <a:cs typeface="+mn-cs"/>
              </a:rPr>
              <a:t>write	</a:t>
            </a:r>
            <a:r>
              <a:rPr lang="x-none" altLang="en-US" sz="2400" b="1" strike="noStrike" noProof="1">
                <a:solidFill>
                  <a:schemeClr val="tx1"/>
                </a:solidFill>
                <a:effectLst/>
                <a:latin typeface="Times New Roman" panose="02020603050405020304" charset="0"/>
                <a:ea typeface="宋体" panose="02010600030101010101" pitchFamily="2" charset="-122"/>
                <a:cs typeface="+mn-cs"/>
              </a:rPr>
              <a:t>	</a:t>
            </a:r>
            <a:r>
              <a:rPr lang="zh-CN" altLang="en-US" sz="2400" b="1" strike="noStrike" noProof="1">
                <a:solidFill>
                  <a:schemeClr val="tx1"/>
                </a:solidFill>
                <a:effectLst/>
                <a:latin typeface="Times New Roman" panose="02020603050405020304" charset="0"/>
                <a:ea typeface="宋体" panose="02010600030101010101" pitchFamily="2" charset="-122"/>
                <a:cs typeface="+mn-cs"/>
              </a:rPr>
              <a:t>写到一个文件</a:t>
            </a:r>
            <a:r>
              <a:rPr lang="en-US" altLang="zh-CN" sz="2400" b="1" strike="noStrike" noProof="1">
                <a:solidFill>
                  <a:schemeClr val="tx1"/>
                </a:solidFill>
                <a:effectLst/>
                <a:latin typeface="Times New Roman" panose="02020603050405020304" charset="0"/>
                <a:ea typeface="宋体" panose="02010600030101010101" pitchFamily="2" charset="-122"/>
                <a:cs typeface="+mn-cs"/>
              </a:rPr>
              <a:t>(</a:t>
            </a:r>
            <a:r>
              <a:rPr lang="zh-CN" altLang="en-US" sz="2400" b="1" strike="noStrike" noProof="1">
                <a:solidFill>
                  <a:schemeClr val="tx1"/>
                </a:solidFill>
                <a:effectLst/>
                <a:latin typeface="Times New Roman" panose="02020603050405020304" charset="0"/>
                <a:ea typeface="宋体" panose="02010600030101010101" pitchFamily="2" charset="-122"/>
                <a:cs typeface="+mn-cs"/>
              </a:rPr>
              <a:t>或设备</a:t>
            </a:r>
            <a:r>
              <a:rPr lang="en-US" altLang="zh-CN" sz="2400" b="1" strike="noStrike" noProof="1">
                <a:solidFill>
                  <a:schemeClr val="tx1"/>
                </a:solidFill>
                <a:effectLst/>
                <a:latin typeface="Times New Roman" panose="02020603050405020304" charset="0"/>
                <a:ea typeface="宋体" panose="02010600030101010101" pitchFamily="2" charset="-122"/>
                <a:cs typeface="+mn-cs"/>
              </a:rPr>
              <a:t>)</a:t>
            </a:r>
            <a:r>
              <a:rPr lang="zh-CN" altLang="en-US" sz="2400" b="1" strike="noStrike" noProof="1">
                <a:solidFill>
                  <a:schemeClr val="tx1"/>
                </a:solidFill>
                <a:effectLst/>
                <a:latin typeface="Times New Roman" panose="02020603050405020304" charset="0"/>
                <a:ea typeface="宋体" panose="02010600030101010101" pitchFamily="2" charset="-122"/>
                <a:cs typeface="+mn-cs"/>
              </a:rPr>
              <a:t>上</a:t>
            </a:r>
            <a:endParaRPr lang="zh-CN" altLang="en-US" sz="2400" b="1" strike="noStrike" noProof="1">
              <a:solidFill>
                <a:schemeClr val="tx1"/>
              </a:solidFill>
              <a:effectLst/>
              <a:latin typeface="Times New Roman" panose="02020603050405020304" charset="0"/>
              <a:ea typeface="宋体" panose="02010600030101010101" pitchFamily="2" charset="-122"/>
              <a:cs typeface="+mn-cs"/>
            </a:endParaRPr>
          </a:p>
          <a:p>
            <a:pPr marL="914400" lvl="1" indent="-457200" fontAlgn="base">
              <a:lnSpc>
                <a:spcPct val="110000"/>
              </a:lnSpc>
            </a:pPr>
            <a:r>
              <a:rPr lang="en-US" altLang="zh-CN" sz="2400" b="1" strike="noStrike" noProof="1">
                <a:solidFill>
                  <a:schemeClr val="tx1"/>
                </a:solidFill>
                <a:effectLst/>
                <a:latin typeface="Times New Roman" panose="02020603050405020304" charset="0"/>
                <a:ea typeface="宋体" panose="02010600030101010101" pitchFamily="2" charset="-122"/>
                <a:cs typeface="+mn-cs"/>
              </a:rPr>
              <a:t>read</a:t>
            </a:r>
            <a:r>
              <a:rPr lang="x-none" altLang="en-US" sz="2400" b="1" strike="noStrike" noProof="1">
                <a:solidFill>
                  <a:schemeClr val="tx1"/>
                </a:solidFill>
                <a:effectLst/>
                <a:latin typeface="Times New Roman" panose="02020603050405020304" charset="0"/>
                <a:ea typeface="宋体" panose="02010600030101010101" pitchFamily="2" charset="-122"/>
                <a:cs typeface="+mn-cs"/>
              </a:rPr>
              <a:t>		</a:t>
            </a:r>
            <a:r>
              <a:rPr lang="zh-CN" altLang="en-US" sz="2400" b="1" strike="noStrike" noProof="1">
                <a:solidFill>
                  <a:schemeClr val="tx1"/>
                </a:solidFill>
                <a:effectLst/>
                <a:latin typeface="Times New Roman" panose="02020603050405020304" charset="0"/>
                <a:ea typeface="宋体" panose="02010600030101010101" pitchFamily="2" charset="-122"/>
                <a:cs typeface="+mn-cs"/>
              </a:rPr>
              <a:t>从一个文件</a:t>
            </a:r>
            <a:r>
              <a:rPr lang="en-US" altLang="zh-CN" sz="2400" b="1" strike="noStrike" noProof="1">
                <a:solidFill>
                  <a:schemeClr val="tx1"/>
                </a:solidFill>
                <a:effectLst/>
                <a:latin typeface="Times New Roman" panose="02020603050405020304" charset="0"/>
                <a:ea typeface="宋体" panose="02010600030101010101" pitchFamily="2" charset="-122"/>
                <a:cs typeface="+mn-cs"/>
              </a:rPr>
              <a:t>(</a:t>
            </a:r>
            <a:r>
              <a:rPr lang="zh-CN" altLang="en-US" sz="2400" b="1" strike="noStrike" noProof="1">
                <a:solidFill>
                  <a:schemeClr val="tx1"/>
                </a:solidFill>
                <a:effectLst/>
                <a:latin typeface="Times New Roman" panose="02020603050405020304" charset="0"/>
                <a:ea typeface="宋体" panose="02010600030101010101" pitchFamily="2" charset="-122"/>
                <a:cs typeface="+mn-cs"/>
              </a:rPr>
              <a:t>或设备</a:t>
            </a:r>
            <a:r>
              <a:rPr lang="en-US" altLang="zh-CN" sz="2400" b="1" strike="noStrike" noProof="1">
                <a:solidFill>
                  <a:schemeClr val="tx1"/>
                </a:solidFill>
                <a:effectLst/>
                <a:latin typeface="Times New Roman" panose="02020603050405020304" charset="0"/>
                <a:ea typeface="宋体" panose="02010600030101010101" pitchFamily="2" charset="-122"/>
                <a:cs typeface="+mn-cs"/>
              </a:rPr>
              <a:t>)</a:t>
            </a:r>
            <a:r>
              <a:rPr lang="zh-CN" altLang="en-US" sz="2400" b="1" strike="noStrike" noProof="1">
                <a:solidFill>
                  <a:schemeClr val="tx1"/>
                </a:solidFill>
                <a:effectLst/>
                <a:latin typeface="Times New Roman" panose="02020603050405020304" charset="0"/>
                <a:ea typeface="宋体" panose="02010600030101010101" pitchFamily="2" charset="-122"/>
                <a:cs typeface="+mn-cs"/>
              </a:rPr>
              <a:t>读入数据信息</a:t>
            </a:r>
            <a:endParaRPr lang="zh-CN" altLang="en-US" sz="2000" b="1" strike="noStrike" noProof="1">
              <a:solidFill>
                <a:schemeClr val="tx1"/>
              </a:solidFill>
              <a:latin typeface="Times New Roman" panose="02020603050405020304" charset="0"/>
              <a:ea typeface="宋体" panose="02010600030101010101" pitchFamily="2" charset="-122"/>
            </a:endParaRPr>
          </a:p>
        </p:txBody>
      </p:sp>
      <p:sp>
        <p:nvSpPr>
          <p:cNvPr id="65540" name="矩形 65539"/>
          <p:cNvSpPr/>
          <p:nvPr/>
        </p:nvSpPr>
        <p:spPr>
          <a:xfrm>
            <a:off x="381000" y="4286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Arial" panose="02080604020202020204" pitchFamily="34" charset="0"/>
                <a:ea typeface="宋体" panose="02010600030101010101" pitchFamily="2" charset="-122"/>
                <a:cs typeface="+mn-ea"/>
              </a:rPr>
              <a:t>文件系统</a:t>
            </a:r>
            <a:r>
              <a:rPr lang="en-US" altLang="zh-CN" sz="2400" strike="noStrike" noProof="1">
                <a:latin typeface="Arial" panose="02080604020202020204" pitchFamily="34" charset="0"/>
                <a:ea typeface="宋体" panose="02010600030101010101" pitchFamily="2" charset="-122"/>
                <a:cs typeface="+mn-ea"/>
              </a:rPr>
              <a:t>——</a:t>
            </a:r>
            <a:r>
              <a:rPr lang="zh-CN" altLang="en-US" sz="2400" strike="noStrike" noProof="1">
                <a:latin typeface="Arial" panose="02080604020202020204" pitchFamily="34" charset="0"/>
                <a:ea typeface="宋体" panose="02010600030101010101" pitchFamily="2" charset="-122"/>
                <a:cs typeface="+mn-ea"/>
              </a:rPr>
              <a:t>文件操作和文件备份</a:t>
            </a:r>
            <a:endParaRPr lang="zh-CN" altLang="en-US" sz="2400" strike="noStrike" noProof="1">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65539" grpId="0" uiExpand="1" build="p"/>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2945" name="文本框 65537"/>
          <p:cNvSpPr txBox="1"/>
          <p:nvPr/>
        </p:nvSpPr>
        <p:spPr>
          <a:xfrm>
            <a:off x="8493125" y="6510338"/>
            <a:ext cx="376238"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buFont typeface="Wingdings" panose="05000000000000000000" pitchFamily="2" charset="2"/>
              <a:buNone/>
            </a:pPr>
            <a:r>
              <a:rPr lang="en-US" altLang="zh-CN" b="0">
                <a:solidFill>
                  <a:schemeClr val="tx2"/>
                </a:solidFill>
                <a:latin typeface="Times New Roman" panose="02020603050405020304" charset="0"/>
                <a:ea typeface="宋体" panose="02010600030101010101" pitchFamily="2" charset="-122"/>
              </a:rPr>
              <a:t>40</a:t>
            </a:r>
            <a:endParaRPr lang="en-US" altLang="zh-CN" b="0">
              <a:solidFill>
                <a:schemeClr val="tx2"/>
              </a:solidFill>
              <a:latin typeface="Times New Roman" panose="02020603050405020304" charset="0"/>
              <a:ea typeface="宋体" panose="02010600030101010101" pitchFamily="2" charset="-122"/>
            </a:endParaRPr>
          </a:p>
        </p:txBody>
      </p:sp>
      <p:sp>
        <p:nvSpPr>
          <p:cNvPr id="65539" name="矩形 65538"/>
          <p:cNvSpPr/>
          <p:nvPr/>
        </p:nvSpPr>
        <p:spPr>
          <a:xfrm>
            <a:off x="171450" y="658813"/>
            <a:ext cx="8774113" cy="3914775"/>
          </a:xfrm>
          <a:prstGeom prst="rect">
            <a:avLst/>
          </a:prstGeom>
          <a:noFill/>
          <a:ln w="9525">
            <a:noFill/>
            <a:miter/>
          </a:ln>
        </p:spPr>
        <p:txBody>
          <a:bodyPr wrap="square">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30000"/>
              </a:lnSpc>
              <a:buNone/>
            </a:pPr>
            <a:r>
              <a:rPr lang="en-US" altLang="zh-CN" b="1" strike="noStrike" noProof="1">
                <a:solidFill>
                  <a:srgbClr val="990000"/>
                </a:solidFill>
                <a:latin typeface="Times New Roman" panose="02020603050405020304" charset="0"/>
                <a:ea typeface="宋体" panose="02010600030101010101" pitchFamily="2" charset="-122"/>
                <a:cs typeface="+mn-ea"/>
              </a:rPr>
              <a:t>1.  </a:t>
            </a:r>
            <a:r>
              <a:rPr lang="zh-CN" altLang="en-US" b="1" strike="noStrike" noProof="1">
                <a:solidFill>
                  <a:srgbClr val="990000"/>
                </a:solidFill>
                <a:latin typeface="Arial" panose="02080604020202020204" pitchFamily="34" charset="0"/>
                <a:ea typeface="宋体" panose="02010600030101010101" pitchFamily="2" charset="-122"/>
                <a:cs typeface="+mn-ea"/>
              </a:rPr>
              <a:t>文件操作</a:t>
            </a:r>
            <a:endParaRPr lang="zh-CN" altLang="en-US" b="1" strike="noStrike" noProof="1">
              <a:solidFill>
                <a:srgbClr val="990000"/>
              </a:solidFill>
              <a:ea typeface="宋体" panose="02010600030101010101" pitchFamily="2" charset="-122"/>
            </a:endParaRPr>
          </a:p>
          <a:p>
            <a:pPr marL="533400" lvl="0" indent="-533400" fontAlgn="base">
              <a:lnSpc>
                <a:spcPct val="120000"/>
              </a:lnSpc>
              <a:spcBef>
                <a:spcPct val="20000"/>
              </a:spcBef>
              <a:buNone/>
            </a:pPr>
            <a:r>
              <a:rPr lang="zh-CN" altLang="en-US" sz="2800" b="1" strike="noStrike" noProof="1">
                <a:solidFill>
                  <a:srgbClr val="A50021"/>
                </a:solidFill>
                <a:latin typeface="Times New Roman" panose="02020603050405020304" charset="0"/>
                <a:ea typeface="宋体" panose="02010600030101010101" pitchFamily="2" charset="-122"/>
                <a:cs typeface="+mn-ea"/>
              </a:rPr>
              <a:t>      </a:t>
            </a:r>
            <a:r>
              <a:rPr lang="en-US" altLang="zh-CN" sz="2800" b="1" strike="noStrike" noProof="1">
                <a:solidFill>
                  <a:srgbClr val="A50021"/>
                </a:solidFill>
                <a:latin typeface="Times New Roman" panose="02020603050405020304" charset="0"/>
                <a:ea typeface="宋体" panose="02010600030101010101" pitchFamily="2" charset="-122"/>
                <a:cs typeface="+mn-ea"/>
              </a:rPr>
              <a:t>(</a:t>
            </a:r>
            <a:r>
              <a:rPr lang="x-none" altLang="en-US" sz="2800" b="1" strike="noStrike" noProof="1">
                <a:solidFill>
                  <a:srgbClr val="A50021"/>
                </a:solidFill>
                <a:latin typeface="Times New Roman" panose="02020603050405020304" charset="0"/>
                <a:ea typeface="宋体" panose="02010600030101010101" pitchFamily="2" charset="-122"/>
                <a:cs typeface="+mn-ea"/>
              </a:rPr>
              <a:t>2</a:t>
            </a:r>
            <a:r>
              <a:rPr lang="en-US" altLang="zh-CN" sz="2800" b="1" strike="noStrike" noProof="1">
                <a:solidFill>
                  <a:srgbClr val="A50021"/>
                </a:solidFill>
                <a:latin typeface="Times New Roman" panose="02020603050405020304" charset="0"/>
                <a:ea typeface="宋体" panose="02010600030101010101" pitchFamily="2" charset="-122"/>
                <a:cs typeface="+mn-ea"/>
              </a:rPr>
              <a:t>) </a:t>
            </a:r>
            <a:r>
              <a:rPr lang="zh-CN" altLang="en-US" sz="2800" b="1" strike="noStrike" noProof="1">
                <a:solidFill>
                  <a:srgbClr val="A50021"/>
                </a:solidFill>
                <a:latin typeface="Times New Roman" panose="02020603050405020304" charset="0"/>
                <a:ea typeface="宋体" panose="02010600030101010101" pitchFamily="2" charset="-122"/>
                <a:cs typeface="+mn-ea"/>
              </a:rPr>
              <a:t>常用的文件操作命令</a:t>
            </a:r>
            <a:endParaRPr lang="zh-CN" altLang="en-US" sz="2800" b="1" strike="noStrike" noProof="1">
              <a:solidFill>
                <a:srgbClr val="A50021"/>
              </a:solidFill>
              <a:latin typeface="Times New Roman" panose="02020603050405020304" charset="0"/>
              <a:ea typeface="宋体" panose="02010600030101010101" pitchFamily="2" charset="-122"/>
            </a:endParaRPr>
          </a:p>
          <a:p>
            <a:pPr marL="914400" lvl="1" indent="-457200" fontAlgn="base">
              <a:lnSpc>
                <a:spcPct val="110000"/>
              </a:lnSpc>
            </a:pPr>
            <a:r>
              <a:rPr lang="x-none" altLang="en-US" sz="2400" b="1" strike="noStrike" noProof="1">
                <a:solidFill>
                  <a:schemeClr val="tx1"/>
                </a:solidFill>
                <a:effectLst/>
                <a:latin typeface="Times New Roman" panose="02020603050405020304" charset="0"/>
                <a:ea typeface="宋体" panose="02010600030101010101" pitchFamily="2" charset="-122"/>
                <a:cs typeface="+mn-cs"/>
              </a:rPr>
              <a:t>dirctory read	读目录信息</a:t>
            </a:r>
            <a:endParaRPr lang="zh-CN" altLang="en-US" sz="2400" b="1" strike="noStrike" noProof="1">
              <a:solidFill>
                <a:schemeClr val="tx1"/>
              </a:solidFill>
              <a:effectLst/>
              <a:latin typeface="Times New Roman" panose="02020603050405020304" charset="0"/>
              <a:ea typeface="宋体" panose="02010600030101010101" pitchFamily="2" charset="-122"/>
            </a:endParaRPr>
          </a:p>
          <a:p>
            <a:pPr marL="914400" lvl="1" indent="-457200" fontAlgn="base">
              <a:lnSpc>
                <a:spcPct val="110000"/>
              </a:lnSpc>
            </a:pPr>
            <a:r>
              <a:rPr lang="x-none" altLang="en-US" sz="2400" b="1" strike="noStrike" noProof="1">
                <a:solidFill>
                  <a:schemeClr val="tx1"/>
                </a:solidFill>
                <a:effectLst/>
                <a:latin typeface="Times New Roman" panose="02020603050405020304" charset="0"/>
                <a:ea typeface="宋体" panose="02010600030101010101" pitchFamily="2" charset="-122"/>
                <a:cs typeface="+mn-cs"/>
              </a:rPr>
              <a:t>disk space	确定一个设备上可用磁盘区域的大小</a:t>
            </a:r>
            <a:endParaRPr lang="x-none" altLang="en-US" sz="2400" b="1" strike="noStrike" noProof="1">
              <a:solidFill>
                <a:schemeClr val="tx1"/>
              </a:solidFill>
              <a:effectLst/>
              <a:latin typeface="Times New Roman" panose="02020603050405020304" charset="0"/>
              <a:ea typeface="宋体" panose="02010600030101010101" pitchFamily="2" charset="-122"/>
              <a:cs typeface="+mn-cs"/>
            </a:endParaRPr>
          </a:p>
          <a:p>
            <a:pPr marL="914400" lvl="1" indent="-457200" fontAlgn="base">
              <a:lnSpc>
                <a:spcPct val="110000"/>
              </a:lnSpc>
            </a:pPr>
            <a:r>
              <a:rPr lang="x-none" altLang="en-US" sz="2400" b="1" strike="noStrike" noProof="1">
                <a:solidFill>
                  <a:schemeClr val="tx1"/>
                </a:solidFill>
                <a:effectLst/>
                <a:latin typeface="Times New Roman" panose="02020603050405020304" charset="0"/>
                <a:ea typeface="宋体" panose="02010600030101010101" pitchFamily="2" charset="-122"/>
                <a:cs typeface="+mn-cs"/>
              </a:rPr>
              <a:t>link                 建立链接</a:t>
            </a:r>
            <a:endParaRPr lang="x-none" altLang="en-US" sz="2400" b="1" strike="noStrike" noProof="1">
              <a:solidFill>
                <a:schemeClr val="tx1"/>
              </a:solidFill>
              <a:effectLst/>
              <a:latin typeface="Times New Roman" panose="02020603050405020304" charset="0"/>
              <a:ea typeface="宋体" panose="02010600030101010101" pitchFamily="2" charset="-122"/>
              <a:cs typeface="+mn-cs"/>
            </a:endParaRPr>
          </a:p>
          <a:p>
            <a:pPr marL="914400" lvl="1" indent="-457200" fontAlgn="base">
              <a:lnSpc>
                <a:spcPct val="110000"/>
              </a:lnSpc>
            </a:pPr>
            <a:r>
              <a:rPr lang="x-none" altLang="zh-CN" sz="2400" b="1" strike="noStrike" noProof="1">
                <a:solidFill>
                  <a:schemeClr val="tx1"/>
                </a:solidFill>
                <a:effectLst/>
                <a:latin typeface="Times New Roman" panose="02020603050405020304" charset="0"/>
                <a:ea typeface="宋体" panose="02010600030101010101" pitchFamily="2" charset="-122"/>
                <a:cs typeface="+mn-cs"/>
              </a:rPr>
              <a:t>unlink             删除链接</a:t>
            </a:r>
            <a:endParaRPr lang="x-none" altLang="zh-CN" sz="2400" b="1" strike="noStrike" noProof="1">
              <a:solidFill>
                <a:schemeClr val="tx1"/>
              </a:solidFill>
              <a:effectLst/>
              <a:latin typeface="Times New Roman" panose="02020603050405020304" charset="0"/>
              <a:ea typeface="宋体" panose="02010600030101010101" pitchFamily="2" charset="-122"/>
            </a:endParaRPr>
          </a:p>
          <a:p>
            <a:pPr marL="914400" lvl="1" indent="-457200" fontAlgn="base">
              <a:lnSpc>
                <a:spcPct val="110000"/>
              </a:lnSpc>
            </a:pPr>
            <a:r>
              <a:rPr lang="x-none" altLang="zh-CN" sz="2400" b="1" strike="noStrike" noProof="1">
                <a:solidFill>
                  <a:schemeClr val="tx1"/>
                </a:solidFill>
                <a:effectLst/>
                <a:latin typeface="Times New Roman" panose="02020603050405020304" charset="0"/>
                <a:ea typeface="宋体" panose="02010600030101010101" pitchFamily="2" charset="-122"/>
                <a:cs typeface="+mn-cs"/>
              </a:rPr>
              <a:t>file date	改变文件的时间</a:t>
            </a:r>
            <a:endParaRPr lang="x-none" altLang="zh-CN" sz="2400" b="1" strike="noStrike" noProof="1">
              <a:solidFill>
                <a:schemeClr val="tx1"/>
              </a:solidFill>
              <a:effectLst/>
              <a:latin typeface="Times New Roman" panose="02020603050405020304" charset="0"/>
              <a:ea typeface="宋体" panose="02010600030101010101" pitchFamily="2" charset="-122"/>
            </a:endParaRPr>
          </a:p>
        </p:txBody>
      </p:sp>
      <p:sp>
        <p:nvSpPr>
          <p:cNvPr id="65540" name="矩形 65539"/>
          <p:cNvSpPr/>
          <p:nvPr/>
        </p:nvSpPr>
        <p:spPr>
          <a:xfrm>
            <a:off x="381000" y="4286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Arial" panose="02080604020202020204" pitchFamily="34" charset="0"/>
                <a:ea typeface="宋体" panose="02010600030101010101" pitchFamily="2" charset="-122"/>
                <a:cs typeface="+mn-ea"/>
              </a:rPr>
              <a:t>文件系统</a:t>
            </a:r>
            <a:r>
              <a:rPr lang="en-US" altLang="zh-CN" sz="2400" strike="noStrike" noProof="1">
                <a:latin typeface="Arial" panose="02080604020202020204" pitchFamily="34" charset="0"/>
                <a:ea typeface="宋体" panose="02010600030101010101" pitchFamily="2" charset="-122"/>
                <a:cs typeface="+mn-ea"/>
              </a:rPr>
              <a:t>——</a:t>
            </a:r>
            <a:r>
              <a:rPr lang="zh-CN" altLang="en-US" sz="2400" strike="noStrike" noProof="1">
                <a:latin typeface="Arial" panose="02080604020202020204" pitchFamily="34" charset="0"/>
                <a:ea typeface="宋体" panose="02010600030101010101" pitchFamily="2" charset="-122"/>
                <a:cs typeface="+mn-ea"/>
              </a:rPr>
              <a:t>文件操作和文件备份</a:t>
            </a:r>
            <a:endParaRPr lang="zh-CN" altLang="en-US" sz="2400" strike="noStrike" noProof="1">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65539" grpId="0" uiExpand="1" build="p"/>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3969" name="文本框 66561"/>
          <p:cNvSpPr txBox="1"/>
          <p:nvPr/>
        </p:nvSpPr>
        <p:spPr>
          <a:xfrm>
            <a:off x="8493125" y="6510338"/>
            <a:ext cx="376238"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buFont typeface="Wingdings" panose="05000000000000000000" pitchFamily="2" charset="2"/>
              <a:buNone/>
            </a:pPr>
            <a:r>
              <a:rPr lang="en-US" altLang="zh-CN" b="0">
                <a:solidFill>
                  <a:schemeClr val="tx2"/>
                </a:solidFill>
                <a:latin typeface="Times New Roman" panose="02020603050405020304" charset="0"/>
                <a:ea typeface="宋体" panose="02010600030101010101" pitchFamily="2" charset="-122"/>
              </a:rPr>
              <a:t>41</a:t>
            </a:r>
            <a:endParaRPr lang="en-US" altLang="zh-CN" b="0">
              <a:solidFill>
                <a:schemeClr val="tx2"/>
              </a:solidFill>
              <a:latin typeface="Times New Roman" panose="02020603050405020304" charset="0"/>
              <a:ea typeface="宋体" panose="02010600030101010101" pitchFamily="2" charset="-122"/>
            </a:endParaRPr>
          </a:p>
        </p:txBody>
      </p:sp>
      <p:sp>
        <p:nvSpPr>
          <p:cNvPr id="66563" name="矩形 66562"/>
          <p:cNvSpPr/>
          <p:nvPr/>
        </p:nvSpPr>
        <p:spPr>
          <a:xfrm>
            <a:off x="292100" y="563245"/>
            <a:ext cx="8507413" cy="5909945"/>
          </a:xfrm>
          <a:prstGeom prst="rect">
            <a:avLst/>
          </a:prstGeom>
          <a:noFill/>
          <a:ln w="9525">
            <a:noFill/>
            <a:miter/>
          </a:ln>
        </p:spPr>
        <p:txBody>
          <a:bodyPr wrap="square">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30000"/>
              </a:lnSpc>
              <a:buNone/>
            </a:pPr>
            <a:r>
              <a:rPr lang="x-none" altLang="en-US" sz="2800" b="1" strike="noStrike" noProof="1">
                <a:solidFill>
                  <a:srgbClr val="A50021"/>
                </a:solidFill>
                <a:effectLst/>
                <a:latin typeface="Times New Roman" panose="02020603050405020304" charset="0"/>
                <a:ea typeface="宋体" panose="02010600030101010101" pitchFamily="2" charset="-122"/>
                <a:cs typeface="+mn-ea"/>
              </a:rPr>
              <a:t> </a:t>
            </a:r>
            <a:r>
              <a:rPr lang="zh-CN" altLang="en-US" sz="2400" b="1" strike="noStrike" noProof="1">
                <a:solidFill>
                  <a:schemeClr val="tx1"/>
                </a:solidFill>
                <a:effectLst/>
                <a:latin typeface="Times New Roman" panose="02020603050405020304" charset="0"/>
                <a:ea typeface="宋体" panose="02010600030101010101" pitchFamily="2" charset="-122"/>
                <a:cs typeface="+mn-cs"/>
              </a:rPr>
              <a:t> </a:t>
            </a:r>
            <a:r>
              <a:rPr lang="en-US" altLang="zh-CN" sz="2400" b="1" strike="noStrike" noProof="1">
                <a:solidFill>
                  <a:srgbClr val="000099"/>
                </a:solidFill>
                <a:effectLst/>
                <a:latin typeface="Times New Roman" panose="02020603050405020304" charset="0"/>
                <a:ea typeface="宋体" panose="02010600030101010101" pitchFamily="2" charset="-122"/>
                <a:cs typeface="+mn-cs"/>
              </a:rPr>
              <a:t>①</a:t>
            </a:r>
            <a:r>
              <a:rPr lang="en-US" altLang="zh-CN" sz="2400" b="1" strike="noStrike" noProof="1">
                <a:solidFill>
                  <a:srgbClr val="000099"/>
                </a:solidFill>
                <a:effectLst/>
                <a:latin typeface="宋体" panose="02010600030101010101" pitchFamily="2" charset="-122"/>
                <a:ea typeface="宋体" panose="02010600030101010101" pitchFamily="2" charset="-122"/>
                <a:cs typeface="+mn-cs"/>
              </a:rPr>
              <a:t> </a:t>
            </a:r>
            <a:r>
              <a:rPr lang="zh-CN" altLang="en-US" sz="2400" b="1" strike="noStrike" noProof="1">
                <a:solidFill>
                  <a:srgbClr val="000099"/>
                </a:solidFill>
                <a:effectLst/>
                <a:latin typeface="Times New Roman" panose="02020603050405020304" charset="0"/>
                <a:ea typeface="宋体" panose="02010600030101010101" pitchFamily="2" charset="-122"/>
                <a:cs typeface="+mn-cs"/>
              </a:rPr>
              <a:t>打开文件操作</a:t>
            </a:r>
            <a:endParaRPr lang="zh-CN" altLang="en-US" sz="2400" b="1" strike="noStrike" noProof="1">
              <a:solidFill>
                <a:srgbClr val="000099"/>
              </a:solidFill>
              <a:effectLst/>
              <a:latin typeface="Times New Roman" panose="02020603050405020304" charset="0"/>
              <a:ea typeface="宋体" panose="02010600030101010101" pitchFamily="2" charset="-122"/>
            </a:endParaRPr>
          </a:p>
          <a:p>
            <a:pPr marL="914400" lvl="1" indent="-457200" fontAlgn="base">
              <a:lnSpc>
                <a:spcPct val="120000"/>
              </a:lnSpc>
              <a:spcBef>
                <a:spcPct val="20000"/>
              </a:spcBef>
              <a:buNone/>
            </a:pPr>
            <a:r>
              <a:rPr lang="zh-CN" altLang="en-US" sz="2400" strike="noStrike" noProof="1">
                <a:solidFill>
                  <a:schemeClr val="tx1"/>
                </a:solidFill>
                <a:effectLst/>
                <a:latin typeface="Times New Roman" panose="02020603050405020304" charset="0"/>
                <a:ea typeface="宋体" panose="02010600030101010101" pitchFamily="2" charset="-122"/>
                <a:cs typeface="+mn-cs"/>
              </a:rPr>
              <a:t>        所谓打开文件就是把</a:t>
            </a:r>
            <a:r>
              <a:rPr lang="zh-CN" altLang="en-US" sz="2400" strike="noStrike" noProof="1">
                <a:solidFill>
                  <a:srgbClr val="FF0000"/>
                </a:solidFill>
                <a:effectLst/>
                <a:latin typeface="Times New Roman" panose="02020603050405020304" charset="0"/>
                <a:ea typeface="宋体" panose="02010600030101010101" pitchFamily="2" charset="-122"/>
                <a:cs typeface="+mn-cs"/>
              </a:rPr>
              <a:t>该文件的有关目录表目</a:t>
            </a:r>
            <a:r>
              <a:rPr lang="zh-CN" altLang="en-US" sz="2400" strike="noStrike" noProof="1">
                <a:solidFill>
                  <a:schemeClr val="tx1"/>
                </a:solidFill>
                <a:effectLst/>
                <a:latin typeface="Times New Roman" panose="02020603050405020304" charset="0"/>
                <a:ea typeface="宋体" panose="02010600030101010101" pitchFamily="2" charset="-122"/>
                <a:cs typeface="+mn-cs"/>
              </a:rPr>
              <a:t>复制到主存中约定的区域，建立文件控制块，建立用户和这个文件的联系。</a:t>
            </a:r>
            <a:endParaRPr lang="zh-CN" altLang="en-US" sz="2400" strike="noStrike" noProof="1">
              <a:solidFill>
                <a:schemeClr val="tx1"/>
              </a:solidFill>
              <a:effectLst/>
              <a:latin typeface="Times New Roman" panose="02020603050405020304" charset="0"/>
              <a:ea typeface="宋体" panose="02010600030101010101" pitchFamily="2" charset="-122"/>
            </a:endParaRPr>
          </a:p>
          <a:p>
            <a:pPr marL="914400" lvl="1" indent="-457200" fontAlgn="base">
              <a:lnSpc>
                <a:spcPct val="130000"/>
              </a:lnSpc>
              <a:buNone/>
            </a:pPr>
            <a:r>
              <a:rPr lang="en-US" altLang="zh-CN" sz="2400" b="1" strike="noStrike" noProof="1">
                <a:solidFill>
                  <a:srgbClr val="000099"/>
                </a:solidFill>
                <a:effectLst/>
                <a:latin typeface="宋体" panose="02010600030101010101" pitchFamily="2" charset="-122"/>
                <a:ea typeface="宋体" panose="02010600030101010101" pitchFamily="2" charset="-122"/>
                <a:cs typeface="+mn-cs"/>
              </a:rPr>
              <a:t>② </a:t>
            </a:r>
            <a:r>
              <a:rPr lang="zh-CN" altLang="en-US" sz="2400" b="1" strike="noStrike" noProof="1">
                <a:solidFill>
                  <a:srgbClr val="000099"/>
                </a:solidFill>
                <a:effectLst/>
                <a:latin typeface="Times New Roman" panose="02020603050405020304" charset="0"/>
                <a:ea typeface="宋体" panose="02010600030101010101" pitchFamily="2" charset="-122"/>
                <a:cs typeface="+mn-cs"/>
              </a:rPr>
              <a:t>关闭文件操作</a:t>
            </a:r>
            <a:endParaRPr lang="zh-CN" altLang="en-US" sz="2400" b="1" strike="noStrike" noProof="1">
              <a:solidFill>
                <a:srgbClr val="000099"/>
              </a:solidFill>
              <a:effectLst/>
              <a:latin typeface="Times New Roman" panose="02020603050405020304" charset="0"/>
              <a:ea typeface="宋体" panose="02010600030101010101" pitchFamily="2" charset="-122"/>
            </a:endParaRPr>
          </a:p>
          <a:p>
            <a:pPr marL="533400" lvl="0" indent="-533400" fontAlgn="base">
              <a:lnSpc>
                <a:spcPct val="120000"/>
              </a:lnSpc>
              <a:spcBef>
                <a:spcPct val="20000"/>
              </a:spcBef>
              <a:buNone/>
            </a:pPr>
            <a:r>
              <a:rPr lang="zh-CN" altLang="en-US" sz="2400" strike="noStrike" noProof="1">
                <a:solidFill>
                  <a:schemeClr val="tx1"/>
                </a:solidFill>
                <a:effectLst/>
                <a:latin typeface="Times New Roman" panose="02020603050405020304" charset="0"/>
                <a:ea typeface="宋体" panose="02010600030101010101" pitchFamily="2" charset="-122"/>
                <a:cs typeface="+mn-ea"/>
              </a:rPr>
              <a:t>            所谓关闭文件就是用户宣布这个文件当前不再使用，系统将其在主存中的文件控制块删去，因而也就切断了用户同这个文件的联系。</a:t>
            </a:r>
            <a:endParaRPr lang="zh-CN" altLang="en-US" sz="2400" strike="noStrike" noProof="1">
              <a:solidFill>
                <a:schemeClr val="tx1"/>
              </a:solidFill>
              <a:effectLst/>
              <a:latin typeface="Times New Roman" panose="02020603050405020304" charset="0"/>
              <a:ea typeface="宋体" panose="02010600030101010101" pitchFamily="2" charset="-122"/>
              <a:cs typeface="+mn-ea"/>
            </a:endParaRPr>
          </a:p>
          <a:p>
            <a:pPr marL="533400" lvl="0" indent="-533400" fontAlgn="base">
              <a:lnSpc>
                <a:spcPct val="120000"/>
              </a:lnSpc>
              <a:spcBef>
                <a:spcPct val="20000"/>
              </a:spcBef>
              <a:buNone/>
            </a:pPr>
            <a:endParaRPr lang="zh-CN" altLang="en-US" sz="2400" strike="noStrike" noProof="1">
              <a:solidFill>
                <a:schemeClr val="tx1"/>
              </a:solidFill>
              <a:effectLst/>
              <a:latin typeface="Times New Roman" panose="02020603050405020304" charset="0"/>
              <a:ea typeface="宋体" panose="02010600030101010101" pitchFamily="2" charset="-122"/>
            </a:endParaRPr>
          </a:p>
          <a:p>
            <a:pPr marL="533400" lvl="0" indent="-533400" fontAlgn="base">
              <a:lnSpc>
                <a:spcPct val="120000"/>
              </a:lnSpc>
              <a:spcBef>
                <a:spcPct val="20000"/>
              </a:spcBef>
              <a:buNone/>
            </a:pPr>
            <a:r>
              <a:rPr lang="x-none" altLang="zh-CN" sz="2400" strike="noStrike" noProof="1">
                <a:solidFill>
                  <a:schemeClr val="tx1"/>
                </a:solidFill>
                <a:effectLst/>
                <a:latin typeface="Times New Roman" panose="02020603050405020304" charset="0"/>
                <a:ea typeface="宋体" panose="02010600030101010101" pitchFamily="2" charset="-122"/>
              </a:rPr>
              <a:t>若一个文件的目录表目被复制到主存，则称它为已打开的(或活动的)文件。</a:t>
            </a:r>
            <a:r>
              <a:rPr lang="x-none" altLang="zh-CN" sz="2400">
                <a:solidFill>
                  <a:schemeClr val="tx1"/>
                </a:solidFill>
                <a:effectLst/>
                <a:latin typeface="Times New Roman" panose="02020603050405020304" charset="0"/>
                <a:sym typeface="+mn-ea"/>
              </a:rPr>
              <a:t>这些目录表目</a:t>
            </a:r>
            <a:r>
              <a:rPr lang="x-none" altLang="zh-CN" sz="2400" strike="noStrike" noProof="1">
                <a:solidFill>
                  <a:schemeClr val="tx1"/>
                </a:solidFill>
                <a:effectLst/>
                <a:latin typeface="Times New Roman" panose="02020603050405020304" charset="0"/>
                <a:ea typeface="宋体" panose="02010600030101010101" pitchFamily="2" charset="-122"/>
              </a:rPr>
              <a:t>在主存中统一存放，形成一张活动文件表。已打开的文件可以多次使用。</a:t>
            </a:r>
            <a:endParaRPr lang="x-none" altLang="zh-CN" sz="2400" strike="noStrike" noProof="1">
              <a:solidFill>
                <a:schemeClr val="tx1"/>
              </a:solidFill>
              <a:effectLst/>
              <a:latin typeface="Times New Roman" panose="02020603050405020304" charset="0"/>
              <a:ea typeface="宋体" panose="02010600030101010101" pitchFamily="2" charset="-122"/>
            </a:endParaRPr>
          </a:p>
        </p:txBody>
      </p:sp>
      <p:sp>
        <p:nvSpPr>
          <p:cNvPr id="66564" name="矩形 66563"/>
          <p:cNvSpPr/>
          <p:nvPr/>
        </p:nvSpPr>
        <p:spPr>
          <a:xfrm>
            <a:off x="381000" y="4286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Arial" panose="02080604020202020204" pitchFamily="34" charset="0"/>
                <a:ea typeface="宋体" panose="02010600030101010101" pitchFamily="2" charset="-122"/>
                <a:cs typeface="+mn-ea"/>
              </a:rPr>
              <a:t>文件系统</a:t>
            </a:r>
            <a:r>
              <a:rPr lang="en-US" altLang="zh-CN" sz="2400" strike="noStrike" noProof="1">
                <a:latin typeface="Arial" panose="02080604020202020204" pitchFamily="34" charset="0"/>
                <a:ea typeface="宋体" panose="02010600030101010101" pitchFamily="2" charset="-122"/>
                <a:cs typeface="+mn-ea"/>
              </a:rPr>
              <a:t>——</a:t>
            </a:r>
            <a:r>
              <a:rPr lang="zh-CN" altLang="en-US" sz="2400" strike="noStrike" noProof="1">
                <a:latin typeface="Arial" panose="02080604020202020204" pitchFamily="34" charset="0"/>
                <a:ea typeface="宋体" panose="02010600030101010101" pitchFamily="2" charset="-122"/>
                <a:cs typeface="+mn-ea"/>
              </a:rPr>
              <a:t>文件操作和文件备份</a:t>
            </a:r>
            <a:endParaRPr lang="zh-CN" altLang="en-US" sz="2400" strike="noStrike" noProof="1">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4993" name="文本框 67585"/>
          <p:cNvSpPr txBox="1"/>
          <p:nvPr/>
        </p:nvSpPr>
        <p:spPr>
          <a:xfrm>
            <a:off x="8493125" y="6510338"/>
            <a:ext cx="376238"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buFont typeface="Wingdings" panose="05000000000000000000" pitchFamily="2" charset="2"/>
              <a:buNone/>
            </a:pPr>
            <a:r>
              <a:rPr lang="en-US" altLang="zh-CN" b="0">
                <a:solidFill>
                  <a:schemeClr val="tx2"/>
                </a:solidFill>
                <a:latin typeface="Times New Roman" panose="02020603050405020304" charset="0"/>
                <a:ea typeface="宋体" panose="02010600030101010101" pitchFamily="2" charset="-122"/>
              </a:rPr>
              <a:t>42</a:t>
            </a:r>
            <a:endParaRPr lang="en-US" altLang="zh-CN" b="0">
              <a:solidFill>
                <a:schemeClr val="tx2"/>
              </a:solidFill>
              <a:latin typeface="Times New Roman" panose="02020603050405020304" charset="0"/>
              <a:ea typeface="宋体" panose="02010600030101010101" pitchFamily="2" charset="-122"/>
            </a:endParaRPr>
          </a:p>
        </p:txBody>
      </p:sp>
      <p:sp>
        <p:nvSpPr>
          <p:cNvPr id="67587" name="矩形 67586"/>
          <p:cNvSpPr/>
          <p:nvPr/>
        </p:nvSpPr>
        <p:spPr>
          <a:xfrm>
            <a:off x="172085" y="558800"/>
            <a:ext cx="8823325" cy="5721350"/>
          </a:xfrm>
          <a:prstGeom prst="rect">
            <a:avLst/>
          </a:prstGeom>
          <a:noFill/>
          <a:ln w="9525">
            <a:noFill/>
            <a:miter/>
          </a:ln>
        </p:spPr>
        <p:txBody>
          <a:bodyPr wrap="square">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30000"/>
              </a:lnSpc>
              <a:buNone/>
            </a:pPr>
            <a:r>
              <a:rPr lang="en-US" altLang="zh-CN" b="1" strike="noStrike" noProof="1">
                <a:solidFill>
                  <a:srgbClr val="990000"/>
                </a:solidFill>
                <a:effectLst/>
                <a:latin typeface="Times New Roman" panose="02020603050405020304" charset="0"/>
                <a:ea typeface="宋体" panose="02010600030101010101" pitchFamily="2" charset="-122"/>
                <a:cs typeface="+mn-ea"/>
              </a:rPr>
              <a:t>2.  </a:t>
            </a:r>
            <a:r>
              <a:rPr lang="zh-CN" altLang="en-US" b="1" strike="noStrike" noProof="1">
                <a:solidFill>
                  <a:srgbClr val="990000"/>
                </a:solidFill>
                <a:effectLst/>
                <a:latin typeface="Times New Roman" panose="02020603050405020304" charset="0"/>
                <a:ea typeface="宋体" panose="02010600030101010101" pitchFamily="2" charset="-122"/>
                <a:cs typeface="+mn-ea"/>
              </a:rPr>
              <a:t>文件备份</a:t>
            </a:r>
            <a:endParaRPr lang="zh-CN" altLang="en-US" b="1" strike="noStrike" noProof="1">
              <a:solidFill>
                <a:srgbClr val="990000"/>
              </a:solidFill>
              <a:effectLst/>
              <a:latin typeface="Times New Roman" panose="02020603050405020304" charset="0"/>
              <a:ea typeface="宋体" panose="02010600030101010101" pitchFamily="2" charset="-122"/>
            </a:endParaRPr>
          </a:p>
          <a:p>
            <a:pPr marL="533400" lvl="0" indent="-533400" fontAlgn="base">
              <a:lnSpc>
                <a:spcPct val="120000"/>
              </a:lnSpc>
              <a:spcBef>
                <a:spcPct val="20000"/>
              </a:spcBef>
              <a:buNone/>
            </a:pPr>
            <a:r>
              <a:rPr lang="zh-CN" altLang="en-US" sz="2800" b="1" strike="noStrike" noProof="1">
                <a:solidFill>
                  <a:srgbClr val="A50021"/>
                </a:solidFill>
                <a:effectLst/>
                <a:latin typeface="Times New Roman" panose="02020603050405020304" charset="0"/>
                <a:ea typeface="宋体" panose="02010600030101010101" pitchFamily="2" charset="-122"/>
                <a:cs typeface="+mn-ea"/>
              </a:rPr>
              <a:t>      </a:t>
            </a:r>
            <a:r>
              <a:rPr lang="en-US" altLang="zh-CN" sz="2800" b="1" strike="noStrike" noProof="1">
                <a:solidFill>
                  <a:srgbClr val="A50021"/>
                </a:solidFill>
                <a:effectLst/>
                <a:latin typeface="Times New Roman" panose="02020603050405020304" charset="0"/>
                <a:ea typeface="宋体" panose="02010600030101010101" pitchFamily="2" charset="-122"/>
                <a:cs typeface="+mn-ea"/>
              </a:rPr>
              <a:t>(1) </a:t>
            </a:r>
            <a:r>
              <a:rPr lang="zh-CN" altLang="en-US" sz="2800" b="1" strike="noStrike" noProof="1">
                <a:solidFill>
                  <a:srgbClr val="A50021"/>
                </a:solidFill>
                <a:effectLst/>
                <a:latin typeface="Times New Roman" panose="02020603050405020304" charset="0"/>
                <a:ea typeface="宋体" panose="02010600030101010101" pitchFamily="2" charset="-122"/>
                <a:cs typeface="+mn-ea"/>
              </a:rPr>
              <a:t>什么是文件备份</a:t>
            </a:r>
            <a:endParaRPr lang="zh-CN" altLang="en-US" sz="2800" b="1" strike="noStrike" noProof="1">
              <a:solidFill>
                <a:srgbClr val="A50021"/>
              </a:solidFill>
              <a:effectLst/>
              <a:latin typeface="Times New Roman" panose="02020603050405020304" charset="0"/>
              <a:ea typeface="宋体" panose="02010600030101010101" pitchFamily="2" charset="-122"/>
            </a:endParaRPr>
          </a:p>
          <a:p>
            <a:pPr marL="914400" lvl="1" indent="-457200" fontAlgn="base">
              <a:lnSpc>
                <a:spcPct val="120000"/>
              </a:lnSpc>
              <a:spcBef>
                <a:spcPct val="20000"/>
              </a:spcBef>
              <a:buNone/>
            </a:pPr>
            <a:r>
              <a:rPr lang="zh-CN" altLang="en-US" sz="2400" strike="noStrike" noProof="1">
                <a:solidFill>
                  <a:schemeClr val="tx1"/>
                </a:solidFill>
                <a:effectLst/>
                <a:latin typeface="+mn-lt"/>
                <a:ea typeface="宋体" panose="02010600030101010101" pitchFamily="2" charset="-122"/>
                <a:cs typeface="+mn-cs"/>
              </a:rPr>
              <a:t>           为了能在软、硬件失效的意外情况下恢复文件，保证文件的完整性、数据的连续可利用性，文件系统提供适当的机构，以便复制备份。</a:t>
            </a:r>
            <a:endParaRPr lang="zh-CN" altLang="en-US" sz="2400" strike="noStrike" noProof="1">
              <a:solidFill>
                <a:schemeClr val="tx1"/>
              </a:solidFill>
              <a:effectLst/>
              <a:ea typeface="宋体" panose="02010600030101010101" pitchFamily="2" charset="-122"/>
            </a:endParaRPr>
          </a:p>
          <a:p>
            <a:pPr marL="533400" lvl="0" indent="-533400" fontAlgn="base">
              <a:lnSpc>
                <a:spcPct val="120000"/>
              </a:lnSpc>
              <a:spcBef>
                <a:spcPct val="20000"/>
              </a:spcBef>
              <a:buNone/>
            </a:pPr>
            <a:r>
              <a:rPr lang="zh-CN" altLang="en-US" sz="2800" b="1" strike="noStrike" noProof="1">
                <a:solidFill>
                  <a:srgbClr val="A50021"/>
                </a:solidFill>
                <a:effectLst/>
                <a:latin typeface="Times New Roman" panose="02020603050405020304" charset="0"/>
                <a:ea typeface="宋体" panose="02010600030101010101" pitchFamily="2" charset="-122"/>
                <a:cs typeface="+mn-ea"/>
              </a:rPr>
              <a:t>      </a:t>
            </a:r>
            <a:r>
              <a:rPr lang="en-US" altLang="zh-CN" sz="2800" b="1" strike="noStrike" noProof="1">
                <a:solidFill>
                  <a:srgbClr val="A50021"/>
                </a:solidFill>
                <a:effectLst/>
                <a:latin typeface="Times New Roman" panose="02020603050405020304" charset="0"/>
                <a:ea typeface="宋体" panose="02010600030101010101" pitchFamily="2" charset="-122"/>
                <a:cs typeface="+mn-ea"/>
              </a:rPr>
              <a:t>(2) </a:t>
            </a:r>
            <a:r>
              <a:rPr lang="zh-CN" altLang="en-US" sz="2800" b="1" strike="noStrike" noProof="1">
                <a:solidFill>
                  <a:srgbClr val="A50021"/>
                </a:solidFill>
                <a:effectLst/>
                <a:latin typeface="Times New Roman" panose="02020603050405020304" charset="0"/>
                <a:ea typeface="宋体" panose="02010600030101010101" pitchFamily="2" charset="-122"/>
                <a:cs typeface="+mn-ea"/>
              </a:rPr>
              <a:t>文件备份的方法</a:t>
            </a:r>
            <a:endParaRPr lang="zh-CN" altLang="en-US" sz="2800" b="1" strike="noStrike" noProof="1">
              <a:solidFill>
                <a:srgbClr val="A50021"/>
              </a:solidFill>
              <a:effectLst/>
              <a:latin typeface="Times New Roman" panose="02020603050405020304" charset="0"/>
              <a:ea typeface="宋体" panose="02010600030101010101" pitchFamily="2" charset="-122"/>
            </a:endParaRPr>
          </a:p>
          <a:p>
            <a:pPr marL="914400" lvl="1" indent="-457200" fontAlgn="base">
              <a:lnSpc>
                <a:spcPct val="120000"/>
              </a:lnSpc>
              <a:spcBef>
                <a:spcPct val="20000"/>
              </a:spcBef>
              <a:buNone/>
            </a:pPr>
            <a:r>
              <a:rPr lang="x-none" altLang="en-US" sz="2400" b="1" strike="noStrike" noProof="1">
                <a:solidFill>
                  <a:srgbClr val="000099"/>
                </a:solidFill>
                <a:effectLst/>
                <a:latin typeface="Times New Roman" panose="02020603050405020304" charset="0"/>
                <a:ea typeface="宋体" panose="02010600030101010101" pitchFamily="2" charset="-122"/>
                <a:cs typeface="+mn-cs"/>
              </a:rPr>
              <a:t>	</a:t>
            </a:r>
            <a:r>
              <a:rPr lang="en-US" altLang="zh-CN" sz="2400" b="1" strike="noStrike" noProof="1">
                <a:solidFill>
                  <a:srgbClr val="000099"/>
                </a:solidFill>
                <a:effectLst/>
                <a:latin typeface="Times New Roman" panose="02020603050405020304" charset="0"/>
                <a:ea typeface="宋体" panose="02010600030101010101" pitchFamily="2" charset="-122"/>
                <a:cs typeface="+mn-cs"/>
              </a:rPr>
              <a:t>①</a:t>
            </a:r>
            <a:r>
              <a:rPr lang="en-US" altLang="zh-CN" sz="2400" b="1" strike="noStrike" noProof="1">
                <a:solidFill>
                  <a:srgbClr val="000099"/>
                </a:solidFill>
                <a:effectLst/>
                <a:latin typeface="宋体" panose="02010600030101010101" pitchFamily="2" charset="-122"/>
                <a:ea typeface="宋体" panose="02010600030101010101" pitchFamily="2" charset="-122"/>
                <a:cs typeface="+mn-cs"/>
              </a:rPr>
              <a:t> </a:t>
            </a:r>
            <a:r>
              <a:rPr lang="zh-CN" altLang="en-US" sz="2400" b="1" strike="noStrike" noProof="1">
                <a:solidFill>
                  <a:srgbClr val="000099"/>
                </a:solidFill>
                <a:effectLst/>
                <a:latin typeface="Times New Roman" panose="02020603050405020304" charset="0"/>
                <a:ea typeface="宋体" panose="02010600030101010101" pitchFamily="2" charset="-122"/>
                <a:cs typeface="+mn-cs"/>
              </a:rPr>
              <a:t>周期性转储</a:t>
            </a:r>
            <a:r>
              <a:rPr lang="x-none" altLang="zh-CN" sz="2400" b="1" strike="noStrike" noProof="1">
                <a:solidFill>
                  <a:srgbClr val="000099"/>
                </a:solidFill>
                <a:effectLst/>
                <a:latin typeface="Times New Roman" panose="02020603050405020304" charset="0"/>
                <a:ea typeface="宋体" panose="02010600030101010101" pitchFamily="2" charset="-122"/>
                <a:cs typeface="+mn-cs"/>
              </a:rPr>
              <a:t>（全量转储）</a:t>
            </a:r>
            <a:endParaRPr lang="x-none" altLang="zh-CN" sz="2400" b="1" strike="noStrike" noProof="1">
              <a:solidFill>
                <a:srgbClr val="000099"/>
              </a:solidFill>
              <a:effectLst/>
              <a:latin typeface="Times New Roman" panose="02020603050405020304" charset="0"/>
              <a:ea typeface="宋体" panose="02010600030101010101" pitchFamily="2" charset="-122"/>
              <a:cs typeface="+mn-cs"/>
            </a:endParaRPr>
          </a:p>
          <a:p>
            <a:pPr marL="838200" lvl="1" indent="-381000" fontAlgn="base">
              <a:lnSpc>
                <a:spcPct val="120000"/>
              </a:lnSpc>
              <a:spcBef>
                <a:spcPct val="20000"/>
              </a:spcBef>
              <a:buFont typeface="Wingdings" panose="05000000000000000000" pitchFamily="2" charset="2"/>
              <a:buNone/>
            </a:pPr>
            <a:r>
              <a:rPr lang="x-none" altLang="zh-CN" sz="2400" strike="noStrike" noProof="1">
                <a:solidFill>
                  <a:schemeClr val="tx1"/>
                </a:solidFill>
                <a:effectLst/>
                <a:latin typeface="+mn-lt"/>
                <a:ea typeface="宋体" panose="02010600030101010101" pitchFamily="2" charset="-122"/>
                <a:cs typeface="+mn-cs"/>
              </a:rPr>
              <a:t>	      </a:t>
            </a:r>
            <a:r>
              <a:rPr lang="zh-CN" altLang="en-US" sz="2400" strike="noStrike" noProof="1">
                <a:solidFill>
                  <a:schemeClr val="tx1"/>
                </a:solidFill>
                <a:effectLst/>
                <a:latin typeface="+mn-lt"/>
                <a:ea typeface="宋体" panose="02010600030101010101" pitchFamily="2" charset="-122"/>
                <a:cs typeface="+mn-cs"/>
              </a:rPr>
              <a:t>按固定的时间周期把存储器中所有文件的内容转存到某种介质上，通常是磁带或磁盘。在系统失效时，使用这些转存磁盘或磁带，将所有文件重新建立并恢复到最后一次转存时的状态。</a:t>
            </a:r>
            <a:r>
              <a:rPr lang="zh-CN" altLang="en-US" strike="noStrike" noProof="1">
                <a:solidFill>
                  <a:schemeClr val="tx1"/>
                </a:solidFill>
                <a:latin typeface="+mn-lt"/>
                <a:ea typeface="宋体" panose="02010600030101010101" pitchFamily="2" charset="-122"/>
                <a:cs typeface="+mn-cs"/>
              </a:rPr>
              <a:t> </a:t>
            </a:r>
            <a:endParaRPr lang="zh-CN" altLang="en-US" strike="noStrike" noProof="1">
              <a:solidFill>
                <a:schemeClr val="tx1"/>
              </a:solidFill>
              <a:ea typeface="宋体" panose="02010600030101010101" pitchFamily="2" charset="-122"/>
            </a:endParaRPr>
          </a:p>
        </p:txBody>
      </p:sp>
      <p:sp>
        <p:nvSpPr>
          <p:cNvPr id="67588" name="矩形 67587"/>
          <p:cNvSpPr/>
          <p:nvPr/>
        </p:nvSpPr>
        <p:spPr>
          <a:xfrm>
            <a:off x="381000" y="4286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Arial" panose="02080604020202020204" pitchFamily="34" charset="0"/>
                <a:ea typeface="宋体" panose="02010600030101010101" pitchFamily="2" charset="-122"/>
                <a:cs typeface="+mn-ea"/>
              </a:rPr>
              <a:t>文件系统</a:t>
            </a:r>
            <a:r>
              <a:rPr lang="en-US" altLang="zh-CN" sz="2400" strike="noStrike" noProof="1">
                <a:latin typeface="Arial" panose="02080604020202020204" pitchFamily="34" charset="0"/>
                <a:ea typeface="宋体" panose="02010600030101010101" pitchFamily="2" charset="-122"/>
                <a:cs typeface="+mn-ea"/>
              </a:rPr>
              <a:t>——</a:t>
            </a:r>
            <a:r>
              <a:rPr lang="zh-CN" altLang="en-US" sz="2400" strike="noStrike" noProof="1">
                <a:latin typeface="Arial" panose="02080604020202020204" pitchFamily="34" charset="0"/>
                <a:ea typeface="宋体" panose="02010600030101010101" pitchFamily="2" charset="-122"/>
                <a:cs typeface="+mn-ea"/>
              </a:rPr>
              <a:t>文件操作和文件备份</a:t>
            </a:r>
            <a:endParaRPr lang="zh-CN" altLang="en-US" sz="2400" strike="noStrike" noProof="1">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6017" name="文本框 68609"/>
          <p:cNvSpPr txBox="1"/>
          <p:nvPr/>
        </p:nvSpPr>
        <p:spPr>
          <a:xfrm>
            <a:off x="8493125" y="6510338"/>
            <a:ext cx="376238"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buFont typeface="Wingdings" panose="05000000000000000000" pitchFamily="2" charset="2"/>
              <a:buNone/>
            </a:pPr>
            <a:r>
              <a:rPr lang="en-US" altLang="zh-CN" b="0">
                <a:solidFill>
                  <a:schemeClr val="tx2"/>
                </a:solidFill>
                <a:latin typeface="Times New Roman" panose="02020603050405020304" charset="0"/>
                <a:ea typeface="宋体" panose="02010600030101010101" pitchFamily="2" charset="-122"/>
              </a:rPr>
              <a:t>43</a:t>
            </a:r>
            <a:endParaRPr lang="en-US" altLang="zh-CN" b="0">
              <a:solidFill>
                <a:schemeClr val="tx2"/>
              </a:solidFill>
              <a:latin typeface="Times New Roman" panose="02020603050405020304" charset="0"/>
              <a:ea typeface="宋体" panose="02010600030101010101" pitchFamily="2" charset="-122"/>
            </a:endParaRPr>
          </a:p>
        </p:txBody>
      </p:sp>
      <p:sp>
        <p:nvSpPr>
          <p:cNvPr id="68611" name="矩形 68610"/>
          <p:cNvSpPr/>
          <p:nvPr/>
        </p:nvSpPr>
        <p:spPr>
          <a:xfrm>
            <a:off x="323850" y="731838"/>
            <a:ext cx="8412163" cy="4852035"/>
          </a:xfrm>
          <a:prstGeom prst="rect">
            <a:avLst/>
          </a:prstGeom>
          <a:noFill/>
          <a:ln w="9525">
            <a:noFill/>
            <a:miter/>
          </a:ln>
        </p:spPr>
        <p:txBody>
          <a:bodyPr wrap="square">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914400" lvl="1" indent="-457200" fontAlgn="base">
              <a:lnSpc>
                <a:spcPct val="120000"/>
              </a:lnSpc>
              <a:spcBef>
                <a:spcPct val="20000"/>
              </a:spcBef>
              <a:buNone/>
            </a:pPr>
            <a:r>
              <a:rPr lang="en-US" altLang="zh-CN" sz="2400" b="1" strike="noStrike" noProof="1">
                <a:solidFill>
                  <a:srgbClr val="000099"/>
                </a:solidFill>
                <a:effectLst/>
                <a:latin typeface="宋体" panose="02010600030101010101" pitchFamily="2" charset="-122"/>
                <a:ea typeface="宋体" panose="02010600030101010101" pitchFamily="2" charset="-122"/>
                <a:cs typeface="+mn-cs"/>
              </a:rPr>
              <a:t>② </a:t>
            </a:r>
            <a:r>
              <a:rPr lang="zh-CN" altLang="en-US" sz="2400" b="1" strike="noStrike" noProof="1">
                <a:solidFill>
                  <a:srgbClr val="000099"/>
                </a:solidFill>
                <a:effectLst/>
                <a:latin typeface="Times New Roman" panose="02020603050405020304" charset="0"/>
                <a:ea typeface="宋体" panose="02010600030101010101" pitchFamily="2" charset="-122"/>
                <a:cs typeface="+mn-cs"/>
              </a:rPr>
              <a:t>增量性转储</a:t>
            </a:r>
            <a:endParaRPr lang="zh-CN" altLang="en-US" sz="2400" b="1" strike="noStrike" noProof="1">
              <a:solidFill>
                <a:srgbClr val="000099"/>
              </a:solidFill>
              <a:effectLst/>
              <a:latin typeface="Times New Roman" panose="02020603050405020304" charset="0"/>
              <a:ea typeface="宋体" panose="02010600030101010101" pitchFamily="2" charset="-122"/>
            </a:endParaRPr>
          </a:p>
          <a:p>
            <a:pPr marL="381000" lvl="0" indent="-381000" fontAlgn="base">
              <a:lnSpc>
                <a:spcPct val="130000"/>
              </a:lnSpc>
              <a:buFont typeface="Wingdings" panose="05000000000000000000" pitchFamily="2" charset="2"/>
              <a:buNone/>
            </a:pPr>
            <a:r>
              <a:rPr lang="zh-CN" altLang="en-US" strike="noStrike" noProof="1">
                <a:solidFill>
                  <a:schemeClr val="tx1"/>
                </a:solidFill>
                <a:effectLst/>
                <a:latin typeface="+mn-lt"/>
                <a:ea typeface="宋体" panose="02010600030101010101" pitchFamily="2" charset="-122"/>
                <a:cs typeface="+mn-cs"/>
              </a:rPr>
              <a:t>        </a:t>
            </a:r>
            <a:r>
              <a:rPr lang="zh-CN" altLang="en-US" sz="2800" strike="noStrike" noProof="1">
                <a:solidFill>
                  <a:schemeClr val="tx1"/>
                </a:solidFill>
                <a:effectLst/>
                <a:latin typeface="+mn-lt"/>
                <a:ea typeface="宋体" panose="02010600030101010101" pitchFamily="2" charset="-122"/>
                <a:cs typeface="+mn-cs"/>
              </a:rPr>
              <a:t>这种技术转储的只是从上次转储以后已经改变过的信息；增量转储的信息量较小，故转储可在更短的时间周期内进行。</a:t>
            </a:r>
            <a:endParaRPr lang="zh-CN" altLang="en-US" sz="2800" strike="noStrike" noProof="1">
              <a:solidFill>
                <a:schemeClr val="tx1"/>
              </a:solidFill>
              <a:effectLst/>
              <a:latin typeface="+mn-lt"/>
              <a:ea typeface="宋体" panose="02010600030101010101" pitchFamily="2" charset="-122"/>
              <a:cs typeface="+mn-cs"/>
            </a:endParaRPr>
          </a:p>
          <a:p>
            <a:pPr marL="381000" lvl="0" indent="-381000" fontAlgn="base">
              <a:lnSpc>
                <a:spcPct val="130000"/>
              </a:lnSpc>
              <a:buFont typeface="Wingdings" panose="05000000000000000000" pitchFamily="2" charset="2"/>
              <a:buNone/>
            </a:pPr>
            <a:r>
              <a:rPr lang="x-none" altLang="zh-CN" sz="2800" strike="noStrike" noProof="1">
                <a:solidFill>
                  <a:schemeClr val="tx1"/>
                </a:solidFill>
                <a:effectLst/>
                <a:latin typeface="+mn-lt"/>
                <a:ea typeface="宋体" panose="02010600030101010101" pitchFamily="2" charset="-122"/>
                <a:cs typeface="+mn-cs"/>
              </a:rPr>
              <a:t>	 </a:t>
            </a:r>
            <a:r>
              <a:rPr lang="zh-CN" altLang="en-US" sz="2400" b="1" strike="noStrike" noProof="1">
                <a:solidFill>
                  <a:srgbClr val="000099"/>
                </a:solidFill>
                <a:effectLst/>
                <a:latin typeface="Times New Roman" panose="02020603050405020304" charset="0"/>
                <a:ea typeface="宋体" panose="02010600030101010101" pitchFamily="2" charset="-122"/>
                <a:cs typeface="+mn-cs"/>
                <a:sym typeface="Symbol" panose="05050102010706020507" pitchFamily="2" charset="2"/>
              </a:rPr>
              <a:t>③ </a:t>
            </a:r>
            <a:r>
              <a:rPr lang="x-none" altLang="zh-CN" sz="2400" b="1" strike="noStrike" noProof="1">
                <a:solidFill>
                  <a:srgbClr val="000099"/>
                </a:solidFill>
                <a:effectLst/>
                <a:latin typeface="Times New Roman" panose="02020603050405020304" charset="0"/>
                <a:ea typeface="宋体" panose="02010600030101010101" pitchFamily="2" charset="-122"/>
                <a:cs typeface="+mn-cs"/>
                <a:sym typeface="Symbol" panose="05050102010706020507" pitchFamily="2" charset="2"/>
              </a:rPr>
              <a:t>文件操作</a:t>
            </a:r>
            <a:r>
              <a:rPr lang="zh-CN" altLang="en-US" sz="2400" b="1" strike="noStrike" noProof="1">
                <a:solidFill>
                  <a:srgbClr val="000099"/>
                </a:solidFill>
                <a:effectLst/>
                <a:latin typeface="Times New Roman" panose="02020603050405020304" charset="0"/>
                <a:ea typeface="宋体" panose="02010600030101010101" pitchFamily="2" charset="-122"/>
                <a:cs typeface="+mn-cs"/>
                <a:sym typeface="Symbol" panose="05050102010706020507" pitchFamily="2" charset="2"/>
              </a:rPr>
              <a:t>事务</a:t>
            </a:r>
            <a:r>
              <a:rPr lang="x-none" altLang="zh-CN" sz="2400" b="1" strike="noStrike" noProof="1">
                <a:solidFill>
                  <a:srgbClr val="000099"/>
                </a:solidFill>
                <a:effectLst/>
                <a:latin typeface="Times New Roman" panose="02020603050405020304" charset="0"/>
                <a:ea typeface="宋体" panose="02010600030101010101" pitchFamily="2" charset="-122"/>
                <a:cs typeface="+mn-cs"/>
                <a:sym typeface="Symbol" panose="05050102010706020507" pitchFamily="2" charset="2"/>
              </a:rPr>
              <a:t>，日志文件系统</a:t>
            </a:r>
            <a:r>
              <a:rPr lang="zh-CN" altLang="x-none" sz="2400" b="1" strike="noStrike" noProof="1">
                <a:solidFill>
                  <a:srgbClr val="000099"/>
                </a:solidFill>
                <a:effectLst/>
                <a:latin typeface="Times New Roman" panose="02020603050405020304" charset="0"/>
                <a:ea typeface="宋体" panose="02010600030101010101" pitchFamily="2" charset="-122"/>
                <a:cs typeface="+mn-cs"/>
                <a:sym typeface="Symbol" panose="05050102010706020507" pitchFamily="2" charset="2"/>
              </a:rPr>
              <a:t>，文件系统快照</a:t>
            </a:r>
            <a:endParaRPr lang="x-none" altLang="zh-CN" sz="2400" b="1" strike="noStrike" noProof="1">
              <a:solidFill>
                <a:srgbClr val="000099"/>
              </a:solidFill>
              <a:effectLst/>
              <a:latin typeface="Times New Roman" panose="02020603050405020304" charset="0"/>
              <a:ea typeface="宋体" panose="02010600030101010101" pitchFamily="2" charset="-122"/>
              <a:cs typeface="+mn-cs"/>
              <a:sym typeface="Symbol" panose="05050102010706020507" pitchFamily="2" charset="2"/>
            </a:endParaRPr>
          </a:p>
          <a:p>
            <a:pPr marL="533400" lvl="0" indent="-533400" fontAlgn="base">
              <a:lnSpc>
                <a:spcPct val="130000"/>
              </a:lnSpc>
              <a:buNone/>
            </a:pPr>
            <a:r>
              <a:rPr lang="en-US" altLang="zh-CN" sz="2800" b="1" strike="noStrike" noProof="1">
                <a:solidFill>
                  <a:srgbClr val="A50021"/>
                </a:solidFill>
                <a:effectLst/>
                <a:latin typeface="Times New Roman" panose="02020603050405020304" charset="0"/>
                <a:ea typeface="宋体" panose="02010600030101010101" pitchFamily="2" charset="-122"/>
                <a:cs typeface="+mn-ea"/>
              </a:rPr>
              <a:t>(3) </a:t>
            </a:r>
            <a:r>
              <a:rPr lang="zh-CN" altLang="en-US" sz="2800" b="1" strike="noStrike" noProof="1">
                <a:solidFill>
                  <a:srgbClr val="A50021"/>
                </a:solidFill>
                <a:effectLst/>
                <a:latin typeface="Times New Roman" panose="02020603050405020304" charset="0"/>
                <a:ea typeface="宋体" panose="02010600030101010101" pitchFamily="2" charset="-122"/>
                <a:cs typeface="+mn-ea"/>
              </a:rPr>
              <a:t>文件备份的发展</a:t>
            </a:r>
            <a:endParaRPr lang="zh-CN" altLang="en-US" sz="2800" b="1" strike="noStrike" noProof="1">
              <a:solidFill>
                <a:srgbClr val="A50021"/>
              </a:solidFill>
              <a:effectLst/>
              <a:latin typeface="Times New Roman" panose="02020603050405020304" charset="0"/>
              <a:ea typeface="宋体" panose="02010600030101010101" pitchFamily="2" charset="-122"/>
            </a:endParaRPr>
          </a:p>
          <a:p>
            <a:pPr marL="914400" lvl="1" indent="-457200" fontAlgn="base">
              <a:lnSpc>
                <a:spcPct val="120000"/>
              </a:lnSpc>
              <a:spcBef>
                <a:spcPct val="20000"/>
              </a:spcBef>
              <a:buNone/>
            </a:pPr>
            <a:r>
              <a:rPr lang="en-US" altLang="zh-CN" sz="2400" b="1" strike="noStrike" noProof="1">
                <a:solidFill>
                  <a:srgbClr val="000099"/>
                </a:solidFill>
                <a:effectLst/>
                <a:latin typeface="Times New Roman" panose="02020603050405020304" charset="0"/>
                <a:ea typeface="宋体" panose="02010600030101010101" pitchFamily="2" charset="-122"/>
                <a:cs typeface="+mn-cs"/>
              </a:rPr>
              <a:t>①</a:t>
            </a:r>
            <a:r>
              <a:rPr lang="en-US" altLang="zh-CN" sz="2400" b="1" strike="noStrike" noProof="1">
                <a:solidFill>
                  <a:srgbClr val="000099"/>
                </a:solidFill>
                <a:effectLst/>
                <a:latin typeface="宋体" panose="02010600030101010101" pitchFamily="2" charset="-122"/>
                <a:ea typeface="宋体" panose="02010600030101010101" pitchFamily="2" charset="-122"/>
                <a:cs typeface="+mn-cs"/>
              </a:rPr>
              <a:t> </a:t>
            </a:r>
            <a:r>
              <a:rPr lang="zh-CN" altLang="en-US" sz="2400" b="1" strike="noStrike" noProof="1">
                <a:solidFill>
                  <a:srgbClr val="000099"/>
                </a:solidFill>
                <a:effectLst/>
                <a:latin typeface="Times New Roman" panose="02020603050405020304" charset="0"/>
                <a:ea typeface="宋体" panose="02010600030101010101" pitchFamily="2" charset="-122"/>
                <a:cs typeface="+mn-cs"/>
              </a:rPr>
              <a:t>动态备份</a:t>
            </a:r>
            <a:endParaRPr lang="zh-CN" altLang="en-US" sz="2400" b="1" strike="noStrike" noProof="1">
              <a:solidFill>
                <a:srgbClr val="000099"/>
              </a:solidFill>
              <a:effectLst/>
              <a:latin typeface="Times New Roman" panose="02020603050405020304" charset="0"/>
              <a:ea typeface="宋体" panose="02010600030101010101" pitchFamily="2" charset="-122"/>
            </a:endParaRPr>
          </a:p>
          <a:p>
            <a:pPr marL="914400" lvl="1" indent="-457200" fontAlgn="base">
              <a:lnSpc>
                <a:spcPct val="120000"/>
              </a:lnSpc>
              <a:spcBef>
                <a:spcPct val="20000"/>
              </a:spcBef>
              <a:buNone/>
            </a:pPr>
            <a:r>
              <a:rPr lang="en-US" altLang="zh-CN" sz="2400" b="1" strike="noStrike" noProof="1">
                <a:solidFill>
                  <a:srgbClr val="000099"/>
                </a:solidFill>
                <a:effectLst/>
                <a:latin typeface="Times New Roman" panose="02020603050405020304" charset="0"/>
                <a:ea typeface="宋体" panose="02010600030101010101" pitchFamily="2" charset="-122"/>
                <a:cs typeface="+mn-cs"/>
              </a:rPr>
              <a:t>②</a:t>
            </a:r>
            <a:r>
              <a:rPr lang="en-US" altLang="zh-CN" sz="2400" b="1" strike="noStrike" noProof="1">
                <a:solidFill>
                  <a:srgbClr val="000099"/>
                </a:solidFill>
                <a:effectLst/>
                <a:latin typeface="宋体" panose="02010600030101010101" pitchFamily="2" charset="-122"/>
                <a:ea typeface="宋体" panose="02010600030101010101" pitchFamily="2" charset="-122"/>
                <a:cs typeface="+mn-cs"/>
              </a:rPr>
              <a:t> </a:t>
            </a:r>
            <a:r>
              <a:rPr lang="zh-CN" altLang="en-US" sz="2400" b="1" strike="noStrike" noProof="1">
                <a:solidFill>
                  <a:srgbClr val="000099"/>
                </a:solidFill>
                <a:effectLst/>
                <a:latin typeface="Times New Roman" panose="02020603050405020304" charset="0"/>
                <a:ea typeface="宋体" panose="02010600030101010101" pitchFamily="2" charset="-122"/>
                <a:cs typeface="+mn-cs"/>
              </a:rPr>
              <a:t>远程备份技术 </a:t>
            </a:r>
            <a:endParaRPr lang="zh-CN" altLang="en-US" sz="2400" b="1" strike="noStrike" noProof="1">
              <a:solidFill>
                <a:srgbClr val="000099"/>
              </a:solidFill>
              <a:effectLst/>
              <a:latin typeface="Times New Roman" panose="02020603050405020304" charset="0"/>
              <a:ea typeface="宋体" panose="02010600030101010101" pitchFamily="2" charset="-122"/>
            </a:endParaRPr>
          </a:p>
        </p:txBody>
      </p:sp>
      <p:sp>
        <p:nvSpPr>
          <p:cNvPr id="68612" name="矩形 68611"/>
          <p:cNvSpPr/>
          <p:nvPr/>
        </p:nvSpPr>
        <p:spPr>
          <a:xfrm>
            <a:off x="381000" y="4286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Arial" panose="02080604020202020204" pitchFamily="34" charset="0"/>
                <a:ea typeface="宋体" panose="02010600030101010101" pitchFamily="2" charset="-122"/>
                <a:cs typeface="+mn-ea"/>
              </a:rPr>
              <a:t>文件系统</a:t>
            </a:r>
            <a:r>
              <a:rPr lang="en-US" altLang="zh-CN" sz="2400" strike="noStrike" noProof="1">
                <a:latin typeface="Arial" panose="02080604020202020204" pitchFamily="34" charset="0"/>
                <a:ea typeface="宋体" panose="02010600030101010101" pitchFamily="2" charset="-122"/>
                <a:cs typeface="+mn-ea"/>
              </a:rPr>
              <a:t>——</a:t>
            </a:r>
            <a:r>
              <a:rPr lang="zh-CN" altLang="en-US" sz="2400" strike="noStrike" noProof="1">
                <a:latin typeface="Arial" panose="02080604020202020204" pitchFamily="34" charset="0"/>
                <a:ea typeface="宋体" panose="02010600030101010101" pitchFamily="2" charset="-122"/>
                <a:cs typeface="+mn-ea"/>
              </a:rPr>
              <a:t>文件操作和文件备份</a:t>
            </a:r>
            <a:endParaRPr lang="zh-CN" altLang="en-US" sz="2400" strike="noStrike" noProof="1">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9634" name="矩形 69633"/>
          <p:cNvSpPr/>
          <p:nvPr/>
        </p:nvSpPr>
        <p:spPr>
          <a:xfrm>
            <a:off x="1006475" y="1562100"/>
            <a:ext cx="7129463" cy="2871788"/>
          </a:xfrm>
          <a:prstGeom prst="rect">
            <a:avLst/>
          </a:prstGeom>
          <a:noFill/>
          <a:ln w="9525">
            <a:noFill/>
            <a:miter/>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algn="ctr" fontAlgn="base">
              <a:lnSpc>
                <a:spcPct val="120000"/>
              </a:lnSpc>
              <a:spcBef>
                <a:spcPct val="0"/>
              </a:spcBef>
              <a:buFont typeface="Wingdings" panose="05000000000000000000" pitchFamily="2" charset="2"/>
              <a:buNone/>
            </a:pPr>
            <a:endParaRPr lang="en-US" altLang="zh-CN" sz="2800" b="1" strike="noStrike" noProof="1">
              <a:ea typeface="宋体" panose="02010600030101010101" pitchFamily="2" charset="-122"/>
            </a:endParaRPr>
          </a:p>
          <a:p>
            <a:pPr marL="533400" lvl="0" indent="-533400" algn="ctr" fontAlgn="base">
              <a:lnSpc>
                <a:spcPct val="120000"/>
              </a:lnSpc>
              <a:spcBef>
                <a:spcPct val="0"/>
              </a:spcBef>
              <a:buFont typeface="Wingdings" panose="05000000000000000000" pitchFamily="2" charset="2"/>
              <a:buNone/>
            </a:pPr>
            <a:r>
              <a:rPr lang="en-US" altLang="zh-CN" sz="4000" b="1" strike="noStrike" noProof="1">
                <a:solidFill>
                  <a:srgbClr val="663300"/>
                </a:solidFill>
                <a:latin typeface="Times New Roman" panose="02020603050405020304" charset="0"/>
                <a:ea typeface="宋体" panose="02010600030101010101" pitchFamily="2" charset="-122"/>
                <a:cs typeface="+mn-ea"/>
              </a:rPr>
              <a:t>UNIX</a:t>
            </a:r>
            <a:r>
              <a:rPr lang="zh-CN" altLang="en-US" sz="4000" b="1" strike="noStrike" noProof="1">
                <a:solidFill>
                  <a:srgbClr val="663300"/>
                </a:solidFill>
                <a:latin typeface="Arial" panose="02080604020202020204" pitchFamily="34" charset="0"/>
                <a:ea typeface="宋体" panose="02010600030101010101" pitchFamily="2" charset="-122"/>
                <a:cs typeface="+mn-ea"/>
              </a:rPr>
              <a:t>文件系统的主要结构</a:t>
            </a:r>
            <a:endParaRPr lang="zh-CN" altLang="en-US" sz="4000" b="1" strike="noStrike" noProof="1">
              <a:solidFill>
                <a:srgbClr val="663300"/>
              </a:solidFill>
              <a:ea typeface="宋体" panose="02010600030101010101" pitchFamily="2" charset="-122"/>
            </a:endParaRPr>
          </a:p>
          <a:p>
            <a:pPr marL="533400" lvl="0" indent="-533400" algn="ctr" fontAlgn="base">
              <a:lnSpc>
                <a:spcPct val="120000"/>
              </a:lnSpc>
              <a:spcBef>
                <a:spcPct val="0"/>
              </a:spcBef>
              <a:buFont typeface="Wingdings" panose="05000000000000000000" pitchFamily="2" charset="2"/>
              <a:buNone/>
            </a:pPr>
            <a:r>
              <a:rPr lang="zh-CN" altLang="en-US" sz="4000" b="1" strike="noStrike" noProof="1">
                <a:solidFill>
                  <a:srgbClr val="663300"/>
                </a:solidFill>
                <a:latin typeface="Arial" panose="02080604020202020204" pitchFamily="34" charset="0"/>
                <a:ea typeface="宋体" panose="02010600030101010101" pitchFamily="2" charset="-122"/>
                <a:cs typeface="+mn-ea"/>
              </a:rPr>
              <a:t>及实现技术</a:t>
            </a:r>
            <a:endParaRPr lang="zh-CN" altLang="en-US" sz="4000" b="1" strike="noStrike" noProof="1">
              <a:solidFill>
                <a:srgbClr val="663300"/>
              </a:solidFill>
              <a:ea typeface="宋体" panose="02010600030101010101" pitchFamily="2" charset="-122"/>
            </a:endParaRPr>
          </a:p>
          <a:p>
            <a:pPr marL="533400" lvl="0" indent="-533400" algn="ctr" fontAlgn="base">
              <a:lnSpc>
                <a:spcPct val="120000"/>
              </a:lnSpc>
              <a:spcBef>
                <a:spcPct val="0"/>
              </a:spcBef>
              <a:buFont typeface="Wingdings" panose="05000000000000000000" pitchFamily="2" charset="2"/>
              <a:buNone/>
            </a:pPr>
            <a:endParaRPr lang="zh-CN" altLang="en-US" sz="4000" b="1" strike="noStrike" noProof="1">
              <a:solidFill>
                <a:srgbClr val="663300"/>
              </a:solidFill>
              <a:ea typeface="宋体" panose="02010600030101010101" pitchFamily="2" charset="-122"/>
            </a:endParaRPr>
          </a:p>
        </p:txBody>
      </p:sp>
      <p:graphicFrame>
        <p:nvGraphicFramePr>
          <p:cNvPr id="87042" name="内容占位符 69634"/>
          <p:cNvGraphicFramePr>
            <a:graphicFrameLocks noChangeAspect="1"/>
          </p:cNvGraphicFramePr>
          <p:nvPr>
            <p:ph idx="1"/>
          </p:nvPr>
        </p:nvGraphicFramePr>
        <p:xfrm>
          <a:off x="0" y="0"/>
          <a:ext cx="838200" cy="517525"/>
        </p:xfrm>
        <a:graphic>
          <a:graphicData uri="http://schemas.openxmlformats.org/presentationml/2006/ole">
            <mc:AlternateContent xmlns:mc="http://schemas.openxmlformats.org/markup-compatibility/2006">
              <mc:Choice xmlns:v="urn:schemas-microsoft-com:vml" Requires="v">
                <p:oleObj spid="_x0000_s3083" name="" r:id="rId2" imgW="838200" imgH="647700" progId="Paint.Picture">
                  <p:embed/>
                </p:oleObj>
              </mc:Choice>
              <mc:Fallback>
                <p:oleObj name="" r:id="rId2" imgW="838200" imgH="647700" progId="Paint.Picture">
                  <p:embed/>
                  <p:pic>
                    <p:nvPicPr>
                      <p:cNvPr id="0" name="图片 3082"/>
                      <p:cNvPicPr/>
                      <p:nvPr/>
                    </p:nvPicPr>
                    <p:blipFill>
                      <a:blip r:embed="rId3"/>
                      <a:stretch>
                        <a:fillRect/>
                      </a:stretch>
                    </p:blipFill>
                    <p:spPr>
                      <a:xfrm>
                        <a:off x="0" y="0"/>
                        <a:ext cx="838200" cy="517525"/>
                      </a:xfrm>
                      <a:prstGeom prst="rect">
                        <a:avLst/>
                      </a:prstGeom>
                      <a:noFill/>
                      <a:ln w="38100"/>
                    </p:spPr>
                  </p:pic>
                </p:oleObj>
              </mc:Fallback>
            </mc:AlternateContent>
          </a:graphicData>
        </a:graphic>
      </p:graphicFrame>
      <p:sp>
        <p:nvSpPr>
          <p:cNvPr id="69636" name="矩形 69635"/>
          <p:cNvSpPr/>
          <p:nvPr/>
        </p:nvSpPr>
        <p:spPr>
          <a:xfrm>
            <a:off x="381000" y="4286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Arial" panose="02080604020202020204" pitchFamily="34" charset="0"/>
                <a:ea typeface="宋体" panose="02010600030101010101" pitchFamily="2" charset="-122"/>
                <a:cs typeface="+mn-ea"/>
              </a:rPr>
              <a:t>文件系统</a:t>
            </a:r>
            <a:r>
              <a:rPr lang="en-US" altLang="zh-CN" sz="2400" strike="noStrike" noProof="1">
                <a:latin typeface="Arial" panose="02080604020202020204" pitchFamily="34" charset="0"/>
                <a:ea typeface="宋体" panose="02010600030101010101" pitchFamily="2" charset="-122"/>
                <a:cs typeface="+mn-ea"/>
              </a:rPr>
              <a:t>——</a:t>
            </a:r>
            <a:r>
              <a:rPr lang="en-US" altLang="zh-CN" sz="2400" strike="noStrike" noProof="1">
                <a:latin typeface="Times New Roman" panose="02020603050405020304" charset="0"/>
                <a:ea typeface="宋体" panose="02010600030101010101" pitchFamily="2" charset="-122"/>
                <a:cs typeface="+mn-ea"/>
              </a:rPr>
              <a:t>UNIX</a:t>
            </a:r>
            <a:r>
              <a:rPr lang="zh-CN" altLang="en-US" sz="2400" strike="noStrike" noProof="1">
                <a:latin typeface="Arial" panose="02080604020202020204" pitchFamily="34" charset="0"/>
                <a:ea typeface="宋体" panose="02010600030101010101" pitchFamily="2" charset="-122"/>
                <a:cs typeface="+mn-ea"/>
              </a:rPr>
              <a:t>文件系统的主要结构及实现</a:t>
            </a:r>
            <a:endParaRPr lang="zh-CN" altLang="en-US" sz="2400" strike="noStrike" noProof="1">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0658" name="矩形 70657"/>
          <p:cNvSpPr/>
          <p:nvPr/>
        </p:nvSpPr>
        <p:spPr>
          <a:xfrm>
            <a:off x="381000" y="4286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Arial" panose="02080604020202020204" pitchFamily="34" charset="0"/>
                <a:ea typeface="宋体" panose="02010600030101010101" pitchFamily="2" charset="-122"/>
                <a:cs typeface="+mn-ea"/>
              </a:rPr>
              <a:t>文件系统</a:t>
            </a:r>
            <a:r>
              <a:rPr lang="en-US" altLang="zh-CN" sz="2400" strike="noStrike" noProof="1">
                <a:latin typeface="Arial" panose="02080604020202020204" pitchFamily="34" charset="0"/>
                <a:ea typeface="宋体" panose="02010600030101010101" pitchFamily="2" charset="-122"/>
                <a:cs typeface="+mn-ea"/>
              </a:rPr>
              <a:t>——</a:t>
            </a:r>
            <a:r>
              <a:rPr lang="en-US" altLang="zh-CN" sz="2400" strike="noStrike" noProof="1">
                <a:latin typeface="Times New Roman" panose="02020603050405020304" charset="0"/>
                <a:ea typeface="宋体" panose="02010600030101010101" pitchFamily="2" charset="-122"/>
                <a:cs typeface="+mn-ea"/>
              </a:rPr>
              <a:t>UNIX</a:t>
            </a:r>
            <a:r>
              <a:rPr lang="zh-CN" altLang="en-US" sz="2400" strike="noStrike" noProof="1">
                <a:latin typeface="Arial" panose="02080604020202020204" pitchFamily="34" charset="0"/>
                <a:ea typeface="宋体" panose="02010600030101010101" pitchFamily="2" charset="-122"/>
                <a:cs typeface="+mn-ea"/>
              </a:rPr>
              <a:t>文件系统的主要结构及实现</a:t>
            </a:r>
            <a:endParaRPr lang="zh-CN" altLang="en-US" sz="2400" strike="noStrike" noProof="1">
              <a:ea typeface="宋体" panose="02010600030101010101" pitchFamily="2" charset="-122"/>
            </a:endParaRPr>
          </a:p>
        </p:txBody>
      </p:sp>
      <p:sp>
        <p:nvSpPr>
          <p:cNvPr id="70659" name="矩形 70658"/>
          <p:cNvSpPr/>
          <p:nvPr/>
        </p:nvSpPr>
        <p:spPr>
          <a:xfrm>
            <a:off x="477520" y="645795"/>
            <a:ext cx="8063230" cy="5657215"/>
          </a:xfrm>
          <a:prstGeom prst="rect">
            <a:avLst/>
          </a:prstGeom>
          <a:noFill/>
          <a:ln w="9525">
            <a:noFill/>
            <a:miter/>
          </a:ln>
        </p:spPr>
        <p:txBody>
          <a:bodyPr wrap="square">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20000"/>
              </a:lnSpc>
              <a:buNone/>
            </a:pPr>
            <a:r>
              <a:rPr lang="x-none" altLang="en-US" b="1" strike="noStrike" noProof="1">
                <a:solidFill>
                  <a:srgbClr val="990000"/>
                </a:solidFill>
                <a:latin typeface="Times New Roman" panose="02020603050405020304" charset="0"/>
                <a:ea typeface="宋体" panose="02010600030101010101" pitchFamily="2" charset="-122"/>
                <a:cs typeface="+mn-ea"/>
              </a:rPr>
              <a:t>实现一个文件系统的主要考虑内容</a:t>
            </a:r>
            <a:endParaRPr lang="zh-CN" altLang="en-US" b="1" strike="noStrike" noProof="1">
              <a:solidFill>
                <a:srgbClr val="990000"/>
              </a:solidFill>
              <a:latin typeface="Times New Roman" panose="02020603050405020304" charset="0"/>
              <a:ea typeface="宋体" panose="02010600030101010101" pitchFamily="2" charset="-122"/>
            </a:endParaRPr>
          </a:p>
          <a:p>
            <a:pPr marL="914400" lvl="1" indent="-457200" algn="l" fontAlgn="base">
              <a:lnSpc>
                <a:spcPct val="120000"/>
              </a:lnSpc>
              <a:spcBef>
                <a:spcPct val="30000"/>
              </a:spcBef>
              <a:buNone/>
            </a:pPr>
            <a:r>
              <a:rPr lang="en-US" altLang="zh-CN" sz="2400" b="1" strike="noStrike" noProof="1">
                <a:solidFill>
                  <a:srgbClr val="000099"/>
                </a:solidFill>
                <a:effectLst/>
                <a:latin typeface="Times New Roman" panose="02020603050405020304" charset="0"/>
                <a:ea typeface="宋体" panose="02010600030101010101" pitchFamily="2" charset="-122"/>
                <a:cs typeface="+mn-cs"/>
                <a:sym typeface="Symbol" panose="05050102010706020507" pitchFamily="2" charset="2"/>
              </a:rPr>
              <a:t>① </a:t>
            </a:r>
            <a:r>
              <a:rPr lang="x-none" altLang="en-US" sz="2400" b="1" strike="noStrike" noProof="1">
                <a:solidFill>
                  <a:srgbClr val="000099"/>
                </a:solidFill>
                <a:effectLst/>
                <a:latin typeface="Times New Roman" panose="02020603050405020304" charset="0"/>
                <a:ea typeface="宋体" panose="02010600030101010101" pitchFamily="2" charset="-122"/>
                <a:cs typeface="+mn-cs"/>
                <a:sym typeface="Symbol" panose="05050102010706020507" pitchFamily="2" charset="2"/>
              </a:rPr>
              <a:t>确定</a:t>
            </a:r>
            <a:r>
              <a:rPr lang="zh-CN" altLang="en-US" sz="2400" b="1" strike="noStrike" noProof="1">
                <a:solidFill>
                  <a:srgbClr val="000099"/>
                </a:solidFill>
                <a:effectLst/>
                <a:latin typeface="Times New Roman" panose="02020603050405020304" charset="0"/>
                <a:ea typeface="宋体" panose="02010600030101010101" pitchFamily="2" charset="-122"/>
                <a:cs typeface="+mn-cs"/>
              </a:rPr>
              <a:t>文件</a:t>
            </a:r>
            <a:r>
              <a:rPr lang="x-none" altLang="zh-CN" sz="2400" b="1" strike="noStrike" noProof="1">
                <a:solidFill>
                  <a:srgbClr val="000099"/>
                </a:solidFill>
                <a:effectLst/>
                <a:latin typeface="Times New Roman" panose="02020603050405020304" charset="0"/>
                <a:ea typeface="宋体" panose="02010600030101010101" pitchFamily="2" charset="-122"/>
                <a:cs typeface="+mn-cs"/>
              </a:rPr>
              <a:t>的属性、</a:t>
            </a:r>
            <a:r>
              <a:rPr lang="zh-CN" altLang="en-US" sz="2400" b="1" strike="noStrike" noProof="1">
                <a:solidFill>
                  <a:srgbClr val="000099"/>
                </a:solidFill>
                <a:effectLst/>
                <a:latin typeface="Times New Roman" panose="02020603050405020304" charset="0"/>
                <a:ea typeface="宋体" panose="02010600030101010101" pitchFamily="2" charset="-122"/>
                <a:cs typeface="+mn-cs"/>
              </a:rPr>
              <a:t>逻辑结构、物理结构</a:t>
            </a:r>
            <a:r>
              <a:rPr lang="x-none" altLang="zh-CN" sz="2400" b="1" strike="noStrike" noProof="1">
                <a:solidFill>
                  <a:srgbClr val="000099"/>
                </a:solidFill>
                <a:effectLst/>
                <a:latin typeface="Times New Roman" panose="02020603050405020304" charset="0"/>
                <a:ea typeface="宋体" panose="02010600030101010101" pitchFamily="2" charset="-122"/>
                <a:cs typeface="+mn-cs"/>
              </a:rPr>
              <a:t>；</a:t>
            </a:r>
            <a:endParaRPr lang="x-none" altLang="zh-CN" sz="2400" b="1" strike="noStrike" noProof="1">
              <a:solidFill>
                <a:srgbClr val="000099"/>
              </a:solidFill>
              <a:effectLst/>
              <a:latin typeface="Times New Roman" panose="02020603050405020304" charset="0"/>
              <a:ea typeface="宋体" panose="02010600030101010101" pitchFamily="2" charset="-122"/>
              <a:cs typeface="+mn-cs"/>
            </a:endParaRPr>
          </a:p>
          <a:p>
            <a:pPr marL="914400" lvl="1" indent="-457200" algn="l" fontAlgn="base">
              <a:lnSpc>
                <a:spcPct val="120000"/>
              </a:lnSpc>
              <a:spcBef>
                <a:spcPct val="30000"/>
              </a:spcBef>
              <a:buNone/>
            </a:pPr>
            <a:r>
              <a:rPr lang="en-US" altLang="zh-CN" sz="2400" b="1" strike="noStrike" noProof="1">
                <a:solidFill>
                  <a:srgbClr val="000099"/>
                </a:solidFill>
                <a:effectLst/>
                <a:latin typeface="Times New Roman" panose="02020603050405020304" charset="0"/>
                <a:ea typeface="宋体" panose="02010600030101010101" pitchFamily="2" charset="-122"/>
                <a:cs typeface="+mn-cs"/>
                <a:sym typeface="Symbol" panose="05050102010706020507" pitchFamily="2" charset="2"/>
              </a:rPr>
              <a:t>② </a:t>
            </a:r>
            <a:r>
              <a:rPr lang="x-none" altLang="zh-CN" sz="2400" b="1" strike="noStrike" noProof="1">
                <a:solidFill>
                  <a:srgbClr val="000099"/>
                </a:solidFill>
                <a:effectLst/>
                <a:latin typeface="Times New Roman" panose="02020603050405020304" charset="0"/>
                <a:ea typeface="宋体" panose="02010600030101010101" pitchFamily="2" charset="-122"/>
                <a:cs typeface="+mn-cs"/>
              </a:rPr>
              <a:t>空闲物理空间(物理块)的管理；</a:t>
            </a:r>
            <a:endParaRPr lang="x-none" altLang="zh-CN" sz="2400" b="1" strike="noStrike" noProof="1">
              <a:solidFill>
                <a:srgbClr val="000099"/>
              </a:solidFill>
              <a:effectLst/>
              <a:latin typeface="Times New Roman" panose="02020603050405020304" charset="0"/>
              <a:ea typeface="宋体" panose="02010600030101010101" pitchFamily="2" charset="-122"/>
            </a:endParaRPr>
          </a:p>
          <a:p>
            <a:pPr marL="914400" lvl="1" indent="-457200" algn="l" fontAlgn="base">
              <a:lnSpc>
                <a:spcPct val="120000"/>
              </a:lnSpc>
              <a:spcBef>
                <a:spcPct val="30000"/>
              </a:spcBef>
              <a:buNone/>
            </a:pPr>
            <a:r>
              <a:rPr lang="en-US" altLang="zh-CN" sz="2400" b="1" strike="noStrike" noProof="1">
                <a:solidFill>
                  <a:srgbClr val="000099"/>
                </a:solidFill>
                <a:effectLst/>
                <a:latin typeface="Times New Roman" panose="02020603050405020304" charset="0"/>
                <a:ea typeface="宋体" panose="02010600030101010101" pitchFamily="2" charset="-122"/>
                <a:cs typeface="+mn-cs"/>
                <a:sym typeface="Symbol" panose="05050102010706020507" pitchFamily="2" charset="2"/>
              </a:rPr>
              <a:t>③ </a:t>
            </a:r>
            <a:r>
              <a:rPr lang="zh-CN" altLang="en-US" sz="2400" b="1" strike="noStrike" noProof="1">
                <a:solidFill>
                  <a:srgbClr val="000099"/>
                </a:solidFill>
                <a:effectLst/>
                <a:latin typeface="Times New Roman" panose="02020603050405020304" charset="0"/>
                <a:ea typeface="宋体" panose="02010600030101010101" pitchFamily="2" charset="-122"/>
                <a:cs typeface="+mn-cs"/>
              </a:rPr>
              <a:t>目录结构</a:t>
            </a:r>
            <a:r>
              <a:rPr lang="x-none" altLang="zh-CN" sz="2400" b="1" strike="noStrike" noProof="1">
                <a:solidFill>
                  <a:srgbClr val="000099"/>
                </a:solidFill>
                <a:effectLst/>
                <a:latin typeface="Times New Roman" panose="02020603050405020304" charset="0"/>
                <a:ea typeface="宋体" panose="02010600030101010101" pitchFamily="2" charset="-122"/>
                <a:cs typeface="+mn-cs"/>
              </a:rPr>
              <a:t>；</a:t>
            </a:r>
            <a:endParaRPr lang="x-none" altLang="zh-CN" sz="2400" b="1" strike="noStrike" noProof="1">
              <a:solidFill>
                <a:srgbClr val="000099"/>
              </a:solidFill>
              <a:effectLst/>
              <a:latin typeface="Times New Roman" panose="02020603050405020304" charset="0"/>
              <a:ea typeface="宋体" panose="02010600030101010101" pitchFamily="2" charset="-122"/>
              <a:cs typeface="+mn-cs"/>
            </a:endParaRPr>
          </a:p>
          <a:p>
            <a:pPr marL="914400" lvl="1" indent="-457200" algn="l" fontAlgn="base">
              <a:lnSpc>
                <a:spcPct val="120000"/>
              </a:lnSpc>
              <a:spcBef>
                <a:spcPct val="30000"/>
              </a:spcBef>
              <a:buNone/>
            </a:pPr>
            <a:r>
              <a:rPr lang="en-US" altLang="zh-CN" sz="2400" b="1" strike="noStrike" noProof="1">
                <a:solidFill>
                  <a:srgbClr val="000099"/>
                </a:solidFill>
                <a:effectLst/>
                <a:latin typeface="Times New Roman" panose="02020603050405020304" charset="0"/>
                <a:ea typeface="宋体" panose="02010600030101010101" pitchFamily="2" charset="-122"/>
                <a:cs typeface="+mn-cs"/>
                <a:sym typeface="Symbol" panose="05050102010706020507" pitchFamily="2" charset="2"/>
              </a:rPr>
              <a:t>④ </a:t>
            </a:r>
            <a:r>
              <a:rPr lang="zh-CN" altLang="en-US" sz="2400" b="1" strike="noStrike" noProof="1">
                <a:solidFill>
                  <a:srgbClr val="000099"/>
                </a:solidFill>
                <a:effectLst/>
                <a:latin typeface="Times New Roman" panose="02020603050405020304" charset="0"/>
                <a:ea typeface="宋体" panose="02010600030101010101" pitchFamily="2" charset="-122"/>
                <a:cs typeface="+mn-cs"/>
              </a:rPr>
              <a:t>文件操作</a:t>
            </a:r>
            <a:r>
              <a:rPr lang="x-none" altLang="zh-CN" sz="2400" b="1" strike="noStrike" noProof="1">
                <a:solidFill>
                  <a:srgbClr val="000099"/>
                </a:solidFill>
                <a:effectLst/>
                <a:latin typeface="Times New Roman" panose="02020603050405020304" charset="0"/>
                <a:ea typeface="宋体" panose="02010600030101010101" pitchFamily="2" charset="-122"/>
                <a:cs typeface="+mn-cs"/>
              </a:rPr>
              <a:t>；</a:t>
            </a:r>
            <a:endParaRPr lang="x-none" altLang="zh-CN" sz="2400" b="1" strike="noStrike" noProof="1">
              <a:solidFill>
                <a:srgbClr val="000099"/>
              </a:solidFill>
              <a:effectLst/>
              <a:latin typeface="Times New Roman" panose="02020603050405020304" charset="0"/>
              <a:ea typeface="宋体" panose="02010600030101010101" pitchFamily="2" charset="-122"/>
              <a:cs typeface="+mn-cs"/>
            </a:endParaRPr>
          </a:p>
          <a:p>
            <a:pPr marL="533400" lvl="0" indent="-533400" fontAlgn="base">
              <a:lnSpc>
                <a:spcPct val="120000"/>
              </a:lnSpc>
              <a:spcBef>
                <a:spcPct val="20000"/>
              </a:spcBef>
              <a:buNone/>
            </a:pPr>
            <a:r>
              <a:rPr lang="en-US" altLang="zh-CN" sz="2800" b="1" strike="noStrike" noProof="1">
                <a:solidFill>
                  <a:srgbClr val="A50021"/>
                </a:solidFill>
                <a:latin typeface="Times New Roman" panose="02020603050405020304" charset="0"/>
                <a:ea typeface="宋体" panose="02010600030101010101" pitchFamily="2" charset="-122"/>
                <a:cs typeface="+mn-ea"/>
              </a:rPr>
              <a:t>UNIX</a:t>
            </a:r>
            <a:r>
              <a:rPr lang="zh-CN" altLang="en-US" sz="2800" b="1" strike="noStrike" noProof="1">
                <a:solidFill>
                  <a:srgbClr val="A50021"/>
                </a:solidFill>
                <a:latin typeface="Times New Roman" panose="02020603050405020304" charset="0"/>
                <a:ea typeface="宋体" panose="02010600030101010101" pitchFamily="2" charset="-122"/>
                <a:cs typeface="+mn-ea"/>
              </a:rPr>
              <a:t>文件</a:t>
            </a:r>
            <a:r>
              <a:rPr lang="x-none" altLang="zh-CN" sz="2800" b="1" strike="noStrike" noProof="1">
                <a:solidFill>
                  <a:srgbClr val="A50021"/>
                </a:solidFill>
                <a:latin typeface="Times New Roman" panose="02020603050405020304" charset="0"/>
                <a:ea typeface="宋体" panose="02010600030101010101" pitchFamily="2" charset="-122"/>
                <a:cs typeface="+mn-ea"/>
              </a:rPr>
              <a:t>系统</a:t>
            </a:r>
            <a:r>
              <a:rPr lang="zh-CN" altLang="en-US" sz="2800" b="1" strike="noStrike" noProof="1">
                <a:solidFill>
                  <a:srgbClr val="A50021"/>
                </a:solidFill>
                <a:latin typeface="Times New Roman" panose="02020603050405020304" charset="0"/>
                <a:ea typeface="宋体" panose="02010600030101010101" pitchFamily="2" charset="-122"/>
                <a:cs typeface="+mn-ea"/>
              </a:rPr>
              <a:t>的特点</a:t>
            </a:r>
            <a:endParaRPr lang="zh-CN" altLang="en-US" sz="2800" b="1" strike="noStrike" noProof="1">
              <a:solidFill>
                <a:srgbClr val="A50021"/>
              </a:solidFill>
              <a:latin typeface="Times New Roman" panose="02020603050405020304" charset="0"/>
              <a:ea typeface="宋体" panose="02010600030101010101" pitchFamily="2" charset="-122"/>
            </a:endParaRPr>
          </a:p>
          <a:p>
            <a:pPr marL="914400" lvl="1" indent="-457200" algn="l" fontAlgn="base">
              <a:lnSpc>
                <a:spcPct val="120000"/>
              </a:lnSpc>
              <a:buNone/>
            </a:pPr>
            <a:r>
              <a:rPr lang="en-US" altLang="zh-CN" sz="2400" b="1" strike="noStrike" noProof="1">
                <a:solidFill>
                  <a:srgbClr val="000099"/>
                </a:solidFill>
                <a:effectLst/>
                <a:latin typeface="Times New Roman" panose="02020603050405020304" charset="0"/>
                <a:ea typeface="宋体" panose="02010600030101010101" pitchFamily="2" charset="-122"/>
                <a:cs typeface="+mn-cs"/>
                <a:sym typeface="Symbol" panose="05050102010706020507" pitchFamily="2" charset="2"/>
              </a:rPr>
              <a:t>①</a:t>
            </a:r>
            <a:r>
              <a:rPr lang="x-none" altLang="zh-CN" sz="2400" b="1">
                <a:solidFill>
                  <a:srgbClr val="000099"/>
                </a:solidFill>
                <a:effectLst/>
                <a:latin typeface="Times New Roman" panose="02020603050405020304" charset="0"/>
                <a:ea typeface="宋体" panose="02010600030101010101" pitchFamily="2" charset="-122"/>
                <a:sym typeface="Symbol" panose="05050102010706020507" pitchFamily="2" charset="2"/>
              </a:rPr>
              <a:t>文件是无结构的字符流式文件，</a:t>
            </a:r>
            <a:r>
              <a:rPr lang="x-none" altLang="zh-CN" sz="2400" b="1" strike="noStrike" noProof="1">
                <a:solidFill>
                  <a:srgbClr val="000099"/>
                </a:solidFill>
                <a:effectLst/>
                <a:latin typeface="Times New Roman" panose="02020603050405020304" charset="0"/>
                <a:ea typeface="宋体" panose="02010600030101010101" pitchFamily="2" charset="-122"/>
                <a:cs typeface="+mn-cs"/>
                <a:sym typeface="Symbol" panose="05050102010706020507" pitchFamily="2" charset="2"/>
              </a:rPr>
              <a:t>索引结构；</a:t>
            </a:r>
            <a:endParaRPr lang="x-none" altLang="zh-CN" sz="2400" b="1" strike="noStrike" noProof="1">
              <a:solidFill>
                <a:srgbClr val="000099"/>
              </a:solidFill>
              <a:effectLst/>
              <a:latin typeface="Times New Roman" panose="02020603050405020304" charset="0"/>
              <a:ea typeface="宋体" panose="02010600030101010101" pitchFamily="2" charset="-122"/>
              <a:sym typeface="Symbol" panose="05050102010706020507" pitchFamily="2" charset="2"/>
            </a:endParaRPr>
          </a:p>
          <a:p>
            <a:pPr marL="914400" lvl="1" indent="-457200" algn="l" fontAlgn="base">
              <a:lnSpc>
                <a:spcPct val="120000"/>
              </a:lnSpc>
              <a:buNone/>
            </a:pPr>
            <a:r>
              <a:rPr lang="x-none" altLang="zh-CN" sz="2400" b="1" strike="noStrike" noProof="1">
                <a:solidFill>
                  <a:srgbClr val="000099"/>
                </a:solidFill>
                <a:effectLst/>
                <a:latin typeface="Times New Roman" panose="02020603050405020304" charset="0"/>
                <a:ea typeface="宋体" panose="02010600030101010101" pitchFamily="2" charset="-122"/>
                <a:cs typeface="+mn-cs"/>
                <a:sym typeface="Symbol" panose="05050102010706020507" pitchFamily="2" charset="2"/>
              </a:rPr>
              <a:t>②</a:t>
            </a:r>
            <a:r>
              <a:rPr lang="x-none" altLang="zh-CN" sz="2400" b="1">
                <a:solidFill>
                  <a:srgbClr val="000099"/>
                </a:solidFill>
                <a:effectLst/>
                <a:latin typeface="Times New Roman" panose="02020603050405020304" charset="0"/>
                <a:ea typeface="宋体" panose="02010600030101010101" pitchFamily="2" charset="-122"/>
                <a:sym typeface="Symbol" panose="05050102010706020507" pitchFamily="2" charset="2"/>
              </a:rPr>
              <a:t>目录结构：树型层次结构；</a:t>
            </a:r>
            <a:endParaRPr lang="x-none" altLang="zh-CN" sz="2400" b="1">
              <a:solidFill>
                <a:srgbClr val="000099"/>
              </a:solidFill>
              <a:effectLst/>
              <a:latin typeface="Times New Roman" panose="02020603050405020304" charset="0"/>
              <a:ea typeface="宋体" panose="02010600030101010101" pitchFamily="2" charset="-122"/>
              <a:sym typeface="Symbol" panose="05050102010706020507" pitchFamily="2" charset="2"/>
            </a:endParaRPr>
          </a:p>
          <a:p>
            <a:pPr marL="914400" lvl="1" indent="-457200" algn="l" fontAlgn="base">
              <a:lnSpc>
                <a:spcPct val="120000"/>
              </a:lnSpc>
              <a:buNone/>
            </a:pPr>
            <a:r>
              <a:rPr lang="x-none" altLang="zh-CN" sz="2400" b="1" strike="noStrike" noProof="1">
                <a:solidFill>
                  <a:srgbClr val="000099"/>
                </a:solidFill>
                <a:effectLst/>
                <a:latin typeface="Times New Roman" panose="02020603050405020304" charset="0"/>
                <a:ea typeface="宋体" panose="02010600030101010101" pitchFamily="2" charset="-122"/>
                <a:cs typeface="+mn-cs"/>
                <a:sym typeface="Symbol" panose="05050102010706020507" pitchFamily="2" charset="2"/>
              </a:rPr>
              <a:t>③</a:t>
            </a:r>
            <a:r>
              <a:rPr lang="x-none" altLang="zh-CN" sz="2400" b="1">
                <a:solidFill>
                  <a:srgbClr val="000099"/>
                </a:solidFill>
                <a:effectLst/>
                <a:latin typeface="Times New Roman" panose="02020603050405020304" charset="0"/>
                <a:ea typeface="宋体" panose="02010600030101010101" pitchFamily="2" charset="-122"/>
                <a:sym typeface="Symbol" panose="05050102010706020507" pitchFamily="2" charset="2"/>
              </a:rPr>
              <a:t>可安装拆卸的文件系统；</a:t>
            </a:r>
            <a:r>
              <a:rPr lang="x-none" altLang="zh-CN" sz="2400" b="1" strike="noStrike" noProof="1">
                <a:solidFill>
                  <a:srgbClr val="000099"/>
                </a:solidFill>
                <a:effectLst/>
                <a:latin typeface="Times New Roman" panose="02020603050405020304" charset="0"/>
                <a:ea typeface="宋体" panose="02010600030101010101" pitchFamily="2" charset="-122"/>
                <a:cs typeface="+mn-cs"/>
                <a:sym typeface="Symbol" panose="05050102010706020507" pitchFamily="2" charset="2"/>
              </a:rPr>
              <a:t> </a:t>
            </a:r>
            <a:endParaRPr lang="zh-CN" altLang="en-US" sz="2400" b="1" strike="noStrike" noProof="1">
              <a:solidFill>
                <a:srgbClr val="000099"/>
              </a:solidFill>
              <a:effectLst/>
              <a:latin typeface="Times New Roman" panose="02020603050405020304" charset="0"/>
              <a:ea typeface="宋体" panose="02010600030101010101" pitchFamily="2" charset="-122"/>
              <a:sym typeface="Symbol" panose="05050102010706020507" pitchFamily="2" charset="2"/>
            </a:endParaRPr>
          </a:p>
          <a:p>
            <a:pPr marL="914400" lvl="1" indent="-457200" fontAlgn="base">
              <a:lnSpc>
                <a:spcPct val="120000"/>
              </a:lnSpc>
              <a:buNone/>
            </a:pPr>
            <a:r>
              <a:rPr lang="en-US" altLang="zh-CN" sz="2400" b="1" strike="noStrike" noProof="1">
                <a:solidFill>
                  <a:srgbClr val="000099"/>
                </a:solidFill>
                <a:effectLst/>
                <a:latin typeface="Times New Roman" panose="02020603050405020304" charset="0"/>
                <a:ea typeface="宋体" panose="02010600030101010101" pitchFamily="2" charset="-122"/>
                <a:cs typeface="+mn-cs"/>
                <a:sym typeface="Symbol" panose="05050102010706020507" pitchFamily="2" charset="2"/>
              </a:rPr>
              <a:t>④</a:t>
            </a:r>
            <a:r>
              <a:rPr lang="zh-CN" altLang="en-US" sz="2400" b="1" strike="noStrike" noProof="1">
                <a:solidFill>
                  <a:srgbClr val="000099"/>
                </a:solidFill>
                <a:effectLst/>
                <a:latin typeface="Times New Roman" panose="02020603050405020304" charset="0"/>
                <a:ea typeface="宋体" panose="02010600030101010101" pitchFamily="2" charset="-122"/>
                <a:cs typeface="+mn-cs"/>
                <a:sym typeface="Symbol" panose="05050102010706020507" pitchFamily="2" charset="2"/>
              </a:rPr>
              <a:t>将外部设备</a:t>
            </a:r>
            <a:r>
              <a:rPr lang="x-none" altLang="zh-CN" sz="2400" b="1" strike="noStrike" noProof="1">
                <a:solidFill>
                  <a:srgbClr val="000099"/>
                </a:solidFill>
                <a:effectLst/>
                <a:latin typeface="Times New Roman" panose="02020603050405020304" charset="0"/>
                <a:ea typeface="宋体" panose="02010600030101010101" pitchFamily="2" charset="-122"/>
                <a:cs typeface="+mn-cs"/>
                <a:sym typeface="Symbol" panose="05050102010706020507" pitchFamily="2" charset="2"/>
              </a:rPr>
              <a:t>和目录统一作为</a:t>
            </a:r>
            <a:r>
              <a:rPr lang="zh-CN" altLang="en-US" sz="2400" b="1" strike="noStrike" noProof="1">
                <a:solidFill>
                  <a:srgbClr val="000099"/>
                </a:solidFill>
                <a:effectLst/>
                <a:latin typeface="Times New Roman" panose="02020603050405020304" charset="0"/>
                <a:ea typeface="宋体" panose="02010600030101010101" pitchFamily="2" charset="-122"/>
                <a:cs typeface="+mn-cs"/>
                <a:sym typeface="Symbol" panose="05050102010706020507" pitchFamily="2" charset="2"/>
              </a:rPr>
              <a:t>文件一样对待</a:t>
            </a:r>
            <a:r>
              <a:rPr lang="x-none" altLang="zh-CN" sz="2400" b="1" strike="noStrike" noProof="1">
                <a:solidFill>
                  <a:srgbClr val="000099"/>
                </a:solidFill>
                <a:effectLst/>
                <a:latin typeface="Times New Roman" panose="02020603050405020304" charset="0"/>
                <a:ea typeface="宋体" panose="02010600030101010101" pitchFamily="2" charset="-122"/>
                <a:cs typeface="+mn-cs"/>
                <a:sym typeface="Symbol" panose="05050102010706020507" pitchFamily="2" charset="2"/>
              </a:rPr>
              <a:t>；</a:t>
            </a:r>
            <a:endParaRPr lang="x-none" altLang="zh-CN" sz="2400" b="1" strike="noStrike" noProof="1">
              <a:solidFill>
                <a:srgbClr val="000099"/>
              </a:solidFill>
              <a:effectLst/>
              <a:latin typeface="Times New Roman" panose="02020603050405020304" charset="0"/>
              <a:ea typeface="宋体" panose="02010600030101010101" pitchFamily="2" charset="-122"/>
              <a:cs typeface="+mn-cs"/>
              <a:sym typeface="Symbol" panose="05050102010706020507" pitchFamily="2" charset="2"/>
            </a:endParaRPr>
          </a:p>
        </p:txBody>
      </p:sp>
      <p:sp>
        <p:nvSpPr>
          <p:cNvPr id="88067" name="文本框 70659"/>
          <p:cNvSpPr txBox="1"/>
          <p:nvPr/>
        </p:nvSpPr>
        <p:spPr>
          <a:xfrm>
            <a:off x="8493125" y="6510338"/>
            <a:ext cx="376238"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buFont typeface="Wingdings" panose="05000000000000000000" pitchFamily="2" charset="2"/>
              <a:buNone/>
            </a:pPr>
            <a:r>
              <a:rPr lang="en-US" altLang="zh-CN" b="0">
                <a:solidFill>
                  <a:schemeClr val="tx2"/>
                </a:solidFill>
                <a:latin typeface="Times New Roman" panose="02020603050405020304" charset="0"/>
                <a:ea typeface="宋体" panose="02010600030101010101" pitchFamily="2" charset="-122"/>
              </a:rPr>
              <a:t>44</a:t>
            </a:r>
            <a:endParaRPr lang="en-US" altLang="zh-CN" b="0">
              <a:solidFill>
                <a:schemeClr val="tx2"/>
              </a:solidFill>
              <a:latin typeface="Times New Roman" panose="02020603050405020304"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70659" grpId="0" build="p"/>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682" name="矩形 71681"/>
          <p:cNvSpPr/>
          <p:nvPr/>
        </p:nvSpPr>
        <p:spPr>
          <a:xfrm>
            <a:off x="114300" y="1230313"/>
            <a:ext cx="6132513" cy="1041400"/>
          </a:xfrm>
          <a:prstGeom prst="rect">
            <a:avLst/>
          </a:prstGeom>
          <a:noFill/>
          <a:ln w="9525">
            <a:noFill/>
            <a:miter/>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914400" lvl="1" indent="-457200" fontAlgn="base">
              <a:lnSpc>
                <a:spcPct val="120000"/>
              </a:lnSpc>
              <a:spcBef>
                <a:spcPct val="20000"/>
              </a:spcBef>
              <a:buNone/>
            </a:pPr>
            <a:r>
              <a:rPr lang="en-US" altLang="zh-CN" sz="2400" b="1" strike="noStrike" noProof="1">
                <a:solidFill>
                  <a:srgbClr val="000099"/>
                </a:solidFill>
                <a:latin typeface="Times New Roman" panose="02020603050405020304" charset="0"/>
                <a:ea typeface="宋体" panose="02010600030101010101" pitchFamily="2" charset="-122"/>
                <a:cs typeface="+mn-cs"/>
              </a:rPr>
              <a:t>①</a:t>
            </a:r>
            <a:r>
              <a:rPr lang="en-US" altLang="zh-CN" sz="2400" b="1" strike="noStrike" noProof="1">
                <a:solidFill>
                  <a:srgbClr val="000099"/>
                </a:solidFill>
                <a:latin typeface="宋体" panose="02010600030101010101" pitchFamily="2" charset="-122"/>
                <a:ea typeface="宋体" panose="02010600030101010101" pitchFamily="2" charset="-122"/>
                <a:cs typeface="+mn-cs"/>
              </a:rPr>
              <a:t> </a:t>
            </a:r>
            <a:r>
              <a:rPr lang="zh-CN" altLang="en-US" sz="2400" b="1" strike="noStrike" noProof="1">
                <a:solidFill>
                  <a:srgbClr val="000099"/>
                </a:solidFill>
                <a:latin typeface="Times New Roman" panose="02020603050405020304" charset="0"/>
                <a:ea typeface="宋体" panose="02010600030101010101" pitchFamily="2" charset="-122"/>
                <a:cs typeface="+mn-cs"/>
              </a:rPr>
              <a:t>普通文件</a:t>
            </a:r>
            <a:endParaRPr lang="zh-CN" altLang="en-US" sz="2400" b="1" strike="noStrike" noProof="1">
              <a:solidFill>
                <a:srgbClr val="000099"/>
              </a:solidFill>
              <a:latin typeface="Times New Roman" panose="02020603050405020304" charset="0"/>
              <a:ea typeface="宋体" panose="02010600030101010101" pitchFamily="2" charset="-122"/>
            </a:endParaRPr>
          </a:p>
          <a:p>
            <a:pPr marL="914400" lvl="1" indent="-457200" fontAlgn="base">
              <a:lnSpc>
                <a:spcPct val="120000"/>
              </a:lnSpc>
              <a:spcBef>
                <a:spcPct val="20000"/>
              </a:spcBef>
              <a:buNone/>
            </a:pPr>
            <a:r>
              <a:rPr lang="zh-CN" altLang="en-US" sz="2400" strike="noStrike" noProof="1">
                <a:solidFill>
                  <a:schemeClr val="tx1"/>
                </a:solidFill>
                <a:latin typeface="Times New Roman" panose="02020603050405020304" charset="0"/>
                <a:ea typeface="宋体" panose="02010600030101010101" pitchFamily="2" charset="-122"/>
                <a:cs typeface="+mn-cs"/>
                <a:sym typeface="Symbol" panose="05050102010706020507" pitchFamily="2" charset="2"/>
              </a:rPr>
              <a:t>      用户程序、数据文件</a:t>
            </a:r>
            <a:endParaRPr lang="zh-CN" altLang="en-US" sz="2400" strike="noStrike" noProof="1">
              <a:solidFill>
                <a:schemeClr val="tx1"/>
              </a:solidFill>
              <a:latin typeface="Times New Roman" panose="02020603050405020304" charset="0"/>
              <a:ea typeface="宋体" panose="02010600030101010101" pitchFamily="2" charset="-122"/>
              <a:sym typeface="Symbol" panose="05050102010706020507" pitchFamily="2" charset="2"/>
            </a:endParaRPr>
          </a:p>
        </p:txBody>
      </p:sp>
      <p:sp>
        <p:nvSpPr>
          <p:cNvPr id="71683" name="矩形 71682"/>
          <p:cNvSpPr/>
          <p:nvPr/>
        </p:nvSpPr>
        <p:spPr>
          <a:xfrm>
            <a:off x="116205" y="2275205"/>
            <a:ext cx="8915400" cy="1494155"/>
          </a:xfrm>
          <a:prstGeom prst="rect">
            <a:avLst/>
          </a:prstGeom>
          <a:noFill/>
          <a:ln w="9525">
            <a:noFill/>
            <a:miter/>
          </a:ln>
        </p:spPr>
        <p:txBody>
          <a:bodyPr wrap="square">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914400" lvl="1" indent="-457200" fontAlgn="base">
              <a:lnSpc>
                <a:spcPct val="120000"/>
              </a:lnSpc>
              <a:spcBef>
                <a:spcPct val="20000"/>
              </a:spcBef>
              <a:buNone/>
            </a:pPr>
            <a:r>
              <a:rPr lang="en-US" altLang="zh-CN" sz="2400" b="1" strike="noStrike" noProof="1">
                <a:solidFill>
                  <a:srgbClr val="000099"/>
                </a:solidFill>
                <a:latin typeface="宋体" panose="02010600030101010101" pitchFamily="2" charset="-122"/>
                <a:ea typeface="宋体" panose="02010600030101010101" pitchFamily="2" charset="-122"/>
                <a:cs typeface="+mn-cs"/>
              </a:rPr>
              <a:t>② </a:t>
            </a:r>
            <a:r>
              <a:rPr lang="zh-CN" altLang="en-US" sz="2400" b="1" strike="noStrike" noProof="1">
                <a:solidFill>
                  <a:srgbClr val="000099"/>
                </a:solidFill>
                <a:latin typeface="Times New Roman" panose="02020603050405020304" charset="0"/>
                <a:ea typeface="宋体" panose="02010600030101010101" pitchFamily="2" charset="-122"/>
                <a:cs typeface="+mn-cs"/>
              </a:rPr>
              <a:t>目录文件</a:t>
            </a:r>
            <a:endParaRPr lang="zh-CN" altLang="en-US" sz="2400" b="1" strike="noStrike" noProof="1">
              <a:solidFill>
                <a:srgbClr val="000099"/>
              </a:solidFill>
              <a:latin typeface="Times New Roman" panose="02020603050405020304" charset="0"/>
              <a:ea typeface="宋体" panose="02010600030101010101" pitchFamily="2" charset="-122"/>
            </a:endParaRPr>
          </a:p>
          <a:p>
            <a:pPr marL="914400" lvl="1" indent="-457200" fontAlgn="base">
              <a:lnSpc>
                <a:spcPct val="120000"/>
              </a:lnSpc>
              <a:spcBef>
                <a:spcPct val="20000"/>
              </a:spcBef>
              <a:buNone/>
            </a:pPr>
            <a:r>
              <a:rPr lang="zh-CN" altLang="en-US" sz="2400" strike="noStrike" noProof="1">
                <a:solidFill>
                  <a:schemeClr val="tx1"/>
                </a:solidFill>
                <a:latin typeface="Times New Roman" panose="02020603050405020304" charset="0"/>
                <a:ea typeface="宋体" panose="02010600030101010101" pitchFamily="2" charset="-122"/>
                <a:cs typeface="+mn-cs"/>
              </a:rPr>
              <a:t>      用于组织和形成树型目录结构中的一个单位，目录文件的内容由若干目录项组成。</a:t>
            </a:r>
            <a:endParaRPr lang="zh-CN" altLang="en-US" sz="2400" strike="noStrike" noProof="1">
              <a:solidFill>
                <a:schemeClr val="tx1"/>
              </a:solidFill>
              <a:latin typeface="Times New Roman" panose="02020603050405020304" charset="0"/>
              <a:ea typeface="宋体" panose="02010600030101010101" pitchFamily="2" charset="-122"/>
            </a:endParaRPr>
          </a:p>
        </p:txBody>
      </p:sp>
      <p:sp>
        <p:nvSpPr>
          <p:cNvPr id="71684" name="矩形 71683"/>
          <p:cNvSpPr/>
          <p:nvPr/>
        </p:nvSpPr>
        <p:spPr>
          <a:xfrm>
            <a:off x="117475" y="3862705"/>
            <a:ext cx="8914130" cy="2527935"/>
          </a:xfrm>
          <a:prstGeom prst="rect">
            <a:avLst/>
          </a:prstGeom>
          <a:noFill/>
          <a:ln w="9525">
            <a:noFill/>
            <a:miter/>
          </a:ln>
        </p:spPr>
        <p:txBody>
          <a:bodyPr wrap="square">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914400" lvl="1" indent="-457200" fontAlgn="base">
              <a:lnSpc>
                <a:spcPct val="120000"/>
              </a:lnSpc>
              <a:buNone/>
            </a:pPr>
            <a:r>
              <a:rPr lang="en-US" altLang="zh-CN" sz="2400" b="1" strike="noStrike" noProof="1">
                <a:solidFill>
                  <a:srgbClr val="000099"/>
                </a:solidFill>
                <a:latin typeface="Times New Roman" panose="02020603050405020304" charset="0"/>
                <a:ea typeface="宋体" panose="02010600030101010101" pitchFamily="2" charset="-122"/>
                <a:cs typeface="+mn-cs"/>
              </a:rPr>
              <a:t>③</a:t>
            </a:r>
            <a:r>
              <a:rPr lang="en-US" altLang="zh-CN" sz="2400" b="1" strike="noStrike" noProof="1">
                <a:solidFill>
                  <a:srgbClr val="000099"/>
                </a:solidFill>
                <a:latin typeface="宋体" panose="02010600030101010101" pitchFamily="2" charset="-122"/>
                <a:ea typeface="宋体" panose="02010600030101010101" pitchFamily="2" charset="-122"/>
                <a:cs typeface="+mn-cs"/>
              </a:rPr>
              <a:t> </a:t>
            </a:r>
            <a:r>
              <a:rPr lang="zh-CN" altLang="en-US" sz="2400" b="1" strike="noStrike" noProof="1">
                <a:solidFill>
                  <a:srgbClr val="000099"/>
                </a:solidFill>
                <a:latin typeface="Times New Roman" panose="02020603050405020304" charset="0"/>
                <a:ea typeface="宋体" panose="02010600030101010101" pitchFamily="2" charset="-122"/>
                <a:cs typeface="+mn-cs"/>
              </a:rPr>
              <a:t>特别文件</a:t>
            </a:r>
            <a:endParaRPr lang="zh-CN" altLang="en-US" sz="2400" b="1" strike="noStrike" noProof="1">
              <a:solidFill>
                <a:srgbClr val="000099"/>
              </a:solidFill>
              <a:latin typeface="Times New Roman" panose="02020603050405020304" charset="0"/>
              <a:ea typeface="宋体" panose="02010600030101010101" pitchFamily="2" charset="-122"/>
            </a:endParaRPr>
          </a:p>
          <a:p>
            <a:pPr marL="914400" lvl="1" indent="-457200" fontAlgn="base">
              <a:lnSpc>
                <a:spcPct val="120000"/>
              </a:lnSpc>
              <a:spcBef>
                <a:spcPct val="20000"/>
              </a:spcBef>
              <a:buNone/>
            </a:pPr>
            <a:r>
              <a:rPr lang="zh-CN" altLang="en-US" sz="2400" strike="noStrike" noProof="1">
                <a:solidFill>
                  <a:schemeClr val="tx1"/>
                </a:solidFill>
                <a:latin typeface="Times New Roman" panose="02020603050405020304" charset="0"/>
                <a:ea typeface="宋体" panose="02010600030101010101" pitchFamily="2" charset="-122"/>
                <a:cs typeface="+mn-cs"/>
              </a:rPr>
              <a:t>      与硬件设备有关的文件称为特别文件。</a:t>
            </a:r>
            <a:endParaRPr lang="zh-CN" altLang="en-US" sz="2400" strike="noStrike" noProof="1">
              <a:solidFill>
                <a:schemeClr val="tx1"/>
              </a:solidFill>
              <a:latin typeface="Times New Roman" panose="02020603050405020304" charset="0"/>
              <a:ea typeface="宋体" panose="02010600030101010101" pitchFamily="2" charset="-122"/>
            </a:endParaRPr>
          </a:p>
          <a:p>
            <a:pPr marL="914400" lvl="1" indent="-457200" fontAlgn="base">
              <a:lnSpc>
                <a:spcPct val="120000"/>
              </a:lnSpc>
              <a:spcBef>
                <a:spcPct val="20000"/>
              </a:spcBef>
              <a:buNone/>
            </a:pPr>
            <a:r>
              <a:rPr lang="zh-CN" altLang="en-US" sz="2400" strike="noStrike" noProof="1">
                <a:solidFill>
                  <a:schemeClr val="tx1"/>
                </a:solidFill>
                <a:latin typeface="Times New Roman" panose="02020603050405020304" charset="0"/>
                <a:ea typeface="宋体" panose="02010600030101010101" pitchFamily="2" charset="-122"/>
                <a:cs typeface="+mn-cs"/>
              </a:rPr>
              <a:t>      包括块设备文件、字符设备文件。与计算机连接每一种输</a:t>
            </a:r>
            <a:endParaRPr lang="zh-CN" altLang="en-US" sz="2400" strike="noStrike" noProof="1">
              <a:solidFill>
                <a:schemeClr val="tx1"/>
              </a:solidFill>
              <a:latin typeface="Times New Roman" panose="02020603050405020304" charset="0"/>
              <a:ea typeface="宋体" panose="02010600030101010101" pitchFamily="2" charset="-122"/>
            </a:endParaRPr>
          </a:p>
          <a:p>
            <a:pPr marL="914400" lvl="1" indent="-457200" fontAlgn="base">
              <a:lnSpc>
                <a:spcPct val="120000"/>
              </a:lnSpc>
              <a:spcBef>
                <a:spcPct val="20000"/>
              </a:spcBef>
              <a:buNone/>
            </a:pPr>
            <a:r>
              <a:rPr lang="zh-CN" altLang="en-US" sz="2400" strike="noStrike" noProof="1">
                <a:solidFill>
                  <a:schemeClr val="tx1"/>
                </a:solidFill>
                <a:latin typeface="Times New Roman" panose="02020603050405020304" charset="0"/>
                <a:ea typeface="宋体" panose="02010600030101010101" pitchFamily="2" charset="-122"/>
                <a:cs typeface="+mn-cs"/>
              </a:rPr>
              <a:t>      入输出设备都有一个特别文件。它是操作系统用于读写输入输出设备的通道，是用户与硬件设备联系的桥梁。</a:t>
            </a:r>
            <a:r>
              <a:rPr lang="zh-CN" altLang="en-US" sz="2000" strike="noStrike" noProof="1">
                <a:solidFill>
                  <a:schemeClr val="tx1"/>
                </a:solidFill>
                <a:latin typeface="Times New Roman" panose="02020603050405020304" charset="0"/>
                <a:ea typeface="宋体" panose="02010600030101010101" pitchFamily="2" charset="-122"/>
                <a:cs typeface="+mn-cs"/>
              </a:rPr>
              <a:t> </a:t>
            </a:r>
            <a:endParaRPr lang="zh-CN" altLang="en-US" sz="2000" strike="noStrike" noProof="1">
              <a:solidFill>
                <a:schemeClr val="tx1"/>
              </a:solidFill>
              <a:latin typeface="Times New Roman" panose="02020603050405020304" charset="0"/>
              <a:ea typeface="宋体" panose="02010600030101010101" pitchFamily="2" charset="-122"/>
            </a:endParaRPr>
          </a:p>
        </p:txBody>
      </p:sp>
      <p:sp>
        <p:nvSpPr>
          <p:cNvPr id="71685" name="矩形 71684"/>
          <p:cNvSpPr/>
          <p:nvPr/>
        </p:nvSpPr>
        <p:spPr>
          <a:xfrm>
            <a:off x="671513" y="544513"/>
            <a:ext cx="7613650" cy="604838"/>
          </a:xfrm>
          <a:prstGeom prst="rect">
            <a:avLst/>
          </a:prstGeom>
          <a:noFill/>
          <a:ln w="9525">
            <a:noFill/>
            <a:miter/>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20000"/>
              </a:lnSpc>
              <a:spcBef>
                <a:spcPct val="20000"/>
              </a:spcBef>
              <a:buNone/>
            </a:pPr>
            <a:r>
              <a:rPr lang="en-US" altLang="zh-CN" sz="2800" b="1" strike="noStrike" noProof="1">
                <a:solidFill>
                  <a:srgbClr val="A50021"/>
                </a:solidFill>
                <a:latin typeface="Times New Roman" panose="02020603050405020304" charset="0"/>
                <a:ea typeface="宋体" panose="02010600030101010101" pitchFamily="2" charset="-122"/>
                <a:cs typeface="+mn-ea"/>
              </a:rPr>
              <a:t>(2) UNIX</a:t>
            </a:r>
            <a:r>
              <a:rPr lang="zh-CN" altLang="en-US" sz="2800" b="1" strike="noStrike" noProof="1">
                <a:solidFill>
                  <a:srgbClr val="A50021"/>
                </a:solidFill>
                <a:latin typeface="Times New Roman" panose="02020603050405020304" charset="0"/>
                <a:ea typeface="宋体" panose="02010600030101010101" pitchFamily="2" charset="-122"/>
                <a:cs typeface="+mn-ea"/>
              </a:rPr>
              <a:t>文件的类型</a:t>
            </a:r>
            <a:endParaRPr lang="zh-CN" altLang="en-US" sz="2800" b="1" strike="noStrike" noProof="1">
              <a:solidFill>
                <a:srgbClr val="A50021"/>
              </a:solidFill>
              <a:latin typeface="Times New Roman" panose="02020603050405020304" charset="0"/>
              <a:ea typeface="宋体" panose="02010600030101010101" pitchFamily="2" charset="-122"/>
            </a:endParaRPr>
          </a:p>
        </p:txBody>
      </p:sp>
      <p:sp>
        <p:nvSpPr>
          <p:cNvPr id="89093" name="文本框 71685"/>
          <p:cNvSpPr txBox="1"/>
          <p:nvPr/>
        </p:nvSpPr>
        <p:spPr>
          <a:xfrm>
            <a:off x="8493125" y="6510338"/>
            <a:ext cx="376238"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buFont typeface="Wingdings" panose="05000000000000000000" pitchFamily="2" charset="2"/>
              <a:buNone/>
            </a:pPr>
            <a:r>
              <a:rPr lang="en-US" altLang="zh-CN" b="0">
                <a:solidFill>
                  <a:schemeClr val="tx2"/>
                </a:solidFill>
                <a:latin typeface="Times New Roman" panose="02020603050405020304" charset="0"/>
                <a:ea typeface="宋体" panose="02010600030101010101" pitchFamily="2" charset="-122"/>
              </a:rPr>
              <a:t>45</a:t>
            </a:r>
            <a:endParaRPr lang="en-US" altLang="zh-CN" b="0">
              <a:solidFill>
                <a:schemeClr val="tx2"/>
              </a:solidFill>
              <a:latin typeface="Times New Roman" panose="02020603050405020304" charset="0"/>
              <a:ea typeface="宋体" panose="02010600030101010101" pitchFamily="2" charset="-122"/>
            </a:endParaRPr>
          </a:p>
        </p:txBody>
      </p:sp>
      <p:sp>
        <p:nvSpPr>
          <p:cNvPr id="71687" name="矩形 71686"/>
          <p:cNvSpPr/>
          <p:nvPr/>
        </p:nvSpPr>
        <p:spPr>
          <a:xfrm>
            <a:off x="381000" y="4286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Arial" panose="02080604020202020204" pitchFamily="34" charset="0"/>
                <a:ea typeface="宋体" panose="02010600030101010101" pitchFamily="2" charset="-122"/>
                <a:cs typeface="+mn-ea"/>
              </a:rPr>
              <a:t>文件系统</a:t>
            </a:r>
            <a:r>
              <a:rPr lang="en-US" altLang="zh-CN" sz="2400" strike="noStrike" noProof="1">
                <a:latin typeface="Arial" panose="02080604020202020204" pitchFamily="34" charset="0"/>
                <a:ea typeface="宋体" panose="02010600030101010101" pitchFamily="2" charset="-122"/>
                <a:cs typeface="+mn-ea"/>
              </a:rPr>
              <a:t>——</a:t>
            </a:r>
            <a:r>
              <a:rPr lang="en-US" altLang="zh-CN" sz="2400" strike="noStrike" noProof="1">
                <a:latin typeface="Times New Roman" panose="02020603050405020304" charset="0"/>
                <a:ea typeface="宋体" panose="02010600030101010101" pitchFamily="2" charset="-122"/>
                <a:cs typeface="+mn-ea"/>
              </a:rPr>
              <a:t>UNIX</a:t>
            </a:r>
            <a:r>
              <a:rPr lang="zh-CN" altLang="en-US" sz="2400" strike="noStrike" noProof="1">
                <a:latin typeface="Arial" panose="02080604020202020204" pitchFamily="34" charset="0"/>
                <a:ea typeface="宋体" panose="02010600030101010101" pitchFamily="2" charset="-122"/>
                <a:cs typeface="+mn-ea"/>
              </a:rPr>
              <a:t>文件系统的主要结构及实现</a:t>
            </a:r>
            <a:endParaRPr lang="zh-CN" altLang="en-US" sz="2400" strike="noStrike" noProof="1">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71682" grpId="0" build="p"/>
      <p:bldP spid="71683" grpId="0" build="p"/>
      <p:bldP spid="71684" grpId="0" build="p"/>
      <p:bldP spid="71685" grpId="0" build="p"/>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0113" name="文本框 72705"/>
          <p:cNvSpPr txBox="1"/>
          <p:nvPr/>
        </p:nvSpPr>
        <p:spPr>
          <a:xfrm>
            <a:off x="8493125" y="6510338"/>
            <a:ext cx="376238"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buFont typeface="Wingdings" panose="05000000000000000000" pitchFamily="2" charset="2"/>
              <a:buNone/>
            </a:pPr>
            <a:r>
              <a:rPr lang="en-US" altLang="zh-CN" b="0">
                <a:solidFill>
                  <a:schemeClr val="tx2"/>
                </a:solidFill>
                <a:latin typeface="Times New Roman" panose="02020603050405020304" charset="0"/>
                <a:ea typeface="宋体" panose="02010600030101010101" pitchFamily="2" charset="-122"/>
              </a:rPr>
              <a:t>46</a:t>
            </a:r>
            <a:endParaRPr lang="en-US" altLang="zh-CN" b="0">
              <a:solidFill>
                <a:schemeClr val="tx2"/>
              </a:solidFill>
              <a:latin typeface="Times New Roman" panose="02020603050405020304" charset="0"/>
              <a:ea typeface="宋体" panose="02010600030101010101" pitchFamily="2" charset="-122"/>
            </a:endParaRPr>
          </a:p>
        </p:txBody>
      </p:sp>
      <p:sp>
        <p:nvSpPr>
          <p:cNvPr id="72707" name="矩形 72706"/>
          <p:cNvSpPr/>
          <p:nvPr/>
        </p:nvSpPr>
        <p:spPr>
          <a:xfrm>
            <a:off x="185738" y="615950"/>
            <a:ext cx="8318500" cy="676275"/>
          </a:xfrm>
          <a:prstGeom prst="rect">
            <a:avLst/>
          </a:prstGeom>
          <a:noFill/>
          <a:ln w="9525">
            <a:noFill/>
            <a:miter/>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20000"/>
              </a:lnSpc>
              <a:buNone/>
            </a:pPr>
            <a:r>
              <a:rPr lang="en-US" altLang="zh-CN" b="1" strike="noStrike" noProof="1">
                <a:solidFill>
                  <a:srgbClr val="990000"/>
                </a:solidFill>
                <a:latin typeface="Times New Roman" panose="02020603050405020304" charset="0"/>
                <a:ea typeface="宋体" panose="02010600030101010101" pitchFamily="2" charset="-122"/>
                <a:cs typeface="+mn-ea"/>
              </a:rPr>
              <a:t>2.  UNIX</a:t>
            </a:r>
            <a:r>
              <a:rPr lang="zh-CN" altLang="en-US" b="1" strike="noStrike" noProof="1">
                <a:solidFill>
                  <a:srgbClr val="990000"/>
                </a:solidFill>
                <a:latin typeface="Times New Roman" panose="02020603050405020304" charset="0"/>
                <a:ea typeface="宋体" panose="02010600030101010101" pitchFamily="2" charset="-122"/>
                <a:cs typeface="+mn-ea"/>
              </a:rPr>
              <a:t>系统的索引文件结构</a:t>
            </a:r>
            <a:endParaRPr lang="zh-CN" altLang="en-US" b="1" strike="noStrike" noProof="1">
              <a:solidFill>
                <a:srgbClr val="990000"/>
              </a:solidFill>
              <a:latin typeface="Times New Roman" panose="02020603050405020304" charset="0"/>
              <a:ea typeface="宋体" panose="02010600030101010101" pitchFamily="2" charset="-122"/>
            </a:endParaRPr>
          </a:p>
        </p:txBody>
      </p:sp>
      <p:sp>
        <p:nvSpPr>
          <p:cNvPr id="72708" name="矩形 72707"/>
          <p:cNvSpPr/>
          <p:nvPr/>
        </p:nvSpPr>
        <p:spPr>
          <a:xfrm>
            <a:off x="131763" y="1222375"/>
            <a:ext cx="8983663" cy="3656330"/>
          </a:xfrm>
          <a:prstGeom prst="rect">
            <a:avLst/>
          </a:prstGeom>
          <a:noFill/>
          <a:ln w="9525">
            <a:noFill/>
            <a:miter/>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20000"/>
              </a:lnSpc>
              <a:spcBef>
                <a:spcPct val="20000"/>
              </a:spcBef>
              <a:buNone/>
            </a:pPr>
            <a:r>
              <a:rPr lang="en-US" altLang="zh-CN" sz="2800" b="1" strike="noStrike" noProof="1">
                <a:solidFill>
                  <a:srgbClr val="A50021"/>
                </a:solidFill>
                <a:effectLst/>
                <a:latin typeface="Times New Roman" panose="02020603050405020304" charset="0"/>
                <a:ea typeface="宋体" panose="02010600030101010101" pitchFamily="2" charset="-122"/>
                <a:cs typeface="+mn-ea"/>
              </a:rPr>
              <a:t>      (1) </a:t>
            </a:r>
            <a:r>
              <a:rPr lang="zh-CN" altLang="en-US" sz="2800" b="1" strike="noStrike" noProof="1">
                <a:solidFill>
                  <a:srgbClr val="A50021"/>
                </a:solidFill>
                <a:effectLst/>
                <a:latin typeface="Times New Roman" panose="02020603050405020304" charset="0"/>
                <a:ea typeface="宋体" panose="02010600030101010101" pitchFamily="2" charset="-122"/>
                <a:cs typeface="+mn-ea"/>
              </a:rPr>
              <a:t>文件索引节点</a:t>
            </a:r>
            <a:endParaRPr lang="zh-CN" altLang="en-US" sz="2800" b="1" strike="noStrike" noProof="1">
              <a:solidFill>
                <a:srgbClr val="A50021"/>
              </a:solidFill>
              <a:effectLst/>
              <a:latin typeface="Times New Roman" panose="02020603050405020304" charset="0"/>
              <a:ea typeface="宋体" panose="02010600030101010101" pitchFamily="2" charset="-122"/>
            </a:endParaRPr>
          </a:p>
          <a:p>
            <a:pPr marL="914400" lvl="1" indent="-457200" fontAlgn="base">
              <a:lnSpc>
                <a:spcPct val="130000"/>
              </a:lnSpc>
              <a:buNone/>
            </a:pPr>
            <a:r>
              <a:rPr lang="en-US" altLang="zh-CN" sz="2400" b="1" strike="noStrike" noProof="1">
                <a:solidFill>
                  <a:srgbClr val="000099"/>
                </a:solidFill>
                <a:effectLst/>
                <a:latin typeface="Times New Roman" panose="02020603050405020304" charset="0"/>
                <a:ea typeface="宋体" panose="02010600030101010101" pitchFamily="2" charset="-122"/>
                <a:cs typeface="+mn-cs"/>
              </a:rPr>
              <a:t>①  </a:t>
            </a:r>
            <a:r>
              <a:rPr lang="zh-CN" altLang="en-US" sz="2400" b="1" strike="noStrike" noProof="1">
                <a:solidFill>
                  <a:srgbClr val="000099"/>
                </a:solidFill>
                <a:effectLst/>
                <a:latin typeface="Times New Roman" panose="02020603050405020304" charset="0"/>
                <a:ea typeface="宋体" panose="02010600030101010101" pitchFamily="2" charset="-122"/>
                <a:cs typeface="+mn-cs"/>
              </a:rPr>
              <a:t>什么是文件索引节点 </a:t>
            </a:r>
            <a:r>
              <a:rPr lang="zh-CN" altLang="en-US" sz="2400" strike="noStrike" noProof="1">
                <a:solidFill>
                  <a:schemeClr val="tx1"/>
                </a:solidFill>
                <a:effectLst/>
                <a:latin typeface="Times New Roman" panose="02020603050405020304" charset="0"/>
                <a:ea typeface="宋体" panose="02010600030101010101" pitchFamily="2" charset="-122"/>
                <a:cs typeface="+mn-cs"/>
              </a:rPr>
              <a:t>    </a:t>
            </a:r>
            <a:endParaRPr lang="zh-CN" altLang="en-US" sz="2400" strike="noStrike" noProof="1">
              <a:solidFill>
                <a:schemeClr val="tx1"/>
              </a:solidFill>
              <a:effectLst/>
              <a:latin typeface="Times New Roman" panose="02020603050405020304" charset="0"/>
              <a:ea typeface="宋体" panose="02010600030101010101" pitchFamily="2" charset="-122"/>
            </a:endParaRPr>
          </a:p>
          <a:p>
            <a:pPr marL="914400" lvl="1" indent="-457200" fontAlgn="base">
              <a:lnSpc>
                <a:spcPct val="130000"/>
              </a:lnSpc>
              <a:buNone/>
            </a:pPr>
            <a:r>
              <a:rPr lang="zh-CN" altLang="en-US" sz="2400" strike="noStrike" noProof="1">
                <a:solidFill>
                  <a:schemeClr val="tx1"/>
                </a:solidFill>
                <a:effectLst/>
                <a:latin typeface="Times New Roman" panose="02020603050405020304" charset="0"/>
                <a:ea typeface="宋体" panose="02010600030101010101" pitchFamily="2" charset="-122"/>
                <a:cs typeface="+mn-cs"/>
              </a:rPr>
              <a:t>      </a:t>
            </a:r>
            <a:r>
              <a:rPr lang="en-US" altLang="zh-CN" sz="2400" strike="noStrike" noProof="1">
                <a:solidFill>
                  <a:schemeClr val="tx1"/>
                </a:solidFill>
                <a:effectLst/>
                <a:latin typeface="Times New Roman" panose="02020603050405020304" charset="0"/>
                <a:ea typeface="宋体" panose="02010600030101010101" pitchFamily="2" charset="-122"/>
                <a:cs typeface="+mn-cs"/>
              </a:rPr>
              <a:t>UNIX</a:t>
            </a:r>
            <a:r>
              <a:rPr lang="zh-CN" altLang="en-US" sz="2400" strike="noStrike" noProof="1">
                <a:solidFill>
                  <a:schemeClr val="tx1"/>
                </a:solidFill>
                <a:effectLst/>
                <a:latin typeface="Times New Roman" panose="02020603050405020304" charset="0"/>
                <a:ea typeface="宋体" panose="02010600030101010101" pitchFamily="2" charset="-122"/>
                <a:cs typeface="+mn-cs"/>
              </a:rPr>
              <a:t>系统把文件目录项中除了名字以外的信息全部存放</a:t>
            </a:r>
            <a:endParaRPr lang="zh-CN" altLang="en-US" sz="2400" strike="noStrike" noProof="1">
              <a:solidFill>
                <a:schemeClr val="tx1"/>
              </a:solidFill>
              <a:effectLst/>
              <a:latin typeface="Times New Roman" panose="02020603050405020304" charset="0"/>
              <a:ea typeface="宋体" panose="02010600030101010101" pitchFamily="2" charset="-122"/>
            </a:endParaRPr>
          </a:p>
          <a:p>
            <a:pPr marL="914400" lvl="1" indent="-457200" fontAlgn="base">
              <a:lnSpc>
                <a:spcPct val="130000"/>
              </a:lnSpc>
              <a:buNone/>
            </a:pPr>
            <a:r>
              <a:rPr lang="zh-CN" altLang="en-US" sz="2400" strike="noStrike" noProof="1">
                <a:solidFill>
                  <a:schemeClr val="tx1"/>
                </a:solidFill>
                <a:effectLst/>
                <a:latin typeface="Times New Roman" panose="02020603050405020304" charset="0"/>
                <a:ea typeface="宋体" panose="02010600030101010101" pitchFamily="2" charset="-122"/>
                <a:cs typeface="+mn-cs"/>
              </a:rPr>
              <a:t>      到一个磁盘的数据块上，这种数据块就是文件索引节点</a:t>
            </a:r>
            <a:endParaRPr lang="zh-CN" altLang="en-US" sz="2400" strike="noStrike" noProof="1">
              <a:solidFill>
                <a:schemeClr val="tx1"/>
              </a:solidFill>
              <a:effectLst/>
              <a:latin typeface="Times New Roman" panose="02020603050405020304" charset="0"/>
              <a:ea typeface="宋体" panose="02010600030101010101" pitchFamily="2" charset="-122"/>
            </a:endParaRPr>
          </a:p>
          <a:p>
            <a:pPr marL="914400" lvl="1" indent="-457200" fontAlgn="base">
              <a:lnSpc>
                <a:spcPct val="130000"/>
              </a:lnSpc>
              <a:buNone/>
            </a:pPr>
            <a:r>
              <a:rPr lang="zh-CN" altLang="en-US" sz="2400" strike="noStrike" noProof="1">
                <a:solidFill>
                  <a:schemeClr val="tx1"/>
                </a:solidFill>
                <a:effectLst/>
                <a:latin typeface="Times New Roman" panose="02020603050405020304" charset="0"/>
                <a:ea typeface="宋体" panose="02010600030101010101" pitchFamily="2" charset="-122"/>
                <a:cs typeface="+mn-cs"/>
              </a:rPr>
              <a:t>      </a:t>
            </a:r>
            <a:r>
              <a:rPr lang="en-US" altLang="zh-CN" sz="2400" strike="noStrike" noProof="1">
                <a:solidFill>
                  <a:schemeClr val="tx1"/>
                </a:solidFill>
                <a:effectLst/>
                <a:latin typeface="Times New Roman" panose="02020603050405020304" charset="0"/>
                <a:ea typeface="宋体" panose="02010600030101010101" pitchFamily="2" charset="-122"/>
                <a:cs typeface="+mn-cs"/>
              </a:rPr>
              <a:t>(index node)</a:t>
            </a:r>
            <a:r>
              <a:rPr lang="zh-CN" altLang="en-US" sz="2400" strike="noStrike" noProof="1">
                <a:solidFill>
                  <a:schemeClr val="tx1"/>
                </a:solidFill>
                <a:effectLst/>
                <a:latin typeface="Times New Roman" panose="02020603050405020304" charset="0"/>
                <a:ea typeface="宋体" panose="02010600030101010101" pitchFamily="2" charset="-122"/>
                <a:cs typeface="+mn-cs"/>
              </a:rPr>
              <a:t>，简称</a:t>
            </a:r>
            <a:r>
              <a:rPr lang="en-US" altLang="zh-CN" sz="2400" strike="noStrike" noProof="1">
                <a:solidFill>
                  <a:schemeClr val="tx1"/>
                </a:solidFill>
                <a:effectLst/>
                <a:latin typeface="Times New Roman" panose="02020603050405020304" charset="0"/>
                <a:ea typeface="宋体" panose="02010600030101010101" pitchFamily="2" charset="-122"/>
                <a:cs typeface="+mn-cs"/>
              </a:rPr>
              <a:t>i</a:t>
            </a:r>
            <a:r>
              <a:rPr lang="zh-CN" altLang="en-US" sz="2400" strike="noStrike" noProof="1">
                <a:solidFill>
                  <a:schemeClr val="tx1"/>
                </a:solidFill>
                <a:effectLst/>
                <a:latin typeface="Times New Roman" panose="02020603050405020304" charset="0"/>
                <a:ea typeface="宋体" panose="02010600030101010101" pitchFamily="2" charset="-122"/>
                <a:cs typeface="+mn-cs"/>
              </a:rPr>
              <a:t>节点，又称为磁盘索引节点。</a:t>
            </a:r>
            <a:endParaRPr lang="zh-CN" altLang="en-US" sz="2400" strike="noStrike" noProof="1">
              <a:solidFill>
                <a:schemeClr val="tx1"/>
              </a:solidFill>
              <a:latin typeface="Times New Roman" panose="02020603050405020304" charset="0"/>
              <a:ea typeface="宋体" panose="02010600030101010101" pitchFamily="2" charset="-122"/>
            </a:endParaRPr>
          </a:p>
          <a:p>
            <a:pPr marL="914400" lvl="1" indent="-457200" fontAlgn="base">
              <a:lnSpc>
                <a:spcPct val="130000"/>
              </a:lnSpc>
              <a:buNone/>
            </a:pPr>
            <a:r>
              <a:rPr lang="zh-CN" altLang="en-US" sz="2400" strike="noStrike" noProof="1">
                <a:solidFill>
                  <a:schemeClr val="tx1"/>
                </a:solidFill>
                <a:latin typeface="Times New Roman" panose="02020603050405020304" charset="0"/>
                <a:ea typeface="宋体" panose="02010600030101010101" pitchFamily="2" charset="-122"/>
                <a:cs typeface="+mn-cs"/>
              </a:rPr>
              <a:t>      </a:t>
            </a:r>
            <a:r>
              <a:rPr lang="zh-CN" altLang="en-US" sz="2400" b="1" strike="noStrike" noProof="1">
                <a:solidFill>
                  <a:schemeClr val="tx1"/>
                </a:solidFill>
                <a:effectLst/>
                <a:latin typeface="Times New Roman" panose="02020603050405020304" charset="0"/>
                <a:ea typeface="宋体" panose="02010600030101010101" pitchFamily="2" charset="-122"/>
                <a:cs typeface="+mn-cs"/>
              </a:rPr>
              <a:t>在目录项中只有文件的名字和对应</a:t>
            </a:r>
            <a:r>
              <a:rPr lang="en-US" altLang="zh-CN" sz="2400" b="1" strike="noStrike" noProof="1">
                <a:solidFill>
                  <a:schemeClr val="tx1"/>
                </a:solidFill>
                <a:effectLst/>
                <a:latin typeface="Times New Roman" panose="02020603050405020304" charset="0"/>
                <a:ea typeface="宋体" panose="02010600030101010101" pitchFamily="2" charset="-122"/>
                <a:cs typeface="+mn-cs"/>
              </a:rPr>
              <a:t>i</a:t>
            </a:r>
            <a:r>
              <a:rPr lang="zh-CN" altLang="en-US" sz="2400" b="1" strike="noStrike" noProof="1">
                <a:solidFill>
                  <a:schemeClr val="tx1"/>
                </a:solidFill>
                <a:effectLst/>
                <a:latin typeface="Times New Roman" panose="02020603050405020304" charset="0"/>
                <a:ea typeface="宋体" panose="02010600030101010101" pitchFamily="2" charset="-122"/>
                <a:cs typeface="+mn-cs"/>
              </a:rPr>
              <a:t>节点的编号</a:t>
            </a:r>
            <a:r>
              <a:rPr lang="zh-CN" altLang="en-US" b="1" strike="noStrike" noProof="1">
                <a:solidFill>
                  <a:schemeClr val="tx1"/>
                </a:solidFill>
                <a:effectLst/>
                <a:latin typeface="Times New Roman" panose="02020603050405020304" charset="0"/>
                <a:ea typeface="宋体" panose="02010600030101010101" pitchFamily="2" charset="-122"/>
                <a:cs typeface="+mn-cs"/>
              </a:rPr>
              <a:t>。</a:t>
            </a:r>
            <a:endParaRPr lang="zh-CN" altLang="en-US" b="1" strike="noStrike" noProof="1">
              <a:solidFill>
                <a:schemeClr val="tx1"/>
              </a:solidFill>
              <a:effectLst/>
              <a:latin typeface="Times New Roman" panose="02020603050405020304" charset="0"/>
              <a:ea typeface="宋体" panose="02010600030101010101" pitchFamily="2" charset="-122"/>
            </a:endParaRPr>
          </a:p>
        </p:txBody>
      </p:sp>
      <p:sp>
        <p:nvSpPr>
          <p:cNvPr id="72709" name="矩形 72708"/>
          <p:cNvSpPr/>
          <p:nvPr/>
        </p:nvSpPr>
        <p:spPr>
          <a:xfrm>
            <a:off x="381000" y="4286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Arial" panose="02080604020202020204" pitchFamily="34" charset="0"/>
                <a:ea typeface="宋体" panose="02010600030101010101" pitchFamily="2" charset="-122"/>
                <a:cs typeface="+mn-ea"/>
              </a:rPr>
              <a:t>文件系统</a:t>
            </a:r>
            <a:r>
              <a:rPr lang="en-US" altLang="zh-CN" sz="2400" strike="noStrike" noProof="1">
                <a:latin typeface="Arial" panose="02080604020202020204" pitchFamily="34" charset="0"/>
                <a:ea typeface="宋体" panose="02010600030101010101" pitchFamily="2" charset="-122"/>
                <a:cs typeface="+mn-ea"/>
              </a:rPr>
              <a:t>——</a:t>
            </a:r>
            <a:r>
              <a:rPr lang="en-US" altLang="zh-CN" sz="2400" strike="noStrike" noProof="1">
                <a:latin typeface="Times New Roman" panose="02020603050405020304" charset="0"/>
                <a:ea typeface="宋体" panose="02010600030101010101" pitchFamily="2" charset="-122"/>
                <a:cs typeface="+mn-ea"/>
              </a:rPr>
              <a:t>UNIX</a:t>
            </a:r>
            <a:r>
              <a:rPr lang="zh-CN" altLang="en-US" sz="2400" strike="noStrike" noProof="1">
                <a:latin typeface="Arial" panose="02080604020202020204" pitchFamily="34" charset="0"/>
                <a:ea typeface="宋体" panose="02010600030101010101" pitchFamily="2" charset="-122"/>
                <a:cs typeface="+mn-ea"/>
              </a:rPr>
              <a:t>文件系统的主要结构及实现</a:t>
            </a:r>
            <a:endParaRPr lang="zh-CN" altLang="en-US" sz="2400" strike="noStrike" noProof="1">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72707" grpId="0" build="p"/>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3731" name="矩形 73730"/>
          <p:cNvSpPr/>
          <p:nvPr/>
        </p:nvSpPr>
        <p:spPr>
          <a:xfrm>
            <a:off x="60325" y="650875"/>
            <a:ext cx="3340100" cy="530225"/>
          </a:xfrm>
          <a:prstGeom prst="rect">
            <a:avLst/>
          </a:prstGeom>
          <a:noFill/>
          <a:ln w="9525">
            <a:noFill/>
            <a:miter/>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20000"/>
              </a:lnSpc>
              <a:spcBef>
                <a:spcPct val="20000"/>
              </a:spcBef>
              <a:buNone/>
            </a:pPr>
            <a:r>
              <a:rPr lang="en-US" altLang="zh-CN" sz="2400" b="1" strike="noStrike" noProof="1">
                <a:solidFill>
                  <a:srgbClr val="000099"/>
                </a:solidFill>
                <a:latin typeface="宋体" panose="02010600030101010101" pitchFamily="2" charset="-122"/>
                <a:ea typeface="宋体" panose="02010600030101010101" pitchFamily="2" charset="-122"/>
                <a:cs typeface="+mn-ea"/>
              </a:rPr>
              <a:t>② </a:t>
            </a:r>
            <a:r>
              <a:rPr lang="zh-CN" altLang="en-US" sz="2400" b="1" strike="noStrike" noProof="1">
                <a:solidFill>
                  <a:srgbClr val="000099"/>
                </a:solidFill>
                <a:latin typeface="Times New Roman" panose="02020603050405020304" charset="0"/>
                <a:ea typeface="宋体" panose="02010600030101010101" pitchFamily="2" charset="-122"/>
                <a:cs typeface="+mn-ea"/>
              </a:rPr>
              <a:t>磁盘索引节点结构</a:t>
            </a:r>
            <a:endParaRPr lang="zh-CN" altLang="en-US" sz="2400" b="1" strike="noStrike" noProof="1">
              <a:solidFill>
                <a:srgbClr val="000099"/>
              </a:solidFill>
              <a:latin typeface="Times New Roman" panose="02020603050405020304" charset="0"/>
              <a:ea typeface="宋体" panose="02010600030101010101" pitchFamily="2" charset="-122"/>
            </a:endParaRPr>
          </a:p>
        </p:txBody>
      </p:sp>
      <p:grpSp>
        <p:nvGrpSpPr>
          <p:cNvPr id="73732" name="组合 73731"/>
          <p:cNvGrpSpPr/>
          <p:nvPr/>
        </p:nvGrpSpPr>
        <p:grpSpPr>
          <a:xfrm>
            <a:off x="241300" y="1301750"/>
            <a:ext cx="3408363" cy="2676525"/>
            <a:chOff x="0" y="0"/>
            <a:chExt cx="2203" cy="1859"/>
          </a:xfrm>
        </p:grpSpPr>
        <p:sp>
          <p:nvSpPr>
            <p:cNvPr id="91140" name="文本框 73732"/>
            <p:cNvSpPr txBox="1"/>
            <p:nvPr/>
          </p:nvSpPr>
          <p:spPr>
            <a:xfrm>
              <a:off x="4" y="0"/>
              <a:ext cx="2177" cy="1859"/>
            </a:xfrm>
            <a:prstGeom prst="rect">
              <a:avLst/>
            </a:prstGeom>
            <a:noFill/>
            <a:ln w="12700" cap="flat" cmpd="sng">
              <a:solidFill>
                <a:schemeClr val="tx1"/>
              </a:solidFill>
              <a:prstDash val="solid"/>
              <a:miter/>
              <a:headEnd type="none" w="med" len="med"/>
              <a:tailEnd type="none" w="med" len="med"/>
            </a:ln>
          </p:spPr>
          <p:txBody>
            <a:bodyPr anchor="t"/>
            <a:p>
              <a:pPr lvl="0">
                <a:spcBef>
                  <a:spcPct val="50000"/>
                </a:spcBef>
                <a:buClr>
                  <a:srgbClr val="000000"/>
                </a:buClr>
              </a:pPr>
              <a:endParaRPr lang="en-US" altLang="zh-CN" sz="1600">
                <a:solidFill>
                  <a:schemeClr val="tx1"/>
                </a:solidFill>
                <a:latin typeface="Times New Roman" panose="02020603050405020304" charset="0"/>
                <a:ea typeface="宋体" panose="02010600030101010101" pitchFamily="2" charset="-122"/>
              </a:endParaRPr>
            </a:p>
            <a:p>
              <a:pPr lvl="0">
                <a:spcBef>
                  <a:spcPct val="50000"/>
                </a:spcBef>
                <a:buClr>
                  <a:srgbClr val="000000"/>
                </a:buClr>
              </a:pPr>
              <a:endParaRPr lang="en-US" altLang="zh-CN" sz="1600">
                <a:solidFill>
                  <a:schemeClr val="tx1"/>
                </a:solidFill>
                <a:latin typeface="Times New Roman" panose="02020603050405020304" charset="0"/>
                <a:ea typeface="宋体" panose="02010600030101010101" pitchFamily="2" charset="-122"/>
              </a:endParaRPr>
            </a:p>
            <a:p>
              <a:pPr lvl="0">
                <a:spcBef>
                  <a:spcPct val="50000"/>
                </a:spcBef>
                <a:buClr>
                  <a:srgbClr val="000000"/>
                </a:buClr>
              </a:pPr>
              <a:endParaRPr lang="en-US" altLang="zh-CN" sz="1600">
                <a:solidFill>
                  <a:schemeClr val="tx1"/>
                </a:solidFill>
                <a:latin typeface="Times New Roman" panose="02020603050405020304" charset="0"/>
                <a:ea typeface="宋体" panose="02010600030101010101" pitchFamily="2" charset="-122"/>
              </a:endParaRPr>
            </a:p>
            <a:p>
              <a:pPr lvl="0">
                <a:spcBef>
                  <a:spcPct val="50000"/>
                </a:spcBef>
                <a:buClr>
                  <a:srgbClr val="000000"/>
                </a:buClr>
              </a:pPr>
              <a:endParaRPr lang="en-US" altLang="zh-CN" sz="1600">
                <a:solidFill>
                  <a:schemeClr val="tx1"/>
                </a:solidFill>
                <a:latin typeface="Times New Roman" panose="02020603050405020304" charset="0"/>
                <a:ea typeface="宋体" panose="02010600030101010101" pitchFamily="2" charset="-122"/>
              </a:endParaRPr>
            </a:p>
            <a:p>
              <a:pPr lvl="0">
                <a:spcBef>
                  <a:spcPct val="50000"/>
                </a:spcBef>
                <a:buClr>
                  <a:srgbClr val="000000"/>
                </a:buClr>
              </a:pPr>
              <a:endParaRPr lang="en-US" altLang="zh-CN" sz="1600">
                <a:solidFill>
                  <a:schemeClr val="tx1"/>
                </a:solidFill>
                <a:latin typeface="Times New Roman" panose="02020603050405020304" charset="0"/>
                <a:ea typeface="宋体" panose="02010600030101010101" pitchFamily="2" charset="-122"/>
              </a:endParaRPr>
            </a:p>
            <a:p>
              <a:pPr lvl="0">
                <a:spcBef>
                  <a:spcPct val="50000"/>
                </a:spcBef>
                <a:buClr>
                  <a:srgbClr val="000000"/>
                </a:buClr>
              </a:pPr>
              <a:endParaRPr lang="en-US" altLang="zh-CN" sz="1600">
                <a:solidFill>
                  <a:schemeClr val="tx1"/>
                </a:solidFill>
                <a:latin typeface="Times New Roman" panose="02020603050405020304" charset="0"/>
                <a:ea typeface="宋体" panose="02010600030101010101" pitchFamily="2" charset="-122"/>
              </a:endParaRPr>
            </a:p>
          </p:txBody>
        </p:sp>
        <p:sp>
          <p:nvSpPr>
            <p:cNvPr id="91141" name="直接连接符 73733"/>
            <p:cNvSpPr/>
            <p:nvPr/>
          </p:nvSpPr>
          <p:spPr>
            <a:xfrm>
              <a:off x="4" y="275"/>
              <a:ext cx="2177" cy="0"/>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91142" name="文本框 73734"/>
            <p:cNvSpPr txBox="1"/>
            <p:nvPr/>
          </p:nvSpPr>
          <p:spPr>
            <a:xfrm>
              <a:off x="50" y="22"/>
              <a:ext cx="2130" cy="234"/>
            </a:xfrm>
            <a:prstGeom prst="rect">
              <a:avLst/>
            </a:prstGeom>
            <a:noFill/>
            <a:ln w="9525">
              <a:noFill/>
              <a:miter/>
            </a:ln>
          </p:spPr>
          <p:txBody>
            <a:bodyPr anchor="t">
              <a:spAutoFit/>
            </a:bodyPr>
            <a:p>
              <a:pPr lvl="0">
                <a:spcBef>
                  <a:spcPct val="50000"/>
                </a:spcBef>
                <a:buClr>
                  <a:srgbClr val="000000"/>
                </a:buClr>
              </a:pPr>
              <a:r>
                <a:rPr lang="zh-CN" altLang="en-US" sz="1600">
                  <a:solidFill>
                    <a:schemeClr val="tx1"/>
                  </a:solidFill>
                  <a:latin typeface="Times New Roman" panose="02020603050405020304" charset="0"/>
                  <a:ea typeface="宋体" panose="02010600030101010101" pitchFamily="2" charset="-122"/>
                </a:rPr>
                <a:t>文件所有者标识  </a:t>
              </a:r>
              <a:r>
                <a:rPr lang="en-US" altLang="zh-CN" sz="1600">
                  <a:solidFill>
                    <a:schemeClr val="tx1"/>
                  </a:solidFill>
                  <a:latin typeface="Times New Roman" panose="02020603050405020304" charset="0"/>
                  <a:ea typeface="宋体" panose="02010600030101010101" pitchFamily="2" charset="-122"/>
                </a:rPr>
                <a:t>i_uid</a:t>
              </a:r>
              <a:r>
                <a:rPr lang="zh-CN" altLang="en-US" sz="1600">
                  <a:solidFill>
                    <a:schemeClr val="tx1"/>
                  </a:solidFill>
                  <a:latin typeface="Times New Roman" panose="02020603050405020304" charset="0"/>
                  <a:ea typeface="宋体" panose="02010600030101010101" pitchFamily="2" charset="-122"/>
                </a:rPr>
                <a:t>，</a:t>
              </a:r>
              <a:r>
                <a:rPr lang="en-US" altLang="zh-CN" sz="1600">
                  <a:solidFill>
                    <a:schemeClr val="tx1"/>
                  </a:solidFill>
                  <a:latin typeface="Times New Roman" panose="02020603050405020304" charset="0"/>
                  <a:ea typeface="宋体" panose="02010600030101010101" pitchFamily="2" charset="-122"/>
                </a:rPr>
                <a:t>i_gid</a:t>
              </a:r>
              <a:endParaRPr lang="en-US" altLang="zh-CN" sz="1600">
                <a:solidFill>
                  <a:schemeClr val="tx1"/>
                </a:solidFill>
                <a:latin typeface="Times New Roman" panose="02020603050405020304" charset="0"/>
                <a:ea typeface="宋体" panose="02010600030101010101" pitchFamily="2" charset="-122"/>
              </a:endParaRPr>
            </a:p>
          </p:txBody>
        </p:sp>
        <p:sp>
          <p:nvSpPr>
            <p:cNvPr id="91143" name="文本框 73735"/>
            <p:cNvSpPr txBox="1"/>
            <p:nvPr/>
          </p:nvSpPr>
          <p:spPr>
            <a:xfrm>
              <a:off x="59" y="1589"/>
              <a:ext cx="2132" cy="234"/>
            </a:xfrm>
            <a:prstGeom prst="rect">
              <a:avLst/>
            </a:prstGeom>
            <a:noFill/>
            <a:ln w="9525">
              <a:noFill/>
              <a:miter/>
            </a:ln>
          </p:spPr>
          <p:txBody>
            <a:bodyPr anchor="t">
              <a:spAutoFit/>
            </a:bodyPr>
            <a:p>
              <a:pPr lvl="0">
                <a:spcBef>
                  <a:spcPct val="50000"/>
                </a:spcBef>
                <a:buClr>
                  <a:srgbClr val="000000"/>
                </a:buClr>
              </a:pPr>
              <a:r>
                <a:rPr lang="zh-CN" altLang="en-US" sz="1600">
                  <a:solidFill>
                    <a:schemeClr val="tx1"/>
                  </a:solidFill>
                  <a:latin typeface="Times New Roman" panose="02020603050405020304" charset="0"/>
                  <a:ea typeface="宋体" panose="02010600030101010101" pitchFamily="2" charset="-122"/>
                </a:rPr>
                <a:t>地址索引表　　  </a:t>
              </a:r>
              <a:r>
                <a:rPr lang="en-US" altLang="zh-CN" sz="1600">
                  <a:solidFill>
                    <a:schemeClr val="tx1"/>
                  </a:solidFill>
                  <a:latin typeface="Times New Roman" panose="02020603050405020304" charset="0"/>
                  <a:ea typeface="宋体" panose="02010600030101010101" pitchFamily="2" charset="-122"/>
                </a:rPr>
                <a:t>i_addr[13]</a:t>
              </a:r>
              <a:endParaRPr lang="en-US" altLang="zh-CN" sz="1600">
                <a:solidFill>
                  <a:schemeClr val="tx1"/>
                </a:solidFill>
                <a:latin typeface="Times New Roman" panose="02020603050405020304" charset="0"/>
                <a:ea typeface="宋体" panose="02010600030101010101" pitchFamily="2" charset="-122"/>
              </a:endParaRPr>
            </a:p>
          </p:txBody>
        </p:sp>
        <p:sp>
          <p:nvSpPr>
            <p:cNvPr id="91144" name="直接连接符 73736"/>
            <p:cNvSpPr/>
            <p:nvPr/>
          </p:nvSpPr>
          <p:spPr>
            <a:xfrm>
              <a:off x="8" y="555"/>
              <a:ext cx="2177" cy="0"/>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91145" name="文本框 73737"/>
            <p:cNvSpPr txBox="1"/>
            <p:nvPr/>
          </p:nvSpPr>
          <p:spPr>
            <a:xfrm>
              <a:off x="61" y="307"/>
              <a:ext cx="2132" cy="234"/>
            </a:xfrm>
            <a:prstGeom prst="rect">
              <a:avLst/>
            </a:prstGeom>
            <a:noFill/>
            <a:ln w="9525">
              <a:noFill/>
              <a:miter/>
            </a:ln>
          </p:spPr>
          <p:txBody>
            <a:bodyPr anchor="t">
              <a:spAutoFit/>
            </a:bodyPr>
            <a:p>
              <a:pPr lvl="0">
                <a:spcBef>
                  <a:spcPct val="50000"/>
                </a:spcBef>
                <a:buClr>
                  <a:srgbClr val="000000"/>
                </a:buClr>
              </a:pPr>
              <a:r>
                <a:rPr lang="zh-CN" altLang="en-US" sz="1600">
                  <a:solidFill>
                    <a:schemeClr val="tx1"/>
                  </a:solidFill>
                  <a:latin typeface="Times New Roman" panose="02020603050405020304" charset="0"/>
                  <a:ea typeface="宋体" panose="02010600030101010101" pitchFamily="2" charset="-122"/>
                </a:rPr>
                <a:t>文件类型           </a:t>
              </a:r>
              <a:r>
                <a:rPr lang="en-US" altLang="zh-CN" sz="1600">
                  <a:solidFill>
                    <a:schemeClr val="tx1"/>
                  </a:solidFill>
                  <a:latin typeface="Times New Roman" panose="02020603050405020304" charset="0"/>
                  <a:ea typeface="宋体" panose="02010600030101010101" pitchFamily="2" charset="-122"/>
                </a:rPr>
                <a:t>i_type</a:t>
              </a:r>
              <a:endParaRPr lang="en-US" altLang="zh-CN" sz="1600">
                <a:solidFill>
                  <a:schemeClr val="tx1"/>
                </a:solidFill>
                <a:latin typeface="Times New Roman" panose="02020603050405020304" charset="0"/>
                <a:ea typeface="宋体" panose="02010600030101010101" pitchFamily="2" charset="-122"/>
              </a:endParaRPr>
            </a:p>
          </p:txBody>
        </p:sp>
        <p:sp>
          <p:nvSpPr>
            <p:cNvPr id="91146" name="直接连接符 73738"/>
            <p:cNvSpPr/>
            <p:nvPr/>
          </p:nvSpPr>
          <p:spPr>
            <a:xfrm>
              <a:off x="0" y="811"/>
              <a:ext cx="2177" cy="0"/>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91147" name="文本框 73739"/>
            <p:cNvSpPr txBox="1"/>
            <p:nvPr/>
          </p:nvSpPr>
          <p:spPr>
            <a:xfrm>
              <a:off x="50" y="563"/>
              <a:ext cx="2130" cy="234"/>
            </a:xfrm>
            <a:prstGeom prst="rect">
              <a:avLst/>
            </a:prstGeom>
            <a:noFill/>
            <a:ln w="9525">
              <a:noFill/>
              <a:miter/>
            </a:ln>
          </p:spPr>
          <p:txBody>
            <a:bodyPr anchor="t">
              <a:spAutoFit/>
            </a:bodyPr>
            <a:p>
              <a:pPr lvl="0">
                <a:spcBef>
                  <a:spcPct val="50000"/>
                </a:spcBef>
                <a:buClr>
                  <a:srgbClr val="000000"/>
                </a:buClr>
              </a:pPr>
              <a:r>
                <a:rPr lang="zh-CN" altLang="en-US" sz="1600">
                  <a:solidFill>
                    <a:schemeClr val="tx1"/>
                  </a:solidFill>
                  <a:latin typeface="Times New Roman" panose="02020603050405020304" charset="0"/>
                  <a:ea typeface="宋体" panose="02010600030101010101" pitchFamily="2" charset="-122"/>
                </a:rPr>
                <a:t>文件存取许可权  </a:t>
              </a:r>
              <a:r>
                <a:rPr lang="en-US" altLang="zh-CN" sz="1600">
                  <a:solidFill>
                    <a:schemeClr val="tx1"/>
                  </a:solidFill>
                  <a:latin typeface="Times New Roman" panose="02020603050405020304" charset="0"/>
                  <a:ea typeface="宋体" panose="02010600030101010101" pitchFamily="2" charset="-122"/>
                </a:rPr>
                <a:t>i_mode</a:t>
              </a:r>
              <a:endParaRPr lang="en-US" altLang="zh-CN" sz="1600">
                <a:solidFill>
                  <a:schemeClr val="tx1"/>
                </a:solidFill>
                <a:latin typeface="Times New Roman" panose="02020603050405020304" charset="0"/>
                <a:ea typeface="宋体" panose="02010600030101010101" pitchFamily="2" charset="-122"/>
              </a:endParaRPr>
            </a:p>
          </p:txBody>
        </p:sp>
        <p:sp>
          <p:nvSpPr>
            <p:cNvPr id="91148" name="直接连接符 73740"/>
            <p:cNvSpPr/>
            <p:nvPr/>
          </p:nvSpPr>
          <p:spPr>
            <a:xfrm>
              <a:off x="16" y="1067"/>
              <a:ext cx="2177" cy="0"/>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91149" name="文本框 73741"/>
            <p:cNvSpPr txBox="1"/>
            <p:nvPr/>
          </p:nvSpPr>
          <p:spPr>
            <a:xfrm>
              <a:off x="71" y="817"/>
              <a:ext cx="2132" cy="234"/>
            </a:xfrm>
            <a:prstGeom prst="rect">
              <a:avLst/>
            </a:prstGeom>
            <a:noFill/>
            <a:ln w="9525">
              <a:noFill/>
              <a:miter/>
            </a:ln>
          </p:spPr>
          <p:txBody>
            <a:bodyPr anchor="t">
              <a:spAutoFit/>
            </a:bodyPr>
            <a:p>
              <a:pPr lvl="0">
                <a:spcBef>
                  <a:spcPct val="50000"/>
                </a:spcBef>
                <a:buClr>
                  <a:srgbClr val="000000"/>
                </a:buClr>
              </a:pPr>
              <a:r>
                <a:rPr lang="zh-CN" altLang="en-US" sz="1600">
                  <a:solidFill>
                    <a:schemeClr val="tx1"/>
                  </a:solidFill>
                  <a:latin typeface="Times New Roman" panose="02020603050405020304" charset="0"/>
                  <a:ea typeface="宋体" panose="02010600030101010101" pitchFamily="2" charset="-122"/>
                </a:rPr>
                <a:t>联接计数　　     </a:t>
              </a:r>
              <a:r>
                <a:rPr lang="en-US" altLang="zh-CN" sz="1600">
                  <a:solidFill>
                    <a:schemeClr val="tx1"/>
                  </a:solidFill>
                  <a:latin typeface="Times New Roman" panose="02020603050405020304" charset="0"/>
                  <a:ea typeface="宋体" panose="02010600030101010101" pitchFamily="2" charset="-122"/>
                </a:rPr>
                <a:t>i_ilink</a:t>
              </a:r>
              <a:endParaRPr lang="en-US" altLang="zh-CN" sz="1600">
                <a:solidFill>
                  <a:schemeClr val="tx1"/>
                </a:solidFill>
                <a:latin typeface="Times New Roman" panose="02020603050405020304" charset="0"/>
                <a:ea typeface="宋体" panose="02010600030101010101" pitchFamily="2" charset="-122"/>
              </a:endParaRPr>
            </a:p>
          </p:txBody>
        </p:sp>
        <p:sp>
          <p:nvSpPr>
            <p:cNvPr id="91150" name="直接连接符 73742"/>
            <p:cNvSpPr/>
            <p:nvPr/>
          </p:nvSpPr>
          <p:spPr>
            <a:xfrm>
              <a:off x="8" y="1323"/>
              <a:ext cx="2177" cy="0"/>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91151" name="文本框 73743"/>
            <p:cNvSpPr txBox="1"/>
            <p:nvPr/>
          </p:nvSpPr>
          <p:spPr>
            <a:xfrm>
              <a:off x="59" y="1068"/>
              <a:ext cx="2132" cy="234"/>
            </a:xfrm>
            <a:prstGeom prst="rect">
              <a:avLst/>
            </a:prstGeom>
            <a:noFill/>
            <a:ln w="9525">
              <a:noFill/>
              <a:miter/>
            </a:ln>
          </p:spPr>
          <p:txBody>
            <a:bodyPr anchor="t">
              <a:spAutoFit/>
            </a:bodyPr>
            <a:p>
              <a:pPr lvl="0">
                <a:spcBef>
                  <a:spcPct val="50000"/>
                </a:spcBef>
                <a:buClr>
                  <a:srgbClr val="000000"/>
                </a:buClr>
              </a:pPr>
              <a:r>
                <a:rPr lang="zh-CN" altLang="en-US" sz="1600">
                  <a:solidFill>
                    <a:schemeClr val="tx1"/>
                  </a:solidFill>
                  <a:latin typeface="Times New Roman" panose="02020603050405020304" charset="0"/>
                  <a:ea typeface="宋体" panose="02010600030101010101" pitchFamily="2" charset="-122"/>
                </a:rPr>
                <a:t>文件存取时间　  </a:t>
              </a:r>
              <a:r>
                <a:rPr lang="en-US" altLang="zh-CN" sz="1600">
                  <a:solidFill>
                    <a:schemeClr val="tx1"/>
                  </a:solidFill>
                  <a:latin typeface="Times New Roman" panose="02020603050405020304" charset="0"/>
                  <a:ea typeface="宋体" panose="02010600030101010101" pitchFamily="2" charset="-122"/>
                </a:rPr>
                <a:t>i_time</a:t>
              </a:r>
              <a:endParaRPr lang="zh-CN" altLang="en-US" sz="1600">
                <a:solidFill>
                  <a:schemeClr val="tx1"/>
                </a:solidFill>
                <a:latin typeface="Times New Roman" panose="02020603050405020304" charset="0"/>
                <a:ea typeface="宋体" panose="02010600030101010101" pitchFamily="2" charset="-122"/>
              </a:endParaRPr>
            </a:p>
          </p:txBody>
        </p:sp>
        <p:sp>
          <p:nvSpPr>
            <p:cNvPr id="91152" name="直接连接符 73744"/>
            <p:cNvSpPr/>
            <p:nvPr/>
          </p:nvSpPr>
          <p:spPr>
            <a:xfrm>
              <a:off x="0" y="1579"/>
              <a:ext cx="2177" cy="0"/>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91153" name="文本框 73745"/>
            <p:cNvSpPr txBox="1"/>
            <p:nvPr/>
          </p:nvSpPr>
          <p:spPr>
            <a:xfrm>
              <a:off x="59" y="1313"/>
              <a:ext cx="2132" cy="234"/>
            </a:xfrm>
            <a:prstGeom prst="rect">
              <a:avLst/>
            </a:prstGeom>
            <a:noFill/>
            <a:ln w="9525">
              <a:noFill/>
              <a:miter/>
            </a:ln>
          </p:spPr>
          <p:txBody>
            <a:bodyPr anchor="t">
              <a:spAutoFit/>
            </a:bodyPr>
            <a:p>
              <a:pPr lvl="0">
                <a:spcBef>
                  <a:spcPct val="50000"/>
                </a:spcBef>
                <a:buClr>
                  <a:srgbClr val="000000"/>
                </a:buClr>
              </a:pPr>
              <a:r>
                <a:rPr lang="zh-CN" altLang="en-US" sz="1600">
                  <a:solidFill>
                    <a:schemeClr val="tx1"/>
                  </a:solidFill>
                  <a:latin typeface="Times New Roman" panose="02020603050405020304" charset="0"/>
                  <a:ea typeface="宋体" panose="02010600030101010101" pitchFamily="2" charset="-122"/>
                </a:rPr>
                <a:t>文件长度　　　  </a:t>
              </a:r>
              <a:r>
                <a:rPr lang="en-US" altLang="zh-CN" sz="1600">
                  <a:solidFill>
                    <a:schemeClr val="tx1"/>
                  </a:solidFill>
                  <a:latin typeface="Times New Roman" panose="02020603050405020304" charset="0"/>
                  <a:ea typeface="宋体" panose="02010600030101010101" pitchFamily="2" charset="-122"/>
                </a:rPr>
                <a:t>i_size</a:t>
              </a:r>
              <a:endParaRPr lang="en-US" altLang="zh-CN" sz="1600">
                <a:solidFill>
                  <a:schemeClr val="tx1"/>
                </a:solidFill>
                <a:latin typeface="Times New Roman" panose="02020603050405020304" charset="0"/>
                <a:ea typeface="宋体" panose="02010600030101010101" pitchFamily="2" charset="-122"/>
              </a:endParaRPr>
            </a:p>
          </p:txBody>
        </p:sp>
      </p:grpSp>
      <p:sp>
        <p:nvSpPr>
          <p:cNvPr id="73747" name="矩形 73746"/>
          <p:cNvSpPr/>
          <p:nvPr/>
        </p:nvSpPr>
        <p:spPr>
          <a:xfrm>
            <a:off x="3806825" y="590550"/>
            <a:ext cx="5127625" cy="5911850"/>
          </a:xfrm>
          <a:prstGeom prst="rect">
            <a:avLst/>
          </a:prstGeom>
          <a:noFill/>
          <a:ln w="9525">
            <a:noFill/>
            <a:miter/>
          </a:ln>
        </p:spPr>
        <p:txBody>
          <a:bodyPr wrap="square">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30000"/>
              </a:lnSpc>
              <a:buNone/>
            </a:pPr>
            <a:r>
              <a:rPr lang="en-US" altLang="zh-CN" sz="2000" b="1" strike="noStrike" noProof="1">
                <a:solidFill>
                  <a:schemeClr val="tx1"/>
                </a:solidFill>
                <a:latin typeface="宋体" panose="02010600030101010101" pitchFamily="2" charset="-122"/>
                <a:ea typeface="宋体" panose="02010600030101010101" pitchFamily="2" charset="-122"/>
                <a:cs typeface="+mn-ea"/>
              </a:rPr>
              <a:t>ⅰ </a:t>
            </a:r>
            <a:r>
              <a:rPr lang="zh-CN" altLang="en-US" sz="2000" b="1" strike="noStrike" noProof="1">
                <a:solidFill>
                  <a:schemeClr val="tx1"/>
                </a:solidFill>
                <a:latin typeface="Times New Roman" panose="02020603050405020304" charset="0"/>
                <a:ea typeface="宋体" panose="02010600030101010101" pitchFamily="2" charset="-122"/>
                <a:cs typeface="+mn-ea"/>
              </a:rPr>
              <a:t>文件所有者标识</a:t>
            </a:r>
            <a:r>
              <a:rPr lang="x-none" altLang="zh-CN" sz="2000" b="1" strike="noStrike" noProof="1">
                <a:solidFill>
                  <a:schemeClr val="tx1"/>
                </a:solidFill>
                <a:latin typeface="Times New Roman" panose="02020603050405020304" charset="0"/>
                <a:ea typeface="宋体" panose="02010600030101010101" pitchFamily="2" charset="-122"/>
                <a:cs typeface="+mn-ea"/>
              </a:rPr>
              <a:t>：</a:t>
            </a:r>
            <a:r>
              <a:rPr lang="zh-CN" altLang="en-US" sz="2000" strike="noStrike" noProof="1">
                <a:solidFill>
                  <a:schemeClr val="tx1"/>
                </a:solidFill>
                <a:latin typeface="Times New Roman" panose="02020603050405020304" charset="0"/>
                <a:ea typeface="宋体" panose="02010600030101010101" pitchFamily="2" charset="-122"/>
                <a:cs typeface="+mn-ea"/>
              </a:rPr>
              <a:t>定义对一个文件具有存取权的用户集合，分为文件所有者、用户组所有者</a:t>
            </a:r>
            <a:endParaRPr lang="zh-CN" altLang="en-US" sz="2000" strike="noStrike" noProof="1">
              <a:solidFill>
                <a:schemeClr val="tx1"/>
              </a:solidFill>
              <a:latin typeface="Times New Roman" panose="02020603050405020304" charset="0"/>
              <a:ea typeface="宋体" panose="02010600030101010101" pitchFamily="2" charset="-122"/>
            </a:endParaRPr>
          </a:p>
          <a:p>
            <a:pPr marL="533400" lvl="0" indent="-533400" fontAlgn="base">
              <a:lnSpc>
                <a:spcPct val="130000"/>
              </a:lnSpc>
              <a:buNone/>
            </a:pPr>
            <a:r>
              <a:rPr lang="en-US" altLang="zh-CN" sz="2000" b="1" strike="noStrike" noProof="1">
                <a:solidFill>
                  <a:schemeClr val="tx1"/>
                </a:solidFill>
                <a:latin typeface="宋体" panose="02010600030101010101" pitchFamily="2" charset="-122"/>
                <a:ea typeface="宋体" panose="02010600030101010101" pitchFamily="2" charset="-122"/>
                <a:cs typeface="+mn-ea"/>
              </a:rPr>
              <a:t>ⅱ </a:t>
            </a:r>
            <a:r>
              <a:rPr lang="zh-CN" altLang="en-US" sz="2000" b="1" strike="noStrike" noProof="1">
                <a:solidFill>
                  <a:schemeClr val="tx1"/>
                </a:solidFill>
                <a:latin typeface="Times New Roman" panose="02020603050405020304" charset="0"/>
                <a:ea typeface="宋体" panose="02010600030101010101" pitchFamily="2" charset="-122"/>
                <a:cs typeface="+mn-ea"/>
              </a:rPr>
              <a:t>文件类型</a:t>
            </a:r>
            <a:r>
              <a:rPr lang="x-none" altLang="zh-CN" sz="2000" b="1" strike="noStrike" noProof="1">
                <a:solidFill>
                  <a:schemeClr val="tx1"/>
                </a:solidFill>
                <a:latin typeface="Times New Roman" panose="02020603050405020304" charset="0"/>
                <a:ea typeface="宋体" panose="02010600030101010101" pitchFamily="2" charset="-122"/>
                <a:cs typeface="+mn-ea"/>
              </a:rPr>
              <a:t>：</a:t>
            </a:r>
            <a:r>
              <a:rPr lang="zh-CN" altLang="en-US" sz="2000" strike="noStrike" noProof="1">
                <a:solidFill>
                  <a:schemeClr val="tx1"/>
                </a:solidFill>
                <a:latin typeface="Times New Roman" panose="02020603050405020304" charset="0"/>
                <a:ea typeface="宋体" panose="02010600030101010101" pitchFamily="2" charset="-122"/>
                <a:cs typeface="+mn-ea"/>
              </a:rPr>
              <a:t>分为正规文件、目录文件、字符特殊文件或块特殊文件</a:t>
            </a:r>
            <a:endParaRPr lang="zh-CN" altLang="en-US" sz="2000" strike="noStrike" noProof="1">
              <a:solidFill>
                <a:schemeClr val="tx1"/>
              </a:solidFill>
              <a:latin typeface="Times New Roman" panose="02020603050405020304" charset="0"/>
              <a:ea typeface="宋体" panose="02010600030101010101" pitchFamily="2" charset="-122"/>
            </a:endParaRPr>
          </a:p>
          <a:p>
            <a:pPr marL="533400" lvl="0" indent="-533400" fontAlgn="base">
              <a:lnSpc>
                <a:spcPct val="130000"/>
              </a:lnSpc>
              <a:buNone/>
            </a:pPr>
            <a:r>
              <a:rPr lang="en-US" altLang="zh-CN" sz="2000" b="1" strike="noStrike" noProof="1">
                <a:solidFill>
                  <a:schemeClr val="tx1"/>
                </a:solidFill>
                <a:latin typeface="宋体" panose="02010600030101010101" pitchFamily="2" charset="-122"/>
                <a:ea typeface="宋体" panose="02010600030101010101" pitchFamily="2" charset="-122"/>
                <a:cs typeface="+mn-ea"/>
              </a:rPr>
              <a:t>ⅲ </a:t>
            </a:r>
            <a:r>
              <a:rPr lang="zh-CN" altLang="en-US" sz="2000" b="1" strike="noStrike" noProof="1">
                <a:solidFill>
                  <a:schemeClr val="tx1"/>
                </a:solidFill>
                <a:latin typeface="Times New Roman" panose="02020603050405020304" charset="0"/>
                <a:ea typeface="宋体" panose="02010600030101010101" pitchFamily="2" charset="-122"/>
                <a:cs typeface="+mn-ea"/>
              </a:rPr>
              <a:t>文件存取许可权</a:t>
            </a:r>
            <a:r>
              <a:rPr lang="x-none" altLang="zh-CN" sz="2000" b="1" strike="noStrike" noProof="1">
                <a:solidFill>
                  <a:schemeClr val="tx1"/>
                </a:solidFill>
                <a:latin typeface="Times New Roman" panose="02020603050405020304" charset="0"/>
                <a:ea typeface="宋体" panose="02010600030101010101" pitchFamily="2" charset="-122"/>
                <a:cs typeface="+mn-ea"/>
              </a:rPr>
              <a:t>：</a:t>
            </a:r>
            <a:r>
              <a:rPr lang="zh-CN" altLang="en-US" sz="2000" strike="noStrike" noProof="1">
                <a:solidFill>
                  <a:schemeClr val="tx1"/>
                </a:solidFill>
                <a:latin typeface="Times New Roman" panose="02020603050405020304" charset="0"/>
                <a:ea typeface="宋体" panose="02010600030101010101" pitchFamily="2" charset="-122"/>
                <a:cs typeface="+mn-ea"/>
              </a:rPr>
              <a:t>按文件所有者、文件的用户组及其他用户三个类别对文件施行保护。每类都具有读、写、执行该文件的存取权，并且能分别地设置。</a:t>
            </a:r>
            <a:endParaRPr lang="zh-CN" altLang="en-US" sz="2000" strike="noStrike" noProof="1">
              <a:solidFill>
                <a:schemeClr val="tx1"/>
              </a:solidFill>
              <a:latin typeface="Times New Roman" panose="02020603050405020304" charset="0"/>
              <a:ea typeface="宋体" panose="02010600030101010101" pitchFamily="2" charset="-122"/>
              <a:cs typeface="+mn-ea"/>
            </a:endParaRPr>
          </a:p>
          <a:p>
            <a:pPr marL="533400" lvl="0" indent="-533400" fontAlgn="base">
              <a:lnSpc>
                <a:spcPct val="130000"/>
              </a:lnSpc>
              <a:buNone/>
            </a:pPr>
            <a:r>
              <a:rPr lang="en-US" altLang="zh-CN" sz="2000" b="1" strike="noStrike" noProof="1">
                <a:solidFill>
                  <a:schemeClr val="tx1"/>
                </a:solidFill>
                <a:latin typeface="宋体" panose="02010600030101010101" pitchFamily="2" charset="-122"/>
                <a:ea typeface="宋体" panose="02010600030101010101" pitchFamily="2" charset="-122"/>
                <a:cs typeface="+mn-ea"/>
                <a:sym typeface="+mn-ea"/>
              </a:rPr>
              <a:t>ⅳ </a:t>
            </a:r>
            <a:r>
              <a:rPr lang="zh-CN" altLang="en-US" sz="2000" b="1" strike="noStrike" noProof="1">
                <a:solidFill>
                  <a:schemeClr val="tx1"/>
                </a:solidFill>
                <a:latin typeface="Times New Roman" panose="02020603050405020304" charset="0"/>
                <a:ea typeface="宋体" panose="02010600030101010101" pitchFamily="2" charset="-122"/>
                <a:cs typeface="+mn-ea"/>
                <a:sym typeface="+mn-ea"/>
              </a:rPr>
              <a:t>文件联结数目</a:t>
            </a:r>
            <a:r>
              <a:rPr lang="x-none" altLang="zh-CN" sz="2000" b="1" strike="noStrike" noProof="1">
                <a:solidFill>
                  <a:schemeClr val="tx1"/>
                </a:solidFill>
                <a:latin typeface="Times New Roman" panose="02020603050405020304" charset="0"/>
                <a:ea typeface="宋体" panose="02010600030101010101" pitchFamily="2" charset="-122"/>
                <a:cs typeface="+mn-ea"/>
                <a:sym typeface="+mn-ea"/>
              </a:rPr>
              <a:t>：</a:t>
            </a:r>
            <a:r>
              <a:rPr lang="zh-CN" altLang="en-US" sz="2000" strike="noStrike" noProof="1">
                <a:solidFill>
                  <a:schemeClr val="tx1"/>
                </a:solidFill>
                <a:latin typeface="Times New Roman" panose="02020603050405020304" charset="0"/>
                <a:ea typeface="宋体" panose="02010600030101010101" pitchFamily="2" charset="-122"/>
                <a:cs typeface="+mn-ea"/>
                <a:sym typeface="+mn-ea"/>
              </a:rPr>
              <a:t>表示在文件目录结构中，有多少个文件名指向该文件。每当增加一个名字时，</a:t>
            </a:r>
            <a:r>
              <a:rPr lang="en-US" altLang="zh-CN" sz="2000" strike="noStrike" noProof="1">
                <a:solidFill>
                  <a:schemeClr val="tx1"/>
                </a:solidFill>
                <a:latin typeface="Times New Roman" panose="02020603050405020304" charset="0"/>
                <a:ea typeface="宋体" panose="02010600030101010101" pitchFamily="2" charset="-122"/>
                <a:cs typeface="+mn-ea"/>
                <a:sym typeface="+mn-ea"/>
              </a:rPr>
              <a:t>i_ilink</a:t>
            </a:r>
            <a:r>
              <a:rPr lang="zh-CN" altLang="en-US" sz="2000" strike="noStrike" noProof="1">
                <a:solidFill>
                  <a:schemeClr val="tx1"/>
                </a:solidFill>
                <a:latin typeface="Times New Roman" panose="02020603050405020304" charset="0"/>
                <a:ea typeface="宋体" panose="02010600030101010101" pitchFamily="2" charset="-122"/>
                <a:cs typeface="+mn-ea"/>
                <a:sym typeface="+mn-ea"/>
              </a:rPr>
              <a:t>值加</a:t>
            </a:r>
            <a:r>
              <a:rPr lang="en-US" altLang="zh-CN" sz="2000" strike="noStrike" noProof="1">
                <a:solidFill>
                  <a:schemeClr val="tx1"/>
                </a:solidFill>
                <a:latin typeface="Times New Roman" panose="02020603050405020304" charset="0"/>
                <a:ea typeface="宋体" panose="02010600030101010101" pitchFamily="2" charset="-122"/>
                <a:cs typeface="+mn-ea"/>
                <a:sym typeface="+mn-ea"/>
              </a:rPr>
              <a:t>1</a:t>
            </a:r>
            <a:r>
              <a:rPr lang="zh-CN" altLang="en-US" sz="2000" strike="noStrike" noProof="1">
                <a:solidFill>
                  <a:schemeClr val="tx1"/>
                </a:solidFill>
                <a:latin typeface="Times New Roman" panose="02020603050405020304" charset="0"/>
                <a:ea typeface="宋体" panose="02010600030101010101" pitchFamily="2" charset="-122"/>
                <a:cs typeface="+mn-ea"/>
                <a:sym typeface="+mn-ea"/>
              </a:rPr>
              <a:t>，减少一个名字时其值减</a:t>
            </a:r>
            <a:r>
              <a:rPr lang="en-US" altLang="zh-CN" sz="2000" strike="noStrike" noProof="1">
                <a:solidFill>
                  <a:schemeClr val="tx1"/>
                </a:solidFill>
                <a:latin typeface="Times New Roman" panose="02020603050405020304" charset="0"/>
                <a:ea typeface="宋体" panose="02010600030101010101" pitchFamily="2" charset="-122"/>
                <a:cs typeface="+mn-ea"/>
                <a:sym typeface="+mn-ea"/>
              </a:rPr>
              <a:t>1</a:t>
            </a:r>
            <a:r>
              <a:rPr lang="zh-CN" altLang="en-US" sz="2000" strike="noStrike" noProof="1">
                <a:solidFill>
                  <a:schemeClr val="tx1"/>
                </a:solidFill>
                <a:latin typeface="Times New Roman" panose="02020603050405020304" charset="0"/>
                <a:ea typeface="宋体" panose="02010600030101010101" pitchFamily="2" charset="-122"/>
                <a:cs typeface="+mn-ea"/>
                <a:sym typeface="+mn-ea"/>
              </a:rPr>
              <a:t>。当其值减为</a:t>
            </a:r>
            <a:r>
              <a:rPr lang="en-US" altLang="zh-CN" sz="2000" strike="noStrike" noProof="1">
                <a:solidFill>
                  <a:schemeClr val="tx1"/>
                </a:solidFill>
                <a:latin typeface="Times New Roman" panose="02020603050405020304" charset="0"/>
                <a:ea typeface="宋体" panose="02010600030101010101" pitchFamily="2" charset="-122"/>
                <a:cs typeface="+mn-ea"/>
                <a:sym typeface="+mn-ea"/>
              </a:rPr>
              <a:t>0</a:t>
            </a:r>
            <a:r>
              <a:rPr lang="zh-CN" altLang="en-US" sz="2000" strike="noStrike" noProof="1">
                <a:solidFill>
                  <a:schemeClr val="tx1"/>
                </a:solidFill>
                <a:latin typeface="Times New Roman" panose="02020603050405020304" charset="0"/>
                <a:ea typeface="宋体" panose="02010600030101010101" pitchFamily="2" charset="-122"/>
                <a:cs typeface="+mn-ea"/>
                <a:sym typeface="+mn-ea"/>
              </a:rPr>
              <a:t>时，该文件才能真正删除。</a:t>
            </a:r>
            <a:endParaRPr lang="zh-CN" altLang="en-US" sz="2000" strike="noStrike" noProof="1">
              <a:solidFill>
                <a:schemeClr val="tx1"/>
              </a:solidFill>
              <a:latin typeface="Times New Roman" panose="02020603050405020304" charset="0"/>
              <a:ea typeface="宋体" panose="02010600030101010101" pitchFamily="2" charset="-122"/>
            </a:endParaRPr>
          </a:p>
        </p:txBody>
      </p:sp>
      <p:sp>
        <p:nvSpPr>
          <p:cNvPr id="73748" name="文本框 73747"/>
          <p:cNvSpPr txBox="1"/>
          <p:nvPr/>
        </p:nvSpPr>
        <p:spPr>
          <a:xfrm>
            <a:off x="873125" y="4065588"/>
            <a:ext cx="2071688" cy="336550"/>
          </a:xfrm>
          <a:prstGeom prst="rect">
            <a:avLst/>
          </a:prstGeom>
          <a:noFill/>
          <a:ln w="9525">
            <a:noFill/>
            <a:miter/>
          </a:ln>
        </p:spPr>
        <p:txBody>
          <a:bodyPr anchor="t">
            <a:spAutoFit/>
          </a:bodyPr>
          <a:p>
            <a:pPr lvl="0">
              <a:spcBef>
                <a:spcPct val="30000"/>
              </a:spcBef>
              <a:buClr>
                <a:srgbClr val="000000"/>
              </a:buClr>
            </a:pPr>
            <a:r>
              <a:rPr lang="zh-CN" altLang="en-US" sz="1600" b="0">
                <a:solidFill>
                  <a:schemeClr val="tx1"/>
                </a:solidFill>
                <a:latin typeface="Arial" panose="02080604020202020204" pitchFamily="34" charset="0"/>
                <a:ea typeface="宋体" panose="02010600030101010101" pitchFamily="2" charset="-122"/>
              </a:rPr>
              <a:t>磁盘索引节点的结构</a:t>
            </a:r>
            <a:endParaRPr lang="zh-CN" altLang="en-US" sz="1600" b="0">
              <a:solidFill>
                <a:schemeClr val="tx1"/>
              </a:solidFill>
              <a:latin typeface="Arial" panose="02080604020202020204" pitchFamily="34" charset="0"/>
              <a:ea typeface="宋体" panose="02010600030101010101" pitchFamily="2" charset="-122"/>
            </a:endParaRPr>
          </a:p>
        </p:txBody>
      </p:sp>
      <p:sp>
        <p:nvSpPr>
          <p:cNvPr id="73749" name="矩形 73748"/>
          <p:cNvSpPr/>
          <p:nvPr/>
        </p:nvSpPr>
        <p:spPr>
          <a:xfrm>
            <a:off x="381000" y="4286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Arial" panose="02080604020202020204" pitchFamily="34" charset="0"/>
                <a:ea typeface="宋体" panose="02010600030101010101" pitchFamily="2" charset="-122"/>
                <a:cs typeface="+mn-ea"/>
              </a:rPr>
              <a:t>文件系统</a:t>
            </a:r>
            <a:r>
              <a:rPr lang="en-US" altLang="zh-CN" sz="2400" strike="noStrike" noProof="1">
                <a:latin typeface="Arial" panose="02080604020202020204" pitchFamily="34" charset="0"/>
                <a:ea typeface="宋体" panose="02010600030101010101" pitchFamily="2" charset="-122"/>
                <a:cs typeface="+mn-ea"/>
              </a:rPr>
              <a:t>——</a:t>
            </a:r>
            <a:r>
              <a:rPr lang="en-US" altLang="zh-CN" sz="2400" strike="noStrike" noProof="1">
                <a:latin typeface="Times New Roman" panose="02020603050405020304" charset="0"/>
                <a:ea typeface="宋体" panose="02010600030101010101" pitchFamily="2" charset="-122"/>
                <a:cs typeface="+mn-ea"/>
              </a:rPr>
              <a:t>UNIX</a:t>
            </a:r>
            <a:r>
              <a:rPr lang="zh-CN" altLang="en-US" sz="2400" strike="noStrike" noProof="1">
                <a:latin typeface="Arial" panose="02080604020202020204" pitchFamily="34" charset="0"/>
                <a:ea typeface="宋体" panose="02010600030101010101" pitchFamily="2" charset="-122"/>
                <a:cs typeface="+mn-ea"/>
              </a:rPr>
              <a:t>文件系统的主要结构及实现</a:t>
            </a:r>
            <a:endParaRPr lang="zh-CN" altLang="en-US" sz="2400" strike="noStrike" noProof="1">
              <a:ea typeface="宋体" panose="02010600030101010101" pitchFamily="2" charset="-122"/>
            </a:endParaRPr>
          </a:p>
        </p:txBody>
      </p:sp>
      <p:sp>
        <p:nvSpPr>
          <p:cNvPr id="74770" name="矩形 74769"/>
          <p:cNvSpPr/>
          <p:nvPr/>
        </p:nvSpPr>
        <p:spPr>
          <a:xfrm>
            <a:off x="61913" y="4421188"/>
            <a:ext cx="3762375" cy="2073275"/>
          </a:xfrm>
          <a:prstGeom prst="rect">
            <a:avLst/>
          </a:prstGeom>
          <a:noFill/>
          <a:ln w="9525">
            <a:noFill/>
            <a:miter/>
          </a:ln>
        </p:spPr>
        <p:txBody>
          <a:bodyPr wrap="square">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30000"/>
              </a:lnSpc>
              <a:buNone/>
            </a:pPr>
            <a:r>
              <a:rPr lang="en-US" altLang="zh-CN" sz="2000" b="1" strike="noStrike" noProof="1">
                <a:solidFill>
                  <a:schemeClr val="tx1"/>
                </a:solidFill>
                <a:latin typeface="宋体" panose="02010600030101010101" pitchFamily="2" charset="-122"/>
                <a:ea typeface="宋体" panose="02010600030101010101" pitchFamily="2" charset="-122"/>
                <a:cs typeface="+mn-ea"/>
              </a:rPr>
              <a:t>ⅴ </a:t>
            </a:r>
            <a:r>
              <a:rPr lang="zh-CN" altLang="en-US" sz="2000" b="1" strike="noStrike" noProof="1">
                <a:solidFill>
                  <a:schemeClr val="tx1"/>
                </a:solidFill>
                <a:latin typeface="Times New Roman" panose="02020603050405020304" charset="0"/>
                <a:ea typeface="宋体" panose="02010600030101010101" pitchFamily="2" charset="-122"/>
                <a:cs typeface="+mn-ea"/>
              </a:rPr>
              <a:t>地址索引表</a:t>
            </a:r>
            <a:r>
              <a:rPr lang="x-none" altLang="zh-CN" sz="2000" b="1" strike="noStrike" noProof="1">
                <a:solidFill>
                  <a:schemeClr val="tx1"/>
                </a:solidFill>
                <a:latin typeface="Times New Roman" panose="02020603050405020304" charset="0"/>
                <a:ea typeface="宋体" panose="02010600030101010101" pitchFamily="2" charset="-122"/>
                <a:cs typeface="+mn-ea"/>
              </a:rPr>
              <a:t>：</a:t>
            </a:r>
            <a:r>
              <a:rPr lang="zh-CN" altLang="en-US" sz="2000" strike="noStrike" noProof="1">
                <a:solidFill>
                  <a:schemeClr val="tx1"/>
                </a:solidFill>
                <a:latin typeface="Times New Roman" panose="02020603050405020304" charset="0"/>
                <a:ea typeface="宋体" panose="02010600030101010101" pitchFamily="2" charset="-122"/>
                <a:cs typeface="+mn-ea"/>
              </a:rPr>
              <a:t>文件数据的磁盘地址明细表，在</a:t>
            </a:r>
            <a:r>
              <a:rPr lang="en-US" altLang="zh-CN" sz="2000" strike="noStrike" noProof="1">
                <a:solidFill>
                  <a:schemeClr val="tx1"/>
                </a:solidFill>
                <a:latin typeface="Times New Roman" panose="02020603050405020304" charset="0"/>
                <a:ea typeface="宋体" panose="02010600030101010101" pitchFamily="2" charset="-122"/>
                <a:cs typeface="+mn-ea"/>
              </a:rPr>
              <a:t>UNIX </a:t>
            </a:r>
            <a:r>
              <a:rPr lang="zh-CN" altLang="en-US" sz="2000" strike="noStrike" noProof="1">
                <a:solidFill>
                  <a:schemeClr val="tx1"/>
                </a:solidFill>
                <a:latin typeface="Times New Roman" panose="02020603050405020304" charset="0"/>
                <a:ea typeface="宋体" panose="02010600030101010101" pitchFamily="2" charset="-122"/>
                <a:cs typeface="+mn-ea"/>
              </a:rPr>
              <a:t>第七版本用 </a:t>
            </a:r>
            <a:r>
              <a:rPr lang="en-US" altLang="zh-CN" sz="2000" strike="noStrike" noProof="1">
                <a:solidFill>
                  <a:schemeClr val="tx1"/>
                </a:solidFill>
                <a:latin typeface="Times New Roman" panose="02020603050405020304" charset="0"/>
                <a:ea typeface="宋体" panose="02010600030101010101" pitchFamily="2" charset="-122"/>
                <a:cs typeface="+mn-ea"/>
              </a:rPr>
              <a:t>i_addr[8]</a:t>
            </a:r>
            <a:r>
              <a:rPr lang="zh-CN" altLang="en-US" sz="2000" strike="noStrike" noProof="1">
                <a:solidFill>
                  <a:schemeClr val="tx1"/>
                </a:solidFill>
                <a:latin typeface="Times New Roman" panose="02020603050405020304" charset="0"/>
                <a:ea typeface="宋体" panose="02010600030101010101" pitchFamily="2" charset="-122"/>
                <a:cs typeface="+mn-ea"/>
              </a:rPr>
              <a:t>来描述。在</a:t>
            </a:r>
            <a:r>
              <a:rPr lang="en-US" altLang="zh-CN" sz="2000" strike="noStrike" noProof="1">
                <a:solidFill>
                  <a:schemeClr val="tx1"/>
                </a:solidFill>
                <a:latin typeface="Times New Roman" panose="02020603050405020304" charset="0"/>
                <a:ea typeface="宋体" panose="02010600030101010101" pitchFamily="2" charset="-122"/>
                <a:cs typeface="+mn-ea"/>
              </a:rPr>
              <a:t>UNIX systemⅤ</a:t>
            </a:r>
            <a:r>
              <a:rPr lang="zh-CN" altLang="en-US" sz="2000" strike="noStrike" noProof="1">
                <a:solidFill>
                  <a:schemeClr val="tx1"/>
                </a:solidFill>
                <a:latin typeface="Times New Roman" panose="02020603050405020304" charset="0"/>
                <a:ea typeface="宋体" panose="02010600030101010101" pitchFamily="2" charset="-122"/>
                <a:cs typeface="+mn-ea"/>
              </a:rPr>
              <a:t>中用</a:t>
            </a:r>
            <a:r>
              <a:rPr lang="en-US" altLang="zh-CN" sz="2000" strike="noStrike" noProof="1">
                <a:solidFill>
                  <a:schemeClr val="tx1"/>
                </a:solidFill>
                <a:latin typeface="Times New Roman" panose="02020603050405020304" charset="0"/>
                <a:ea typeface="宋体" panose="02010600030101010101" pitchFamily="2" charset="-122"/>
                <a:cs typeface="+mn-ea"/>
              </a:rPr>
              <a:t>i_addr[13]</a:t>
            </a:r>
            <a:r>
              <a:rPr lang="zh-CN" altLang="en-US" sz="2000" strike="noStrike" noProof="1">
                <a:solidFill>
                  <a:schemeClr val="tx1"/>
                </a:solidFill>
                <a:latin typeface="Times New Roman" panose="02020603050405020304" charset="0"/>
                <a:ea typeface="宋体" panose="02010600030101010101" pitchFamily="2" charset="-122"/>
                <a:cs typeface="+mn-ea"/>
              </a:rPr>
              <a:t>来描述。</a:t>
            </a:r>
            <a:endParaRPr lang="zh-CN" altLang="en-US" sz="2000" strike="noStrike" noProof="1">
              <a:solidFill>
                <a:schemeClr val="tx1"/>
              </a:solidFill>
              <a:latin typeface="Times New Roman" panose="02020603050405020304"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73748" grpId="0"/>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61" name="文本框 75777"/>
          <p:cNvSpPr txBox="1"/>
          <p:nvPr/>
        </p:nvSpPr>
        <p:spPr>
          <a:xfrm>
            <a:off x="8493125" y="6510338"/>
            <a:ext cx="376238"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buFont typeface="Wingdings" panose="05000000000000000000" pitchFamily="2" charset="2"/>
              <a:buNone/>
            </a:pPr>
            <a:r>
              <a:rPr lang="en-US" altLang="zh-CN" b="0">
                <a:solidFill>
                  <a:schemeClr val="tx2"/>
                </a:solidFill>
                <a:latin typeface="Times New Roman" panose="02020603050405020304" charset="0"/>
                <a:ea typeface="宋体" panose="02010600030101010101" pitchFamily="2" charset="-122"/>
              </a:rPr>
              <a:t>49</a:t>
            </a:r>
            <a:endParaRPr lang="en-US" altLang="zh-CN" b="0">
              <a:solidFill>
                <a:schemeClr val="tx2"/>
              </a:solidFill>
              <a:latin typeface="Times New Roman" panose="02020603050405020304" charset="0"/>
              <a:ea typeface="宋体" panose="02010600030101010101" pitchFamily="2" charset="-122"/>
            </a:endParaRPr>
          </a:p>
        </p:txBody>
      </p:sp>
      <p:sp>
        <p:nvSpPr>
          <p:cNvPr id="75779" name="矩形 75778"/>
          <p:cNvSpPr/>
          <p:nvPr/>
        </p:nvSpPr>
        <p:spPr>
          <a:xfrm>
            <a:off x="688975" y="708025"/>
            <a:ext cx="3675063" cy="530225"/>
          </a:xfrm>
          <a:prstGeom prst="rect">
            <a:avLst/>
          </a:prstGeom>
          <a:noFill/>
          <a:ln w="9525">
            <a:noFill/>
            <a:miter/>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20000"/>
              </a:lnSpc>
              <a:spcBef>
                <a:spcPct val="20000"/>
              </a:spcBef>
              <a:buNone/>
            </a:pPr>
            <a:r>
              <a:rPr lang="en-US" altLang="zh-CN" sz="2400" b="1" strike="noStrike" noProof="1">
                <a:solidFill>
                  <a:srgbClr val="000099"/>
                </a:solidFill>
                <a:latin typeface="宋体" panose="02010600030101010101" pitchFamily="2" charset="-122"/>
                <a:ea typeface="宋体" panose="02010600030101010101" pitchFamily="2" charset="-122"/>
                <a:cs typeface="+mn-ea"/>
              </a:rPr>
              <a:t>③ </a:t>
            </a:r>
            <a:r>
              <a:rPr lang="zh-CN" altLang="en-US" sz="2400" b="1" strike="noStrike" noProof="1">
                <a:solidFill>
                  <a:srgbClr val="000099"/>
                </a:solidFill>
                <a:latin typeface="宋体" panose="02010600030101010101" pitchFamily="2" charset="-122"/>
                <a:ea typeface="宋体" panose="02010600030101010101" pitchFamily="2" charset="-122"/>
                <a:cs typeface="+mn-ea"/>
              </a:rPr>
              <a:t>磁盘</a:t>
            </a:r>
            <a:r>
              <a:rPr lang="zh-CN" altLang="en-US" sz="2400" b="1" strike="noStrike" noProof="1">
                <a:solidFill>
                  <a:srgbClr val="000099"/>
                </a:solidFill>
                <a:latin typeface="Times New Roman" panose="02020603050405020304" charset="0"/>
                <a:ea typeface="宋体" panose="02010600030101010101" pitchFamily="2" charset="-122"/>
                <a:cs typeface="+mn-ea"/>
              </a:rPr>
              <a:t>索引节点示例</a:t>
            </a:r>
            <a:endParaRPr lang="zh-CN" altLang="en-US" sz="2400" b="1" strike="noStrike" noProof="1">
              <a:solidFill>
                <a:srgbClr val="000099"/>
              </a:solidFill>
              <a:latin typeface="Times New Roman" panose="02020603050405020304" charset="0"/>
              <a:ea typeface="宋体" panose="02010600030101010101" pitchFamily="2" charset="-122"/>
            </a:endParaRPr>
          </a:p>
        </p:txBody>
      </p:sp>
      <p:graphicFrame>
        <p:nvGraphicFramePr>
          <p:cNvPr id="75780" name="内容占位符 75779"/>
          <p:cNvGraphicFramePr/>
          <p:nvPr>
            <p:ph/>
          </p:nvPr>
        </p:nvGraphicFramePr>
        <p:xfrm>
          <a:off x="1377950" y="1552575"/>
          <a:ext cx="5865813" cy="3394075"/>
        </p:xfrm>
        <a:graphic>
          <a:graphicData uri="http://schemas.openxmlformats.org/drawingml/2006/table">
            <a:tbl>
              <a:tblPr/>
              <a:tblGrid>
                <a:gridCol w="5865813"/>
              </a:tblGrid>
              <a:tr h="339725">
                <a:tc>
                  <a:txBody>
                    <a:bodyPr wrap="square"/>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buBlip>
                          <a:blip r:embed="rId1"/>
                        </a:buBlip>
                        <a:defRPr sz="2400" kern="1200">
                          <a:effectLst>
                            <a:outerShdw blurRad="38100" dist="38100" dir="2700000">
                              <a:srgbClr val="000000"/>
                            </a:outerShdw>
                          </a:effectLst>
                        </a:defRPr>
                      </a:lvl2pPr>
                      <a:lvl3pPr marL="1428750" lvl="2" indent="-398145">
                        <a:buBlip>
                          <a:blip r:embed="rId1"/>
                        </a:buBlip>
                        <a:defRPr sz="2000" kern="1200">
                          <a:effectLst>
                            <a:outerShdw blurRad="38100" dist="38100" dir="2700000">
                              <a:srgbClr val="000000"/>
                            </a:outerShdw>
                          </a:effectLst>
                        </a:defRPr>
                      </a:lvl3pPr>
                      <a:lvl4pPr marL="1752600" lvl="3" indent="-321945">
                        <a:buBlip>
                          <a:blip r:embed="rId1"/>
                        </a:buBlip>
                        <a:defRPr sz="1800" kern="1200">
                          <a:effectLst>
                            <a:outerShdw blurRad="38100" dist="38100" dir="2700000">
                              <a:srgbClr val="000000"/>
                            </a:outerShdw>
                          </a:effectLst>
                        </a:defRPr>
                      </a:lvl4pPr>
                      <a:lvl5pPr marL="2092325" lvl="4" indent="-337820">
                        <a:buBlip>
                          <a:blip r:embed="rId1"/>
                        </a:buBlip>
                        <a:defRPr sz="1800" kern="1200">
                          <a:effectLst>
                            <a:outerShdw blurRad="38100" dist="38100" dir="2700000">
                              <a:srgbClr val="000000"/>
                            </a:outerShdw>
                          </a:effectLst>
                        </a:defRPr>
                      </a:lvl5pPr>
                    </a:lstStyle>
                    <a:p>
                      <a:pPr marL="0" lvl="0" indent="0">
                        <a:spcBef>
                          <a:spcPct val="0"/>
                        </a:spcBef>
                        <a:buClr>
                          <a:srgbClr val="000000"/>
                        </a:buClr>
                        <a:buNone/>
                      </a:pPr>
                      <a:r>
                        <a:rPr lang="zh-CN" altLang="en-US" sz="1600" b="1">
                          <a:solidFill>
                            <a:schemeClr val="tx1"/>
                          </a:solidFill>
                          <a:effectLst/>
                          <a:latin typeface="Times New Roman" panose="02020603050405020304" charset="0"/>
                          <a:ea typeface="宋体" panose="02010600030101010101" pitchFamily="2" charset="-122"/>
                        </a:rPr>
                        <a:t>所有者                </a:t>
                      </a:r>
                      <a:r>
                        <a:rPr lang="en-US" altLang="zh-CN" sz="1600" b="1">
                          <a:solidFill>
                            <a:schemeClr val="tx1"/>
                          </a:solidFill>
                          <a:effectLst/>
                          <a:latin typeface="Times New Roman" panose="02020603050405020304" charset="0"/>
                          <a:ea typeface="宋体" panose="02010600030101010101" pitchFamily="2" charset="-122"/>
                        </a:rPr>
                        <a:t>mjb</a:t>
                      </a:r>
                      <a:endParaRPr lang="en-US" altLang="zh-CN" sz="1600" b="1">
                        <a:solidFill>
                          <a:schemeClr val="tx1"/>
                        </a:solidFill>
                        <a:effectLst/>
                        <a:latin typeface="Times New Roman" panose="02020603050405020304" charset="0"/>
                        <a:ea typeface="宋体" panose="02010600030101010101" pitchFamily="2" charset="-122"/>
                      </a:endParaRPr>
                    </a:p>
                  </a:txBody>
                  <a:tcPr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368300">
                <a:tc>
                  <a:txBody>
                    <a:bodyPr wrap="square"/>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buBlip>
                          <a:blip r:embed="rId1"/>
                        </a:buBlip>
                        <a:defRPr sz="2400" kern="1200">
                          <a:effectLst>
                            <a:outerShdw blurRad="38100" dist="38100" dir="2700000">
                              <a:srgbClr val="000000"/>
                            </a:outerShdw>
                          </a:effectLst>
                        </a:defRPr>
                      </a:lvl2pPr>
                      <a:lvl3pPr marL="1428750" lvl="2" indent="-398145">
                        <a:buBlip>
                          <a:blip r:embed="rId1"/>
                        </a:buBlip>
                        <a:defRPr sz="2000" kern="1200">
                          <a:effectLst>
                            <a:outerShdw blurRad="38100" dist="38100" dir="2700000">
                              <a:srgbClr val="000000"/>
                            </a:outerShdw>
                          </a:effectLst>
                        </a:defRPr>
                      </a:lvl3pPr>
                      <a:lvl4pPr marL="1752600" lvl="3" indent="-321945">
                        <a:buBlip>
                          <a:blip r:embed="rId1"/>
                        </a:buBlip>
                        <a:defRPr sz="1800" kern="1200">
                          <a:effectLst>
                            <a:outerShdw blurRad="38100" dist="38100" dir="2700000">
                              <a:srgbClr val="000000"/>
                            </a:outerShdw>
                          </a:effectLst>
                        </a:defRPr>
                      </a:lvl4pPr>
                      <a:lvl5pPr marL="2092325" lvl="4" indent="-337820">
                        <a:buBlip>
                          <a:blip r:embed="rId1"/>
                        </a:buBlip>
                        <a:defRPr sz="1800" kern="1200">
                          <a:effectLst>
                            <a:outerShdw blurRad="38100" dist="38100" dir="2700000">
                              <a:srgbClr val="000000"/>
                            </a:outerShdw>
                          </a:effectLst>
                        </a:defRPr>
                      </a:lvl5pPr>
                    </a:lstStyle>
                    <a:p>
                      <a:pPr marL="0" lvl="0" indent="0">
                        <a:spcBef>
                          <a:spcPct val="0"/>
                        </a:spcBef>
                        <a:buClr>
                          <a:srgbClr val="000000"/>
                        </a:buClr>
                        <a:buNone/>
                      </a:pPr>
                      <a:r>
                        <a:rPr lang="zh-CN" altLang="en-US" sz="1600" b="1">
                          <a:solidFill>
                            <a:schemeClr val="tx1"/>
                          </a:solidFill>
                          <a:effectLst/>
                          <a:latin typeface="Times New Roman" panose="02020603050405020304" charset="0"/>
                          <a:ea typeface="宋体" panose="02010600030101010101" pitchFamily="2" charset="-122"/>
                        </a:rPr>
                        <a:t>用户组                </a:t>
                      </a:r>
                      <a:r>
                        <a:rPr lang="en-US" altLang="zh-CN" sz="1600" b="1">
                          <a:solidFill>
                            <a:schemeClr val="tx1"/>
                          </a:solidFill>
                          <a:effectLst/>
                          <a:latin typeface="Times New Roman" panose="02020603050405020304" charset="0"/>
                          <a:ea typeface="宋体" panose="02010600030101010101" pitchFamily="2" charset="-122"/>
                        </a:rPr>
                        <a:t>os</a:t>
                      </a:r>
                      <a:endParaRPr lang="en-US" altLang="zh-CN" sz="1600" b="1">
                        <a:solidFill>
                          <a:schemeClr val="tx1"/>
                        </a:solidFill>
                        <a:effectLst/>
                        <a:latin typeface="Times New Roman" panose="02020603050405020304" charset="0"/>
                        <a:ea typeface="宋体" panose="02010600030101010101" pitchFamily="2" charset="-122"/>
                      </a:endParaRPr>
                    </a:p>
                  </a:txBody>
                  <a:tcPr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368300">
                <a:tc>
                  <a:txBody>
                    <a:bodyPr wrap="square"/>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buBlip>
                          <a:blip r:embed="rId1"/>
                        </a:buBlip>
                        <a:defRPr sz="2400" kern="1200">
                          <a:effectLst>
                            <a:outerShdw blurRad="38100" dist="38100" dir="2700000">
                              <a:srgbClr val="000000"/>
                            </a:outerShdw>
                          </a:effectLst>
                        </a:defRPr>
                      </a:lvl2pPr>
                      <a:lvl3pPr marL="1428750" lvl="2" indent="-398145">
                        <a:buBlip>
                          <a:blip r:embed="rId1"/>
                        </a:buBlip>
                        <a:defRPr sz="2000" kern="1200">
                          <a:effectLst>
                            <a:outerShdw blurRad="38100" dist="38100" dir="2700000">
                              <a:srgbClr val="000000"/>
                            </a:outerShdw>
                          </a:effectLst>
                        </a:defRPr>
                      </a:lvl3pPr>
                      <a:lvl4pPr marL="1752600" lvl="3" indent="-321945">
                        <a:buBlip>
                          <a:blip r:embed="rId1"/>
                        </a:buBlip>
                        <a:defRPr sz="1800" kern="1200">
                          <a:effectLst>
                            <a:outerShdw blurRad="38100" dist="38100" dir="2700000">
                              <a:srgbClr val="000000"/>
                            </a:outerShdw>
                          </a:effectLst>
                        </a:defRPr>
                      </a:lvl4pPr>
                      <a:lvl5pPr marL="2092325" lvl="4" indent="-337820">
                        <a:buBlip>
                          <a:blip r:embed="rId1"/>
                        </a:buBlip>
                        <a:defRPr sz="1800" kern="1200">
                          <a:effectLst>
                            <a:outerShdw blurRad="38100" dist="38100" dir="2700000">
                              <a:srgbClr val="000000"/>
                            </a:outerShdw>
                          </a:effectLst>
                        </a:defRPr>
                      </a:lvl5pPr>
                    </a:lstStyle>
                    <a:p>
                      <a:pPr marL="0" lvl="0" indent="0">
                        <a:spcBef>
                          <a:spcPct val="0"/>
                        </a:spcBef>
                        <a:buClr>
                          <a:srgbClr val="000000"/>
                        </a:buClr>
                        <a:buNone/>
                      </a:pPr>
                      <a:r>
                        <a:rPr lang="zh-CN" altLang="en-US" sz="1600" b="1">
                          <a:solidFill>
                            <a:schemeClr val="tx1"/>
                          </a:solidFill>
                          <a:effectLst/>
                          <a:ea typeface="宋体" panose="02010600030101010101" pitchFamily="2" charset="-122"/>
                        </a:rPr>
                        <a:t>类 型                 </a:t>
                      </a:r>
                      <a:r>
                        <a:rPr lang="x-none" altLang="zh-CN" sz="1600" b="1">
                          <a:solidFill>
                            <a:schemeClr val="tx1"/>
                          </a:solidFill>
                          <a:effectLst/>
                          <a:ea typeface="宋体" panose="02010600030101010101" pitchFamily="2" charset="-122"/>
                        </a:rPr>
                        <a:t>普通</a:t>
                      </a:r>
                      <a:r>
                        <a:rPr lang="zh-CN" altLang="en-US" sz="1600" b="1">
                          <a:solidFill>
                            <a:schemeClr val="tx1"/>
                          </a:solidFill>
                          <a:effectLst/>
                          <a:ea typeface="宋体" panose="02010600030101010101" pitchFamily="2" charset="-122"/>
                        </a:rPr>
                        <a:t>文件</a:t>
                      </a:r>
                      <a:endParaRPr lang="zh-CN" altLang="en-US" sz="1600" b="1">
                        <a:solidFill>
                          <a:schemeClr val="tx1"/>
                        </a:solidFill>
                        <a:effectLst/>
                        <a:ea typeface="宋体" panose="02010600030101010101" pitchFamily="2" charset="-122"/>
                      </a:endParaRPr>
                    </a:p>
                  </a:txBody>
                  <a:tcPr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368300">
                <a:tc>
                  <a:txBody>
                    <a:bodyPr wrap="square"/>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buBlip>
                          <a:blip r:embed="rId1"/>
                        </a:buBlip>
                        <a:defRPr sz="2400" kern="1200">
                          <a:effectLst>
                            <a:outerShdw blurRad="38100" dist="38100" dir="2700000">
                              <a:srgbClr val="000000"/>
                            </a:outerShdw>
                          </a:effectLst>
                        </a:defRPr>
                      </a:lvl2pPr>
                      <a:lvl3pPr marL="1428750" lvl="2" indent="-398145">
                        <a:buBlip>
                          <a:blip r:embed="rId1"/>
                        </a:buBlip>
                        <a:defRPr sz="2000" kern="1200">
                          <a:effectLst>
                            <a:outerShdw blurRad="38100" dist="38100" dir="2700000">
                              <a:srgbClr val="000000"/>
                            </a:outerShdw>
                          </a:effectLst>
                        </a:defRPr>
                      </a:lvl3pPr>
                      <a:lvl4pPr marL="1752600" lvl="3" indent="-321945">
                        <a:buBlip>
                          <a:blip r:embed="rId1"/>
                        </a:buBlip>
                        <a:defRPr sz="1800" kern="1200">
                          <a:effectLst>
                            <a:outerShdw blurRad="38100" dist="38100" dir="2700000">
                              <a:srgbClr val="000000"/>
                            </a:outerShdw>
                          </a:effectLst>
                        </a:defRPr>
                      </a:lvl4pPr>
                      <a:lvl5pPr marL="2092325" lvl="4" indent="-337820">
                        <a:buBlip>
                          <a:blip r:embed="rId1"/>
                        </a:buBlip>
                        <a:defRPr sz="1800" kern="1200">
                          <a:effectLst>
                            <a:outerShdw blurRad="38100" dist="38100" dir="2700000">
                              <a:srgbClr val="000000"/>
                            </a:outerShdw>
                          </a:effectLst>
                        </a:defRPr>
                      </a:lvl5pPr>
                    </a:lstStyle>
                    <a:p>
                      <a:pPr marL="0" lvl="0" indent="0">
                        <a:spcBef>
                          <a:spcPct val="0"/>
                        </a:spcBef>
                        <a:buClr>
                          <a:srgbClr val="000000"/>
                        </a:buClr>
                        <a:buNone/>
                      </a:pPr>
                      <a:r>
                        <a:rPr lang="zh-CN" altLang="en-US" sz="1600" b="1">
                          <a:solidFill>
                            <a:schemeClr val="tx1"/>
                          </a:solidFill>
                          <a:effectLst/>
                          <a:ea typeface="宋体" panose="02010600030101010101" pitchFamily="2" charset="-122"/>
                        </a:rPr>
                        <a:t>许可权               </a:t>
                      </a:r>
                      <a:r>
                        <a:rPr lang="en-US" altLang="zh-CN" sz="1600" b="1">
                          <a:solidFill>
                            <a:schemeClr val="tx1"/>
                          </a:solidFill>
                          <a:effectLst/>
                          <a:latin typeface="Times New Roman" panose="02020603050405020304" charset="0"/>
                          <a:ea typeface="宋体" panose="02010600030101010101" pitchFamily="2" charset="-122"/>
                        </a:rPr>
                        <a:t>rwxr-xr-x</a:t>
                      </a:r>
                      <a:endParaRPr lang="en-US" altLang="zh-CN" sz="1600" b="1">
                        <a:solidFill>
                          <a:schemeClr val="tx1"/>
                        </a:solidFill>
                        <a:effectLst/>
                        <a:latin typeface="Times New Roman" panose="02020603050405020304" charset="0"/>
                        <a:ea typeface="宋体" panose="02010600030101010101" pitchFamily="2" charset="-122"/>
                      </a:endParaRPr>
                    </a:p>
                  </a:txBody>
                  <a:tcPr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368300">
                <a:tc>
                  <a:txBody>
                    <a:bodyPr wrap="square"/>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buBlip>
                          <a:blip r:embed="rId1"/>
                        </a:buBlip>
                        <a:defRPr sz="2400" kern="1200">
                          <a:effectLst>
                            <a:outerShdw blurRad="38100" dist="38100" dir="2700000">
                              <a:srgbClr val="000000"/>
                            </a:outerShdw>
                          </a:effectLst>
                        </a:defRPr>
                      </a:lvl2pPr>
                      <a:lvl3pPr marL="1428750" lvl="2" indent="-398145">
                        <a:buBlip>
                          <a:blip r:embed="rId1"/>
                        </a:buBlip>
                        <a:defRPr sz="2000" kern="1200">
                          <a:effectLst>
                            <a:outerShdw blurRad="38100" dist="38100" dir="2700000">
                              <a:srgbClr val="000000"/>
                            </a:outerShdw>
                          </a:effectLst>
                        </a:defRPr>
                      </a:lvl3pPr>
                      <a:lvl4pPr marL="1752600" lvl="3" indent="-321945">
                        <a:buBlip>
                          <a:blip r:embed="rId1"/>
                        </a:buBlip>
                        <a:defRPr sz="1800" kern="1200">
                          <a:effectLst>
                            <a:outerShdw blurRad="38100" dist="38100" dir="2700000">
                              <a:srgbClr val="000000"/>
                            </a:outerShdw>
                          </a:effectLst>
                        </a:defRPr>
                      </a:lvl4pPr>
                      <a:lvl5pPr marL="2092325" lvl="4" indent="-337820">
                        <a:buBlip>
                          <a:blip r:embed="rId1"/>
                        </a:buBlip>
                        <a:defRPr sz="1800" kern="1200">
                          <a:effectLst>
                            <a:outerShdw blurRad="38100" dist="38100" dir="2700000">
                              <a:srgbClr val="000000"/>
                            </a:outerShdw>
                          </a:effectLst>
                        </a:defRPr>
                      </a:lvl5pPr>
                    </a:lstStyle>
                    <a:p>
                      <a:pPr marL="0" lvl="0" indent="0">
                        <a:spcBef>
                          <a:spcPct val="0"/>
                        </a:spcBef>
                        <a:buClr>
                          <a:srgbClr val="000000"/>
                        </a:buClr>
                        <a:buNone/>
                      </a:pPr>
                      <a:r>
                        <a:rPr lang="zh-CN" altLang="en-US" sz="1600" b="1">
                          <a:solidFill>
                            <a:schemeClr val="tx1"/>
                          </a:solidFill>
                          <a:effectLst/>
                          <a:latin typeface="Times New Roman" panose="02020603050405020304" charset="0"/>
                          <a:ea typeface="宋体" panose="02010600030101010101" pitchFamily="2" charset="-122"/>
                        </a:rPr>
                        <a:t>最后一次读文件        </a:t>
                      </a:r>
                      <a:r>
                        <a:rPr lang="en-US" altLang="zh-CN" sz="1600" b="1">
                          <a:solidFill>
                            <a:schemeClr val="tx1"/>
                          </a:solidFill>
                          <a:effectLst/>
                          <a:latin typeface="Times New Roman" panose="02020603050405020304" charset="0"/>
                          <a:ea typeface="宋体" panose="02010600030101010101" pitchFamily="2" charset="-122"/>
                        </a:rPr>
                        <a:t>2013</a:t>
                      </a:r>
                      <a:r>
                        <a:rPr lang="zh-CN" altLang="en-US" sz="1600" b="1">
                          <a:solidFill>
                            <a:schemeClr val="tx1"/>
                          </a:solidFill>
                          <a:effectLst/>
                          <a:latin typeface="Times New Roman" panose="02020603050405020304" charset="0"/>
                          <a:ea typeface="宋体" panose="02010600030101010101" pitchFamily="2" charset="-122"/>
                        </a:rPr>
                        <a:t>年</a:t>
                      </a:r>
                      <a:r>
                        <a:rPr lang="en-US" altLang="zh-CN" sz="1600" b="1">
                          <a:solidFill>
                            <a:schemeClr val="tx1"/>
                          </a:solidFill>
                          <a:effectLst/>
                          <a:latin typeface="Times New Roman" panose="02020603050405020304" charset="0"/>
                          <a:ea typeface="宋体" panose="02010600030101010101" pitchFamily="2" charset="-122"/>
                        </a:rPr>
                        <a:t>10</a:t>
                      </a:r>
                      <a:r>
                        <a:rPr lang="zh-CN" altLang="en-US" sz="1600" b="1">
                          <a:solidFill>
                            <a:schemeClr val="tx1"/>
                          </a:solidFill>
                          <a:effectLst/>
                          <a:latin typeface="Times New Roman" panose="02020603050405020304" charset="0"/>
                          <a:ea typeface="宋体" panose="02010600030101010101" pitchFamily="2" charset="-122"/>
                        </a:rPr>
                        <a:t>月</a:t>
                      </a:r>
                      <a:r>
                        <a:rPr lang="en-US" altLang="zh-CN" sz="1600" b="1">
                          <a:solidFill>
                            <a:schemeClr val="tx1"/>
                          </a:solidFill>
                          <a:effectLst/>
                          <a:latin typeface="Times New Roman" panose="02020603050405020304" charset="0"/>
                          <a:ea typeface="宋体" panose="02010600030101010101" pitchFamily="2" charset="-122"/>
                        </a:rPr>
                        <a:t>23</a:t>
                      </a:r>
                      <a:r>
                        <a:rPr lang="zh-CN" altLang="en-US" sz="1600" b="1">
                          <a:solidFill>
                            <a:schemeClr val="tx1"/>
                          </a:solidFill>
                          <a:effectLst/>
                          <a:latin typeface="Times New Roman" panose="02020603050405020304" charset="0"/>
                          <a:ea typeface="宋体" panose="02010600030101010101" pitchFamily="2" charset="-122"/>
                        </a:rPr>
                        <a:t>日下午</a:t>
                      </a:r>
                      <a:r>
                        <a:rPr lang="en-US" altLang="zh-CN" sz="1600" b="1">
                          <a:solidFill>
                            <a:schemeClr val="tx1"/>
                          </a:solidFill>
                          <a:effectLst/>
                          <a:latin typeface="Times New Roman" panose="02020603050405020304" charset="0"/>
                          <a:ea typeface="宋体" panose="02010600030101010101" pitchFamily="2" charset="-122"/>
                        </a:rPr>
                        <a:t>1∶45</a:t>
                      </a:r>
                      <a:endParaRPr lang="en-US" altLang="zh-CN" sz="1600" b="1">
                        <a:solidFill>
                          <a:schemeClr val="tx1"/>
                        </a:solidFill>
                        <a:effectLst/>
                        <a:latin typeface="Times New Roman" panose="02020603050405020304" charset="0"/>
                        <a:ea typeface="宋体" panose="02010600030101010101" pitchFamily="2" charset="-122"/>
                      </a:endParaRPr>
                    </a:p>
                  </a:txBody>
                  <a:tcPr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369888">
                <a:tc>
                  <a:txBody>
                    <a:bodyPr wrap="square"/>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buBlip>
                          <a:blip r:embed="rId1"/>
                        </a:buBlip>
                        <a:defRPr sz="2400" kern="1200">
                          <a:effectLst>
                            <a:outerShdw blurRad="38100" dist="38100" dir="2700000">
                              <a:srgbClr val="000000"/>
                            </a:outerShdw>
                          </a:effectLst>
                        </a:defRPr>
                      </a:lvl2pPr>
                      <a:lvl3pPr marL="1428750" lvl="2" indent="-398145">
                        <a:buBlip>
                          <a:blip r:embed="rId1"/>
                        </a:buBlip>
                        <a:defRPr sz="2000" kern="1200">
                          <a:effectLst>
                            <a:outerShdw blurRad="38100" dist="38100" dir="2700000">
                              <a:srgbClr val="000000"/>
                            </a:outerShdw>
                          </a:effectLst>
                        </a:defRPr>
                      </a:lvl3pPr>
                      <a:lvl4pPr marL="1752600" lvl="3" indent="-321945">
                        <a:buBlip>
                          <a:blip r:embed="rId1"/>
                        </a:buBlip>
                        <a:defRPr sz="1800" kern="1200">
                          <a:effectLst>
                            <a:outerShdw blurRad="38100" dist="38100" dir="2700000">
                              <a:srgbClr val="000000"/>
                            </a:outerShdw>
                          </a:effectLst>
                        </a:defRPr>
                      </a:lvl4pPr>
                      <a:lvl5pPr marL="2092325" lvl="4" indent="-337820">
                        <a:buBlip>
                          <a:blip r:embed="rId1"/>
                        </a:buBlip>
                        <a:defRPr sz="1800" kern="1200">
                          <a:effectLst>
                            <a:outerShdw blurRad="38100" dist="38100" dir="2700000">
                              <a:srgbClr val="000000"/>
                            </a:outerShdw>
                          </a:effectLst>
                        </a:defRPr>
                      </a:lvl5pPr>
                    </a:lstStyle>
                    <a:p>
                      <a:pPr marL="0" lvl="0" indent="0">
                        <a:spcBef>
                          <a:spcPct val="0"/>
                        </a:spcBef>
                        <a:buClr>
                          <a:srgbClr val="000000"/>
                        </a:buClr>
                        <a:buNone/>
                      </a:pPr>
                      <a:r>
                        <a:rPr lang="zh-CN" altLang="en-US" sz="1600" b="1">
                          <a:solidFill>
                            <a:schemeClr val="tx1"/>
                          </a:solidFill>
                          <a:effectLst/>
                          <a:latin typeface="Times New Roman" panose="02020603050405020304" charset="0"/>
                          <a:ea typeface="宋体" panose="02010600030101010101" pitchFamily="2" charset="-122"/>
                        </a:rPr>
                        <a:t>最后一次写文件        </a:t>
                      </a:r>
                      <a:r>
                        <a:rPr lang="en-US" altLang="zh-CN" sz="1600" b="1">
                          <a:solidFill>
                            <a:schemeClr val="tx1"/>
                          </a:solidFill>
                          <a:effectLst/>
                          <a:latin typeface="Times New Roman" panose="02020603050405020304" charset="0"/>
                          <a:ea typeface="宋体" panose="02010600030101010101" pitchFamily="2" charset="-122"/>
                        </a:rPr>
                        <a:t>2013</a:t>
                      </a:r>
                      <a:r>
                        <a:rPr lang="zh-CN" altLang="en-US" sz="1600" b="1">
                          <a:solidFill>
                            <a:schemeClr val="tx1"/>
                          </a:solidFill>
                          <a:effectLst/>
                          <a:latin typeface="Times New Roman" panose="02020603050405020304" charset="0"/>
                          <a:ea typeface="宋体" panose="02010600030101010101" pitchFamily="2" charset="-122"/>
                        </a:rPr>
                        <a:t>年</a:t>
                      </a:r>
                      <a:r>
                        <a:rPr lang="en-US" altLang="zh-CN" sz="1600" b="1">
                          <a:solidFill>
                            <a:schemeClr val="tx1"/>
                          </a:solidFill>
                          <a:effectLst/>
                          <a:latin typeface="Times New Roman" panose="02020603050405020304" charset="0"/>
                          <a:ea typeface="宋体" panose="02010600030101010101" pitchFamily="2" charset="-122"/>
                        </a:rPr>
                        <a:t>10</a:t>
                      </a:r>
                      <a:r>
                        <a:rPr lang="zh-CN" altLang="en-US" sz="1600" b="1">
                          <a:solidFill>
                            <a:schemeClr val="tx1"/>
                          </a:solidFill>
                          <a:effectLst/>
                          <a:latin typeface="Times New Roman" panose="02020603050405020304" charset="0"/>
                          <a:ea typeface="宋体" panose="02010600030101010101" pitchFamily="2" charset="-122"/>
                        </a:rPr>
                        <a:t>月</a:t>
                      </a:r>
                      <a:r>
                        <a:rPr lang="en-US" altLang="zh-CN" sz="1600" b="1">
                          <a:solidFill>
                            <a:schemeClr val="tx1"/>
                          </a:solidFill>
                          <a:effectLst/>
                          <a:latin typeface="Times New Roman" panose="02020603050405020304" charset="0"/>
                          <a:ea typeface="宋体" panose="02010600030101010101" pitchFamily="2" charset="-122"/>
                        </a:rPr>
                        <a:t>22</a:t>
                      </a:r>
                      <a:r>
                        <a:rPr lang="zh-CN" altLang="en-US" sz="1600" b="1">
                          <a:solidFill>
                            <a:schemeClr val="tx1"/>
                          </a:solidFill>
                          <a:effectLst/>
                          <a:latin typeface="Times New Roman" panose="02020603050405020304" charset="0"/>
                          <a:ea typeface="宋体" panose="02010600030101010101" pitchFamily="2" charset="-122"/>
                        </a:rPr>
                        <a:t>日上午</a:t>
                      </a:r>
                      <a:r>
                        <a:rPr lang="en-US" altLang="zh-CN" sz="1600" b="1">
                          <a:solidFill>
                            <a:schemeClr val="tx1"/>
                          </a:solidFill>
                          <a:effectLst/>
                          <a:latin typeface="Times New Roman" panose="02020603050405020304" charset="0"/>
                          <a:ea typeface="宋体" panose="02010600030101010101" pitchFamily="2" charset="-122"/>
                        </a:rPr>
                        <a:t>10∶30</a:t>
                      </a:r>
                      <a:endParaRPr lang="en-US" altLang="zh-CN" sz="1600" b="1">
                        <a:solidFill>
                          <a:schemeClr val="tx1"/>
                        </a:solidFill>
                        <a:effectLst/>
                        <a:latin typeface="Times New Roman" panose="02020603050405020304" charset="0"/>
                        <a:ea typeface="宋体" panose="02010600030101010101" pitchFamily="2" charset="-122"/>
                      </a:endParaRPr>
                    </a:p>
                  </a:txBody>
                  <a:tcPr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368300">
                <a:tc>
                  <a:txBody>
                    <a:bodyPr wrap="square"/>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buBlip>
                          <a:blip r:embed="rId1"/>
                        </a:buBlip>
                        <a:defRPr sz="2400" kern="1200">
                          <a:effectLst>
                            <a:outerShdw blurRad="38100" dist="38100" dir="2700000">
                              <a:srgbClr val="000000"/>
                            </a:outerShdw>
                          </a:effectLst>
                        </a:defRPr>
                      </a:lvl2pPr>
                      <a:lvl3pPr marL="1428750" lvl="2" indent="-398145">
                        <a:buBlip>
                          <a:blip r:embed="rId1"/>
                        </a:buBlip>
                        <a:defRPr sz="2000" kern="1200">
                          <a:effectLst>
                            <a:outerShdw blurRad="38100" dist="38100" dir="2700000">
                              <a:srgbClr val="000000"/>
                            </a:outerShdw>
                          </a:effectLst>
                        </a:defRPr>
                      </a:lvl3pPr>
                      <a:lvl4pPr marL="1752600" lvl="3" indent="-321945">
                        <a:buBlip>
                          <a:blip r:embed="rId1"/>
                        </a:buBlip>
                        <a:defRPr sz="1800" kern="1200">
                          <a:effectLst>
                            <a:outerShdw blurRad="38100" dist="38100" dir="2700000">
                              <a:srgbClr val="000000"/>
                            </a:outerShdw>
                          </a:effectLst>
                        </a:defRPr>
                      </a:lvl4pPr>
                      <a:lvl5pPr marL="2092325" lvl="4" indent="-337820">
                        <a:buBlip>
                          <a:blip r:embed="rId1"/>
                        </a:buBlip>
                        <a:defRPr sz="1800" kern="1200">
                          <a:effectLst>
                            <a:outerShdw blurRad="38100" dist="38100" dir="2700000">
                              <a:srgbClr val="000000"/>
                            </a:outerShdw>
                          </a:effectLst>
                        </a:defRPr>
                      </a:lvl5pPr>
                    </a:lstStyle>
                    <a:p>
                      <a:pPr marL="0" lvl="0" indent="0">
                        <a:spcBef>
                          <a:spcPct val="0"/>
                        </a:spcBef>
                        <a:buClr>
                          <a:srgbClr val="000000"/>
                        </a:buClr>
                        <a:buNone/>
                      </a:pPr>
                      <a:r>
                        <a:rPr lang="zh-CN" altLang="en-US" sz="1600" b="1">
                          <a:solidFill>
                            <a:schemeClr val="tx1"/>
                          </a:solidFill>
                          <a:effectLst/>
                          <a:latin typeface="Times New Roman" panose="02020603050405020304" charset="0"/>
                          <a:ea typeface="宋体" panose="02010600030101010101" pitchFamily="2" charset="-122"/>
                        </a:rPr>
                        <a:t>最后一次改变索引节点  </a:t>
                      </a:r>
                      <a:r>
                        <a:rPr lang="en-US" altLang="zh-CN" sz="1600" b="1">
                          <a:solidFill>
                            <a:schemeClr val="tx1"/>
                          </a:solidFill>
                          <a:effectLst/>
                          <a:latin typeface="Times New Roman" panose="02020603050405020304" charset="0"/>
                          <a:ea typeface="宋体" panose="02010600030101010101" pitchFamily="2" charset="-122"/>
                        </a:rPr>
                        <a:t>2013</a:t>
                      </a:r>
                      <a:r>
                        <a:rPr lang="zh-CN" altLang="en-US" sz="1600" b="1">
                          <a:solidFill>
                            <a:schemeClr val="tx1"/>
                          </a:solidFill>
                          <a:effectLst/>
                          <a:latin typeface="Times New Roman" panose="02020603050405020304" charset="0"/>
                          <a:ea typeface="宋体" panose="02010600030101010101" pitchFamily="2" charset="-122"/>
                        </a:rPr>
                        <a:t>年</a:t>
                      </a:r>
                      <a:r>
                        <a:rPr lang="en-US" altLang="zh-CN" sz="1600" b="1">
                          <a:solidFill>
                            <a:schemeClr val="tx1"/>
                          </a:solidFill>
                          <a:effectLst/>
                          <a:latin typeface="Times New Roman" panose="02020603050405020304" charset="0"/>
                          <a:ea typeface="宋体" panose="02010600030101010101" pitchFamily="2" charset="-122"/>
                        </a:rPr>
                        <a:t>10</a:t>
                      </a:r>
                      <a:r>
                        <a:rPr lang="zh-CN" altLang="en-US" sz="1600" b="1">
                          <a:solidFill>
                            <a:schemeClr val="tx1"/>
                          </a:solidFill>
                          <a:effectLst/>
                          <a:latin typeface="Times New Roman" panose="02020603050405020304" charset="0"/>
                          <a:ea typeface="宋体" panose="02010600030101010101" pitchFamily="2" charset="-122"/>
                        </a:rPr>
                        <a:t>月</a:t>
                      </a:r>
                      <a:r>
                        <a:rPr lang="en-US" altLang="zh-CN" sz="1600" b="1">
                          <a:solidFill>
                            <a:schemeClr val="tx1"/>
                          </a:solidFill>
                          <a:effectLst/>
                          <a:latin typeface="Times New Roman" panose="02020603050405020304" charset="0"/>
                          <a:ea typeface="宋体" panose="02010600030101010101" pitchFamily="2" charset="-122"/>
                        </a:rPr>
                        <a:t>23</a:t>
                      </a:r>
                      <a:r>
                        <a:rPr lang="zh-CN" altLang="en-US" sz="1600" b="1">
                          <a:solidFill>
                            <a:schemeClr val="tx1"/>
                          </a:solidFill>
                          <a:effectLst/>
                          <a:latin typeface="Times New Roman" panose="02020603050405020304" charset="0"/>
                          <a:ea typeface="宋体" panose="02010600030101010101" pitchFamily="2" charset="-122"/>
                        </a:rPr>
                        <a:t>日下午</a:t>
                      </a:r>
                      <a:r>
                        <a:rPr lang="en-US" altLang="zh-CN" sz="1600" b="1">
                          <a:solidFill>
                            <a:schemeClr val="tx1"/>
                          </a:solidFill>
                          <a:effectLst/>
                          <a:latin typeface="Times New Roman" panose="02020603050405020304" charset="0"/>
                          <a:ea typeface="宋体" panose="02010600030101010101" pitchFamily="2" charset="-122"/>
                        </a:rPr>
                        <a:t>1∶30</a:t>
                      </a:r>
                      <a:endParaRPr lang="en-US" altLang="zh-CN" sz="1600" b="1">
                        <a:solidFill>
                          <a:schemeClr val="tx1"/>
                        </a:solidFill>
                        <a:effectLst/>
                        <a:latin typeface="Times New Roman" panose="02020603050405020304" charset="0"/>
                        <a:ea typeface="宋体" panose="02010600030101010101" pitchFamily="2" charset="-122"/>
                      </a:endParaRPr>
                    </a:p>
                  </a:txBody>
                  <a:tcPr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368300">
                <a:tc>
                  <a:txBody>
                    <a:bodyPr wrap="square"/>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buBlip>
                          <a:blip r:embed="rId1"/>
                        </a:buBlip>
                        <a:defRPr sz="2400" kern="1200">
                          <a:effectLst>
                            <a:outerShdw blurRad="38100" dist="38100" dir="2700000">
                              <a:srgbClr val="000000"/>
                            </a:outerShdw>
                          </a:effectLst>
                        </a:defRPr>
                      </a:lvl2pPr>
                      <a:lvl3pPr marL="1428750" lvl="2" indent="-398145">
                        <a:buBlip>
                          <a:blip r:embed="rId1"/>
                        </a:buBlip>
                        <a:defRPr sz="2000" kern="1200">
                          <a:effectLst>
                            <a:outerShdw blurRad="38100" dist="38100" dir="2700000">
                              <a:srgbClr val="000000"/>
                            </a:outerShdw>
                          </a:effectLst>
                        </a:defRPr>
                      </a:lvl3pPr>
                      <a:lvl4pPr marL="1752600" lvl="3" indent="-321945">
                        <a:buBlip>
                          <a:blip r:embed="rId1"/>
                        </a:buBlip>
                        <a:defRPr sz="1800" kern="1200">
                          <a:effectLst>
                            <a:outerShdw blurRad="38100" dist="38100" dir="2700000">
                              <a:srgbClr val="000000"/>
                            </a:outerShdw>
                          </a:effectLst>
                        </a:defRPr>
                      </a:lvl4pPr>
                      <a:lvl5pPr marL="2092325" lvl="4" indent="-337820">
                        <a:buBlip>
                          <a:blip r:embed="rId1"/>
                        </a:buBlip>
                        <a:defRPr sz="1800" kern="1200">
                          <a:effectLst>
                            <a:outerShdw blurRad="38100" dist="38100" dir="2700000">
                              <a:srgbClr val="000000"/>
                            </a:outerShdw>
                          </a:effectLst>
                        </a:defRPr>
                      </a:lvl5pPr>
                    </a:lstStyle>
                    <a:p>
                      <a:pPr marL="0" lvl="0" indent="0">
                        <a:spcBef>
                          <a:spcPct val="0"/>
                        </a:spcBef>
                        <a:buClr>
                          <a:srgbClr val="000000"/>
                        </a:buClr>
                        <a:buNone/>
                      </a:pPr>
                      <a:r>
                        <a:rPr lang="zh-CN" altLang="en-US" sz="1600" b="1">
                          <a:solidFill>
                            <a:schemeClr val="tx1"/>
                          </a:solidFill>
                          <a:effectLst/>
                          <a:latin typeface="Times New Roman" panose="02020603050405020304" charset="0"/>
                          <a:ea typeface="宋体" panose="02010600030101010101" pitchFamily="2" charset="-122"/>
                        </a:rPr>
                        <a:t>文件长度              </a:t>
                      </a:r>
                      <a:r>
                        <a:rPr lang="en-US" altLang="zh-CN" sz="1600" b="1">
                          <a:solidFill>
                            <a:schemeClr val="tx1"/>
                          </a:solidFill>
                          <a:effectLst/>
                          <a:latin typeface="Times New Roman" panose="02020603050405020304" charset="0"/>
                          <a:ea typeface="宋体" panose="02010600030101010101" pitchFamily="2" charset="-122"/>
                        </a:rPr>
                        <a:t>6030</a:t>
                      </a:r>
                      <a:r>
                        <a:rPr lang="zh-CN" altLang="en-US" sz="1600" b="1">
                          <a:solidFill>
                            <a:schemeClr val="tx1"/>
                          </a:solidFill>
                          <a:effectLst/>
                          <a:latin typeface="Times New Roman" panose="02020603050405020304" charset="0"/>
                          <a:ea typeface="宋体" panose="02010600030101010101" pitchFamily="2" charset="-122"/>
                        </a:rPr>
                        <a:t>字节</a:t>
                      </a:r>
                      <a:endParaRPr lang="zh-CN" altLang="en-US" sz="1600" b="1">
                        <a:solidFill>
                          <a:schemeClr val="tx1"/>
                        </a:solidFill>
                        <a:effectLst/>
                        <a:latin typeface="Times New Roman" panose="02020603050405020304" charset="0"/>
                        <a:ea typeface="宋体" panose="02010600030101010101" pitchFamily="2" charset="-122"/>
                      </a:endParaRPr>
                    </a:p>
                  </a:txBody>
                  <a:tcPr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474662">
                <a:tc>
                  <a:txBody>
                    <a:bodyPr wrap="square"/>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buBlip>
                          <a:blip r:embed="rId1"/>
                        </a:buBlip>
                        <a:defRPr sz="2400" kern="1200">
                          <a:effectLst>
                            <a:outerShdw blurRad="38100" dist="38100" dir="2700000">
                              <a:srgbClr val="000000"/>
                            </a:outerShdw>
                          </a:effectLst>
                        </a:defRPr>
                      </a:lvl2pPr>
                      <a:lvl3pPr marL="1428750" lvl="2" indent="-398145">
                        <a:buBlip>
                          <a:blip r:embed="rId1"/>
                        </a:buBlip>
                        <a:defRPr sz="2000" kern="1200">
                          <a:effectLst>
                            <a:outerShdw blurRad="38100" dist="38100" dir="2700000">
                              <a:srgbClr val="000000"/>
                            </a:outerShdw>
                          </a:effectLst>
                        </a:defRPr>
                      </a:lvl3pPr>
                      <a:lvl4pPr marL="1752600" lvl="3" indent="-321945">
                        <a:buBlip>
                          <a:blip r:embed="rId1"/>
                        </a:buBlip>
                        <a:defRPr sz="1800" kern="1200">
                          <a:effectLst>
                            <a:outerShdw blurRad="38100" dist="38100" dir="2700000">
                              <a:srgbClr val="000000"/>
                            </a:outerShdw>
                          </a:effectLst>
                        </a:defRPr>
                      </a:lvl4pPr>
                      <a:lvl5pPr marL="2092325" lvl="4" indent="-337820">
                        <a:buBlip>
                          <a:blip r:embed="rId1"/>
                        </a:buBlip>
                        <a:defRPr sz="1800" kern="1200">
                          <a:effectLst>
                            <a:outerShdw blurRad="38100" dist="38100" dir="2700000">
                              <a:srgbClr val="000000"/>
                            </a:outerShdw>
                          </a:effectLst>
                        </a:defRPr>
                      </a:lvl5pPr>
                    </a:lstStyle>
                    <a:p>
                      <a:pPr marL="0" lvl="0" indent="0">
                        <a:spcBef>
                          <a:spcPct val="0"/>
                        </a:spcBef>
                        <a:buClr>
                          <a:srgbClr val="000000"/>
                        </a:buClr>
                        <a:buNone/>
                      </a:pPr>
                      <a:r>
                        <a:rPr lang="zh-CN" altLang="en-US" sz="1600" b="1">
                          <a:solidFill>
                            <a:schemeClr val="tx1"/>
                          </a:solidFill>
                          <a:effectLst/>
                          <a:latin typeface="Times New Roman" panose="02020603050405020304" charset="0"/>
                          <a:ea typeface="宋体" panose="02010600030101010101" pitchFamily="2" charset="-122"/>
                        </a:rPr>
                        <a:t>磁盘地址              </a:t>
                      </a:r>
                      <a:r>
                        <a:rPr lang="en-US" altLang="zh-CN" sz="1600" b="1">
                          <a:solidFill>
                            <a:schemeClr val="tx1"/>
                          </a:solidFill>
                          <a:effectLst/>
                          <a:latin typeface="Times New Roman" panose="02020603050405020304" charset="0"/>
                          <a:ea typeface="宋体" panose="02010600030101010101" pitchFamily="2" charset="-122"/>
                        </a:rPr>
                        <a:t>i_addr[13]</a:t>
                      </a:r>
                      <a:endParaRPr lang="en-US" altLang="zh-CN" sz="1600" b="1">
                        <a:solidFill>
                          <a:schemeClr val="tx1"/>
                        </a:solidFill>
                        <a:effectLst/>
                        <a:latin typeface="Times New Roman" panose="02020603050405020304" charset="0"/>
                        <a:ea typeface="宋体" panose="02010600030101010101" pitchFamily="2" charset="-122"/>
                      </a:endParaRPr>
                    </a:p>
                  </a:txBody>
                  <a:tcPr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bl>
          </a:graphicData>
        </a:graphic>
      </p:graphicFrame>
      <p:sp>
        <p:nvSpPr>
          <p:cNvPr id="75802" name="文本框 75801"/>
          <p:cNvSpPr txBox="1"/>
          <p:nvPr/>
        </p:nvSpPr>
        <p:spPr>
          <a:xfrm>
            <a:off x="2936875" y="5176838"/>
            <a:ext cx="2043113" cy="336550"/>
          </a:xfrm>
          <a:prstGeom prst="rect">
            <a:avLst/>
          </a:prstGeom>
          <a:noFill/>
          <a:ln w="9525">
            <a:noFill/>
            <a:miter/>
          </a:ln>
        </p:spPr>
        <p:txBody>
          <a:bodyPr anchor="t">
            <a:spAutoFit/>
          </a:bodyPr>
          <a:p>
            <a:pPr lvl="0">
              <a:spcBef>
                <a:spcPct val="30000"/>
              </a:spcBef>
              <a:buClr>
                <a:srgbClr val="000000"/>
              </a:buClr>
            </a:pPr>
            <a:r>
              <a:rPr lang="zh-CN" altLang="en-US" sz="1600" b="0">
                <a:solidFill>
                  <a:schemeClr val="tx1"/>
                </a:solidFill>
                <a:latin typeface="Arial" panose="02080604020202020204" pitchFamily="34" charset="0"/>
                <a:ea typeface="宋体" panose="02010600030101010101" pitchFamily="2" charset="-122"/>
              </a:rPr>
              <a:t>磁盘索引节点示例</a:t>
            </a:r>
            <a:endParaRPr lang="zh-CN" altLang="en-US" sz="1600" b="0">
              <a:solidFill>
                <a:schemeClr val="tx1"/>
              </a:solidFill>
              <a:latin typeface="Arial" panose="02080604020202020204" pitchFamily="34" charset="0"/>
              <a:ea typeface="宋体" panose="02010600030101010101" pitchFamily="2" charset="-122"/>
            </a:endParaRPr>
          </a:p>
        </p:txBody>
      </p:sp>
      <p:sp>
        <p:nvSpPr>
          <p:cNvPr id="75803" name="矩形 75802"/>
          <p:cNvSpPr/>
          <p:nvPr/>
        </p:nvSpPr>
        <p:spPr>
          <a:xfrm>
            <a:off x="381000" y="4286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Arial" panose="02080604020202020204" pitchFamily="34" charset="0"/>
                <a:ea typeface="宋体" panose="02010600030101010101" pitchFamily="2" charset="-122"/>
                <a:cs typeface="+mn-ea"/>
              </a:rPr>
              <a:t>文件系统</a:t>
            </a:r>
            <a:r>
              <a:rPr lang="en-US" altLang="zh-CN" sz="2400" strike="noStrike" noProof="1">
                <a:latin typeface="Arial" panose="02080604020202020204" pitchFamily="34" charset="0"/>
                <a:ea typeface="宋体" panose="02010600030101010101" pitchFamily="2" charset="-122"/>
                <a:cs typeface="+mn-ea"/>
              </a:rPr>
              <a:t>——</a:t>
            </a:r>
            <a:r>
              <a:rPr lang="en-US" altLang="zh-CN" sz="2400" strike="noStrike" noProof="1">
                <a:latin typeface="Times New Roman" panose="02020603050405020304" charset="0"/>
                <a:ea typeface="宋体" panose="02010600030101010101" pitchFamily="2" charset="-122"/>
                <a:cs typeface="+mn-ea"/>
              </a:rPr>
              <a:t>UNIX</a:t>
            </a:r>
            <a:r>
              <a:rPr lang="zh-CN" altLang="en-US" sz="2400" strike="noStrike" noProof="1">
                <a:latin typeface="Arial" panose="02080604020202020204" pitchFamily="34" charset="0"/>
                <a:ea typeface="宋体" panose="02010600030101010101" pitchFamily="2" charset="-122"/>
                <a:cs typeface="+mn-ea"/>
              </a:rPr>
              <a:t>文件系统的主要结构及实现</a:t>
            </a:r>
            <a:endParaRPr lang="zh-CN" altLang="en-US" sz="2400" strike="noStrike" noProof="1">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75779" grpId="0" build="p"/>
      <p:bldP spid="75802" grpId="0"/>
    </p:bld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3185" name="文本框 76801"/>
          <p:cNvSpPr txBox="1"/>
          <p:nvPr/>
        </p:nvSpPr>
        <p:spPr>
          <a:xfrm>
            <a:off x="8493125" y="6510338"/>
            <a:ext cx="376238"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buFont typeface="Wingdings" panose="05000000000000000000" pitchFamily="2" charset="2"/>
              <a:buNone/>
            </a:pPr>
            <a:r>
              <a:rPr lang="en-US" altLang="zh-CN" b="0">
                <a:solidFill>
                  <a:schemeClr val="tx2"/>
                </a:solidFill>
                <a:latin typeface="Times New Roman" panose="02020603050405020304" charset="0"/>
                <a:ea typeface="宋体" panose="02010600030101010101" pitchFamily="2" charset="-122"/>
              </a:rPr>
              <a:t>50</a:t>
            </a:r>
            <a:endParaRPr lang="en-US" altLang="zh-CN" b="0">
              <a:solidFill>
                <a:schemeClr val="tx2"/>
              </a:solidFill>
              <a:latin typeface="Times New Roman" panose="02020603050405020304" charset="0"/>
              <a:ea typeface="宋体" panose="02010600030101010101" pitchFamily="2" charset="-122"/>
            </a:endParaRPr>
          </a:p>
        </p:txBody>
      </p:sp>
      <p:sp>
        <p:nvSpPr>
          <p:cNvPr id="76803" name="矩形 76802"/>
          <p:cNvSpPr/>
          <p:nvPr/>
        </p:nvSpPr>
        <p:spPr>
          <a:xfrm>
            <a:off x="157163" y="730250"/>
            <a:ext cx="8783638" cy="2863850"/>
          </a:xfrm>
          <a:prstGeom prst="rect">
            <a:avLst/>
          </a:prstGeom>
          <a:noFill/>
          <a:ln w="9525">
            <a:noFill/>
            <a:miter/>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30000"/>
              </a:lnSpc>
              <a:buNone/>
            </a:pPr>
            <a:r>
              <a:rPr lang="en-US" altLang="zh-CN" sz="2800" b="1" strike="noStrike" noProof="1">
                <a:solidFill>
                  <a:srgbClr val="A50021"/>
                </a:solidFill>
                <a:latin typeface="Times New Roman" panose="02020603050405020304" charset="0"/>
                <a:ea typeface="宋体" panose="02010600030101010101" pitchFamily="2" charset="-122"/>
                <a:cs typeface="+mn-ea"/>
              </a:rPr>
              <a:t>      (2) UNIX</a:t>
            </a:r>
            <a:r>
              <a:rPr lang="zh-CN" altLang="en-US" sz="2800" b="1" strike="noStrike" noProof="1">
                <a:solidFill>
                  <a:srgbClr val="A50021"/>
                </a:solidFill>
                <a:latin typeface="Times New Roman" panose="02020603050405020304" charset="0"/>
                <a:ea typeface="宋体" panose="02010600030101010101" pitchFamily="2" charset="-122"/>
                <a:cs typeface="+mn-ea"/>
              </a:rPr>
              <a:t>文件索引结构</a:t>
            </a:r>
            <a:endParaRPr lang="zh-CN" altLang="en-US" sz="2800" b="1" strike="noStrike" noProof="1">
              <a:solidFill>
                <a:srgbClr val="A50021"/>
              </a:solidFill>
              <a:latin typeface="Times New Roman" panose="02020603050405020304" charset="0"/>
              <a:ea typeface="宋体" panose="02010600030101010101" pitchFamily="2" charset="-122"/>
            </a:endParaRPr>
          </a:p>
          <a:p>
            <a:pPr marL="914400" lvl="1" indent="-457200" fontAlgn="base">
              <a:lnSpc>
                <a:spcPct val="130000"/>
              </a:lnSpc>
              <a:buNone/>
            </a:pPr>
            <a:r>
              <a:rPr lang="zh-CN" altLang="en-US" sz="2400" b="1" strike="noStrike" noProof="1">
                <a:solidFill>
                  <a:schemeClr val="tx1"/>
                </a:solidFill>
                <a:effectLst/>
                <a:latin typeface="Times New Roman" panose="02020603050405020304" charset="0"/>
                <a:ea typeface="宋体" panose="02010600030101010101" pitchFamily="2" charset="-122"/>
                <a:cs typeface="+mn-cs"/>
              </a:rPr>
              <a:t>      </a:t>
            </a:r>
            <a:r>
              <a:rPr lang="en-US" altLang="zh-CN" sz="2400" b="1" strike="noStrike" noProof="1">
                <a:solidFill>
                  <a:schemeClr val="tx1"/>
                </a:solidFill>
                <a:effectLst/>
                <a:latin typeface="Times New Roman" panose="02020603050405020304" charset="0"/>
                <a:ea typeface="宋体" panose="02010600030101010101" pitchFamily="2" charset="-122"/>
                <a:cs typeface="+mn-cs"/>
              </a:rPr>
              <a:t>UNIX</a:t>
            </a:r>
            <a:r>
              <a:rPr lang="zh-CN" altLang="en-US" sz="2400" b="1" strike="noStrike" noProof="1">
                <a:solidFill>
                  <a:schemeClr val="tx1"/>
                </a:solidFill>
                <a:effectLst/>
                <a:latin typeface="Times New Roman" panose="02020603050405020304" charset="0"/>
                <a:ea typeface="宋体" panose="02010600030101010101" pitchFamily="2" charset="-122"/>
                <a:cs typeface="+mn-cs"/>
              </a:rPr>
              <a:t>系统采用文件索引结构，文件所在的磁盘物理块号可以不连续。</a:t>
            </a:r>
            <a:endParaRPr lang="zh-CN" altLang="en-US" sz="2400" b="1" strike="noStrike" noProof="1">
              <a:solidFill>
                <a:schemeClr val="tx1"/>
              </a:solidFill>
              <a:latin typeface="Times New Roman" panose="02020603050405020304" charset="0"/>
              <a:ea typeface="宋体" panose="02010600030101010101" pitchFamily="2" charset="-122"/>
            </a:endParaRPr>
          </a:p>
          <a:p>
            <a:pPr marL="914400" lvl="1" indent="-457200" fontAlgn="base">
              <a:lnSpc>
                <a:spcPct val="130000"/>
              </a:lnSpc>
              <a:buNone/>
            </a:pPr>
            <a:r>
              <a:rPr lang="zh-CN" altLang="en-US" sz="2400" b="1" strike="noStrike" noProof="1">
                <a:solidFill>
                  <a:schemeClr val="tx1"/>
                </a:solidFill>
                <a:latin typeface="Times New Roman" panose="02020603050405020304" charset="0"/>
                <a:ea typeface="宋体" panose="02010600030101010101" pitchFamily="2" charset="-122"/>
                <a:cs typeface="+mn-cs"/>
              </a:rPr>
              <a:t>     </a:t>
            </a:r>
            <a:r>
              <a:rPr lang="zh-CN" altLang="en-US" sz="2000" strike="noStrike" noProof="1">
                <a:solidFill>
                  <a:schemeClr val="tx1"/>
                </a:solidFill>
                <a:latin typeface="Times New Roman" panose="02020603050405020304" charset="0"/>
                <a:ea typeface="宋体" panose="02010600030101010101" pitchFamily="2" charset="-122"/>
                <a:cs typeface="+mn-cs"/>
              </a:rPr>
              <a:t> </a:t>
            </a:r>
            <a:r>
              <a:rPr lang="zh-CN" altLang="en-US" sz="2400" b="1" strike="noStrike" noProof="1">
                <a:solidFill>
                  <a:schemeClr val="tx1"/>
                </a:solidFill>
                <a:latin typeface="Times New Roman" panose="02020603050405020304" charset="0"/>
                <a:ea typeface="宋体" panose="02010600030101010101" pitchFamily="2" charset="-122"/>
                <a:cs typeface="+mn-cs"/>
              </a:rPr>
              <a:t>讨论</a:t>
            </a:r>
            <a:r>
              <a:rPr lang="zh-CN" altLang="en-US" sz="2400" strike="noStrike" noProof="1">
                <a:solidFill>
                  <a:schemeClr val="tx1"/>
                </a:solidFill>
                <a:latin typeface="Times New Roman" panose="02020603050405020304" charset="0"/>
                <a:ea typeface="宋体" panose="02010600030101010101" pitchFamily="2" charset="-122"/>
                <a:cs typeface="+mn-cs"/>
              </a:rPr>
              <a:t>   </a:t>
            </a:r>
            <a:r>
              <a:rPr lang="en-US" altLang="zh-CN" sz="2400" strike="noStrike" noProof="1">
                <a:solidFill>
                  <a:schemeClr val="tx1"/>
                </a:solidFill>
                <a:latin typeface="Times New Roman" panose="02020603050405020304" charset="0"/>
                <a:ea typeface="宋体" panose="02010600030101010101" pitchFamily="2" charset="-122"/>
                <a:cs typeface="+mn-cs"/>
              </a:rPr>
              <a:t>UNIX </a:t>
            </a:r>
            <a:r>
              <a:rPr lang="zh-CN" altLang="en-US" sz="2400" strike="noStrike" noProof="1">
                <a:solidFill>
                  <a:schemeClr val="tx1"/>
                </a:solidFill>
                <a:latin typeface="+mn-lt"/>
                <a:ea typeface="宋体" panose="02010600030101010101" pitchFamily="2" charset="-122"/>
                <a:cs typeface="+mn-cs"/>
              </a:rPr>
              <a:t>第七版本 </a:t>
            </a:r>
            <a:r>
              <a:rPr lang="zh-CN" altLang="en-US" sz="2400" strike="noStrike" noProof="1">
                <a:solidFill>
                  <a:schemeClr val="tx1"/>
                </a:solidFill>
                <a:latin typeface="Times New Roman" panose="02020603050405020304" charset="0"/>
                <a:ea typeface="宋体" panose="02010600030101010101" pitchFamily="2" charset="-122"/>
                <a:cs typeface="+mn-cs"/>
              </a:rPr>
              <a:t>的文件索引结构</a:t>
            </a:r>
            <a:endParaRPr lang="zh-CN" altLang="en-US" sz="2400" strike="noStrike" noProof="1">
              <a:solidFill>
                <a:schemeClr val="tx1"/>
              </a:solidFill>
              <a:latin typeface="Times New Roman" panose="02020603050405020304" charset="0"/>
              <a:ea typeface="宋体" panose="02010600030101010101" pitchFamily="2" charset="-122"/>
            </a:endParaRPr>
          </a:p>
          <a:p>
            <a:pPr marL="533400" lvl="0" indent="-533400" fontAlgn="base">
              <a:lnSpc>
                <a:spcPct val="120000"/>
              </a:lnSpc>
              <a:buNone/>
            </a:pPr>
            <a:r>
              <a:rPr lang="zh-CN" altLang="en-US" sz="2400" strike="noStrike" noProof="1">
                <a:solidFill>
                  <a:schemeClr val="tx1"/>
                </a:solidFill>
                <a:latin typeface="Times New Roman" panose="02020603050405020304" charset="0"/>
                <a:ea typeface="宋体" panose="02010600030101010101" pitchFamily="2" charset="-122"/>
                <a:cs typeface="+mn-ea"/>
              </a:rPr>
              <a:t>                    </a:t>
            </a:r>
            <a:r>
              <a:rPr lang="en-US" altLang="zh-CN" sz="2400" strike="noStrike" noProof="1">
                <a:solidFill>
                  <a:schemeClr val="tx1"/>
                </a:solidFill>
                <a:latin typeface="Times New Roman" panose="02020603050405020304" charset="0"/>
                <a:ea typeface="宋体" panose="02010600030101010101" pitchFamily="2" charset="-122"/>
                <a:cs typeface="+mn-ea"/>
              </a:rPr>
              <a:t>UNIX system V </a:t>
            </a:r>
            <a:r>
              <a:rPr lang="zh-CN" altLang="en-US" sz="2400" strike="noStrike" noProof="1">
                <a:solidFill>
                  <a:schemeClr val="tx1"/>
                </a:solidFill>
                <a:latin typeface="Times New Roman" panose="02020603050405020304" charset="0"/>
                <a:ea typeface="宋体" panose="02010600030101010101" pitchFamily="2" charset="-122"/>
                <a:cs typeface="+mn-ea"/>
              </a:rPr>
              <a:t>的文件索引结构</a:t>
            </a:r>
            <a:endParaRPr lang="zh-CN" altLang="en-US" sz="2400" strike="noStrike" noProof="1">
              <a:solidFill>
                <a:schemeClr val="tx1"/>
              </a:solidFill>
              <a:latin typeface="Times New Roman" panose="02020603050405020304" charset="0"/>
              <a:ea typeface="宋体" panose="02010600030101010101" pitchFamily="2" charset="-122"/>
            </a:endParaRPr>
          </a:p>
        </p:txBody>
      </p:sp>
      <p:sp>
        <p:nvSpPr>
          <p:cNvPr id="76804" name="矩形 76803"/>
          <p:cNvSpPr/>
          <p:nvPr/>
        </p:nvSpPr>
        <p:spPr>
          <a:xfrm>
            <a:off x="381000" y="4286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Arial" panose="02080604020202020204" pitchFamily="34" charset="0"/>
                <a:ea typeface="宋体" panose="02010600030101010101" pitchFamily="2" charset="-122"/>
                <a:cs typeface="+mn-ea"/>
              </a:rPr>
              <a:t>文件系统</a:t>
            </a:r>
            <a:r>
              <a:rPr lang="en-US" altLang="zh-CN" sz="2400" strike="noStrike" noProof="1">
                <a:latin typeface="Arial" panose="02080604020202020204" pitchFamily="34" charset="0"/>
                <a:ea typeface="宋体" panose="02010600030101010101" pitchFamily="2" charset="-122"/>
                <a:cs typeface="+mn-ea"/>
              </a:rPr>
              <a:t>——</a:t>
            </a:r>
            <a:r>
              <a:rPr lang="en-US" altLang="zh-CN" sz="2400" strike="noStrike" noProof="1">
                <a:latin typeface="Times New Roman" panose="02020603050405020304" charset="0"/>
                <a:ea typeface="宋体" panose="02010600030101010101" pitchFamily="2" charset="-122"/>
                <a:cs typeface="+mn-ea"/>
              </a:rPr>
              <a:t>UNIX</a:t>
            </a:r>
            <a:r>
              <a:rPr lang="zh-CN" altLang="en-US" sz="2400" strike="noStrike" noProof="1">
                <a:latin typeface="Arial" panose="02080604020202020204" pitchFamily="34" charset="0"/>
                <a:ea typeface="宋体" panose="02010600030101010101" pitchFamily="2" charset="-122"/>
                <a:cs typeface="+mn-ea"/>
              </a:rPr>
              <a:t>文件系统的主要结构及实现</a:t>
            </a:r>
            <a:endParaRPr lang="zh-CN" altLang="en-US" sz="2400" strike="noStrike" noProof="1">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76803" grpId="0" build="p"/>
    </p:bld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4209" name="文本框 77825"/>
          <p:cNvSpPr txBox="1"/>
          <p:nvPr/>
        </p:nvSpPr>
        <p:spPr>
          <a:xfrm>
            <a:off x="8493125" y="6510338"/>
            <a:ext cx="376238"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buFont typeface="Wingdings" panose="05000000000000000000" pitchFamily="2" charset="2"/>
              <a:buNone/>
            </a:pPr>
            <a:r>
              <a:rPr lang="en-US" altLang="zh-CN" b="0">
                <a:solidFill>
                  <a:schemeClr val="tx2"/>
                </a:solidFill>
                <a:latin typeface="Times New Roman" panose="02020603050405020304" charset="0"/>
                <a:ea typeface="宋体" panose="02010600030101010101" pitchFamily="2" charset="-122"/>
              </a:rPr>
              <a:t>51</a:t>
            </a:r>
            <a:endParaRPr lang="en-US" altLang="zh-CN" b="0">
              <a:solidFill>
                <a:schemeClr val="tx2"/>
              </a:solidFill>
              <a:latin typeface="Times New Roman" panose="02020603050405020304" charset="0"/>
              <a:ea typeface="宋体" panose="02010600030101010101" pitchFamily="2" charset="-122"/>
            </a:endParaRPr>
          </a:p>
        </p:txBody>
      </p:sp>
      <p:grpSp>
        <p:nvGrpSpPr>
          <p:cNvPr id="77827" name="组合 77826"/>
          <p:cNvGrpSpPr/>
          <p:nvPr/>
        </p:nvGrpSpPr>
        <p:grpSpPr>
          <a:xfrm>
            <a:off x="120650" y="1951038"/>
            <a:ext cx="5200650" cy="3551237"/>
            <a:chOff x="0" y="0"/>
            <a:chExt cx="2687" cy="2237"/>
          </a:xfrm>
        </p:grpSpPr>
        <p:sp>
          <p:nvSpPr>
            <p:cNvPr id="94211" name="文本框 77827"/>
            <p:cNvSpPr txBox="1"/>
            <p:nvPr/>
          </p:nvSpPr>
          <p:spPr>
            <a:xfrm>
              <a:off x="2054" y="909"/>
              <a:ext cx="280" cy="581"/>
            </a:xfrm>
            <a:prstGeom prst="rect">
              <a:avLst/>
            </a:prstGeom>
            <a:noFill/>
            <a:ln w="9525">
              <a:noFill/>
              <a:miter/>
            </a:ln>
          </p:spPr>
          <p:txBody>
            <a:bodyPr anchor="t"/>
            <a:p>
              <a:pPr lvl="0" algn="just">
                <a:buClr>
                  <a:srgbClr val="000000"/>
                </a:buClr>
              </a:pPr>
              <a:r>
                <a:rPr lang="en-US" altLang="zh-CN" sz="1600" b="0">
                  <a:solidFill>
                    <a:schemeClr val="tx1"/>
                  </a:solidFill>
                  <a:latin typeface="宋体" panose="02010600030101010101" pitchFamily="2" charset="-122"/>
                  <a:ea typeface="宋体" panose="02010600030101010101" pitchFamily="2" charset="-122"/>
                  <a:sym typeface="MT Extra" panose="05050102010205020202" pitchFamily="2" charset="2"/>
                </a:rPr>
                <a:t>...</a:t>
              </a:r>
              <a:endParaRPr lang="en-US" altLang="zh-CN" sz="1600" b="0">
                <a:solidFill>
                  <a:schemeClr val="tx1"/>
                </a:solidFill>
                <a:latin typeface="宋体" panose="02010600030101010101" pitchFamily="2" charset="-122"/>
                <a:ea typeface="宋体" panose="02010600030101010101" pitchFamily="2" charset="-122"/>
                <a:sym typeface="MT Extra" panose="05050102010205020202" pitchFamily="2" charset="2"/>
              </a:endParaRPr>
            </a:p>
            <a:p>
              <a:pPr lvl="0" algn="just">
                <a:buClr>
                  <a:srgbClr val="000000"/>
                </a:buClr>
              </a:pPr>
              <a:r>
                <a:rPr lang="en-US" altLang="zh-CN" sz="1600" b="0">
                  <a:solidFill>
                    <a:schemeClr val="tx1"/>
                  </a:solidFill>
                  <a:latin typeface="Times New Roman" panose="02020603050405020304" charset="0"/>
                  <a:ea typeface="宋体" panose="02010600030101010101" pitchFamily="2" charset="-122"/>
                  <a:sym typeface="MT Extra" panose="05050102010205020202" pitchFamily="2" charset="2"/>
                </a:rPr>
                <a:t>...</a:t>
              </a:r>
              <a:endParaRPr lang="en-US" altLang="zh-CN" sz="1600" b="0">
                <a:solidFill>
                  <a:schemeClr val="tx1"/>
                </a:solidFill>
                <a:latin typeface="Times New Roman" panose="02020603050405020304" charset="0"/>
                <a:ea typeface="宋体" panose="02010600030101010101" pitchFamily="2" charset="-122"/>
                <a:sym typeface="MT Extra" panose="05050102010205020202" pitchFamily="2" charset="2"/>
              </a:endParaRPr>
            </a:p>
          </p:txBody>
        </p:sp>
        <p:sp>
          <p:nvSpPr>
            <p:cNvPr id="94212" name="文本框 77828"/>
            <p:cNvSpPr txBox="1"/>
            <p:nvPr/>
          </p:nvSpPr>
          <p:spPr>
            <a:xfrm>
              <a:off x="594" y="24"/>
              <a:ext cx="781" cy="2213"/>
            </a:xfrm>
            <a:prstGeom prst="rect">
              <a:avLst/>
            </a:prstGeom>
            <a:solidFill>
              <a:srgbClr val="99CCFF"/>
            </a:solidFill>
            <a:ln w="9525" cap="flat" cmpd="sng">
              <a:solidFill>
                <a:srgbClr val="000000"/>
              </a:solidFill>
              <a:prstDash val="solid"/>
              <a:miter/>
              <a:headEnd type="none" w="med" len="med"/>
              <a:tailEnd type="none" w="med" len="med"/>
            </a:ln>
          </p:spPr>
          <p:txBody>
            <a:bodyPr anchor="t"/>
            <a:p>
              <a:pPr lvl="0" algn="just">
                <a:spcBef>
                  <a:spcPct val="10000"/>
                </a:spcBef>
                <a:buClr>
                  <a:srgbClr val="000000"/>
                </a:buClr>
              </a:pPr>
              <a:r>
                <a:rPr lang="en-US" altLang="zh-CN" sz="1600">
                  <a:solidFill>
                    <a:schemeClr val="tx1"/>
                  </a:solidFill>
                  <a:latin typeface="Times New Roman" panose="02020603050405020304" charset="0"/>
                  <a:ea typeface="宋体" panose="02010600030101010101" pitchFamily="2" charset="-122"/>
                </a:rPr>
                <a:t> </a:t>
              </a:r>
              <a:endParaRPr lang="en-US" altLang="zh-CN" sz="1600">
                <a:solidFill>
                  <a:schemeClr val="tx1"/>
                </a:solidFill>
                <a:latin typeface="Times New Roman" panose="02020603050405020304" charset="0"/>
                <a:ea typeface="宋体" panose="02010600030101010101" pitchFamily="2" charset="-122"/>
              </a:endParaRPr>
            </a:p>
            <a:p>
              <a:pPr lvl="0" algn="just">
                <a:spcBef>
                  <a:spcPct val="10000"/>
                </a:spcBef>
                <a:buClr>
                  <a:srgbClr val="000000"/>
                </a:buClr>
              </a:pPr>
              <a:r>
                <a:rPr lang="en-US" altLang="zh-CN" sz="1600">
                  <a:solidFill>
                    <a:schemeClr val="tx1"/>
                  </a:solidFill>
                  <a:latin typeface="Times New Roman" panose="02020603050405020304" charset="0"/>
                  <a:ea typeface="宋体" panose="02010600030101010101" pitchFamily="2" charset="-122"/>
                </a:rPr>
                <a:t> </a:t>
              </a:r>
              <a:endParaRPr lang="en-US" altLang="zh-CN" sz="1600">
                <a:solidFill>
                  <a:schemeClr val="tx1"/>
                </a:solidFill>
                <a:latin typeface="Times New Roman" panose="02020603050405020304" charset="0"/>
                <a:ea typeface="宋体" panose="02010600030101010101" pitchFamily="2" charset="-122"/>
              </a:endParaRPr>
            </a:p>
          </p:txBody>
        </p:sp>
        <p:sp>
          <p:nvSpPr>
            <p:cNvPr id="94213" name="直接连接符 77829"/>
            <p:cNvSpPr/>
            <p:nvPr/>
          </p:nvSpPr>
          <p:spPr>
            <a:xfrm>
              <a:off x="594" y="274"/>
              <a:ext cx="781" cy="1"/>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94214" name="直接连接符 77830"/>
            <p:cNvSpPr/>
            <p:nvPr/>
          </p:nvSpPr>
          <p:spPr>
            <a:xfrm>
              <a:off x="594" y="537"/>
              <a:ext cx="781" cy="2"/>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94215" name="直接连接符 77831"/>
            <p:cNvSpPr/>
            <p:nvPr/>
          </p:nvSpPr>
          <p:spPr>
            <a:xfrm>
              <a:off x="594" y="802"/>
              <a:ext cx="781" cy="1"/>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94216" name="直接连接符 77832"/>
            <p:cNvSpPr/>
            <p:nvPr/>
          </p:nvSpPr>
          <p:spPr>
            <a:xfrm>
              <a:off x="594" y="1066"/>
              <a:ext cx="781" cy="1"/>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94217" name="直接连接符 77833"/>
            <p:cNvSpPr/>
            <p:nvPr/>
          </p:nvSpPr>
          <p:spPr>
            <a:xfrm>
              <a:off x="594" y="1383"/>
              <a:ext cx="781" cy="1"/>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94218" name="直接连接符 77834"/>
            <p:cNvSpPr/>
            <p:nvPr/>
          </p:nvSpPr>
          <p:spPr>
            <a:xfrm>
              <a:off x="594" y="1648"/>
              <a:ext cx="781" cy="1"/>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94219" name="直接连接符 77835"/>
            <p:cNvSpPr/>
            <p:nvPr/>
          </p:nvSpPr>
          <p:spPr>
            <a:xfrm>
              <a:off x="594" y="1912"/>
              <a:ext cx="781" cy="1"/>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94220" name="文本框 77836"/>
            <p:cNvSpPr txBox="1"/>
            <p:nvPr/>
          </p:nvSpPr>
          <p:spPr>
            <a:xfrm>
              <a:off x="0" y="0"/>
              <a:ext cx="659" cy="226"/>
            </a:xfrm>
            <a:prstGeom prst="rect">
              <a:avLst/>
            </a:prstGeom>
            <a:noFill/>
            <a:ln w="9525">
              <a:noFill/>
              <a:miter/>
            </a:ln>
          </p:spPr>
          <p:txBody>
            <a:bodyPr anchor="t"/>
            <a:p>
              <a:pPr lvl="0" algn="just">
                <a:buClr>
                  <a:srgbClr val="000000"/>
                </a:buClr>
              </a:pPr>
              <a:r>
                <a:rPr lang="en-US" altLang="zh-CN" sz="1600">
                  <a:solidFill>
                    <a:schemeClr val="tx1"/>
                  </a:solidFill>
                  <a:latin typeface="Times New Roman" panose="02020603050405020304" charset="0"/>
                  <a:ea typeface="宋体" panose="02010600030101010101" pitchFamily="2" charset="-122"/>
                </a:rPr>
                <a:t>i_addr[0]</a:t>
              </a:r>
              <a:endParaRPr lang="en-US" altLang="zh-CN" sz="1600">
                <a:solidFill>
                  <a:schemeClr val="tx1"/>
                </a:solidFill>
                <a:latin typeface="Times New Roman" panose="02020603050405020304" charset="0"/>
                <a:ea typeface="宋体" panose="02010600030101010101" pitchFamily="2" charset="-122"/>
              </a:endParaRPr>
            </a:p>
          </p:txBody>
        </p:sp>
        <p:sp>
          <p:nvSpPr>
            <p:cNvPr id="94221" name="文本框 77837"/>
            <p:cNvSpPr txBox="1"/>
            <p:nvPr/>
          </p:nvSpPr>
          <p:spPr>
            <a:xfrm>
              <a:off x="9" y="264"/>
              <a:ext cx="696" cy="224"/>
            </a:xfrm>
            <a:prstGeom prst="rect">
              <a:avLst/>
            </a:prstGeom>
            <a:noFill/>
            <a:ln w="9525">
              <a:noFill/>
              <a:miter/>
            </a:ln>
          </p:spPr>
          <p:txBody>
            <a:bodyPr anchor="t"/>
            <a:p>
              <a:pPr lvl="0" algn="just">
                <a:buClr>
                  <a:srgbClr val="000000"/>
                </a:buClr>
              </a:pPr>
              <a:r>
                <a:rPr lang="en-US" altLang="zh-CN" sz="1600">
                  <a:solidFill>
                    <a:schemeClr val="tx1"/>
                  </a:solidFill>
                  <a:latin typeface="Times New Roman" panose="02020603050405020304" charset="0"/>
                  <a:ea typeface="宋体" panose="02010600030101010101" pitchFamily="2" charset="-122"/>
                </a:rPr>
                <a:t>i_addr[1]</a:t>
              </a:r>
              <a:endParaRPr lang="en-US" altLang="zh-CN" sz="1600">
                <a:solidFill>
                  <a:schemeClr val="tx1"/>
                </a:solidFill>
                <a:latin typeface="Times New Roman" panose="02020603050405020304" charset="0"/>
                <a:ea typeface="宋体" panose="02010600030101010101" pitchFamily="2" charset="-122"/>
              </a:endParaRPr>
            </a:p>
          </p:txBody>
        </p:sp>
        <p:sp>
          <p:nvSpPr>
            <p:cNvPr id="94222" name="文本框 77838"/>
            <p:cNvSpPr txBox="1"/>
            <p:nvPr/>
          </p:nvSpPr>
          <p:spPr>
            <a:xfrm>
              <a:off x="9" y="531"/>
              <a:ext cx="631" cy="225"/>
            </a:xfrm>
            <a:prstGeom prst="rect">
              <a:avLst/>
            </a:prstGeom>
            <a:noFill/>
            <a:ln w="9525">
              <a:noFill/>
              <a:miter/>
            </a:ln>
          </p:spPr>
          <p:txBody>
            <a:bodyPr anchor="t"/>
            <a:p>
              <a:pPr lvl="0" algn="just">
                <a:buClr>
                  <a:srgbClr val="000000"/>
                </a:buClr>
              </a:pPr>
              <a:r>
                <a:rPr lang="en-US" altLang="zh-CN" sz="1600">
                  <a:solidFill>
                    <a:schemeClr val="tx1"/>
                  </a:solidFill>
                  <a:latin typeface="Times New Roman" panose="02020603050405020304" charset="0"/>
                  <a:ea typeface="宋体" panose="02010600030101010101" pitchFamily="2" charset="-122"/>
                </a:rPr>
                <a:t>i_addr[2]</a:t>
              </a:r>
              <a:endParaRPr lang="en-US" altLang="zh-CN" sz="1600">
                <a:solidFill>
                  <a:schemeClr val="tx1"/>
                </a:solidFill>
                <a:latin typeface="Times New Roman" panose="02020603050405020304" charset="0"/>
                <a:ea typeface="宋体" panose="02010600030101010101" pitchFamily="2" charset="-122"/>
              </a:endParaRPr>
            </a:p>
          </p:txBody>
        </p:sp>
        <p:sp>
          <p:nvSpPr>
            <p:cNvPr id="94223" name="文本框 77839"/>
            <p:cNvSpPr txBox="1"/>
            <p:nvPr/>
          </p:nvSpPr>
          <p:spPr>
            <a:xfrm>
              <a:off x="0" y="771"/>
              <a:ext cx="649" cy="225"/>
            </a:xfrm>
            <a:prstGeom prst="rect">
              <a:avLst/>
            </a:prstGeom>
            <a:noFill/>
            <a:ln w="9525">
              <a:noFill/>
              <a:miter/>
            </a:ln>
          </p:spPr>
          <p:txBody>
            <a:bodyPr anchor="t"/>
            <a:p>
              <a:pPr lvl="0" algn="just">
                <a:buClr>
                  <a:srgbClr val="000000"/>
                </a:buClr>
              </a:pPr>
              <a:r>
                <a:rPr lang="en-US" altLang="zh-CN" sz="1600">
                  <a:solidFill>
                    <a:schemeClr val="tx1"/>
                  </a:solidFill>
                  <a:latin typeface="Times New Roman" panose="02020603050405020304" charset="0"/>
                  <a:ea typeface="宋体" panose="02010600030101010101" pitchFamily="2" charset="-122"/>
                </a:rPr>
                <a:t>i_addr[3]</a:t>
              </a:r>
              <a:endParaRPr lang="en-US" altLang="zh-CN" sz="1600">
                <a:solidFill>
                  <a:schemeClr val="tx1"/>
                </a:solidFill>
                <a:latin typeface="Times New Roman" panose="02020603050405020304" charset="0"/>
                <a:ea typeface="宋体" panose="02010600030101010101" pitchFamily="2" charset="-122"/>
              </a:endParaRPr>
            </a:p>
          </p:txBody>
        </p:sp>
        <p:sp>
          <p:nvSpPr>
            <p:cNvPr id="94224" name="文本框 77840"/>
            <p:cNvSpPr txBox="1"/>
            <p:nvPr/>
          </p:nvSpPr>
          <p:spPr>
            <a:xfrm>
              <a:off x="10" y="1060"/>
              <a:ext cx="676" cy="226"/>
            </a:xfrm>
            <a:prstGeom prst="rect">
              <a:avLst/>
            </a:prstGeom>
            <a:noFill/>
            <a:ln w="9525">
              <a:noFill/>
              <a:miter/>
            </a:ln>
          </p:spPr>
          <p:txBody>
            <a:bodyPr anchor="t"/>
            <a:p>
              <a:pPr lvl="0" algn="just">
                <a:buClr>
                  <a:srgbClr val="000000"/>
                </a:buClr>
              </a:pPr>
              <a:r>
                <a:rPr lang="en-US" altLang="zh-CN" sz="1600">
                  <a:solidFill>
                    <a:schemeClr val="tx1"/>
                  </a:solidFill>
                  <a:latin typeface="Times New Roman" panose="02020603050405020304" charset="0"/>
                  <a:ea typeface="宋体" panose="02010600030101010101" pitchFamily="2" charset="-122"/>
                </a:rPr>
                <a:t>i_addr[4]</a:t>
              </a:r>
              <a:endParaRPr lang="en-US" altLang="zh-CN" sz="1600">
                <a:solidFill>
                  <a:schemeClr val="tx1"/>
                </a:solidFill>
                <a:latin typeface="Times New Roman" panose="02020603050405020304" charset="0"/>
                <a:ea typeface="宋体" panose="02010600030101010101" pitchFamily="2" charset="-122"/>
              </a:endParaRPr>
            </a:p>
          </p:txBody>
        </p:sp>
        <p:sp>
          <p:nvSpPr>
            <p:cNvPr id="94225" name="文本框 77841"/>
            <p:cNvSpPr txBox="1"/>
            <p:nvPr/>
          </p:nvSpPr>
          <p:spPr>
            <a:xfrm>
              <a:off x="0" y="1358"/>
              <a:ext cx="641" cy="225"/>
            </a:xfrm>
            <a:prstGeom prst="rect">
              <a:avLst/>
            </a:prstGeom>
            <a:noFill/>
            <a:ln w="9525">
              <a:noFill/>
              <a:miter/>
            </a:ln>
          </p:spPr>
          <p:txBody>
            <a:bodyPr anchor="t"/>
            <a:p>
              <a:pPr lvl="0" algn="just">
                <a:buClr>
                  <a:srgbClr val="000000"/>
                </a:buClr>
              </a:pPr>
              <a:r>
                <a:rPr lang="en-US" altLang="zh-CN" sz="1600">
                  <a:solidFill>
                    <a:schemeClr val="tx1"/>
                  </a:solidFill>
                  <a:latin typeface="Times New Roman" panose="02020603050405020304" charset="0"/>
                  <a:ea typeface="宋体" panose="02010600030101010101" pitchFamily="2" charset="-122"/>
                </a:rPr>
                <a:t>i_addr[5]</a:t>
              </a:r>
              <a:endParaRPr lang="en-US" altLang="zh-CN" sz="1600">
                <a:solidFill>
                  <a:schemeClr val="tx1"/>
                </a:solidFill>
                <a:latin typeface="Times New Roman" panose="02020603050405020304" charset="0"/>
                <a:ea typeface="宋体" panose="02010600030101010101" pitchFamily="2" charset="-122"/>
              </a:endParaRPr>
            </a:p>
          </p:txBody>
        </p:sp>
        <p:sp>
          <p:nvSpPr>
            <p:cNvPr id="94226" name="文本框 77842"/>
            <p:cNvSpPr txBox="1"/>
            <p:nvPr/>
          </p:nvSpPr>
          <p:spPr>
            <a:xfrm>
              <a:off x="1" y="1647"/>
              <a:ext cx="668" cy="227"/>
            </a:xfrm>
            <a:prstGeom prst="rect">
              <a:avLst/>
            </a:prstGeom>
            <a:noFill/>
            <a:ln w="9525">
              <a:noFill/>
              <a:miter/>
            </a:ln>
          </p:spPr>
          <p:txBody>
            <a:bodyPr anchor="t"/>
            <a:p>
              <a:pPr lvl="0" algn="just">
                <a:buClr>
                  <a:srgbClr val="000000"/>
                </a:buClr>
              </a:pPr>
              <a:r>
                <a:rPr lang="en-US" altLang="zh-CN" sz="1600">
                  <a:solidFill>
                    <a:schemeClr val="tx1"/>
                  </a:solidFill>
                  <a:latin typeface="Times New Roman" panose="02020603050405020304" charset="0"/>
                  <a:ea typeface="宋体" panose="02010600030101010101" pitchFamily="2" charset="-122"/>
                </a:rPr>
                <a:t>i_addr[6]</a:t>
              </a:r>
              <a:endParaRPr lang="en-US" altLang="zh-CN" sz="1600">
                <a:solidFill>
                  <a:schemeClr val="tx1"/>
                </a:solidFill>
                <a:latin typeface="Times New Roman" panose="02020603050405020304" charset="0"/>
                <a:ea typeface="宋体" panose="02010600030101010101" pitchFamily="2" charset="-122"/>
              </a:endParaRPr>
            </a:p>
          </p:txBody>
        </p:sp>
        <p:sp>
          <p:nvSpPr>
            <p:cNvPr id="94227" name="文本框 77843"/>
            <p:cNvSpPr txBox="1"/>
            <p:nvPr/>
          </p:nvSpPr>
          <p:spPr>
            <a:xfrm>
              <a:off x="0" y="1937"/>
              <a:ext cx="686" cy="224"/>
            </a:xfrm>
            <a:prstGeom prst="rect">
              <a:avLst/>
            </a:prstGeom>
            <a:noFill/>
            <a:ln w="9525">
              <a:noFill/>
              <a:miter/>
            </a:ln>
          </p:spPr>
          <p:txBody>
            <a:bodyPr anchor="t"/>
            <a:p>
              <a:pPr lvl="0" algn="just">
                <a:buClr>
                  <a:srgbClr val="000000"/>
                </a:buClr>
              </a:pPr>
              <a:r>
                <a:rPr lang="en-US" altLang="zh-CN" sz="1600">
                  <a:solidFill>
                    <a:schemeClr val="tx1"/>
                  </a:solidFill>
                  <a:latin typeface="Times New Roman" panose="02020603050405020304" charset="0"/>
                  <a:ea typeface="宋体" panose="02010600030101010101" pitchFamily="2" charset="-122"/>
                </a:rPr>
                <a:t>i_addr[7]</a:t>
              </a:r>
              <a:endParaRPr lang="en-US" altLang="zh-CN" sz="1600">
                <a:solidFill>
                  <a:schemeClr val="tx1"/>
                </a:solidFill>
                <a:latin typeface="Times New Roman" panose="02020603050405020304" charset="0"/>
                <a:ea typeface="宋体" panose="02010600030101010101" pitchFamily="2" charset="-122"/>
              </a:endParaRPr>
            </a:p>
          </p:txBody>
        </p:sp>
        <p:sp>
          <p:nvSpPr>
            <p:cNvPr id="94228" name="文本框 77844"/>
            <p:cNvSpPr txBox="1"/>
            <p:nvPr/>
          </p:nvSpPr>
          <p:spPr>
            <a:xfrm>
              <a:off x="799" y="37"/>
              <a:ext cx="403" cy="211"/>
            </a:xfrm>
            <a:prstGeom prst="rect">
              <a:avLst/>
            </a:prstGeom>
            <a:noFill/>
            <a:ln w="9525">
              <a:noFill/>
              <a:miter/>
            </a:ln>
          </p:spPr>
          <p:txBody>
            <a:bodyPr anchor="t">
              <a:spAutoFit/>
            </a:bodyPr>
            <a:p>
              <a:pPr lvl="0">
                <a:spcBef>
                  <a:spcPct val="50000"/>
                </a:spcBef>
                <a:buClr>
                  <a:srgbClr val="000000"/>
                </a:buClr>
              </a:pPr>
              <a:r>
                <a:rPr lang="en-US" altLang="zh-CN" sz="1600">
                  <a:solidFill>
                    <a:schemeClr val="tx1"/>
                  </a:solidFill>
                  <a:latin typeface="Times New Roman" panose="02020603050405020304" charset="0"/>
                  <a:ea typeface="宋体" panose="02010600030101010101" pitchFamily="2" charset="-122"/>
                </a:rPr>
                <a:t>100</a:t>
              </a:r>
              <a:endParaRPr lang="en-US" altLang="zh-CN" sz="1600">
                <a:solidFill>
                  <a:schemeClr val="tx1"/>
                </a:solidFill>
                <a:latin typeface="Times New Roman" panose="02020603050405020304" charset="0"/>
                <a:ea typeface="宋体" panose="02010600030101010101" pitchFamily="2" charset="-122"/>
              </a:endParaRPr>
            </a:p>
          </p:txBody>
        </p:sp>
        <p:sp>
          <p:nvSpPr>
            <p:cNvPr id="94229" name="文本框 77845"/>
            <p:cNvSpPr txBox="1"/>
            <p:nvPr/>
          </p:nvSpPr>
          <p:spPr>
            <a:xfrm>
              <a:off x="844" y="292"/>
              <a:ext cx="403" cy="211"/>
            </a:xfrm>
            <a:prstGeom prst="rect">
              <a:avLst/>
            </a:prstGeom>
            <a:noFill/>
            <a:ln w="9525">
              <a:noFill/>
              <a:miter/>
            </a:ln>
          </p:spPr>
          <p:txBody>
            <a:bodyPr anchor="t">
              <a:spAutoFit/>
            </a:bodyPr>
            <a:p>
              <a:pPr lvl="0">
                <a:spcBef>
                  <a:spcPct val="50000"/>
                </a:spcBef>
                <a:buClr>
                  <a:srgbClr val="000000"/>
                </a:buClr>
              </a:pPr>
              <a:r>
                <a:rPr lang="en-US" altLang="zh-CN" sz="1600">
                  <a:solidFill>
                    <a:schemeClr val="tx1"/>
                  </a:solidFill>
                  <a:latin typeface="Times New Roman" panose="02020603050405020304" charset="0"/>
                  <a:ea typeface="宋体" panose="02010600030101010101" pitchFamily="2" charset="-122"/>
                </a:rPr>
                <a:t>57</a:t>
              </a:r>
              <a:endParaRPr lang="en-US" altLang="zh-CN" sz="1600">
                <a:solidFill>
                  <a:schemeClr val="tx1"/>
                </a:solidFill>
                <a:latin typeface="Times New Roman" panose="02020603050405020304" charset="0"/>
                <a:ea typeface="宋体" panose="02010600030101010101" pitchFamily="2" charset="-122"/>
              </a:endParaRPr>
            </a:p>
          </p:txBody>
        </p:sp>
        <p:sp>
          <p:nvSpPr>
            <p:cNvPr id="77847" name="矩形 77846"/>
            <p:cNvSpPr/>
            <p:nvPr/>
          </p:nvSpPr>
          <p:spPr>
            <a:xfrm>
              <a:off x="2011" y="10"/>
              <a:ext cx="246" cy="211"/>
            </a:xfrm>
            <a:prstGeom prst="rect">
              <a:avLst/>
            </a:prstGeom>
            <a:solidFill>
              <a:srgbClr val="99CCFF"/>
            </a:solidFill>
            <a:ln w="9525" cap="flat" cmpd="sng">
              <a:solidFill>
                <a:srgbClr val="000000"/>
              </a:solidFill>
              <a:prstDash val="solid"/>
              <a:miter/>
              <a:headEnd type="none" w="med" len="med"/>
              <a:tailEnd type="none" w="med" len="med"/>
            </a:ln>
          </p:spPr>
          <p:txBody>
            <a:bodyPr/>
            <a:p>
              <a:pPr marL="914400" lvl="0" indent="-340995" algn="ctr" fontAlgn="base">
                <a:lnSpc>
                  <a:spcPct val="120000"/>
                </a:lnSpc>
                <a:buClr>
                  <a:schemeClr val="tx2"/>
                </a:buClr>
                <a:buSzPct val="95000"/>
                <a:buFont typeface="Wingdings" panose="05000000000000000000" pitchFamily="2" charset="2"/>
                <a:buBlip>
                  <a:blip r:embed="rId1"/>
                </a:buBlip>
              </a:pPr>
              <a:endParaRPr sz="1400" b="1" strike="noStrike" noProof="1">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94231" name="文本框 77847"/>
            <p:cNvSpPr txBox="1"/>
            <p:nvPr/>
          </p:nvSpPr>
          <p:spPr>
            <a:xfrm>
              <a:off x="2249" y="11"/>
              <a:ext cx="438" cy="211"/>
            </a:xfrm>
            <a:prstGeom prst="rect">
              <a:avLst/>
            </a:prstGeom>
            <a:noFill/>
            <a:ln w="9525">
              <a:noFill/>
              <a:miter/>
            </a:ln>
          </p:spPr>
          <p:txBody>
            <a:bodyPr wrap="square" anchor="t">
              <a:spAutoFit/>
            </a:bodyPr>
            <a:p>
              <a:pPr lvl="0">
                <a:spcBef>
                  <a:spcPct val="50000"/>
                </a:spcBef>
                <a:buClr>
                  <a:srgbClr val="000000"/>
                </a:buClr>
              </a:pPr>
              <a:r>
                <a:rPr lang="en-US" altLang="zh-CN" sz="1600">
                  <a:solidFill>
                    <a:schemeClr val="tx1"/>
                  </a:solidFill>
                  <a:latin typeface="Times New Roman" panose="02020603050405020304" charset="0"/>
                  <a:ea typeface="宋体" panose="02010600030101010101" pitchFamily="2" charset="-122"/>
                </a:rPr>
                <a:t>100</a:t>
              </a:r>
              <a:endParaRPr lang="en-US" altLang="zh-CN" sz="1600">
                <a:solidFill>
                  <a:schemeClr val="tx1"/>
                </a:solidFill>
                <a:latin typeface="Times New Roman" panose="02020603050405020304" charset="0"/>
                <a:ea typeface="宋体" panose="02010600030101010101" pitchFamily="2" charset="-122"/>
              </a:endParaRPr>
            </a:p>
          </p:txBody>
        </p:sp>
        <p:sp>
          <p:nvSpPr>
            <p:cNvPr id="94232" name="直接连接符 77848"/>
            <p:cNvSpPr/>
            <p:nvPr/>
          </p:nvSpPr>
          <p:spPr>
            <a:xfrm>
              <a:off x="1324" y="115"/>
              <a:ext cx="687" cy="0"/>
            </a:xfrm>
            <a:prstGeom prst="line">
              <a:avLst/>
            </a:prstGeom>
            <a:ln w="19050" cap="flat" cmpd="sng">
              <a:solidFill>
                <a:schemeClr val="tx1"/>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77850" name="矩形 77849"/>
            <p:cNvSpPr/>
            <p:nvPr/>
          </p:nvSpPr>
          <p:spPr>
            <a:xfrm>
              <a:off x="2011" y="1973"/>
              <a:ext cx="246" cy="211"/>
            </a:xfrm>
            <a:prstGeom prst="rect">
              <a:avLst/>
            </a:prstGeom>
            <a:solidFill>
              <a:srgbClr val="99CCFF"/>
            </a:solidFill>
            <a:ln w="9525" cap="flat" cmpd="sng">
              <a:solidFill>
                <a:srgbClr val="000000"/>
              </a:solidFill>
              <a:prstDash val="solid"/>
              <a:miter/>
              <a:headEnd type="none" w="med" len="med"/>
              <a:tailEnd type="none" w="med" len="med"/>
            </a:ln>
          </p:spPr>
          <p:txBody>
            <a:bodyPr/>
            <a:p>
              <a:pPr marL="914400" lvl="0" indent="-340995" algn="ctr" fontAlgn="base">
                <a:lnSpc>
                  <a:spcPct val="120000"/>
                </a:lnSpc>
                <a:buClr>
                  <a:schemeClr val="tx2"/>
                </a:buClr>
                <a:buSzPct val="95000"/>
                <a:buFont typeface="Wingdings" panose="05000000000000000000" pitchFamily="2" charset="2"/>
                <a:buBlip>
                  <a:blip r:embed="rId1"/>
                </a:buBlip>
              </a:pPr>
              <a:endParaRPr sz="1400" b="1" strike="noStrike" noProof="1">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94234" name="文本框 77850"/>
            <p:cNvSpPr txBox="1"/>
            <p:nvPr/>
          </p:nvSpPr>
          <p:spPr>
            <a:xfrm>
              <a:off x="2276" y="1965"/>
              <a:ext cx="404" cy="211"/>
            </a:xfrm>
            <a:prstGeom prst="rect">
              <a:avLst/>
            </a:prstGeom>
            <a:noFill/>
            <a:ln w="9525">
              <a:noFill/>
              <a:miter/>
            </a:ln>
          </p:spPr>
          <p:txBody>
            <a:bodyPr anchor="t">
              <a:spAutoFit/>
            </a:bodyPr>
            <a:p>
              <a:pPr lvl="0">
                <a:spcBef>
                  <a:spcPct val="50000"/>
                </a:spcBef>
                <a:buClr>
                  <a:srgbClr val="000000"/>
                </a:buClr>
              </a:pPr>
              <a:r>
                <a:rPr lang="en-US" altLang="zh-CN" sz="1600">
                  <a:solidFill>
                    <a:schemeClr val="tx1"/>
                  </a:solidFill>
                  <a:latin typeface="Times New Roman" panose="02020603050405020304" charset="0"/>
                  <a:ea typeface="宋体" panose="02010600030101010101" pitchFamily="2" charset="-122"/>
                </a:rPr>
                <a:t>200</a:t>
              </a:r>
              <a:endParaRPr lang="en-US" altLang="zh-CN" sz="1600">
                <a:solidFill>
                  <a:schemeClr val="tx1"/>
                </a:solidFill>
                <a:latin typeface="Times New Roman" panose="02020603050405020304" charset="0"/>
                <a:ea typeface="宋体" panose="02010600030101010101" pitchFamily="2" charset="-122"/>
              </a:endParaRPr>
            </a:p>
          </p:txBody>
        </p:sp>
        <p:sp>
          <p:nvSpPr>
            <p:cNvPr id="94235" name="直接连接符 77851"/>
            <p:cNvSpPr/>
            <p:nvPr/>
          </p:nvSpPr>
          <p:spPr>
            <a:xfrm>
              <a:off x="1324" y="2078"/>
              <a:ext cx="687" cy="0"/>
            </a:xfrm>
            <a:prstGeom prst="line">
              <a:avLst/>
            </a:prstGeom>
            <a:ln w="19050" cap="flat" cmpd="sng">
              <a:solidFill>
                <a:schemeClr val="tx1"/>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77853" name="矩形 77852"/>
            <p:cNvSpPr/>
            <p:nvPr/>
          </p:nvSpPr>
          <p:spPr>
            <a:xfrm>
              <a:off x="2011" y="327"/>
              <a:ext cx="246" cy="212"/>
            </a:xfrm>
            <a:prstGeom prst="rect">
              <a:avLst/>
            </a:prstGeom>
            <a:solidFill>
              <a:srgbClr val="99CCFF"/>
            </a:solidFill>
            <a:ln w="9525" cap="flat" cmpd="sng">
              <a:solidFill>
                <a:srgbClr val="000000"/>
              </a:solidFill>
              <a:prstDash val="solid"/>
              <a:miter/>
              <a:headEnd type="none" w="med" len="med"/>
              <a:tailEnd type="none" w="med" len="med"/>
            </a:ln>
          </p:spPr>
          <p:txBody>
            <a:bodyPr/>
            <a:p>
              <a:pPr marL="914400" lvl="0" indent="-340995" algn="ctr" fontAlgn="base">
                <a:lnSpc>
                  <a:spcPct val="120000"/>
                </a:lnSpc>
                <a:buClr>
                  <a:schemeClr val="tx2"/>
                </a:buClr>
                <a:buSzPct val="95000"/>
                <a:buFont typeface="Wingdings" panose="05000000000000000000" pitchFamily="2" charset="2"/>
                <a:buBlip>
                  <a:blip r:embed="rId1"/>
                </a:buBlip>
              </a:pPr>
              <a:endParaRPr sz="1400" b="1" strike="noStrike" noProof="1">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94237" name="文本框 77853"/>
            <p:cNvSpPr txBox="1"/>
            <p:nvPr/>
          </p:nvSpPr>
          <p:spPr>
            <a:xfrm>
              <a:off x="2276" y="337"/>
              <a:ext cx="383" cy="211"/>
            </a:xfrm>
            <a:prstGeom prst="rect">
              <a:avLst/>
            </a:prstGeom>
            <a:noFill/>
            <a:ln w="9525">
              <a:noFill/>
              <a:miter/>
            </a:ln>
          </p:spPr>
          <p:txBody>
            <a:bodyPr wrap="square" anchor="t">
              <a:spAutoFit/>
            </a:bodyPr>
            <a:p>
              <a:pPr lvl="0">
                <a:spcBef>
                  <a:spcPct val="50000"/>
                </a:spcBef>
                <a:buClr>
                  <a:srgbClr val="000000"/>
                </a:buClr>
              </a:pPr>
              <a:r>
                <a:rPr lang="en-US" altLang="zh-CN" sz="1600">
                  <a:solidFill>
                    <a:schemeClr val="tx1"/>
                  </a:solidFill>
                  <a:latin typeface="Times New Roman" panose="02020603050405020304" charset="0"/>
                  <a:ea typeface="宋体" panose="02010600030101010101" pitchFamily="2" charset="-122"/>
                </a:rPr>
                <a:t>57</a:t>
              </a:r>
              <a:endParaRPr lang="en-US" altLang="zh-CN" sz="1600">
                <a:solidFill>
                  <a:schemeClr val="tx1"/>
                </a:solidFill>
                <a:latin typeface="Times New Roman" panose="02020603050405020304" charset="0"/>
                <a:ea typeface="宋体" panose="02010600030101010101" pitchFamily="2" charset="-122"/>
              </a:endParaRPr>
            </a:p>
          </p:txBody>
        </p:sp>
        <p:sp>
          <p:nvSpPr>
            <p:cNvPr id="94238" name="直接连接符 77854"/>
            <p:cNvSpPr/>
            <p:nvPr/>
          </p:nvSpPr>
          <p:spPr>
            <a:xfrm>
              <a:off x="1324" y="433"/>
              <a:ext cx="687" cy="0"/>
            </a:xfrm>
            <a:prstGeom prst="line">
              <a:avLst/>
            </a:prstGeom>
            <a:ln w="19050" cap="flat" cmpd="sng">
              <a:solidFill>
                <a:schemeClr val="tx1"/>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94239" name="文本框 77855"/>
            <p:cNvSpPr txBox="1"/>
            <p:nvPr/>
          </p:nvSpPr>
          <p:spPr>
            <a:xfrm>
              <a:off x="826" y="1948"/>
              <a:ext cx="403" cy="211"/>
            </a:xfrm>
            <a:prstGeom prst="rect">
              <a:avLst/>
            </a:prstGeom>
            <a:noFill/>
            <a:ln w="9525">
              <a:noFill/>
              <a:miter/>
            </a:ln>
          </p:spPr>
          <p:txBody>
            <a:bodyPr anchor="t">
              <a:spAutoFit/>
            </a:bodyPr>
            <a:p>
              <a:pPr lvl="0">
                <a:spcBef>
                  <a:spcPct val="50000"/>
                </a:spcBef>
                <a:buClr>
                  <a:srgbClr val="000000"/>
                </a:buClr>
              </a:pPr>
              <a:r>
                <a:rPr lang="en-US" altLang="zh-CN" sz="1600">
                  <a:solidFill>
                    <a:schemeClr val="tx1"/>
                  </a:solidFill>
                  <a:latin typeface="Times New Roman" panose="02020603050405020304" charset="0"/>
                  <a:ea typeface="宋体" panose="02010600030101010101" pitchFamily="2" charset="-122"/>
                </a:rPr>
                <a:t>200</a:t>
              </a:r>
              <a:endParaRPr lang="en-US" altLang="zh-CN" sz="1600">
                <a:solidFill>
                  <a:schemeClr val="tx1"/>
                </a:solidFill>
                <a:latin typeface="Times New Roman" panose="02020603050405020304" charset="0"/>
                <a:ea typeface="宋体" panose="02010600030101010101" pitchFamily="2" charset="-122"/>
              </a:endParaRPr>
            </a:p>
          </p:txBody>
        </p:sp>
      </p:grpSp>
      <p:sp>
        <p:nvSpPr>
          <p:cNvPr id="77857" name="矩形 77856"/>
          <p:cNvSpPr/>
          <p:nvPr/>
        </p:nvSpPr>
        <p:spPr>
          <a:xfrm>
            <a:off x="4976813" y="1884363"/>
            <a:ext cx="4121150" cy="3635375"/>
          </a:xfrm>
          <a:prstGeom prst="rect">
            <a:avLst/>
          </a:prstGeom>
          <a:noFill/>
          <a:ln w="9525">
            <a:noFill/>
            <a:miter/>
          </a:ln>
        </p:spPr>
        <p:txBody>
          <a:bodyPr wrap="square">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30000"/>
              </a:lnSpc>
            </a:pPr>
            <a:r>
              <a:rPr lang="zh-CN" altLang="en-US" sz="2400" strike="noStrike" noProof="1">
                <a:solidFill>
                  <a:schemeClr val="tx1"/>
                </a:solidFill>
                <a:latin typeface="Times New Roman" panose="02020603050405020304" charset="0"/>
                <a:ea typeface="宋体" panose="02010600030101010101" pitchFamily="2" charset="-122"/>
                <a:cs typeface="+mn-ea"/>
              </a:rPr>
              <a:t>在文件</a:t>
            </a:r>
            <a:r>
              <a:rPr lang="en-US" altLang="zh-CN" sz="2400" strike="noStrike" noProof="1">
                <a:solidFill>
                  <a:schemeClr val="tx1"/>
                </a:solidFill>
                <a:latin typeface="Times New Roman" panose="02020603050405020304" charset="0"/>
                <a:ea typeface="宋体" panose="02010600030101010101" pitchFamily="2" charset="-122"/>
                <a:cs typeface="+mn-ea"/>
              </a:rPr>
              <a:t>i</a:t>
            </a:r>
            <a:r>
              <a:rPr lang="zh-CN" altLang="en-US" sz="2400" strike="noStrike" noProof="1">
                <a:solidFill>
                  <a:schemeClr val="tx1"/>
                </a:solidFill>
                <a:latin typeface="Times New Roman" panose="02020603050405020304" charset="0"/>
                <a:ea typeface="宋体" panose="02010600030101010101" pitchFamily="2" charset="-122"/>
                <a:cs typeface="+mn-ea"/>
              </a:rPr>
              <a:t>节点中使用一个具有</a:t>
            </a:r>
            <a:r>
              <a:rPr lang="en-US" altLang="zh-CN" sz="2400" strike="noStrike" noProof="1">
                <a:solidFill>
                  <a:schemeClr val="tx1"/>
                </a:solidFill>
                <a:latin typeface="Times New Roman" panose="02020603050405020304" charset="0"/>
                <a:ea typeface="宋体" panose="02010600030101010101" pitchFamily="2" charset="-122"/>
                <a:cs typeface="+mn-ea"/>
              </a:rPr>
              <a:t>8</a:t>
            </a:r>
            <a:r>
              <a:rPr lang="zh-CN" altLang="en-US" sz="2400" strike="noStrike" noProof="1">
                <a:solidFill>
                  <a:schemeClr val="tx1"/>
                </a:solidFill>
                <a:latin typeface="Times New Roman" panose="02020603050405020304" charset="0"/>
                <a:ea typeface="宋体" panose="02010600030101010101" pitchFamily="2" charset="-122"/>
                <a:cs typeface="+mn-ea"/>
              </a:rPr>
              <a:t>个数据项的数组</a:t>
            </a:r>
            <a:r>
              <a:rPr lang="en-US" altLang="zh-CN" sz="2400" strike="noStrike" noProof="1">
                <a:solidFill>
                  <a:schemeClr val="tx1"/>
                </a:solidFill>
                <a:latin typeface="Times New Roman" panose="02020603050405020304" charset="0"/>
                <a:ea typeface="宋体" panose="02010600030101010101" pitchFamily="2" charset="-122"/>
                <a:cs typeface="+mn-ea"/>
              </a:rPr>
              <a:t>i_addr[]</a:t>
            </a:r>
            <a:r>
              <a:rPr lang="zh-CN" altLang="en-US" sz="2400" strike="noStrike" noProof="1">
                <a:solidFill>
                  <a:schemeClr val="tx1"/>
                </a:solidFill>
                <a:latin typeface="Times New Roman" panose="02020603050405020304" charset="0"/>
                <a:ea typeface="宋体" panose="02010600030101010101" pitchFamily="2" charset="-122"/>
                <a:cs typeface="+mn-ea"/>
              </a:rPr>
              <a:t>来描述文件物理结构</a:t>
            </a:r>
            <a:endParaRPr lang="zh-CN" altLang="en-US" sz="2400" strike="noStrike" noProof="1">
              <a:solidFill>
                <a:schemeClr val="tx1"/>
              </a:solidFill>
              <a:latin typeface="Times New Roman" panose="02020603050405020304" charset="0"/>
              <a:ea typeface="宋体" panose="02010600030101010101" pitchFamily="2" charset="-122"/>
            </a:endParaRPr>
          </a:p>
          <a:p>
            <a:pPr marL="533400" lvl="0" indent="-533400" fontAlgn="base">
              <a:lnSpc>
                <a:spcPct val="130000"/>
              </a:lnSpc>
            </a:pPr>
            <a:r>
              <a:rPr lang="zh-CN" altLang="en-US" sz="2400" strike="noStrike" noProof="1">
                <a:solidFill>
                  <a:schemeClr val="tx1"/>
                </a:solidFill>
                <a:latin typeface="Times New Roman" panose="02020603050405020304" charset="0"/>
                <a:ea typeface="宋体" panose="02010600030101010101" pitchFamily="2" charset="-122"/>
                <a:cs typeface="+mn-ea"/>
              </a:rPr>
              <a:t>构造小型文件时，数组</a:t>
            </a:r>
            <a:r>
              <a:rPr lang="en-US" altLang="zh-CN" sz="2400" strike="noStrike" noProof="1">
                <a:solidFill>
                  <a:schemeClr val="tx1"/>
                </a:solidFill>
                <a:latin typeface="Times New Roman" panose="02020603050405020304" charset="0"/>
                <a:ea typeface="宋体" panose="02010600030101010101" pitchFamily="2" charset="-122"/>
                <a:cs typeface="+mn-ea"/>
              </a:rPr>
              <a:t>i_addr[ ]</a:t>
            </a:r>
            <a:r>
              <a:rPr lang="zh-CN" altLang="en-US" sz="2400" strike="noStrike" noProof="1">
                <a:solidFill>
                  <a:schemeClr val="tx1"/>
                </a:solidFill>
                <a:latin typeface="Times New Roman" panose="02020603050405020304" charset="0"/>
                <a:ea typeface="宋体" panose="02010600030101010101" pitchFamily="2" charset="-122"/>
                <a:cs typeface="+mn-ea"/>
              </a:rPr>
              <a:t>作为直接索引表</a:t>
            </a:r>
            <a:endParaRPr lang="zh-CN" altLang="en-US" sz="2400" strike="noStrike" noProof="1">
              <a:solidFill>
                <a:schemeClr val="tx1"/>
              </a:solidFill>
              <a:latin typeface="Times New Roman" panose="02020603050405020304" charset="0"/>
              <a:ea typeface="宋体" panose="02010600030101010101" pitchFamily="2" charset="-122"/>
            </a:endParaRPr>
          </a:p>
          <a:p>
            <a:pPr marL="533400" lvl="0" indent="-533400" fontAlgn="base">
              <a:lnSpc>
                <a:spcPct val="130000"/>
              </a:lnSpc>
            </a:pPr>
            <a:r>
              <a:rPr lang="zh-CN" altLang="en-US" sz="2400" strike="noStrike" noProof="1">
                <a:solidFill>
                  <a:schemeClr val="tx1"/>
                </a:solidFill>
                <a:latin typeface="Times New Roman" panose="02020603050405020304" charset="0"/>
                <a:ea typeface="宋体" panose="02010600030101010101" pitchFamily="2" charset="-122"/>
                <a:cs typeface="+mn-ea"/>
              </a:rPr>
              <a:t>文件的大小： </a:t>
            </a:r>
            <a:r>
              <a:rPr lang="en-US" altLang="zh-CN" sz="2400" strike="noStrike" noProof="1">
                <a:solidFill>
                  <a:schemeClr val="tx1"/>
                </a:solidFill>
                <a:latin typeface="Times New Roman" panose="02020603050405020304" charset="0"/>
                <a:ea typeface="宋体" panose="02010600030101010101" pitchFamily="2" charset="-122"/>
                <a:cs typeface="+mn-ea"/>
              </a:rPr>
              <a:t>8×512B</a:t>
            </a:r>
            <a:endParaRPr lang="en-US" altLang="zh-CN" sz="2400" strike="noStrike" noProof="1">
              <a:solidFill>
                <a:schemeClr val="tx1"/>
              </a:solidFill>
              <a:latin typeface="Times New Roman" panose="02020603050405020304" charset="0"/>
              <a:ea typeface="宋体" panose="02010600030101010101" pitchFamily="2" charset="-122"/>
            </a:endParaRPr>
          </a:p>
        </p:txBody>
      </p:sp>
      <p:sp>
        <p:nvSpPr>
          <p:cNvPr id="77858" name="矩形 77857"/>
          <p:cNvSpPr/>
          <p:nvPr/>
        </p:nvSpPr>
        <p:spPr>
          <a:xfrm>
            <a:off x="130175" y="560388"/>
            <a:ext cx="8318500" cy="1041400"/>
          </a:xfrm>
          <a:prstGeom prst="rect">
            <a:avLst/>
          </a:prstGeom>
          <a:noFill/>
          <a:ln w="9525">
            <a:noFill/>
            <a:miter/>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914400" lvl="1" indent="-457200" fontAlgn="base">
              <a:lnSpc>
                <a:spcPct val="120000"/>
              </a:lnSpc>
              <a:spcBef>
                <a:spcPct val="20000"/>
              </a:spcBef>
              <a:buFont typeface="Wingdings" panose="05000000000000000000" pitchFamily="2" charset="2"/>
              <a:buNone/>
            </a:pPr>
            <a:r>
              <a:rPr lang="en-US" altLang="zh-CN" sz="2400" b="1" strike="noStrike" noProof="1">
                <a:solidFill>
                  <a:srgbClr val="000099"/>
                </a:solidFill>
                <a:latin typeface="Times New Roman" panose="02020603050405020304" charset="0"/>
                <a:ea typeface="宋体" panose="02010600030101010101" pitchFamily="2" charset="-122"/>
                <a:cs typeface="+mn-cs"/>
              </a:rPr>
              <a:t>① UNIX</a:t>
            </a:r>
            <a:r>
              <a:rPr lang="zh-CN" altLang="en-US" sz="2400" b="1" strike="noStrike" noProof="1">
                <a:solidFill>
                  <a:srgbClr val="000099"/>
                </a:solidFill>
                <a:latin typeface="Times New Roman" panose="02020603050405020304" charset="0"/>
                <a:ea typeface="宋体" panose="02010600030101010101" pitchFamily="2" charset="-122"/>
                <a:cs typeface="+mn-cs"/>
              </a:rPr>
              <a:t>第七版本的文件索引结构</a:t>
            </a:r>
            <a:endParaRPr lang="zh-CN" altLang="en-US" sz="2400" b="1" strike="noStrike" noProof="1">
              <a:solidFill>
                <a:srgbClr val="000099"/>
              </a:solidFill>
              <a:latin typeface="Times New Roman" panose="02020603050405020304" charset="0"/>
              <a:ea typeface="宋体" panose="02010600030101010101" pitchFamily="2" charset="-122"/>
            </a:endParaRPr>
          </a:p>
          <a:p>
            <a:pPr marL="1295400" lvl="2" indent="-381000" fontAlgn="base">
              <a:lnSpc>
                <a:spcPct val="120000"/>
              </a:lnSpc>
              <a:spcBef>
                <a:spcPct val="20000"/>
              </a:spcBef>
              <a:buNone/>
            </a:pPr>
            <a:r>
              <a:rPr lang="en-US" altLang="zh-CN" b="1" strike="noStrike" noProof="1">
                <a:solidFill>
                  <a:schemeClr val="tx1"/>
                </a:solidFill>
                <a:latin typeface="宋体" panose="02010600030101010101" pitchFamily="2" charset="-122"/>
                <a:ea typeface="宋体" panose="02010600030101010101" pitchFamily="2" charset="-122"/>
                <a:cs typeface="+mn-cs"/>
              </a:rPr>
              <a:t>ⅰ </a:t>
            </a:r>
            <a:r>
              <a:rPr lang="zh-CN" altLang="en-US" b="1" strike="noStrike" noProof="1">
                <a:solidFill>
                  <a:schemeClr val="tx1"/>
                </a:solidFill>
                <a:latin typeface="Times New Roman" panose="02020603050405020304" charset="0"/>
                <a:ea typeface="宋体" panose="02010600030101010101" pitchFamily="2" charset="-122"/>
                <a:cs typeface="+mn-cs"/>
              </a:rPr>
              <a:t>小型文件</a:t>
            </a:r>
            <a:endParaRPr lang="zh-CN" altLang="en-US" b="1" strike="noStrike" noProof="1">
              <a:solidFill>
                <a:schemeClr val="tx1"/>
              </a:solidFill>
              <a:latin typeface="Times New Roman" panose="02020603050405020304" charset="0"/>
              <a:ea typeface="宋体" panose="02010600030101010101" pitchFamily="2" charset="-122"/>
            </a:endParaRPr>
          </a:p>
        </p:txBody>
      </p:sp>
      <p:sp>
        <p:nvSpPr>
          <p:cNvPr id="77859" name="文本框 77858"/>
          <p:cNvSpPr txBox="1"/>
          <p:nvPr/>
        </p:nvSpPr>
        <p:spPr>
          <a:xfrm>
            <a:off x="814388" y="5868988"/>
            <a:ext cx="2811462" cy="336550"/>
          </a:xfrm>
          <a:prstGeom prst="rect">
            <a:avLst/>
          </a:prstGeom>
          <a:noFill/>
          <a:ln w="9525">
            <a:noFill/>
            <a:miter/>
          </a:ln>
        </p:spPr>
        <p:txBody>
          <a:bodyPr anchor="t">
            <a:spAutoFit/>
          </a:bodyPr>
          <a:p>
            <a:pPr lvl="0">
              <a:spcBef>
                <a:spcPct val="30000"/>
              </a:spcBef>
              <a:buClr>
                <a:srgbClr val="000000"/>
              </a:buClr>
            </a:pPr>
            <a:r>
              <a:rPr lang="en-US" altLang="zh-CN" sz="1600" b="0">
                <a:solidFill>
                  <a:schemeClr val="tx1"/>
                </a:solidFill>
                <a:latin typeface="Times New Roman" panose="02020603050405020304" charset="0"/>
                <a:ea typeface="宋体" panose="02010600030101010101" pitchFamily="2" charset="-122"/>
              </a:rPr>
              <a:t>UNIX 7</a:t>
            </a:r>
            <a:r>
              <a:rPr lang="en-US" altLang="zh-CN" sz="1600" b="0">
                <a:solidFill>
                  <a:schemeClr val="tx1"/>
                </a:solidFill>
                <a:latin typeface="Arial" panose="02080604020202020204" pitchFamily="34" charset="0"/>
                <a:ea typeface="宋体" panose="02010600030101010101" pitchFamily="2" charset="-122"/>
              </a:rPr>
              <a:t> </a:t>
            </a:r>
            <a:r>
              <a:rPr lang="zh-CN" altLang="en-US" sz="1600" b="0">
                <a:solidFill>
                  <a:schemeClr val="tx1"/>
                </a:solidFill>
                <a:latin typeface="Arial" panose="02080604020202020204" pitchFamily="34" charset="0"/>
                <a:ea typeface="宋体" panose="02010600030101010101" pitchFamily="2" charset="-122"/>
              </a:rPr>
              <a:t>版本的小型文件结构</a:t>
            </a:r>
            <a:endParaRPr lang="zh-CN" altLang="en-US" sz="1600" b="0">
              <a:solidFill>
                <a:schemeClr val="tx1"/>
              </a:solidFill>
              <a:latin typeface="Arial" panose="02080604020202020204" pitchFamily="34" charset="0"/>
              <a:ea typeface="宋体" panose="02010600030101010101" pitchFamily="2" charset="-122"/>
            </a:endParaRPr>
          </a:p>
        </p:txBody>
      </p:sp>
      <p:sp>
        <p:nvSpPr>
          <p:cNvPr id="77860" name="矩形 77859"/>
          <p:cNvSpPr/>
          <p:nvPr/>
        </p:nvSpPr>
        <p:spPr>
          <a:xfrm>
            <a:off x="381000" y="4286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Arial" panose="02080604020202020204" pitchFamily="34" charset="0"/>
                <a:ea typeface="宋体" panose="02010600030101010101" pitchFamily="2" charset="-122"/>
                <a:cs typeface="+mn-ea"/>
              </a:rPr>
              <a:t>文件系统</a:t>
            </a:r>
            <a:r>
              <a:rPr lang="en-US" altLang="zh-CN" sz="2400" strike="noStrike" noProof="1">
                <a:latin typeface="Arial" panose="02080604020202020204" pitchFamily="34" charset="0"/>
                <a:ea typeface="宋体" panose="02010600030101010101" pitchFamily="2" charset="-122"/>
                <a:cs typeface="+mn-ea"/>
              </a:rPr>
              <a:t>——</a:t>
            </a:r>
            <a:r>
              <a:rPr lang="en-US" altLang="zh-CN" sz="2400" strike="noStrike" noProof="1">
                <a:latin typeface="Times New Roman" panose="02020603050405020304" charset="0"/>
                <a:ea typeface="宋体" panose="02010600030101010101" pitchFamily="2" charset="-122"/>
                <a:cs typeface="+mn-ea"/>
              </a:rPr>
              <a:t>UNIX</a:t>
            </a:r>
            <a:r>
              <a:rPr lang="zh-CN" altLang="en-US" sz="2400" strike="noStrike" noProof="1">
                <a:latin typeface="Arial" panose="02080604020202020204" pitchFamily="34" charset="0"/>
                <a:ea typeface="宋体" panose="02010600030101010101" pitchFamily="2" charset="-122"/>
                <a:cs typeface="+mn-ea"/>
              </a:rPr>
              <a:t>文件系统的主要结构及实现</a:t>
            </a:r>
            <a:endParaRPr lang="zh-CN" altLang="en-US" sz="2400" strike="noStrike" noProof="1">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77857" grpId="0"/>
      <p:bldP spid="77858" grpId="0" build="p"/>
      <p:bldP spid="77859" grpId="0"/>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5233" name="文本框 78849"/>
          <p:cNvSpPr txBox="1"/>
          <p:nvPr/>
        </p:nvSpPr>
        <p:spPr>
          <a:xfrm>
            <a:off x="8493125" y="6510338"/>
            <a:ext cx="376238"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buFont typeface="Wingdings" panose="05000000000000000000" pitchFamily="2" charset="2"/>
              <a:buNone/>
            </a:pPr>
            <a:r>
              <a:rPr lang="en-US" altLang="zh-CN" b="0">
                <a:solidFill>
                  <a:schemeClr val="tx2"/>
                </a:solidFill>
                <a:latin typeface="Times New Roman" panose="02020603050405020304" charset="0"/>
                <a:ea typeface="宋体" panose="02010600030101010101" pitchFamily="2" charset="-122"/>
              </a:rPr>
              <a:t>52</a:t>
            </a:r>
            <a:endParaRPr lang="en-US" altLang="zh-CN" b="0">
              <a:solidFill>
                <a:schemeClr val="tx2"/>
              </a:solidFill>
              <a:latin typeface="Times New Roman" panose="02020603050405020304" charset="0"/>
              <a:ea typeface="宋体" panose="02010600030101010101" pitchFamily="2" charset="-122"/>
            </a:endParaRPr>
          </a:p>
        </p:txBody>
      </p:sp>
      <p:sp>
        <p:nvSpPr>
          <p:cNvPr id="78851" name="矩形 78850"/>
          <p:cNvSpPr/>
          <p:nvPr/>
        </p:nvSpPr>
        <p:spPr>
          <a:xfrm>
            <a:off x="119063" y="590550"/>
            <a:ext cx="2935288" cy="530225"/>
          </a:xfrm>
          <a:prstGeom prst="rect">
            <a:avLst/>
          </a:prstGeom>
          <a:noFill/>
          <a:ln w="9525">
            <a:noFill/>
            <a:miter/>
          </a:ln>
        </p:spPr>
        <p:txBody>
          <a:bodyPr wrap="square">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914400" lvl="1" indent="-457200" fontAlgn="base">
              <a:lnSpc>
                <a:spcPct val="120000"/>
              </a:lnSpc>
              <a:buNone/>
            </a:pPr>
            <a:r>
              <a:rPr lang="en-US" altLang="zh-CN" sz="2400" b="1" strike="noStrike" noProof="1">
                <a:solidFill>
                  <a:schemeClr val="tx1"/>
                </a:solidFill>
                <a:latin typeface="宋体" panose="02010600030101010101" pitchFamily="2" charset="-122"/>
                <a:ea typeface="宋体" panose="02010600030101010101" pitchFamily="2" charset="-122"/>
                <a:cs typeface="+mn-cs"/>
              </a:rPr>
              <a:t>ⅱ </a:t>
            </a:r>
            <a:r>
              <a:rPr lang="zh-CN" altLang="en-US" sz="2400" b="1" strike="noStrike" noProof="1">
                <a:solidFill>
                  <a:schemeClr val="tx1"/>
                </a:solidFill>
                <a:latin typeface="Times New Roman" panose="02020603050405020304" charset="0"/>
                <a:ea typeface="宋体" panose="02010600030101010101" pitchFamily="2" charset="-122"/>
                <a:cs typeface="+mn-cs"/>
              </a:rPr>
              <a:t>大型文件</a:t>
            </a:r>
            <a:endParaRPr lang="zh-CN" altLang="en-US" sz="2400" b="1" strike="noStrike" noProof="1">
              <a:solidFill>
                <a:schemeClr val="tx1"/>
              </a:solidFill>
              <a:latin typeface="Times New Roman" panose="02020603050405020304" charset="0"/>
              <a:ea typeface="宋体" panose="02010600030101010101" pitchFamily="2" charset="-122"/>
            </a:endParaRPr>
          </a:p>
        </p:txBody>
      </p:sp>
      <p:sp>
        <p:nvSpPr>
          <p:cNvPr id="78852" name="矩形 78851"/>
          <p:cNvSpPr/>
          <p:nvPr/>
        </p:nvSpPr>
        <p:spPr>
          <a:xfrm>
            <a:off x="1698625" y="4895850"/>
            <a:ext cx="7024688" cy="1735138"/>
          </a:xfrm>
          <a:prstGeom prst="rect">
            <a:avLst/>
          </a:prstGeom>
          <a:noFill/>
          <a:ln w="9525">
            <a:noFill/>
            <a:miter/>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30000"/>
              </a:lnSpc>
            </a:pPr>
            <a:r>
              <a:rPr lang="zh-CN" altLang="en-US" sz="2400" strike="noStrike" noProof="1">
                <a:solidFill>
                  <a:schemeClr val="tx1"/>
                </a:solidFill>
                <a:latin typeface="Times New Roman" panose="02020603050405020304" charset="0"/>
                <a:ea typeface="宋体" panose="02010600030101010101" pitchFamily="2" charset="-122"/>
                <a:cs typeface="+mn-ea"/>
              </a:rPr>
              <a:t>数组</a:t>
            </a:r>
            <a:r>
              <a:rPr lang="en-US" altLang="zh-CN" sz="2400" strike="noStrike" noProof="1">
                <a:solidFill>
                  <a:schemeClr val="tx1"/>
                </a:solidFill>
                <a:latin typeface="Times New Roman" panose="02020603050405020304" charset="0"/>
                <a:ea typeface="宋体" panose="02010600030101010101" pitchFamily="2" charset="-122"/>
                <a:cs typeface="+mn-ea"/>
              </a:rPr>
              <a:t>i_addr[  ]</a:t>
            </a:r>
            <a:r>
              <a:rPr lang="zh-CN" altLang="en-US" sz="2400" strike="noStrike" noProof="1">
                <a:solidFill>
                  <a:schemeClr val="tx1"/>
                </a:solidFill>
                <a:latin typeface="Times New Roman" panose="02020603050405020304" charset="0"/>
                <a:ea typeface="宋体" panose="02010600030101010101" pitchFamily="2" charset="-122"/>
                <a:cs typeface="+mn-ea"/>
              </a:rPr>
              <a:t>用于一级间接索引，</a:t>
            </a:r>
            <a:endParaRPr lang="zh-CN" altLang="en-US" sz="2400" strike="noStrike" noProof="1">
              <a:solidFill>
                <a:schemeClr val="tx1"/>
              </a:solidFill>
              <a:latin typeface="Times New Roman" panose="02020603050405020304" charset="0"/>
              <a:ea typeface="宋体" panose="02010600030101010101" pitchFamily="2" charset="-122"/>
            </a:endParaRPr>
          </a:p>
          <a:p>
            <a:pPr marL="533400" lvl="0" indent="-533400" fontAlgn="base">
              <a:lnSpc>
                <a:spcPct val="130000"/>
              </a:lnSpc>
              <a:buNone/>
            </a:pPr>
            <a:r>
              <a:rPr lang="zh-CN" altLang="en-US" sz="2400" strike="noStrike" noProof="1">
                <a:solidFill>
                  <a:schemeClr val="tx1"/>
                </a:solidFill>
                <a:latin typeface="Times New Roman" panose="02020603050405020304" charset="0"/>
                <a:ea typeface="宋体" panose="02010600030101010101" pitchFamily="2" charset="-122"/>
                <a:cs typeface="+mn-ea"/>
              </a:rPr>
              <a:t>       只使用  </a:t>
            </a:r>
            <a:r>
              <a:rPr lang="en-US" altLang="zh-CN" sz="2400" strike="noStrike" noProof="1">
                <a:solidFill>
                  <a:schemeClr val="tx1"/>
                </a:solidFill>
                <a:latin typeface="Times New Roman" panose="02020603050405020304" charset="0"/>
                <a:ea typeface="宋体" panose="02010600030101010101" pitchFamily="2" charset="-122"/>
                <a:cs typeface="+mn-ea"/>
              </a:rPr>
              <a:t>i_addr[0] - addr[6]</a:t>
            </a:r>
            <a:endParaRPr lang="en-US" altLang="zh-CN" sz="2400" strike="noStrike" noProof="1">
              <a:solidFill>
                <a:schemeClr val="tx1"/>
              </a:solidFill>
              <a:latin typeface="Times New Roman" panose="02020603050405020304" charset="0"/>
              <a:ea typeface="宋体" panose="02010600030101010101" pitchFamily="2" charset="-122"/>
            </a:endParaRPr>
          </a:p>
          <a:p>
            <a:pPr marL="533400" lvl="0" indent="-533400" fontAlgn="base">
              <a:lnSpc>
                <a:spcPct val="130000"/>
              </a:lnSpc>
            </a:pPr>
            <a:r>
              <a:rPr lang="zh-CN" altLang="en-US" sz="2400" strike="noStrike" noProof="1">
                <a:solidFill>
                  <a:schemeClr val="tx1"/>
                </a:solidFill>
                <a:latin typeface="Times New Roman" panose="02020603050405020304" charset="0"/>
                <a:ea typeface="宋体" panose="02010600030101010101" pitchFamily="2" charset="-122"/>
                <a:cs typeface="+mn-ea"/>
              </a:rPr>
              <a:t>系统支持的文件最大可为： </a:t>
            </a:r>
            <a:r>
              <a:rPr lang="en-US" altLang="zh-CN" sz="2400" strike="noStrike" noProof="1">
                <a:solidFill>
                  <a:schemeClr val="tx1"/>
                </a:solidFill>
                <a:latin typeface="Times New Roman" panose="02020603050405020304" charset="0"/>
                <a:ea typeface="宋体" panose="02010600030101010101" pitchFamily="2" charset="-122"/>
                <a:cs typeface="+mn-ea"/>
              </a:rPr>
              <a:t>7</a:t>
            </a:r>
            <a:r>
              <a:rPr lang="en-US" altLang="zh-CN" sz="2000" strike="noStrike" noProof="1">
                <a:solidFill>
                  <a:schemeClr val="tx1"/>
                </a:solidFill>
                <a:latin typeface="Times New Roman" panose="02020603050405020304" charset="0"/>
                <a:ea typeface="宋体" panose="02010600030101010101" pitchFamily="2" charset="-122"/>
                <a:cs typeface="+mn-ea"/>
              </a:rPr>
              <a:t>×</a:t>
            </a:r>
            <a:r>
              <a:rPr lang="en-US" altLang="zh-CN" sz="2400" strike="noStrike" noProof="1">
                <a:solidFill>
                  <a:schemeClr val="tx1"/>
                </a:solidFill>
                <a:latin typeface="Times New Roman" panose="02020603050405020304" charset="0"/>
                <a:ea typeface="宋体" panose="02010600030101010101" pitchFamily="2" charset="-122"/>
                <a:cs typeface="+mn-ea"/>
              </a:rPr>
              <a:t>256</a:t>
            </a:r>
            <a:r>
              <a:rPr lang="en-US" altLang="zh-CN" sz="2000" strike="noStrike" noProof="1">
                <a:solidFill>
                  <a:schemeClr val="tx1"/>
                </a:solidFill>
                <a:latin typeface="Times New Roman" panose="02020603050405020304" charset="0"/>
                <a:ea typeface="宋体" panose="02010600030101010101" pitchFamily="2" charset="-122"/>
                <a:cs typeface="+mn-ea"/>
              </a:rPr>
              <a:t>×</a:t>
            </a:r>
            <a:r>
              <a:rPr lang="en-US" altLang="zh-CN" sz="2400" strike="noStrike" noProof="1">
                <a:solidFill>
                  <a:schemeClr val="tx1"/>
                </a:solidFill>
                <a:latin typeface="Times New Roman" panose="02020603050405020304" charset="0"/>
                <a:ea typeface="宋体" panose="02010600030101010101" pitchFamily="2" charset="-122"/>
                <a:cs typeface="+mn-ea"/>
              </a:rPr>
              <a:t>512B </a:t>
            </a:r>
            <a:endParaRPr lang="en-US" altLang="zh-CN" sz="2400" strike="noStrike" noProof="1">
              <a:solidFill>
                <a:schemeClr val="tx1"/>
              </a:solidFill>
              <a:latin typeface="Times New Roman" panose="02020603050405020304" charset="0"/>
              <a:ea typeface="宋体" panose="02010600030101010101" pitchFamily="2" charset="-122"/>
            </a:endParaRPr>
          </a:p>
        </p:txBody>
      </p:sp>
      <p:grpSp>
        <p:nvGrpSpPr>
          <p:cNvPr id="78853" name="组合 78852"/>
          <p:cNvGrpSpPr/>
          <p:nvPr/>
        </p:nvGrpSpPr>
        <p:grpSpPr>
          <a:xfrm>
            <a:off x="1387475" y="1076325"/>
            <a:ext cx="6591300" cy="3463925"/>
            <a:chOff x="0" y="0"/>
            <a:chExt cx="3310" cy="2182"/>
          </a:xfrm>
        </p:grpSpPr>
        <p:sp>
          <p:nvSpPr>
            <p:cNvPr id="95237" name="直接连接符 78853"/>
            <p:cNvSpPr/>
            <p:nvPr/>
          </p:nvSpPr>
          <p:spPr>
            <a:xfrm>
              <a:off x="2206" y="2058"/>
              <a:ext cx="384" cy="0"/>
            </a:xfrm>
            <a:prstGeom prst="line">
              <a:avLst/>
            </a:prstGeom>
            <a:ln w="9525" cap="flat" cmpd="sng">
              <a:solidFill>
                <a:schemeClr val="tx1"/>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95238" name="直接连接符 78854"/>
            <p:cNvSpPr/>
            <p:nvPr/>
          </p:nvSpPr>
          <p:spPr>
            <a:xfrm>
              <a:off x="2206" y="1695"/>
              <a:ext cx="384" cy="0"/>
            </a:xfrm>
            <a:prstGeom prst="line">
              <a:avLst/>
            </a:prstGeom>
            <a:ln w="9525" cap="flat" cmpd="sng">
              <a:solidFill>
                <a:schemeClr val="tx1"/>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95239" name="文本框 78855"/>
            <p:cNvSpPr txBox="1"/>
            <p:nvPr/>
          </p:nvSpPr>
          <p:spPr>
            <a:xfrm>
              <a:off x="1995" y="918"/>
              <a:ext cx="296" cy="500"/>
            </a:xfrm>
            <a:prstGeom prst="rect">
              <a:avLst/>
            </a:prstGeom>
            <a:noFill/>
            <a:ln w="9525">
              <a:noFill/>
              <a:miter/>
            </a:ln>
          </p:spPr>
          <p:txBody>
            <a:bodyPr anchor="t"/>
            <a:p>
              <a:pPr lvl="0" algn="just">
                <a:buClr>
                  <a:srgbClr val="000000"/>
                </a:buClr>
              </a:pPr>
              <a:r>
                <a:rPr lang="en-US" altLang="zh-CN" sz="1600" b="0">
                  <a:solidFill>
                    <a:schemeClr val="tx1"/>
                  </a:solidFill>
                  <a:latin typeface="Times New Roman" panose="02020603050405020304" charset="0"/>
                  <a:ea typeface="宋体" panose="02010600030101010101" pitchFamily="2" charset="-122"/>
                  <a:sym typeface="MT Extra" panose="05050102010205020202" pitchFamily="2" charset="2"/>
                </a:rPr>
                <a:t>...</a:t>
              </a:r>
              <a:endParaRPr lang="en-US" altLang="zh-CN" sz="1600" b="0">
                <a:solidFill>
                  <a:schemeClr val="tx1"/>
                </a:solidFill>
                <a:latin typeface="Times New Roman" panose="02020603050405020304" charset="0"/>
                <a:ea typeface="宋体" panose="02010600030101010101" pitchFamily="2" charset="-122"/>
                <a:sym typeface="MT Extra" panose="05050102010205020202" pitchFamily="2" charset="2"/>
              </a:endParaRPr>
            </a:p>
            <a:p>
              <a:pPr lvl="0" algn="just">
                <a:buClr>
                  <a:srgbClr val="000000"/>
                </a:buClr>
              </a:pPr>
              <a:r>
                <a:rPr lang="en-US" altLang="zh-CN" sz="1600" b="0">
                  <a:solidFill>
                    <a:schemeClr val="tx1"/>
                  </a:solidFill>
                  <a:latin typeface="Times New Roman" panose="02020603050405020304" charset="0"/>
                  <a:ea typeface="宋体" panose="02010600030101010101" pitchFamily="2" charset="-122"/>
                  <a:sym typeface="MT Extra" panose="05050102010205020202" pitchFamily="2" charset="2"/>
                </a:rPr>
                <a:t>...</a:t>
              </a:r>
              <a:endParaRPr lang="en-US" altLang="zh-CN" sz="1600" b="0">
                <a:solidFill>
                  <a:schemeClr val="tx1"/>
                </a:solidFill>
                <a:latin typeface="Times New Roman" panose="02020603050405020304" charset="0"/>
                <a:ea typeface="宋体" panose="02010600030101010101" pitchFamily="2" charset="-122"/>
                <a:sym typeface="MT Extra" panose="05050102010205020202" pitchFamily="2" charset="2"/>
              </a:endParaRPr>
            </a:p>
          </p:txBody>
        </p:sp>
        <p:grpSp>
          <p:nvGrpSpPr>
            <p:cNvPr id="95240" name="组合 78856"/>
            <p:cNvGrpSpPr/>
            <p:nvPr/>
          </p:nvGrpSpPr>
          <p:grpSpPr>
            <a:xfrm>
              <a:off x="0" y="64"/>
              <a:ext cx="1421" cy="1907"/>
              <a:chOff x="0" y="0"/>
              <a:chExt cx="1421" cy="1907"/>
            </a:xfrm>
          </p:grpSpPr>
          <p:sp>
            <p:nvSpPr>
              <p:cNvPr id="95241" name="文本框 78857"/>
              <p:cNvSpPr txBox="1"/>
              <p:nvPr/>
            </p:nvSpPr>
            <p:spPr>
              <a:xfrm>
                <a:off x="595" y="31"/>
                <a:ext cx="826" cy="1876"/>
              </a:xfrm>
              <a:prstGeom prst="rect">
                <a:avLst/>
              </a:prstGeom>
              <a:solidFill>
                <a:srgbClr val="99CCFF"/>
              </a:solidFill>
              <a:ln w="9525" cap="flat" cmpd="sng">
                <a:solidFill>
                  <a:srgbClr val="000000"/>
                </a:solidFill>
                <a:prstDash val="solid"/>
                <a:miter/>
                <a:headEnd type="none" w="med" len="med"/>
                <a:tailEnd type="none" w="med" len="med"/>
              </a:ln>
            </p:spPr>
            <p:txBody>
              <a:bodyPr anchor="t"/>
              <a:p>
                <a:pPr lvl="0" algn="just">
                  <a:spcBef>
                    <a:spcPct val="10000"/>
                  </a:spcBef>
                  <a:buClr>
                    <a:srgbClr val="000000"/>
                  </a:buClr>
                </a:pPr>
                <a:r>
                  <a:rPr lang="en-US" altLang="zh-CN" sz="1600">
                    <a:solidFill>
                      <a:schemeClr val="tx1"/>
                    </a:solidFill>
                    <a:latin typeface="Times New Roman" panose="02020603050405020304" charset="0"/>
                    <a:ea typeface="宋体" panose="02010600030101010101" pitchFamily="2" charset="-122"/>
                  </a:rPr>
                  <a:t> </a:t>
                </a:r>
                <a:endParaRPr lang="en-US" altLang="zh-CN" sz="1600">
                  <a:solidFill>
                    <a:schemeClr val="tx1"/>
                  </a:solidFill>
                  <a:latin typeface="Times New Roman" panose="02020603050405020304" charset="0"/>
                  <a:ea typeface="宋体" panose="02010600030101010101" pitchFamily="2" charset="-122"/>
                </a:endParaRPr>
              </a:p>
              <a:p>
                <a:pPr lvl="0" algn="just">
                  <a:spcBef>
                    <a:spcPct val="10000"/>
                  </a:spcBef>
                  <a:buClr>
                    <a:srgbClr val="000000"/>
                  </a:buClr>
                </a:pPr>
                <a:r>
                  <a:rPr lang="en-US" altLang="zh-CN" sz="1600">
                    <a:solidFill>
                      <a:schemeClr val="tx1"/>
                    </a:solidFill>
                    <a:latin typeface="Times New Roman" panose="02020603050405020304" charset="0"/>
                    <a:ea typeface="宋体" panose="02010600030101010101" pitchFamily="2" charset="-122"/>
                  </a:rPr>
                  <a:t> </a:t>
                </a:r>
                <a:endParaRPr lang="en-US" altLang="zh-CN" sz="1600">
                  <a:solidFill>
                    <a:schemeClr val="tx1"/>
                  </a:solidFill>
                  <a:latin typeface="Times New Roman" panose="02020603050405020304" charset="0"/>
                  <a:ea typeface="宋体" panose="02010600030101010101" pitchFamily="2" charset="-122"/>
                </a:endParaRPr>
              </a:p>
            </p:txBody>
          </p:sp>
          <p:sp>
            <p:nvSpPr>
              <p:cNvPr id="95242" name="直接连接符 78858"/>
              <p:cNvSpPr/>
              <p:nvPr/>
            </p:nvSpPr>
            <p:spPr>
              <a:xfrm>
                <a:off x="595" y="246"/>
                <a:ext cx="826" cy="1"/>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95243" name="直接连接符 78859"/>
              <p:cNvSpPr/>
              <p:nvPr/>
            </p:nvSpPr>
            <p:spPr>
              <a:xfrm>
                <a:off x="595" y="472"/>
                <a:ext cx="826" cy="1"/>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95244" name="直接连接符 78860"/>
              <p:cNvSpPr/>
              <p:nvPr/>
            </p:nvSpPr>
            <p:spPr>
              <a:xfrm>
                <a:off x="595" y="699"/>
                <a:ext cx="826" cy="1"/>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95245" name="直接连接符 78861"/>
              <p:cNvSpPr/>
              <p:nvPr/>
            </p:nvSpPr>
            <p:spPr>
              <a:xfrm>
                <a:off x="595" y="927"/>
                <a:ext cx="826"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95246" name="直接连接符 78862"/>
              <p:cNvSpPr/>
              <p:nvPr/>
            </p:nvSpPr>
            <p:spPr>
              <a:xfrm>
                <a:off x="595" y="1199"/>
                <a:ext cx="826" cy="1"/>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95247" name="直接连接符 78863"/>
              <p:cNvSpPr/>
              <p:nvPr/>
            </p:nvSpPr>
            <p:spPr>
              <a:xfrm>
                <a:off x="595" y="1426"/>
                <a:ext cx="826" cy="1"/>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95248" name="直接连接符 78864"/>
              <p:cNvSpPr/>
              <p:nvPr/>
            </p:nvSpPr>
            <p:spPr>
              <a:xfrm>
                <a:off x="595" y="1653"/>
                <a:ext cx="826" cy="1"/>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95249" name="文本框 78865"/>
              <p:cNvSpPr txBox="1"/>
              <p:nvPr/>
            </p:nvSpPr>
            <p:spPr>
              <a:xfrm>
                <a:off x="7" y="0"/>
                <a:ext cx="663" cy="203"/>
              </a:xfrm>
              <a:prstGeom prst="rect">
                <a:avLst/>
              </a:prstGeom>
              <a:noFill/>
              <a:ln w="9525">
                <a:noFill/>
                <a:miter/>
              </a:ln>
            </p:spPr>
            <p:txBody>
              <a:bodyPr anchor="t"/>
              <a:p>
                <a:pPr lvl="0" algn="just">
                  <a:buClr>
                    <a:srgbClr val="000000"/>
                  </a:buClr>
                </a:pPr>
                <a:r>
                  <a:rPr lang="en-US" altLang="zh-CN" sz="1600">
                    <a:solidFill>
                      <a:schemeClr val="tx1"/>
                    </a:solidFill>
                    <a:latin typeface="Times New Roman" panose="02020603050405020304" charset="0"/>
                    <a:ea typeface="宋体" panose="02010600030101010101" pitchFamily="2" charset="-122"/>
                  </a:rPr>
                  <a:t>i_addr[0]</a:t>
                </a:r>
                <a:endParaRPr lang="en-US" altLang="zh-CN" sz="1600">
                  <a:solidFill>
                    <a:schemeClr val="tx1"/>
                  </a:solidFill>
                  <a:latin typeface="Times New Roman" panose="02020603050405020304" charset="0"/>
                  <a:ea typeface="宋体" panose="02010600030101010101" pitchFamily="2" charset="-122"/>
                </a:endParaRPr>
              </a:p>
            </p:txBody>
          </p:sp>
          <p:sp>
            <p:nvSpPr>
              <p:cNvPr id="95250" name="文本框 78866"/>
              <p:cNvSpPr txBox="1"/>
              <p:nvPr/>
            </p:nvSpPr>
            <p:spPr>
              <a:xfrm>
                <a:off x="7" y="241"/>
                <a:ext cx="635" cy="211"/>
              </a:xfrm>
              <a:prstGeom prst="rect">
                <a:avLst/>
              </a:prstGeom>
              <a:noFill/>
              <a:ln w="9525">
                <a:noFill/>
                <a:miter/>
              </a:ln>
            </p:spPr>
            <p:txBody>
              <a:bodyPr anchor="t"/>
              <a:p>
                <a:pPr lvl="0" algn="just">
                  <a:buClr>
                    <a:srgbClr val="000000"/>
                  </a:buClr>
                </a:pPr>
                <a:r>
                  <a:rPr lang="en-US" altLang="zh-CN" sz="1600">
                    <a:solidFill>
                      <a:schemeClr val="tx1"/>
                    </a:solidFill>
                    <a:latin typeface="Times New Roman" panose="02020603050405020304" charset="0"/>
                    <a:ea typeface="宋体" panose="02010600030101010101" pitchFamily="2" charset="-122"/>
                  </a:rPr>
                  <a:t>i_addr[1]</a:t>
                </a:r>
                <a:endParaRPr lang="en-US" altLang="zh-CN" sz="1600">
                  <a:solidFill>
                    <a:schemeClr val="tx1"/>
                  </a:solidFill>
                  <a:latin typeface="Times New Roman" panose="02020603050405020304" charset="0"/>
                  <a:ea typeface="宋体" panose="02010600030101010101" pitchFamily="2" charset="-122"/>
                </a:endParaRPr>
              </a:p>
            </p:txBody>
          </p:sp>
          <p:sp>
            <p:nvSpPr>
              <p:cNvPr id="95251" name="文本框 78867"/>
              <p:cNvSpPr txBox="1"/>
              <p:nvPr/>
            </p:nvSpPr>
            <p:spPr>
              <a:xfrm>
                <a:off x="7" y="467"/>
                <a:ext cx="671" cy="193"/>
              </a:xfrm>
              <a:prstGeom prst="rect">
                <a:avLst/>
              </a:prstGeom>
              <a:noFill/>
              <a:ln w="9525">
                <a:noFill/>
                <a:miter/>
              </a:ln>
            </p:spPr>
            <p:txBody>
              <a:bodyPr anchor="t"/>
              <a:p>
                <a:pPr lvl="0" algn="just">
                  <a:buClr>
                    <a:srgbClr val="000000"/>
                  </a:buClr>
                </a:pPr>
                <a:r>
                  <a:rPr lang="en-US" altLang="zh-CN" sz="1600">
                    <a:solidFill>
                      <a:schemeClr val="tx1"/>
                    </a:solidFill>
                    <a:latin typeface="Times New Roman" panose="02020603050405020304" charset="0"/>
                    <a:ea typeface="宋体" panose="02010600030101010101" pitchFamily="2" charset="-122"/>
                  </a:rPr>
                  <a:t>i_addr[2]</a:t>
                </a:r>
                <a:endParaRPr lang="en-US" altLang="zh-CN" sz="1600">
                  <a:solidFill>
                    <a:schemeClr val="tx1"/>
                  </a:solidFill>
                  <a:latin typeface="Times New Roman" panose="02020603050405020304" charset="0"/>
                  <a:ea typeface="宋体" panose="02010600030101010101" pitchFamily="2" charset="-122"/>
                </a:endParaRPr>
              </a:p>
            </p:txBody>
          </p:sp>
          <p:sp>
            <p:nvSpPr>
              <p:cNvPr id="95252" name="文本框 78868"/>
              <p:cNvSpPr txBox="1"/>
              <p:nvPr/>
            </p:nvSpPr>
            <p:spPr>
              <a:xfrm>
                <a:off x="16" y="674"/>
                <a:ext cx="617" cy="230"/>
              </a:xfrm>
              <a:prstGeom prst="rect">
                <a:avLst/>
              </a:prstGeom>
              <a:noFill/>
              <a:ln w="9525">
                <a:noFill/>
                <a:miter/>
              </a:ln>
            </p:spPr>
            <p:txBody>
              <a:bodyPr anchor="t"/>
              <a:p>
                <a:pPr lvl="0" algn="just">
                  <a:buClr>
                    <a:srgbClr val="000000"/>
                  </a:buClr>
                </a:pPr>
                <a:r>
                  <a:rPr lang="en-US" altLang="zh-CN" sz="1600">
                    <a:solidFill>
                      <a:schemeClr val="tx1"/>
                    </a:solidFill>
                    <a:latin typeface="Times New Roman" panose="02020603050405020304" charset="0"/>
                    <a:ea typeface="宋体" panose="02010600030101010101" pitchFamily="2" charset="-122"/>
                  </a:rPr>
                  <a:t>i_addr[3]</a:t>
                </a:r>
                <a:endParaRPr lang="en-US" altLang="zh-CN" sz="1600">
                  <a:solidFill>
                    <a:schemeClr val="tx1"/>
                  </a:solidFill>
                  <a:latin typeface="Times New Roman" panose="02020603050405020304" charset="0"/>
                  <a:ea typeface="宋体" panose="02010600030101010101" pitchFamily="2" charset="-122"/>
                </a:endParaRPr>
              </a:p>
            </p:txBody>
          </p:sp>
          <p:sp>
            <p:nvSpPr>
              <p:cNvPr id="95253" name="文本框 78869"/>
              <p:cNvSpPr txBox="1"/>
              <p:nvPr/>
            </p:nvSpPr>
            <p:spPr>
              <a:xfrm>
                <a:off x="0" y="923"/>
                <a:ext cx="634" cy="203"/>
              </a:xfrm>
              <a:prstGeom prst="rect">
                <a:avLst/>
              </a:prstGeom>
              <a:noFill/>
              <a:ln w="9525">
                <a:noFill/>
                <a:miter/>
              </a:ln>
            </p:spPr>
            <p:txBody>
              <a:bodyPr anchor="t"/>
              <a:p>
                <a:pPr lvl="0" algn="just">
                  <a:buClr>
                    <a:srgbClr val="000000"/>
                  </a:buClr>
                </a:pPr>
                <a:r>
                  <a:rPr lang="en-US" altLang="zh-CN" sz="1600">
                    <a:solidFill>
                      <a:schemeClr val="tx1"/>
                    </a:solidFill>
                    <a:latin typeface="Times New Roman" panose="02020603050405020304" charset="0"/>
                    <a:ea typeface="宋体" panose="02010600030101010101" pitchFamily="2" charset="-122"/>
                  </a:rPr>
                  <a:t>i_addr[4]</a:t>
                </a:r>
                <a:endParaRPr lang="en-US" altLang="zh-CN" sz="1600">
                  <a:solidFill>
                    <a:schemeClr val="tx1"/>
                  </a:solidFill>
                  <a:latin typeface="Times New Roman" panose="02020603050405020304" charset="0"/>
                  <a:ea typeface="宋体" panose="02010600030101010101" pitchFamily="2" charset="-122"/>
                </a:endParaRPr>
              </a:p>
            </p:txBody>
          </p:sp>
          <p:sp>
            <p:nvSpPr>
              <p:cNvPr id="95254" name="文本框 78870"/>
              <p:cNvSpPr txBox="1"/>
              <p:nvPr/>
            </p:nvSpPr>
            <p:spPr>
              <a:xfrm>
                <a:off x="7" y="1189"/>
                <a:ext cx="635" cy="230"/>
              </a:xfrm>
              <a:prstGeom prst="rect">
                <a:avLst/>
              </a:prstGeom>
              <a:noFill/>
              <a:ln w="9525">
                <a:noFill/>
                <a:miter/>
              </a:ln>
            </p:spPr>
            <p:txBody>
              <a:bodyPr anchor="t"/>
              <a:p>
                <a:pPr lvl="0" algn="just">
                  <a:buClr>
                    <a:srgbClr val="000000"/>
                  </a:buClr>
                </a:pPr>
                <a:r>
                  <a:rPr lang="en-US" altLang="zh-CN" sz="1600">
                    <a:solidFill>
                      <a:schemeClr val="tx1"/>
                    </a:solidFill>
                    <a:latin typeface="Times New Roman" panose="02020603050405020304" charset="0"/>
                    <a:ea typeface="宋体" panose="02010600030101010101" pitchFamily="2" charset="-122"/>
                  </a:rPr>
                  <a:t>i_addr[5]</a:t>
                </a:r>
                <a:endParaRPr lang="en-US" altLang="zh-CN" sz="1600">
                  <a:solidFill>
                    <a:schemeClr val="tx1"/>
                  </a:solidFill>
                  <a:latin typeface="Times New Roman" panose="02020603050405020304" charset="0"/>
                  <a:ea typeface="宋体" panose="02010600030101010101" pitchFamily="2" charset="-122"/>
                </a:endParaRPr>
              </a:p>
            </p:txBody>
          </p:sp>
          <p:sp>
            <p:nvSpPr>
              <p:cNvPr id="95255" name="文本框 78871"/>
              <p:cNvSpPr txBox="1"/>
              <p:nvPr/>
            </p:nvSpPr>
            <p:spPr>
              <a:xfrm>
                <a:off x="17" y="1410"/>
                <a:ext cx="635" cy="232"/>
              </a:xfrm>
              <a:prstGeom prst="rect">
                <a:avLst/>
              </a:prstGeom>
              <a:noFill/>
              <a:ln w="9525">
                <a:noFill/>
                <a:miter/>
              </a:ln>
            </p:spPr>
            <p:txBody>
              <a:bodyPr anchor="t"/>
              <a:p>
                <a:pPr lvl="0" algn="just">
                  <a:buClr>
                    <a:srgbClr val="000000"/>
                  </a:buClr>
                </a:pPr>
                <a:r>
                  <a:rPr lang="en-US" altLang="zh-CN" sz="1600">
                    <a:solidFill>
                      <a:schemeClr val="tx1"/>
                    </a:solidFill>
                    <a:latin typeface="Times New Roman" panose="02020603050405020304" charset="0"/>
                    <a:ea typeface="宋体" panose="02010600030101010101" pitchFamily="2" charset="-122"/>
                  </a:rPr>
                  <a:t>i_addr[6]</a:t>
                </a:r>
                <a:endParaRPr lang="en-US" altLang="zh-CN" sz="1600">
                  <a:solidFill>
                    <a:schemeClr val="tx1"/>
                  </a:solidFill>
                  <a:latin typeface="Times New Roman" panose="02020603050405020304" charset="0"/>
                  <a:ea typeface="宋体" panose="02010600030101010101" pitchFamily="2" charset="-122"/>
                </a:endParaRPr>
              </a:p>
            </p:txBody>
          </p:sp>
          <p:sp>
            <p:nvSpPr>
              <p:cNvPr id="95256" name="文本框 78872"/>
              <p:cNvSpPr txBox="1"/>
              <p:nvPr/>
            </p:nvSpPr>
            <p:spPr>
              <a:xfrm>
                <a:off x="7" y="1659"/>
                <a:ext cx="645" cy="238"/>
              </a:xfrm>
              <a:prstGeom prst="rect">
                <a:avLst/>
              </a:prstGeom>
              <a:noFill/>
              <a:ln w="9525">
                <a:noFill/>
                <a:miter/>
              </a:ln>
            </p:spPr>
            <p:txBody>
              <a:bodyPr anchor="t"/>
              <a:p>
                <a:pPr lvl="0" algn="just">
                  <a:buClr>
                    <a:srgbClr val="000000"/>
                  </a:buClr>
                </a:pPr>
                <a:r>
                  <a:rPr lang="en-US" altLang="zh-CN" sz="1600">
                    <a:solidFill>
                      <a:schemeClr val="tx1"/>
                    </a:solidFill>
                    <a:latin typeface="Times New Roman" panose="02020603050405020304" charset="0"/>
                    <a:ea typeface="宋体" panose="02010600030101010101" pitchFamily="2" charset="-122"/>
                  </a:rPr>
                  <a:t>i_addr[7]</a:t>
                </a:r>
                <a:endParaRPr lang="en-US" altLang="zh-CN" sz="1600">
                  <a:solidFill>
                    <a:schemeClr val="tx1"/>
                  </a:solidFill>
                  <a:latin typeface="Times New Roman" panose="02020603050405020304" charset="0"/>
                  <a:ea typeface="宋体" panose="02010600030101010101" pitchFamily="2" charset="-122"/>
                </a:endParaRPr>
              </a:p>
            </p:txBody>
          </p:sp>
          <p:sp>
            <p:nvSpPr>
              <p:cNvPr id="95257" name="文本框 78873"/>
              <p:cNvSpPr txBox="1"/>
              <p:nvPr/>
            </p:nvSpPr>
            <p:spPr>
              <a:xfrm>
                <a:off x="812" y="19"/>
                <a:ext cx="427" cy="211"/>
              </a:xfrm>
              <a:prstGeom prst="rect">
                <a:avLst/>
              </a:prstGeom>
              <a:noFill/>
              <a:ln w="9525">
                <a:noFill/>
                <a:miter/>
              </a:ln>
            </p:spPr>
            <p:txBody>
              <a:bodyPr anchor="t">
                <a:spAutoFit/>
              </a:bodyPr>
              <a:p>
                <a:pPr lvl="0">
                  <a:spcBef>
                    <a:spcPct val="50000"/>
                  </a:spcBef>
                  <a:buClr>
                    <a:srgbClr val="000000"/>
                  </a:buClr>
                </a:pPr>
                <a:r>
                  <a:rPr lang="en-US" altLang="zh-CN" sz="1600">
                    <a:solidFill>
                      <a:schemeClr val="tx1"/>
                    </a:solidFill>
                    <a:latin typeface="Times New Roman" panose="02020603050405020304" charset="0"/>
                    <a:ea typeface="宋体" panose="02010600030101010101" pitchFamily="2" charset="-122"/>
                  </a:rPr>
                  <a:t>387</a:t>
                </a:r>
                <a:endParaRPr lang="en-US" altLang="zh-CN" sz="1600">
                  <a:solidFill>
                    <a:schemeClr val="tx1"/>
                  </a:solidFill>
                  <a:latin typeface="Times New Roman" panose="02020603050405020304" charset="0"/>
                  <a:ea typeface="宋体" panose="02010600030101010101" pitchFamily="2" charset="-122"/>
                </a:endParaRPr>
              </a:p>
            </p:txBody>
          </p:sp>
          <p:sp>
            <p:nvSpPr>
              <p:cNvPr id="95258" name="文本框 78874"/>
              <p:cNvSpPr txBox="1"/>
              <p:nvPr/>
            </p:nvSpPr>
            <p:spPr>
              <a:xfrm>
                <a:off x="839" y="245"/>
                <a:ext cx="427" cy="211"/>
              </a:xfrm>
              <a:prstGeom prst="rect">
                <a:avLst/>
              </a:prstGeom>
              <a:noFill/>
              <a:ln w="9525">
                <a:noFill/>
                <a:miter/>
              </a:ln>
            </p:spPr>
            <p:txBody>
              <a:bodyPr anchor="t">
                <a:spAutoFit/>
              </a:bodyPr>
              <a:p>
                <a:pPr lvl="0">
                  <a:spcBef>
                    <a:spcPct val="50000"/>
                  </a:spcBef>
                  <a:buClr>
                    <a:srgbClr val="000000"/>
                  </a:buClr>
                </a:pPr>
                <a:r>
                  <a:rPr lang="en-US" altLang="zh-CN" sz="1600">
                    <a:solidFill>
                      <a:schemeClr val="tx1"/>
                    </a:solidFill>
                    <a:latin typeface="Times New Roman" panose="02020603050405020304" charset="0"/>
                    <a:ea typeface="宋体" panose="02010600030101010101" pitchFamily="2" charset="-122"/>
                  </a:rPr>
                  <a:t>97</a:t>
                </a:r>
                <a:endParaRPr lang="en-US" altLang="zh-CN" sz="1600">
                  <a:solidFill>
                    <a:schemeClr val="tx1"/>
                  </a:solidFill>
                  <a:latin typeface="Times New Roman" panose="02020603050405020304" charset="0"/>
                  <a:ea typeface="宋体" panose="02010600030101010101" pitchFamily="2" charset="-122"/>
                </a:endParaRPr>
              </a:p>
            </p:txBody>
          </p:sp>
          <p:sp>
            <p:nvSpPr>
              <p:cNvPr id="95259" name="文本框 78875"/>
              <p:cNvSpPr txBox="1"/>
              <p:nvPr/>
            </p:nvSpPr>
            <p:spPr>
              <a:xfrm>
                <a:off x="823" y="1443"/>
                <a:ext cx="427" cy="211"/>
              </a:xfrm>
              <a:prstGeom prst="rect">
                <a:avLst/>
              </a:prstGeom>
              <a:noFill/>
              <a:ln w="9525">
                <a:noFill/>
                <a:miter/>
              </a:ln>
            </p:spPr>
            <p:txBody>
              <a:bodyPr anchor="t">
                <a:spAutoFit/>
              </a:bodyPr>
              <a:p>
                <a:pPr lvl="0">
                  <a:spcBef>
                    <a:spcPct val="50000"/>
                  </a:spcBef>
                  <a:buClr>
                    <a:srgbClr val="000000"/>
                  </a:buClr>
                </a:pPr>
                <a:r>
                  <a:rPr lang="en-US" altLang="zh-CN" sz="1600">
                    <a:solidFill>
                      <a:schemeClr val="tx1"/>
                    </a:solidFill>
                    <a:latin typeface="Times New Roman" panose="02020603050405020304" charset="0"/>
                    <a:ea typeface="宋体" panose="02010600030101010101" pitchFamily="2" charset="-122"/>
                  </a:rPr>
                  <a:t>200</a:t>
                </a:r>
                <a:endParaRPr lang="en-US" altLang="zh-CN" sz="1600">
                  <a:solidFill>
                    <a:schemeClr val="tx1"/>
                  </a:solidFill>
                  <a:latin typeface="Times New Roman" panose="02020603050405020304" charset="0"/>
                  <a:ea typeface="宋体" panose="02010600030101010101" pitchFamily="2" charset="-122"/>
                </a:endParaRPr>
              </a:p>
            </p:txBody>
          </p:sp>
        </p:grpSp>
        <p:sp>
          <p:nvSpPr>
            <p:cNvPr id="95260" name="文本框 78876"/>
            <p:cNvSpPr txBox="1"/>
            <p:nvPr/>
          </p:nvSpPr>
          <p:spPr>
            <a:xfrm>
              <a:off x="2882" y="101"/>
              <a:ext cx="428" cy="211"/>
            </a:xfrm>
            <a:prstGeom prst="rect">
              <a:avLst/>
            </a:prstGeom>
            <a:noFill/>
            <a:ln w="9525">
              <a:noFill/>
              <a:miter/>
            </a:ln>
          </p:spPr>
          <p:txBody>
            <a:bodyPr anchor="t">
              <a:spAutoFit/>
            </a:bodyPr>
            <a:p>
              <a:pPr lvl="0">
                <a:spcBef>
                  <a:spcPct val="50000"/>
                </a:spcBef>
                <a:buClr>
                  <a:srgbClr val="000000"/>
                </a:buClr>
              </a:pPr>
              <a:r>
                <a:rPr lang="en-US" altLang="zh-CN" sz="1600">
                  <a:solidFill>
                    <a:schemeClr val="tx1"/>
                  </a:solidFill>
                  <a:latin typeface="Times New Roman" panose="02020603050405020304" charset="0"/>
                  <a:ea typeface="宋体" panose="02010600030101010101" pitchFamily="2" charset="-122"/>
                </a:rPr>
                <a:t>100</a:t>
              </a:r>
              <a:endParaRPr lang="en-US" altLang="zh-CN" sz="1600">
                <a:solidFill>
                  <a:schemeClr val="tx1"/>
                </a:solidFill>
                <a:latin typeface="Times New Roman" panose="02020603050405020304" charset="0"/>
                <a:ea typeface="宋体" panose="02010600030101010101" pitchFamily="2" charset="-122"/>
              </a:endParaRPr>
            </a:p>
          </p:txBody>
        </p:sp>
        <p:sp>
          <p:nvSpPr>
            <p:cNvPr id="78878" name="矩形 78877"/>
            <p:cNvSpPr/>
            <p:nvPr/>
          </p:nvSpPr>
          <p:spPr>
            <a:xfrm>
              <a:off x="2644" y="114"/>
              <a:ext cx="260" cy="182"/>
            </a:xfrm>
            <a:prstGeom prst="rect">
              <a:avLst/>
            </a:prstGeom>
            <a:solidFill>
              <a:srgbClr val="99CCFF"/>
            </a:solidFill>
            <a:ln w="9525" cap="flat" cmpd="sng">
              <a:solidFill>
                <a:srgbClr val="000000"/>
              </a:solidFill>
              <a:prstDash val="solid"/>
              <a:miter/>
              <a:headEnd type="none" w="med" len="med"/>
              <a:tailEnd type="none" w="med" len="med"/>
            </a:ln>
          </p:spPr>
          <p:txBody>
            <a:bodyPr/>
            <a:p>
              <a:pPr marL="914400" lvl="0" indent="-340995" algn="ctr" fontAlgn="base">
                <a:lnSpc>
                  <a:spcPct val="120000"/>
                </a:lnSpc>
                <a:buClr>
                  <a:schemeClr val="tx2"/>
                </a:buClr>
                <a:buSzPct val="95000"/>
                <a:buFont typeface="Wingdings" panose="05000000000000000000" pitchFamily="2" charset="2"/>
                <a:buBlip>
                  <a:blip r:embed="rId1"/>
                </a:buBlip>
              </a:pPr>
              <a:endParaRPr sz="1400" b="1" strike="noStrike" noProof="1">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95262" name="直接连接符 78878"/>
            <p:cNvSpPr/>
            <p:nvPr/>
          </p:nvSpPr>
          <p:spPr>
            <a:xfrm>
              <a:off x="2260" y="228"/>
              <a:ext cx="384" cy="0"/>
            </a:xfrm>
            <a:prstGeom prst="line">
              <a:avLst/>
            </a:prstGeom>
            <a:ln w="9525" cap="flat" cmpd="sng">
              <a:solidFill>
                <a:schemeClr val="tx1"/>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78880" name="矩形 78879"/>
            <p:cNvSpPr/>
            <p:nvPr/>
          </p:nvSpPr>
          <p:spPr>
            <a:xfrm>
              <a:off x="2644" y="523"/>
              <a:ext cx="260" cy="181"/>
            </a:xfrm>
            <a:prstGeom prst="rect">
              <a:avLst/>
            </a:prstGeom>
            <a:solidFill>
              <a:srgbClr val="99CCFF"/>
            </a:solidFill>
            <a:ln w="9525" cap="flat" cmpd="sng">
              <a:solidFill>
                <a:srgbClr val="000000"/>
              </a:solidFill>
              <a:prstDash val="solid"/>
              <a:miter/>
              <a:headEnd type="none" w="med" len="med"/>
              <a:tailEnd type="none" w="med" len="med"/>
            </a:ln>
          </p:spPr>
          <p:txBody>
            <a:bodyPr/>
            <a:p>
              <a:pPr marL="914400" lvl="0" indent="-340995" algn="ctr" fontAlgn="base">
                <a:lnSpc>
                  <a:spcPct val="120000"/>
                </a:lnSpc>
                <a:buClr>
                  <a:schemeClr val="tx2"/>
                </a:buClr>
                <a:buSzPct val="95000"/>
                <a:buFont typeface="Wingdings" panose="05000000000000000000" pitchFamily="2" charset="2"/>
                <a:buBlip>
                  <a:blip r:embed="rId1"/>
                </a:buBlip>
              </a:pPr>
              <a:endParaRPr sz="1400" b="1" strike="noStrike" noProof="1">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95264" name="直接连接符 78880"/>
            <p:cNvSpPr/>
            <p:nvPr/>
          </p:nvSpPr>
          <p:spPr>
            <a:xfrm>
              <a:off x="2260" y="580"/>
              <a:ext cx="384" cy="0"/>
            </a:xfrm>
            <a:prstGeom prst="line">
              <a:avLst/>
            </a:prstGeom>
            <a:ln w="9525" cap="flat" cmpd="sng">
              <a:solidFill>
                <a:schemeClr val="tx1"/>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95265" name="文本框 78881"/>
            <p:cNvSpPr txBox="1"/>
            <p:nvPr/>
          </p:nvSpPr>
          <p:spPr>
            <a:xfrm>
              <a:off x="2706" y="296"/>
              <a:ext cx="299" cy="272"/>
            </a:xfrm>
            <a:prstGeom prst="rect">
              <a:avLst/>
            </a:prstGeom>
            <a:noFill/>
            <a:ln w="9525">
              <a:noFill/>
              <a:miter/>
            </a:ln>
          </p:spPr>
          <p:txBody>
            <a:bodyPr anchor="t"/>
            <a:p>
              <a:pPr lvl="0" algn="just">
                <a:buClr>
                  <a:srgbClr val="000000"/>
                </a:buClr>
              </a:pPr>
              <a:r>
                <a:rPr lang="en-US" altLang="zh-CN" sz="1600" b="0">
                  <a:solidFill>
                    <a:schemeClr val="tx1"/>
                  </a:solidFill>
                  <a:latin typeface="Times New Roman" panose="02020603050405020304" charset="0"/>
                  <a:ea typeface="宋体" panose="02010600030101010101" pitchFamily="2" charset="-122"/>
                  <a:sym typeface="MT Extra" panose="05050102010205020202" pitchFamily="2" charset="2"/>
                </a:rPr>
                <a:t>...</a:t>
              </a:r>
              <a:endParaRPr lang="en-US" altLang="zh-CN" sz="1600" b="0">
                <a:solidFill>
                  <a:schemeClr val="tx1"/>
                </a:solidFill>
                <a:latin typeface="Times New Roman" panose="02020603050405020304" charset="0"/>
                <a:ea typeface="宋体" panose="02010600030101010101" pitchFamily="2" charset="-122"/>
                <a:sym typeface="MT Extra" panose="05050102010205020202" pitchFamily="2" charset="2"/>
              </a:endParaRPr>
            </a:p>
          </p:txBody>
        </p:sp>
        <p:sp>
          <p:nvSpPr>
            <p:cNvPr id="95266" name="文本框 78882"/>
            <p:cNvSpPr txBox="1"/>
            <p:nvPr/>
          </p:nvSpPr>
          <p:spPr>
            <a:xfrm>
              <a:off x="2864" y="1577"/>
              <a:ext cx="282" cy="211"/>
            </a:xfrm>
            <a:prstGeom prst="rect">
              <a:avLst/>
            </a:prstGeom>
            <a:noFill/>
            <a:ln w="9525">
              <a:noFill/>
              <a:miter/>
            </a:ln>
          </p:spPr>
          <p:txBody>
            <a:bodyPr anchor="t">
              <a:spAutoFit/>
            </a:bodyPr>
            <a:p>
              <a:pPr lvl="0">
                <a:spcBef>
                  <a:spcPct val="50000"/>
                </a:spcBef>
                <a:buClr>
                  <a:srgbClr val="000000"/>
                </a:buClr>
              </a:pPr>
              <a:r>
                <a:rPr lang="en-US" altLang="zh-CN" sz="1600">
                  <a:solidFill>
                    <a:schemeClr val="tx1"/>
                  </a:solidFill>
                  <a:latin typeface="Times New Roman" panose="02020603050405020304" charset="0"/>
                  <a:ea typeface="宋体" panose="02010600030101010101" pitchFamily="2" charset="-122"/>
                </a:rPr>
                <a:t>58</a:t>
              </a:r>
              <a:endParaRPr lang="en-US" altLang="zh-CN" sz="1600">
                <a:solidFill>
                  <a:schemeClr val="tx1"/>
                </a:solidFill>
                <a:latin typeface="Times New Roman" panose="02020603050405020304" charset="0"/>
                <a:ea typeface="宋体" panose="02010600030101010101" pitchFamily="2" charset="-122"/>
              </a:endParaRPr>
            </a:p>
          </p:txBody>
        </p:sp>
        <p:sp>
          <p:nvSpPr>
            <p:cNvPr id="95267" name="直接连接符 78883"/>
            <p:cNvSpPr/>
            <p:nvPr/>
          </p:nvSpPr>
          <p:spPr>
            <a:xfrm>
              <a:off x="1331" y="1636"/>
              <a:ext cx="480" cy="0"/>
            </a:xfrm>
            <a:prstGeom prst="line">
              <a:avLst/>
            </a:prstGeom>
            <a:ln w="19050" cap="flat" cmpd="sng">
              <a:solidFill>
                <a:schemeClr val="tx1"/>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78885" name="矩形 78884"/>
            <p:cNvSpPr/>
            <p:nvPr/>
          </p:nvSpPr>
          <p:spPr>
            <a:xfrm>
              <a:off x="2590" y="1582"/>
              <a:ext cx="260" cy="181"/>
            </a:xfrm>
            <a:prstGeom prst="rect">
              <a:avLst/>
            </a:prstGeom>
            <a:solidFill>
              <a:srgbClr val="99CCFF"/>
            </a:solidFill>
            <a:ln w="9525" cap="flat" cmpd="sng">
              <a:solidFill>
                <a:srgbClr val="000000"/>
              </a:solidFill>
              <a:prstDash val="solid"/>
              <a:miter/>
              <a:headEnd type="none" w="med" len="med"/>
              <a:tailEnd type="none" w="med" len="med"/>
            </a:ln>
          </p:spPr>
          <p:txBody>
            <a:bodyPr/>
            <a:p>
              <a:pPr marL="914400" lvl="0" indent="-340995" algn="ctr" fontAlgn="base">
                <a:lnSpc>
                  <a:spcPct val="120000"/>
                </a:lnSpc>
                <a:buClr>
                  <a:schemeClr val="tx2"/>
                </a:buClr>
                <a:buSzPct val="95000"/>
                <a:buFont typeface="Wingdings" panose="05000000000000000000" pitchFamily="2" charset="2"/>
                <a:buBlip>
                  <a:blip r:embed="rId1"/>
                </a:buBlip>
              </a:pPr>
              <a:endParaRPr sz="1400" b="1" strike="noStrike" noProof="1">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78886" name="矩形 78885"/>
            <p:cNvSpPr/>
            <p:nvPr/>
          </p:nvSpPr>
          <p:spPr>
            <a:xfrm>
              <a:off x="2590" y="1990"/>
              <a:ext cx="260" cy="182"/>
            </a:xfrm>
            <a:prstGeom prst="rect">
              <a:avLst/>
            </a:prstGeom>
            <a:solidFill>
              <a:srgbClr val="99CCFF"/>
            </a:solidFill>
            <a:ln w="9525" cap="flat" cmpd="sng">
              <a:solidFill>
                <a:srgbClr val="000000"/>
              </a:solidFill>
              <a:prstDash val="solid"/>
              <a:miter/>
              <a:headEnd type="none" w="med" len="med"/>
              <a:tailEnd type="none" w="med" len="med"/>
            </a:ln>
          </p:spPr>
          <p:txBody>
            <a:bodyPr/>
            <a:p>
              <a:pPr marL="914400" lvl="0" indent="-340995" algn="ctr" fontAlgn="base">
                <a:lnSpc>
                  <a:spcPct val="120000"/>
                </a:lnSpc>
                <a:buClr>
                  <a:schemeClr val="tx2"/>
                </a:buClr>
                <a:buSzPct val="95000"/>
                <a:buFont typeface="Wingdings" panose="05000000000000000000" pitchFamily="2" charset="2"/>
                <a:buBlip>
                  <a:blip r:embed="rId1"/>
                </a:buBlip>
              </a:pPr>
              <a:endParaRPr sz="1400" b="1" strike="noStrike" noProof="1">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95270" name="文本框 78886"/>
            <p:cNvSpPr txBox="1"/>
            <p:nvPr/>
          </p:nvSpPr>
          <p:spPr>
            <a:xfrm>
              <a:off x="2637" y="1768"/>
              <a:ext cx="299" cy="272"/>
            </a:xfrm>
            <a:prstGeom prst="rect">
              <a:avLst/>
            </a:prstGeom>
            <a:noFill/>
            <a:ln w="9525">
              <a:noFill/>
              <a:miter/>
            </a:ln>
          </p:spPr>
          <p:txBody>
            <a:bodyPr anchor="t"/>
            <a:p>
              <a:pPr lvl="0" algn="just">
                <a:buClr>
                  <a:srgbClr val="000000"/>
                </a:buClr>
              </a:pPr>
              <a:r>
                <a:rPr lang="en-US" altLang="zh-CN" sz="1600" b="0">
                  <a:solidFill>
                    <a:schemeClr val="tx1"/>
                  </a:solidFill>
                  <a:latin typeface="Times New Roman" panose="02020603050405020304" charset="0"/>
                  <a:ea typeface="宋体" panose="02010600030101010101" pitchFamily="2" charset="-122"/>
                  <a:sym typeface="MT Extra" panose="05050102010205020202" pitchFamily="2" charset="2"/>
                </a:rPr>
                <a:t>...</a:t>
              </a:r>
              <a:endParaRPr lang="en-US" altLang="zh-CN" sz="1600" b="0">
                <a:solidFill>
                  <a:schemeClr val="tx1"/>
                </a:solidFill>
                <a:latin typeface="Times New Roman" panose="02020603050405020304" charset="0"/>
                <a:ea typeface="宋体" panose="02010600030101010101" pitchFamily="2" charset="-122"/>
                <a:sym typeface="MT Extra" panose="05050102010205020202" pitchFamily="2" charset="2"/>
              </a:endParaRPr>
            </a:p>
          </p:txBody>
        </p:sp>
        <p:sp>
          <p:nvSpPr>
            <p:cNvPr id="95271" name="文本框 78887"/>
            <p:cNvSpPr txBox="1"/>
            <p:nvPr/>
          </p:nvSpPr>
          <p:spPr>
            <a:xfrm>
              <a:off x="2908" y="498"/>
              <a:ext cx="282" cy="211"/>
            </a:xfrm>
            <a:prstGeom prst="rect">
              <a:avLst/>
            </a:prstGeom>
            <a:noFill/>
            <a:ln w="9525">
              <a:noFill/>
              <a:miter/>
            </a:ln>
          </p:spPr>
          <p:txBody>
            <a:bodyPr anchor="t">
              <a:spAutoFit/>
            </a:bodyPr>
            <a:p>
              <a:pPr lvl="0">
                <a:spcBef>
                  <a:spcPct val="50000"/>
                </a:spcBef>
                <a:buClr>
                  <a:srgbClr val="000000"/>
                </a:buClr>
              </a:pPr>
              <a:r>
                <a:rPr lang="en-US" altLang="zh-CN" sz="1600">
                  <a:solidFill>
                    <a:schemeClr val="tx1"/>
                  </a:solidFill>
                  <a:latin typeface="Times New Roman" panose="02020603050405020304" charset="0"/>
                  <a:ea typeface="宋体" panose="02010600030101010101" pitchFamily="2" charset="-122"/>
                </a:rPr>
                <a:t>37</a:t>
              </a:r>
              <a:endParaRPr lang="en-US" altLang="zh-CN" sz="1600">
                <a:solidFill>
                  <a:schemeClr val="tx1"/>
                </a:solidFill>
                <a:latin typeface="Times New Roman" panose="02020603050405020304" charset="0"/>
                <a:ea typeface="宋体" panose="02010600030101010101" pitchFamily="2" charset="-122"/>
              </a:endParaRPr>
            </a:p>
          </p:txBody>
        </p:sp>
        <p:grpSp>
          <p:nvGrpSpPr>
            <p:cNvPr id="95272" name="组合 78888"/>
            <p:cNvGrpSpPr/>
            <p:nvPr/>
          </p:nvGrpSpPr>
          <p:grpSpPr>
            <a:xfrm>
              <a:off x="1824" y="0"/>
              <a:ext cx="515" cy="709"/>
              <a:chOff x="0" y="0"/>
              <a:chExt cx="515" cy="709"/>
            </a:xfrm>
          </p:grpSpPr>
          <p:sp>
            <p:nvSpPr>
              <p:cNvPr id="95273" name="文本框 78889"/>
              <p:cNvSpPr txBox="1"/>
              <p:nvPr/>
            </p:nvSpPr>
            <p:spPr>
              <a:xfrm>
                <a:off x="87" y="0"/>
                <a:ext cx="428" cy="211"/>
              </a:xfrm>
              <a:prstGeom prst="rect">
                <a:avLst/>
              </a:prstGeom>
              <a:noFill/>
              <a:ln w="9525">
                <a:noFill/>
                <a:miter/>
              </a:ln>
            </p:spPr>
            <p:txBody>
              <a:bodyPr anchor="t">
                <a:spAutoFit/>
              </a:bodyPr>
              <a:p>
                <a:pPr lvl="0">
                  <a:spcBef>
                    <a:spcPct val="50000"/>
                  </a:spcBef>
                  <a:buClr>
                    <a:srgbClr val="000000"/>
                  </a:buClr>
                </a:pPr>
                <a:r>
                  <a:rPr lang="en-US" altLang="zh-CN" sz="1600">
                    <a:solidFill>
                      <a:schemeClr val="tx1"/>
                    </a:solidFill>
                    <a:latin typeface="Times New Roman" panose="02020603050405020304" charset="0"/>
                    <a:ea typeface="宋体" panose="02010600030101010101" pitchFamily="2" charset="-122"/>
                  </a:rPr>
                  <a:t>387</a:t>
                </a:r>
                <a:endParaRPr lang="en-US" altLang="zh-CN" sz="1600">
                  <a:solidFill>
                    <a:schemeClr val="tx1"/>
                  </a:solidFill>
                  <a:latin typeface="Times New Roman" panose="02020603050405020304" charset="0"/>
                  <a:ea typeface="宋体" panose="02010600030101010101" pitchFamily="2" charset="-122"/>
                </a:endParaRPr>
              </a:p>
            </p:txBody>
          </p:sp>
          <p:grpSp>
            <p:nvGrpSpPr>
              <p:cNvPr id="95274" name="组合 78890"/>
              <p:cNvGrpSpPr/>
              <p:nvPr/>
            </p:nvGrpSpPr>
            <p:grpSpPr>
              <a:xfrm>
                <a:off x="0" y="208"/>
                <a:ext cx="478" cy="476"/>
                <a:chOff x="0" y="0"/>
                <a:chExt cx="478" cy="476"/>
              </a:xfrm>
            </p:grpSpPr>
            <p:sp>
              <p:nvSpPr>
                <p:cNvPr id="78892" name="矩形 78891"/>
                <p:cNvSpPr/>
                <p:nvPr/>
              </p:nvSpPr>
              <p:spPr>
                <a:xfrm>
                  <a:off x="5" y="0"/>
                  <a:ext cx="469" cy="476"/>
                </a:xfrm>
                <a:prstGeom prst="rect">
                  <a:avLst/>
                </a:prstGeom>
                <a:solidFill>
                  <a:srgbClr val="FFCCFF"/>
                </a:solidFill>
                <a:ln w="9525" cap="flat" cmpd="sng">
                  <a:solidFill>
                    <a:schemeClr val="tx1"/>
                  </a:solidFill>
                  <a:prstDash val="solid"/>
                  <a:miter/>
                  <a:headEnd type="none" w="med" len="med"/>
                  <a:tailEnd type="none" w="med" len="med"/>
                </a:ln>
              </p:spPr>
              <p:txBody>
                <a:bodyPr wrap="none" anchor="ctr"/>
                <a:p>
                  <a:pPr marL="914400" lvl="0" indent="-340995" algn="ctr" fontAlgn="base">
                    <a:lnSpc>
                      <a:spcPct val="120000"/>
                    </a:lnSpc>
                    <a:buClr>
                      <a:schemeClr val="tx2"/>
                    </a:buClr>
                    <a:buSzPct val="95000"/>
                    <a:buFont typeface="Wingdings" panose="05000000000000000000" pitchFamily="2" charset="2"/>
                    <a:buBlip>
                      <a:blip r:embed="rId1"/>
                    </a:buBlip>
                  </a:pPr>
                  <a:endParaRPr sz="1400" b="1" strike="noStrike" noProof="1">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95276" name="直接连接符 78892"/>
                <p:cNvSpPr/>
                <p:nvPr/>
              </p:nvSpPr>
              <p:spPr>
                <a:xfrm>
                  <a:off x="8" y="332"/>
                  <a:ext cx="470" cy="0"/>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95277" name="直接连接符 78893"/>
                <p:cNvSpPr/>
                <p:nvPr/>
              </p:nvSpPr>
              <p:spPr>
                <a:xfrm>
                  <a:off x="0" y="183"/>
                  <a:ext cx="470" cy="0"/>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grpSp>
          <p:sp>
            <p:nvSpPr>
              <p:cNvPr id="95278" name="文本框 78894"/>
              <p:cNvSpPr txBox="1"/>
              <p:nvPr/>
            </p:nvSpPr>
            <p:spPr>
              <a:xfrm>
                <a:off x="97" y="191"/>
                <a:ext cx="355" cy="211"/>
              </a:xfrm>
              <a:prstGeom prst="rect">
                <a:avLst/>
              </a:prstGeom>
              <a:noFill/>
              <a:ln w="9525">
                <a:noFill/>
                <a:miter/>
              </a:ln>
            </p:spPr>
            <p:txBody>
              <a:bodyPr anchor="t">
                <a:spAutoFit/>
              </a:bodyPr>
              <a:p>
                <a:pPr lvl="0">
                  <a:spcBef>
                    <a:spcPct val="50000"/>
                  </a:spcBef>
                  <a:buClr>
                    <a:srgbClr val="000000"/>
                  </a:buClr>
                </a:pPr>
                <a:r>
                  <a:rPr lang="en-US" altLang="zh-CN" sz="1600">
                    <a:solidFill>
                      <a:schemeClr val="tx1"/>
                    </a:solidFill>
                    <a:latin typeface="Times New Roman" panose="02020603050405020304" charset="0"/>
                    <a:ea typeface="宋体" panose="02010600030101010101" pitchFamily="2" charset="-122"/>
                  </a:rPr>
                  <a:t>100</a:t>
                </a:r>
                <a:endParaRPr lang="en-US" altLang="zh-CN" sz="1600">
                  <a:solidFill>
                    <a:schemeClr val="tx1"/>
                  </a:solidFill>
                  <a:latin typeface="Times New Roman" panose="02020603050405020304" charset="0"/>
                  <a:ea typeface="宋体" panose="02010600030101010101" pitchFamily="2" charset="-122"/>
                </a:endParaRPr>
              </a:p>
            </p:txBody>
          </p:sp>
          <p:sp>
            <p:nvSpPr>
              <p:cNvPr id="95279" name="文本框 78895"/>
              <p:cNvSpPr txBox="1"/>
              <p:nvPr/>
            </p:nvSpPr>
            <p:spPr>
              <a:xfrm>
                <a:off x="134" y="498"/>
                <a:ext cx="282" cy="211"/>
              </a:xfrm>
              <a:prstGeom prst="rect">
                <a:avLst/>
              </a:prstGeom>
              <a:noFill/>
              <a:ln w="9525">
                <a:noFill/>
                <a:miter/>
              </a:ln>
            </p:spPr>
            <p:txBody>
              <a:bodyPr anchor="t">
                <a:spAutoFit/>
              </a:bodyPr>
              <a:p>
                <a:pPr lvl="0">
                  <a:spcBef>
                    <a:spcPct val="50000"/>
                  </a:spcBef>
                  <a:buClr>
                    <a:srgbClr val="000000"/>
                  </a:buClr>
                </a:pPr>
                <a:r>
                  <a:rPr lang="en-US" altLang="zh-CN" sz="1600">
                    <a:solidFill>
                      <a:schemeClr val="tx1"/>
                    </a:solidFill>
                    <a:latin typeface="Times New Roman" panose="02020603050405020304" charset="0"/>
                    <a:ea typeface="宋体" panose="02010600030101010101" pitchFamily="2" charset="-122"/>
                  </a:rPr>
                  <a:t>37</a:t>
                </a:r>
                <a:endParaRPr lang="en-US" altLang="zh-CN" sz="1600">
                  <a:solidFill>
                    <a:schemeClr val="tx1"/>
                  </a:solidFill>
                  <a:latin typeface="Times New Roman" panose="02020603050405020304" charset="0"/>
                  <a:ea typeface="宋体" panose="02010600030101010101" pitchFamily="2" charset="-122"/>
                </a:endParaRPr>
              </a:p>
            </p:txBody>
          </p:sp>
          <p:sp>
            <p:nvSpPr>
              <p:cNvPr id="95280" name="文本框 78896"/>
              <p:cNvSpPr txBox="1"/>
              <p:nvPr/>
            </p:nvSpPr>
            <p:spPr>
              <a:xfrm>
                <a:off x="168" y="350"/>
                <a:ext cx="299" cy="272"/>
              </a:xfrm>
              <a:prstGeom prst="rect">
                <a:avLst/>
              </a:prstGeom>
              <a:noFill/>
              <a:ln w="9525">
                <a:noFill/>
                <a:miter/>
              </a:ln>
            </p:spPr>
            <p:txBody>
              <a:bodyPr anchor="t"/>
              <a:p>
                <a:pPr lvl="0" algn="just">
                  <a:buClr>
                    <a:srgbClr val="000000"/>
                  </a:buClr>
                </a:pPr>
                <a:r>
                  <a:rPr lang="en-US" altLang="zh-CN" sz="1600" b="0">
                    <a:solidFill>
                      <a:schemeClr val="tx1"/>
                    </a:solidFill>
                    <a:latin typeface="Times New Roman" panose="02020603050405020304" charset="0"/>
                    <a:ea typeface="宋体" panose="02010600030101010101" pitchFamily="2" charset="-122"/>
                    <a:sym typeface="MT Extra" panose="05050102010205020202" pitchFamily="2" charset="2"/>
                  </a:rPr>
                  <a:t>...</a:t>
                </a:r>
                <a:endParaRPr lang="en-US" altLang="zh-CN" sz="1600" b="0">
                  <a:solidFill>
                    <a:schemeClr val="tx1"/>
                  </a:solidFill>
                  <a:latin typeface="Times New Roman" panose="02020603050405020304" charset="0"/>
                  <a:ea typeface="宋体" panose="02010600030101010101" pitchFamily="2" charset="-122"/>
                  <a:sym typeface="MT Extra" panose="05050102010205020202" pitchFamily="2" charset="2"/>
                </a:endParaRPr>
              </a:p>
            </p:txBody>
          </p:sp>
        </p:grpSp>
        <p:sp>
          <p:nvSpPr>
            <p:cNvPr id="95281" name="文本框 78897"/>
            <p:cNvSpPr txBox="1"/>
            <p:nvPr/>
          </p:nvSpPr>
          <p:spPr>
            <a:xfrm>
              <a:off x="2846" y="1971"/>
              <a:ext cx="356" cy="211"/>
            </a:xfrm>
            <a:prstGeom prst="rect">
              <a:avLst/>
            </a:prstGeom>
            <a:noFill/>
            <a:ln w="9525">
              <a:noFill/>
              <a:miter/>
            </a:ln>
          </p:spPr>
          <p:txBody>
            <a:bodyPr anchor="t">
              <a:spAutoFit/>
            </a:bodyPr>
            <a:p>
              <a:pPr lvl="0">
                <a:spcBef>
                  <a:spcPct val="50000"/>
                </a:spcBef>
                <a:buClr>
                  <a:srgbClr val="000000"/>
                </a:buClr>
              </a:pPr>
              <a:r>
                <a:rPr lang="en-US" altLang="zh-CN" sz="1600">
                  <a:solidFill>
                    <a:schemeClr val="tx1"/>
                  </a:solidFill>
                  <a:latin typeface="Times New Roman" panose="02020603050405020304" charset="0"/>
                  <a:ea typeface="宋体" panose="02010600030101010101" pitchFamily="2" charset="-122"/>
                </a:rPr>
                <a:t>322</a:t>
              </a:r>
              <a:endParaRPr lang="en-US" altLang="zh-CN" sz="1600">
                <a:solidFill>
                  <a:schemeClr val="tx1"/>
                </a:solidFill>
                <a:latin typeface="Times New Roman" panose="02020603050405020304" charset="0"/>
                <a:ea typeface="宋体" panose="02010600030101010101" pitchFamily="2" charset="-122"/>
              </a:endParaRPr>
            </a:p>
          </p:txBody>
        </p:sp>
        <p:sp>
          <p:nvSpPr>
            <p:cNvPr id="95282" name="文本框 78898"/>
            <p:cNvSpPr txBox="1"/>
            <p:nvPr/>
          </p:nvSpPr>
          <p:spPr>
            <a:xfrm>
              <a:off x="873" y="542"/>
              <a:ext cx="299" cy="272"/>
            </a:xfrm>
            <a:prstGeom prst="rect">
              <a:avLst/>
            </a:prstGeom>
            <a:noFill/>
            <a:ln w="9525">
              <a:noFill/>
              <a:miter/>
            </a:ln>
          </p:spPr>
          <p:txBody>
            <a:bodyPr anchor="t"/>
            <a:p>
              <a:pPr lvl="0" algn="just">
                <a:buClr>
                  <a:srgbClr val="000000"/>
                </a:buClr>
              </a:pPr>
              <a:r>
                <a:rPr lang="en-US" altLang="zh-CN" sz="1600" b="0">
                  <a:solidFill>
                    <a:schemeClr val="tx1"/>
                  </a:solidFill>
                  <a:latin typeface="Times New Roman" panose="02020603050405020304" charset="0"/>
                  <a:ea typeface="宋体" panose="02010600030101010101" pitchFamily="2" charset="-122"/>
                  <a:sym typeface="MT Extra" panose="05050102010205020202" pitchFamily="2" charset="2"/>
                </a:rPr>
                <a:t>...</a:t>
              </a:r>
              <a:endParaRPr lang="en-US" altLang="zh-CN" sz="1600" b="0">
                <a:solidFill>
                  <a:schemeClr val="tx1"/>
                </a:solidFill>
                <a:latin typeface="Times New Roman" panose="02020603050405020304" charset="0"/>
                <a:ea typeface="宋体" panose="02010600030101010101" pitchFamily="2" charset="-122"/>
                <a:sym typeface="MT Extra" panose="05050102010205020202" pitchFamily="2" charset="2"/>
              </a:endParaRPr>
            </a:p>
          </p:txBody>
        </p:sp>
        <p:grpSp>
          <p:nvGrpSpPr>
            <p:cNvPr id="95283" name="组合 78899"/>
            <p:cNvGrpSpPr/>
            <p:nvPr/>
          </p:nvGrpSpPr>
          <p:grpSpPr>
            <a:xfrm>
              <a:off x="1803" y="1426"/>
              <a:ext cx="515" cy="709"/>
              <a:chOff x="0" y="0"/>
              <a:chExt cx="515" cy="709"/>
            </a:xfrm>
          </p:grpSpPr>
          <p:sp>
            <p:nvSpPr>
              <p:cNvPr id="95284" name="文本框 78900"/>
              <p:cNvSpPr txBox="1"/>
              <p:nvPr/>
            </p:nvSpPr>
            <p:spPr>
              <a:xfrm>
                <a:off x="87" y="0"/>
                <a:ext cx="428" cy="211"/>
              </a:xfrm>
              <a:prstGeom prst="rect">
                <a:avLst/>
              </a:prstGeom>
              <a:noFill/>
              <a:ln w="9525">
                <a:noFill/>
                <a:miter/>
              </a:ln>
            </p:spPr>
            <p:txBody>
              <a:bodyPr anchor="t">
                <a:spAutoFit/>
              </a:bodyPr>
              <a:p>
                <a:pPr lvl="0">
                  <a:spcBef>
                    <a:spcPct val="50000"/>
                  </a:spcBef>
                  <a:buClr>
                    <a:srgbClr val="000000"/>
                  </a:buClr>
                </a:pPr>
                <a:r>
                  <a:rPr lang="en-US" altLang="zh-CN" sz="1600">
                    <a:solidFill>
                      <a:schemeClr val="tx1"/>
                    </a:solidFill>
                    <a:latin typeface="Times New Roman" panose="02020603050405020304" charset="0"/>
                    <a:ea typeface="宋体" panose="02010600030101010101" pitchFamily="2" charset="-122"/>
                  </a:rPr>
                  <a:t>200</a:t>
                </a:r>
                <a:endParaRPr lang="en-US" altLang="zh-CN" sz="1600">
                  <a:solidFill>
                    <a:schemeClr val="tx1"/>
                  </a:solidFill>
                  <a:latin typeface="Times New Roman" panose="02020603050405020304" charset="0"/>
                  <a:ea typeface="宋体" panose="02010600030101010101" pitchFamily="2" charset="-122"/>
                </a:endParaRPr>
              </a:p>
            </p:txBody>
          </p:sp>
          <p:grpSp>
            <p:nvGrpSpPr>
              <p:cNvPr id="95285" name="组合 78901"/>
              <p:cNvGrpSpPr/>
              <p:nvPr/>
            </p:nvGrpSpPr>
            <p:grpSpPr>
              <a:xfrm>
                <a:off x="0" y="208"/>
                <a:ext cx="478" cy="476"/>
                <a:chOff x="0" y="0"/>
                <a:chExt cx="478" cy="476"/>
              </a:xfrm>
            </p:grpSpPr>
            <p:sp>
              <p:nvSpPr>
                <p:cNvPr id="78903" name="矩形 78902"/>
                <p:cNvSpPr/>
                <p:nvPr/>
              </p:nvSpPr>
              <p:spPr>
                <a:xfrm>
                  <a:off x="5" y="0"/>
                  <a:ext cx="469" cy="476"/>
                </a:xfrm>
                <a:prstGeom prst="rect">
                  <a:avLst/>
                </a:prstGeom>
                <a:solidFill>
                  <a:srgbClr val="FFCCFF"/>
                </a:solidFill>
                <a:ln w="9525" cap="flat" cmpd="sng">
                  <a:solidFill>
                    <a:schemeClr val="tx1"/>
                  </a:solidFill>
                  <a:prstDash val="solid"/>
                  <a:miter/>
                  <a:headEnd type="none" w="med" len="med"/>
                  <a:tailEnd type="none" w="med" len="med"/>
                </a:ln>
              </p:spPr>
              <p:txBody>
                <a:bodyPr wrap="none" anchor="ctr"/>
                <a:p>
                  <a:pPr marL="914400" lvl="0" indent="-340995" algn="ctr" fontAlgn="base">
                    <a:lnSpc>
                      <a:spcPct val="120000"/>
                    </a:lnSpc>
                    <a:buClr>
                      <a:schemeClr val="tx2"/>
                    </a:buClr>
                    <a:buSzPct val="95000"/>
                    <a:buFont typeface="Wingdings" panose="05000000000000000000" pitchFamily="2" charset="2"/>
                    <a:buBlip>
                      <a:blip r:embed="rId1"/>
                    </a:buBlip>
                  </a:pPr>
                  <a:endParaRPr sz="1400" b="1" strike="noStrike" noProof="1">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95287" name="直接连接符 78903"/>
                <p:cNvSpPr/>
                <p:nvPr/>
              </p:nvSpPr>
              <p:spPr>
                <a:xfrm>
                  <a:off x="8" y="332"/>
                  <a:ext cx="470" cy="0"/>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95288" name="直接连接符 78904"/>
                <p:cNvSpPr/>
                <p:nvPr/>
              </p:nvSpPr>
              <p:spPr>
                <a:xfrm>
                  <a:off x="0" y="183"/>
                  <a:ext cx="470" cy="0"/>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grpSp>
          <p:sp>
            <p:nvSpPr>
              <p:cNvPr id="95289" name="文本框 78905"/>
              <p:cNvSpPr txBox="1"/>
              <p:nvPr/>
            </p:nvSpPr>
            <p:spPr>
              <a:xfrm>
                <a:off x="124" y="190"/>
                <a:ext cx="355" cy="211"/>
              </a:xfrm>
              <a:prstGeom prst="rect">
                <a:avLst/>
              </a:prstGeom>
              <a:noFill/>
              <a:ln w="9525">
                <a:noFill/>
                <a:miter/>
              </a:ln>
            </p:spPr>
            <p:txBody>
              <a:bodyPr anchor="t">
                <a:spAutoFit/>
              </a:bodyPr>
              <a:p>
                <a:pPr lvl="0">
                  <a:spcBef>
                    <a:spcPct val="50000"/>
                  </a:spcBef>
                  <a:buClr>
                    <a:srgbClr val="000000"/>
                  </a:buClr>
                </a:pPr>
                <a:r>
                  <a:rPr lang="en-US" altLang="zh-CN" sz="1600">
                    <a:solidFill>
                      <a:schemeClr val="tx1"/>
                    </a:solidFill>
                    <a:latin typeface="Times New Roman" panose="02020603050405020304" charset="0"/>
                    <a:ea typeface="宋体" panose="02010600030101010101" pitchFamily="2" charset="-122"/>
                  </a:rPr>
                  <a:t>58</a:t>
                </a:r>
                <a:endParaRPr lang="en-US" altLang="zh-CN" sz="1600">
                  <a:solidFill>
                    <a:schemeClr val="tx1"/>
                  </a:solidFill>
                  <a:latin typeface="Times New Roman" panose="02020603050405020304" charset="0"/>
                  <a:ea typeface="宋体" panose="02010600030101010101" pitchFamily="2" charset="-122"/>
                </a:endParaRPr>
              </a:p>
            </p:txBody>
          </p:sp>
          <p:sp>
            <p:nvSpPr>
              <p:cNvPr id="95290" name="文本框 78906"/>
              <p:cNvSpPr txBox="1"/>
              <p:nvPr/>
            </p:nvSpPr>
            <p:spPr>
              <a:xfrm>
                <a:off x="89" y="498"/>
                <a:ext cx="382" cy="211"/>
              </a:xfrm>
              <a:prstGeom prst="rect">
                <a:avLst/>
              </a:prstGeom>
              <a:noFill/>
              <a:ln w="9525">
                <a:noFill/>
                <a:miter/>
              </a:ln>
            </p:spPr>
            <p:txBody>
              <a:bodyPr anchor="t">
                <a:spAutoFit/>
              </a:bodyPr>
              <a:p>
                <a:pPr lvl="0">
                  <a:spcBef>
                    <a:spcPct val="50000"/>
                  </a:spcBef>
                  <a:buClr>
                    <a:srgbClr val="000000"/>
                  </a:buClr>
                </a:pPr>
                <a:r>
                  <a:rPr lang="en-US" altLang="zh-CN" sz="1600">
                    <a:solidFill>
                      <a:schemeClr val="tx1"/>
                    </a:solidFill>
                    <a:latin typeface="Times New Roman" panose="02020603050405020304" charset="0"/>
                    <a:ea typeface="宋体" panose="02010600030101010101" pitchFamily="2" charset="-122"/>
                  </a:rPr>
                  <a:t>322</a:t>
                </a:r>
                <a:endParaRPr lang="en-US" altLang="zh-CN" sz="1600">
                  <a:solidFill>
                    <a:schemeClr val="tx1"/>
                  </a:solidFill>
                  <a:latin typeface="Times New Roman" panose="02020603050405020304" charset="0"/>
                  <a:ea typeface="宋体" panose="02010600030101010101" pitchFamily="2" charset="-122"/>
                </a:endParaRPr>
              </a:p>
            </p:txBody>
          </p:sp>
          <p:sp>
            <p:nvSpPr>
              <p:cNvPr id="95291" name="文本框 78907"/>
              <p:cNvSpPr txBox="1"/>
              <p:nvPr/>
            </p:nvSpPr>
            <p:spPr>
              <a:xfrm>
                <a:off x="168" y="350"/>
                <a:ext cx="299" cy="272"/>
              </a:xfrm>
              <a:prstGeom prst="rect">
                <a:avLst/>
              </a:prstGeom>
              <a:noFill/>
              <a:ln w="9525">
                <a:noFill/>
                <a:miter/>
              </a:ln>
            </p:spPr>
            <p:txBody>
              <a:bodyPr anchor="t"/>
              <a:p>
                <a:pPr lvl="0" algn="just">
                  <a:buClr>
                    <a:srgbClr val="000000"/>
                  </a:buClr>
                </a:pPr>
                <a:r>
                  <a:rPr lang="en-US" altLang="zh-CN" sz="1600" b="0">
                    <a:solidFill>
                      <a:schemeClr val="tx1"/>
                    </a:solidFill>
                    <a:latin typeface="Times New Roman" panose="02020603050405020304" charset="0"/>
                    <a:ea typeface="宋体" panose="02010600030101010101" pitchFamily="2" charset="-122"/>
                    <a:sym typeface="MT Extra" panose="05050102010205020202" pitchFamily="2" charset="2"/>
                  </a:rPr>
                  <a:t>...</a:t>
                </a:r>
                <a:endParaRPr lang="en-US" altLang="zh-CN" sz="1600" b="0">
                  <a:solidFill>
                    <a:schemeClr val="tx1"/>
                  </a:solidFill>
                  <a:latin typeface="Times New Roman" panose="02020603050405020304" charset="0"/>
                  <a:ea typeface="宋体" panose="02010600030101010101" pitchFamily="2" charset="-122"/>
                  <a:sym typeface="MT Extra" panose="05050102010205020202" pitchFamily="2" charset="2"/>
                </a:endParaRPr>
              </a:p>
            </p:txBody>
          </p:sp>
        </p:grpSp>
        <p:sp>
          <p:nvSpPr>
            <p:cNvPr id="95292" name="直接连接符 78908"/>
            <p:cNvSpPr/>
            <p:nvPr/>
          </p:nvSpPr>
          <p:spPr>
            <a:xfrm>
              <a:off x="1349" y="210"/>
              <a:ext cx="480" cy="0"/>
            </a:xfrm>
            <a:prstGeom prst="line">
              <a:avLst/>
            </a:prstGeom>
            <a:ln w="19050" cap="flat" cmpd="sng">
              <a:solidFill>
                <a:schemeClr val="tx1"/>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grpSp>
      <p:sp>
        <p:nvSpPr>
          <p:cNvPr id="78910" name="文本框 78909"/>
          <p:cNvSpPr txBox="1"/>
          <p:nvPr/>
        </p:nvSpPr>
        <p:spPr>
          <a:xfrm>
            <a:off x="3094038" y="4505325"/>
            <a:ext cx="2811462" cy="336550"/>
          </a:xfrm>
          <a:prstGeom prst="rect">
            <a:avLst/>
          </a:prstGeom>
          <a:noFill/>
          <a:ln w="9525">
            <a:noFill/>
            <a:miter/>
          </a:ln>
        </p:spPr>
        <p:txBody>
          <a:bodyPr anchor="t">
            <a:spAutoFit/>
          </a:bodyPr>
          <a:p>
            <a:pPr lvl="0">
              <a:spcBef>
                <a:spcPct val="30000"/>
              </a:spcBef>
              <a:buClr>
                <a:srgbClr val="000000"/>
              </a:buClr>
            </a:pPr>
            <a:r>
              <a:rPr lang="en-US" altLang="zh-CN" sz="1600" b="0">
                <a:solidFill>
                  <a:schemeClr val="tx1"/>
                </a:solidFill>
                <a:latin typeface="Times New Roman" panose="02020603050405020304" charset="0"/>
                <a:ea typeface="宋体" panose="02010600030101010101" pitchFamily="2" charset="-122"/>
              </a:rPr>
              <a:t>UNIX 7</a:t>
            </a:r>
            <a:r>
              <a:rPr lang="en-US" altLang="zh-CN" sz="1600" b="0">
                <a:solidFill>
                  <a:schemeClr val="tx1"/>
                </a:solidFill>
                <a:latin typeface="Arial" panose="02080604020202020204" pitchFamily="34" charset="0"/>
                <a:ea typeface="宋体" panose="02010600030101010101" pitchFamily="2" charset="-122"/>
              </a:rPr>
              <a:t> </a:t>
            </a:r>
            <a:r>
              <a:rPr lang="zh-CN" altLang="en-US" sz="1600" b="0">
                <a:solidFill>
                  <a:schemeClr val="tx1"/>
                </a:solidFill>
                <a:latin typeface="Arial" panose="02080604020202020204" pitchFamily="34" charset="0"/>
                <a:ea typeface="宋体" panose="02010600030101010101" pitchFamily="2" charset="-122"/>
              </a:rPr>
              <a:t>版本的大型文件结构</a:t>
            </a:r>
            <a:endParaRPr lang="zh-CN" altLang="en-US" sz="1600" b="0">
              <a:solidFill>
                <a:schemeClr val="tx1"/>
              </a:solidFill>
              <a:latin typeface="Arial" panose="02080604020202020204" pitchFamily="34" charset="0"/>
              <a:ea typeface="宋体" panose="02010600030101010101" pitchFamily="2" charset="-122"/>
            </a:endParaRPr>
          </a:p>
        </p:txBody>
      </p:sp>
      <p:sp>
        <p:nvSpPr>
          <p:cNvPr id="78911" name="矩形 78910"/>
          <p:cNvSpPr/>
          <p:nvPr/>
        </p:nvSpPr>
        <p:spPr>
          <a:xfrm>
            <a:off x="381000" y="4286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Arial" panose="02080604020202020204" pitchFamily="34" charset="0"/>
                <a:ea typeface="宋体" panose="02010600030101010101" pitchFamily="2" charset="-122"/>
                <a:cs typeface="+mn-ea"/>
              </a:rPr>
              <a:t>文件系统</a:t>
            </a:r>
            <a:r>
              <a:rPr lang="en-US" altLang="zh-CN" sz="2400" strike="noStrike" noProof="1">
                <a:latin typeface="Arial" panose="02080604020202020204" pitchFamily="34" charset="0"/>
                <a:ea typeface="宋体" panose="02010600030101010101" pitchFamily="2" charset="-122"/>
                <a:cs typeface="+mn-ea"/>
              </a:rPr>
              <a:t>——</a:t>
            </a:r>
            <a:r>
              <a:rPr lang="en-US" altLang="zh-CN" sz="2400" strike="noStrike" noProof="1">
                <a:latin typeface="Times New Roman" panose="02020603050405020304" charset="0"/>
                <a:ea typeface="宋体" panose="02010600030101010101" pitchFamily="2" charset="-122"/>
                <a:cs typeface="+mn-ea"/>
              </a:rPr>
              <a:t>UNIX</a:t>
            </a:r>
            <a:r>
              <a:rPr lang="zh-CN" altLang="en-US" sz="2400" strike="noStrike" noProof="1">
                <a:latin typeface="Arial" panose="02080604020202020204" pitchFamily="34" charset="0"/>
                <a:ea typeface="宋体" panose="02010600030101010101" pitchFamily="2" charset="-122"/>
                <a:cs typeface="+mn-ea"/>
              </a:rPr>
              <a:t>文件系统的主要结构及实现</a:t>
            </a:r>
            <a:endParaRPr lang="zh-CN" altLang="en-US" sz="2400" strike="noStrike" noProof="1">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78852" grpId="0"/>
      <p:bldP spid="78910" grpId="0"/>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6257" name="文本框 79873"/>
          <p:cNvSpPr txBox="1"/>
          <p:nvPr/>
        </p:nvSpPr>
        <p:spPr>
          <a:xfrm>
            <a:off x="8493125" y="6510338"/>
            <a:ext cx="376238"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buFont typeface="Wingdings" panose="05000000000000000000" pitchFamily="2" charset="2"/>
              <a:buNone/>
            </a:pPr>
            <a:r>
              <a:rPr lang="en-US" altLang="zh-CN" b="0">
                <a:solidFill>
                  <a:schemeClr val="tx2"/>
                </a:solidFill>
                <a:latin typeface="Times New Roman" panose="02020603050405020304" charset="0"/>
                <a:ea typeface="宋体" panose="02010600030101010101" pitchFamily="2" charset="-122"/>
              </a:rPr>
              <a:t>53</a:t>
            </a:r>
            <a:endParaRPr lang="en-US" altLang="zh-CN" b="0">
              <a:solidFill>
                <a:schemeClr val="tx2"/>
              </a:solidFill>
              <a:latin typeface="Times New Roman" panose="02020603050405020304" charset="0"/>
              <a:ea typeface="宋体" panose="02010600030101010101" pitchFamily="2" charset="-122"/>
            </a:endParaRPr>
          </a:p>
        </p:txBody>
      </p:sp>
      <p:sp>
        <p:nvSpPr>
          <p:cNvPr id="79875" name="矩形 79874"/>
          <p:cNvSpPr/>
          <p:nvPr/>
        </p:nvSpPr>
        <p:spPr>
          <a:xfrm>
            <a:off x="515938" y="488950"/>
            <a:ext cx="3587750" cy="530225"/>
          </a:xfrm>
          <a:prstGeom prst="rect">
            <a:avLst/>
          </a:prstGeom>
          <a:noFill/>
          <a:ln w="9525">
            <a:noFill/>
            <a:miter/>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914400" lvl="1" indent="-457200" fontAlgn="base">
              <a:lnSpc>
                <a:spcPct val="120000"/>
              </a:lnSpc>
              <a:buNone/>
            </a:pPr>
            <a:r>
              <a:rPr lang="en-US" altLang="zh-CN" sz="2400" b="1" strike="noStrike" noProof="1">
                <a:solidFill>
                  <a:schemeClr val="tx1"/>
                </a:solidFill>
                <a:latin typeface="宋体" panose="02010600030101010101" pitchFamily="2" charset="-122"/>
                <a:ea typeface="宋体" panose="02010600030101010101" pitchFamily="2" charset="-122"/>
                <a:cs typeface="+mn-cs"/>
              </a:rPr>
              <a:t>ⅲ </a:t>
            </a:r>
            <a:r>
              <a:rPr lang="zh-CN" altLang="en-US" sz="2400" b="1" strike="noStrike" noProof="1">
                <a:solidFill>
                  <a:schemeClr val="tx1"/>
                </a:solidFill>
                <a:latin typeface="Times New Roman" panose="02020603050405020304" charset="0"/>
                <a:ea typeface="宋体" panose="02010600030101010101" pitchFamily="2" charset="-122"/>
                <a:cs typeface="+mn-cs"/>
              </a:rPr>
              <a:t>巨型文件</a:t>
            </a:r>
            <a:endParaRPr lang="zh-CN" altLang="en-US" sz="2400" b="1" strike="noStrike" noProof="1">
              <a:solidFill>
                <a:schemeClr val="tx1"/>
              </a:solidFill>
              <a:latin typeface="Times New Roman" panose="02020603050405020304" charset="0"/>
              <a:ea typeface="宋体" panose="02010600030101010101" pitchFamily="2" charset="-122"/>
            </a:endParaRPr>
          </a:p>
        </p:txBody>
      </p:sp>
      <p:grpSp>
        <p:nvGrpSpPr>
          <p:cNvPr id="79876" name="组合 79875"/>
          <p:cNvGrpSpPr/>
          <p:nvPr/>
        </p:nvGrpSpPr>
        <p:grpSpPr>
          <a:xfrm>
            <a:off x="314325" y="906145"/>
            <a:ext cx="8477250" cy="5305425"/>
            <a:chOff x="0" y="0"/>
            <a:chExt cx="4606" cy="3484"/>
          </a:xfrm>
        </p:grpSpPr>
        <p:sp>
          <p:nvSpPr>
            <p:cNvPr id="96260" name="文本框 79876"/>
            <p:cNvSpPr txBox="1"/>
            <p:nvPr/>
          </p:nvSpPr>
          <p:spPr>
            <a:xfrm>
              <a:off x="4187" y="2206"/>
              <a:ext cx="385" cy="220"/>
            </a:xfrm>
            <a:prstGeom prst="rect">
              <a:avLst/>
            </a:prstGeom>
            <a:noFill/>
            <a:ln w="9525">
              <a:noFill/>
              <a:miter/>
            </a:ln>
          </p:spPr>
          <p:txBody>
            <a:bodyPr wrap="square" anchor="t">
              <a:spAutoFit/>
            </a:bodyPr>
            <a:p>
              <a:pPr lvl="0">
                <a:spcBef>
                  <a:spcPct val="50000"/>
                </a:spcBef>
                <a:buClr>
                  <a:srgbClr val="000000"/>
                </a:buClr>
              </a:pPr>
              <a:r>
                <a:rPr lang="en-US" altLang="zh-CN" sz="1600">
                  <a:solidFill>
                    <a:schemeClr val="tx1"/>
                  </a:solidFill>
                  <a:latin typeface="Times New Roman" panose="02020603050405020304" charset="0"/>
                  <a:ea typeface="宋体" panose="02010600030101010101" pitchFamily="2" charset="-122"/>
                </a:rPr>
                <a:t>296</a:t>
              </a:r>
              <a:endParaRPr lang="en-US" altLang="zh-CN" sz="1600">
                <a:solidFill>
                  <a:schemeClr val="tx1"/>
                </a:solidFill>
                <a:latin typeface="Times New Roman" panose="02020603050405020304" charset="0"/>
                <a:ea typeface="宋体" panose="02010600030101010101" pitchFamily="2" charset="-122"/>
              </a:endParaRPr>
            </a:p>
          </p:txBody>
        </p:sp>
        <p:sp>
          <p:nvSpPr>
            <p:cNvPr id="96261" name="文本框 79877"/>
            <p:cNvSpPr txBox="1"/>
            <p:nvPr/>
          </p:nvSpPr>
          <p:spPr>
            <a:xfrm>
              <a:off x="4196" y="2935"/>
              <a:ext cx="409" cy="220"/>
            </a:xfrm>
            <a:prstGeom prst="rect">
              <a:avLst/>
            </a:prstGeom>
            <a:noFill/>
            <a:ln w="9525">
              <a:noFill/>
              <a:miter/>
            </a:ln>
          </p:spPr>
          <p:txBody>
            <a:bodyPr wrap="square" anchor="t">
              <a:spAutoFit/>
            </a:bodyPr>
            <a:p>
              <a:pPr lvl="0">
                <a:spcBef>
                  <a:spcPct val="50000"/>
                </a:spcBef>
                <a:buClr>
                  <a:srgbClr val="000000"/>
                </a:buClr>
              </a:pPr>
              <a:r>
                <a:rPr lang="en-US" altLang="zh-CN" sz="1600">
                  <a:solidFill>
                    <a:schemeClr val="tx1"/>
                  </a:solidFill>
                  <a:latin typeface="Times New Roman" panose="02020603050405020304" charset="0"/>
                  <a:ea typeface="宋体" panose="02010600030101010101" pitchFamily="2" charset="-122"/>
                </a:rPr>
                <a:t>466</a:t>
              </a:r>
              <a:endParaRPr lang="en-US" altLang="zh-CN" sz="1600">
                <a:solidFill>
                  <a:schemeClr val="tx1"/>
                </a:solidFill>
                <a:latin typeface="Times New Roman" panose="02020603050405020304" charset="0"/>
                <a:ea typeface="宋体" panose="02010600030101010101" pitchFamily="2" charset="-122"/>
              </a:endParaRPr>
            </a:p>
          </p:txBody>
        </p:sp>
        <p:sp>
          <p:nvSpPr>
            <p:cNvPr id="96262" name="直接连接符 79878"/>
            <p:cNvSpPr/>
            <p:nvPr/>
          </p:nvSpPr>
          <p:spPr>
            <a:xfrm>
              <a:off x="3560" y="3347"/>
              <a:ext cx="382" cy="0"/>
            </a:xfrm>
            <a:prstGeom prst="line">
              <a:avLst/>
            </a:prstGeom>
            <a:ln w="9525" cap="flat" cmpd="sng">
              <a:solidFill>
                <a:schemeClr val="tx1"/>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96263" name="直接连接符 79879"/>
            <p:cNvSpPr/>
            <p:nvPr/>
          </p:nvSpPr>
          <p:spPr>
            <a:xfrm>
              <a:off x="3560" y="2645"/>
              <a:ext cx="382" cy="0"/>
            </a:xfrm>
            <a:prstGeom prst="line">
              <a:avLst/>
            </a:prstGeom>
            <a:ln w="9525" cap="flat" cmpd="sng">
              <a:solidFill>
                <a:schemeClr val="tx1"/>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96264" name="直接连接符 79880"/>
            <p:cNvSpPr/>
            <p:nvPr/>
          </p:nvSpPr>
          <p:spPr>
            <a:xfrm>
              <a:off x="3560" y="2328"/>
              <a:ext cx="382" cy="0"/>
            </a:xfrm>
            <a:prstGeom prst="line">
              <a:avLst/>
            </a:prstGeom>
            <a:ln w="9525" cap="flat" cmpd="sng">
              <a:solidFill>
                <a:schemeClr val="tx1"/>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96265" name="直接连接符 79881"/>
            <p:cNvSpPr/>
            <p:nvPr/>
          </p:nvSpPr>
          <p:spPr>
            <a:xfrm>
              <a:off x="2416" y="2708"/>
              <a:ext cx="0" cy="243"/>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96266" name="直接连接符 79882"/>
            <p:cNvSpPr/>
            <p:nvPr/>
          </p:nvSpPr>
          <p:spPr>
            <a:xfrm>
              <a:off x="2480" y="2263"/>
              <a:ext cx="657" cy="0"/>
            </a:xfrm>
            <a:prstGeom prst="line">
              <a:avLst/>
            </a:prstGeom>
            <a:ln w="9525" cap="flat" cmpd="sng">
              <a:solidFill>
                <a:schemeClr val="tx1"/>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96267" name="直接连接符 79883"/>
            <p:cNvSpPr/>
            <p:nvPr/>
          </p:nvSpPr>
          <p:spPr>
            <a:xfrm>
              <a:off x="2458" y="1887"/>
              <a:ext cx="382" cy="0"/>
            </a:xfrm>
            <a:prstGeom prst="line">
              <a:avLst/>
            </a:prstGeom>
            <a:ln w="9525" cap="flat" cmpd="sng">
              <a:solidFill>
                <a:schemeClr val="tx1"/>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96268" name="直接连接符 79884"/>
            <p:cNvSpPr/>
            <p:nvPr/>
          </p:nvSpPr>
          <p:spPr>
            <a:xfrm>
              <a:off x="2458" y="1558"/>
              <a:ext cx="382" cy="0"/>
            </a:xfrm>
            <a:prstGeom prst="line">
              <a:avLst/>
            </a:prstGeom>
            <a:ln w="9525" cap="flat" cmpd="sng">
              <a:solidFill>
                <a:schemeClr val="tx1"/>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96269" name="直接连接符 79885"/>
            <p:cNvSpPr/>
            <p:nvPr/>
          </p:nvSpPr>
          <p:spPr>
            <a:xfrm>
              <a:off x="2458" y="571"/>
              <a:ext cx="382" cy="0"/>
            </a:xfrm>
            <a:prstGeom prst="line">
              <a:avLst/>
            </a:prstGeom>
            <a:ln w="9525" cap="flat" cmpd="sng">
              <a:solidFill>
                <a:schemeClr val="tx1"/>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96270" name="直接连接符 79886"/>
            <p:cNvSpPr/>
            <p:nvPr/>
          </p:nvSpPr>
          <p:spPr>
            <a:xfrm>
              <a:off x="2458" y="242"/>
              <a:ext cx="382" cy="0"/>
            </a:xfrm>
            <a:prstGeom prst="line">
              <a:avLst/>
            </a:prstGeom>
            <a:ln w="9525" cap="flat" cmpd="sng">
              <a:solidFill>
                <a:schemeClr val="tx1"/>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96271" name="文本框 79887"/>
            <p:cNvSpPr txBox="1"/>
            <p:nvPr/>
          </p:nvSpPr>
          <p:spPr>
            <a:xfrm>
              <a:off x="2188" y="819"/>
              <a:ext cx="294" cy="452"/>
            </a:xfrm>
            <a:prstGeom prst="rect">
              <a:avLst/>
            </a:prstGeom>
            <a:noFill/>
            <a:ln w="9525">
              <a:noFill/>
              <a:miter/>
            </a:ln>
          </p:spPr>
          <p:txBody>
            <a:bodyPr anchor="t"/>
            <a:p>
              <a:pPr lvl="0" algn="just">
                <a:buClr>
                  <a:srgbClr val="000000"/>
                </a:buClr>
              </a:pPr>
              <a:r>
                <a:rPr lang="en-US" altLang="zh-CN" sz="1600" b="0">
                  <a:solidFill>
                    <a:schemeClr val="tx1"/>
                  </a:solidFill>
                  <a:latin typeface="Times New Roman" panose="02020603050405020304" charset="0"/>
                  <a:ea typeface="宋体" panose="02010600030101010101" pitchFamily="2" charset="-122"/>
                  <a:sym typeface="MT Extra" panose="05050102010205020202" pitchFamily="2" charset="2"/>
                </a:rPr>
                <a:t>...</a:t>
              </a:r>
              <a:endParaRPr lang="en-US" altLang="zh-CN" sz="1600" b="0">
                <a:solidFill>
                  <a:schemeClr val="tx1"/>
                </a:solidFill>
                <a:latin typeface="Times New Roman" panose="02020603050405020304" charset="0"/>
                <a:ea typeface="宋体" panose="02010600030101010101" pitchFamily="2" charset="-122"/>
                <a:sym typeface="MT Extra" panose="05050102010205020202" pitchFamily="2" charset="2"/>
              </a:endParaRPr>
            </a:p>
            <a:p>
              <a:pPr lvl="0" algn="just">
                <a:buClr>
                  <a:srgbClr val="000000"/>
                </a:buClr>
              </a:pPr>
              <a:r>
                <a:rPr lang="en-US" altLang="zh-CN" sz="1600" b="0">
                  <a:solidFill>
                    <a:schemeClr val="tx1"/>
                  </a:solidFill>
                  <a:latin typeface="Times New Roman" panose="02020603050405020304" charset="0"/>
                  <a:ea typeface="宋体" panose="02010600030101010101" pitchFamily="2" charset="-122"/>
                  <a:sym typeface="MT Extra" panose="05050102010205020202" pitchFamily="2" charset="2"/>
                </a:rPr>
                <a:t>...</a:t>
              </a:r>
              <a:endParaRPr lang="en-US" altLang="zh-CN" sz="1600" b="0">
                <a:solidFill>
                  <a:schemeClr val="tx1"/>
                </a:solidFill>
                <a:latin typeface="Times New Roman" panose="02020603050405020304" charset="0"/>
                <a:ea typeface="宋体" panose="02010600030101010101" pitchFamily="2" charset="-122"/>
                <a:sym typeface="MT Extra" panose="05050102010205020202" pitchFamily="2" charset="2"/>
              </a:endParaRPr>
            </a:p>
          </p:txBody>
        </p:sp>
        <p:sp>
          <p:nvSpPr>
            <p:cNvPr id="96272" name="文本框 79888"/>
            <p:cNvSpPr txBox="1"/>
            <p:nvPr/>
          </p:nvSpPr>
          <p:spPr>
            <a:xfrm>
              <a:off x="592" y="132"/>
              <a:ext cx="820" cy="1706"/>
            </a:xfrm>
            <a:prstGeom prst="rect">
              <a:avLst/>
            </a:prstGeom>
            <a:solidFill>
              <a:srgbClr val="99CCFF"/>
            </a:solidFill>
            <a:ln w="9525" cap="flat" cmpd="sng">
              <a:solidFill>
                <a:srgbClr val="000000"/>
              </a:solidFill>
              <a:prstDash val="solid"/>
              <a:miter/>
              <a:headEnd type="none" w="med" len="med"/>
              <a:tailEnd type="none" w="med" len="med"/>
            </a:ln>
          </p:spPr>
          <p:txBody>
            <a:bodyPr anchor="t"/>
            <a:p>
              <a:pPr lvl="0" algn="just">
                <a:spcBef>
                  <a:spcPct val="10000"/>
                </a:spcBef>
                <a:buClr>
                  <a:srgbClr val="000000"/>
                </a:buClr>
              </a:pPr>
              <a:r>
                <a:rPr lang="en-US" altLang="zh-CN" sz="1600">
                  <a:solidFill>
                    <a:schemeClr val="tx1"/>
                  </a:solidFill>
                  <a:latin typeface="Times New Roman" panose="02020603050405020304" charset="0"/>
                  <a:ea typeface="宋体" panose="02010600030101010101" pitchFamily="2" charset="-122"/>
                </a:rPr>
                <a:t> </a:t>
              </a:r>
              <a:endParaRPr lang="en-US" altLang="zh-CN" sz="1600">
                <a:solidFill>
                  <a:schemeClr val="tx1"/>
                </a:solidFill>
                <a:latin typeface="Times New Roman" panose="02020603050405020304" charset="0"/>
                <a:ea typeface="宋体" panose="02010600030101010101" pitchFamily="2" charset="-122"/>
              </a:endParaRPr>
            </a:p>
            <a:p>
              <a:pPr lvl="0" algn="just">
                <a:spcBef>
                  <a:spcPct val="10000"/>
                </a:spcBef>
                <a:buClr>
                  <a:srgbClr val="000000"/>
                </a:buClr>
              </a:pPr>
              <a:r>
                <a:rPr lang="en-US" altLang="zh-CN" sz="1600">
                  <a:solidFill>
                    <a:schemeClr val="tx1"/>
                  </a:solidFill>
                  <a:latin typeface="Times New Roman" panose="02020603050405020304" charset="0"/>
                  <a:ea typeface="宋体" panose="02010600030101010101" pitchFamily="2" charset="-122"/>
                </a:rPr>
                <a:t> </a:t>
              </a:r>
              <a:endParaRPr lang="en-US" altLang="zh-CN" sz="1600">
                <a:solidFill>
                  <a:schemeClr val="tx1"/>
                </a:solidFill>
                <a:latin typeface="Times New Roman" panose="02020603050405020304" charset="0"/>
                <a:ea typeface="宋体" panose="02010600030101010101" pitchFamily="2" charset="-122"/>
              </a:endParaRPr>
            </a:p>
          </p:txBody>
        </p:sp>
        <p:sp>
          <p:nvSpPr>
            <p:cNvPr id="96273" name="直接连接符 79889"/>
            <p:cNvSpPr/>
            <p:nvPr/>
          </p:nvSpPr>
          <p:spPr>
            <a:xfrm>
              <a:off x="592" y="343"/>
              <a:ext cx="820" cy="1"/>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96274" name="直接连接符 79890"/>
            <p:cNvSpPr/>
            <p:nvPr/>
          </p:nvSpPr>
          <p:spPr>
            <a:xfrm>
              <a:off x="592" y="564"/>
              <a:ext cx="820" cy="1"/>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96275" name="直接连接符 79891"/>
            <p:cNvSpPr/>
            <p:nvPr/>
          </p:nvSpPr>
          <p:spPr>
            <a:xfrm>
              <a:off x="592" y="786"/>
              <a:ext cx="820" cy="1"/>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96276" name="直接连接符 79892"/>
            <p:cNvSpPr/>
            <p:nvPr/>
          </p:nvSpPr>
          <p:spPr>
            <a:xfrm>
              <a:off x="592" y="991"/>
              <a:ext cx="820" cy="1"/>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96277" name="直接连接符 79893"/>
            <p:cNvSpPr/>
            <p:nvPr/>
          </p:nvSpPr>
          <p:spPr>
            <a:xfrm>
              <a:off x="592" y="1210"/>
              <a:ext cx="820" cy="1"/>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96278" name="直接连接符 79894"/>
            <p:cNvSpPr/>
            <p:nvPr/>
          </p:nvSpPr>
          <p:spPr>
            <a:xfrm>
              <a:off x="592" y="1406"/>
              <a:ext cx="820" cy="1"/>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96279" name="直接连接符 79895"/>
            <p:cNvSpPr/>
            <p:nvPr/>
          </p:nvSpPr>
          <p:spPr>
            <a:xfrm>
              <a:off x="592" y="1636"/>
              <a:ext cx="820" cy="1"/>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96280" name="文本框 79896"/>
            <p:cNvSpPr txBox="1"/>
            <p:nvPr/>
          </p:nvSpPr>
          <p:spPr>
            <a:xfrm>
              <a:off x="0" y="82"/>
              <a:ext cx="667" cy="219"/>
            </a:xfrm>
            <a:prstGeom prst="rect">
              <a:avLst/>
            </a:prstGeom>
            <a:noFill/>
            <a:ln w="9525">
              <a:noFill/>
              <a:miter/>
            </a:ln>
          </p:spPr>
          <p:txBody>
            <a:bodyPr anchor="t"/>
            <a:p>
              <a:pPr lvl="0" algn="just">
                <a:buClr>
                  <a:srgbClr val="000000"/>
                </a:buClr>
              </a:pPr>
              <a:r>
                <a:rPr lang="en-US" altLang="zh-CN" sz="1600">
                  <a:solidFill>
                    <a:schemeClr val="tx1"/>
                  </a:solidFill>
                  <a:latin typeface="Times New Roman" panose="02020603050405020304" charset="0"/>
                  <a:ea typeface="宋体" panose="02010600030101010101" pitchFamily="2" charset="-122"/>
                </a:rPr>
                <a:t>i_addr[0]</a:t>
              </a:r>
              <a:endParaRPr lang="en-US" altLang="zh-CN" sz="1600">
                <a:solidFill>
                  <a:schemeClr val="tx1"/>
                </a:solidFill>
                <a:latin typeface="Times New Roman" panose="02020603050405020304" charset="0"/>
                <a:ea typeface="宋体" panose="02010600030101010101" pitchFamily="2" charset="-122"/>
              </a:endParaRPr>
            </a:p>
          </p:txBody>
        </p:sp>
        <p:sp>
          <p:nvSpPr>
            <p:cNvPr id="96281" name="文本框 79897"/>
            <p:cNvSpPr txBox="1"/>
            <p:nvPr/>
          </p:nvSpPr>
          <p:spPr>
            <a:xfrm>
              <a:off x="0" y="307"/>
              <a:ext cx="658" cy="209"/>
            </a:xfrm>
            <a:prstGeom prst="rect">
              <a:avLst/>
            </a:prstGeom>
            <a:noFill/>
            <a:ln w="9525">
              <a:noFill/>
              <a:miter/>
            </a:ln>
          </p:spPr>
          <p:txBody>
            <a:bodyPr anchor="t"/>
            <a:p>
              <a:pPr lvl="0" algn="just">
                <a:buClr>
                  <a:srgbClr val="000000"/>
                </a:buClr>
              </a:pPr>
              <a:r>
                <a:rPr lang="en-US" altLang="zh-CN" sz="1600">
                  <a:solidFill>
                    <a:schemeClr val="tx1"/>
                  </a:solidFill>
                  <a:latin typeface="Times New Roman" panose="02020603050405020304" charset="0"/>
                  <a:ea typeface="宋体" panose="02010600030101010101" pitchFamily="2" charset="-122"/>
                </a:rPr>
                <a:t>i_addr[1]</a:t>
              </a:r>
              <a:endParaRPr lang="en-US" altLang="zh-CN" sz="1600">
                <a:solidFill>
                  <a:schemeClr val="tx1"/>
                </a:solidFill>
                <a:latin typeface="Times New Roman" panose="02020603050405020304" charset="0"/>
                <a:ea typeface="宋体" panose="02010600030101010101" pitchFamily="2" charset="-122"/>
              </a:endParaRPr>
            </a:p>
          </p:txBody>
        </p:sp>
        <p:sp>
          <p:nvSpPr>
            <p:cNvPr id="96282" name="文本框 79898"/>
            <p:cNvSpPr txBox="1"/>
            <p:nvPr/>
          </p:nvSpPr>
          <p:spPr>
            <a:xfrm>
              <a:off x="0" y="520"/>
              <a:ext cx="713" cy="220"/>
            </a:xfrm>
            <a:prstGeom prst="rect">
              <a:avLst/>
            </a:prstGeom>
            <a:noFill/>
            <a:ln w="9525">
              <a:noFill/>
              <a:miter/>
            </a:ln>
          </p:spPr>
          <p:txBody>
            <a:bodyPr anchor="t"/>
            <a:p>
              <a:pPr lvl="0" algn="just">
                <a:buClr>
                  <a:srgbClr val="000000"/>
                </a:buClr>
              </a:pPr>
              <a:r>
                <a:rPr lang="en-US" altLang="zh-CN" sz="1600">
                  <a:solidFill>
                    <a:schemeClr val="tx1"/>
                  </a:solidFill>
                  <a:latin typeface="Times New Roman" panose="02020603050405020304" charset="0"/>
                  <a:ea typeface="宋体" panose="02010600030101010101" pitchFamily="2" charset="-122"/>
                </a:rPr>
                <a:t>i_addr[2]</a:t>
              </a:r>
              <a:endParaRPr lang="en-US" altLang="zh-CN" sz="1600">
                <a:solidFill>
                  <a:schemeClr val="tx1"/>
                </a:solidFill>
                <a:latin typeface="Times New Roman" panose="02020603050405020304" charset="0"/>
                <a:ea typeface="宋体" panose="02010600030101010101" pitchFamily="2" charset="-122"/>
              </a:endParaRPr>
            </a:p>
          </p:txBody>
        </p:sp>
        <p:sp>
          <p:nvSpPr>
            <p:cNvPr id="96283" name="文本框 79899"/>
            <p:cNvSpPr txBox="1"/>
            <p:nvPr/>
          </p:nvSpPr>
          <p:spPr>
            <a:xfrm>
              <a:off x="0" y="727"/>
              <a:ext cx="677" cy="219"/>
            </a:xfrm>
            <a:prstGeom prst="rect">
              <a:avLst/>
            </a:prstGeom>
            <a:noFill/>
            <a:ln w="9525">
              <a:noFill/>
              <a:miter/>
            </a:ln>
          </p:spPr>
          <p:txBody>
            <a:bodyPr anchor="t"/>
            <a:p>
              <a:pPr lvl="0" algn="just">
                <a:buClr>
                  <a:srgbClr val="000000"/>
                </a:buClr>
              </a:pPr>
              <a:r>
                <a:rPr lang="en-US" altLang="zh-CN" sz="1600">
                  <a:solidFill>
                    <a:schemeClr val="tx1"/>
                  </a:solidFill>
                  <a:latin typeface="Times New Roman" panose="02020603050405020304" charset="0"/>
                  <a:ea typeface="宋体" panose="02010600030101010101" pitchFamily="2" charset="-122"/>
                </a:rPr>
                <a:t>i_addr[3]</a:t>
              </a:r>
              <a:endParaRPr lang="en-US" altLang="zh-CN" sz="1600">
                <a:solidFill>
                  <a:schemeClr val="tx1"/>
                </a:solidFill>
                <a:latin typeface="Times New Roman" panose="02020603050405020304" charset="0"/>
                <a:ea typeface="宋体" panose="02010600030101010101" pitchFamily="2" charset="-122"/>
              </a:endParaRPr>
            </a:p>
          </p:txBody>
        </p:sp>
        <p:sp>
          <p:nvSpPr>
            <p:cNvPr id="96284" name="文本框 79900"/>
            <p:cNvSpPr txBox="1"/>
            <p:nvPr/>
          </p:nvSpPr>
          <p:spPr>
            <a:xfrm>
              <a:off x="1" y="960"/>
              <a:ext cx="694" cy="229"/>
            </a:xfrm>
            <a:prstGeom prst="rect">
              <a:avLst/>
            </a:prstGeom>
            <a:noFill/>
            <a:ln w="9525">
              <a:noFill/>
              <a:miter/>
            </a:ln>
          </p:spPr>
          <p:txBody>
            <a:bodyPr anchor="t"/>
            <a:p>
              <a:pPr lvl="0" algn="just">
                <a:buClr>
                  <a:srgbClr val="000000"/>
                </a:buClr>
              </a:pPr>
              <a:r>
                <a:rPr lang="en-US" altLang="zh-CN" sz="1600">
                  <a:solidFill>
                    <a:schemeClr val="tx1"/>
                  </a:solidFill>
                  <a:latin typeface="Times New Roman" panose="02020603050405020304" charset="0"/>
                  <a:ea typeface="宋体" panose="02010600030101010101" pitchFamily="2" charset="-122"/>
                </a:rPr>
                <a:t>i_addr[4]</a:t>
              </a:r>
              <a:endParaRPr lang="en-US" altLang="zh-CN" sz="1600">
                <a:solidFill>
                  <a:schemeClr val="tx1"/>
                </a:solidFill>
                <a:latin typeface="Times New Roman" panose="02020603050405020304" charset="0"/>
                <a:ea typeface="宋体" panose="02010600030101010101" pitchFamily="2" charset="-122"/>
              </a:endParaRPr>
            </a:p>
          </p:txBody>
        </p:sp>
        <p:sp>
          <p:nvSpPr>
            <p:cNvPr id="96285" name="文本框 79901"/>
            <p:cNvSpPr txBox="1"/>
            <p:nvPr/>
          </p:nvSpPr>
          <p:spPr>
            <a:xfrm>
              <a:off x="0" y="1184"/>
              <a:ext cx="649" cy="247"/>
            </a:xfrm>
            <a:prstGeom prst="rect">
              <a:avLst/>
            </a:prstGeom>
            <a:noFill/>
            <a:ln w="9525">
              <a:noFill/>
              <a:miter/>
            </a:ln>
          </p:spPr>
          <p:txBody>
            <a:bodyPr anchor="t"/>
            <a:p>
              <a:pPr lvl="0" algn="just">
                <a:buClr>
                  <a:srgbClr val="000000"/>
                </a:buClr>
              </a:pPr>
              <a:r>
                <a:rPr lang="en-US" altLang="zh-CN" sz="1600">
                  <a:solidFill>
                    <a:schemeClr val="tx1"/>
                  </a:solidFill>
                  <a:latin typeface="Times New Roman" panose="02020603050405020304" charset="0"/>
                  <a:ea typeface="宋体" panose="02010600030101010101" pitchFamily="2" charset="-122"/>
                </a:rPr>
                <a:t>i_addr[5]</a:t>
              </a:r>
              <a:endParaRPr lang="en-US" altLang="zh-CN" sz="1600">
                <a:solidFill>
                  <a:schemeClr val="tx1"/>
                </a:solidFill>
                <a:latin typeface="Times New Roman" panose="02020603050405020304" charset="0"/>
                <a:ea typeface="宋体" panose="02010600030101010101" pitchFamily="2" charset="-122"/>
              </a:endParaRPr>
            </a:p>
          </p:txBody>
        </p:sp>
        <p:sp>
          <p:nvSpPr>
            <p:cNvPr id="96286" name="文本框 79902"/>
            <p:cNvSpPr txBox="1"/>
            <p:nvPr/>
          </p:nvSpPr>
          <p:spPr>
            <a:xfrm>
              <a:off x="1" y="1417"/>
              <a:ext cx="649" cy="221"/>
            </a:xfrm>
            <a:prstGeom prst="rect">
              <a:avLst/>
            </a:prstGeom>
            <a:noFill/>
            <a:ln w="9525">
              <a:noFill/>
              <a:miter/>
            </a:ln>
          </p:spPr>
          <p:txBody>
            <a:bodyPr anchor="t"/>
            <a:p>
              <a:pPr lvl="0" algn="just">
                <a:buClr>
                  <a:srgbClr val="000000"/>
                </a:buClr>
              </a:pPr>
              <a:r>
                <a:rPr lang="en-US" altLang="zh-CN" sz="1600">
                  <a:solidFill>
                    <a:schemeClr val="tx1"/>
                  </a:solidFill>
                  <a:latin typeface="Times New Roman" panose="02020603050405020304" charset="0"/>
                  <a:ea typeface="宋体" panose="02010600030101010101" pitchFamily="2" charset="-122"/>
                </a:rPr>
                <a:t>i_addr[6]</a:t>
              </a:r>
              <a:endParaRPr lang="en-US" altLang="zh-CN" sz="1600">
                <a:solidFill>
                  <a:schemeClr val="tx1"/>
                </a:solidFill>
                <a:latin typeface="Times New Roman" panose="02020603050405020304" charset="0"/>
                <a:ea typeface="宋体" panose="02010600030101010101" pitchFamily="2" charset="-122"/>
              </a:endParaRPr>
            </a:p>
          </p:txBody>
        </p:sp>
        <p:sp>
          <p:nvSpPr>
            <p:cNvPr id="96287" name="文本框 79903"/>
            <p:cNvSpPr txBox="1"/>
            <p:nvPr/>
          </p:nvSpPr>
          <p:spPr>
            <a:xfrm>
              <a:off x="0" y="1614"/>
              <a:ext cx="668" cy="258"/>
            </a:xfrm>
            <a:prstGeom prst="rect">
              <a:avLst/>
            </a:prstGeom>
            <a:noFill/>
            <a:ln w="9525">
              <a:noFill/>
              <a:miter/>
            </a:ln>
          </p:spPr>
          <p:txBody>
            <a:bodyPr anchor="t"/>
            <a:p>
              <a:pPr lvl="0" algn="just">
                <a:buClr>
                  <a:srgbClr val="000000"/>
                </a:buClr>
              </a:pPr>
              <a:r>
                <a:rPr lang="en-US" altLang="zh-CN" sz="1600">
                  <a:solidFill>
                    <a:schemeClr val="tx1"/>
                  </a:solidFill>
                  <a:latin typeface="Times New Roman" panose="02020603050405020304" charset="0"/>
                  <a:ea typeface="宋体" panose="02010600030101010101" pitchFamily="2" charset="-122"/>
                </a:rPr>
                <a:t>i_addr[7]</a:t>
              </a:r>
              <a:endParaRPr lang="en-US" altLang="zh-CN" sz="1600">
                <a:solidFill>
                  <a:schemeClr val="tx1"/>
                </a:solidFill>
                <a:latin typeface="Times New Roman" panose="02020603050405020304" charset="0"/>
                <a:ea typeface="宋体" panose="02010600030101010101" pitchFamily="2" charset="-122"/>
              </a:endParaRPr>
            </a:p>
          </p:txBody>
        </p:sp>
        <p:sp>
          <p:nvSpPr>
            <p:cNvPr id="96288" name="文本框 79904"/>
            <p:cNvSpPr txBox="1"/>
            <p:nvPr/>
          </p:nvSpPr>
          <p:spPr>
            <a:xfrm>
              <a:off x="808" y="120"/>
              <a:ext cx="424" cy="220"/>
            </a:xfrm>
            <a:prstGeom prst="rect">
              <a:avLst/>
            </a:prstGeom>
            <a:noFill/>
            <a:ln w="9525">
              <a:noFill/>
              <a:miter/>
            </a:ln>
          </p:spPr>
          <p:txBody>
            <a:bodyPr anchor="t">
              <a:spAutoFit/>
            </a:bodyPr>
            <a:p>
              <a:pPr lvl="0">
                <a:spcBef>
                  <a:spcPct val="50000"/>
                </a:spcBef>
                <a:buClr>
                  <a:srgbClr val="000000"/>
                </a:buClr>
              </a:pPr>
              <a:r>
                <a:rPr lang="en-US" altLang="zh-CN" sz="1600">
                  <a:solidFill>
                    <a:schemeClr val="tx1"/>
                  </a:solidFill>
                  <a:latin typeface="Times New Roman" panose="02020603050405020304" charset="0"/>
                  <a:ea typeface="宋体" panose="02010600030101010101" pitchFamily="2" charset="-122"/>
                </a:rPr>
                <a:t>387</a:t>
              </a:r>
              <a:endParaRPr lang="en-US" altLang="zh-CN" sz="1600">
                <a:solidFill>
                  <a:schemeClr val="tx1"/>
                </a:solidFill>
                <a:latin typeface="Times New Roman" panose="02020603050405020304" charset="0"/>
                <a:ea typeface="宋体" panose="02010600030101010101" pitchFamily="2" charset="-122"/>
              </a:endParaRPr>
            </a:p>
          </p:txBody>
        </p:sp>
        <p:sp>
          <p:nvSpPr>
            <p:cNvPr id="96289" name="文本框 79905"/>
            <p:cNvSpPr txBox="1"/>
            <p:nvPr/>
          </p:nvSpPr>
          <p:spPr>
            <a:xfrm>
              <a:off x="817" y="352"/>
              <a:ext cx="424" cy="220"/>
            </a:xfrm>
            <a:prstGeom prst="rect">
              <a:avLst/>
            </a:prstGeom>
            <a:noFill/>
            <a:ln w="9525">
              <a:noFill/>
              <a:miter/>
            </a:ln>
          </p:spPr>
          <p:txBody>
            <a:bodyPr anchor="t">
              <a:spAutoFit/>
            </a:bodyPr>
            <a:p>
              <a:pPr lvl="0">
                <a:spcBef>
                  <a:spcPct val="50000"/>
                </a:spcBef>
                <a:buClr>
                  <a:srgbClr val="000000"/>
                </a:buClr>
              </a:pPr>
              <a:r>
                <a:rPr lang="en-US" altLang="zh-CN" sz="1600">
                  <a:solidFill>
                    <a:schemeClr val="tx1"/>
                  </a:solidFill>
                  <a:latin typeface="Times New Roman" panose="02020603050405020304" charset="0"/>
                  <a:ea typeface="宋体" panose="02010600030101010101" pitchFamily="2" charset="-122"/>
                </a:rPr>
                <a:t>139</a:t>
              </a:r>
              <a:endParaRPr lang="en-US" altLang="zh-CN" sz="1600">
                <a:solidFill>
                  <a:schemeClr val="tx1"/>
                </a:solidFill>
                <a:latin typeface="Times New Roman" panose="02020603050405020304" charset="0"/>
                <a:ea typeface="宋体" panose="02010600030101010101" pitchFamily="2" charset="-122"/>
              </a:endParaRPr>
            </a:p>
          </p:txBody>
        </p:sp>
        <p:sp>
          <p:nvSpPr>
            <p:cNvPr id="96290" name="文本框 79906"/>
            <p:cNvSpPr txBox="1"/>
            <p:nvPr/>
          </p:nvSpPr>
          <p:spPr>
            <a:xfrm>
              <a:off x="871" y="1394"/>
              <a:ext cx="424" cy="220"/>
            </a:xfrm>
            <a:prstGeom prst="rect">
              <a:avLst/>
            </a:prstGeom>
            <a:noFill/>
            <a:ln w="9525">
              <a:noFill/>
              <a:miter/>
            </a:ln>
          </p:spPr>
          <p:txBody>
            <a:bodyPr anchor="t">
              <a:spAutoFit/>
            </a:bodyPr>
            <a:p>
              <a:pPr lvl="0">
                <a:spcBef>
                  <a:spcPct val="50000"/>
                </a:spcBef>
                <a:buClr>
                  <a:srgbClr val="000000"/>
                </a:buClr>
              </a:pPr>
              <a:r>
                <a:rPr lang="en-US" altLang="zh-CN" sz="1600">
                  <a:solidFill>
                    <a:schemeClr val="tx1"/>
                  </a:solidFill>
                  <a:latin typeface="Times New Roman" panose="02020603050405020304" charset="0"/>
                  <a:ea typeface="宋体" panose="02010600030101010101" pitchFamily="2" charset="-122"/>
                </a:rPr>
                <a:t>200</a:t>
              </a:r>
              <a:endParaRPr lang="en-US" altLang="zh-CN" sz="1600">
                <a:solidFill>
                  <a:schemeClr val="tx1"/>
                </a:solidFill>
                <a:latin typeface="Times New Roman" panose="02020603050405020304" charset="0"/>
                <a:ea typeface="宋体" panose="02010600030101010101" pitchFamily="2" charset="-122"/>
              </a:endParaRPr>
            </a:p>
          </p:txBody>
        </p:sp>
        <p:sp>
          <p:nvSpPr>
            <p:cNvPr id="96291" name="文本框 79907"/>
            <p:cNvSpPr txBox="1"/>
            <p:nvPr/>
          </p:nvSpPr>
          <p:spPr>
            <a:xfrm>
              <a:off x="3094" y="159"/>
              <a:ext cx="424" cy="220"/>
            </a:xfrm>
            <a:prstGeom prst="rect">
              <a:avLst/>
            </a:prstGeom>
            <a:noFill/>
            <a:ln w="9525">
              <a:noFill/>
              <a:miter/>
            </a:ln>
          </p:spPr>
          <p:txBody>
            <a:bodyPr anchor="t">
              <a:spAutoFit/>
            </a:bodyPr>
            <a:p>
              <a:pPr lvl="0">
                <a:spcBef>
                  <a:spcPct val="50000"/>
                </a:spcBef>
                <a:buClr>
                  <a:srgbClr val="000000"/>
                </a:buClr>
              </a:pPr>
              <a:r>
                <a:rPr lang="en-US" altLang="zh-CN" sz="1600">
                  <a:solidFill>
                    <a:schemeClr val="tx1"/>
                  </a:solidFill>
                  <a:latin typeface="Times New Roman" panose="02020603050405020304" charset="0"/>
                  <a:ea typeface="宋体" panose="02010600030101010101" pitchFamily="2" charset="-122"/>
                </a:rPr>
                <a:t>100</a:t>
              </a:r>
              <a:endParaRPr lang="en-US" altLang="zh-CN" sz="1600">
                <a:solidFill>
                  <a:schemeClr val="tx1"/>
                </a:solidFill>
                <a:latin typeface="Times New Roman" panose="02020603050405020304" charset="0"/>
                <a:ea typeface="宋体" panose="02010600030101010101" pitchFamily="2" charset="-122"/>
              </a:endParaRPr>
            </a:p>
          </p:txBody>
        </p:sp>
        <p:sp>
          <p:nvSpPr>
            <p:cNvPr id="96292" name="直接连接符 79908"/>
            <p:cNvSpPr/>
            <p:nvPr/>
          </p:nvSpPr>
          <p:spPr>
            <a:xfrm>
              <a:off x="1314" y="209"/>
              <a:ext cx="720" cy="0"/>
            </a:xfrm>
            <a:prstGeom prst="line">
              <a:avLst/>
            </a:prstGeom>
            <a:ln w="19050" cap="flat" cmpd="sng">
              <a:solidFill>
                <a:schemeClr val="tx1"/>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79910" name="矩形 79909"/>
            <p:cNvSpPr/>
            <p:nvPr/>
          </p:nvSpPr>
          <p:spPr>
            <a:xfrm>
              <a:off x="2840" y="154"/>
              <a:ext cx="258" cy="164"/>
            </a:xfrm>
            <a:prstGeom prst="rect">
              <a:avLst/>
            </a:prstGeom>
            <a:solidFill>
              <a:srgbClr val="99CCFF"/>
            </a:solidFill>
            <a:ln w="9525" cap="flat" cmpd="sng">
              <a:solidFill>
                <a:srgbClr val="000000"/>
              </a:solidFill>
              <a:prstDash val="solid"/>
              <a:miter/>
              <a:headEnd type="none" w="med" len="med"/>
              <a:tailEnd type="none" w="med" len="med"/>
            </a:ln>
          </p:spPr>
          <p:txBody>
            <a:bodyPr/>
            <a:p>
              <a:pPr marL="914400" lvl="0" indent="-340995" algn="ctr" fontAlgn="base">
                <a:lnSpc>
                  <a:spcPct val="120000"/>
                </a:lnSpc>
                <a:buClr>
                  <a:schemeClr val="tx2"/>
                </a:buClr>
                <a:buSzPct val="95000"/>
                <a:buFont typeface="Wingdings" panose="05000000000000000000" pitchFamily="2" charset="2"/>
                <a:buBlip>
                  <a:blip r:embed="rId1"/>
                </a:buBlip>
              </a:pPr>
              <a:endParaRPr sz="1400" b="1" strike="noStrike" noProof="1">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79911" name="矩形 79910"/>
            <p:cNvSpPr/>
            <p:nvPr/>
          </p:nvSpPr>
          <p:spPr>
            <a:xfrm>
              <a:off x="2840" y="521"/>
              <a:ext cx="258" cy="164"/>
            </a:xfrm>
            <a:prstGeom prst="rect">
              <a:avLst/>
            </a:prstGeom>
            <a:solidFill>
              <a:srgbClr val="99CCFF"/>
            </a:solidFill>
            <a:ln w="9525" cap="flat" cmpd="sng">
              <a:solidFill>
                <a:srgbClr val="000000"/>
              </a:solidFill>
              <a:prstDash val="solid"/>
              <a:miter/>
              <a:headEnd type="none" w="med" len="med"/>
              <a:tailEnd type="none" w="med" len="med"/>
            </a:ln>
          </p:spPr>
          <p:txBody>
            <a:bodyPr/>
            <a:p>
              <a:pPr marL="914400" lvl="0" indent="-340995" algn="ctr" fontAlgn="base">
                <a:lnSpc>
                  <a:spcPct val="120000"/>
                </a:lnSpc>
                <a:buClr>
                  <a:schemeClr val="tx2"/>
                </a:buClr>
                <a:buSzPct val="95000"/>
                <a:buFont typeface="Wingdings" panose="05000000000000000000" pitchFamily="2" charset="2"/>
                <a:buBlip>
                  <a:blip r:embed="rId1"/>
                </a:buBlip>
              </a:pPr>
              <a:endParaRPr sz="1400" b="1" strike="noStrike" noProof="1">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96295" name="文本框 79911"/>
            <p:cNvSpPr txBox="1"/>
            <p:nvPr/>
          </p:nvSpPr>
          <p:spPr>
            <a:xfrm>
              <a:off x="2903" y="318"/>
              <a:ext cx="297" cy="247"/>
            </a:xfrm>
            <a:prstGeom prst="rect">
              <a:avLst/>
            </a:prstGeom>
            <a:noFill/>
            <a:ln w="9525">
              <a:noFill/>
              <a:miter/>
            </a:ln>
          </p:spPr>
          <p:txBody>
            <a:bodyPr anchor="t"/>
            <a:p>
              <a:pPr lvl="0" algn="just">
                <a:buClr>
                  <a:srgbClr val="000000"/>
                </a:buClr>
              </a:pPr>
              <a:r>
                <a:rPr lang="en-US" altLang="zh-CN" sz="1600" b="0">
                  <a:solidFill>
                    <a:schemeClr val="tx1"/>
                  </a:solidFill>
                  <a:latin typeface="Times New Roman" panose="02020603050405020304" charset="0"/>
                  <a:ea typeface="宋体" panose="02010600030101010101" pitchFamily="2" charset="-122"/>
                  <a:sym typeface="MT Extra" panose="05050102010205020202" pitchFamily="2" charset="2"/>
                </a:rPr>
                <a:t>...</a:t>
              </a:r>
              <a:endParaRPr lang="en-US" altLang="zh-CN" sz="1600" b="0">
                <a:solidFill>
                  <a:schemeClr val="tx1"/>
                </a:solidFill>
                <a:latin typeface="Times New Roman" panose="02020603050405020304" charset="0"/>
                <a:ea typeface="宋体" panose="02010600030101010101" pitchFamily="2" charset="-122"/>
                <a:sym typeface="MT Extra" panose="05050102010205020202" pitchFamily="2" charset="2"/>
              </a:endParaRPr>
            </a:p>
          </p:txBody>
        </p:sp>
        <p:sp>
          <p:nvSpPr>
            <p:cNvPr id="96296" name="文本框 79912"/>
            <p:cNvSpPr txBox="1"/>
            <p:nvPr/>
          </p:nvSpPr>
          <p:spPr>
            <a:xfrm>
              <a:off x="3094" y="1448"/>
              <a:ext cx="332" cy="220"/>
            </a:xfrm>
            <a:prstGeom prst="rect">
              <a:avLst/>
            </a:prstGeom>
            <a:noFill/>
            <a:ln w="9525">
              <a:noFill/>
              <a:miter/>
            </a:ln>
          </p:spPr>
          <p:txBody>
            <a:bodyPr anchor="t">
              <a:spAutoFit/>
            </a:bodyPr>
            <a:p>
              <a:pPr lvl="0">
                <a:spcBef>
                  <a:spcPct val="50000"/>
                </a:spcBef>
                <a:buClr>
                  <a:srgbClr val="000000"/>
                </a:buClr>
              </a:pPr>
              <a:r>
                <a:rPr lang="en-US" altLang="zh-CN" sz="1600">
                  <a:solidFill>
                    <a:schemeClr val="tx1"/>
                  </a:solidFill>
                  <a:latin typeface="Times New Roman" panose="02020603050405020304" charset="0"/>
                  <a:ea typeface="宋体" panose="02010600030101010101" pitchFamily="2" charset="-122"/>
                </a:rPr>
                <a:t>58</a:t>
              </a:r>
              <a:endParaRPr lang="en-US" altLang="zh-CN" sz="1600">
                <a:solidFill>
                  <a:schemeClr val="tx1"/>
                </a:solidFill>
                <a:latin typeface="Times New Roman" panose="02020603050405020304" charset="0"/>
                <a:ea typeface="宋体" panose="02010600030101010101" pitchFamily="2" charset="-122"/>
              </a:endParaRPr>
            </a:p>
          </p:txBody>
        </p:sp>
        <p:sp>
          <p:nvSpPr>
            <p:cNvPr id="96297" name="直接连接符 79913"/>
            <p:cNvSpPr/>
            <p:nvPr/>
          </p:nvSpPr>
          <p:spPr>
            <a:xfrm>
              <a:off x="1314" y="1518"/>
              <a:ext cx="720" cy="0"/>
            </a:xfrm>
            <a:prstGeom prst="line">
              <a:avLst/>
            </a:prstGeom>
            <a:ln w="19050" cap="flat" cmpd="sng">
              <a:solidFill>
                <a:schemeClr val="tx1"/>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79915" name="矩形 79914"/>
            <p:cNvSpPr/>
            <p:nvPr/>
          </p:nvSpPr>
          <p:spPr>
            <a:xfrm>
              <a:off x="2840" y="1453"/>
              <a:ext cx="258" cy="165"/>
            </a:xfrm>
            <a:prstGeom prst="rect">
              <a:avLst/>
            </a:prstGeom>
            <a:solidFill>
              <a:srgbClr val="99CCFF"/>
            </a:solidFill>
            <a:ln w="9525" cap="flat" cmpd="sng">
              <a:solidFill>
                <a:srgbClr val="000000"/>
              </a:solidFill>
              <a:prstDash val="solid"/>
              <a:miter/>
              <a:headEnd type="none" w="med" len="med"/>
              <a:tailEnd type="none" w="med" len="med"/>
            </a:ln>
          </p:spPr>
          <p:txBody>
            <a:bodyPr/>
            <a:p>
              <a:pPr marL="914400" lvl="0" indent="-340995" algn="ctr" fontAlgn="base">
                <a:lnSpc>
                  <a:spcPct val="120000"/>
                </a:lnSpc>
                <a:buClr>
                  <a:schemeClr val="tx2"/>
                </a:buClr>
                <a:buSzPct val="95000"/>
                <a:buFont typeface="Wingdings" panose="05000000000000000000" pitchFamily="2" charset="2"/>
                <a:buBlip>
                  <a:blip r:embed="rId1"/>
                </a:buBlip>
              </a:pPr>
              <a:endParaRPr sz="1400" b="1" strike="noStrike" noProof="1">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79916" name="矩形 79915"/>
            <p:cNvSpPr/>
            <p:nvPr/>
          </p:nvSpPr>
          <p:spPr>
            <a:xfrm>
              <a:off x="2840" y="1826"/>
              <a:ext cx="258" cy="164"/>
            </a:xfrm>
            <a:prstGeom prst="rect">
              <a:avLst/>
            </a:prstGeom>
            <a:solidFill>
              <a:srgbClr val="99CCFF"/>
            </a:solidFill>
            <a:ln w="9525" cap="flat" cmpd="sng">
              <a:solidFill>
                <a:srgbClr val="000000"/>
              </a:solidFill>
              <a:prstDash val="solid"/>
              <a:miter/>
              <a:headEnd type="none" w="med" len="med"/>
              <a:tailEnd type="none" w="med" len="med"/>
            </a:ln>
          </p:spPr>
          <p:txBody>
            <a:bodyPr/>
            <a:p>
              <a:pPr marL="914400" lvl="0" indent="-340995" algn="ctr" fontAlgn="base">
                <a:lnSpc>
                  <a:spcPct val="120000"/>
                </a:lnSpc>
                <a:buClr>
                  <a:schemeClr val="tx2"/>
                </a:buClr>
                <a:buSzPct val="95000"/>
                <a:buFont typeface="Wingdings" panose="05000000000000000000" pitchFamily="2" charset="2"/>
                <a:buBlip>
                  <a:blip r:embed="rId1"/>
                </a:buBlip>
              </a:pPr>
              <a:endParaRPr sz="1400" b="1" strike="noStrike" noProof="1">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96300" name="文本框 79916"/>
            <p:cNvSpPr txBox="1"/>
            <p:nvPr/>
          </p:nvSpPr>
          <p:spPr>
            <a:xfrm>
              <a:off x="2886" y="1616"/>
              <a:ext cx="297" cy="247"/>
            </a:xfrm>
            <a:prstGeom prst="rect">
              <a:avLst/>
            </a:prstGeom>
            <a:noFill/>
            <a:ln w="9525">
              <a:noFill/>
              <a:miter/>
            </a:ln>
          </p:spPr>
          <p:txBody>
            <a:bodyPr anchor="t"/>
            <a:p>
              <a:pPr lvl="0" algn="just">
                <a:buClr>
                  <a:srgbClr val="000000"/>
                </a:buClr>
              </a:pPr>
              <a:r>
                <a:rPr lang="en-US" altLang="zh-CN" sz="1600" b="0">
                  <a:solidFill>
                    <a:schemeClr val="tx1"/>
                  </a:solidFill>
                  <a:latin typeface="Times New Roman" panose="02020603050405020304" charset="0"/>
                  <a:ea typeface="宋体" panose="02010600030101010101" pitchFamily="2" charset="-122"/>
                  <a:sym typeface="MT Extra" panose="05050102010205020202" pitchFamily="2" charset="2"/>
                </a:rPr>
                <a:t>...</a:t>
              </a:r>
              <a:endParaRPr lang="en-US" altLang="zh-CN" sz="1600" b="0">
                <a:solidFill>
                  <a:schemeClr val="tx1"/>
                </a:solidFill>
                <a:latin typeface="Times New Roman" panose="02020603050405020304" charset="0"/>
                <a:ea typeface="宋体" panose="02010600030101010101" pitchFamily="2" charset="-122"/>
                <a:sym typeface="MT Extra" panose="05050102010205020202" pitchFamily="2" charset="2"/>
              </a:endParaRPr>
            </a:p>
          </p:txBody>
        </p:sp>
        <p:sp>
          <p:nvSpPr>
            <p:cNvPr id="79918" name="矩形 79917"/>
            <p:cNvSpPr/>
            <p:nvPr/>
          </p:nvSpPr>
          <p:spPr>
            <a:xfrm>
              <a:off x="3942" y="2220"/>
              <a:ext cx="258" cy="172"/>
            </a:xfrm>
            <a:prstGeom prst="rect">
              <a:avLst/>
            </a:prstGeom>
            <a:solidFill>
              <a:srgbClr val="99CCFF"/>
            </a:solidFill>
            <a:ln w="9525" cap="flat" cmpd="sng">
              <a:solidFill>
                <a:srgbClr val="000000"/>
              </a:solidFill>
              <a:prstDash val="solid"/>
              <a:miter/>
              <a:headEnd type="none" w="med" len="med"/>
              <a:tailEnd type="none" w="med" len="med"/>
            </a:ln>
          </p:spPr>
          <p:txBody>
            <a:bodyPr/>
            <a:p>
              <a:pPr marL="914400" lvl="0" indent="-340995" algn="ctr" fontAlgn="base">
                <a:lnSpc>
                  <a:spcPct val="120000"/>
                </a:lnSpc>
                <a:buClr>
                  <a:schemeClr val="tx2"/>
                </a:buClr>
                <a:buSzPct val="95000"/>
                <a:buFont typeface="Wingdings" panose="05000000000000000000" pitchFamily="2" charset="2"/>
                <a:buBlip>
                  <a:blip r:embed="rId1"/>
                </a:buBlip>
              </a:pPr>
              <a:endParaRPr sz="1400" b="1" strike="noStrike" noProof="1">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79919" name="矩形 79918"/>
            <p:cNvSpPr/>
            <p:nvPr/>
          </p:nvSpPr>
          <p:spPr>
            <a:xfrm>
              <a:off x="3942" y="2608"/>
              <a:ext cx="258" cy="172"/>
            </a:xfrm>
            <a:prstGeom prst="rect">
              <a:avLst/>
            </a:prstGeom>
            <a:solidFill>
              <a:srgbClr val="99CCFF"/>
            </a:solidFill>
            <a:ln w="9525" cap="flat" cmpd="sng">
              <a:solidFill>
                <a:srgbClr val="000000"/>
              </a:solidFill>
              <a:prstDash val="solid"/>
              <a:miter/>
              <a:headEnd type="none" w="med" len="med"/>
              <a:tailEnd type="none" w="med" len="med"/>
            </a:ln>
          </p:spPr>
          <p:txBody>
            <a:bodyPr/>
            <a:p>
              <a:pPr marL="914400" lvl="0" indent="-340995" algn="ctr" fontAlgn="base">
                <a:lnSpc>
                  <a:spcPct val="120000"/>
                </a:lnSpc>
                <a:buClr>
                  <a:schemeClr val="tx2"/>
                </a:buClr>
                <a:buSzPct val="95000"/>
                <a:buFont typeface="Wingdings" panose="05000000000000000000" pitchFamily="2" charset="2"/>
                <a:buBlip>
                  <a:blip r:embed="rId1"/>
                </a:buBlip>
              </a:pPr>
              <a:endParaRPr sz="1400" b="1" strike="noStrike" noProof="1">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96303" name="文本框 79919"/>
            <p:cNvSpPr txBox="1"/>
            <p:nvPr/>
          </p:nvSpPr>
          <p:spPr>
            <a:xfrm>
              <a:off x="3994" y="2382"/>
              <a:ext cx="179" cy="258"/>
            </a:xfrm>
            <a:prstGeom prst="rect">
              <a:avLst/>
            </a:prstGeom>
            <a:noFill/>
            <a:ln w="9525">
              <a:noFill/>
              <a:miter/>
            </a:ln>
          </p:spPr>
          <p:txBody>
            <a:bodyPr anchor="t"/>
            <a:p>
              <a:pPr lvl="0" algn="just">
                <a:buClr>
                  <a:srgbClr val="000000"/>
                </a:buClr>
              </a:pPr>
              <a:r>
                <a:rPr lang="en-US" altLang="zh-CN" sz="1600" b="0">
                  <a:solidFill>
                    <a:schemeClr val="tx1"/>
                  </a:solidFill>
                  <a:latin typeface="Times New Roman" panose="02020603050405020304" charset="0"/>
                  <a:ea typeface="宋体" panose="02010600030101010101" pitchFamily="2" charset="-122"/>
                  <a:sym typeface="MT Extra" panose="05050102010205020202" pitchFamily="2" charset="2"/>
                </a:rPr>
                <a:t>...</a:t>
              </a:r>
              <a:endParaRPr lang="en-US" altLang="zh-CN" sz="1600" b="0">
                <a:solidFill>
                  <a:schemeClr val="tx1"/>
                </a:solidFill>
                <a:latin typeface="Times New Roman" panose="02020603050405020304" charset="0"/>
                <a:ea typeface="宋体" panose="02010600030101010101" pitchFamily="2" charset="-122"/>
                <a:sym typeface="MT Extra" panose="05050102010205020202" pitchFamily="2" charset="2"/>
              </a:endParaRPr>
            </a:p>
          </p:txBody>
        </p:sp>
        <p:sp>
          <p:nvSpPr>
            <p:cNvPr id="96304" name="直接连接符 79920"/>
            <p:cNvSpPr/>
            <p:nvPr/>
          </p:nvSpPr>
          <p:spPr>
            <a:xfrm>
              <a:off x="1187" y="2238"/>
              <a:ext cx="890" cy="0"/>
            </a:xfrm>
            <a:prstGeom prst="line">
              <a:avLst/>
            </a:prstGeom>
            <a:ln w="19050" cap="flat" cmpd="sng">
              <a:solidFill>
                <a:schemeClr val="tx1"/>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79922" name="矩形 79921"/>
            <p:cNvSpPr/>
            <p:nvPr/>
          </p:nvSpPr>
          <p:spPr>
            <a:xfrm>
              <a:off x="3942" y="2949"/>
              <a:ext cx="258" cy="172"/>
            </a:xfrm>
            <a:prstGeom prst="rect">
              <a:avLst/>
            </a:prstGeom>
            <a:solidFill>
              <a:srgbClr val="99CCFF"/>
            </a:solidFill>
            <a:ln w="9525" cap="flat" cmpd="sng">
              <a:solidFill>
                <a:srgbClr val="000000"/>
              </a:solidFill>
              <a:prstDash val="solid"/>
              <a:miter/>
              <a:headEnd type="none" w="med" len="med"/>
              <a:tailEnd type="none" w="med" len="med"/>
            </a:ln>
          </p:spPr>
          <p:txBody>
            <a:bodyPr/>
            <a:p>
              <a:pPr marL="914400" lvl="0" indent="-340995" algn="ctr" fontAlgn="base">
                <a:lnSpc>
                  <a:spcPct val="120000"/>
                </a:lnSpc>
                <a:buClr>
                  <a:schemeClr val="tx2"/>
                </a:buClr>
                <a:buSzPct val="95000"/>
                <a:buFont typeface="Wingdings" panose="05000000000000000000" pitchFamily="2" charset="2"/>
                <a:buBlip>
                  <a:blip r:embed="rId1"/>
                </a:buBlip>
              </a:pPr>
              <a:endParaRPr sz="1400" b="1" strike="noStrike" noProof="1">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96306" name="直接连接符 79922"/>
            <p:cNvSpPr/>
            <p:nvPr/>
          </p:nvSpPr>
          <p:spPr>
            <a:xfrm>
              <a:off x="3560" y="3021"/>
              <a:ext cx="382" cy="0"/>
            </a:xfrm>
            <a:prstGeom prst="line">
              <a:avLst/>
            </a:prstGeom>
            <a:ln w="9525" cap="flat" cmpd="sng">
              <a:solidFill>
                <a:schemeClr val="tx1"/>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79924" name="矩形 79923"/>
            <p:cNvSpPr/>
            <p:nvPr/>
          </p:nvSpPr>
          <p:spPr>
            <a:xfrm>
              <a:off x="3942" y="3292"/>
              <a:ext cx="258" cy="172"/>
            </a:xfrm>
            <a:prstGeom prst="rect">
              <a:avLst/>
            </a:prstGeom>
            <a:solidFill>
              <a:srgbClr val="99CCFF"/>
            </a:solidFill>
            <a:ln w="9525" cap="flat" cmpd="sng">
              <a:solidFill>
                <a:srgbClr val="000000"/>
              </a:solidFill>
              <a:prstDash val="solid"/>
              <a:miter/>
              <a:headEnd type="none" w="med" len="med"/>
              <a:tailEnd type="none" w="med" len="med"/>
            </a:ln>
          </p:spPr>
          <p:txBody>
            <a:bodyPr/>
            <a:p>
              <a:pPr marL="914400" lvl="0" indent="-340995" algn="ctr" fontAlgn="base">
                <a:lnSpc>
                  <a:spcPct val="120000"/>
                </a:lnSpc>
                <a:buClr>
                  <a:schemeClr val="tx2"/>
                </a:buClr>
                <a:buSzPct val="95000"/>
                <a:buFont typeface="Wingdings" panose="05000000000000000000" pitchFamily="2" charset="2"/>
                <a:buBlip>
                  <a:blip r:embed="rId1"/>
                </a:buBlip>
              </a:pPr>
              <a:endParaRPr sz="1400" b="1" strike="noStrike" noProof="1">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96308" name="直接连接符 79924"/>
            <p:cNvSpPr/>
            <p:nvPr/>
          </p:nvSpPr>
          <p:spPr>
            <a:xfrm>
              <a:off x="2416" y="2951"/>
              <a:ext cx="721" cy="0"/>
            </a:xfrm>
            <a:prstGeom prst="line">
              <a:avLst/>
            </a:prstGeom>
            <a:ln w="9525" cap="flat" cmpd="sng">
              <a:solidFill>
                <a:schemeClr val="tx1"/>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96309" name="直接连接符 79925"/>
            <p:cNvSpPr/>
            <p:nvPr/>
          </p:nvSpPr>
          <p:spPr>
            <a:xfrm>
              <a:off x="1187" y="1765"/>
              <a:ext cx="9" cy="472"/>
            </a:xfrm>
            <a:prstGeom prst="line">
              <a:avLst/>
            </a:prstGeom>
            <a:ln w="19050"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96310" name="文本框 79926"/>
            <p:cNvSpPr txBox="1"/>
            <p:nvPr/>
          </p:nvSpPr>
          <p:spPr>
            <a:xfrm>
              <a:off x="864" y="574"/>
              <a:ext cx="297" cy="247"/>
            </a:xfrm>
            <a:prstGeom prst="rect">
              <a:avLst/>
            </a:prstGeom>
            <a:noFill/>
            <a:ln w="9525">
              <a:noFill/>
              <a:miter/>
            </a:ln>
          </p:spPr>
          <p:txBody>
            <a:bodyPr anchor="t"/>
            <a:p>
              <a:pPr lvl="0" algn="just">
                <a:buClr>
                  <a:srgbClr val="000000"/>
                </a:buClr>
              </a:pPr>
              <a:r>
                <a:rPr lang="en-US" altLang="zh-CN" sz="1600" b="0">
                  <a:solidFill>
                    <a:schemeClr val="tx1"/>
                  </a:solidFill>
                  <a:latin typeface="Times New Roman" panose="02020603050405020304" charset="0"/>
                  <a:ea typeface="宋体" panose="02010600030101010101" pitchFamily="2" charset="-122"/>
                  <a:sym typeface="MT Extra" panose="05050102010205020202" pitchFamily="2" charset="2"/>
                </a:rPr>
                <a:t>...</a:t>
              </a:r>
              <a:endParaRPr lang="en-US" altLang="zh-CN" sz="1600" b="0">
                <a:solidFill>
                  <a:schemeClr val="tx1"/>
                </a:solidFill>
                <a:latin typeface="Times New Roman" panose="02020603050405020304" charset="0"/>
                <a:ea typeface="宋体" panose="02010600030101010101" pitchFamily="2" charset="-122"/>
                <a:sym typeface="MT Extra" panose="05050102010205020202" pitchFamily="2" charset="2"/>
              </a:endParaRPr>
            </a:p>
          </p:txBody>
        </p:sp>
        <p:sp>
          <p:nvSpPr>
            <p:cNvPr id="96311" name="文本框 79927"/>
            <p:cNvSpPr txBox="1"/>
            <p:nvPr/>
          </p:nvSpPr>
          <p:spPr>
            <a:xfrm>
              <a:off x="3976" y="3094"/>
              <a:ext cx="179" cy="258"/>
            </a:xfrm>
            <a:prstGeom prst="rect">
              <a:avLst/>
            </a:prstGeom>
            <a:noFill/>
            <a:ln w="9525">
              <a:noFill/>
              <a:miter/>
            </a:ln>
          </p:spPr>
          <p:txBody>
            <a:bodyPr anchor="t"/>
            <a:p>
              <a:pPr lvl="0" algn="just">
                <a:buClr>
                  <a:srgbClr val="000000"/>
                </a:buClr>
              </a:pPr>
              <a:r>
                <a:rPr lang="en-US" altLang="zh-CN" sz="1600" b="0">
                  <a:solidFill>
                    <a:schemeClr val="tx1"/>
                  </a:solidFill>
                  <a:latin typeface="Times New Roman" panose="02020603050405020304" charset="0"/>
                  <a:ea typeface="宋体" panose="02010600030101010101" pitchFamily="2" charset="-122"/>
                  <a:sym typeface="MT Extra" panose="05050102010205020202" pitchFamily="2" charset="2"/>
                </a:rPr>
                <a:t>...</a:t>
              </a:r>
              <a:endParaRPr lang="en-US" altLang="zh-CN" sz="1600" b="0">
                <a:solidFill>
                  <a:schemeClr val="tx1"/>
                </a:solidFill>
                <a:latin typeface="Times New Roman" panose="02020603050405020304" charset="0"/>
                <a:ea typeface="宋体" panose="02010600030101010101" pitchFamily="2" charset="-122"/>
                <a:sym typeface="MT Extra" panose="05050102010205020202" pitchFamily="2" charset="2"/>
              </a:endParaRPr>
            </a:p>
          </p:txBody>
        </p:sp>
        <p:sp>
          <p:nvSpPr>
            <p:cNvPr id="96312" name="文本框 79928"/>
            <p:cNvSpPr txBox="1"/>
            <p:nvPr/>
          </p:nvSpPr>
          <p:spPr>
            <a:xfrm>
              <a:off x="2167" y="2021"/>
              <a:ext cx="428" cy="220"/>
            </a:xfrm>
            <a:prstGeom prst="rect">
              <a:avLst/>
            </a:prstGeom>
            <a:noFill/>
            <a:ln w="9525">
              <a:noFill/>
              <a:miter/>
            </a:ln>
          </p:spPr>
          <p:txBody>
            <a:bodyPr anchor="t">
              <a:spAutoFit/>
            </a:bodyPr>
            <a:p>
              <a:pPr lvl="0">
                <a:spcBef>
                  <a:spcPct val="50000"/>
                </a:spcBef>
                <a:buClr>
                  <a:srgbClr val="000000"/>
                </a:buClr>
              </a:pPr>
              <a:r>
                <a:rPr lang="en-US" altLang="zh-CN" sz="1600">
                  <a:solidFill>
                    <a:schemeClr val="tx1"/>
                  </a:solidFill>
                  <a:latin typeface="Times New Roman" panose="02020603050405020304" charset="0"/>
                  <a:ea typeface="宋体" panose="02010600030101010101" pitchFamily="2" charset="-122"/>
                </a:rPr>
                <a:t>482</a:t>
              </a:r>
              <a:endParaRPr lang="en-US" altLang="zh-CN" sz="1600">
                <a:solidFill>
                  <a:schemeClr val="tx1"/>
                </a:solidFill>
                <a:latin typeface="Times New Roman" panose="02020603050405020304" charset="0"/>
                <a:ea typeface="宋体" panose="02010600030101010101" pitchFamily="2" charset="-122"/>
              </a:endParaRPr>
            </a:p>
          </p:txBody>
        </p:sp>
        <p:grpSp>
          <p:nvGrpSpPr>
            <p:cNvPr id="96313" name="组合 79929"/>
            <p:cNvGrpSpPr/>
            <p:nvPr/>
          </p:nvGrpSpPr>
          <p:grpSpPr>
            <a:xfrm>
              <a:off x="2080" y="2229"/>
              <a:ext cx="478" cy="476"/>
              <a:chOff x="0" y="0"/>
              <a:chExt cx="478" cy="476"/>
            </a:xfrm>
          </p:grpSpPr>
          <p:sp>
            <p:nvSpPr>
              <p:cNvPr id="79931" name="矩形 79930"/>
              <p:cNvSpPr/>
              <p:nvPr/>
            </p:nvSpPr>
            <p:spPr>
              <a:xfrm>
                <a:off x="5" y="0"/>
                <a:ext cx="469" cy="476"/>
              </a:xfrm>
              <a:prstGeom prst="rect">
                <a:avLst/>
              </a:prstGeom>
              <a:solidFill>
                <a:srgbClr val="FFCCFF"/>
              </a:solidFill>
              <a:ln w="9525" cap="flat" cmpd="sng">
                <a:solidFill>
                  <a:schemeClr val="tx1"/>
                </a:solidFill>
                <a:prstDash val="solid"/>
                <a:miter/>
                <a:headEnd type="none" w="med" len="med"/>
                <a:tailEnd type="none" w="med" len="med"/>
              </a:ln>
            </p:spPr>
            <p:txBody>
              <a:bodyPr wrap="none" anchor="ctr"/>
              <a:p>
                <a:pPr marL="914400" lvl="0" indent="-340995" algn="ctr" fontAlgn="base">
                  <a:lnSpc>
                    <a:spcPct val="120000"/>
                  </a:lnSpc>
                  <a:buClr>
                    <a:schemeClr val="tx2"/>
                  </a:buClr>
                  <a:buSzPct val="95000"/>
                  <a:buFont typeface="Wingdings" panose="05000000000000000000" pitchFamily="2" charset="2"/>
                  <a:buBlip>
                    <a:blip r:embed="rId1"/>
                  </a:buBlip>
                </a:pPr>
                <a:endParaRPr sz="1400" b="1" strike="noStrike" noProof="1">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96315" name="直接连接符 79931"/>
              <p:cNvSpPr/>
              <p:nvPr/>
            </p:nvSpPr>
            <p:spPr>
              <a:xfrm>
                <a:off x="8" y="332"/>
                <a:ext cx="470" cy="0"/>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96316" name="直接连接符 79932"/>
              <p:cNvSpPr/>
              <p:nvPr/>
            </p:nvSpPr>
            <p:spPr>
              <a:xfrm>
                <a:off x="0" y="183"/>
                <a:ext cx="470" cy="0"/>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grpSp>
        <p:sp>
          <p:nvSpPr>
            <p:cNvPr id="96317" name="文本框 79933"/>
            <p:cNvSpPr txBox="1"/>
            <p:nvPr/>
          </p:nvSpPr>
          <p:spPr>
            <a:xfrm>
              <a:off x="2167" y="2202"/>
              <a:ext cx="355" cy="220"/>
            </a:xfrm>
            <a:prstGeom prst="rect">
              <a:avLst/>
            </a:prstGeom>
            <a:noFill/>
            <a:ln w="9525">
              <a:noFill/>
              <a:miter/>
            </a:ln>
          </p:spPr>
          <p:txBody>
            <a:bodyPr anchor="t">
              <a:spAutoFit/>
            </a:bodyPr>
            <a:p>
              <a:pPr lvl="0">
                <a:spcBef>
                  <a:spcPct val="50000"/>
                </a:spcBef>
                <a:buClr>
                  <a:srgbClr val="000000"/>
                </a:buClr>
              </a:pPr>
              <a:r>
                <a:rPr lang="en-US" altLang="zh-CN" sz="1600">
                  <a:solidFill>
                    <a:schemeClr val="tx1"/>
                  </a:solidFill>
                  <a:latin typeface="Times New Roman" panose="02020603050405020304" charset="0"/>
                  <a:ea typeface="宋体" panose="02010600030101010101" pitchFamily="2" charset="-122"/>
                </a:rPr>
                <a:t>768</a:t>
              </a:r>
              <a:endParaRPr lang="en-US" altLang="zh-CN" sz="1600">
                <a:solidFill>
                  <a:schemeClr val="tx1"/>
                </a:solidFill>
                <a:latin typeface="Times New Roman" panose="02020603050405020304" charset="0"/>
                <a:ea typeface="宋体" panose="02010600030101010101" pitchFamily="2" charset="-122"/>
              </a:endParaRPr>
            </a:p>
          </p:txBody>
        </p:sp>
        <p:sp>
          <p:nvSpPr>
            <p:cNvPr id="96318" name="文本框 79934"/>
            <p:cNvSpPr txBox="1"/>
            <p:nvPr/>
          </p:nvSpPr>
          <p:spPr>
            <a:xfrm>
              <a:off x="2187" y="2519"/>
              <a:ext cx="346" cy="220"/>
            </a:xfrm>
            <a:prstGeom prst="rect">
              <a:avLst/>
            </a:prstGeom>
            <a:noFill/>
            <a:ln w="9525">
              <a:noFill/>
              <a:miter/>
            </a:ln>
          </p:spPr>
          <p:txBody>
            <a:bodyPr anchor="t">
              <a:spAutoFit/>
            </a:bodyPr>
            <a:p>
              <a:pPr lvl="0">
                <a:spcBef>
                  <a:spcPct val="50000"/>
                </a:spcBef>
                <a:buClr>
                  <a:srgbClr val="000000"/>
                </a:buClr>
              </a:pPr>
              <a:r>
                <a:rPr lang="en-US" altLang="zh-CN" sz="1600">
                  <a:solidFill>
                    <a:schemeClr val="tx1"/>
                  </a:solidFill>
                  <a:latin typeface="Times New Roman" panose="02020603050405020304" charset="0"/>
                  <a:ea typeface="宋体" panose="02010600030101010101" pitchFamily="2" charset="-122"/>
                </a:rPr>
                <a:t>389</a:t>
              </a:r>
              <a:endParaRPr lang="en-US" altLang="zh-CN" sz="1600">
                <a:solidFill>
                  <a:schemeClr val="tx1"/>
                </a:solidFill>
                <a:latin typeface="Times New Roman" panose="02020603050405020304" charset="0"/>
                <a:ea typeface="宋体" panose="02010600030101010101" pitchFamily="2" charset="-122"/>
              </a:endParaRPr>
            </a:p>
          </p:txBody>
        </p:sp>
        <p:sp>
          <p:nvSpPr>
            <p:cNvPr id="96319" name="文本框 79935"/>
            <p:cNvSpPr txBox="1"/>
            <p:nvPr/>
          </p:nvSpPr>
          <p:spPr>
            <a:xfrm>
              <a:off x="2247" y="2371"/>
              <a:ext cx="299" cy="227"/>
            </a:xfrm>
            <a:prstGeom prst="rect">
              <a:avLst/>
            </a:prstGeom>
            <a:noFill/>
            <a:ln w="9525">
              <a:noFill/>
              <a:miter/>
            </a:ln>
          </p:spPr>
          <p:txBody>
            <a:bodyPr anchor="t"/>
            <a:p>
              <a:pPr lvl="0" algn="just">
                <a:buClr>
                  <a:srgbClr val="000000"/>
                </a:buClr>
              </a:pPr>
              <a:r>
                <a:rPr lang="en-US" altLang="zh-CN" sz="1600" b="0">
                  <a:solidFill>
                    <a:schemeClr val="tx1"/>
                  </a:solidFill>
                  <a:latin typeface="Times New Roman" panose="02020603050405020304" charset="0"/>
                  <a:ea typeface="宋体" panose="02010600030101010101" pitchFamily="2" charset="-122"/>
                  <a:sym typeface="MT Extra" panose="05050102010205020202" pitchFamily="2" charset="2"/>
                </a:rPr>
                <a:t>...</a:t>
              </a:r>
              <a:endParaRPr lang="en-US" altLang="zh-CN" sz="1600" b="0">
                <a:solidFill>
                  <a:schemeClr val="tx1"/>
                </a:solidFill>
                <a:latin typeface="Times New Roman" panose="02020603050405020304" charset="0"/>
                <a:ea typeface="宋体" panose="02010600030101010101" pitchFamily="2" charset="-122"/>
                <a:sym typeface="MT Extra" panose="05050102010205020202" pitchFamily="2" charset="2"/>
              </a:endParaRPr>
            </a:p>
          </p:txBody>
        </p:sp>
        <p:grpSp>
          <p:nvGrpSpPr>
            <p:cNvPr id="96320" name="组合 79936"/>
            <p:cNvGrpSpPr/>
            <p:nvPr/>
          </p:nvGrpSpPr>
          <p:grpSpPr>
            <a:xfrm>
              <a:off x="3130" y="2057"/>
              <a:ext cx="515" cy="718"/>
              <a:chOff x="0" y="0"/>
              <a:chExt cx="515" cy="718"/>
            </a:xfrm>
          </p:grpSpPr>
          <p:sp>
            <p:nvSpPr>
              <p:cNvPr id="96321" name="文本框 79937"/>
              <p:cNvSpPr txBox="1"/>
              <p:nvPr/>
            </p:nvSpPr>
            <p:spPr>
              <a:xfrm>
                <a:off x="87" y="0"/>
                <a:ext cx="428" cy="220"/>
              </a:xfrm>
              <a:prstGeom prst="rect">
                <a:avLst/>
              </a:prstGeom>
              <a:noFill/>
              <a:ln w="9525">
                <a:noFill/>
                <a:miter/>
              </a:ln>
            </p:spPr>
            <p:txBody>
              <a:bodyPr anchor="t">
                <a:spAutoFit/>
              </a:bodyPr>
              <a:p>
                <a:pPr lvl="0">
                  <a:spcBef>
                    <a:spcPct val="50000"/>
                  </a:spcBef>
                  <a:buClr>
                    <a:srgbClr val="000000"/>
                  </a:buClr>
                </a:pPr>
                <a:r>
                  <a:rPr lang="en-US" altLang="zh-CN" sz="1600">
                    <a:solidFill>
                      <a:schemeClr val="tx1"/>
                    </a:solidFill>
                    <a:latin typeface="Times New Roman" panose="02020603050405020304" charset="0"/>
                    <a:ea typeface="宋体" panose="02010600030101010101" pitchFamily="2" charset="-122"/>
                  </a:rPr>
                  <a:t>768</a:t>
                </a:r>
                <a:endParaRPr lang="en-US" altLang="zh-CN" sz="1600">
                  <a:solidFill>
                    <a:schemeClr val="tx1"/>
                  </a:solidFill>
                  <a:latin typeface="Times New Roman" panose="02020603050405020304" charset="0"/>
                  <a:ea typeface="宋体" panose="02010600030101010101" pitchFamily="2" charset="-122"/>
                </a:endParaRPr>
              </a:p>
            </p:txBody>
          </p:sp>
          <p:grpSp>
            <p:nvGrpSpPr>
              <p:cNvPr id="96322" name="组合 79938"/>
              <p:cNvGrpSpPr/>
              <p:nvPr/>
            </p:nvGrpSpPr>
            <p:grpSpPr>
              <a:xfrm>
                <a:off x="0" y="208"/>
                <a:ext cx="478" cy="476"/>
                <a:chOff x="0" y="0"/>
                <a:chExt cx="478" cy="476"/>
              </a:xfrm>
            </p:grpSpPr>
            <p:sp>
              <p:nvSpPr>
                <p:cNvPr id="79940" name="矩形 79939"/>
                <p:cNvSpPr/>
                <p:nvPr/>
              </p:nvSpPr>
              <p:spPr>
                <a:xfrm>
                  <a:off x="5" y="0"/>
                  <a:ext cx="469" cy="476"/>
                </a:xfrm>
                <a:prstGeom prst="rect">
                  <a:avLst/>
                </a:prstGeom>
                <a:solidFill>
                  <a:srgbClr val="FFCCFF"/>
                </a:solidFill>
                <a:ln w="9525" cap="flat" cmpd="sng">
                  <a:solidFill>
                    <a:schemeClr val="tx1"/>
                  </a:solidFill>
                  <a:prstDash val="solid"/>
                  <a:miter/>
                  <a:headEnd type="none" w="med" len="med"/>
                  <a:tailEnd type="none" w="med" len="med"/>
                </a:ln>
              </p:spPr>
              <p:txBody>
                <a:bodyPr wrap="none" anchor="ctr"/>
                <a:p>
                  <a:pPr marL="914400" lvl="0" indent="-340995" algn="ctr" fontAlgn="base">
                    <a:lnSpc>
                      <a:spcPct val="120000"/>
                    </a:lnSpc>
                    <a:buClr>
                      <a:schemeClr val="tx2"/>
                    </a:buClr>
                    <a:buSzPct val="95000"/>
                    <a:buFont typeface="Wingdings" panose="05000000000000000000" pitchFamily="2" charset="2"/>
                    <a:buBlip>
                      <a:blip r:embed="rId1"/>
                    </a:buBlip>
                  </a:pPr>
                  <a:endParaRPr sz="1400" b="1" strike="noStrike" noProof="1">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96324" name="直接连接符 79940"/>
                <p:cNvSpPr/>
                <p:nvPr/>
              </p:nvSpPr>
              <p:spPr>
                <a:xfrm>
                  <a:off x="8" y="332"/>
                  <a:ext cx="470" cy="0"/>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96325" name="直接连接符 79941"/>
                <p:cNvSpPr/>
                <p:nvPr/>
              </p:nvSpPr>
              <p:spPr>
                <a:xfrm>
                  <a:off x="0" y="183"/>
                  <a:ext cx="470" cy="0"/>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grpSp>
          <p:sp>
            <p:nvSpPr>
              <p:cNvPr id="96326" name="文本框 79942"/>
              <p:cNvSpPr txBox="1"/>
              <p:nvPr/>
            </p:nvSpPr>
            <p:spPr>
              <a:xfrm>
                <a:off x="97" y="191"/>
                <a:ext cx="355" cy="220"/>
              </a:xfrm>
              <a:prstGeom prst="rect">
                <a:avLst/>
              </a:prstGeom>
              <a:noFill/>
              <a:ln w="9525">
                <a:noFill/>
                <a:miter/>
              </a:ln>
            </p:spPr>
            <p:txBody>
              <a:bodyPr anchor="t">
                <a:spAutoFit/>
              </a:bodyPr>
              <a:p>
                <a:pPr lvl="0">
                  <a:spcBef>
                    <a:spcPct val="50000"/>
                  </a:spcBef>
                  <a:buClr>
                    <a:srgbClr val="000000"/>
                  </a:buClr>
                </a:pPr>
                <a:r>
                  <a:rPr lang="en-US" altLang="zh-CN" sz="1600">
                    <a:solidFill>
                      <a:schemeClr val="tx1"/>
                    </a:solidFill>
                    <a:latin typeface="Times New Roman" panose="02020603050405020304" charset="0"/>
                    <a:ea typeface="宋体" panose="02010600030101010101" pitchFamily="2" charset="-122"/>
                  </a:rPr>
                  <a:t>296</a:t>
                </a:r>
                <a:endParaRPr lang="en-US" altLang="zh-CN" sz="1600">
                  <a:solidFill>
                    <a:schemeClr val="tx1"/>
                  </a:solidFill>
                  <a:latin typeface="Times New Roman" panose="02020603050405020304" charset="0"/>
                  <a:ea typeface="宋体" panose="02010600030101010101" pitchFamily="2" charset="-122"/>
                </a:endParaRPr>
              </a:p>
            </p:txBody>
          </p:sp>
          <p:sp>
            <p:nvSpPr>
              <p:cNvPr id="96327" name="文本框 79943"/>
              <p:cNvSpPr txBox="1"/>
              <p:nvPr/>
            </p:nvSpPr>
            <p:spPr>
              <a:xfrm>
                <a:off x="134" y="498"/>
                <a:ext cx="282" cy="220"/>
              </a:xfrm>
              <a:prstGeom prst="rect">
                <a:avLst/>
              </a:prstGeom>
              <a:noFill/>
              <a:ln w="9525">
                <a:noFill/>
                <a:miter/>
              </a:ln>
            </p:spPr>
            <p:txBody>
              <a:bodyPr anchor="t">
                <a:spAutoFit/>
              </a:bodyPr>
              <a:p>
                <a:pPr lvl="0">
                  <a:spcBef>
                    <a:spcPct val="50000"/>
                  </a:spcBef>
                  <a:buClr>
                    <a:srgbClr val="000000"/>
                  </a:buClr>
                </a:pPr>
                <a:r>
                  <a:rPr lang="en-US" altLang="zh-CN" sz="1600">
                    <a:solidFill>
                      <a:schemeClr val="tx1"/>
                    </a:solidFill>
                    <a:latin typeface="Times New Roman" panose="02020603050405020304" charset="0"/>
                    <a:ea typeface="宋体" panose="02010600030101010101" pitchFamily="2" charset="-122"/>
                  </a:rPr>
                  <a:t>87</a:t>
                </a:r>
                <a:endParaRPr lang="en-US" altLang="zh-CN" sz="1600">
                  <a:solidFill>
                    <a:schemeClr val="tx1"/>
                  </a:solidFill>
                  <a:latin typeface="Times New Roman" panose="02020603050405020304" charset="0"/>
                  <a:ea typeface="宋体" panose="02010600030101010101" pitchFamily="2" charset="-122"/>
                </a:endParaRPr>
              </a:p>
            </p:txBody>
          </p:sp>
          <p:sp>
            <p:nvSpPr>
              <p:cNvPr id="96328" name="文本框 79944"/>
              <p:cNvSpPr txBox="1"/>
              <p:nvPr/>
            </p:nvSpPr>
            <p:spPr>
              <a:xfrm>
                <a:off x="168" y="350"/>
                <a:ext cx="299" cy="272"/>
              </a:xfrm>
              <a:prstGeom prst="rect">
                <a:avLst/>
              </a:prstGeom>
              <a:noFill/>
              <a:ln w="9525">
                <a:noFill/>
                <a:miter/>
              </a:ln>
            </p:spPr>
            <p:txBody>
              <a:bodyPr anchor="t"/>
              <a:p>
                <a:pPr lvl="0" algn="just">
                  <a:buClr>
                    <a:srgbClr val="000000"/>
                  </a:buClr>
                </a:pPr>
                <a:r>
                  <a:rPr lang="en-US" altLang="zh-CN" sz="1600" b="0">
                    <a:solidFill>
                      <a:schemeClr val="tx1"/>
                    </a:solidFill>
                    <a:latin typeface="Times New Roman" panose="02020603050405020304" charset="0"/>
                    <a:ea typeface="宋体" panose="02010600030101010101" pitchFamily="2" charset="-122"/>
                    <a:sym typeface="MT Extra" panose="05050102010205020202" pitchFamily="2" charset="2"/>
                  </a:rPr>
                  <a:t>...</a:t>
                </a:r>
                <a:endParaRPr lang="en-US" altLang="zh-CN" sz="1600" b="0">
                  <a:solidFill>
                    <a:schemeClr val="tx1"/>
                  </a:solidFill>
                  <a:latin typeface="Times New Roman" panose="02020603050405020304" charset="0"/>
                  <a:ea typeface="宋体" panose="02010600030101010101" pitchFamily="2" charset="-122"/>
                  <a:sym typeface="MT Extra" panose="05050102010205020202" pitchFamily="2" charset="2"/>
                </a:endParaRPr>
              </a:p>
            </p:txBody>
          </p:sp>
        </p:grpSp>
        <p:grpSp>
          <p:nvGrpSpPr>
            <p:cNvPr id="96329" name="组合 79945"/>
            <p:cNvGrpSpPr/>
            <p:nvPr/>
          </p:nvGrpSpPr>
          <p:grpSpPr>
            <a:xfrm>
              <a:off x="2033" y="1307"/>
              <a:ext cx="515" cy="718"/>
              <a:chOff x="0" y="0"/>
              <a:chExt cx="515" cy="718"/>
            </a:xfrm>
          </p:grpSpPr>
          <p:sp>
            <p:nvSpPr>
              <p:cNvPr id="96330" name="文本框 79946"/>
              <p:cNvSpPr txBox="1"/>
              <p:nvPr/>
            </p:nvSpPr>
            <p:spPr>
              <a:xfrm>
                <a:off x="87" y="0"/>
                <a:ext cx="428" cy="220"/>
              </a:xfrm>
              <a:prstGeom prst="rect">
                <a:avLst/>
              </a:prstGeom>
              <a:noFill/>
              <a:ln w="9525">
                <a:noFill/>
                <a:miter/>
              </a:ln>
            </p:spPr>
            <p:txBody>
              <a:bodyPr anchor="t">
                <a:spAutoFit/>
              </a:bodyPr>
              <a:p>
                <a:pPr lvl="0">
                  <a:spcBef>
                    <a:spcPct val="50000"/>
                  </a:spcBef>
                  <a:buClr>
                    <a:srgbClr val="000000"/>
                  </a:buClr>
                </a:pPr>
                <a:r>
                  <a:rPr lang="en-US" altLang="zh-CN" sz="1600">
                    <a:solidFill>
                      <a:schemeClr val="tx1"/>
                    </a:solidFill>
                    <a:latin typeface="Times New Roman" panose="02020603050405020304" charset="0"/>
                    <a:ea typeface="宋体" panose="02010600030101010101" pitchFamily="2" charset="-122"/>
                  </a:rPr>
                  <a:t>200</a:t>
                </a:r>
                <a:endParaRPr lang="en-US" altLang="zh-CN" sz="1600">
                  <a:solidFill>
                    <a:schemeClr val="tx1"/>
                  </a:solidFill>
                  <a:latin typeface="Times New Roman" panose="02020603050405020304" charset="0"/>
                  <a:ea typeface="宋体" panose="02010600030101010101" pitchFamily="2" charset="-122"/>
                </a:endParaRPr>
              </a:p>
            </p:txBody>
          </p:sp>
          <p:grpSp>
            <p:nvGrpSpPr>
              <p:cNvPr id="96331" name="组合 79947"/>
              <p:cNvGrpSpPr/>
              <p:nvPr/>
            </p:nvGrpSpPr>
            <p:grpSpPr>
              <a:xfrm>
                <a:off x="0" y="208"/>
                <a:ext cx="478" cy="476"/>
                <a:chOff x="0" y="0"/>
                <a:chExt cx="478" cy="476"/>
              </a:xfrm>
            </p:grpSpPr>
            <p:sp>
              <p:nvSpPr>
                <p:cNvPr id="79949" name="矩形 79948"/>
                <p:cNvSpPr/>
                <p:nvPr/>
              </p:nvSpPr>
              <p:spPr>
                <a:xfrm>
                  <a:off x="5" y="0"/>
                  <a:ext cx="469" cy="476"/>
                </a:xfrm>
                <a:prstGeom prst="rect">
                  <a:avLst/>
                </a:prstGeom>
                <a:solidFill>
                  <a:srgbClr val="FFCCFF"/>
                </a:solidFill>
                <a:ln w="9525" cap="flat" cmpd="sng">
                  <a:solidFill>
                    <a:schemeClr val="tx1"/>
                  </a:solidFill>
                  <a:prstDash val="solid"/>
                  <a:miter/>
                  <a:headEnd type="none" w="med" len="med"/>
                  <a:tailEnd type="none" w="med" len="med"/>
                </a:ln>
              </p:spPr>
              <p:txBody>
                <a:bodyPr wrap="none" anchor="ctr"/>
                <a:p>
                  <a:pPr marL="914400" lvl="0" indent="-340995" algn="ctr" fontAlgn="base">
                    <a:lnSpc>
                      <a:spcPct val="120000"/>
                    </a:lnSpc>
                    <a:buClr>
                      <a:schemeClr val="tx2"/>
                    </a:buClr>
                    <a:buSzPct val="95000"/>
                    <a:buFont typeface="Wingdings" panose="05000000000000000000" pitchFamily="2" charset="2"/>
                    <a:buBlip>
                      <a:blip r:embed="rId1"/>
                    </a:buBlip>
                  </a:pPr>
                  <a:endParaRPr sz="1400" b="1" strike="noStrike" noProof="1">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96333" name="直接连接符 79949"/>
                <p:cNvSpPr/>
                <p:nvPr/>
              </p:nvSpPr>
              <p:spPr>
                <a:xfrm>
                  <a:off x="8" y="332"/>
                  <a:ext cx="470" cy="0"/>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96334" name="直接连接符 79950"/>
                <p:cNvSpPr/>
                <p:nvPr/>
              </p:nvSpPr>
              <p:spPr>
                <a:xfrm>
                  <a:off x="0" y="183"/>
                  <a:ext cx="470" cy="0"/>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grpSp>
          <p:sp>
            <p:nvSpPr>
              <p:cNvPr id="96335" name="文本框 79951"/>
              <p:cNvSpPr txBox="1"/>
              <p:nvPr/>
            </p:nvSpPr>
            <p:spPr>
              <a:xfrm>
                <a:off x="97" y="191"/>
                <a:ext cx="355" cy="220"/>
              </a:xfrm>
              <a:prstGeom prst="rect">
                <a:avLst/>
              </a:prstGeom>
              <a:noFill/>
              <a:ln w="9525">
                <a:noFill/>
                <a:miter/>
              </a:ln>
            </p:spPr>
            <p:txBody>
              <a:bodyPr anchor="t">
                <a:spAutoFit/>
              </a:bodyPr>
              <a:p>
                <a:pPr lvl="0">
                  <a:spcBef>
                    <a:spcPct val="50000"/>
                  </a:spcBef>
                  <a:buClr>
                    <a:srgbClr val="000000"/>
                  </a:buClr>
                </a:pPr>
                <a:r>
                  <a:rPr lang="en-US" altLang="zh-CN" sz="1600">
                    <a:solidFill>
                      <a:schemeClr val="tx1"/>
                    </a:solidFill>
                    <a:latin typeface="Times New Roman" panose="02020603050405020304" charset="0"/>
                    <a:ea typeface="宋体" panose="02010600030101010101" pitchFamily="2" charset="-122"/>
                  </a:rPr>
                  <a:t> 58</a:t>
                </a:r>
                <a:endParaRPr lang="en-US" altLang="zh-CN" sz="1600">
                  <a:solidFill>
                    <a:schemeClr val="tx1"/>
                  </a:solidFill>
                  <a:latin typeface="Times New Roman" panose="02020603050405020304" charset="0"/>
                  <a:ea typeface="宋体" panose="02010600030101010101" pitchFamily="2" charset="-122"/>
                </a:endParaRPr>
              </a:p>
            </p:txBody>
          </p:sp>
          <p:sp>
            <p:nvSpPr>
              <p:cNvPr id="96336" name="文本框 79952"/>
              <p:cNvSpPr txBox="1"/>
              <p:nvPr/>
            </p:nvSpPr>
            <p:spPr>
              <a:xfrm>
                <a:off x="134" y="498"/>
                <a:ext cx="282" cy="220"/>
              </a:xfrm>
              <a:prstGeom prst="rect">
                <a:avLst/>
              </a:prstGeom>
              <a:noFill/>
              <a:ln w="9525">
                <a:noFill/>
                <a:miter/>
              </a:ln>
            </p:spPr>
            <p:txBody>
              <a:bodyPr anchor="t">
                <a:spAutoFit/>
              </a:bodyPr>
              <a:p>
                <a:pPr lvl="0">
                  <a:spcBef>
                    <a:spcPct val="50000"/>
                  </a:spcBef>
                  <a:buClr>
                    <a:srgbClr val="000000"/>
                  </a:buClr>
                </a:pPr>
                <a:r>
                  <a:rPr lang="en-US" altLang="zh-CN" sz="1600">
                    <a:solidFill>
                      <a:schemeClr val="tx1"/>
                    </a:solidFill>
                    <a:latin typeface="Times New Roman" panose="02020603050405020304" charset="0"/>
                    <a:ea typeface="宋体" panose="02010600030101010101" pitchFamily="2" charset="-122"/>
                  </a:rPr>
                  <a:t>93</a:t>
                </a:r>
                <a:endParaRPr lang="en-US" altLang="zh-CN" sz="1600">
                  <a:solidFill>
                    <a:schemeClr val="tx1"/>
                  </a:solidFill>
                  <a:latin typeface="Times New Roman" panose="02020603050405020304" charset="0"/>
                  <a:ea typeface="宋体" panose="02010600030101010101" pitchFamily="2" charset="-122"/>
                </a:endParaRPr>
              </a:p>
            </p:txBody>
          </p:sp>
          <p:sp>
            <p:nvSpPr>
              <p:cNvPr id="96337" name="文本框 79953"/>
              <p:cNvSpPr txBox="1"/>
              <p:nvPr/>
            </p:nvSpPr>
            <p:spPr>
              <a:xfrm>
                <a:off x="168" y="350"/>
                <a:ext cx="299" cy="272"/>
              </a:xfrm>
              <a:prstGeom prst="rect">
                <a:avLst/>
              </a:prstGeom>
              <a:noFill/>
              <a:ln w="9525">
                <a:noFill/>
                <a:miter/>
              </a:ln>
            </p:spPr>
            <p:txBody>
              <a:bodyPr anchor="t"/>
              <a:p>
                <a:pPr lvl="0" algn="just">
                  <a:buClr>
                    <a:srgbClr val="000000"/>
                  </a:buClr>
                </a:pPr>
                <a:r>
                  <a:rPr lang="en-US" altLang="zh-CN" sz="1600" b="0">
                    <a:solidFill>
                      <a:schemeClr val="tx1"/>
                    </a:solidFill>
                    <a:latin typeface="Times New Roman" panose="02020603050405020304" charset="0"/>
                    <a:ea typeface="宋体" panose="02010600030101010101" pitchFamily="2" charset="-122"/>
                    <a:sym typeface="MT Extra" panose="05050102010205020202" pitchFamily="2" charset="2"/>
                  </a:rPr>
                  <a:t>...</a:t>
                </a:r>
                <a:endParaRPr lang="en-US" altLang="zh-CN" sz="1600" b="0">
                  <a:solidFill>
                    <a:schemeClr val="tx1"/>
                  </a:solidFill>
                  <a:latin typeface="Times New Roman" panose="02020603050405020304" charset="0"/>
                  <a:ea typeface="宋体" panose="02010600030101010101" pitchFamily="2" charset="-122"/>
                  <a:sym typeface="MT Extra" panose="05050102010205020202" pitchFamily="2" charset="2"/>
                </a:endParaRPr>
              </a:p>
            </p:txBody>
          </p:sp>
        </p:grpSp>
        <p:sp>
          <p:nvSpPr>
            <p:cNvPr id="96338" name="文本框 79954"/>
            <p:cNvSpPr txBox="1"/>
            <p:nvPr/>
          </p:nvSpPr>
          <p:spPr>
            <a:xfrm>
              <a:off x="3166" y="488"/>
              <a:ext cx="268" cy="220"/>
            </a:xfrm>
            <a:prstGeom prst="rect">
              <a:avLst/>
            </a:prstGeom>
            <a:noFill/>
            <a:ln w="9525">
              <a:noFill/>
              <a:miter/>
            </a:ln>
          </p:spPr>
          <p:txBody>
            <a:bodyPr anchor="t">
              <a:spAutoFit/>
            </a:bodyPr>
            <a:p>
              <a:pPr lvl="0">
                <a:spcBef>
                  <a:spcPct val="50000"/>
                </a:spcBef>
                <a:buClr>
                  <a:srgbClr val="000000"/>
                </a:buClr>
              </a:pPr>
              <a:r>
                <a:rPr lang="en-US" altLang="zh-CN" sz="1600">
                  <a:solidFill>
                    <a:schemeClr val="tx1"/>
                  </a:solidFill>
                  <a:latin typeface="Times New Roman" panose="02020603050405020304" charset="0"/>
                  <a:ea typeface="宋体" panose="02010600030101010101" pitchFamily="2" charset="-122"/>
                </a:rPr>
                <a:t>37</a:t>
              </a:r>
              <a:endParaRPr lang="en-US" altLang="zh-CN" sz="1600">
                <a:solidFill>
                  <a:schemeClr val="tx1"/>
                </a:solidFill>
                <a:latin typeface="Times New Roman" panose="02020603050405020304" charset="0"/>
                <a:ea typeface="宋体" panose="02010600030101010101" pitchFamily="2" charset="-122"/>
              </a:endParaRPr>
            </a:p>
          </p:txBody>
        </p:sp>
        <p:sp>
          <p:nvSpPr>
            <p:cNvPr id="96339" name="文本框 79955"/>
            <p:cNvSpPr txBox="1"/>
            <p:nvPr/>
          </p:nvSpPr>
          <p:spPr>
            <a:xfrm>
              <a:off x="3112" y="1795"/>
              <a:ext cx="332" cy="220"/>
            </a:xfrm>
            <a:prstGeom prst="rect">
              <a:avLst/>
            </a:prstGeom>
            <a:noFill/>
            <a:ln w="9525">
              <a:noFill/>
              <a:miter/>
            </a:ln>
          </p:spPr>
          <p:txBody>
            <a:bodyPr anchor="t">
              <a:spAutoFit/>
            </a:bodyPr>
            <a:p>
              <a:pPr lvl="0">
                <a:spcBef>
                  <a:spcPct val="50000"/>
                </a:spcBef>
                <a:buClr>
                  <a:srgbClr val="000000"/>
                </a:buClr>
              </a:pPr>
              <a:r>
                <a:rPr lang="en-US" altLang="zh-CN" sz="1600">
                  <a:solidFill>
                    <a:schemeClr val="tx1"/>
                  </a:solidFill>
                  <a:latin typeface="Times New Roman" panose="02020603050405020304" charset="0"/>
                  <a:ea typeface="宋体" panose="02010600030101010101" pitchFamily="2" charset="-122"/>
                </a:rPr>
                <a:t>93</a:t>
              </a:r>
              <a:endParaRPr lang="en-US" altLang="zh-CN" sz="1600">
                <a:solidFill>
                  <a:schemeClr val="tx1"/>
                </a:solidFill>
                <a:latin typeface="Times New Roman" panose="02020603050405020304" charset="0"/>
                <a:ea typeface="宋体" panose="02010600030101010101" pitchFamily="2" charset="-122"/>
              </a:endParaRPr>
            </a:p>
          </p:txBody>
        </p:sp>
        <p:sp>
          <p:nvSpPr>
            <p:cNvPr id="96340" name="文本框 79956"/>
            <p:cNvSpPr txBox="1"/>
            <p:nvPr/>
          </p:nvSpPr>
          <p:spPr>
            <a:xfrm>
              <a:off x="870" y="1632"/>
              <a:ext cx="424" cy="220"/>
            </a:xfrm>
            <a:prstGeom prst="rect">
              <a:avLst/>
            </a:prstGeom>
            <a:noFill/>
            <a:ln w="9525">
              <a:noFill/>
              <a:miter/>
            </a:ln>
          </p:spPr>
          <p:txBody>
            <a:bodyPr anchor="t">
              <a:spAutoFit/>
            </a:bodyPr>
            <a:p>
              <a:pPr lvl="0">
                <a:spcBef>
                  <a:spcPct val="50000"/>
                </a:spcBef>
                <a:buClr>
                  <a:srgbClr val="000000"/>
                </a:buClr>
              </a:pPr>
              <a:r>
                <a:rPr lang="en-US" altLang="zh-CN" sz="1600">
                  <a:solidFill>
                    <a:schemeClr val="tx1"/>
                  </a:solidFill>
                  <a:latin typeface="Times New Roman" panose="02020603050405020304" charset="0"/>
                  <a:ea typeface="宋体" panose="02010600030101010101" pitchFamily="2" charset="-122"/>
                </a:rPr>
                <a:t>482</a:t>
              </a:r>
              <a:endParaRPr lang="en-US" altLang="zh-CN" sz="1600">
                <a:solidFill>
                  <a:schemeClr val="tx1"/>
                </a:solidFill>
                <a:latin typeface="Times New Roman" panose="02020603050405020304" charset="0"/>
                <a:ea typeface="宋体" panose="02010600030101010101" pitchFamily="2" charset="-122"/>
              </a:endParaRPr>
            </a:p>
          </p:txBody>
        </p:sp>
        <p:sp>
          <p:nvSpPr>
            <p:cNvPr id="96341" name="文本框 79957"/>
            <p:cNvSpPr txBox="1"/>
            <p:nvPr/>
          </p:nvSpPr>
          <p:spPr>
            <a:xfrm>
              <a:off x="4241" y="2590"/>
              <a:ext cx="259" cy="220"/>
            </a:xfrm>
            <a:prstGeom prst="rect">
              <a:avLst/>
            </a:prstGeom>
            <a:noFill/>
            <a:ln w="9525">
              <a:noFill/>
              <a:miter/>
            </a:ln>
          </p:spPr>
          <p:txBody>
            <a:bodyPr anchor="t">
              <a:spAutoFit/>
            </a:bodyPr>
            <a:p>
              <a:pPr lvl="0">
                <a:spcBef>
                  <a:spcPct val="50000"/>
                </a:spcBef>
                <a:buClr>
                  <a:srgbClr val="000000"/>
                </a:buClr>
              </a:pPr>
              <a:r>
                <a:rPr lang="en-US" altLang="zh-CN" sz="1600">
                  <a:solidFill>
                    <a:schemeClr val="tx1"/>
                  </a:solidFill>
                  <a:latin typeface="Times New Roman" panose="02020603050405020304" charset="0"/>
                  <a:ea typeface="宋体" panose="02010600030101010101" pitchFamily="2" charset="-122"/>
                </a:rPr>
                <a:t>87</a:t>
              </a:r>
              <a:endParaRPr lang="en-US" altLang="zh-CN" sz="1600">
                <a:solidFill>
                  <a:schemeClr val="tx1"/>
                </a:solidFill>
                <a:latin typeface="Times New Roman" panose="02020603050405020304" charset="0"/>
                <a:ea typeface="宋体" panose="02010600030101010101" pitchFamily="2" charset="-122"/>
              </a:endParaRPr>
            </a:p>
          </p:txBody>
        </p:sp>
        <p:sp>
          <p:nvSpPr>
            <p:cNvPr id="96342" name="文本框 79958"/>
            <p:cNvSpPr txBox="1"/>
            <p:nvPr/>
          </p:nvSpPr>
          <p:spPr>
            <a:xfrm>
              <a:off x="2120" y="0"/>
              <a:ext cx="428" cy="220"/>
            </a:xfrm>
            <a:prstGeom prst="rect">
              <a:avLst/>
            </a:prstGeom>
            <a:noFill/>
            <a:ln w="9525">
              <a:noFill/>
              <a:miter/>
            </a:ln>
          </p:spPr>
          <p:txBody>
            <a:bodyPr anchor="t">
              <a:spAutoFit/>
            </a:bodyPr>
            <a:p>
              <a:pPr lvl="0">
                <a:spcBef>
                  <a:spcPct val="50000"/>
                </a:spcBef>
                <a:buClr>
                  <a:srgbClr val="000000"/>
                </a:buClr>
              </a:pPr>
              <a:r>
                <a:rPr lang="en-US" altLang="zh-CN" sz="1600">
                  <a:solidFill>
                    <a:schemeClr val="tx1"/>
                  </a:solidFill>
                  <a:latin typeface="Times New Roman" panose="02020603050405020304" charset="0"/>
                  <a:ea typeface="宋体" panose="02010600030101010101" pitchFamily="2" charset="-122"/>
                </a:rPr>
                <a:t>387</a:t>
              </a:r>
              <a:endParaRPr lang="en-US" altLang="zh-CN" sz="1600">
                <a:solidFill>
                  <a:schemeClr val="tx1"/>
                </a:solidFill>
                <a:latin typeface="Times New Roman" panose="02020603050405020304" charset="0"/>
                <a:ea typeface="宋体" panose="02010600030101010101" pitchFamily="2" charset="-122"/>
              </a:endParaRPr>
            </a:p>
          </p:txBody>
        </p:sp>
        <p:grpSp>
          <p:nvGrpSpPr>
            <p:cNvPr id="96343" name="组合 79959"/>
            <p:cNvGrpSpPr/>
            <p:nvPr/>
          </p:nvGrpSpPr>
          <p:grpSpPr>
            <a:xfrm>
              <a:off x="2033" y="208"/>
              <a:ext cx="478" cy="476"/>
              <a:chOff x="0" y="0"/>
              <a:chExt cx="478" cy="476"/>
            </a:xfrm>
          </p:grpSpPr>
          <p:sp>
            <p:nvSpPr>
              <p:cNvPr id="79961" name="矩形 79960"/>
              <p:cNvSpPr/>
              <p:nvPr/>
            </p:nvSpPr>
            <p:spPr>
              <a:xfrm>
                <a:off x="5" y="0"/>
                <a:ext cx="469" cy="476"/>
              </a:xfrm>
              <a:prstGeom prst="rect">
                <a:avLst/>
              </a:prstGeom>
              <a:solidFill>
                <a:srgbClr val="FFCCFF"/>
              </a:solidFill>
              <a:ln w="9525" cap="flat" cmpd="sng">
                <a:solidFill>
                  <a:schemeClr val="tx1"/>
                </a:solidFill>
                <a:prstDash val="solid"/>
                <a:miter/>
                <a:headEnd type="none" w="med" len="med"/>
                <a:tailEnd type="none" w="med" len="med"/>
              </a:ln>
            </p:spPr>
            <p:txBody>
              <a:bodyPr wrap="none" anchor="ctr"/>
              <a:p>
                <a:pPr marL="914400" lvl="0" indent="-340995" algn="ctr" fontAlgn="base">
                  <a:lnSpc>
                    <a:spcPct val="120000"/>
                  </a:lnSpc>
                  <a:buClr>
                    <a:schemeClr val="tx2"/>
                  </a:buClr>
                  <a:buSzPct val="95000"/>
                  <a:buFont typeface="Wingdings" panose="05000000000000000000" pitchFamily="2" charset="2"/>
                  <a:buBlip>
                    <a:blip r:embed="rId1"/>
                  </a:buBlip>
                </a:pPr>
                <a:endParaRPr sz="1400" b="1" strike="noStrike" noProof="1">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96345" name="直接连接符 79961"/>
              <p:cNvSpPr/>
              <p:nvPr/>
            </p:nvSpPr>
            <p:spPr>
              <a:xfrm>
                <a:off x="8" y="332"/>
                <a:ext cx="470" cy="0"/>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96346" name="直接连接符 79962"/>
              <p:cNvSpPr/>
              <p:nvPr/>
            </p:nvSpPr>
            <p:spPr>
              <a:xfrm>
                <a:off x="0" y="183"/>
                <a:ext cx="470" cy="0"/>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grpSp>
        <p:sp>
          <p:nvSpPr>
            <p:cNvPr id="96347" name="文本框 79963"/>
            <p:cNvSpPr txBox="1"/>
            <p:nvPr/>
          </p:nvSpPr>
          <p:spPr>
            <a:xfrm>
              <a:off x="2094" y="191"/>
              <a:ext cx="355" cy="220"/>
            </a:xfrm>
            <a:prstGeom prst="rect">
              <a:avLst/>
            </a:prstGeom>
            <a:noFill/>
            <a:ln w="9525">
              <a:noFill/>
              <a:miter/>
            </a:ln>
          </p:spPr>
          <p:txBody>
            <a:bodyPr anchor="t">
              <a:spAutoFit/>
            </a:bodyPr>
            <a:p>
              <a:pPr lvl="0">
                <a:spcBef>
                  <a:spcPct val="50000"/>
                </a:spcBef>
                <a:buClr>
                  <a:srgbClr val="000000"/>
                </a:buClr>
              </a:pPr>
              <a:r>
                <a:rPr lang="en-US" altLang="zh-CN" sz="1600">
                  <a:solidFill>
                    <a:schemeClr val="tx1"/>
                  </a:solidFill>
                  <a:latin typeface="Times New Roman" panose="02020603050405020304" charset="0"/>
                  <a:ea typeface="宋体" panose="02010600030101010101" pitchFamily="2" charset="-122"/>
                </a:rPr>
                <a:t>100</a:t>
              </a:r>
              <a:endParaRPr lang="en-US" altLang="zh-CN" sz="1600">
                <a:solidFill>
                  <a:schemeClr val="tx1"/>
                </a:solidFill>
                <a:latin typeface="Times New Roman" panose="02020603050405020304" charset="0"/>
                <a:ea typeface="宋体" panose="02010600030101010101" pitchFamily="2" charset="-122"/>
              </a:endParaRPr>
            </a:p>
          </p:txBody>
        </p:sp>
        <p:sp>
          <p:nvSpPr>
            <p:cNvPr id="96348" name="文本框 79964"/>
            <p:cNvSpPr txBox="1"/>
            <p:nvPr/>
          </p:nvSpPr>
          <p:spPr>
            <a:xfrm>
              <a:off x="2167" y="498"/>
              <a:ext cx="282" cy="220"/>
            </a:xfrm>
            <a:prstGeom prst="rect">
              <a:avLst/>
            </a:prstGeom>
            <a:noFill/>
            <a:ln w="9525">
              <a:noFill/>
              <a:miter/>
            </a:ln>
          </p:spPr>
          <p:txBody>
            <a:bodyPr anchor="t">
              <a:spAutoFit/>
            </a:bodyPr>
            <a:p>
              <a:pPr lvl="0">
                <a:spcBef>
                  <a:spcPct val="50000"/>
                </a:spcBef>
                <a:buClr>
                  <a:srgbClr val="000000"/>
                </a:buClr>
              </a:pPr>
              <a:r>
                <a:rPr lang="en-US" altLang="zh-CN" sz="1600">
                  <a:solidFill>
                    <a:schemeClr val="tx1"/>
                  </a:solidFill>
                  <a:latin typeface="Times New Roman" panose="02020603050405020304" charset="0"/>
                  <a:ea typeface="宋体" panose="02010600030101010101" pitchFamily="2" charset="-122"/>
                </a:rPr>
                <a:t>37</a:t>
              </a:r>
              <a:endParaRPr lang="en-US" altLang="zh-CN" sz="1600">
                <a:solidFill>
                  <a:schemeClr val="tx1"/>
                </a:solidFill>
                <a:latin typeface="Times New Roman" panose="02020603050405020304" charset="0"/>
                <a:ea typeface="宋体" panose="02010600030101010101" pitchFamily="2" charset="-122"/>
              </a:endParaRPr>
            </a:p>
          </p:txBody>
        </p:sp>
        <p:sp>
          <p:nvSpPr>
            <p:cNvPr id="96349" name="文本框 79965"/>
            <p:cNvSpPr txBox="1"/>
            <p:nvPr/>
          </p:nvSpPr>
          <p:spPr>
            <a:xfrm>
              <a:off x="2201" y="350"/>
              <a:ext cx="299" cy="272"/>
            </a:xfrm>
            <a:prstGeom prst="rect">
              <a:avLst/>
            </a:prstGeom>
            <a:noFill/>
            <a:ln w="9525">
              <a:noFill/>
              <a:miter/>
            </a:ln>
          </p:spPr>
          <p:txBody>
            <a:bodyPr anchor="t"/>
            <a:p>
              <a:pPr lvl="0" algn="just">
                <a:buClr>
                  <a:srgbClr val="000000"/>
                </a:buClr>
              </a:pPr>
              <a:r>
                <a:rPr lang="en-US" altLang="zh-CN" sz="1600" b="0">
                  <a:solidFill>
                    <a:schemeClr val="tx1"/>
                  </a:solidFill>
                  <a:latin typeface="Times New Roman" panose="02020603050405020304" charset="0"/>
                  <a:ea typeface="宋体" panose="02010600030101010101" pitchFamily="2" charset="-122"/>
                  <a:sym typeface="MT Extra" panose="05050102010205020202" pitchFamily="2" charset="2"/>
                </a:rPr>
                <a:t>...</a:t>
              </a:r>
              <a:endParaRPr lang="en-US" altLang="zh-CN" sz="1600" b="0">
                <a:solidFill>
                  <a:schemeClr val="tx1"/>
                </a:solidFill>
                <a:latin typeface="Times New Roman" panose="02020603050405020304" charset="0"/>
                <a:ea typeface="宋体" panose="02010600030101010101" pitchFamily="2" charset="-122"/>
                <a:sym typeface="MT Extra" panose="05050102010205020202" pitchFamily="2" charset="2"/>
              </a:endParaRPr>
            </a:p>
          </p:txBody>
        </p:sp>
        <p:sp>
          <p:nvSpPr>
            <p:cNvPr id="96350" name="文本框 79966"/>
            <p:cNvSpPr txBox="1"/>
            <p:nvPr/>
          </p:nvSpPr>
          <p:spPr>
            <a:xfrm>
              <a:off x="3217" y="2741"/>
              <a:ext cx="428" cy="220"/>
            </a:xfrm>
            <a:prstGeom prst="rect">
              <a:avLst/>
            </a:prstGeom>
            <a:noFill/>
            <a:ln w="9525">
              <a:noFill/>
              <a:miter/>
            </a:ln>
          </p:spPr>
          <p:txBody>
            <a:bodyPr anchor="t">
              <a:spAutoFit/>
            </a:bodyPr>
            <a:p>
              <a:pPr lvl="0">
                <a:spcBef>
                  <a:spcPct val="50000"/>
                </a:spcBef>
                <a:buClr>
                  <a:srgbClr val="000000"/>
                </a:buClr>
              </a:pPr>
              <a:r>
                <a:rPr lang="en-US" altLang="zh-CN" sz="1600">
                  <a:solidFill>
                    <a:schemeClr val="tx1"/>
                  </a:solidFill>
                  <a:latin typeface="Times New Roman" panose="02020603050405020304" charset="0"/>
                  <a:ea typeface="宋体" panose="02010600030101010101" pitchFamily="2" charset="-122"/>
                </a:rPr>
                <a:t>389</a:t>
              </a:r>
              <a:endParaRPr lang="en-US" altLang="zh-CN" sz="1600">
                <a:solidFill>
                  <a:schemeClr val="tx1"/>
                </a:solidFill>
                <a:latin typeface="Times New Roman" panose="02020603050405020304" charset="0"/>
                <a:ea typeface="宋体" panose="02010600030101010101" pitchFamily="2" charset="-122"/>
              </a:endParaRPr>
            </a:p>
          </p:txBody>
        </p:sp>
        <p:grpSp>
          <p:nvGrpSpPr>
            <p:cNvPr id="96351" name="组合 79967"/>
            <p:cNvGrpSpPr/>
            <p:nvPr/>
          </p:nvGrpSpPr>
          <p:grpSpPr>
            <a:xfrm>
              <a:off x="3130" y="2949"/>
              <a:ext cx="478" cy="476"/>
              <a:chOff x="0" y="0"/>
              <a:chExt cx="478" cy="476"/>
            </a:xfrm>
          </p:grpSpPr>
          <p:sp>
            <p:nvSpPr>
              <p:cNvPr id="79969" name="矩形 79968"/>
              <p:cNvSpPr/>
              <p:nvPr/>
            </p:nvSpPr>
            <p:spPr>
              <a:xfrm>
                <a:off x="5" y="0"/>
                <a:ext cx="469" cy="476"/>
              </a:xfrm>
              <a:prstGeom prst="rect">
                <a:avLst/>
              </a:prstGeom>
              <a:solidFill>
                <a:srgbClr val="FFCCFF"/>
              </a:solidFill>
              <a:ln w="9525" cap="flat" cmpd="sng">
                <a:solidFill>
                  <a:schemeClr val="tx1"/>
                </a:solidFill>
                <a:prstDash val="solid"/>
                <a:miter/>
                <a:headEnd type="none" w="med" len="med"/>
                <a:tailEnd type="none" w="med" len="med"/>
              </a:ln>
            </p:spPr>
            <p:txBody>
              <a:bodyPr wrap="none" anchor="ctr"/>
              <a:p>
                <a:pPr marL="914400" lvl="0" indent="-340995" algn="ctr" fontAlgn="base">
                  <a:lnSpc>
                    <a:spcPct val="120000"/>
                  </a:lnSpc>
                  <a:buClr>
                    <a:schemeClr val="tx2"/>
                  </a:buClr>
                  <a:buSzPct val="95000"/>
                  <a:buFont typeface="Wingdings" panose="05000000000000000000" pitchFamily="2" charset="2"/>
                  <a:buBlip>
                    <a:blip r:embed="rId1"/>
                  </a:buBlip>
                </a:pPr>
                <a:endParaRPr sz="1400" b="1" strike="noStrike" noProof="1">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96353" name="直接连接符 79969"/>
              <p:cNvSpPr/>
              <p:nvPr/>
            </p:nvSpPr>
            <p:spPr>
              <a:xfrm>
                <a:off x="8" y="332"/>
                <a:ext cx="470" cy="0"/>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96354" name="直接连接符 79970"/>
              <p:cNvSpPr/>
              <p:nvPr/>
            </p:nvSpPr>
            <p:spPr>
              <a:xfrm>
                <a:off x="0" y="183"/>
                <a:ext cx="470" cy="0"/>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grpSp>
        <p:sp>
          <p:nvSpPr>
            <p:cNvPr id="96356" name="文本框 79972"/>
            <p:cNvSpPr txBox="1"/>
            <p:nvPr/>
          </p:nvSpPr>
          <p:spPr>
            <a:xfrm>
              <a:off x="3171" y="3239"/>
              <a:ext cx="417" cy="221"/>
            </a:xfrm>
            <a:prstGeom prst="rect">
              <a:avLst/>
            </a:prstGeom>
            <a:noFill/>
            <a:ln w="9525">
              <a:noFill/>
              <a:miter/>
            </a:ln>
          </p:spPr>
          <p:txBody>
            <a:bodyPr wrap="square" anchor="t">
              <a:spAutoFit/>
            </a:bodyPr>
            <a:p>
              <a:pPr lvl="0">
                <a:spcBef>
                  <a:spcPct val="50000"/>
                </a:spcBef>
                <a:buClr>
                  <a:srgbClr val="000000"/>
                </a:buClr>
              </a:pPr>
              <a:r>
                <a:rPr lang="en-US" altLang="zh-CN" sz="1600">
                  <a:solidFill>
                    <a:schemeClr val="tx1"/>
                  </a:solidFill>
                  <a:latin typeface="Times New Roman" panose="02020603050405020304" charset="0"/>
                  <a:ea typeface="宋体" panose="02010600030101010101" pitchFamily="2" charset="-122"/>
                </a:rPr>
                <a:t> 108</a:t>
              </a:r>
              <a:endParaRPr lang="en-US" altLang="zh-CN" sz="1600">
                <a:solidFill>
                  <a:schemeClr val="tx1"/>
                </a:solidFill>
                <a:latin typeface="Times New Roman" panose="02020603050405020304" charset="0"/>
                <a:ea typeface="宋体" panose="02010600030101010101" pitchFamily="2" charset="-122"/>
              </a:endParaRPr>
            </a:p>
          </p:txBody>
        </p:sp>
        <p:sp>
          <p:nvSpPr>
            <p:cNvPr id="96358" name="文本框 79974"/>
            <p:cNvSpPr txBox="1"/>
            <p:nvPr/>
          </p:nvSpPr>
          <p:spPr>
            <a:xfrm>
              <a:off x="4196" y="3264"/>
              <a:ext cx="410" cy="220"/>
            </a:xfrm>
            <a:prstGeom prst="rect">
              <a:avLst/>
            </a:prstGeom>
            <a:noFill/>
            <a:ln w="9525">
              <a:noFill/>
              <a:miter/>
            </a:ln>
          </p:spPr>
          <p:txBody>
            <a:bodyPr wrap="square" anchor="t">
              <a:spAutoFit/>
            </a:bodyPr>
            <a:p>
              <a:pPr lvl="0">
                <a:spcBef>
                  <a:spcPct val="50000"/>
                </a:spcBef>
                <a:buClr>
                  <a:srgbClr val="000000"/>
                </a:buClr>
              </a:pPr>
              <a:r>
                <a:rPr lang="en-US" altLang="zh-CN" sz="1600">
                  <a:solidFill>
                    <a:schemeClr val="tx1"/>
                  </a:solidFill>
                  <a:latin typeface="Times New Roman" panose="02020603050405020304" charset="0"/>
                  <a:ea typeface="宋体" panose="02010600030101010101" pitchFamily="2" charset="-122"/>
                </a:rPr>
                <a:t>108</a:t>
              </a:r>
              <a:endParaRPr lang="en-US" altLang="zh-CN" sz="1600">
                <a:solidFill>
                  <a:schemeClr val="tx1"/>
                </a:solidFill>
                <a:latin typeface="Times New Roman" panose="02020603050405020304" charset="0"/>
                <a:ea typeface="宋体" panose="02010600030101010101" pitchFamily="2" charset="-122"/>
              </a:endParaRPr>
            </a:p>
          </p:txBody>
        </p:sp>
      </p:grpSp>
      <p:sp>
        <p:nvSpPr>
          <p:cNvPr id="79976" name="文本框 79975"/>
          <p:cNvSpPr txBox="1"/>
          <p:nvPr/>
        </p:nvSpPr>
        <p:spPr>
          <a:xfrm>
            <a:off x="2128838" y="6097588"/>
            <a:ext cx="2811462" cy="336550"/>
          </a:xfrm>
          <a:prstGeom prst="rect">
            <a:avLst/>
          </a:prstGeom>
          <a:noFill/>
          <a:ln w="9525">
            <a:noFill/>
            <a:miter/>
          </a:ln>
        </p:spPr>
        <p:txBody>
          <a:bodyPr anchor="t">
            <a:spAutoFit/>
          </a:bodyPr>
          <a:p>
            <a:pPr lvl="0">
              <a:spcBef>
                <a:spcPct val="30000"/>
              </a:spcBef>
              <a:buClr>
                <a:srgbClr val="000000"/>
              </a:buClr>
            </a:pPr>
            <a:r>
              <a:rPr lang="en-US" altLang="zh-CN" sz="1600" b="0">
                <a:solidFill>
                  <a:schemeClr val="tx1"/>
                </a:solidFill>
                <a:latin typeface="Times New Roman" panose="02020603050405020304" charset="0"/>
                <a:ea typeface="宋体" panose="02010600030101010101" pitchFamily="2" charset="-122"/>
              </a:rPr>
              <a:t>UNIX 7</a:t>
            </a:r>
            <a:r>
              <a:rPr lang="en-US" altLang="zh-CN" sz="1600" b="0">
                <a:solidFill>
                  <a:schemeClr val="tx1"/>
                </a:solidFill>
                <a:latin typeface="Arial" panose="02080604020202020204" pitchFamily="34" charset="0"/>
                <a:ea typeface="宋体" panose="02010600030101010101" pitchFamily="2" charset="-122"/>
              </a:rPr>
              <a:t> </a:t>
            </a:r>
            <a:r>
              <a:rPr lang="zh-CN" altLang="en-US" sz="1600" b="0">
                <a:solidFill>
                  <a:schemeClr val="tx1"/>
                </a:solidFill>
                <a:latin typeface="Arial" panose="02080604020202020204" pitchFamily="34" charset="0"/>
                <a:ea typeface="宋体" panose="02010600030101010101" pitchFamily="2" charset="-122"/>
              </a:rPr>
              <a:t>版本的巨型文件结构</a:t>
            </a:r>
            <a:endParaRPr lang="zh-CN" altLang="en-US" sz="1600" b="0">
              <a:solidFill>
                <a:schemeClr val="tx1"/>
              </a:solidFill>
              <a:latin typeface="Arial" panose="02080604020202020204" pitchFamily="34" charset="0"/>
              <a:ea typeface="宋体" panose="02010600030101010101" pitchFamily="2" charset="-122"/>
            </a:endParaRPr>
          </a:p>
        </p:txBody>
      </p:sp>
      <p:sp>
        <p:nvSpPr>
          <p:cNvPr id="79977" name="矩形 79976"/>
          <p:cNvSpPr/>
          <p:nvPr/>
        </p:nvSpPr>
        <p:spPr>
          <a:xfrm>
            <a:off x="381000" y="4286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Arial" panose="02080604020202020204" pitchFamily="34" charset="0"/>
                <a:ea typeface="宋体" panose="02010600030101010101" pitchFamily="2" charset="-122"/>
                <a:cs typeface="+mn-ea"/>
              </a:rPr>
              <a:t>文件系统</a:t>
            </a:r>
            <a:r>
              <a:rPr lang="en-US" altLang="zh-CN" sz="2400" strike="noStrike" noProof="1">
                <a:latin typeface="Arial" panose="02080604020202020204" pitchFamily="34" charset="0"/>
                <a:ea typeface="宋体" panose="02010600030101010101" pitchFamily="2" charset="-122"/>
                <a:cs typeface="+mn-ea"/>
              </a:rPr>
              <a:t>——</a:t>
            </a:r>
            <a:r>
              <a:rPr lang="en-US" altLang="zh-CN" sz="2400" strike="noStrike" noProof="1">
                <a:latin typeface="Times New Roman" panose="02020603050405020304" charset="0"/>
                <a:ea typeface="宋体" panose="02010600030101010101" pitchFamily="2" charset="-122"/>
                <a:cs typeface="+mn-ea"/>
              </a:rPr>
              <a:t>UNIX</a:t>
            </a:r>
            <a:r>
              <a:rPr lang="zh-CN" altLang="en-US" sz="2400" strike="noStrike" noProof="1">
                <a:latin typeface="Arial" panose="02080604020202020204" pitchFamily="34" charset="0"/>
                <a:ea typeface="宋体" panose="02010600030101010101" pitchFamily="2" charset="-122"/>
                <a:cs typeface="+mn-ea"/>
              </a:rPr>
              <a:t>文件系统的主要结构及实现</a:t>
            </a:r>
            <a:endParaRPr lang="zh-CN" altLang="en-US" sz="2400" strike="noStrike" noProof="1">
              <a:ea typeface="宋体" panose="02010600030101010101" pitchFamily="2" charset="-122"/>
            </a:endParaRPr>
          </a:p>
        </p:txBody>
      </p:sp>
      <p:sp>
        <p:nvSpPr>
          <p:cNvPr id="2" name="文本框 79942"/>
          <p:cNvSpPr txBox="1"/>
          <p:nvPr/>
        </p:nvSpPr>
        <p:spPr>
          <a:xfrm>
            <a:off x="6204023" y="5359998"/>
            <a:ext cx="653370" cy="337185"/>
          </a:xfrm>
          <a:prstGeom prst="rect">
            <a:avLst/>
          </a:prstGeom>
          <a:noFill/>
          <a:ln w="9525">
            <a:noFill/>
            <a:miter/>
          </a:ln>
        </p:spPr>
        <p:txBody>
          <a:bodyPr anchor="t">
            <a:spAutoFit/>
          </a:bodyPr>
          <a:p>
            <a:pPr lvl="0">
              <a:spcBef>
                <a:spcPct val="50000"/>
              </a:spcBef>
              <a:buClr>
                <a:srgbClr val="000000"/>
              </a:buClr>
            </a:pPr>
            <a:r>
              <a:rPr lang="en-US" altLang="zh-CN" sz="1600">
                <a:solidFill>
                  <a:schemeClr val="tx1"/>
                </a:solidFill>
                <a:latin typeface="Times New Roman" panose="02020603050405020304" charset="0"/>
                <a:ea typeface="宋体" panose="02010600030101010101" pitchFamily="2" charset="-122"/>
              </a:rPr>
              <a:t>466</a:t>
            </a:r>
            <a:endParaRPr lang="en-US" altLang="zh-CN" sz="1600">
              <a:solidFill>
                <a:schemeClr val="tx1"/>
              </a:solidFill>
              <a:latin typeface="Times New Roman" panose="02020603050405020304" charset="0"/>
              <a:ea typeface="宋体" panose="02010600030101010101" pitchFamily="2" charset="-122"/>
            </a:endParaRPr>
          </a:p>
        </p:txBody>
      </p:sp>
      <p:sp>
        <p:nvSpPr>
          <p:cNvPr id="3" name="文本框 79942"/>
          <p:cNvSpPr txBox="1"/>
          <p:nvPr/>
        </p:nvSpPr>
        <p:spPr>
          <a:xfrm>
            <a:off x="6285303" y="5624158"/>
            <a:ext cx="653370" cy="337185"/>
          </a:xfrm>
          <a:prstGeom prst="rect">
            <a:avLst/>
          </a:prstGeom>
          <a:noFill/>
          <a:ln w="9525">
            <a:noFill/>
            <a:miter/>
          </a:ln>
        </p:spPr>
        <p:txBody>
          <a:bodyPr anchor="t">
            <a:spAutoFit/>
          </a:bodyPr>
          <a:p>
            <a:pPr lvl="0">
              <a:spcBef>
                <a:spcPct val="50000"/>
              </a:spcBef>
              <a:buClr>
                <a:srgbClr val="000000"/>
              </a:buClr>
            </a:pPr>
            <a:r>
              <a:rPr lang="en-US" altLang="zh-CN" sz="1600" b="0">
                <a:solidFill>
                  <a:schemeClr val="tx1"/>
                </a:solidFill>
                <a:latin typeface="Times New Roman" panose="02020603050405020304" charset="0"/>
                <a:ea typeface="宋体" panose="02010600030101010101" pitchFamily="2" charset="-122"/>
              </a:rPr>
              <a:t>...</a:t>
            </a:r>
            <a:endParaRPr lang="en-US" altLang="zh-CN" sz="1600" b="0">
              <a:solidFill>
                <a:schemeClr val="tx1"/>
              </a:solidFill>
              <a:latin typeface="Times New Roman" panose="02020603050405020304" charset="0"/>
              <a:ea typeface="宋体" panose="02010600030101010101" pitchFamily="2" charset="-122"/>
            </a:endParaRPr>
          </a:p>
        </p:txBody>
      </p:sp>
      <p:sp>
        <p:nvSpPr>
          <p:cNvPr id="4" name="文本框 3"/>
          <p:cNvSpPr txBox="1"/>
          <p:nvPr/>
        </p:nvSpPr>
        <p:spPr>
          <a:xfrm>
            <a:off x="6529070" y="1984375"/>
            <a:ext cx="2509520" cy="1370965"/>
          </a:xfrm>
          <a:prstGeom prst="rect">
            <a:avLst/>
          </a:prstGeom>
          <a:noFill/>
        </p:spPr>
        <p:txBody>
          <a:bodyPr wrap="square" rtlCol="0" anchor="t">
            <a:spAutoFit/>
          </a:bodyPr>
          <a:p>
            <a:pPr marL="533400" lvl="0" indent="-533400" fontAlgn="base">
              <a:lnSpc>
                <a:spcPct val="130000"/>
              </a:lnSpc>
            </a:pPr>
            <a:r>
              <a:rPr lang="en-US" altLang="zh-CN" sz="1600">
                <a:solidFill>
                  <a:schemeClr val="tx1"/>
                </a:solidFill>
                <a:latin typeface="Times New Roman" panose="02020603050405020304" charset="0"/>
                <a:cs typeface="+mn-ea"/>
                <a:sym typeface="+mn-ea"/>
              </a:rPr>
              <a:t>i_addr[0] ~ i_addr[6]  </a:t>
            </a:r>
            <a:endParaRPr lang="en-US" altLang="zh-CN" sz="1600" strike="noStrike" noProof="1">
              <a:solidFill>
                <a:schemeClr val="tx1"/>
              </a:solidFill>
              <a:latin typeface="Times New Roman" panose="02020603050405020304" charset="0"/>
              <a:ea typeface="宋体" panose="02010600030101010101" pitchFamily="2" charset="-122"/>
            </a:endParaRPr>
          </a:p>
          <a:p>
            <a:pPr marL="533400" lvl="0" indent="-533400" fontAlgn="base">
              <a:lnSpc>
                <a:spcPct val="130000"/>
              </a:lnSpc>
              <a:buNone/>
            </a:pPr>
            <a:r>
              <a:rPr lang="en-US" altLang="zh-CN" sz="1600">
                <a:solidFill>
                  <a:schemeClr val="tx1"/>
                </a:solidFill>
                <a:latin typeface="Times New Roman" panose="02020603050405020304" charset="0"/>
                <a:cs typeface="+mn-ea"/>
                <a:sym typeface="+mn-ea"/>
              </a:rPr>
              <a:t>       </a:t>
            </a:r>
            <a:r>
              <a:rPr lang="zh-CN" altLang="en-US" sz="1600">
                <a:solidFill>
                  <a:schemeClr val="tx1"/>
                </a:solidFill>
                <a:latin typeface="Times New Roman" panose="02020603050405020304" charset="0"/>
                <a:cs typeface="+mn-ea"/>
                <a:sym typeface="+mn-ea"/>
              </a:rPr>
              <a:t>用于一级间接索引</a:t>
            </a:r>
            <a:endParaRPr lang="zh-CN" altLang="en-US" sz="1600" strike="noStrike" noProof="1">
              <a:solidFill>
                <a:schemeClr val="tx1"/>
              </a:solidFill>
              <a:latin typeface="Times New Roman" panose="02020603050405020304" charset="0"/>
              <a:ea typeface="宋体" panose="02010600030101010101" pitchFamily="2" charset="-122"/>
            </a:endParaRPr>
          </a:p>
          <a:p>
            <a:pPr marL="533400" lvl="0" indent="-533400" fontAlgn="base">
              <a:lnSpc>
                <a:spcPct val="130000"/>
              </a:lnSpc>
            </a:pPr>
            <a:r>
              <a:rPr lang="en-US" altLang="zh-CN" sz="1600">
                <a:solidFill>
                  <a:schemeClr val="tx1"/>
                </a:solidFill>
                <a:latin typeface="Times New Roman" panose="02020603050405020304" charset="0"/>
                <a:cs typeface="+mn-ea"/>
                <a:sym typeface="+mn-ea"/>
              </a:rPr>
              <a:t>i_addr[7]</a:t>
            </a:r>
            <a:endParaRPr lang="en-US" altLang="zh-CN" sz="1600" strike="noStrike" noProof="1">
              <a:solidFill>
                <a:schemeClr val="tx1"/>
              </a:solidFill>
              <a:latin typeface="Times New Roman" panose="02020603050405020304" charset="0"/>
              <a:ea typeface="宋体" panose="02010600030101010101" pitchFamily="2" charset="-122"/>
            </a:endParaRPr>
          </a:p>
          <a:p>
            <a:pPr marL="533400" lvl="0" indent="-533400" fontAlgn="base">
              <a:lnSpc>
                <a:spcPct val="130000"/>
              </a:lnSpc>
              <a:buNone/>
            </a:pPr>
            <a:r>
              <a:rPr lang="en-US" altLang="zh-CN" sz="1600">
                <a:solidFill>
                  <a:schemeClr val="tx1"/>
                </a:solidFill>
                <a:latin typeface="Times New Roman" panose="02020603050405020304" charset="0"/>
                <a:cs typeface="+mn-ea"/>
                <a:sym typeface="+mn-ea"/>
              </a:rPr>
              <a:t>       </a:t>
            </a:r>
            <a:r>
              <a:rPr lang="zh-CN" altLang="en-US" sz="1600">
                <a:solidFill>
                  <a:schemeClr val="tx1"/>
                </a:solidFill>
                <a:latin typeface="Times New Roman" panose="02020603050405020304" charset="0"/>
                <a:cs typeface="+mn-ea"/>
                <a:sym typeface="+mn-ea"/>
              </a:rPr>
              <a:t>用于二级间接索引</a:t>
            </a:r>
            <a:endParaRPr lang="zh-CN" altLang="en-US" sz="1600">
              <a:solidFill>
                <a:schemeClr val="tx1"/>
              </a:solidFill>
              <a:latin typeface="Times New Roman" panose="02020603050405020304" charset="0"/>
              <a:cs typeface="+mn-ea"/>
              <a:sym typeface="+mn-ea"/>
            </a:endParaRPr>
          </a:p>
        </p:txBody>
      </p:sp>
      <p:sp>
        <p:nvSpPr>
          <p:cNvPr id="5" name="文本框 4"/>
          <p:cNvSpPr txBox="1"/>
          <p:nvPr/>
        </p:nvSpPr>
        <p:spPr>
          <a:xfrm>
            <a:off x="381000" y="4685030"/>
            <a:ext cx="3486150" cy="810260"/>
          </a:xfrm>
          <a:prstGeom prst="rect">
            <a:avLst/>
          </a:prstGeom>
          <a:noFill/>
        </p:spPr>
        <p:txBody>
          <a:bodyPr wrap="square" rtlCol="0" anchor="t">
            <a:spAutoFit/>
          </a:bodyPr>
          <a:p>
            <a:pPr marL="533400" lvl="0" indent="-533400" fontAlgn="base">
              <a:lnSpc>
                <a:spcPct val="130000"/>
              </a:lnSpc>
            </a:pPr>
            <a:r>
              <a:rPr lang="zh-CN" altLang="en-US" sz="1800">
                <a:solidFill>
                  <a:schemeClr val="tx1"/>
                </a:solidFill>
                <a:latin typeface="Times New Roman" panose="02020603050405020304" charset="0"/>
                <a:cs typeface="+mn-ea"/>
                <a:sym typeface="+mn-ea"/>
              </a:rPr>
              <a:t>支持的文件最大可为</a:t>
            </a:r>
            <a:endParaRPr lang="zh-CN" altLang="en-US" sz="1800" strike="noStrike" noProof="1">
              <a:solidFill>
                <a:schemeClr val="tx1"/>
              </a:solidFill>
              <a:latin typeface="Times New Roman" panose="02020603050405020304" charset="0"/>
              <a:ea typeface="宋体" panose="02010600030101010101" pitchFamily="2" charset="-122"/>
            </a:endParaRPr>
          </a:p>
          <a:p>
            <a:pPr marL="533400" lvl="0" indent="-533400" fontAlgn="base">
              <a:lnSpc>
                <a:spcPct val="130000"/>
              </a:lnSpc>
              <a:buNone/>
            </a:pPr>
            <a:r>
              <a:rPr lang="zh-CN" altLang="en-US" sz="1800">
                <a:solidFill>
                  <a:schemeClr val="tx1"/>
                </a:solidFill>
                <a:latin typeface="Times New Roman" panose="02020603050405020304" charset="0"/>
                <a:cs typeface="+mn-ea"/>
                <a:sym typeface="+mn-ea"/>
              </a:rPr>
              <a:t>        </a:t>
            </a:r>
            <a:r>
              <a:rPr lang="en-US" altLang="zh-CN" sz="1800">
                <a:solidFill>
                  <a:schemeClr val="tx1"/>
                </a:solidFill>
                <a:latin typeface="Times New Roman" panose="02020603050405020304" charset="0"/>
                <a:cs typeface="+mn-ea"/>
                <a:sym typeface="+mn-ea"/>
              </a:rPr>
              <a:t>(7×256 + 256</a:t>
            </a:r>
            <a:r>
              <a:rPr lang="en-US" altLang="zh-CN" sz="1800" baseline="30000">
                <a:solidFill>
                  <a:schemeClr val="tx1"/>
                </a:solidFill>
                <a:latin typeface="Times New Roman" panose="02020603050405020304" charset="0"/>
                <a:cs typeface="+mn-ea"/>
                <a:sym typeface="+mn-ea"/>
              </a:rPr>
              <a:t>2</a:t>
            </a:r>
            <a:r>
              <a:rPr lang="en-US" altLang="zh-CN" sz="1800">
                <a:solidFill>
                  <a:schemeClr val="tx1"/>
                </a:solidFill>
                <a:latin typeface="Times New Roman" panose="02020603050405020304" charset="0"/>
                <a:cs typeface="+mn-ea"/>
                <a:sym typeface="+mn-ea"/>
              </a:rPr>
              <a:t> )×512B</a:t>
            </a:r>
            <a:endParaRPr lang="en-US" altLang="zh-CN" sz="1800">
              <a:solidFill>
                <a:schemeClr val="tx1"/>
              </a:solidFill>
              <a:latin typeface="Times New Roman" panose="02020603050405020304" charset="0"/>
              <a:cs typeface="+mn-ea"/>
              <a:sym typeface="+mn-ea"/>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79875" grpId="0" build="p"/>
      <p:bldP spid="79976" grpId="0"/>
    </p:bld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22" name="矩形 81921"/>
          <p:cNvSpPr/>
          <p:nvPr/>
        </p:nvSpPr>
        <p:spPr>
          <a:xfrm>
            <a:off x="323850" y="501650"/>
            <a:ext cx="8632825" cy="987425"/>
          </a:xfrm>
          <a:prstGeom prst="rect">
            <a:avLst/>
          </a:prstGeom>
          <a:noFill/>
          <a:ln w="9525">
            <a:noFill/>
            <a:miter/>
          </a:ln>
        </p:spPr>
        <p:txBody>
          <a:bodyPr wrap="square">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20000"/>
              </a:lnSpc>
              <a:spcBef>
                <a:spcPct val="20000"/>
              </a:spcBef>
              <a:buNone/>
            </a:pPr>
            <a:r>
              <a:rPr lang="zh-CN" altLang="en-US" sz="2400" b="1" strike="noStrike" noProof="1" dirty="0">
                <a:solidFill>
                  <a:srgbClr val="000099"/>
                </a:solidFill>
                <a:latin typeface="宋体" panose="02010600030101010101" pitchFamily="2" charset="-122"/>
                <a:ea typeface="宋体" panose="02010600030101010101" pitchFamily="2" charset="-122"/>
                <a:cs typeface="+mn-ea"/>
              </a:rPr>
              <a:t>② </a:t>
            </a:r>
            <a:r>
              <a:rPr lang="zh-CN" altLang="en-US" sz="2400" b="1" strike="noStrike" noProof="1" dirty="0">
                <a:solidFill>
                  <a:srgbClr val="000099"/>
                </a:solidFill>
                <a:latin typeface="Times New Roman" panose="02020603050405020304" charset="0"/>
                <a:ea typeface="宋体" panose="02010600030101010101" pitchFamily="2" charset="-122"/>
                <a:cs typeface="+mn-ea"/>
              </a:rPr>
              <a:t>UNIX system ⅴ的文件索引结构</a:t>
            </a:r>
            <a:endParaRPr lang="zh-CN" altLang="en-US" sz="2400" b="1" strike="noStrike" noProof="1" dirty="0">
              <a:solidFill>
                <a:srgbClr val="000099"/>
              </a:solidFill>
              <a:latin typeface="Times New Roman" panose="02020603050405020304" charset="0"/>
              <a:ea typeface="宋体" panose="02010600030101010101" pitchFamily="2" charset="-122"/>
            </a:endParaRPr>
          </a:p>
          <a:p>
            <a:pPr marL="914400" lvl="1" indent="-457200" fontAlgn="base">
              <a:lnSpc>
                <a:spcPct val="120000"/>
              </a:lnSpc>
            </a:pPr>
            <a:r>
              <a:rPr lang="zh-CN" altLang="en-US" sz="2000" strike="noStrike" noProof="1" dirty="0">
                <a:solidFill>
                  <a:schemeClr val="tx1"/>
                </a:solidFill>
                <a:latin typeface="Times New Roman" panose="02020603050405020304" charset="0"/>
                <a:ea typeface="宋体" panose="02010600030101010101" pitchFamily="2" charset="-122"/>
                <a:cs typeface="+mn-cs"/>
              </a:rPr>
              <a:t>UNIX system  V 采用 i_addr[13]地址表来构造文件的索引结构。</a:t>
            </a:r>
            <a:endParaRPr lang="zh-CN" altLang="en-US" sz="2000" strike="noStrike" noProof="1" dirty="0">
              <a:solidFill>
                <a:schemeClr val="tx1"/>
              </a:solidFill>
              <a:latin typeface="Times New Roman" panose="02020603050405020304" charset="0"/>
              <a:ea typeface="宋体" panose="02010600030101010101" pitchFamily="2" charset="-122"/>
            </a:endParaRPr>
          </a:p>
        </p:txBody>
      </p:sp>
      <p:sp>
        <p:nvSpPr>
          <p:cNvPr id="98306" name="文本框 81922"/>
          <p:cNvSpPr txBox="1"/>
          <p:nvPr/>
        </p:nvSpPr>
        <p:spPr>
          <a:xfrm>
            <a:off x="8507413" y="6524625"/>
            <a:ext cx="376237" cy="347663"/>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buFont typeface="Wingdings" panose="05000000000000000000" pitchFamily="2" charset="2"/>
              <a:buNone/>
            </a:pPr>
            <a:r>
              <a:rPr lang="en-US" altLang="zh-CN" b="0">
                <a:solidFill>
                  <a:schemeClr val="tx2"/>
                </a:solidFill>
                <a:latin typeface="Times New Roman" panose="02020603050405020304" charset="0"/>
                <a:ea typeface="宋体" panose="02010600030101010101" pitchFamily="2" charset="-122"/>
              </a:rPr>
              <a:t>55</a:t>
            </a:r>
            <a:endParaRPr lang="en-US" altLang="zh-CN" b="0">
              <a:solidFill>
                <a:schemeClr val="tx2"/>
              </a:solidFill>
              <a:latin typeface="Times New Roman" panose="02020603050405020304" charset="0"/>
              <a:ea typeface="宋体" panose="02010600030101010101" pitchFamily="2" charset="-122"/>
            </a:endParaRPr>
          </a:p>
        </p:txBody>
      </p:sp>
      <p:sp>
        <p:nvSpPr>
          <p:cNvPr id="81924" name="矩形 81923"/>
          <p:cNvSpPr/>
          <p:nvPr/>
        </p:nvSpPr>
        <p:spPr>
          <a:xfrm>
            <a:off x="52388" y="5491163"/>
            <a:ext cx="5440363" cy="1041400"/>
          </a:xfrm>
          <a:prstGeom prst="rect">
            <a:avLst/>
          </a:prstGeom>
          <a:noFill/>
          <a:ln w="9525">
            <a:noFill/>
            <a:miter/>
          </a:ln>
        </p:spPr>
        <p:txBody>
          <a:bodyPr wrap="square">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30000"/>
              </a:lnSpc>
            </a:pPr>
            <a:r>
              <a:rPr lang="zh-CN" altLang="en-US" sz="2400" strike="noStrike" noProof="1">
                <a:solidFill>
                  <a:schemeClr val="tx1"/>
                </a:solidFill>
                <a:latin typeface="Times New Roman" panose="02020603050405020304" charset="0"/>
                <a:ea typeface="宋体" panose="02010600030101010101" pitchFamily="2" charset="-122"/>
                <a:cs typeface="+mn-ea"/>
              </a:rPr>
              <a:t>系统支持的文件最大可为：</a:t>
            </a:r>
            <a:r>
              <a:rPr lang="en-US" altLang="zh-CN" sz="2400" strike="noStrike" noProof="1">
                <a:solidFill>
                  <a:schemeClr val="tx1"/>
                </a:solidFill>
                <a:latin typeface="Times New Roman" panose="02020603050405020304" charset="0"/>
                <a:ea typeface="宋体" panose="02010600030101010101" pitchFamily="2" charset="-122"/>
                <a:cs typeface="+mn-ea"/>
              </a:rPr>
              <a:t>(10+256+256</a:t>
            </a:r>
            <a:r>
              <a:rPr lang="en-US" altLang="zh-CN" sz="2400" strike="noStrike" baseline="30000" noProof="1">
                <a:solidFill>
                  <a:schemeClr val="tx1"/>
                </a:solidFill>
                <a:latin typeface="Times New Roman" panose="02020603050405020304" charset="0"/>
                <a:ea typeface="宋体" panose="02010600030101010101" pitchFamily="2" charset="-122"/>
                <a:cs typeface="+mn-ea"/>
              </a:rPr>
              <a:t>2</a:t>
            </a:r>
            <a:r>
              <a:rPr lang="en-US" altLang="zh-CN" sz="2400" strike="noStrike" noProof="1">
                <a:solidFill>
                  <a:schemeClr val="tx1"/>
                </a:solidFill>
                <a:latin typeface="Times New Roman" panose="02020603050405020304" charset="0"/>
                <a:ea typeface="宋体" panose="02010600030101010101" pitchFamily="2" charset="-122"/>
                <a:cs typeface="+mn-ea"/>
              </a:rPr>
              <a:t>+256</a:t>
            </a:r>
            <a:r>
              <a:rPr lang="en-US" altLang="zh-CN" sz="2400" strike="noStrike" baseline="30000" noProof="1">
                <a:solidFill>
                  <a:schemeClr val="tx1"/>
                </a:solidFill>
                <a:latin typeface="Times New Roman" panose="02020603050405020304" charset="0"/>
                <a:ea typeface="宋体" panose="02010600030101010101" pitchFamily="2" charset="-122"/>
                <a:cs typeface="+mn-ea"/>
              </a:rPr>
              <a:t>3</a:t>
            </a:r>
            <a:r>
              <a:rPr lang="en-US" altLang="zh-CN" sz="2400" strike="noStrike" noProof="1">
                <a:solidFill>
                  <a:schemeClr val="tx1"/>
                </a:solidFill>
                <a:latin typeface="Times New Roman" panose="02020603050405020304" charset="0"/>
                <a:ea typeface="宋体" panose="02010600030101010101" pitchFamily="2" charset="-122"/>
                <a:cs typeface="+mn-ea"/>
              </a:rPr>
              <a:t>)</a:t>
            </a:r>
            <a:r>
              <a:rPr lang="en-US" altLang="zh-CN" sz="2000" strike="noStrike" noProof="1">
                <a:solidFill>
                  <a:schemeClr val="tx1"/>
                </a:solidFill>
                <a:latin typeface="Times New Roman" panose="02020603050405020304" charset="0"/>
                <a:ea typeface="宋体" panose="02010600030101010101" pitchFamily="2" charset="-122"/>
                <a:cs typeface="+mn-ea"/>
              </a:rPr>
              <a:t>×</a:t>
            </a:r>
            <a:r>
              <a:rPr lang="en-US" altLang="zh-CN" sz="2400" strike="noStrike" noProof="1">
                <a:solidFill>
                  <a:schemeClr val="tx1"/>
                </a:solidFill>
                <a:latin typeface="Times New Roman" panose="02020603050405020304" charset="0"/>
                <a:ea typeface="宋体" panose="02010600030101010101" pitchFamily="2" charset="-122"/>
                <a:cs typeface="+mn-ea"/>
              </a:rPr>
              <a:t>512B</a:t>
            </a:r>
            <a:endParaRPr lang="en-US" altLang="zh-CN" sz="2400" strike="noStrike" noProof="1">
              <a:solidFill>
                <a:schemeClr val="tx1"/>
              </a:solidFill>
              <a:latin typeface="Times New Roman" panose="02020603050405020304" charset="0"/>
              <a:ea typeface="宋体" panose="02010600030101010101" pitchFamily="2" charset="-122"/>
            </a:endParaRPr>
          </a:p>
        </p:txBody>
      </p:sp>
      <p:grpSp>
        <p:nvGrpSpPr>
          <p:cNvPr id="81925" name="组合 81924"/>
          <p:cNvGrpSpPr/>
          <p:nvPr/>
        </p:nvGrpSpPr>
        <p:grpSpPr>
          <a:xfrm>
            <a:off x="344488" y="1539875"/>
            <a:ext cx="8201025" cy="4906963"/>
            <a:chOff x="0" y="0"/>
            <a:chExt cx="4619" cy="3091"/>
          </a:xfrm>
        </p:grpSpPr>
        <p:grpSp>
          <p:nvGrpSpPr>
            <p:cNvPr id="98309" name="组合 81925"/>
            <p:cNvGrpSpPr/>
            <p:nvPr/>
          </p:nvGrpSpPr>
          <p:grpSpPr>
            <a:xfrm>
              <a:off x="577" y="97"/>
              <a:ext cx="803" cy="1731"/>
              <a:chOff x="0" y="0"/>
              <a:chExt cx="928" cy="1935"/>
            </a:xfrm>
          </p:grpSpPr>
          <p:sp>
            <p:nvSpPr>
              <p:cNvPr id="98310" name="文本框 81926"/>
              <p:cNvSpPr txBox="1"/>
              <p:nvPr/>
            </p:nvSpPr>
            <p:spPr>
              <a:xfrm>
                <a:off x="0" y="0"/>
                <a:ext cx="928" cy="1935"/>
              </a:xfrm>
              <a:prstGeom prst="rect">
                <a:avLst/>
              </a:prstGeom>
              <a:solidFill>
                <a:srgbClr val="99CCFF"/>
              </a:solidFill>
              <a:ln w="9525" cap="flat" cmpd="sng">
                <a:solidFill>
                  <a:srgbClr val="000000"/>
                </a:solidFill>
                <a:prstDash val="solid"/>
                <a:miter/>
                <a:headEnd type="none" w="med" len="med"/>
                <a:tailEnd type="none" w="med" len="med"/>
              </a:ln>
            </p:spPr>
            <p:txBody>
              <a:bodyPr anchor="t"/>
              <a:p>
                <a:pPr lvl="0" algn="just">
                  <a:spcBef>
                    <a:spcPct val="10000"/>
                  </a:spcBef>
                  <a:buClr>
                    <a:srgbClr val="000000"/>
                  </a:buClr>
                </a:pPr>
                <a:r>
                  <a:rPr lang="en-US" altLang="zh-CN">
                    <a:solidFill>
                      <a:schemeClr val="tx1"/>
                    </a:solidFill>
                    <a:latin typeface="Times New Roman" panose="02020603050405020304" charset="0"/>
                    <a:ea typeface="宋体" panose="02010600030101010101" pitchFamily="2" charset="-122"/>
                  </a:rPr>
                  <a:t> </a:t>
                </a:r>
                <a:endParaRPr lang="en-US" altLang="zh-CN">
                  <a:solidFill>
                    <a:schemeClr val="tx1"/>
                  </a:solidFill>
                  <a:latin typeface="Times New Roman" panose="02020603050405020304" charset="0"/>
                  <a:ea typeface="宋体" panose="02010600030101010101" pitchFamily="2" charset="-122"/>
                </a:endParaRPr>
              </a:p>
            </p:txBody>
          </p:sp>
          <p:sp>
            <p:nvSpPr>
              <p:cNvPr id="98311" name="直接连接符 81927"/>
              <p:cNvSpPr/>
              <p:nvPr/>
            </p:nvSpPr>
            <p:spPr>
              <a:xfrm>
                <a:off x="0" y="170"/>
                <a:ext cx="928"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98312" name="直接连接符 81928"/>
              <p:cNvSpPr/>
              <p:nvPr/>
            </p:nvSpPr>
            <p:spPr>
              <a:xfrm>
                <a:off x="0" y="319"/>
                <a:ext cx="928"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98313" name="直接连接符 81929"/>
              <p:cNvSpPr/>
              <p:nvPr/>
            </p:nvSpPr>
            <p:spPr>
              <a:xfrm>
                <a:off x="0" y="455"/>
                <a:ext cx="928"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98314" name="直接连接符 81930"/>
              <p:cNvSpPr/>
              <p:nvPr/>
            </p:nvSpPr>
            <p:spPr>
              <a:xfrm>
                <a:off x="0" y="611"/>
                <a:ext cx="928"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98315" name="直接连接符 81931"/>
              <p:cNvSpPr/>
              <p:nvPr/>
            </p:nvSpPr>
            <p:spPr>
              <a:xfrm>
                <a:off x="0" y="754"/>
                <a:ext cx="928"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98316" name="直接连接符 81932"/>
              <p:cNvSpPr/>
              <p:nvPr/>
            </p:nvSpPr>
            <p:spPr>
              <a:xfrm>
                <a:off x="0" y="896"/>
                <a:ext cx="928"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98317" name="直接连接符 81933"/>
              <p:cNvSpPr/>
              <p:nvPr/>
            </p:nvSpPr>
            <p:spPr>
              <a:xfrm>
                <a:off x="0" y="1032"/>
                <a:ext cx="928"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98318" name="直接连接符 81934"/>
              <p:cNvSpPr/>
              <p:nvPr/>
            </p:nvSpPr>
            <p:spPr>
              <a:xfrm>
                <a:off x="0" y="1168"/>
                <a:ext cx="928"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98319" name="直接连接符 81935"/>
              <p:cNvSpPr/>
              <p:nvPr/>
            </p:nvSpPr>
            <p:spPr>
              <a:xfrm>
                <a:off x="0" y="1324"/>
                <a:ext cx="928"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98320" name="直接连接符 81936"/>
              <p:cNvSpPr/>
              <p:nvPr/>
            </p:nvSpPr>
            <p:spPr>
              <a:xfrm>
                <a:off x="0" y="1475"/>
                <a:ext cx="928"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98321" name="直接连接符 81937"/>
              <p:cNvSpPr/>
              <p:nvPr/>
            </p:nvSpPr>
            <p:spPr>
              <a:xfrm>
                <a:off x="0" y="1640"/>
                <a:ext cx="928"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98322" name="直接连接符 81938"/>
              <p:cNvSpPr/>
              <p:nvPr/>
            </p:nvSpPr>
            <p:spPr>
              <a:xfrm>
                <a:off x="0" y="1786"/>
                <a:ext cx="928"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grpSp>
        <p:sp>
          <p:nvSpPr>
            <p:cNvPr id="81940" name="矩形 81939"/>
            <p:cNvSpPr/>
            <p:nvPr/>
          </p:nvSpPr>
          <p:spPr>
            <a:xfrm>
              <a:off x="1938" y="2155"/>
              <a:ext cx="411" cy="274"/>
            </a:xfrm>
            <a:prstGeom prst="rect">
              <a:avLst/>
            </a:prstGeom>
            <a:solidFill>
              <a:srgbClr val="99CCFF"/>
            </a:solidFill>
            <a:ln w="9525" cap="flat" cmpd="sng">
              <a:solidFill>
                <a:srgbClr val="000000"/>
              </a:solidFill>
              <a:prstDash val="solid"/>
              <a:miter/>
              <a:headEnd type="none" w="med" len="med"/>
              <a:tailEnd type="none" w="med" len="med"/>
            </a:ln>
          </p:spPr>
          <p:txBody>
            <a:bodyPr/>
            <a:p>
              <a:pPr marL="914400" lvl="0" indent="-340995" algn="ctr" fontAlgn="base">
                <a:lnSpc>
                  <a:spcPct val="120000"/>
                </a:lnSpc>
                <a:buClr>
                  <a:schemeClr val="tx2"/>
                </a:buClr>
                <a:buSzPct val="95000"/>
                <a:buFont typeface="Wingdings" panose="05000000000000000000" pitchFamily="2" charset="2"/>
                <a:buBlip>
                  <a:blip r:embed="rId1"/>
                </a:buBlip>
              </a:pPr>
              <a:endParaRPr sz="1400" b="1" strike="noStrike" noProof="1">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98324" name="直接连接符 81940"/>
            <p:cNvSpPr/>
            <p:nvPr/>
          </p:nvSpPr>
          <p:spPr>
            <a:xfrm>
              <a:off x="1938" y="2223"/>
              <a:ext cx="411"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98325" name="直接连接符 81941"/>
            <p:cNvSpPr/>
            <p:nvPr/>
          </p:nvSpPr>
          <p:spPr>
            <a:xfrm>
              <a:off x="1938" y="2368"/>
              <a:ext cx="411"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81943" name="矩形 81942"/>
            <p:cNvSpPr/>
            <p:nvPr/>
          </p:nvSpPr>
          <p:spPr>
            <a:xfrm>
              <a:off x="2664" y="1779"/>
              <a:ext cx="410" cy="274"/>
            </a:xfrm>
            <a:prstGeom prst="rect">
              <a:avLst/>
            </a:prstGeom>
            <a:solidFill>
              <a:srgbClr val="99CCFF"/>
            </a:solidFill>
            <a:ln w="9525" cap="flat" cmpd="sng">
              <a:solidFill>
                <a:srgbClr val="000000"/>
              </a:solidFill>
              <a:prstDash val="solid"/>
              <a:miter/>
              <a:headEnd type="none" w="med" len="med"/>
              <a:tailEnd type="none" w="med" len="med"/>
            </a:ln>
          </p:spPr>
          <p:txBody>
            <a:bodyPr/>
            <a:p>
              <a:pPr marL="914400" lvl="0" indent="-340995" algn="ctr" fontAlgn="base">
                <a:lnSpc>
                  <a:spcPct val="120000"/>
                </a:lnSpc>
                <a:buClr>
                  <a:schemeClr val="tx2"/>
                </a:buClr>
                <a:buSzPct val="95000"/>
                <a:buFont typeface="Wingdings" panose="05000000000000000000" pitchFamily="2" charset="2"/>
                <a:buBlip>
                  <a:blip r:embed="rId1"/>
                </a:buBlip>
              </a:pPr>
              <a:endParaRPr sz="1400" b="1" strike="noStrike" noProof="1">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98327" name="直接连接符 81943"/>
            <p:cNvSpPr/>
            <p:nvPr/>
          </p:nvSpPr>
          <p:spPr>
            <a:xfrm>
              <a:off x="2664" y="1846"/>
              <a:ext cx="410"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98328" name="直接连接符 81944"/>
            <p:cNvSpPr/>
            <p:nvPr/>
          </p:nvSpPr>
          <p:spPr>
            <a:xfrm>
              <a:off x="2664" y="1992"/>
              <a:ext cx="410"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81946" name="矩形 81945"/>
            <p:cNvSpPr/>
            <p:nvPr/>
          </p:nvSpPr>
          <p:spPr>
            <a:xfrm>
              <a:off x="2664" y="2569"/>
              <a:ext cx="410" cy="273"/>
            </a:xfrm>
            <a:prstGeom prst="rect">
              <a:avLst/>
            </a:prstGeom>
            <a:solidFill>
              <a:srgbClr val="99CCFF"/>
            </a:solidFill>
            <a:ln w="9525" cap="flat" cmpd="sng">
              <a:solidFill>
                <a:srgbClr val="000000"/>
              </a:solidFill>
              <a:prstDash val="solid"/>
              <a:miter/>
              <a:headEnd type="none" w="med" len="med"/>
              <a:tailEnd type="none" w="med" len="med"/>
            </a:ln>
          </p:spPr>
          <p:txBody>
            <a:bodyPr/>
            <a:p>
              <a:pPr marL="914400" lvl="0" indent="-340995" algn="ctr" fontAlgn="base">
                <a:lnSpc>
                  <a:spcPct val="120000"/>
                </a:lnSpc>
                <a:buClr>
                  <a:schemeClr val="tx2"/>
                </a:buClr>
                <a:buSzPct val="95000"/>
                <a:buFont typeface="Wingdings" panose="05000000000000000000" pitchFamily="2" charset="2"/>
                <a:buBlip>
                  <a:blip r:embed="rId1"/>
                </a:buBlip>
              </a:pPr>
              <a:endParaRPr sz="1400" b="1" strike="noStrike" noProof="1">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98330" name="直接连接符 81946"/>
            <p:cNvSpPr/>
            <p:nvPr/>
          </p:nvSpPr>
          <p:spPr>
            <a:xfrm>
              <a:off x="2664" y="2636"/>
              <a:ext cx="410"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98331" name="直接连接符 81947"/>
            <p:cNvSpPr/>
            <p:nvPr/>
          </p:nvSpPr>
          <p:spPr>
            <a:xfrm>
              <a:off x="2664" y="2842"/>
              <a:ext cx="410"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81949" name="矩形 81948"/>
            <p:cNvSpPr/>
            <p:nvPr/>
          </p:nvSpPr>
          <p:spPr>
            <a:xfrm>
              <a:off x="3475" y="2417"/>
              <a:ext cx="411" cy="273"/>
            </a:xfrm>
            <a:prstGeom prst="rect">
              <a:avLst/>
            </a:prstGeom>
            <a:solidFill>
              <a:srgbClr val="99CCFF"/>
            </a:solidFill>
            <a:ln w="9525" cap="flat" cmpd="sng">
              <a:solidFill>
                <a:srgbClr val="000000"/>
              </a:solidFill>
              <a:prstDash val="solid"/>
              <a:miter/>
              <a:headEnd type="none" w="med" len="med"/>
              <a:tailEnd type="none" w="med" len="med"/>
            </a:ln>
          </p:spPr>
          <p:txBody>
            <a:bodyPr/>
            <a:p>
              <a:pPr marL="914400" lvl="0" indent="-340995" algn="ctr" fontAlgn="base">
                <a:lnSpc>
                  <a:spcPct val="120000"/>
                </a:lnSpc>
                <a:buClr>
                  <a:schemeClr val="tx2"/>
                </a:buClr>
                <a:buSzPct val="95000"/>
                <a:buFont typeface="Wingdings" panose="05000000000000000000" pitchFamily="2" charset="2"/>
                <a:buBlip>
                  <a:blip r:embed="rId1"/>
                </a:buBlip>
              </a:pPr>
              <a:endParaRPr sz="1400" b="1" strike="noStrike" noProof="1">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98333" name="直接连接符 81949"/>
            <p:cNvSpPr/>
            <p:nvPr/>
          </p:nvSpPr>
          <p:spPr>
            <a:xfrm>
              <a:off x="3475" y="2484"/>
              <a:ext cx="411"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98334" name="直接连接符 81950"/>
            <p:cNvSpPr/>
            <p:nvPr/>
          </p:nvSpPr>
          <p:spPr>
            <a:xfrm>
              <a:off x="3475" y="2629"/>
              <a:ext cx="411"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81952" name="矩形 81951"/>
            <p:cNvSpPr/>
            <p:nvPr/>
          </p:nvSpPr>
          <p:spPr>
            <a:xfrm>
              <a:off x="3475" y="2812"/>
              <a:ext cx="411" cy="273"/>
            </a:xfrm>
            <a:prstGeom prst="rect">
              <a:avLst/>
            </a:prstGeom>
            <a:solidFill>
              <a:srgbClr val="99CCFF"/>
            </a:solidFill>
            <a:ln w="9525" cap="flat" cmpd="sng">
              <a:solidFill>
                <a:srgbClr val="000000"/>
              </a:solidFill>
              <a:prstDash val="solid"/>
              <a:miter/>
              <a:headEnd type="none" w="med" len="med"/>
              <a:tailEnd type="none" w="med" len="med"/>
            </a:ln>
          </p:spPr>
          <p:txBody>
            <a:bodyPr/>
            <a:p>
              <a:pPr marL="914400" lvl="0" indent="-340995" algn="ctr" fontAlgn="base">
                <a:lnSpc>
                  <a:spcPct val="120000"/>
                </a:lnSpc>
                <a:buClr>
                  <a:schemeClr val="tx2"/>
                </a:buClr>
                <a:buSzPct val="95000"/>
                <a:buFont typeface="Wingdings" panose="05000000000000000000" pitchFamily="2" charset="2"/>
                <a:buBlip>
                  <a:blip r:embed="rId1"/>
                </a:buBlip>
              </a:pPr>
              <a:endParaRPr sz="1400" b="1" strike="noStrike" noProof="1">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98336" name="直接连接符 81952"/>
            <p:cNvSpPr/>
            <p:nvPr/>
          </p:nvSpPr>
          <p:spPr>
            <a:xfrm>
              <a:off x="3475" y="2878"/>
              <a:ext cx="411"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98337" name="直接连接符 81953"/>
            <p:cNvSpPr/>
            <p:nvPr/>
          </p:nvSpPr>
          <p:spPr>
            <a:xfrm>
              <a:off x="3475" y="3024"/>
              <a:ext cx="411"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81955" name="矩形 81954"/>
            <p:cNvSpPr/>
            <p:nvPr/>
          </p:nvSpPr>
          <p:spPr>
            <a:xfrm>
              <a:off x="3475" y="2028"/>
              <a:ext cx="411" cy="273"/>
            </a:xfrm>
            <a:prstGeom prst="rect">
              <a:avLst/>
            </a:prstGeom>
            <a:solidFill>
              <a:srgbClr val="99CCFF"/>
            </a:solidFill>
            <a:ln w="9525" cap="flat" cmpd="sng">
              <a:solidFill>
                <a:srgbClr val="000000"/>
              </a:solidFill>
              <a:prstDash val="solid"/>
              <a:miter/>
              <a:headEnd type="none" w="med" len="med"/>
              <a:tailEnd type="none" w="med" len="med"/>
            </a:ln>
          </p:spPr>
          <p:txBody>
            <a:bodyPr/>
            <a:p>
              <a:pPr marL="914400" lvl="0" indent="-340995" algn="ctr" fontAlgn="base">
                <a:lnSpc>
                  <a:spcPct val="120000"/>
                </a:lnSpc>
                <a:buClr>
                  <a:schemeClr val="tx2"/>
                </a:buClr>
                <a:buSzPct val="95000"/>
                <a:buFont typeface="Wingdings" panose="05000000000000000000" pitchFamily="2" charset="2"/>
                <a:buBlip>
                  <a:blip r:embed="rId1"/>
                </a:buBlip>
              </a:pPr>
              <a:endParaRPr sz="1400" b="1" strike="noStrike" noProof="1">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98339" name="直接连接符 81955"/>
            <p:cNvSpPr/>
            <p:nvPr/>
          </p:nvSpPr>
          <p:spPr>
            <a:xfrm>
              <a:off x="3475" y="2095"/>
              <a:ext cx="411"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98340" name="直接连接符 81956"/>
            <p:cNvSpPr/>
            <p:nvPr/>
          </p:nvSpPr>
          <p:spPr>
            <a:xfrm>
              <a:off x="3475" y="2240"/>
              <a:ext cx="411"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81958" name="矩形 81957"/>
            <p:cNvSpPr/>
            <p:nvPr/>
          </p:nvSpPr>
          <p:spPr>
            <a:xfrm>
              <a:off x="3475" y="1622"/>
              <a:ext cx="411" cy="272"/>
            </a:xfrm>
            <a:prstGeom prst="rect">
              <a:avLst/>
            </a:prstGeom>
            <a:solidFill>
              <a:srgbClr val="99CCFF"/>
            </a:solidFill>
            <a:ln w="9525" cap="flat" cmpd="sng">
              <a:solidFill>
                <a:srgbClr val="000000"/>
              </a:solidFill>
              <a:prstDash val="solid"/>
              <a:miter/>
              <a:headEnd type="none" w="med" len="med"/>
              <a:tailEnd type="none" w="med" len="med"/>
            </a:ln>
          </p:spPr>
          <p:txBody>
            <a:bodyPr/>
            <a:p>
              <a:pPr marL="914400" lvl="0" indent="-340995" algn="ctr" fontAlgn="base">
                <a:lnSpc>
                  <a:spcPct val="120000"/>
                </a:lnSpc>
                <a:buClr>
                  <a:schemeClr val="tx2"/>
                </a:buClr>
                <a:buSzPct val="95000"/>
                <a:buFont typeface="Wingdings" panose="05000000000000000000" pitchFamily="2" charset="2"/>
                <a:buBlip>
                  <a:blip r:embed="rId1"/>
                </a:buBlip>
              </a:pPr>
              <a:endParaRPr sz="1400" b="1" strike="noStrike" noProof="1">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98342" name="直接连接符 81958"/>
            <p:cNvSpPr/>
            <p:nvPr/>
          </p:nvSpPr>
          <p:spPr>
            <a:xfrm>
              <a:off x="3475" y="1689"/>
              <a:ext cx="411"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98343" name="直接连接符 81959"/>
            <p:cNvSpPr/>
            <p:nvPr/>
          </p:nvSpPr>
          <p:spPr>
            <a:xfrm>
              <a:off x="3475" y="1834"/>
              <a:ext cx="411"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81961" name="矩形 81960"/>
            <p:cNvSpPr/>
            <p:nvPr/>
          </p:nvSpPr>
          <p:spPr>
            <a:xfrm>
              <a:off x="4296" y="1622"/>
              <a:ext cx="253" cy="67"/>
            </a:xfrm>
            <a:prstGeom prst="rect">
              <a:avLst/>
            </a:prstGeom>
            <a:solidFill>
              <a:srgbClr val="99CCFF"/>
            </a:solidFill>
            <a:ln w="9525" cap="flat" cmpd="sng">
              <a:solidFill>
                <a:srgbClr val="000000"/>
              </a:solidFill>
              <a:prstDash val="solid"/>
              <a:miter/>
              <a:headEnd type="none" w="med" len="med"/>
              <a:tailEnd type="none" w="med" len="med"/>
            </a:ln>
          </p:spPr>
          <p:txBody>
            <a:bodyPr/>
            <a:p>
              <a:pPr marL="914400" lvl="0" indent="-340995" algn="ctr" fontAlgn="base">
                <a:lnSpc>
                  <a:spcPct val="120000"/>
                </a:lnSpc>
                <a:buClr>
                  <a:schemeClr val="tx2"/>
                </a:buClr>
                <a:buSzPct val="95000"/>
                <a:buFont typeface="Wingdings" panose="05000000000000000000" pitchFamily="2" charset="2"/>
                <a:buBlip>
                  <a:blip r:embed="rId1"/>
                </a:buBlip>
              </a:pPr>
              <a:endParaRPr sz="1400" b="1" strike="noStrike" noProof="1">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81962" name="矩形 81961"/>
            <p:cNvSpPr/>
            <p:nvPr/>
          </p:nvSpPr>
          <p:spPr>
            <a:xfrm>
              <a:off x="4296" y="1828"/>
              <a:ext cx="253" cy="66"/>
            </a:xfrm>
            <a:prstGeom prst="rect">
              <a:avLst/>
            </a:prstGeom>
            <a:solidFill>
              <a:srgbClr val="99CCFF"/>
            </a:solidFill>
            <a:ln w="9525" cap="flat" cmpd="sng">
              <a:solidFill>
                <a:srgbClr val="000000"/>
              </a:solidFill>
              <a:prstDash val="solid"/>
              <a:miter/>
              <a:headEnd type="none" w="med" len="med"/>
              <a:tailEnd type="none" w="med" len="med"/>
            </a:ln>
          </p:spPr>
          <p:txBody>
            <a:bodyPr/>
            <a:p>
              <a:pPr marL="914400" lvl="0" indent="-340995" algn="ctr" fontAlgn="base">
                <a:lnSpc>
                  <a:spcPct val="120000"/>
                </a:lnSpc>
                <a:buClr>
                  <a:schemeClr val="tx2"/>
                </a:buClr>
                <a:buSzPct val="95000"/>
                <a:buFont typeface="Wingdings" panose="05000000000000000000" pitchFamily="2" charset="2"/>
                <a:buBlip>
                  <a:blip r:embed="rId1"/>
                </a:buBlip>
              </a:pPr>
              <a:endParaRPr sz="1400" b="1" strike="noStrike" noProof="1">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81963" name="矩形 81962"/>
            <p:cNvSpPr/>
            <p:nvPr/>
          </p:nvSpPr>
          <p:spPr>
            <a:xfrm>
              <a:off x="4296" y="2028"/>
              <a:ext cx="253" cy="67"/>
            </a:xfrm>
            <a:prstGeom prst="rect">
              <a:avLst/>
            </a:prstGeom>
            <a:solidFill>
              <a:srgbClr val="99CCFF"/>
            </a:solidFill>
            <a:ln w="9525" cap="flat" cmpd="sng">
              <a:solidFill>
                <a:srgbClr val="000000"/>
              </a:solidFill>
              <a:prstDash val="solid"/>
              <a:miter/>
              <a:headEnd type="none" w="med" len="med"/>
              <a:tailEnd type="none" w="med" len="med"/>
            </a:ln>
          </p:spPr>
          <p:txBody>
            <a:bodyPr/>
            <a:p>
              <a:pPr marL="914400" lvl="0" indent="-340995" algn="ctr" fontAlgn="base">
                <a:lnSpc>
                  <a:spcPct val="120000"/>
                </a:lnSpc>
                <a:buClr>
                  <a:schemeClr val="tx2"/>
                </a:buClr>
                <a:buSzPct val="95000"/>
                <a:buFont typeface="Wingdings" panose="05000000000000000000" pitchFamily="2" charset="2"/>
                <a:buBlip>
                  <a:blip r:embed="rId1"/>
                </a:buBlip>
              </a:pPr>
              <a:endParaRPr sz="1400" b="1" strike="noStrike" noProof="1">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81964" name="矩形 81963"/>
            <p:cNvSpPr/>
            <p:nvPr/>
          </p:nvSpPr>
          <p:spPr>
            <a:xfrm>
              <a:off x="4296" y="2235"/>
              <a:ext cx="253" cy="66"/>
            </a:xfrm>
            <a:prstGeom prst="rect">
              <a:avLst/>
            </a:prstGeom>
            <a:solidFill>
              <a:srgbClr val="99CCFF"/>
            </a:solidFill>
            <a:ln w="9525" cap="flat" cmpd="sng">
              <a:solidFill>
                <a:srgbClr val="000000"/>
              </a:solidFill>
              <a:prstDash val="solid"/>
              <a:miter/>
              <a:headEnd type="none" w="med" len="med"/>
              <a:tailEnd type="none" w="med" len="med"/>
            </a:ln>
          </p:spPr>
          <p:txBody>
            <a:bodyPr/>
            <a:p>
              <a:pPr marL="914400" lvl="0" indent="-340995" algn="ctr" fontAlgn="base">
                <a:lnSpc>
                  <a:spcPct val="120000"/>
                </a:lnSpc>
                <a:buClr>
                  <a:schemeClr val="tx2"/>
                </a:buClr>
                <a:buSzPct val="95000"/>
                <a:buFont typeface="Wingdings" panose="05000000000000000000" pitchFamily="2" charset="2"/>
                <a:buBlip>
                  <a:blip r:embed="rId1"/>
                </a:buBlip>
              </a:pPr>
              <a:endParaRPr sz="1400" b="1" strike="noStrike" noProof="1">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81965" name="矩形 81964"/>
            <p:cNvSpPr/>
            <p:nvPr/>
          </p:nvSpPr>
          <p:spPr>
            <a:xfrm>
              <a:off x="4296" y="2417"/>
              <a:ext cx="253" cy="67"/>
            </a:xfrm>
            <a:prstGeom prst="rect">
              <a:avLst/>
            </a:prstGeom>
            <a:solidFill>
              <a:srgbClr val="99CCFF"/>
            </a:solidFill>
            <a:ln w="9525" cap="flat" cmpd="sng">
              <a:solidFill>
                <a:srgbClr val="000000"/>
              </a:solidFill>
              <a:prstDash val="solid"/>
              <a:miter/>
              <a:headEnd type="none" w="med" len="med"/>
              <a:tailEnd type="none" w="med" len="med"/>
            </a:ln>
          </p:spPr>
          <p:txBody>
            <a:bodyPr/>
            <a:p>
              <a:pPr marL="914400" lvl="0" indent="-340995" algn="ctr" fontAlgn="base">
                <a:lnSpc>
                  <a:spcPct val="120000"/>
                </a:lnSpc>
                <a:buClr>
                  <a:schemeClr val="tx2"/>
                </a:buClr>
                <a:buSzPct val="95000"/>
                <a:buFont typeface="Wingdings" panose="05000000000000000000" pitchFamily="2" charset="2"/>
                <a:buBlip>
                  <a:blip r:embed="rId1"/>
                </a:buBlip>
              </a:pPr>
              <a:endParaRPr sz="1400" b="1" strike="noStrike" noProof="1">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81966" name="矩形 81965"/>
            <p:cNvSpPr/>
            <p:nvPr/>
          </p:nvSpPr>
          <p:spPr>
            <a:xfrm>
              <a:off x="4296" y="2623"/>
              <a:ext cx="253" cy="67"/>
            </a:xfrm>
            <a:prstGeom prst="rect">
              <a:avLst/>
            </a:prstGeom>
            <a:solidFill>
              <a:srgbClr val="99CCFF"/>
            </a:solidFill>
            <a:ln w="9525" cap="flat" cmpd="sng">
              <a:solidFill>
                <a:srgbClr val="000000"/>
              </a:solidFill>
              <a:prstDash val="solid"/>
              <a:miter/>
              <a:headEnd type="none" w="med" len="med"/>
              <a:tailEnd type="none" w="med" len="med"/>
            </a:ln>
          </p:spPr>
          <p:txBody>
            <a:bodyPr/>
            <a:p>
              <a:pPr marL="914400" lvl="0" indent="-340995" algn="ctr" fontAlgn="base">
                <a:lnSpc>
                  <a:spcPct val="120000"/>
                </a:lnSpc>
                <a:buClr>
                  <a:schemeClr val="tx2"/>
                </a:buClr>
                <a:buSzPct val="95000"/>
                <a:buFont typeface="Wingdings" panose="05000000000000000000" pitchFamily="2" charset="2"/>
                <a:buBlip>
                  <a:blip r:embed="rId1"/>
                </a:buBlip>
              </a:pPr>
              <a:endParaRPr sz="1400" b="1" strike="noStrike" noProof="1">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81967" name="矩形 81966"/>
            <p:cNvSpPr/>
            <p:nvPr/>
          </p:nvSpPr>
          <p:spPr>
            <a:xfrm>
              <a:off x="4296" y="2812"/>
              <a:ext cx="253" cy="66"/>
            </a:xfrm>
            <a:prstGeom prst="rect">
              <a:avLst/>
            </a:prstGeom>
            <a:solidFill>
              <a:srgbClr val="99CCFF"/>
            </a:solidFill>
            <a:ln w="9525" cap="flat" cmpd="sng">
              <a:solidFill>
                <a:srgbClr val="000000"/>
              </a:solidFill>
              <a:prstDash val="solid"/>
              <a:miter/>
              <a:headEnd type="none" w="med" len="med"/>
              <a:tailEnd type="none" w="med" len="med"/>
            </a:ln>
          </p:spPr>
          <p:txBody>
            <a:bodyPr/>
            <a:p>
              <a:pPr marL="914400" lvl="0" indent="-340995" algn="ctr" fontAlgn="base">
                <a:lnSpc>
                  <a:spcPct val="120000"/>
                </a:lnSpc>
                <a:buClr>
                  <a:schemeClr val="tx2"/>
                </a:buClr>
                <a:buSzPct val="95000"/>
                <a:buFont typeface="Wingdings" panose="05000000000000000000" pitchFamily="2" charset="2"/>
                <a:buBlip>
                  <a:blip r:embed="rId1"/>
                </a:buBlip>
              </a:pPr>
              <a:endParaRPr sz="1400" b="1" strike="noStrike" noProof="1">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81968" name="矩形 81967"/>
            <p:cNvSpPr/>
            <p:nvPr/>
          </p:nvSpPr>
          <p:spPr>
            <a:xfrm>
              <a:off x="4296" y="3024"/>
              <a:ext cx="253" cy="67"/>
            </a:xfrm>
            <a:prstGeom prst="rect">
              <a:avLst/>
            </a:prstGeom>
            <a:solidFill>
              <a:srgbClr val="99CCFF"/>
            </a:solidFill>
            <a:ln w="9525" cap="flat" cmpd="sng">
              <a:solidFill>
                <a:srgbClr val="000000"/>
              </a:solidFill>
              <a:prstDash val="solid"/>
              <a:miter/>
              <a:headEnd type="none" w="med" len="med"/>
              <a:tailEnd type="none" w="med" len="med"/>
            </a:ln>
          </p:spPr>
          <p:txBody>
            <a:bodyPr/>
            <a:p>
              <a:pPr marL="914400" lvl="0" indent="-340995" algn="ctr" fontAlgn="base">
                <a:lnSpc>
                  <a:spcPct val="120000"/>
                </a:lnSpc>
                <a:buClr>
                  <a:schemeClr val="tx2"/>
                </a:buClr>
                <a:buSzPct val="95000"/>
                <a:buFont typeface="Wingdings" panose="05000000000000000000" pitchFamily="2" charset="2"/>
                <a:buBlip>
                  <a:blip r:embed="rId1"/>
                </a:buBlip>
              </a:pPr>
              <a:endParaRPr sz="1400" b="1" strike="noStrike" noProof="1">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98352" name="直接连接符 81968"/>
            <p:cNvSpPr/>
            <p:nvPr/>
          </p:nvSpPr>
          <p:spPr>
            <a:xfrm flipV="1">
              <a:off x="2279" y="1774"/>
              <a:ext cx="385" cy="424"/>
            </a:xfrm>
            <a:prstGeom prst="line">
              <a:avLst/>
            </a:prstGeom>
            <a:ln w="9525" cap="flat" cmpd="sng">
              <a:solidFill>
                <a:srgbClr val="000000"/>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98353" name="直接连接符 81969"/>
            <p:cNvSpPr/>
            <p:nvPr/>
          </p:nvSpPr>
          <p:spPr>
            <a:xfrm flipV="1">
              <a:off x="3012" y="1628"/>
              <a:ext cx="463" cy="176"/>
            </a:xfrm>
            <a:prstGeom prst="line">
              <a:avLst/>
            </a:prstGeom>
            <a:ln w="9525" cap="flat" cmpd="sng">
              <a:solidFill>
                <a:srgbClr val="000000"/>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98354" name="直接连接符 81970"/>
            <p:cNvSpPr/>
            <p:nvPr/>
          </p:nvSpPr>
          <p:spPr>
            <a:xfrm>
              <a:off x="3012" y="2028"/>
              <a:ext cx="463" cy="0"/>
            </a:xfrm>
            <a:prstGeom prst="line">
              <a:avLst/>
            </a:prstGeom>
            <a:ln w="9525" cap="flat" cmpd="sng">
              <a:solidFill>
                <a:srgbClr val="000000"/>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98355" name="直接连接符 81971"/>
            <p:cNvSpPr/>
            <p:nvPr/>
          </p:nvSpPr>
          <p:spPr>
            <a:xfrm flipV="1">
              <a:off x="3012" y="2417"/>
              <a:ext cx="463" cy="176"/>
            </a:xfrm>
            <a:prstGeom prst="line">
              <a:avLst/>
            </a:prstGeom>
            <a:ln w="9525" cap="flat" cmpd="sng">
              <a:solidFill>
                <a:srgbClr val="000000"/>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98356" name="直接连接符 81972"/>
            <p:cNvSpPr/>
            <p:nvPr/>
          </p:nvSpPr>
          <p:spPr>
            <a:xfrm>
              <a:off x="2664" y="2782"/>
              <a:ext cx="410"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98357" name="直接连接符 81973"/>
            <p:cNvSpPr/>
            <p:nvPr/>
          </p:nvSpPr>
          <p:spPr>
            <a:xfrm>
              <a:off x="3012" y="2812"/>
              <a:ext cx="463" cy="0"/>
            </a:xfrm>
            <a:prstGeom prst="line">
              <a:avLst/>
            </a:prstGeom>
            <a:ln w="9525" cap="flat" cmpd="sng">
              <a:solidFill>
                <a:srgbClr val="000000"/>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98358" name="直接连接符 81974"/>
            <p:cNvSpPr/>
            <p:nvPr/>
          </p:nvSpPr>
          <p:spPr>
            <a:xfrm>
              <a:off x="2279" y="2417"/>
              <a:ext cx="385" cy="152"/>
            </a:xfrm>
            <a:prstGeom prst="line">
              <a:avLst/>
            </a:prstGeom>
            <a:ln w="9525" cap="flat" cmpd="sng">
              <a:solidFill>
                <a:srgbClr val="000000"/>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98359" name="文本框 81975"/>
            <p:cNvSpPr txBox="1"/>
            <p:nvPr/>
          </p:nvSpPr>
          <p:spPr>
            <a:xfrm>
              <a:off x="2813" y="2242"/>
              <a:ext cx="288" cy="176"/>
            </a:xfrm>
            <a:prstGeom prst="rect">
              <a:avLst/>
            </a:prstGeom>
            <a:noFill/>
            <a:ln w="9525">
              <a:noFill/>
              <a:miter/>
            </a:ln>
          </p:spPr>
          <p:txBody>
            <a:bodyPr anchor="t"/>
            <a:p>
              <a:pPr lvl="0" algn="just">
                <a:buClr>
                  <a:srgbClr val="000000"/>
                </a:buClr>
              </a:pPr>
              <a:r>
                <a:rPr lang="en-US" altLang="zh-CN" b="0">
                  <a:solidFill>
                    <a:schemeClr val="tx1"/>
                  </a:solidFill>
                  <a:latin typeface="Times New Roman" panose="02020603050405020304" charset="0"/>
                  <a:ea typeface="宋体" panose="02010600030101010101" pitchFamily="2" charset="-122"/>
                  <a:sym typeface="MT Extra" panose="05050102010205020202" pitchFamily="2" charset="2"/>
                </a:rPr>
                <a:t>...</a:t>
              </a:r>
              <a:endParaRPr lang="en-US" altLang="zh-CN" b="0">
                <a:solidFill>
                  <a:schemeClr val="tx1"/>
                </a:solidFill>
                <a:latin typeface="Times New Roman" panose="02020603050405020304" charset="0"/>
                <a:ea typeface="宋体" panose="02010600030101010101" pitchFamily="2" charset="-122"/>
                <a:sym typeface="MT Extra" panose="05050102010205020202" pitchFamily="2" charset="2"/>
              </a:endParaRPr>
            </a:p>
          </p:txBody>
        </p:sp>
        <p:sp>
          <p:nvSpPr>
            <p:cNvPr id="98360" name="直接连接符 81976"/>
            <p:cNvSpPr/>
            <p:nvPr/>
          </p:nvSpPr>
          <p:spPr>
            <a:xfrm>
              <a:off x="3859" y="1658"/>
              <a:ext cx="437" cy="0"/>
            </a:xfrm>
            <a:prstGeom prst="line">
              <a:avLst/>
            </a:prstGeom>
            <a:ln w="9525" cap="flat" cmpd="sng">
              <a:solidFill>
                <a:srgbClr val="000000"/>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98361" name="直接连接符 81977"/>
            <p:cNvSpPr/>
            <p:nvPr/>
          </p:nvSpPr>
          <p:spPr>
            <a:xfrm>
              <a:off x="3859" y="1859"/>
              <a:ext cx="437" cy="0"/>
            </a:xfrm>
            <a:prstGeom prst="line">
              <a:avLst/>
            </a:prstGeom>
            <a:ln w="9525" cap="flat" cmpd="sng">
              <a:solidFill>
                <a:srgbClr val="000000"/>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98362" name="直接连接符 81978"/>
            <p:cNvSpPr/>
            <p:nvPr/>
          </p:nvSpPr>
          <p:spPr>
            <a:xfrm>
              <a:off x="3859" y="2059"/>
              <a:ext cx="437" cy="0"/>
            </a:xfrm>
            <a:prstGeom prst="line">
              <a:avLst/>
            </a:prstGeom>
            <a:ln w="9525" cap="flat" cmpd="sng">
              <a:solidFill>
                <a:srgbClr val="000000"/>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98363" name="直接连接符 81979"/>
            <p:cNvSpPr/>
            <p:nvPr/>
          </p:nvSpPr>
          <p:spPr>
            <a:xfrm>
              <a:off x="3859" y="2271"/>
              <a:ext cx="437" cy="0"/>
            </a:xfrm>
            <a:prstGeom prst="line">
              <a:avLst/>
            </a:prstGeom>
            <a:ln w="9525" cap="flat" cmpd="sng">
              <a:solidFill>
                <a:srgbClr val="000000"/>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98364" name="直接连接符 81980"/>
            <p:cNvSpPr/>
            <p:nvPr/>
          </p:nvSpPr>
          <p:spPr>
            <a:xfrm>
              <a:off x="3859" y="2447"/>
              <a:ext cx="437" cy="0"/>
            </a:xfrm>
            <a:prstGeom prst="line">
              <a:avLst/>
            </a:prstGeom>
            <a:ln w="9525" cap="flat" cmpd="sng">
              <a:solidFill>
                <a:srgbClr val="000000"/>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98365" name="直接连接符 81981"/>
            <p:cNvSpPr/>
            <p:nvPr/>
          </p:nvSpPr>
          <p:spPr>
            <a:xfrm>
              <a:off x="3859" y="2660"/>
              <a:ext cx="437" cy="0"/>
            </a:xfrm>
            <a:prstGeom prst="line">
              <a:avLst/>
            </a:prstGeom>
            <a:ln w="9525" cap="flat" cmpd="sng">
              <a:solidFill>
                <a:srgbClr val="000000"/>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98366" name="直接连接符 81982"/>
            <p:cNvSpPr/>
            <p:nvPr/>
          </p:nvSpPr>
          <p:spPr>
            <a:xfrm>
              <a:off x="3859" y="2842"/>
              <a:ext cx="437" cy="0"/>
            </a:xfrm>
            <a:prstGeom prst="line">
              <a:avLst/>
            </a:prstGeom>
            <a:ln w="9525" cap="flat" cmpd="sng">
              <a:solidFill>
                <a:srgbClr val="000000"/>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98367" name="直接连接符 81983"/>
            <p:cNvSpPr/>
            <p:nvPr/>
          </p:nvSpPr>
          <p:spPr>
            <a:xfrm>
              <a:off x="3859" y="3054"/>
              <a:ext cx="437" cy="0"/>
            </a:xfrm>
            <a:prstGeom prst="line">
              <a:avLst/>
            </a:prstGeom>
            <a:ln w="9525" cap="flat" cmpd="sng">
              <a:solidFill>
                <a:srgbClr val="000000"/>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81985" name="矩形 81984"/>
            <p:cNvSpPr/>
            <p:nvPr/>
          </p:nvSpPr>
          <p:spPr>
            <a:xfrm>
              <a:off x="2664" y="947"/>
              <a:ext cx="410" cy="274"/>
            </a:xfrm>
            <a:prstGeom prst="rect">
              <a:avLst/>
            </a:prstGeom>
            <a:solidFill>
              <a:srgbClr val="99CCFF"/>
            </a:solidFill>
            <a:ln w="9525" cap="flat" cmpd="sng">
              <a:solidFill>
                <a:srgbClr val="000000"/>
              </a:solidFill>
              <a:prstDash val="solid"/>
              <a:miter/>
              <a:headEnd type="none" w="med" len="med"/>
              <a:tailEnd type="none" w="med" len="med"/>
            </a:ln>
          </p:spPr>
          <p:txBody>
            <a:bodyPr/>
            <a:p>
              <a:pPr marL="914400" lvl="0" indent="-340995" algn="ctr" fontAlgn="base">
                <a:lnSpc>
                  <a:spcPct val="120000"/>
                </a:lnSpc>
                <a:buClr>
                  <a:schemeClr val="tx2"/>
                </a:buClr>
                <a:buSzPct val="95000"/>
                <a:buFont typeface="Wingdings" panose="05000000000000000000" pitchFamily="2" charset="2"/>
                <a:buBlip>
                  <a:blip r:embed="rId1"/>
                </a:buBlip>
              </a:pPr>
              <a:endParaRPr sz="1400" b="1" strike="noStrike" noProof="1">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98369" name="直接连接符 81985"/>
            <p:cNvSpPr/>
            <p:nvPr/>
          </p:nvSpPr>
          <p:spPr>
            <a:xfrm>
              <a:off x="2664" y="1014"/>
              <a:ext cx="410"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98370" name="直接连接符 81986"/>
            <p:cNvSpPr/>
            <p:nvPr/>
          </p:nvSpPr>
          <p:spPr>
            <a:xfrm>
              <a:off x="2664" y="1160"/>
              <a:ext cx="410"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81988" name="矩形 81987"/>
            <p:cNvSpPr/>
            <p:nvPr/>
          </p:nvSpPr>
          <p:spPr>
            <a:xfrm>
              <a:off x="3475" y="1197"/>
              <a:ext cx="411" cy="272"/>
            </a:xfrm>
            <a:prstGeom prst="rect">
              <a:avLst/>
            </a:prstGeom>
            <a:solidFill>
              <a:srgbClr val="99CCFF"/>
            </a:solidFill>
            <a:ln w="9525" cap="flat" cmpd="sng">
              <a:solidFill>
                <a:srgbClr val="000000"/>
              </a:solidFill>
              <a:prstDash val="solid"/>
              <a:miter/>
              <a:headEnd type="none" w="med" len="med"/>
              <a:tailEnd type="none" w="med" len="med"/>
            </a:ln>
          </p:spPr>
          <p:txBody>
            <a:bodyPr/>
            <a:p>
              <a:pPr marL="914400" lvl="0" indent="-340995" algn="ctr" fontAlgn="base">
                <a:lnSpc>
                  <a:spcPct val="120000"/>
                </a:lnSpc>
                <a:buClr>
                  <a:schemeClr val="tx2"/>
                </a:buClr>
                <a:buSzPct val="95000"/>
                <a:buFont typeface="Wingdings" panose="05000000000000000000" pitchFamily="2" charset="2"/>
                <a:buBlip>
                  <a:blip r:embed="rId1"/>
                </a:buBlip>
              </a:pPr>
              <a:endParaRPr sz="1400" b="1" strike="noStrike" noProof="1">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98372" name="直接连接符 81988"/>
            <p:cNvSpPr/>
            <p:nvPr/>
          </p:nvSpPr>
          <p:spPr>
            <a:xfrm>
              <a:off x="3475" y="1263"/>
              <a:ext cx="411"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98373" name="直接连接符 81989"/>
            <p:cNvSpPr/>
            <p:nvPr/>
          </p:nvSpPr>
          <p:spPr>
            <a:xfrm>
              <a:off x="3475" y="1409"/>
              <a:ext cx="411"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81991" name="矩形 81990"/>
            <p:cNvSpPr/>
            <p:nvPr/>
          </p:nvSpPr>
          <p:spPr>
            <a:xfrm>
              <a:off x="3475" y="790"/>
              <a:ext cx="411" cy="273"/>
            </a:xfrm>
            <a:prstGeom prst="rect">
              <a:avLst/>
            </a:prstGeom>
            <a:solidFill>
              <a:srgbClr val="99CCFF"/>
            </a:solidFill>
            <a:ln w="9525" cap="flat" cmpd="sng">
              <a:solidFill>
                <a:srgbClr val="000000"/>
              </a:solidFill>
              <a:prstDash val="solid"/>
              <a:miter/>
              <a:headEnd type="none" w="med" len="med"/>
              <a:tailEnd type="none" w="med" len="med"/>
            </a:ln>
          </p:spPr>
          <p:txBody>
            <a:bodyPr/>
            <a:p>
              <a:pPr marL="914400" lvl="0" indent="-340995" algn="ctr" fontAlgn="base">
                <a:lnSpc>
                  <a:spcPct val="120000"/>
                </a:lnSpc>
                <a:buClr>
                  <a:schemeClr val="tx2"/>
                </a:buClr>
                <a:buSzPct val="95000"/>
                <a:buFont typeface="Wingdings" panose="05000000000000000000" pitchFamily="2" charset="2"/>
                <a:buBlip>
                  <a:blip r:embed="rId1"/>
                </a:buBlip>
              </a:pPr>
              <a:endParaRPr sz="1400" b="1" strike="noStrike" noProof="1">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98375" name="直接连接符 81991"/>
            <p:cNvSpPr/>
            <p:nvPr/>
          </p:nvSpPr>
          <p:spPr>
            <a:xfrm>
              <a:off x="3475" y="856"/>
              <a:ext cx="411"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98376" name="直接连接符 81992"/>
            <p:cNvSpPr/>
            <p:nvPr/>
          </p:nvSpPr>
          <p:spPr>
            <a:xfrm>
              <a:off x="3475" y="1002"/>
              <a:ext cx="411"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81994" name="矩形 81993"/>
            <p:cNvSpPr/>
            <p:nvPr/>
          </p:nvSpPr>
          <p:spPr>
            <a:xfrm>
              <a:off x="4296" y="790"/>
              <a:ext cx="253" cy="66"/>
            </a:xfrm>
            <a:prstGeom prst="rect">
              <a:avLst/>
            </a:prstGeom>
            <a:solidFill>
              <a:srgbClr val="99CCFF"/>
            </a:solidFill>
            <a:ln w="9525" cap="flat" cmpd="sng">
              <a:solidFill>
                <a:srgbClr val="000000"/>
              </a:solidFill>
              <a:prstDash val="solid"/>
              <a:miter/>
              <a:headEnd type="none" w="med" len="med"/>
              <a:tailEnd type="none" w="med" len="med"/>
            </a:ln>
          </p:spPr>
          <p:txBody>
            <a:bodyPr/>
            <a:p>
              <a:pPr marL="914400" lvl="0" indent="-340995" algn="ctr" fontAlgn="base">
                <a:lnSpc>
                  <a:spcPct val="120000"/>
                </a:lnSpc>
                <a:buClr>
                  <a:schemeClr val="tx2"/>
                </a:buClr>
                <a:buSzPct val="95000"/>
                <a:buFont typeface="Wingdings" panose="05000000000000000000" pitchFamily="2" charset="2"/>
                <a:buBlip>
                  <a:blip r:embed="rId1"/>
                </a:buBlip>
              </a:pPr>
              <a:endParaRPr sz="1400" b="1" strike="noStrike" noProof="1">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81995" name="矩形 81994"/>
            <p:cNvSpPr/>
            <p:nvPr/>
          </p:nvSpPr>
          <p:spPr>
            <a:xfrm>
              <a:off x="4296" y="996"/>
              <a:ext cx="253" cy="67"/>
            </a:xfrm>
            <a:prstGeom prst="rect">
              <a:avLst/>
            </a:prstGeom>
            <a:solidFill>
              <a:srgbClr val="99CCFF"/>
            </a:solidFill>
            <a:ln w="9525" cap="flat" cmpd="sng">
              <a:solidFill>
                <a:srgbClr val="000000"/>
              </a:solidFill>
              <a:prstDash val="solid"/>
              <a:miter/>
              <a:headEnd type="none" w="med" len="med"/>
              <a:tailEnd type="none" w="med" len="med"/>
            </a:ln>
          </p:spPr>
          <p:txBody>
            <a:bodyPr/>
            <a:p>
              <a:pPr marL="914400" lvl="0" indent="-340995" algn="ctr" fontAlgn="base">
                <a:lnSpc>
                  <a:spcPct val="120000"/>
                </a:lnSpc>
                <a:buClr>
                  <a:schemeClr val="tx2"/>
                </a:buClr>
                <a:buSzPct val="95000"/>
                <a:buFont typeface="Wingdings" panose="05000000000000000000" pitchFamily="2" charset="2"/>
                <a:buBlip>
                  <a:blip r:embed="rId1"/>
                </a:buBlip>
              </a:pPr>
              <a:endParaRPr sz="1400" b="1" strike="noStrike" noProof="1">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81996" name="矩形 81995"/>
            <p:cNvSpPr/>
            <p:nvPr/>
          </p:nvSpPr>
          <p:spPr>
            <a:xfrm>
              <a:off x="4296" y="1197"/>
              <a:ext cx="253" cy="66"/>
            </a:xfrm>
            <a:prstGeom prst="rect">
              <a:avLst/>
            </a:prstGeom>
            <a:solidFill>
              <a:srgbClr val="99CCFF"/>
            </a:solidFill>
            <a:ln w="9525" cap="flat" cmpd="sng">
              <a:solidFill>
                <a:srgbClr val="000000"/>
              </a:solidFill>
              <a:prstDash val="solid"/>
              <a:miter/>
              <a:headEnd type="none" w="med" len="med"/>
              <a:tailEnd type="none" w="med" len="med"/>
            </a:ln>
          </p:spPr>
          <p:txBody>
            <a:bodyPr/>
            <a:p>
              <a:pPr marL="914400" lvl="0" indent="-340995" algn="ctr" fontAlgn="base">
                <a:lnSpc>
                  <a:spcPct val="120000"/>
                </a:lnSpc>
                <a:buClr>
                  <a:schemeClr val="tx2"/>
                </a:buClr>
                <a:buSzPct val="95000"/>
                <a:buFont typeface="Wingdings" panose="05000000000000000000" pitchFamily="2" charset="2"/>
                <a:buBlip>
                  <a:blip r:embed="rId1"/>
                </a:buBlip>
              </a:pPr>
              <a:endParaRPr sz="1400" b="1" strike="noStrike" noProof="1">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81997" name="矩形 81996"/>
            <p:cNvSpPr/>
            <p:nvPr/>
          </p:nvSpPr>
          <p:spPr>
            <a:xfrm>
              <a:off x="4296" y="1402"/>
              <a:ext cx="253" cy="67"/>
            </a:xfrm>
            <a:prstGeom prst="rect">
              <a:avLst/>
            </a:prstGeom>
            <a:solidFill>
              <a:srgbClr val="99CCFF"/>
            </a:solidFill>
            <a:ln w="9525" cap="flat" cmpd="sng">
              <a:solidFill>
                <a:srgbClr val="000000"/>
              </a:solidFill>
              <a:prstDash val="solid"/>
              <a:miter/>
              <a:headEnd type="none" w="med" len="med"/>
              <a:tailEnd type="none" w="med" len="med"/>
            </a:ln>
          </p:spPr>
          <p:txBody>
            <a:bodyPr/>
            <a:p>
              <a:pPr marL="914400" lvl="0" indent="-340995" algn="ctr" fontAlgn="base">
                <a:lnSpc>
                  <a:spcPct val="120000"/>
                </a:lnSpc>
                <a:buClr>
                  <a:schemeClr val="tx2"/>
                </a:buClr>
                <a:buSzPct val="95000"/>
                <a:buFont typeface="Wingdings" panose="05000000000000000000" pitchFamily="2" charset="2"/>
                <a:buBlip>
                  <a:blip r:embed="rId1"/>
                </a:buBlip>
              </a:pPr>
              <a:endParaRPr sz="1400" b="1" strike="noStrike" noProof="1">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98381" name="直接连接符 81997"/>
            <p:cNvSpPr/>
            <p:nvPr/>
          </p:nvSpPr>
          <p:spPr>
            <a:xfrm flipV="1">
              <a:off x="3012" y="795"/>
              <a:ext cx="463" cy="176"/>
            </a:xfrm>
            <a:prstGeom prst="line">
              <a:avLst/>
            </a:prstGeom>
            <a:ln w="9525" cap="flat" cmpd="sng">
              <a:solidFill>
                <a:srgbClr val="000000"/>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98382" name="直接连接符 81998"/>
            <p:cNvSpPr/>
            <p:nvPr/>
          </p:nvSpPr>
          <p:spPr>
            <a:xfrm>
              <a:off x="3012" y="1197"/>
              <a:ext cx="463" cy="0"/>
            </a:xfrm>
            <a:prstGeom prst="line">
              <a:avLst/>
            </a:prstGeom>
            <a:ln w="9525" cap="flat" cmpd="sng">
              <a:solidFill>
                <a:srgbClr val="000000"/>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98383" name="直接连接符 81999"/>
            <p:cNvSpPr/>
            <p:nvPr/>
          </p:nvSpPr>
          <p:spPr>
            <a:xfrm>
              <a:off x="3859" y="826"/>
              <a:ext cx="437" cy="0"/>
            </a:xfrm>
            <a:prstGeom prst="line">
              <a:avLst/>
            </a:prstGeom>
            <a:ln w="9525" cap="flat" cmpd="sng">
              <a:solidFill>
                <a:srgbClr val="000000"/>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98384" name="直接连接符 82000"/>
            <p:cNvSpPr/>
            <p:nvPr/>
          </p:nvSpPr>
          <p:spPr>
            <a:xfrm>
              <a:off x="3859" y="1026"/>
              <a:ext cx="437" cy="0"/>
            </a:xfrm>
            <a:prstGeom prst="line">
              <a:avLst/>
            </a:prstGeom>
            <a:ln w="9525" cap="flat" cmpd="sng">
              <a:solidFill>
                <a:srgbClr val="000000"/>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98385" name="直接连接符 82001"/>
            <p:cNvSpPr/>
            <p:nvPr/>
          </p:nvSpPr>
          <p:spPr>
            <a:xfrm>
              <a:off x="3859" y="1227"/>
              <a:ext cx="437" cy="0"/>
            </a:xfrm>
            <a:prstGeom prst="line">
              <a:avLst/>
            </a:prstGeom>
            <a:ln w="9525" cap="flat" cmpd="sng">
              <a:solidFill>
                <a:srgbClr val="000000"/>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98386" name="直接连接符 82002"/>
            <p:cNvSpPr/>
            <p:nvPr/>
          </p:nvSpPr>
          <p:spPr>
            <a:xfrm>
              <a:off x="3859" y="1439"/>
              <a:ext cx="437" cy="0"/>
            </a:xfrm>
            <a:prstGeom prst="line">
              <a:avLst/>
            </a:prstGeom>
            <a:ln w="9525" cap="flat" cmpd="sng">
              <a:solidFill>
                <a:srgbClr val="000000"/>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82004" name="矩形 82003"/>
            <p:cNvSpPr/>
            <p:nvPr/>
          </p:nvSpPr>
          <p:spPr>
            <a:xfrm>
              <a:off x="3475" y="370"/>
              <a:ext cx="411" cy="274"/>
            </a:xfrm>
            <a:prstGeom prst="rect">
              <a:avLst/>
            </a:prstGeom>
            <a:solidFill>
              <a:srgbClr val="99CCFF"/>
            </a:solidFill>
            <a:ln w="9525" cap="flat" cmpd="sng">
              <a:solidFill>
                <a:srgbClr val="000000"/>
              </a:solidFill>
              <a:prstDash val="solid"/>
              <a:miter/>
              <a:headEnd type="none" w="med" len="med"/>
              <a:tailEnd type="none" w="med" len="med"/>
            </a:ln>
          </p:spPr>
          <p:txBody>
            <a:bodyPr/>
            <a:p>
              <a:pPr marL="914400" lvl="0" indent="-340995" algn="ctr" fontAlgn="base">
                <a:lnSpc>
                  <a:spcPct val="120000"/>
                </a:lnSpc>
                <a:buClr>
                  <a:schemeClr val="tx2"/>
                </a:buClr>
                <a:buSzPct val="95000"/>
                <a:buFont typeface="Wingdings" panose="05000000000000000000" pitchFamily="2" charset="2"/>
                <a:buBlip>
                  <a:blip r:embed="rId1"/>
                </a:buBlip>
              </a:pPr>
              <a:endParaRPr sz="1400" b="1" strike="noStrike" noProof="1">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98388" name="直接连接符 82004"/>
            <p:cNvSpPr/>
            <p:nvPr/>
          </p:nvSpPr>
          <p:spPr>
            <a:xfrm>
              <a:off x="3475" y="437"/>
              <a:ext cx="411"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98389" name="直接连接符 82005"/>
            <p:cNvSpPr/>
            <p:nvPr/>
          </p:nvSpPr>
          <p:spPr>
            <a:xfrm>
              <a:off x="3475" y="583"/>
              <a:ext cx="411"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82007" name="矩形 82006"/>
            <p:cNvSpPr/>
            <p:nvPr/>
          </p:nvSpPr>
          <p:spPr>
            <a:xfrm>
              <a:off x="4296" y="370"/>
              <a:ext cx="253" cy="67"/>
            </a:xfrm>
            <a:prstGeom prst="rect">
              <a:avLst/>
            </a:prstGeom>
            <a:solidFill>
              <a:srgbClr val="99CCFF"/>
            </a:solidFill>
            <a:ln w="9525" cap="flat" cmpd="sng">
              <a:solidFill>
                <a:srgbClr val="000000"/>
              </a:solidFill>
              <a:prstDash val="solid"/>
              <a:miter/>
              <a:headEnd type="none" w="med" len="med"/>
              <a:tailEnd type="none" w="med" len="med"/>
            </a:ln>
          </p:spPr>
          <p:txBody>
            <a:bodyPr/>
            <a:p>
              <a:pPr marL="914400" lvl="0" indent="-340995" algn="ctr" fontAlgn="base">
                <a:lnSpc>
                  <a:spcPct val="120000"/>
                </a:lnSpc>
                <a:buClr>
                  <a:schemeClr val="tx2"/>
                </a:buClr>
                <a:buSzPct val="95000"/>
                <a:buFont typeface="Wingdings" panose="05000000000000000000" pitchFamily="2" charset="2"/>
                <a:buBlip>
                  <a:blip r:embed="rId1"/>
                </a:buBlip>
              </a:pPr>
              <a:endParaRPr sz="1400" b="1" strike="noStrike" noProof="1">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82008" name="矩形 82007"/>
            <p:cNvSpPr/>
            <p:nvPr/>
          </p:nvSpPr>
          <p:spPr>
            <a:xfrm>
              <a:off x="4296" y="577"/>
              <a:ext cx="253" cy="67"/>
            </a:xfrm>
            <a:prstGeom prst="rect">
              <a:avLst/>
            </a:prstGeom>
            <a:solidFill>
              <a:srgbClr val="99CCFF"/>
            </a:solidFill>
            <a:ln w="9525" cap="flat" cmpd="sng">
              <a:solidFill>
                <a:srgbClr val="000000"/>
              </a:solidFill>
              <a:prstDash val="solid"/>
              <a:miter/>
              <a:headEnd type="none" w="med" len="med"/>
              <a:tailEnd type="none" w="med" len="med"/>
            </a:ln>
          </p:spPr>
          <p:txBody>
            <a:bodyPr/>
            <a:p>
              <a:pPr marL="914400" lvl="0" indent="-340995" algn="ctr" fontAlgn="base">
                <a:lnSpc>
                  <a:spcPct val="120000"/>
                </a:lnSpc>
                <a:buClr>
                  <a:schemeClr val="tx2"/>
                </a:buClr>
                <a:buSzPct val="95000"/>
                <a:buFont typeface="Wingdings" panose="05000000000000000000" pitchFamily="2" charset="2"/>
                <a:buBlip>
                  <a:blip r:embed="rId1"/>
                </a:buBlip>
              </a:pPr>
              <a:endParaRPr sz="1400" b="1" strike="noStrike" noProof="1">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98392" name="直接连接符 82008"/>
            <p:cNvSpPr/>
            <p:nvPr/>
          </p:nvSpPr>
          <p:spPr>
            <a:xfrm>
              <a:off x="3859" y="407"/>
              <a:ext cx="437" cy="0"/>
            </a:xfrm>
            <a:prstGeom prst="line">
              <a:avLst/>
            </a:prstGeom>
            <a:ln w="9525" cap="flat" cmpd="sng">
              <a:solidFill>
                <a:srgbClr val="000000"/>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98393" name="直接连接符 82009"/>
            <p:cNvSpPr/>
            <p:nvPr/>
          </p:nvSpPr>
          <p:spPr>
            <a:xfrm>
              <a:off x="3859" y="607"/>
              <a:ext cx="437" cy="0"/>
            </a:xfrm>
            <a:prstGeom prst="line">
              <a:avLst/>
            </a:prstGeom>
            <a:ln w="9525" cap="flat" cmpd="sng">
              <a:solidFill>
                <a:srgbClr val="000000"/>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82011" name="矩形 82010"/>
            <p:cNvSpPr/>
            <p:nvPr/>
          </p:nvSpPr>
          <p:spPr>
            <a:xfrm>
              <a:off x="4304" y="0"/>
              <a:ext cx="253" cy="67"/>
            </a:xfrm>
            <a:prstGeom prst="rect">
              <a:avLst/>
            </a:prstGeom>
            <a:solidFill>
              <a:srgbClr val="99CCFF"/>
            </a:solidFill>
            <a:ln w="9525" cap="flat" cmpd="sng">
              <a:solidFill>
                <a:srgbClr val="000000"/>
              </a:solidFill>
              <a:prstDash val="solid"/>
              <a:miter/>
              <a:headEnd type="none" w="med" len="med"/>
              <a:tailEnd type="none" w="med" len="med"/>
            </a:ln>
          </p:spPr>
          <p:txBody>
            <a:bodyPr/>
            <a:p>
              <a:pPr marL="914400" lvl="0" indent="-340995" algn="ctr" fontAlgn="base">
                <a:lnSpc>
                  <a:spcPct val="120000"/>
                </a:lnSpc>
                <a:buClr>
                  <a:schemeClr val="tx2"/>
                </a:buClr>
                <a:buSzPct val="95000"/>
                <a:buFont typeface="Wingdings" panose="05000000000000000000" pitchFamily="2" charset="2"/>
                <a:buBlip>
                  <a:blip r:embed="rId1"/>
                </a:buBlip>
              </a:pPr>
              <a:endParaRPr sz="1400" b="1" strike="noStrike" noProof="1">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82012" name="矩形 82011"/>
            <p:cNvSpPr/>
            <p:nvPr/>
          </p:nvSpPr>
          <p:spPr>
            <a:xfrm>
              <a:off x="4304" y="200"/>
              <a:ext cx="253" cy="67"/>
            </a:xfrm>
            <a:prstGeom prst="rect">
              <a:avLst/>
            </a:prstGeom>
            <a:solidFill>
              <a:srgbClr val="99CCFF"/>
            </a:solidFill>
            <a:ln w="9525" cap="flat" cmpd="sng">
              <a:solidFill>
                <a:srgbClr val="000000"/>
              </a:solidFill>
              <a:prstDash val="solid"/>
              <a:miter/>
              <a:headEnd type="none" w="med" len="med"/>
              <a:tailEnd type="none" w="med" len="med"/>
            </a:ln>
          </p:spPr>
          <p:txBody>
            <a:bodyPr/>
            <a:p>
              <a:pPr marL="914400" lvl="0" indent="-340995" algn="ctr" fontAlgn="base">
                <a:lnSpc>
                  <a:spcPct val="120000"/>
                </a:lnSpc>
                <a:buClr>
                  <a:schemeClr val="tx2"/>
                </a:buClr>
                <a:buSzPct val="95000"/>
                <a:buFont typeface="Wingdings" panose="05000000000000000000" pitchFamily="2" charset="2"/>
                <a:buBlip>
                  <a:blip r:embed="rId1"/>
                </a:buBlip>
              </a:pPr>
              <a:endParaRPr sz="1400" b="1" strike="noStrike" noProof="1">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98396" name="文本框 82012"/>
            <p:cNvSpPr txBox="1"/>
            <p:nvPr/>
          </p:nvSpPr>
          <p:spPr>
            <a:xfrm>
              <a:off x="4331" y="34"/>
              <a:ext cx="288" cy="175"/>
            </a:xfrm>
            <a:prstGeom prst="rect">
              <a:avLst/>
            </a:prstGeom>
            <a:noFill/>
            <a:ln w="9525">
              <a:noFill/>
              <a:miter/>
            </a:ln>
          </p:spPr>
          <p:txBody>
            <a:bodyPr anchor="t"/>
            <a:p>
              <a:pPr lvl="0" algn="just">
                <a:buClr>
                  <a:srgbClr val="000000"/>
                </a:buClr>
              </a:pPr>
              <a:r>
                <a:rPr lang="en-US" altLang="zh-CN" b="0">
                  <a:solidFill>
                    <a:schemeClr val="tx1"/>
                  </a:solidFill>
                  <a:latin typeface="宋体" panose="02010600030101010101" pitchFamily="2" charset="-122"/>
                  <a:ea typeface="宋体" panose="02010600030101010101" pitchFamily="2" charset="-122"/>
                  <a:sym typeface="MT Extra" panose="05050102010205020202" pitchFamily="2" charset="2"/>
                </a:rPr>
                <a:t>...</a:t>
              </a:r>
              <a:endParaRPr lang="en-US" altLang="zh-CN" b="0">
                <a:solidFill>
                  <a:schemeClr val="tx1"/>
                </a:solidFill>
                <a:latin typeface="宋体" panose="02010600030101010101" pitchFamily="2" charset="-122"/>
                <a:ea typeface="宋体" panose="02010600030101010101" pitchFamily="2" charset="-122"/>
                <a:sym typeface="MT Extra" panose="05050102010205020202" pitchFamily="2" charset="2"/>
              </a:endParaRPr>
            </a:p>
          </p:txBody>
        </p:sp>
        <p:sp>
          <p:nvSpPr>
            <p:cNvPr id="98397" name="直接连接符 82013"/>
            <p:cNvSpPr/>
            <p:nvPr/>
          </p:nvSpPr>
          <p:spPr>
            <a:xfrm>
              <a:off x="1301" y="1760"/>
              <a:ext cx="323"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98398" name="直接连接符 82014"/>
            <p:cNvSpPr/>
            <p:nvPr/>
          </p:nvSpPr>
          <p:spPr>
            <a:xfrm>
              <a:off x="1622" y="2155"/>
              <a:ext cx="315" cy="0"/>
            </a:xfrm>
            <a:prstGeom prst="line">
              <a:avLst/>
            </a:prstGeom>
            <a:ln w="9525" cap="flat" cmpd="sng">
              <a:solidFill>
                <a:srgbClr val="000000"/>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98399" name="直接连接符 82015"/>
            <p:cNvSpPr/>
            <p:nvPr/>
          </p:nvSpPr>
          <p:spPr>
            <a:xfrm>
              <a:off x="1301" y="1631"/>
              <a:ext cx="1048"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98400" name="直接连接符 82016"/>
            <p:cNvSpPr/>
            <p:nvPr/>
          </p:nvSpPr>
          <p:spPr>
            <a:xfrm>
              <a:off x="2349" y="946"/>
              <a:ext cx="315" cy="0"/>
            </a:xfrm>
            <a:prstGeom prst="line">
              <a:avLst/>
            </a:prstGeom>
            <a:ln w="9525" cap="flat" cmpd="sng">
              <a:solidFill>
                <a:srgbClr val="000000"/>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98401" name="直接连接符 82017"/>
            <p:cNvSpPr/>
            <p:nvPr/>
          </p:nvSpPr>
          <p:spPr>
            <a:xfrm>
              <a:off x="1301" y="1330"/>
              <a:ext cx="636"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98402" name="直接连接符 82018"/>
            <p:cNvSpPr/>
            <p:nvPr/>
          </p:nvSpPr>
          <p:spPr>
            <a:xfrm flipV="1">
              <a:off x="1937" y="218"/>
              <a:ext cx="1" cy="1112"/>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98403" name="直接连接符 82019"/>
            <p:cNvSpPr/>
            <p:nvPr/>
          </p:nvSpPr>
          <p:spPr>
            <a:xfrm>
              <a:off x="1938" y="218"/>
              <a:ext cx="2358" cy="0"/>
            </a:xfrm>
            <a:prstGeom prst="line">
              <a:avLst/>
            </a:prstGeom>
            <a:ln w="9525" cap="flat" cmpd="sng">
              <a:solidFill>
                <a:srgbClr val="000000"/>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98404" name="直接连接符 82020"/>
            <p:cNvSpPr/>
            <p:nvPr/>
          </p:nvSpPr>
          <p:spPr>
            <a:xfrm>
              <a:off x="1301" y="170"/>
              <a:ext cx="428"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98405" name="直接连接符 82021"/>
            <p:cNvSpPr/>
            <p:nvPr/>
          </p:nvSpPr>
          <p:spPr>
            <a:xfrm>
              <a:off x="1738" y="43"/>
              <a:ext cx="0" cy="127"/>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98406" name="文本框 82022"/>
            <p:cNvSpPr txBox="1"/>
            <p:nvPr/>
          </p:nvSpPr>
          <p:spPr>
            <a:xfrm>
              <a:off x="3257" y="192"/>
              <a:ext cx="856" cy="200"/>
            </a:xfrm>
            <a:prstGeom prst="rect">
              <a:avLst/>
            </a:prstGeom>
            <a:noFill/>
            <a:ln w="9525">
              <a:noFill/>
              <a:miter/>
            </a:ln>
          </p:spPr>
          <p:txBody>
            <a:bodyPr anchor="t"/>
            <a:p>
              <a:pPr lvl="0" algn="just">
                <a:buClr>
                  <a:srgbClr val="000000"/>
                </a:buClr>
              </a:pPr>
              <a:r>
                <a:rPr lang="zh-CN" altLang="en-US" b="0">
                  <a:solidFill>
                    <a:schemeClr val="tx1"/>
                  </a:solidFill>
                  <a:latin typeface="Times New Roman" panose="02020603050405020304" charset="0"/>
                  <a:ea typeface="宋体" panose="02010600030101010101" pitchFamily="2" charset="-122"/>
                </a:rPr>
                <a:t>一级间接索引</a:t>
              </a:r>
              <a:endParaRPr lang="zh-CN" altLang="en-US" b="0">
                <a:solidFill>
                  <a:schemeClr val="tx1"/>
                </a:solidFill>
                <a:latin typeface="Times New Roman" panose="02020603050405020304" charset="0"/>
                <a:ea typeface="宋体" panose="02010600030101010101" pitchFamily="2" charset="-122"/>
              </a:endParaRPr>
            </a:p>
          </p:txBody>
        </p:sp>
        <p:sp>
          <p:nvSpPr>
            <p:cNvPr id="98407" name="文本框 82023"/>
            <p:cNvSpPr txBox="1"/>
            <p:nvPr/>
          </p:nvSpPr>
          <p:spPr>
            <a:xfrm>
              <a:off x="2497" y="738"/>
              <a:ext cx="856" cy="200"/>
            </a:xfrm>
            <a:prstGeom prst="rect">
              <a:avLst/>
            </a:prstGeom>
            <a:noFill/>
            <a:ln w="9525">
              <a:noFill/>
              <a:miter/>
            </a:ln>
          </p:spPr>
          <p:txBody>
            <a:bodyPr anchor="t"/>
            <a:p>
              <a:pPr lvl="0" algn="just">
                <a:buClr>
                  <a:srgbClr val="000000"/>
                </a:buClr>
              </a:pPr>
              <a:r>
                <a:rPr lang="zh-CN" altLang="en-US" b="0">
                  <a:solidFill>
                    <a:schemeClr val="tx1"/>
                  </a:solidFill>
                  <a:latin typeface="Times New Roman" panose="02020603050405020304" charset="0"/>
                  <a:ea typeface="宋体" panose="02010600030101010101" pitchFamily="2" charset="-122"/>
                </a:rPr>
                <a:t>二级间接索引</a:t>
              </a:r>
              <a:endParaRPr lang="zh-CN" altLang="en-US" b="0">
                <a:solidFill>
                  <a:schemeClr val="tx1"/>
                </a:solidFill>
                <a:latin typeface="Times New Roman" panose="02020603050405020304" charset="0"/>
                <a:ea typeface="宋体" panose="02010600030101010101" pitchFamily="2" charset="-122"/>
              </a:endParaRPr>
            </a:p>
          </p:txBody>
        </p:sp>
        <p:sp>
          <p:nvSpPr>
            <p:cNvPr id="98408" name="文本框 82024"/>
            <p:cNvSpPr txBox="1"/>
            <p:nvPr/>
          </p:nvSpPr>
          <p:spPr>
            <a:xfrm>
              <a:off x="1668" y="1926"/>
              <a:ext cx="856" cy="200"/>
            </a:xfrm>
            <a:prstGeom prst="rect">
              <a:avLst/>
            </a:prstGeom>
            <a:noFill/>
            <a:ln w="9525">
              <a:noFill/>
              <a:miter/>
            </a:ln>
          </p:spPr>
          <p:txBody>
            <a:bodyPr anchor="t"/>
            <a:p>
              <a:pPr lvl="0" algn="just">
                <a:buClr>
                  <a:srgbClr val="000000"/>
                </a:buClr>
              </a:pPr>
              <a:r>
                <a:rPr lang="zh-CN" altLang="en-US" b="0">
                  <a:solidFill>
                    <a:schemeClr val="tx1"/>
                  </a:solidFill>
                  <a:latin typeface="Times New Roman" panose="02020603050405020304" charset="0"/>
                  <a:ea typeface="宋体" panose="02010600030101010101" pitchFamily="2" charset="-122"/>
                </a:rPr>
                <a:t>三级间接索引</a:t>
              </a:r>
              <a:endParaRPr lang="zh-CN" altLang="en-US" b="0">
                <a:solidFill>
                  <a:schemeClr val="tx1"/>
                </a:solidFill>
                <a:latin typeface="Times New Roman" panose="02020603050405020304" charset="0"/>
                <a:ea typeface="宋体" panose="02010600030101010101" pitchFamily="2" charset="-122"/>
              </a:endParaRPr>
            </a:p>
          </p:txBody>
        </p:sp>
        <p:sp>
          <p:nvSpPr>
            <p:cNvPr id="98409" name="文本框 82025"/>
            <p:cNvSpPr txBox="1"/>
            <p:nvPr/>
          </p:nvSpPr>
          <p:spPr>
            <a:xfrm>
              <a:off x="44" y="76"/>
              <a:ext cx="648" cy="176"/>
            </a:xfrm>
            <a:prstGeom prst="rect">
              <a:avLst/>
            </a:prstGeom>
            <a:noFill/>
            <a:ln w="9525">
              <a:noFill/>
              <a:miter/>
            </a:ln>
          </p:spPr>
          <p:txBody>
            <a:bodyPr anchor="t"/>
            <a:p>
              <a:pPr lvl="0" algn="just">
                <a:buClr>
                  <a:srgbClr val="000000"/>
                </a:buClr>
              </a:pPr>
              <a:r>
                <a:rPr lang="en-US" altLang="zh-CN" b="0">
                  <a:solidFill>
                    <a:schemeClr val="tx1"/>
                  </a:solidFill>
                  <a:latin typeface="Times New Roman" panose="02020603050405020304" charset="0"/>
                  <a:ea typeface="宋体" panose="02010600030101010101" pitchFamily="2" charset="-122"/>
                </a:rPr>
                <a:t>i_addr[0]</a:t>
              </a:r>
              <a:endParaRPr lang="en-US" altLang="zh-CN" b="0">
                <a:solidFill>
                  <a:schemeClr val="tx1"/>
                </a:solidFill>
                <a:latin typeface="Times New Roman" panose="02020603050405020304" charset="0"/>
                <a:ea typeface="宋体" panose="02010600030101010101" pitchFamily="2" charset="-122"/>
              </a:endParaRPr>
            </a:p>
          </p:txBody>
        </p:sp>
        <p:sp>
          <p:nvSpPr>
            <p:cNvPr id="98410" name="文本框 82026"/>
            <p:cNvSpPr txBox="1"/>
            <p:nvPr/>
          </p:nvSpPr>
          <p:spPr>
            <a:xfrm>
              <a:off x="54" y="213"/>
              <a:ext cx="602" cy="167"/>
            </a:xfrm>
            <a:prstGeom prst="rect">
              <a:avLst/>
            </a:prstGeom>
            <a:noFill/>
            <a:ln w="9525">
              <a:noFill/>
              <a:miter/>
            </a:ln>
          </p:spPr>
          <p:txBody>
            <a:bodyPr anchor="t"/>
            <a:p>
              <a:pPr lvl="0" algn="just">
                <a:buClr>
                  <a:srgbClr val="000000"/>
                </a:buClr>
              </a:pPr>
              <a:r>
                <a:rPr lang="en-US" altLang="zh-CN" b="0">
                  <a:solidFill>
                    <a:schemeClr val="tx1"/>
                  </a:solidFill>
                  <a:latin typeface="Times New Roman" panose="02020603050405020304" charset="0"/>
                  <a:ea typeface="宋体" panose="02010600030101010101" pitchFamily="2" charset="-122"/>
                </a:rPr>
                <a:t>i_addr[1]</a:t>
              </a:r>
              <a:endParaRPr lang="en-US" altLang="zh-CN" b="0">
                <a:solidFill>
                  <a:schemeClr val="tx1"/>
                </a:solidFill>
                <a:latin typeface="Times New Roman" panose="02020603050405020304" charset="0"/>
                <a:ea typeface="宋体" panose="02010600030101010101" pitchFamily="2" charset="-122"/>
              </a:endParaRPr>
            </a:p>
          </p:txBody>
        </p:sp>
        <p:sp>
          <p:nvSpPr>
            <p:cNvPr id="98411" name="文本框 82027"/>
            <p:cNvSpPr txBox="1"/>
            <p:nvPr/>
          </p:nvSpPr>
          <p:spPr>
            <a:xfrm>
              <a:off x="55" y="339"/>
              <a:ext cx="556" cy="167"/>
            </a:xfrm>
            <a:prstGeom prst="rect">
              <a:avLst/>
            </a:prstGeom>
            <a:noFill/>
            <a:ln w="9525">
              <a:noFill/>
              <a:miter/>
            </a:ln>
          </p:spPr>
          <p:txBody>
            <a:bodyPr anchor="t"/>
            <a:p>
              <a:pPr lvl="0" algn="just">
                <a:buClr>
                  <a:srgbClr val="000000"/>
                </a:buClr>
              </a:pPr>
              <a:r>
                <a:rPr lang="en-US" altLang="zh-CN" b="0">
                  <a:solidFill>
                    <a:schemeClr val="tx1"/>
                  </a:solidFill>
                  <a:latin typeface="Times New Roman" panose="02020603050405020304" charset="0"/>
                  <a:ea typeface="宋体" panose="02010600030101010101" pitchFamily="2" charset="-122"/>
                </a:rPr>
                <a:t>i_addr[2]</a:t>
              </a:r>
              <a:endParaRPr lang="en-US" altLang="zh-CN" b="0">
                <a:solidFill>
                  <a:schemeClr val="tx1"/>
                </a:solidFill>
                <a:latin typeface="Times New Roman" panose="02020603050405020304" charset="0"/>
                <a:ea typeface="宋体" panose="02010600030101010101" pitchFamily="2" charset="-122"/>
              </a:endParaRPr>
            </a:p>
          </p:txBody>
        </p:sp>
        <p:sp>
          <p:nvSpPr>
            <p:cNvPr id="98412" name="文本框 82028"/>
            <p:cNvSpPr txBox="1"/>
            <p:nvPr/>
          </p:nvSpPr>
          <p:spPr>
            <a:xfrm>
              <a:off x="55" y="465"/>
              <a:ext cx="556" cy="167"/>
            </a:xfrm>
            <a:prstGeom prst="rect">
              <a:avLst/>
            </a:prstGeom>
            <a:noFill/>
            <a:ln w="9525">
              <a:noFill/>
              <a:miter/>
            </a:ln>
          </p:spPr>
          <p:txBody>
            <a:bodyPr anchor="t"/>
            <a:p>
              <a:pPr lvl="0" algn="just">
                <a:buClr>
                  <a:srgbClr val="000000"/>
                </a:buClr>
              </a:pPr>
              <a:r>
                <a:rPr lang="en-US" altLang="zh-CN" b="0">
                  <a:solidFill>
                    <a:schemeClr val="tx1"/>
                  </a:solidFill>
                  <a:latin typeface="Times New Roman" panose="02020603050405020304" charset="0"/>
                  <a:ea typeface="宋体" panose="02010600030101010101" pitchFamily="2" charset="-122"/>
                </a:rPr>
                <a:t>i_addr[3]</a:t>
              </a:r>
              <a:endParaRPr lang="en-US" altLang="zh-CN" b="0">
                <a:solidFill>
                  <a:schemeClr val="tx1"/>
                </a:solidFill>
                <a:latin typeface="Times New Roman" panose="02020603050405020304" charset="0"/>
                <a:ea typeface="宋体" panose="02010600030101010101" pitchFamily="2" charset="-122"/>
              </a:endParaRPr>
            </a:p>
          </p:txBody>
        </p:sp>
        <p:sp>
          <p:nvSpPr>
            <p:cNvPr id="98413" name="文本框 82029"/>
            <p:cNvSpPr txBox="1"/>
            <p:nvPr/>
          </p:nvSpPr>
          <p:spPr>
            <a:xfrm>
              <a:off x="59" y="597"/>
              <a:ext cx="555" cy="168"/>
            </a:xfrm>
            <a:prstGeom prst="rect">
              <a:avLst/>
            </a:prstGeom>
            <a:noFill/>
            <a:ln w="9525">
              <a:noFill/>
              <a:miter/>
            </a:ln>
          </p:spPr>
          <p:txBody>
            <a:bodyPr anchor="t"/>
            <a:p>
              <a:pPr lvl="0" algn="just">
                <a:buClr>
                  <a:srgbClr val="000000"/>
                </a:buClr>
              </a:pPr>
              <a:r>
                <a:rPr lang="en-US" altLang="zh-CN" b="0">
                  <a:solidFill>
                    <a:schemeClr val="tx1"/>
                  </a:solidFill>
                  <a:latin typeface="Times New Roman" panose="02020603050405020304" charset="0"/>
                  <a:ea typeface="宋体" panose="02010600030101010101" pitchFamily="2" charset="-122"/>
                </a:rPr>
                <a:t>i_addr[4]</a:t>
              </a:r>
              <a:endParaRPr lang="en-US" altLang="zh-CN" b="0">
                <a:solidFill>
                  <a:schemeClr val="tx1"/>
                </a:solidFill>
                <a:latin typeface="Times New Roman" panose="02020603050405020304" charset="0"/>
                <a:ea typeface="宋体" panose="02010600030101010101" pitchFamily="2" charset="-122"/>
              </a:endParaRPr>
            </a:p>
          </p:txBody>
        </p:sp>
        <p:sp>
          <p:nvSpPr>
            <p:cNvPr id="98414" name="文本框 82030"/>
            <p:cNvSpPr txBox="1"/>
            <p:nvPr/>
          </p:nvSpPr>
          <p:spPr>
            <a:xfrm>
              <a:off x="55" y="735"/>
              <a:ext cx="556" cy="167"/>
            </a:xfrm>
            <a:prstGeom prst="rect">
              <a:avLst/>
            </a:prstGeom>
            <a:noFill/>
            <a:ln w="9525">
              <a:noFill/>
              <a:miter/>
            </a:ln>
          </p:spPr>
          <p:txBody>
            <a:bodyPr anchor="t"/>
            <a:p>
              <a:pPr lvl="0" algn="just">
                <a:buClr>
                  <a:srgbClr val="000000"/>
                </a:buClr>
              </a:pPr>
              <a:r>
                <a:rPr lang="en-US" altLang="zh-CN" b="0">
                  <a:solidFill>
                    <a:schemeClr val="tx1"/>
                  </a:solidFill>
                  <a:latin typeface="Times New Roman" panose="02020603050405020304" charset="0"/>
                  <a:ea typeface="宋体" panose="02010600030101010101" pitchFamily="2" charset="-122"/>
                </a:rPr>
                <a:t>i_addr[5]</a:t>
              </a:r>
              <a:endParaRPr lang="en-US" altLang="zh-CN" b="0">
                <a:solidFill>
                  <a:schemeClr val="tx1"/>
                </a:solidFill>
                <a:latin typeface="Times New Roman" panose="02020603050405020304" charset="0"/>
                <a:ea typeface="宋体" panose="02010600030101010101" pitchFamily="2" charset="-122"/>
              </a:endParaRPr>
            </a:p>
          </p:txBody>
        </p:sp>
        <p:sp>
          <p:nvSpPr>
            <p:cNvPr id="98415" name="文本框 82031"/>
            <p:cNvSpPr txBox="1"/>
            <p:nvPr/>
          </p:nvSpPr>
          <p:spPr>
            <a:xfrm>
              <a:off x="55" y="866"/>
              <a:ext cx="556" cy="168"/>
            </a:xfrm>
            <a:prstGeom prst="rect">
              <a:avLst/>
            </a:prstGeom>
            <a:noFill/>
            <a:ln w="9525">
              <a:noFill/>
              <a:miter/>
            </a:ln>
          </p:spPr>
          <p:txBody>
            <a:bodyPr anchor="t"/>
            <a:p>
              <a:pPr lvl="0" algn="just">
                <a:buClr>
                  <a:srgbClr val="000000"/>
                </a:buClr>
              </a:pPr>
              <a:r>
                <a:rPr lang="en-US" altLang="zh-CN" b="0">
                  <a:solidFill>
                    <a:schemeClr val="tx1"/>
                  </a:solidFill>
                  <a:latin typeface="Times New Roman" panose="02020603050405020304" charset="0"/>
                  <a:ea typeface="宋体" panose="02010600030101010101" pitchFamily="2" charset="-122"/>
                </a:rPr>
                <a:t>i_addr[6]</a:t>
              </a:r>
              <a:endParaRPr lang="en-US" altLang="zh-CN" b="0">
                <a:solidFill>
                  <a:schemeClr val="tx1"/>
                </a:solidFill>
                <a:latin typeface="Times New Roman" panose="02020603050405020304" charset="0"/>
                <a:ea typeface="宋体" panose="02010600030101010101" pitchFamily="2" charset="-122"/>
              </a:endParaRPr>
            </a:p>
          </p:txBody>
        </p:sp>
        <p:sp>
          <p:nvSpPr>
            <p:cNvPr id="98416" name="文本框 82032"/>
            <p:cNvSpPr txBox="1"/>
            <p:nvPr/>
          </p:nvSpPr>
          <p:spPr>
            <a:xfrm>
              <a:off x="55" y="992"/>
              <a:ext cx="556" cy="167"/>
            </a:xfrm>
            <a:prstGeom prst="rect">
              <a:avLst/>
            </a:prstGeom>
            <a:noFill/>
            <a:ln w="9525">
              <a:noFill/>
              <a:miter/>
            </a:ln>
          </p:spPr>
          <p:txBody>
            <a:bodyPr anchor="t"/>
            <a:p>
              <a:pPr lvl="0" algn="just">
                <a:buClr>
                  <a:srgbClr val="000000"/>
                </a:buClr>
              </a:pPr>
              <a:r>
                <a:rPr lang="en-US" altLang="zh-CN" b="0">
                  <a:solidFill>
                    <a:schemeClr val="tx1"/>
                  </a:solidFill>
                  <a:latin typeface="Times New Roman" panose="02020603050405020304" charset="0"/>
                  <a:ea typeface="宋体" panose="02010600030101010101" pitchFamily="2" charset="-122"/>
                </a:rPr>
                <a:t>i_addr[7]</a:t>
              </a:r>
              <a:endParaRPr lang="en-US" altLang="zh-CN" b="0">
                <a:solidFill>
                  <a:schemeClr val="tx1"/>
                </a:solidFill>
                <a:latin typeface="Times New Roman" panose="02020603050405020304" charset="0"/>
                <a:ea typeface="宋体" panose="02010600030101010101" pitchFamily="2" charset="-122"/>
              </a:endParaRPr>
            </a:p>
          </p:txBody>
        </p:sp>
        <p:sp>
          <p:nvSpPr>
            <p:cNvPr id="98417" name="文本框 82033"/>
            <p:cNvSpPr txBox="1"/>
            <p:nvPr/>
          </p:nvSpPr>
          <p:spPr>
            <a:xfrm>
              <a:off x="64" y="1127"/>
              <a:ext cx="556" cy="168"/>
            </a:xfrm>
            <a:prstGeom prst="rect">
              <a:avLst/>
            </a:prstGeom>
            <a:noFill/>
            <a:ln w="9525">
              <a:noFill/>
              <a:miter/>
            </a:ln>
          </p:spPr>
          <p:txBody>
            <a:bodyPr anchor="t"/>
            <a:p>
              <a:pPr lvl="0" algn="just">
                <a:buClr>
                  <a:srgbClr val="000000"/>
                </a:buClr>
              </a:pPr>
              <a:r>
                <a:rPr lang="en-US" altLang="zh-CN" b="0">
                  <a:solidFill>
                    <a:schemeClr val="tx1"/>
                  </a:solidFill>
                  <a:latin typeface="Times New Roman" panose="02020603050405020304" charset="0"/>
                  <a:ea typeface="宋体" panose="02010600030101010101" pitchFamily="2" charset="-122"/>
                </a:rPr>
                <a:t>i_addr[8]</a:t>
              </a:r>
              <a:endParaRPr lang="en-US" altLang="zh-CN" b="0">
                <a:solidFill>
                  <a:schemeClr val="tx1"/>
                </a:solidFill>
                <a:latin typeface="Times New Roman" panose="02020603050405020304" charset="0"/>
                <a:ea typeface="宋体" panose="02010600030101010101" pitchFamily="2" charset="-122"/>
              </a:endParaRPr>
            </a:p>
          </p:txBody>
        </p:sp>
        <p:sp>
          <p:nvSpPr>
            <p:cNvPr id="98418" name="文本框 82034"/>
            <p:cNvSpPr txBox="1"/>
            <p:nvPr/>
          </p:nvSpPr>
          <p:spPr>
            <a:xfrm>
              <a:off x="64" y="1252"/>
              <a:ext cx="556" cy="167"/>
            </a:xfrm>
            <a:prstGeom prst="rect">
              <a:avLst/>
            </a:prstGeom>
            <a:noFill/>
            <a:ln w="9525">
              <a:noFill/>
              <a:miter/>
            </a:ln>
          </p:spPr>
          <p:txBody>
            <a:bodyPr anchor="t"/>
            <a:p>
              <a:pPr lvl="0" algn="just">
                <a:buClr>
                  <a:srgbClr val="000000"/>
                </a:buClr>
              </a:pPr>
              <a:r>
                <a:rPr lang="en-US" altLang="zh-CN" b="0">
                  <a:solidFill>
                    <a:schemeClr val="tx1"/>
                  </a:solidFill>
                  <a:latin typeface="Times New Roman" panose="02020603050405020304" charset="0"/>
                  <a:ea typeface="宋体" panose="02010600030101010101" pitchFamily="2" charset="-122"/>
                </a:rPr>
                <a:t>i_addr[9]</a:t>
              </a:r>
              <a:endParaRPr lang="en-US" altLang="zh-CN" b="0">
                <a:solidFill>
                  <a:schemeClr val="tx1"/>
                </a:solidFill>
                <a:latin typeface="Times New Roman" panose="02020603050405020304" charset="0"/>
                <a:ea typeface="宋体" panose="02010600030101010101" pitchFamily="2" charset="-122"/>
              </a:endParaRPr>
            </a:p>
          </p:txBody>
        </p:sp>
        <p:sp>
          <p:nvSpPr>
            <p:cNvPr id="98419" name="直接连接符 82035"/>
            <p:cNvSpPr/>
            <p:nvPr/>
          </p:nvSpPr>
          <p:spPr>
            <a:xfrm>
              <a:off x="1619" y="1760"/>
              <a:ext cx="0" cy="386"/>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98420" name="直接连接符 82036"/>
            <p:cNvSpPr/>
            <p:nvPr/>
          </p:nvSpPr>
          <p:spPr>
            <a:xfrm>
              <a:off x="2347" y="944"/>
              <a:ext cx="0" cy="687"/>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98421" name="直接连接符 82037"/>
            <p:cNvSpPr/>
            <p:nvPr/>
          </p:nvSpPr>
          <p:spPr>
            <a:xfrm>
              <a:off x="2118" y="386"/>
              <a:ext cx="1370" cy="0"/>
            </a:xfrm>
            <a:prstGeom prst="line">
              <a:avLst/>
            </a:prstGeom>
            <a:ln w="9525" cap="flat" cmpd="sng">
              <a:solidFill>
                <a:schemeClr val="tx1"/>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98422" name="直接连接符 82038"/>
            <p:cNvSpPr/>
            <p:nvPr/>
          </p:nvSpPr>
          <p:spPr>
            <a:xfrm>
              <a:off x="2118" y="386"/>
              <a:ext cx="0" cy="1117"/>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98423" name="直接连接符 82039"/>
            <p:cNvSpPr/>
            <p:nvPr/>
          </p:nvSpPr>
          <p:spPr>
            <a:xfrm flipH="1">
              <a:off x="1287" y="1503"/>
              <a:ext cx="831" cy="0"/>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98424" name="直接连接符 82040"/>
            <p:cNvSpPr/>
            <p:nvPr/>
          </p:nvSpPr>
          <p:spPr>
            <a:xfrm>
              <a:off x="1744" y="43"/>
              <a:ext cx="2575" cy="0"/>
            </a:xfrm>
            <a:prstGeom prst="line">
              <a:avLst/>
            </a:prstGeom>
            <a:ln w="9525" cap="flat" cmpd="sng">
              <a:solidFill>
                <a:schemeClr val="tx1"/>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98425" name="文本框 82041"/>
            <p:cNvSpPr txBox="1"/>
            <p:nvPr/>
          </p:nvSpPr>
          <p:spPr>
            <a:xfrm>
              <a:off x="8" y="1686"/>
              <a:ext cx="666" cy="186"/>
            </a:xfrm>
            <a:prstGeom prst="rect">
              <a:avLst/>
            </a:prstGeom>
            <a:noFill/>
            <a:ln w="9525">
              <a:noFill/>
              <a:miter/>
            </a:ln>
          </p:spPr>
          <p:txBody>
            <a:bodyPr anchor="t"/>
            <a:p>
              <a:pPr lvl="0" algn="just">
                <a:buClr>
                  <a:srgbClr val="000000"/>
                </a:buClr>
              </a:pPr>
              <a:r>
                <a:rPr lang="en-US" altLang="zh-CN" b="0">
                  <a:solidFill>
                    <a:schemeClr val="tx1"/>
                  </a:solidFill>
                  <a:latin typeface="Times New Roman" panose="02020603050405020304" charset="0"/>
                  <a:ea typeface="宋体" panose="02010600030101010101" pitchFamily="2" charset="-122"/>
                </a:rPr>
                <a:t>i_addr[12]</a:t>
              </a:r>
              <a:endParaRPr lang="en-US" altLang="zh-CN" b="0">
                <a:solidFill>
                  <a:schemeClr val="tx1"/>
                </a:solidFill>
                <a:latin typeface="Times New Roman" panose="02020603050405020304" charset="0"/>
                <a:ea typeface="宋体" panose="02010600030101010101" pitchFamily="2" charset="-122"/>
              </a:endParaRPr>
            </a:p>
          </p:txBody>
        </p:sp>
        <p:sp>
          <p:nvSpPr>
            <p:cNvPr id="98426" name="文本框 82042"/>
            <p:cNvSpPr txBox="1"/>
            <p:nvPr/>
          </p:nvSpPr>
          <p:spPr>
            <a:xfrm>
              <a:off x="10" y="1525"/>
              <a:ext cx="638" cy="186"/>
            </a:xfrm>
            <a:prstGeom prst="rect">
              <a:avLst/>
            </a:prstGeom>
            <a:noFill/>
            <a:ln w="9525">
              <a:noFill/>
              <a:miter/>
            </a:ln>
          </p:spPr>
          <p:txBody>
            <a:bodyPr anchor="t"/>
            <a:p>
              <a:pPr lvl="0" algn="just">
                <a:buClr>
                  <a:srgbClr val="000000"/>
                </a:buClr>
              </a:pPr>
              <a:r>
                <a:rPr lang="en-US" altLang="zh-CN" b="0">
                  <a:solidFill>
                    <a:schemeClr val="tx1"/>
                  </a:solidFill>
                  <a:latin typeface="Times New Roman" panose="02020603050405020304" charset="0"/>
                  <a:ea typeface="宋体" panose="02010600030101010101" pitchFamily="2" charset="-122"/>
                </a:rPr>
                <a:t>i_addr[11]</a:t>
              </a:r>
              <a:endParaRPr lang="en-US" altLang="zh-CN" b="0">
                <a:solidFill>
                  <a:schemeClr val="tx1"/>
                </a:solidFill>
                <a:latin typeface="Times New Roman" panose="02020603050405020304" charset="0"/>
                <a:ea typeface="宋体" panose="02010600030101010101" pitchFamily="2" charset="-122"/>
              </a:endParaRPr>
            </a:p>
          </p:txBody>
        </p:sp>
        <p:sp>
          <p:nvSpPr>
            <p:cNvPr id="98427" name="文本框 82043"/>
            <p:cNvSpPr txBox="1"/>
            <p:nvPr/>
          </p:nvSpPr>
          <p:spPr>
            <a:xfrm>
              <a:off x="0" y="1381"/>
              <a:ext cx="620" cy="176"/>
            </a:xfrm>
            <a:prstGeom prst="rect">
              <a:avLst/>
            </a:prstGeom>
            <a:noFill/>
            <a:ln w="9525">
              <a:noFill/>
              <a:miter/>
            </a:ln>
          </p:spPr>
          <p:txBody>
            <a:bodyPr anchor="t"/>
            <a:p>
              <a:pPr lvl="0" algn="just">
                <a:buClr>
                  <a:srgbClr val="000000"/>
                </a:buClr>
              </a:pPr>
              <a:r>
                <a:rPr lang="en-US" altLang="zh-CN" b="0">
                  <a:solidFill>
                    <a:schemeClr val="tx1"/>
                  </a:solidFill>
                  <a:latin typeface="Times New Roman" panose="02020603050405020304" charset="0"/>
                  <a:ea typeface="宋体" panose="02010600030101010101" pitchFamily="2" charset="-122"/>
                </a:rPr>
                <a:t>i_addr[10]</a:t>
              </a:r>
              <a:endParaRPr lang="en-US" altLang="zh-CN" b="0">
                <a:solidFill>
                  <a:schemeClr val="tx1"/>
                </a:solidFill>
                <a:latin typeface="Times New Roman" panose="02020603050405020304" charset="0"/>
                <a:ea typeface="宋体" panose="02010600030101010101" pitchFamily="2" charset="-122"/>
              </a:endParaRPr>
            </a:p>
          </p:txBody>
        </p:sp>
        <p:sp>
          <p:nvSpPr>
            <p:cNvPr id="98428" name="文本框 82044"/>
            <p:cNvSpPr txBox="1"/>
            <p:nvPr/>
          </p:nvSpPr>
          <p:spPr>
            <a:xfrm>
              <a:off x="4339" y="399"/>
              <a:ext cx="215" cy="175"/>
            </a:xfrm>
            <a:prstGeom prst="rect">
              <a:avLst/>
            </a:prstGeom>
            <a:noFill/>
            <a:ln w="9525">
              <a:noFill/>
              <a:miter/>
            </a:ln>
          </p:spPr>
          <p:txBody>
            <a:bodyPr anchor="t"/>
            <a:p>
              <a:pPr lvl="0" algn="just">
                <a:buClr>
                  <a:srgbClr val="000000"/>
                </a:buClr>
              </a:pPr>
              <a:r>
                <a:rPr lang="en-US" altLang="zh-CN" b="0">
                  <a:solidFill>
                    <a:schemeClr val="tx1"/>
                  </a:solidFill>
                  <a:latin typeface="宋体" panose="02010600030101010101" pitchFamily="2" charset="-122"/>
                  <a:ea typeface="宋体" panose="02010600030101010101" pitchFamily="2" charset="-122"/>
                  <a:sym typeface="MT Extra" panose="05050102010205020202" pitchFamily="2" charset="2"/>
                </a:rPr>
                <a:t>...</a:t>
              </a:r>
              <a:endParaRPr lang="en-US" altLang="zh-CN" b="0">
                <a:solidFill>
                  <a:schemeClr val="tx1"/>
                </a:solidFill>
                <a:latin typeface="宋体" panose="02010600030101010101" pitchFamily="2" charset="-122"/>
                <a:ea typeface="宋体" panose="02010600030101010101" pitchFamily="2" charset="-122"/>
                <a:sym typeface="MT Extra" panose="05050102010205020202" pitchFamily="2" charset="2"/>
              </a:endParaRPr>
            </a:p>
          </p:txBody>
        </p:sp>
        <p:sp>
          <p:nvSpPr>
            <p:cNvPr id="98429" name="文本框 82045"/>
            <p:cNvSpPr txBox="1"/>
            <p:nvPr/>
          </p:nvSpPr>
          <p:spPr>
            <a:xfrm>
              <a:off x="4347" y="820"/>
              <a:ext cx="215" cy="175"/>
            </a:xfrm>
            <a:prstGeom prst="rect">
              <a:avLst/>
            </a:prstGeom>
            <a:noFill/>
            <a:ln w="9525">
              <a:noFill/>
              <a:miter/>
            </a:ln>
          </p:spPr>
          <p:txBody>
            <a:bodyPr anchor="t"/>
            <a:p>
              <a:pPr lvl="0" algn="just">
                <a:buClr>
                  <a:srgbClr val="000000"/>
                </a:buClr>
              </a:pPr>
              <a:r>
                <a:rPr lang="en-US" altLang="zh-CN" b="0">
                  <a:solidFill>
                    <a:schemeClr val="tx1"/>
                  </a:solidFill>
                  <a:latin typeface="宋体" panose="02010600030101010101" pitchFamily="2" charset="-122"/>
                  <a:ea typeface="宋体" panose="02010600030101010101" pitchFamily="2" charset="-122"/>
                  <a:sym typeface="MT Extra" panose="05050102010205020202" pitchFamily="2" charset="2"/>
                </a:rPr>
                <a:t>...</a:t>
              </a:r>
              <a:endParaRPr lang="en-US" altLang="zh-CN" b="0">
                <a:solidFill>
                  <a:schemeClr val="tx1"/>
                </a:solidFill>
                <a:latin typeface="宋体" panose="02010600030101010101" pitchFamily="2" charset="-122"/>
                <a:ea typeface="宋体" panose="02010600030101010101" pitchFamily="2" charset="-122"/>
                <a:sym typeface="MT Extra" panose="05050102010205020202" pitchFamily="2" charset="2"/>
              </a:endParaRPr>
            </a:p>
          </p:txBody>
        </p:sp>
        <p:sp>
          <p:nvSpPr>
            <p:cNvPr id="98430" name="文本框 82046"/>
            <p:cNvSpPr txBox="1"/>
            <p:nvPr/>
          </p:nvSpPr>
          <p:spPr>
            <a:xfrm>
              <a:off x="4347" y="1232"/>
              <a:ext cx="215" cy="175"/>
            </a:xfrm>
            <a:prstGeom prst="rect">
              <a:avLst/>
            </a:prstGeom>
            <a:noFill/>
            <a:ln w="9525">
              <a:noFill/>
              <a:miter/>
            </a:ln>
          </p:spPr>
          <p:txBody>
            <a:bodyPr anchor="t"/>
            <a:p>
              <a:pPr lvl="0" algn="just">
                <a:buClr>
                  <a:srgbClr val="000000"/>
                </a:buClr>
              </a:pPr>
              <a:r>
                <a:rPr lang="en-US" altLang="zh-CN" b="0">
                  <a:solidFill>
                    <a:schemeClr val="tx1"/>
                  </a:solidFill>
                  <a:latin typeface="宋体" panose="02010600030101010101" pitchFamily="2" charset="-122"/>
                  <a:ea typeface="宋体" panose="02010600030101010101" pitchFamily="2" charset="-122"/>
                  <a:sym typeface="MT Extra" panose="05050102010205020202" pitchFamily="2" charset="2"/>
                </a:rPr>
                <a:t>...</a:t>
              </a:r>
              <a:endParaRPr lang="en-US" altLang="zh-CN" b="0">
                <a:solidFill>
                  <a:schemeClr val="tx1"/>
                </a:solidFill>
                <a:latin typeface="宋体" panose="02010600030101010101" pitchFamily="2" charset="-122"/>
                <a:ea typeface="宋体" panose="02010600030101010101" pitchFamily="2" charset="-122"/>
                <a:sym typeface="MT Extra" panose="05050102010205020202" pitchFamily="2" charset="2"/>
              </a:endParaRPr>
            </a:p>
          </p:txBody>
        </p:sp>
        <p:sp>
          <p:nvSpPr>
            <p:cNvPr id="98431" name="文本框 82047"/>
            <p:cNvSpPr txBox="1"/>
            <p:nvPr/>
          </p:nvSpPr>
          <p:spPr>
            <a:xfrm>
              <a:off x="4338" y="1662"/>
              <a:ext cx="215" cy="175"/>
            </a:xfrm>
            <a:prstGeom prst="rect">
              <a:avLst/>
            </a:prstGeom>
            <a:noFill/>
            <a:ln w="9525">
              <a:noFill/>
              <a:miter/>
            </a:ln>
          </p:spPr>
          <p:txBody>
            <a:bodyPr anchor="t"/>
            <a:p>
              <a:pPr lvl="0" algn="just">
                <a:buClr>
                  <a:srgbClr val="000000"/>
                </a:buClr>
              </a:pPr>
              <a:r>
                <a:rPr lang="en-US" altLang="zh-CN" b="0">
                  <a:solidFill>
                    <a:schemeClr val="tx1"/>
                  </a:solidFill>
                  <a:latin typeface="宋体" panose="02010600030101010101" pitchFamily="2" charset="-122"/>
                  <a:ea typeface="宋体" panose="02010600030101010101" pitchFamily="2" charset="-122"/>
                  <a:sym typeface="MT Extra" panose="05050102010205020202" pitchFamily="2" charset="2"/>
                </a:rPr>
                <a:t>...</a:t>
              </a:r>
              <a:endParaRPr lang="en-US" altLang="zh-CN" b="0">
                <a:solidFill>
                  <a:schemeClr val="tx1"/>
                </a:solidFill>
                <a:latin typeface="宋体" panose="02010600030101010101" pitchFamily="2" charset="-122"/>
                <a:ea typeface="宋体" panose="02010600030101010101" pitchFamily="2" charset="-122"/>
                <a:sym typeface="MT Extra" panose="05050102010205020202" pitchFamily="2" charset="2"/>
              </a:endParaRPr>
            </a:p>
          </p:txBody>
        </p:sp>
        <p:sp>
          <p:nvSpPr>
            <p:cNvPr id="98432" name="文本框 82048"/>
            <p:cNvSpPr txBox="1"/>
            <p:nvPr/>
          </p:nvSpPr>
          <p:spPr>
            <a:xfrm>
              <a:off x="4337" y="2064"/>
              <a:ext cx="215" cy="175"/>
            </a:xfrm>
            <a:prstGeom prst="rect">
              <a:avLst/>
            </a:prstGeom>
            <a:noFill/>
            <a:ln w="9525">
              <a:noFill/>
              <a:miter/>
            </a:ln>
          </p:spPr>
          <p:txBody>
            <a:bodyPr anchor="t"/>
            <a:p>
              <a:pPr lvl="0" algn="just">
                <a:buClr>
                  <a:srgbClr val="000000"/>
                </a:buClr>
              </a:pPr>
              <a:r>
                <a:rPr lang="en-US" altLang="zh-CN" b="0">
                  <a:solidFill>
                    <a:schemeClr val="tx1"/>
                  </a:solidFill>
                  <a:latin typeface="宋体" panose="02010600030101010101" pitchFamily="2" charset="-122"/>
                  <a:ea typeface="宋体" panose="02010600030101010101" pitchFamily="2" charset="-122"/>
                  <a:sym typeface="MT Extra" panose="05050102010205020202" pitchFamily="2" charset="2"/>
                </a:rPr>
                <a:t>...</a:t>
              </a:r>
              <a:endParaRPr lang="en-US" altLang="zh-CN" b="0">
                <a:solidFill>
                  <a:schemeClr val="tx1"/>
                </a:solidFill>
                <a:latin typeface="宋体" panose="02010600030101010101" pitchFamily="2" charset="-122"/>
                <a:ea typeface="宋体" panose="02010600030101010101" pitchFamily="2" charset="-122"/>
                <a:sym typeface="MT Extra" panose="05050102010205020202" pitchFamily="2" charset="2"/>
              </a:endParaRPr>
            </a:p>
          </p:txBody>
        </p:sp>
        <p:sp>
          <p:nvSpPr>
            <p:cNvPr id="98433" name="文本框 82049"/>
            <p:cNvSpPr txBox="1"/>
            <p:nvPr/>
          </p:nvSpPr>
          <p:spPr>
            <a:xfrm>
              <a:off x="4328" y="2458"/>
              <a:ext cx="215" cy="175"/>
            </a:xfrm>
            <a:prstGeom prst="rect">
              <a:avLst/>
            </a:prstGeom>
            <a:noFill/>
            <a:ln w="9525">
              <a:noFill/>
              <a:miter/>
            </a:ln>
          </p:spPr>
          <p:txBody>
            <a:bodyPr anchor="t"/>
            <a:p>
              <a:pPr lvl="0" algn="just">
                <a:buClr>
                  <a:srgbClr val="000000"/>
                </a:buClr>
              </a:pPr>
              <a:r>
                <a:rPr lang="en-US" altLang="zh-CN" b="0">
                  <a:solidFill>
                    <a:schemeClr val="tx1"/>
                  </a:solidFill>
                  <a:latin typeface="宋体" panose="02010600030101010101" pitchFamily="2" charset="-122"/>
                  <a:ea typeface="宋体" panose="02010600030101010101" pitchFamily="2" charset="-122"/>
                  <a:sym typeface="MT Extra" panose="05050102010205020202" pitchFamily="2" charset="2"/>
                </a:rPr>
                <a:t>...</a:t>
              </a:r>
              <a:endParaRPr lang="en-US" altLang="zh-CN" b="0">
                <a:solidFill>
                  <a:schemeClr val="tx1"/>
                </a:solidFill>
                <a:latin typeface="宋体" panose="02010600030101010101" pitchFamily="2" charset="-122"/>
                <a:ea typeface="宋体" panose="02010600030101010101" pitchFamily="2" charset="-122"/>
                <a:sym typeface="MT Extra" panose="05050102010205020202" pitchFamily="2" charset="2"/>
              </a:endParaRPr>
            </a:p>
          </p:txBody>
        </p:sp>
        <p:sp>
          <p:nvSpPr>
            <p:cNvPr id="98434" name="文本框 82050"/>
            <p:cNvSpPr txBox="1"/>
            <p:nvPr/>
          </p:nvSpPr>
          <p:spPr>
            <a:xfrm>
              <a:off x="4346" y="2851"/>
              <a:ext cx="215" cy="175"/>
            </a:xfrm>
            <a:prstGeom prst="rect">
              <a:avLst/>
            </a:prstGeom>
            <a:noFill/>
            <a:ln w="9525">
              <a:noFill/>
              <a:miter/>
            </a:ln>
          </p:spPr>
          <p:txBody>
            <a:bodyPr anchor="t"/>
            <a:p>
              <a:pPr lvl="0" algn="just">
                <a:buClr>
                  <a:srgbClr val="000000"/>
                </a:buClr>
              </a:pPr>
              <a:r>
                <a:rPr lang="en-US" altLang="zh-CN" b="0">
                  <a:solidFill>
                    <a:schemeClr val="tx1"/>
                  </a:solidFill>
                  <a:latin typeface="宋体" panose="02010600030101010101" pitchFamily="2" charset="-122"/>
                  <a:ea typeface="宋体" panose="02010600030101010101" pitchFamily="2" charset="-122"/>
                  <a:sym typeface="MT Extra" panose="05050102010205020202" pitchFamily="2" charset="2"/>
                </a:rPr>
                <a:t>...</a:t>
              </a:r>
              <a:endParaRPr lang="en-US" altLang="zh-CN" b="0">
                <a:solidFill>
                  <a:schemeClr val="tx1"/>
                </a:solidFill>
                <a:latin typeface="宋体" panose="02010600030101010101" pitchFamily="2" charset="-122"/>
                <a:ea typeface="宋体" panose="02010600030101010101" pitchFamily="2" charset="-122"/>
                <a:sym typeface="MT Extra" panose="05050102010205020202" pitchFamily="2" charset="2"/>
              </a:endParaRPr>
            </a:p>
          </p:txBody>
        </p:sp>
        <p:sp>
          <p:nvSpPr>
            <p:cNvPr id="98435" name="文本框 82051"/>
            <p:cNvSpPr txBox="1"/>
            <p:nvPr/>
          </p:nvSpPr>
          <p:spPr>
            <a:xfrm>
              <a:off x="3598" y="1038"/>
              <a:ext cx="215" cy="175"/>
            </a:xfrm>
            <a:prstGeom prst="rect">
              <a:avLst/>
            </a:prstGeom>
            <a:noFill/>
            <a:ln w="9525">
              <a:noFill/>
              <a:miter/>
            </a:ln>
          </p:spPr>
          <p:txBody>
            <a:bodyPr anchor="t"/>
            <a:p>
              <a:pPr lvl="0" algn="just">
                <a:buClr>
                  <a:srgbClr val="000000"/>
                </a:buClr>
              </a:pPr>
              <a:r>
                <a:rPr lang="en-US" altLang="zh-CN" b="0">
                  <a:solidFill>
                    <a:schemeClr val="tx1"/>
                  </a:solidFill>
                  <a:latin typeface="宋体" panose="02010600030101010101" pitchFamily="2" charset="-122"/>
                  <a:ea typeface="宋体" panose="02010600030101010101" pitchFamily="2" charset="-122"/>
                  <a:sym typeface="MT Extra" panose="05050102010205020202" pitchFamily="2" charset="2"/>
                </a:rPr>
                <a:t>...</a:t>
              </a:r>
              <a:endParaRPr lang="en-US" altLang="zh-CN" b="0">
                <a:solidFill>
                  <a:schemeClr val="tx1"/>
                </a:solidFill>
                <a:latin typeface="宋体" panose="02010600030101010101" pitchFamily="2" charset="-122"/>
                <a:ea typeface="宋体" panose="02010600030101010101" pitchFamily="2" charset="-122"/>
                <a:sym typeface="MT Extra" panose="05050102010205020202" pitchFamily="2" charset="2"/>
              </a:endParaRPr>
            </a:p>
          </p:txBody>
        </p:sp>
        <p:sp>
          <p:nvSpPr>
            <p:cNvPr id="98436" name="文本框 82052"/>
            <p:cNvSpPr txBox="1"/>
            <p:nvPr/>
          </p:nvSpPr>
          <p:spPr>
            <a:xfrm>
              <a:off x="3598" y="1869"/>
              <a:ext cx="215" cy="175"/>
            </a:xfrm>
            <a:prstGeom prst="rect">
              <a:avLst/>
            </a:prstGeom>
            <a:noFill/>
            <a:ln w="9525">
              <a:noFill/>
              <a:miter/>
            </a:ln>
          </p:spPr>
          <p:txBody>
            <a:bodyPr anchor="t"/>
            <a:p>
              <a:pPr lvl="0" algn="just">
                <a:buClr>
                  <a:srgbClr val="000000"/>
                </a:buClr>
              </a:pPr>
              <a:r>
                <a:rPr lang="en-US" altLang="zh-CN" b="0">
                  <a:solidFill>
                    <a:schemeClr val="tx1"/>
                  </a:solidFill>
                  <a:latin typeface="宋体" panose="02010600030101010101" pitchFamily="2" charset="-122"/>
                  <a:ea typeface="宋体" panose="02010600030101010101" pitchFamily="2" charset="-122"/>
                  <a:sym typeface="MT Extra" panose="05050102010205020202" pitchFamily="2" charset="2"/>
                </a:rPr>
                <a:t>...</a:t>
              </a:r>
              <a:endParaRPr lang="en-US" altLang="zh-CN" b="0">
                <a:solidFill>
                  <a:schemeClr val="tx1"/>
                </a:solidFill>
                <a:latin typeface="宋体" panose="02010600030101010101" pitchFamily="2" charset="-122"/>
                <a:ea typeface="宋体" panose="02010600030101010101" pitchFamily="2" charset="-122"/>
                <a:sym typeface="MT Extra" panose="05050102010205020202" pitchFamily="2" charset="2"/>
              </a:endParaRPr>
            </a:p>
          </p:txBody>
        </p:sp>
        <p:sp>
          <p:nvSpPr>
            <p:cNvPr id="98437" name="文本框 82053"/>
            <p:cNvSpPr txBox="1"/>
            <p:nvPr/>
          </p:nvSpPr>
          <p:spPr>
            <a:xfrm>
              <a:off x="3589" y="2655"/>
              <a:ext cx="215" cy="175"/>
            </a:xfrm>
            <a:prstGeom prst="rect">
              <a:avLst/>
            </a:prstGeom>
            <a:noFill/>
            <a:ln w="9525">
              <a:noFill/>
              <a:miter/>
            </a:ln>
          </p:spPr>
          <p:txBody>
            <a:bodyPr anchor="t"/>
            <a:p>
              <a:pPr lvl="0" algn="just">
                <a:buClr>
                  <a:srgbClr val="000000"/>
                </a:buClr>
              </a:pPr>
              <a:r>
                <a:rPr lang="en-US" altLang="zh-CN" b="0">
                  <a:solidFill>
                    <a:schemeClr val="tx1"/>
                  </a:solidFill>
                  <a:latin typeface="宋体" panose="02010600030101010101" pitchFamily="2" charset="-122"/>
                  <a:ea typeface="宋体" panose="02010600030101010101" pitchFamily="2" charset="-122"/>
                  <a:sym typeface="MT Extra" panose="05050102010205020202" pitchFamily="2" charset="2"/>
                </a:rPr>
                <a:t>...</a:t>
              </a:r>
              <a:endParaRPr lang="en-US" altLang="zh-CN" b="0">
                <a:solidFill>
                  <a:schemeClr val="tx1"/>
                </a:solidFill>
                <a:latin typeface="宋体" panose="02010600030101010101" pitchFamily="2" charset="-122"/>
                <a:ea typeface="宋体" panose="02010600030101010101" pitchFamily="2" charset="-122"/>
                <a:sym typeface="MT Extra" panose="05050102010205020202" pitchFamily="2" charset="2"/>
              </a:endParaRPr>
            </a:p>
          </p:txBody>
        </p:sp>
      </p:grpSp>
      <p:sp>
        <p:nvSpPr>
          <p:cNvPr id="82055" name="矩形 82054"/>
          <p:cNvSpPr/>
          <p:nvPr/>
        </p:nvSpPr>
        <p:spPr>
          <a:xfrm>
            <a:off x="381000" y="4286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Arial" panose="02080604020202020204" pitchFamily="34" charset="0"/>
                <a:ea typeface="宋体" panose="02010600030101010101" pitchFamily="2" charset="-122"/>
                <a:cs typeface="+mn-ea"/>
              </a:rPr>
              <a:t>文件系统</a:t>
            </a:r>
            <a:r>
              <a:rPr lang="en-US" altLang="zh-CN" sz="2400" strike="noStrike" noProof="1">
                <a:latin typeface="Arial" panose="02080604020202020204" pitchFamily="34" charset="0"/>
                <a:ea typeface="宋体" panose="02010600030101010101" pitchFamily="2" charset="-122"/>
                <a:cs typeface="+mn-ea"/>
              </a:rPr>
              <a:t>——</a:t>
            </a:r>
            <a:r>
              <a:rPr lang="en-US" altLang="zh-CN" sz="2400" strike="noStrike" noProof="1">
                <a:latin typeface="Times New Roman" panose="02020603050405020304" charset="0"/>
                <a:ea typeface="宋体" panose="02010600030101010101" pitchFamily="2" charset="-122"/>
                <a:cs typeface="+mn-ea"/>
              </a:rPr>
              <a:t>UNIX</a:t>
            </a:r>
            <a:r>
              <a:rPr lang="zh-CN" altLang="en-US" sz="2400" strike="noStrike" noProof="1">
                <a:latin typeface="Arial" panose="02080604020202020204" pitchFamily="34" charset="0"/>
                <a:ea typeface="宋体" panose="02010600030101010101" pitchFamily="2" charset="-122"/>
                <a:cs typeface="+mn-ea"/>
              </a:rPr>
              <a:t>文件系统的主要结构及实现</a:t>
            </a:r>
            <a:endParaRPr lang="zh-CN" altLang="en-US" sz="2400" strike="noStrike" noProof="1">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81922" grpId="0" build="p"/>
      <p:bldP spid="81924" grpId="0"/>
    </p:bld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9329" name="文本框 82945"/>
          <p:cNvSpPr txBox="1"/>
          <p:nvPr/>
        </p:nvSpPr>
        <p:spPr>
          <a:xfrm>
            <a:off x="8493125" y="6510338"/>
            <a:ext cx="376238"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buFont typeface="Wingdings" panose="05000000000000000000" pitchFamily="2" charset="2"/>
              <a:buNone/>
            </a:pPr>
            <a:r>
              <a:rPr lang="en-US" altLang="zh-CN" b="0">
                <a:solidFill>
                  <a:schemeClr val="tx2"/>
                </a:solidFill>
                <a:latin typeface="Times New Roman" panose="02020603050405020304" charset="0"/>
                <a:ea typeface="宋体" panose="02010600030101010101" pitchFamily="2" charset="-122"/>
              </a:rPr>
              <a:t>56</a:t>
            </a:r>
            <a:endParaRPr lang="en-US" altLang="zh-CN" b="0">
              <a:solidFill>
                <a:schemeClr val="tx2"/>
              </a:solidFill>
              <a:latin typeface="Times New Roman" panose="02020603050405020304" charset="0"/>
              <a:ea typeface="宋体" panose="02010600030101010101" pitchFamily="2" charset="-122"/>
            </a:endParaRPr>
          </a:p>
        </p:txBody>
      </p:sp>
      <p:sp>
        <p:nvSpPr>
          <p:cNvPr id="82947" name="矩形 82946"/>
          <p:cNvSpPr/>
          <p:nvPr/>
        </p:nvSpPr>
        <p:spPr>
          <a:xfrm>
            <a:off x="142875" y="515938"/>
            <a:ext cx="8318500" cy="676275"/>
          </a:xfrm>
          <a:prstGeom prst="rect">
            <a:avLst/>
          </a:prstGeom>
          <a:noFill/>
          <a:ln w="9525">
            <a:noFill/>
            <a:miter/>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20000"/>
              </a:lnSpc>
              <a:buNone/>
            </a:pPr>
            <a:r>
              <a:rPr lang="en-US" altLang="zh-CN" b="1" strike="noStrike" noProof="1">
                <a:solidFill>
                  <a:srgbClr val="990000"/>
                </a:solidFill>
                <a:latin typeface="Times New Roman" panose="02020603050405020304" charset="0"/>
                <a:ea typeface="宋体" panose="02010600030101010101" pitchFamily="2" charset="-122"/>
                <a:cs typeface="+mn-ea"/>
              </a:rPr>
              <a:t>3.  UNIX</a:t>
            </a:r>
            <a:r>
              <a:rPr lang="zh-CN" altLang="en-US" b="1" strike="noStrike" noProof="1">
                <a:solidFill>
                  <a:srgbClr val="990000"/>
                </a:solidFill>
                <a:latin typeface="Times New Roman" panose="02020603050405020304" charset="0"/>
                <a:ea typeface="宋体" panose="02010600030101010101" pitchFamily="2" charset="-122"/>
                <a:cs typeface="+mn-ea"/>
              </a:rPr>
              <a:t>系统文件目录结构</a:t>
            </a:r>
            <a:endParaRPr lang="zh-CN" altLang="en-US" b="1" strike="noStrike" noProof="1">
              <a:solidFill>
                <a:srgbClr val="990000"/>
              </a:solidFill>
              <a:latin typeface="Times New Roman" panose="02020603050405020304" charset="0"/>
              <a:ea typeface="宋体" panose="02010600030101010101" pitchFamily="2" charset="-122"/>
            </a:endParaRPr>
          </a:p>
        </p:txBody>
      </p:sp>
      <p:sp>
        <p:nvSpPr>
          <p:cNvPr id="82948" name="矩形 82947"/>
          <p:cNvSpPr/>
          <p:nvPr/>
        </p:nvSpPr>
        <p:spPr>
          <a:xfrm>
            <a:off x="660400" y="1179513"/>
            <a:ext cx="6188075" cy="604838"/>
          </a:xfrm>
          <a:prstGeom prst="rect">
            <a:avLst/>
          </a:prstGeom>
          <a:noFill/>
          <a:ln w="9525">
            <a:noFill/>
            <a:miter/>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20000"/>
              </a:lnSpc>
              <a:spcBef>
                <a:spcPct val="20000"/>
              </a:spcBef>
              <a:buNone/>
            </a:pPr>
            <a:r>
              <a:rPr lang="en-US" altLang="zh-CN" sz="2800" b="1" strike="noStrike" noProof="1">
                <a:solidFill>
                  <a:srgbClr val="A50021"/>
                </a:solidFill>
                <a:latin typeface="Times New Roman" panose="02020603050405020304" charset="0"/>
                <a:ea typeface="宋体" panose="02010600030101010101" pitchFamily="2" charset="-122"/>
                <a:cs typeface="+mn-ea"/>
              </a:rPr>
              <a:t>(1) </a:t>
            </a:r>
            <a:r>
              <a:rPr lang="zh-CN" altLang="en-US" sz="2800" b="1" strike="noStrike" noProof="1">
                <a:solidFill>
                  <a:srgbClr val="A50021"/>
                </a:solidFill>
                <a:latin typeface="Times New Roman" panose="02020603050405020304" charset="0"/>
                <a:ea typeface="宋体" panose="02010600030101010101" pitchFamily="2" charset="-122"/>
                <a:cs typeface="+mn-ea"/>
              </a:rPr>
              <a:t>目录项与目录文件</a:t>
            </a:r>
            <a:endParaRPr lang="zh-CN" altLang="en-US" sz="2800" b="1" strike="noStrike" noProof="1">
              <a:solidFill>
                <a:srgbClr val="A50021"/>
              </a:solidFill>
              <a:latin typeface="Times New Roman" panose="02020603050405020304" charset="0"/>
              <a:ea typeface="宋体" panose="02010600030101010101" pitchFamily="2" charset="-122"/>
            </a:endParaRPr>
          </a:p>
        </p:txBody>
      </p:sp>
      <p:sp>
        <p:nvSpPr>
          <p:cNvPr id="82949" name="矩形 82948"/>
          <p:cNvSpPr/>
          <p:nvPr/>
        </p:nvSpPr>
        <p:spPr>
          <a:xfrm>
            <a:off x="101600" y="1804988"/>
            <a:ext cx="9042400" cy="3378200"/>
          </a:xfrm>
          <a:prstGeom prst="rect">
            <a:avLst/>
          </a:prstGeom>
          <a:noFill/>
          <a:ln w="9525">
            <a:noFill/>
            <a:miter/>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914400" lvl="1" indent="-457200" fontAlgn="base">
              <a:lnSpc>
                <a:spcPct val="120000"/>
              </a:lnSpc>
              <a:spcBef>
                <a:spcPct val="20000"/>
              </a:spcBef>
              <a:buFont typeface="Wingdings" panose="05000000000000000000" pitchFamily="2" charset="2"/>
              <a:buNone/>
            </a:pPr>
            <a:r>
              <a:rPr lang="en-US" altLang="zh-CN" sz="2400" b="1" strike="noStrike" noProof="1">
                <a:solidFill>
                  <a:srgbClr val="000099"/>
                </a:solidFill>
                <a:latin typeface="Times New Roman" panose="02020603050405020304" charset="0"/>
                <a:ea typeface="宋体" panose="02010600030101010101" pitchFamily="2" charset="-122"/>
                <a:cs typeface="+mn-cs"/>
              </a:rPr>
              <a:t>①</a:t>
            </a:r>
            <a:r>
              <a:rPr lang="en-US" altLang="zh-CN" sz="2400" b="1" strike="noStrike" noProof="1">
                <a:solidFill>
                  <a:srgbClr val="000099"/>
                </a:solidFill>
                <a:latin typeface="宋体" panose="02010600030101010101" pitchFamily="2" charset="-122"/>
                <a:ea typeface="宋体" panose="02010600030101010101" pitchFamily="2" charset="-122"/>
                <a:cs typeface="+mn-cs"/>
              </a:rPr>
              <a:t> </a:t>
            </a:r>
            <a:r>
              <a:rPr lang="zh-CN" altLang="en-US" sz="2400" b="1" strike="noStrike" noProof="1">
                <a:solidFill>
                  <a:srgbClr val="000099"/>
                </a:solidFill>
                <a:latin typeface="Times New Roman" panose="02020603050405020304" charset="0"/>
                <a:ea typeface="宋体" panose="02010600030101010101" pitchFamily="2" charset="-122"/>
                <a:cs typeface="+mn-cs"/>
              </a:rPr>
              <a:t>目录文件</a:t>
            </a:r>
            <a:r>
              <a:rPr lang="zh-CN" altLang="en-US" sz="2400" strike="noStrike" noProof="1">
                <a:solidFill>
                  <a:schemeClr val="tx1"/>
                </a:solidFill>
                <a:latin typeface="Times New Roman" panose="02020603050405020304" charset="0"/>
                <a:ea typeface="宋体" panose="02010600030101010101" pitchFamily="2" charset="-122"/>
                <a:cs typeface="+mn-cs"/>
              </a:rPr>
              <a:t>      </a:t>
            </a:r>
            <a:endParaRPr lang="zh-CN" altLang="en-US" sz="2400" strike="noStrike" noProof="1">
              <a:solidFill>
                <a:schemeClr val="tx1"/>
              </a:solidFill>
              <a:latin typeface="Times New Roman" panose="02020603050405020304" charset="0"/>
              <a:ea typeface="宋体" panose="02010600030101010101" pitchFamily="2" charset="-122"/>
            </a:endParaRPr>
          </a:p>
          <a:p>
            <a:pPr marL="914400" lvl="1" indent="-457200" fontAlgn="base">
              <a:lnSpc>
                <a:spcPct val="120000"/>
              </a:lnSpc>
              <a:spcBef>
                <a:spcPct val="20000"/>
              </a:spcBef>
              <a:buFont typeface="Wingdings" panose="05000000000000000000" pitchFamily="2" charset="2"/>
              <a:buNone/>
            </a:pPr>
            <a:r>
              <a:rPr lang="zh-CN" altLang="en-US" sz="2400" strike="noStrike" noProof="1">
                <a:solidFill>
                  <a:schemeClr val="tx1"/>
                </a:solidFill>
                <a:latin typeface="Times New Roman" panose="02020603050405020304" charset="0"/>
                <a:ea typeface="宋体" panose="02010600030101010101" pitchFamily="2" charset="-122"/>
                <a:cs typeface="+mn-cs"/>
              </a:rPr>
              <a:t>      每个目录表为一个目录文件。目录文件由目录项组成。</a:t>
            </a:r>
            <a:endParaRPr lang="zh-CN" altLang="en-US" sz="2400" strike="noStrike" noProof="1">
              <a:solidFill>
                <a:schemeClr val="tx1"/>
              </a:solidFill>
              <a:latin typeface="Times New Roman" panose="02020603050405020304" charset="0"/>
              <a:ea typeface="宋体" panose="02010600030101010101" pitchFamily="2" charset="-122"/>
            </a:endParaRPr>
          </a:p>
          <a:p>
            <a:pPr marL="914400" lvl="1" indent="-457200" fontAlgn="base">
              <a:lnSpc>
                <a:spcPct val="130000"/>
              </a:lnSpc>
              <a:buNone/>
            </a:pPr>
            <a:r>
              <a:rPr lang="en-US" altLang="zh-CN" sz="2400" b="1" strike="noStrike" noProof="1">
                <a:solidFill>
                  <a:srgbClr val="000099"/>
                </a:solidFill>
                <a:latin typeface="宋体" panose="02010600030101010101" pitchFamily="2" charset="-122"/>
                <a:ea typeface="宋体" panose="02010600030101010101" pitchFamily="2" charset="-122"/>
                <a:cs typeface="+mn-cs"/>
              </a:rPr>
              <a:t>② </a:t>
            </a:r>
            <a:r>
              <a:rPr lang="zh-CN" altLang="en-US" sz="2400" b="1" strike="noStrike" noProof="1">
                <a:solidFill>
                  <a:srgbClr val="000099"/>
                </a:solidFill>
                <a:latin typeface="Times New Roman" panose="02020603050405020304" charset="0"/>
                <a:ea typeface="宋体" panose="02010600030101010101" pitchFamily="2" charset="-122"/>
                <a:cs typeface="+mn-cs"/>
              </a:rPr>
              <a:t>目录项</a:t>
            </a:r>
            <a:endParaRPr lang="zh-CN" altLang="en-US" sz="2400" b="1" strike="noStrike" noProof="1">
              <a:solidFill>
                <a:srgbClr val="000099"/>
              </a:solidFill>
              <a:latin typeface="Times New Roman" panose="02020603050405020304" charset="0"/>
              <a:ea typeface="宋体" panose="02010600030101010101" pitchFamily="2" charset="-122"/>
            </a:endParaRPr>
          </a:p>
          <a:p>
            <a:pPr marL="914400" lvl="1" indent="-457200" fontAlgn="base">
              <a:lnSpc>
                <a:spcPct val="130000"/>
              </a:lnSpc>
              <a:buNone/>
            </a:pPr>
            <a:r>
              <a:rPr lang="zh-CN" altLang="en-US" sz="2400" strike="noStrike" noProof="1">
                <a:solidFill>
                  <a:schemeClr val="tx1"/>
                </a:solidFill>
                <a:latin typeface="Times New Roman" panose="02020603050405020304" charset="0"/>
                <a:ea typeface="宋体" panose="02010600030101010101" pitchFamily="2" charset="-122"/>
                <a:cs typeface="+mn-cs"/>
              </a:rPr>
              <a:t>      每个目录项包含</a:t>
            </a:r>
            <a:r>
              <a:rPr lang="en-US" altLang="zh-CN" sz="2400" strike="noStrike" noProof="1">
                <a:solidFill>
                  <a:schemeClr val="tx1"/>
                </a:solidFill>
                <a:latin typeface="Times New Roman" panose="02020603050405020304" charset="0"/>
                <a:ea typeface="宋体" panose="02010600030101010101" pitchFamily="2" charset="-122"/>
                <a:cs typeface="+mn-cs"/>
              </a:rPr>
              <a:t>16</a:t>
            </a:r>
            <a:r>
              <a:rPr lang="zh-CN" altLang="en-US" sz="2400" strike="noStrike" noProof="1">
                <a:solidFill>
                  <a:schemeClr val="tx1"/>
                </a:solidFill>
                <a:latin typeface="Times New Roman" panose="02020603050405020304" charset="0"/>
                <a:ea typeface="宋体" panose="02010600030101010101" pitchFamily="2" charset="-122"/>
                <a:cs typeface="+mn-cs"/>
              </a:rPr>
              <a:t>个字节 </a:t>
            </a:r>
            <a:r>
              <a:rPr lang="en-US" altLang="zh-CN" sz="2400" strike="noStrike" noProof="1">
                <a:solidFill>
                  <a:schemeClr val="tx1"/>
                </a:solidFill>
                <a:latin typeface="Times New Roman" panose="02020603050405020304" charset="0"/>
                <a:ea typeface="宋体" panose="02010600030101010101" pitchFamily="2" charset="-122"/>
                <a:cs typeface="+mn-cs"/>
              </a:rPr>
              <a:t>(UNIX</a:t>
            </a:r>
            <a:r>
              <a:rPr lang="zh-CN" altLang="en-US" sz="2400" strike="noStrike" noProof="1">
                <a:solidFill>
                  <a:schemeClr val="tx1"/>
                </a:solidFill>
                <a:latin typeface="Times New Roman" panose="02020603050405020304" charset="0"/>
                <a:ea typeface="宋体" panose="02010600030101010101" pitchFamily="2" charset="-122"/>
                <a:cs typeface="+mn-cs"/>
              </a:rPr>
              <a:t>系统老版本</a:t>
            </a:r>
            <a:r>
              <a:rPr lang="en-US" altLang="zh-CN" sz="2400" strike="noStrike" noProof="1">
                <a:solidFill>
                  <a:schemeClr val="tx1"/>
                </a:solidFill>
                <a:latin typeface="Times New Roman" panose="02020603050405020304" charset="0"/>
                <a:ea typeface="宋体" panose="02010600030101010101" pitchFamily="2" charset="-122"/>
                <a:cs typeface="+mn-cs"/>
              </a:rPr>
              <a:t>)</a:t>
            </a:r>
            <a:r>
              <a:rPr lang="zh-CN" altLang="en-US" sz="2400" strike="noStrike" noProof="1">
                <a:solidFill>
                  <a:schemeClr val="tx1"/>
                </a:solidFill>
                <a:latin typeface="Times New Roman" panose="02020603050405020304" charset="0"/>
                <a:ea typeface="宋体" panose="02010600030101010101" pitchFamily="2" charset="-122"/>
                <a:cs typeface="+mn-cs"/>
              </a:rPr>
              <a:t>。在目录项</a:t>
            </a:r>
            <a:endParaRPr lang="zh-CN" altLang="en-US" sz="2400" strike="noStrike" noProof="1">
              <a:solidFill>
                <a:schemeClr val="tx1"/>
              </a:solidFill>
              <a:latin typeface="Times New Roman" panose="02020603050405020304" charset="0"/>
              <a:ea typeface="宋体" panose="02010600030101010101" pitchFamily="2" charset="-122"/>
            </a:endParaRPr>
          </a:p>
          <a:p>
            <a:pPr marL="914400" lvl="1" indent="-457200" fontAlgn="base">
              <a:lnSpc>
                <a:spcPct val="130000"/>
              </a:lnSpc>
              <a:buNone/>
            </a:pPr>
            <a:r>
              <a:rPr lang="zh-CN" altLang="en-US" sz="2400" strike="noStrike" noProof="1">
                <a:solidFill>
                  <a:schemeClr val="tx1"/>
                </a:solidFill>
                <a:latin typeface="Times New Roman" panose="02020603050405020304" charset="0"/>
                <a:ea typeface="宋体" panose="02010600030101010101" pitchFamily="2" charset="-122"/>
                <a:cs typeface="+mn-cs"/>
              </a:rPr>
              <a:t>      中，第</a:t>
            </a:r>
            <a:r>
              <a:rPr lang="en-US" altLang="zh-CN" sz="2400" strike="noStrike" noProof="1">
                <a:solidFill>
                  <a:schemeClr val="tx1"/>
                </a:solidFill>
                <a:latin typeface="Times New Roman" panose="02020603050405020304" charset="0"/>
                <a:ea typeface="宋体" panose="02010600030101010101" pitchFamily="2" charset="-122"/>
                <a:cs typeface="+mn-cs"/>
              </a:rPr>
              <a:t>1</a:t>
            </a:r>
            <a:r>
              <a:rPr lang="zh-CN" altLang="en-US" sz="2400" strike="noStrike" noProof="1">
                <a:solidFill>
                  <a:schemeClr val="tx1"/>
                </a:solidFill>
                <a:latin typeface="Times New Roman" panose="02020603050405020304" charset="0"/>
                <a:ea typeface="宋体" panose="02010600030101010101" pitchFamily="2" charset="-122"/>
                <a:cs typeface="+mn-cs"/>
              </a:rPr>
              <a:t>、</a:t>
            </a:r>
            <a:r>
              <a:rPr lang="en-US" altLang="zh-CN" sz="2400" strike="noStrike" noProof="1">
                <a:solidFill>
                  <a:schemeClr val="tx1"/>
                </a:solidFill>
                <a:latin typeface="Times New Roman" panose="02020603050405020304" charset="0"/>
                <a:ea typeface="宋体" panose="02010600030101010101" pitchFamily="2" charset="-122"/>
                <a:cs typeface="+mn-cs"/>
              </a:rPr>
              <a:t>2</a:t>
            </a:r>
            <a:r>
              <a:rPr lang="zh-CN" altLang="en-US" sz="2400" strike="noStrike" noProof="1">
                <a:solidFill>
                  <a:schemeClr val="tx1"/>
                </a:solidFill>
                <a:latin typeface="Times New Roman" panose="02020603050405020304" charset="0"/>
                <a:ea typeface="宋体" panose="02010600030101010101" pitchFamily="2" charset="-122"/>
                <a:cs typeface="+mn-cs"/>
              </a:rPr>
              <a:t>字节为相应文件的辅存</a:t>
            </a:r>
            <a:r>
              <a:rPr lang="en-US" altLang="zh-CN" sz="2400" strike="noStrike" noProof="1">
                <a:solidFill>
                  <a:schemeClr val="tx1"/>
                </a:solidFill>
                <a:latin typeface="Times New Roman" panose="02020603050405020304" charset="0"/>
                <a:ea typeface="宋体" panose="02010600030101010101" pitchFamily="2" charset="-122"/>
                <a:cs typeface="+mn-cs"/>
              </a:rPr>
              <a:t>i</a:t>
            </a:r>
            <a:r>
              <a:rPr lang="zh-CN" altLang="en-US" sz="2400" strike="noStrike" noProof="1">
                <a:solidFill>
                  <a:schemeClr val="tx1"/>
                </a:solidFill>
                <a:latin typeface="Times New Roman" panose="02020603050405020304" charset="0"/>
                <a:ea typeface="宋体" panose="02010600030101010101" pitchFamily="2" charset="-122"/>
                <a:cs typeface="+mn-cs"/>
              </a:rPr>
              <a:t>节点号；后</a:t>
            </a:r>
            <a:r>
              <a:rPr lang="en-US" altLang="zh-CN" sz="2400" strike="noStrike" noProof="1">
                <a:solidFill>
                  <a:schemeClr val="tx1"/>
                </a:solidFill>
                <a:latin typeface="Times New Roman" panose="02020603050405020304" charset="0"/>
                <a:ea typeface="宋体" panose="02010600030101010101" pitchFamily="2" charset="-122"/>
                <a:cs typeface="+mn-cs"/>
              </a:rPr>
              <a:t>14</a:t>
            </a:r>
            <a:r>
              <a:rPr lang="zh-CN" altLang="en-US" sz="2400" strike="noStrike" noProof="1">
                <a:solidFill>
                  <a:schemeClr val="tx1"/>
                </a:solidFill>
                <a:latin typeface="Times New Roman" panose="02020603050405020304" charset="0"/>
                <a:ea typeface="宋体" panose="02010600030101010101" pitchFamily="2" charset="-122"/>
                <a:cs typeface="+mn-cs"/>
              </a:rPr>
              <a:t>个字节</a:t>
            </a:r>
            <a:endParaRPr lang="zh-CN" altLang="en-US" sz="2400" strike="noStrike" noProof="1">
              <a:solidFill>
                <a:schemeClr val="tx1"/>
              </a:solidFill>
              <a:latin typeface="Times New Roman" panose="02020603050405020304" charset="0"/>
              <a:ea typeface="宋体" panose="02010600030101010101" pitchFamily="2" charset="-122"/>
            </a:endParaRPr>
          </a:p>
          <a:p>
            <a:pPr marL="914400" lvl="1" indent="-457200" fontAlgn="base">
              <a:lnSpc>
                <a:spcPct val="130000"/>
              </a:lnSpc>
              <a:buNone/>
            </a:pPr>
            <a:r>
              <a:rPr lang="zh-CN" altLang="en-US" sz="2400" strike="noStrike" noProof="1">
                <a:solidFill>
                  <a:schemeClr val="tx1"/>
                </a:solidFill>
                <a:latin typeface="Times New Roman" panose="02020603050405020304" charset="0"/>
                <a:ea typeface="宋体" panose="02010600030101010101" pitchFamily="2" charset="-122"/>
                <a:cs typeface="+mn-cs"/>
              </a:rPr>
              <a:t>      为文件名。一个辅存磁盘块 </a:t>
            </a:r>
            <a:r>
              <a:rPr lang="en-US" altLang="zh-CN" sz="2400" strike="noStrike" noProof="1">
                <a:solidFill>
                  <a:schemeClr val="tx1"/>
                </a:solidFill>
                <a:latin typeface="Times New Roman" panose="02020603050405020304" charset="0"/>
                <a:ea typeface="宋体" panose="02010600030101010101" pitchFamily="2" charset="-122"/>
                <a:cs typeface="+mn-cs"/>
              </a:rPr>
              <a:t>(512B)</a:t>
            </a:r>
            <a:r>
              <a:rPr lang="zh-CN" altLang="en-US" sz="2400" strike="noStrike" noProof="1">
                <a:solidFill>
                  <a:schemeClr val="tx1"/>
                </a:solidFill>
                <a:latin typeface="Times New Roman" panose="02020603050405020304" charset="0"/>
                <a:ea typeface="宋体" panose="02010600030101010101" pitchFamily="2" charset="-122"/>
                <a:cs typeface="+mn-cs"/>
              </a:rPr>
              <a:t>包含</a:t>
            </a:r>
            <a:r>
              <a:rPr lang="en-US" altLang="zh-CN" sz="2400" strike="noStrike" noProof="1">
                <a:solidFill>
                  <a:schemeClr val="tx1"/>
                </a:solidFill>
                <a:latin typeface="Times New Roman" panose="02020603050405020304" charset="0"/>
                <a:ea typeface="宋体" panose="02010600030101010101" pitchFamily="2" charset="-122"/>
                <a:cs typeface="+mn-cs"/>
              </a:rPr>
              <a:t>32</a:t>
            </a:r>
            <a:r>
              <a:rPr lang="zh-CN" altLang="en-US" sz="2400" strike="noStrike" noProof="1">
                <a:solidFill>
                  <a:schemeClr val="tx1"/>
                </a:solidFill>
                <a:latin typeface="Times New Roman" panose="02020603050405020304" charset="0"/>
                <a:ea typeface="宋体" panose="02010600030101010101" pitchFamily="2" charset="-122"/>
                <a:cs typeface="+mn-cs"/>
              </a:rPr>
              <a:t>个目录项。</a:t>
            </a:r>
            <a:endParaRPr lang="zh-CN" altLang="en-US" sz="2400" strike="noStrike" noProof="1">
              <a:solidFill>
                <a:schemeClr val="tx1"/>
              </a:solidFill>
              <a:latin typeface="Times New Roman" panose="02020603050405020304" charset="0"/>
              <a:ea typeface="宋体" panose="02010600030101010101" pitchFamily="2" charset="-122"/>
            </a:endParaRPr>
          </a:p>
        </p:txBody>
      </p:sp>
      <p:grpSp>
        <p:nvGrpSpPr>
          <p:cNvPr id="82950" name="组合 82949"/>
          <p:cNvGrpSpPr/>
          <p:nvPr/>
        </p:nvGrpSpPr>
        <p:grpSpPr>
          <a:xfrm>
            <a:off x="2033270" y="5327015"/>
            <a:ext cx="5481955" cy="1220788"/>
            <a:chOff x="0" y="0"/>
            <a:chExt cx="2661" cy="769"/>
          </a:xfrm>
        </p:grpSpPr>
        <p:sp>
          <p:nvSpPr>
            <p:cNvPr id="99334" name="文本框 82950"/>
            <p:cNvSpPr txBox="1"/>
            <p:nvPr/>
          </p:nvSpPr>
          <p:spPr>
            <a:xfrm>
              <a:off x="701" y="558"/>
              <a:ext cx="1158" cy="211"/>
            </a:xfrm>
            <a:prstGeom prst="rect">
              <a:avLst/>
            </a:prstGeom>
            <a:noFill/>
            <a:ln w="9525">
              <a:noFill/>
              <a:miter/>
            </a:ln>
          </p:spPr>
          <p:txBody>
            <a:bodyPr anchor="t">
              <a:spAutoFit/>
            </a:bodyPr>
            <a:p>
              <a:pPr lvl="0">
                <a:spcBef>
                  <a:spcPct val="30000"/>
                </a:spcBef>
                <a:buClr>
                  <a:srgbClr val="000000"/>
                </a:buClr>
              </a:pPr>
              <a:r>
                <a:rPr lang="zh-CN" altLang="en-US" sz="1600" b="0">
                  <a:solidFill>
                    <a:schemeClr val="tx1"/>
                  </a:solidFill>
                  <a:latin typeface="Arial" panose="02080604020202020204" pitchFamily="34" charset="0"/>
                  <a:ea typeface="宋体" panose="02010600030101010101" pitchFamily="2" charset="-122"/>
                </a:rPr>
                <a:t>文件目录项结构</a:t>
              </a:r>
              <a:endParaRPr lang="zh-CN" altLang="en-US" sz="1600" b="0">
                <a:solidFill>
                  <a:schemeClr val="tx1"/>
                </a:solidFill>
                <a:latin typeface="Arial" panose="02080604020202020204" pitchFamily="34" charset="0"/>
                <a:ea typeface="宋体" panose="02010600030101010101" pitchFamily="2" charset="-122"/>
              </a:endParaRPr>
            </a:p>
          </p:txBody>
        </p:sp>
        <p:grpSp>
          <p:nvGrpSpPr>
            <p:cNvPr id="99335" name="组合 82951"/>
            <p:cNvGrpSpPr/>
            <p:nvPr/>
          </p:nvGrpSpPr>
          <p:grpSpPr>
            <a:xfrm>
              <a:off x="0" y="0"/>
              <a:ext cx="2661" cy="528"/>
              <a:chOff x="0" y="0"/>
              <a:chExt cx="2661" cy="528"/>
            </a:xfrm>
          </p:grpSpPr>
          <p:sp>
            <p:nvSpPr>
              <p:cNvPr id="82953" name="矩形 82952"/>
              <p:cNvSpPr/>
              <p:nvPr/>
            </p:nvSpPr>
            <p:spPr>
              <a:xfrm>
                <a:off x="0" y="24"/>
                <a:ext cx="2597" cy="317"/>
              </a:xfrm>
              <a:prstGeom prst="rect">
                <a:avLst/>
              </a:prstGeom>
              <a:noFill/>
              <a:ln w="19050" cap="flat" cmpd="sng">
                <a:solidFill>
                  <a:schemeClr val="tx1"/>
                </a:solidFill>
                <a:prstDash val="solid"/>
                <a:miter/>
                <a:headEnd type="none" w="med" len="med"/>
                <a:tailEnd type="none" w="med" len="med"/>
              </a:ln>
            </p:spPr>
            <p:txBody>
              <a:bodyPr anchor="ctr"/>
              <a:p>
                <a:pPr marL="914400" lvl="0" indent="-340995" algn="ctr" fontAlgn="base">
                  <a:lnSpc>
                    <a:spcPct val="120000"/>
                  </a:lnSpc>
                  <a:buClr>
                    <a:schemeClr val="tx2"/>
                  </a:buClr>
                  <a:buSzPct val="95000"/>
                  <a:buFont typeface="Wingdings" panose="05000000000000000000" pitchFamily="2" charset="2"/>
                  <a:buBlip>
                    <a:blip r:embed="rId1"/>
                  </a:buBlip>
                </a:pPr>
                <a:endParaRPr sz="1400" b="1" strike="noStrike" noProof="1">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99337" name="直接连接符 82953"/>
              <p:cNvSpPr/>
              <p:nvPr/>
            </p:nvSpPr>
            <p:spPr>
              <a:xfrm>
                <a:off x="687" y="26"/>
                <a:ext cx="0" cy="317"/>
              </a:xfrm>
              <a:prstGeom prst="line">
                <a:avLst/>
              </a:prstGeom>
              <a:ln w="19050"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99338" name="文本框 82954"/>
              <p:cNvSpPr txBox="1"/>
              <p:nvPr/>
            </p:nvSpPr>
            <p:spPr>
              <a:xfrm>
                <a:off x="134" y="9"/>
                <a:ext cx="572" cy="288"/>
              </a:xfrm>
              <a:prstGeom prst="rect">
                <a:avLst/>
              </a:prstGeom>
              <a:noFill/>
              <a:ln w="9525">
                <a:noFill/>
                <a:miter/>
              </a:ln>
            </p:spPr>
            <p:txBody>
              <a:bodyPr anchor="t">
                <a:spAutoFit/>
              </a:bodyPr>
              <a:p>
                <a:pPr lvl="0">
                  <a:spcBef>
                    <a:spcPct val="50000"/>
                  </a:spcBef>
                  <a:buClr>
                    <a:srgbClr val="000000"/>
                  </a:buClr>
                </a:pPr>
                <a:r>
                  <a:rPr lang="en-US" altLang="zh-CN" sz="1600" b="0">
                    <a:solidFill>
                      <a:schemeClr val="tx1"/>
                    </a:solidFill>
                    <a:latin typeface="Times New Roman" panose="02020603050405020304" charset="0"/>
                    <a:ea typeface="宋体" panose="02010600030101010101" pitchFamily="2" charset="-122"/>
                  </a:rPr>
                  <a:t>i</a:t>
                </a:r>
                <a:r>
                  <a:rPr lang="zh-CN" altLang="en-US" sz="1600" b="0">
                    <a:solidFill>
                      <a:schemeClr val="tx1"/>
                    </a:solidFill>
                    <a:latin typeface="Times New Roman" panose="02020603050405020304" charset="0"/>
                    <a:ea typeface="宋体" panose="02010600030101010101" pitchFamily="2" charset="-122"/>
                  </a:rPr>
                  <a:t>节点号</a:t>
                </a:r>
                <a:r>
                  <a:rPr lang="zh-CN" altLang="en-US" sz="2400" b="0">
                    <a:solidFill>
                      <a:schemeClr val="tx1"/>
                    </a:solidFill>
                    <a:latin typeface="Times New Roman" panose="02020603050405020304" charset="0"/>
                    <a:ea typeface="宋体" panose="02010600030101010101" pitchFamily="2" charset="-122"/>
                  </a:rPr>
                  <a:t>            </a:t>
                </a:r>
                <a:endParaRPr lang="zh-CN" altLang="en-US" sz="2400" b="0">
                  <a:solidFill>
                    <a:schemeClr val="tx1"/>
                  </a:solidFill>
                  <a:latin typeface="Times New Roman" panose="02020603050405020304" charset="0"/>
                  <a:ea typeface="宋体" panose="02010600030101010101" pitchFamily="2" charset="-122"/>
                </a:endParaRPr>
              </a:p>
            </p:txBody>
          </p:sp>
          <p:sp>
            <p:nvSpPr>
              <p:cNvPr id="99339" name="文本框 82955"/>
              <p:cNvSpPr txBox="1"/>
              <p:nvPr/>
            </p:nvSpPr>
            <p:spPr>
              <a:xfrm>
                <a:off x="1215" y="0"/>
                <a:ext cx="672" cy="288"/>
              </a:xfrm>
              <a:prstGeom prst="rect">
                <a:avLst/>
              </a:prstGeom>
              <a:noFill/>
              <a:ln w="9525">
                <a:noFill/>
                <a:miter/>
              </a:ln>
            </p:spPr>
            <p:txBody>
              <a:bodyPr anchor="t">
                <a:spAutoFit/>
              </a:bodyPr>
              <a:p>
                <a:pPr lvl="0">
                  <a:spcBef>
                    <a:spcPct val="50000"/>
                  </a:spcBef>
                  <a:buClr>
                    <a:srgbClr val="000000"/>
                  </a:buClr>
                </a:pPr>
                <a:r>
                  <a:rPr lang="zh-CN" altLang="en-US" sz="1600" b="0">
                    <a:solidFill>
                      <a:schemeClr val="tx1"/>
                    </a:solidFill>
                    <a:latin typeface="Times New Roman" panose="02020603050405020304" charset="0"/>
                    <a:ea typeface="宋体" panose="02010600030101010101" pitchFamily="2" charset="-122"/>
                  </a:rPr>
                  <a:t>文件名 </a:t>
                </a:r>
                <a:r>
                  <a:rPr lang="zh-CN" altLang="en-US" sz="2400" b="0">
                    <a:solidFill>
                      <a:schemeClr val="tx1"/>
                    </a:solidFill>
                    <a:latin typeface="Times New Roman" panose="02020603050405020304" charset="0"/>
                    <a:ea typeface="宋体" panose="02010600030101010101" pitchFamily="2" charset="-122"/>
                  </a:rPr>
                  <a:t>                 </a:t>
                </a:r>
                <a:endParaRPr lang="zh-CN" altLang="en-US" sz="2400" b="0">
                  <a:solidFill>
                    <a:schemeClr val="tx1"/>
                  </a:solidFill>
                  <a:latin typeface="Times New Roman" panose="02020603050405020304" charset="0"/>
                  <a:ea typeface="宋体" panose="02010600030101010101" pitchFamily="2" charset="-122"/>
                </a:endParaRPr>
              </a:p>
            </p:txBody>
          </p:sp>
          <p:sp>
            <p:nvSpPr>
              <p:cNvPr id="99340" name="文本框 82956"/>
              <p:cNvSpPr txBox="1"/>
              <p:nvPr/>
            </p:nvSpPr>
            <p:spPr>
              <a:xfrm>
                <a:off x="32" y="335"/>
                <a:ext cx="161" cy="192"/>
              </a:xfrm>
              <a:prstGeom prst="rect">
                <a:avLst/>
              </a:prstGeom>
              <a:noFill/>
              <a:ln w="9525">
                <a:noFill/>
                <a:miter/>
              </a:ln>
            </p:spPr>
            <p:txBody>
              <a:bodyPr anchor="t">
                <a:spAutoFit/>
              </a:bodyPr>
              <a:p>
                <a:pPr lvl="0">
                  <a:spcBef>
                    <a:spcPct val="50000"/>
                  </a:spcBef>
                  <a:buClr>
                    <a:srgbClr val="000000"/>
                  </a:buClr>
                </a:pPr>
                <a:r>
                  <a:rPr lang="en-US" altLang="zh-CN" b="0">
                    <a:solidFill>
                      <a:schemeClr val="tx1"/>
                    </a:solidFill>
                    <a:latin typeface="Times New Roman" panose="02020603050405020304" charset="0"/>
                    <a:ea typeface="宋体" panose="02010600030101010101" pitchFamily="2" charset="-122"/>
                  </a:rPr>
                  <a:t>1</a:t>
                </a:r>
                <a:endParaRPr lang="en-US" altLang="zh-CN" b="0">
                  <a:solidFill>
                    <a:schemeClr val="tx1"/>
                  </a:solidFill>
                  <a:latin typeface="Times New Roman" panose="02020603050405020304" charset="0"/>
                  <a:ea typeface="宋体" panose="02010600030101010101" pitchFamily="2" charset="-122"/>
                </a:endParaRPr>
              </a:p>
            </p:txBody>
          </p:sp>
          <p:sp>
            <p:nvSpPr>
              <p:cNvPr id="99341" name="文本框 82957"/>
              <p:cNvSpPr txBox="1"/>
              <p:nvPr/>
            </p:nvSpPr>
            <p:spPr>
              <a:xfrm>
                <a:off x="461" y="335"/>
                <a:ext cx="161" cy="192"/>
              </a:xfrm>
              <a:prstGeom prst="rect">
                <a:avLst/>
              </a:prstGeom>
              <a:noFill/>
              <a:ln w="9525">
                <a:noFill/>
                <a:miter/>
              </a:ln>
            </p:spPr>
            <p:txBody>
              <a:bodyPr anchor="t">
                <a:spAutoFit/>
              </a:bodyPr>
              <a:p>
                <a:pPr lvl="0">
                  <a:spcBef>
                    <a:spcPct val="50000"/>
                  </a:spcBef>
                  <a:buClr>
                    <a:srgbClr val="000000"/>
                  </a:buClr>
                </a:pPr>
                <a:r>
                  <a:rPr lang="en-US" altLang="zh-CN" b="0">
                    <a:solidFill>
                      <a:schemeClr val="tx1"/>
                    </a:solidFill>
                    <a:latin typeface="Times New Roman" panose="02020603050405020304" charset="0"/>
                    <a:ea typeface="宋体" panose="02010600030101010101" pitchFamily="2" charset="-122"/>
                  </a:rPr>
                  <a:t>2</a:t>
                </a:r>
                <a:endParaRPr lang="en-US" altLang="zh-CN" b="0">
                  <a:solidFill>
                    <a:schemeClr val="tx1"/>
                  </a:solidFill>
                  <a:latin typeface="Times New Roman" panose="02020603050405020304" charset="0"/>
                  <a:ea typeface="宋体" panose="02010600030101010101" pitchFamily="2" charset="-122"/>
                </a:endParaRPr>
              </a:p>
            </p:txBody>
          </p:sp>
          <p:sp>
            <p:nvSpPr>
              <p:cNvPr id="99342" name="文本框 82958"/>
              <p:cNvSpPr txBox="1"/>
              <p:nvPr/>
            </p:nvSpPr>
            <p:spPr>
              <a:xfrm>
                <a:off x="735" y="335"/>
                <a:ext cx="161" cy="192"/>
              </a:xfrm>
              <a:prstGeom prst="rect">
                <a:avLst/>
              </a:prstGeom>
              <a:noFill/>
              <a:ln w="9525">
                <a:noFill/>
                <a:miter/>
              </a:ln>
            </p:spPr>
            <p:txBody>
              <a:bodyPr anchor="t">
                <a:spAutoFit/>
              </a:bodyPr>
              <a:p>
                <a:pPr lvl="0">
                  <a:spcBef>
                    <a:spcPct val="50000"/>
                  </a:spcBef>
                  <a:buClr>
                    <a:srgbClr val="000000"/>
                  </a:buClr>
                </a:pPr>
                <a:r>
                  <a:rPr lang="en-US" altLang="zh-CN" b="0">
                    <a:solidFill>
                      <a:schemeClr val="tx1"/>
                    </a:solidFill>
                    <a:latin typeface="Times New Roman" panose="02020603050405020304" charset="0"/>
                    <a:ea typeface="宋体" panose="02010600030101010101" pitchFamily="2" charset="-122"/>
                  </a:rPr>
                  <a:t>3</a:t>
                </a:r>
                <a:endParaRPr lang="en-US" altLang="zh-CN" b="0">
                  <a:solidFill>
                    <a:schemeClr val="tx1"/>
                  </a:solidFill>
                  <a:latin typeface="Times New Roman" panose="02020603050405020304" charset="0"/>
                  <a:ea typeface="宋体" panose="02010600030101010101" pitchFamily="2" charset="-122"/>
                </a:endParaRPr>
              </a:p>
            </p:txBody>
          </p:sp>
          <p:sp>
            <p:nvSpPr>
              <p:cNvPr id="99343" name="文本框 82959"/>
              <p:cNvSpPr txBox="1"/>
              <p:nvPr/>
            </p:nvSpPr>
            <p:spPr>
              <a:xfrm>
                <a:off x="2408" y="336"/>
                <a:ext cx="253" cy="192"/>
              </a:xfrm>
              <a:prstGeom prst="rect">
                <a:avLst/>
              </a:prstGeom>
              <a:noFill/>
              <a:ln w="9525">
                <a:noFill/>
                <a:miter/>
              </a:ln>
            </p:spPr>
            <p:txBody>
              <a:bodyPr anchor="t">
                <a:spAutoFit/>
              </a:bodyPr>
              <a:p>
                <a:pPr lvl="0">
                  <a:spcBef>
                    <a:spcPct val="50000"/>
                  </a:spcBef>
                  <a:buClr>
                    <a:srgbClr val="000000"/>
                  </a:buClr>
                </a:pPr>
                <a:r>
                  <a:rPr lang="en-US" altLang="zh-CN" b="0">
                    <a:solidFill>
                      <a:schemeClr val="tx1"/>
                    </a:solidFill>
                    <a:latin typeface="Times New Roman" panose="02020603050405020304" charset="0"/>
                    <a:ea typeface="宋体" panose="02010600030101010101" pitchFamily="2" charset="-122"/>
                  </a:rPr>
                  <a:t>15</a:t>
                </a:r>
                <a:endParaRPr lang="en-US" altLang="zh-CN" b="0">
                  <a:solidFill>
                    <a:schemeClr val="tx1"/>
                  </a:solidFill>
                  <a:latin typeface="Times New Roman" panose="02020603050405020304" charset="0"/>
                  <a:ea typeface="宋体" panose="02010600030101010101" pitchFamily="2" charset="-122"/>
                </a:endParaRPr>
              </a:p>
            </p:txBody>
          </p:sp>
        </p:grpSp>
      </p:grpSp>
      <p:sp>
        <p:nvSpPr>
          <p:cNvPr id="82961" name="矩形 82960"/>
          <p:cNvSpPr/>
          <p:nvPr/>
        </p:nvSpPr>
        <p:spPr>
          <a:xfrm>
            <a:off x="381000" y="4286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Arial" panose="02080604020202020204" pitchFamily="34" charset="0"/>
                <a:ea typeface="宋体" panose="02010600030101010101" pitchFamily="2" charset="-122"/>
                <a:cs typeface="+mn-ea"/>
              </a:rPr>
              <a:t>文件系统</a:t>
            </a:r>
            <a:r>
              <a:rPr lang="en-US" altLang="zh-CN" sz="2400" strike="noStrike" noProof="1">
                <a:latin typeface="Arial" panose="02080604020202020204" pitchFamily="34" charset="0"/>
                <a:ea typeface="宋体" panose="02010600030101010101" pitchFamily="2" charset="-122"/>
                <a:cs typeface="+mn-ea"/>
              </a:rPr>
              <a:t>——</a:t>
            </a:r>
            <a:r>
              <a:rPr lang="en-US" altLang="zh-CN" sz="2400" strike="noStrike" noProof="1">
                <a:latin typeface="Times New Roman" panose="02020603050405020304" charset="0"/>
                <a:ea typeface="宋体" panose="02010600030101010101" pitchFamily="2" charset="-122"/>
                <a:cs typeface="+mn-ea"/>
              </a:rPr>
              <a:t>UNIX</a:t>
            </a:r>
            <a:r>
              <a:rPr lang="zh-CN" altLang="en-US" sz="2400" strike="noStrike" noProof="1">
                <a:latin typeface="Arial" panose="02080604020202020204" pitchFamily="34" charset="0"/>
                <a:ea typeface="宋体" panose="02010600030101010101" pitchFamily="2" charset="-122"/>
                <a:cs typeface="+mn-ea"/>
              </a:rPr>
              <a:t>文件系统的主要结构及实现</a:t>
            </a:r>
            <a:endParaRPr lang="zh-CN" altLang="en-US" sz="2400" strike="noStrike" noProof="1">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82947" grpId="0" build="p"/>
    </p:bld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0353" name="文本框 83969"/>
          <p:cNvSpPr txBox="1"/>
          <p:nvPr/>
        </p:nvSpPr>
        <p:spPr>
          <a:xfrm>
            <a:off x="8493125" y="6510338"/>
            <a:ext cx="376238"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buFont typeface="Wingdings" panose="05000000000000000000" pitchFamily="2" charset="2"/>
              <a:buNone/>
            </a:pPr>
            <a:r>
              <a:rPr lang="en-US" altLang="zh-CN" b="0">
                <a:solidFill>
                  <a:schemeClr val="tx2"/>
                </a:solidFill>
                <a:latin typeface="Times New Roman" panose="02020603050405020304" charset="0"/>
                <a:ea typeface="宋体" panose="02010600030101010101" pitchFamily="2" charset="-122"/>
              </a:rPr>
              <a:t>57</a:t>
            </a:r>
            <a:endParaRPr lang="en-US" altLang="zh-CN" b="0">
              <a:solidFill>
                <a:schemeClr val="tx2"/>
              </a:solidFill>
              <a:latin typeface="Times New Roman" panose="02020603050405020304" charset="0"/>
              <a:ea typeface="宋体" panose="02010600030101010101" pitchFamily="2" charset="-122"/>
            </a:endParaRPr>
          </a:p>
        </p:txBody>
      </p:sp>
      <p:sp>
        <p:nvSpPr>
          <p:cNvPr id="83971" name="矩形 83970"/>
          <p:cNvSpPr/>
          <p:nvPr/>
        </p:nvSpPr>
        <p:spPr>
          <a:xfrm>
            <a:off x="101600" y="604838"/>
            <a:ext cx="6432550" cy="604838"/>
          </a:xfrm>
          <a:prstGeom prst="rect">
            <a:avLst/>
          </a:prstGeom>
          <a:noFill/>
          <a:ln w="9525">
            <a:noFill/>
            <a:miter/>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914400" lvl="1" indent="-457200" fontAlgn="base">
              <a:lnSpc>
                <a:spcPct val="120000"/>
              </a:lnSpc>
              <a:spcBef>
                <a:spcPct val="20000"/>
              </a:spcBef>
              <a:buFont typeface="Wingdings" panose="05000000000000000000" pitchFamily="2" charset="2"/>
              <a:buNone/>
            </a:pPr>
            <a:r>
              <a:rPr lang="en-US" altLang="zh-CN" b="1" strike="noStrike" noProof="1">
                <a:solidFill>
                  <a:srgbClr val="A50021"/>
                </a:solidFill>
                <a:latin typeface="Times New Roman" panose="02020603050405020304" charset="0"/>
                <a:ea typeface="宋体" panose="02010600030101010101" pitchFamily="2" charset="-122"/>
                <a:cs typeface="+mn-cs"/>
              </a:rPr>
              <a:t>(2) UNIX</a:t>
            </a:r>
            <a:r>
              <a:rPr lang="zh-CN" altLang="en-US" b="1" strike="noStrike" noProof="1">
                <a:solidFill>
                  <a:srgbClr val="A50021"/>
                </a:solidFill>
                <a:latin typeface="Times New Roman" panose="02020603050405020304" charset="0"/>
                <a:ea typeface="宋体" panose="02010600030101010101" pitchFamily="2" charset="-122"/>
                <a:cs typeface="+mn-cs"/>
              </a:rPr>
              <a:t>系统树型目录结构</a:t>
            </a:r>
            <a:endParaRPr lang="zh-CN" altLang="en-US" b="1" strike="noStrike" noProof="1">
              <a:solidFill>
                <a:srgbClr val="A50021"/>
              </a:solidFill>
              <a:latin typeface="Times New Roman" panose="02020603050405020304" charset="0"/>
              <a:ea typeface="宋体" panose="02010600030101010101" pitchFamily="2" charset="-122"/>
            </a:endParaRPr>
          </a:p>
        </p:txBody>
      </p:sp>
      <p:sp>
        <p:nvSpPr>
          <p:cNvPr id="83972" name="矩形 83971"/>
          <p:cNvSpPr/>
          <p:nvPr/>
        </p:nvSpPr>
        <p:spPr>
          <a:xfrm>
            <a:off x="117475" y="1277938"/>
            <a:ext cx="8829675" cy="4546600"/>
          </a:xfrm>
          <a:prstGeom prst="rect">
            <a:avLst/>
          </a:prstGeom>
          <a:noFill/>
          <a:ln w="9525">
            <a:noFill/>
            <a:miter/>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914400" lvl="1" indent="-457200" fontAlgn="base">
              <a:lnSpc>
                <a:spcPct val="130000"/>
              </a:lnSpc>
              <a:buNone/>
            </a:pPr>
            <a:r>
              <a:rPr lang="en-US" altLang="zh-CN" sz="2400" b="1" strike="noStrike" noProof="1">
                <a:solidFill>
                  <a:srgbClr val="000099"/>
                </a:solidFill>
                <a:latin typeface="宋体" panose="02010600030101010101" pitchFamily="2" charset="-122"/>
                <a:ea typeface="宋体" panose="02010600030101010101" pitchFamily="2" charset="-122"/>
                <a:cs typeface="+mn-cs"/>
              </a:rPr>
              <a:t>① </a:t>
            </a:r>
            <a:r>
              <a:rPr lang="zh-CN" altLang="en-US" sz="2400" strike="noStrike" noProof="1">
                <a:solidFill>
                  <a:schemeClr val="tx1"/>
                </a:solidFill>
                <a:latin typeface="Times New Roman" panose="02020603050405020304" charset="0"/>
                <a:ea typeface="宋体" panose="02010600030101010101" pitchFamily="2" charset="-122"/>
                <a:cs typeface="+mn-cs"/>
              </a:rPr>
              <a:t>每个文件系统都有一个根目录文件，它的辅存</a:t>
            </a:r>
            <a:r>
              <a:rPr lang="en-US" altLang="zh-CN" sz="2400" strike="noStrike" noProof="1">
                <a:solidFill>
                  <a:schemeClr val="tx1"/>
                </a:solidFill>
                <a:latin typeface="Times New Roman" panose="02020603050405020304" charset="0"/>
                <a:ea typeface="宋体" panose="02010600030101010101" pitchFamily="2" charset="-122"/>
                <a:cs typeface="+mn-cs"/>
              </a:rPr>
              <a:t>i</a:t>
            </a:r>
            <a:r>
              <a:rPr lang="zh-CN" altLang="en-US" sz="2400" strike="noStrike" noProof="1">
                <a:solidFill>
                  <a:schemeClr val="tx1"/>
                </a:solidFill>
                <a:latin typeface="Times New Roman" panose="02020603050405020304" charset="0"/>
                <a:ea typeface="宋体" panose="02010600030101010101" pitchFamily="2" charset="-122"/>
                <a:cs typeface="+mn-cs"/>
              </a:rPr>
              <a:t>节点是存储设备上索引</a:t>
            </a:r>
            <a:r>
              <a:rPr lang="x-none" altLang="zh-CN" sz="2400" strike="noStrike" noProof="1">
                <a:solidFill>
                  <a:schemeClr val="tx1"/>
                </a:solidFill>
                <a:latin typeface="Times New Roman" panose="02020603050405020304" charset="0"/>
                <a:ea typeface="宋体" panose="02010600030101010101" pitchFamily="2" charset="-122"/>
                <a:cs typeface="+mn-cs"/>
              </a:rPr>
              <a:t>节点</a:t>
            </a:r>
            <a:r>
              <a:rPr lang="zh-CN" altLang="en-US" sz="2400" strike="noStrike" noProof="1">
                <a:solidFill>
                  <a:schemeClr val="tx1"/>
                </a:solidFill>
                <a:latin typeface="Times New Roman" panose="02020603050405020304" charset="0"/>
                <a:ea typeface="宋体" panose="02010600030101010101" pitchFamily="2" charset="-122"/>
                <a:cs typeface="+mn-cs"/>
              </a:rPr>
              <a:t>区中的第一个。</a:t>
            </a:r>
            <a:endParaRPr lang="zh-CN" altLang="en-US" sz="2400" strike="noStrike" noProof="1">
              <a:solidFill>
                <a:schemeClr val="tx1"/>
              </a:solidFill>
              <a:latin typeface="Times New Roman" panose="02020603050405020304" charset="0"/>
              <a:ea typeface="宋体" panose="02010600030101010101" pitchFamily="2" charset="-122"/>
            </a:endParaRPr>
          </a:p>
          <a:p>
            <a:pPr marL="914400" lvl="1" indent="-457200" fontAlgn="base">
              <a:lnSpc>
                <a:spcPct val="130000"/>
              </a:lnSpc>
              <a:buNone/>
            </a:pPr>
            <a:r>
              <a:rPr lang="en-US" altLang="zh-CN" sz="2400" b="1" strike="noStrike" noProof="1">
                <a:solidFill>
                  <a:srgbClr val="000099"/>
                </a:solidFill>
                <a:latin typeface="宋体" panose="02010600030101010101" pitchFamily="2" charset="-122"/>
                <a:ea typeface="宋体" panose="02010600030101010101" pitchFamily="2" charset="-122"/>
                <a:cs typeface="+mn-cs"/>
              </a:rPr>
              <a:t>②</a:t>
            </a:r>
            <a:r>
              <a:rPr lang="en-US" altLang="zh-CN" sz="2400" strike="noStrike" noProof="1">
                <a:solidFill>
                  <a:schemeClr val="tx1"/>
                </a:solidFill>
                <a:latin typeface="宋体" panose="02010600030101010101" pitchFamily="2" charset="-122"/>
                <a:ea typeface="宋体" panose="02010600030101010101" pitchFamily="2" charset="-122"/>
                <a:cs typeface="+mn-cs"/>
              </a:rPr>
              <a:t> </a:t>
            </a:r>
            <a:r>
              <a:rPr lang="zh-CN" altLang="en-US" sz="2400" strike="noStrike" noProof="1">
                <a:solidFill>
                  <a:schemeClr val="tx1"/>
                </a:solidFill>
                <a:latin typeface="Times New Roman" panose="02020603050405020304" charset="0"/>
                <a:ea typeface="宋体" panose="02010600030101010101" pitchFamily="2" charset="-122"/>
                <a:cs typeface="+mn-cs"/>
              </a:rPr>
              <a:t>打开某个文件时，从根目录的</a:t>
            </a:r>
            <a:r>
              <a:rPr lang="en-US" altLang="zh-CN" sz="2400" strike="noStrike" noProof="1">
                <a:solidFill>
                  <a:schemeClr val="tx1"/>
                </a:solidFill>
                <a:latin typeface="Times New Roman" panose="02020603050405020304" charset="0"/>
                <a:ea typeface="宋体" panose="02010600030101010101" pitchFamily="2" charset="-122"/>
                <a:cs typeface="+mn-cs"/>
              </a:rPr>
              <a:t>i</a:t>
            </a:r>
            <a:r>
              <a:rPr lang="zh-CN" altLang="en-US" sz="2400" strike="noStrike" noProof="1">
                <a:solidFill>
                  <a:schemeClr val="tx1"/>
                </a:solidFill>
                <a:latin typeface="Times New Roman" panose="02020603050405020304" charset="0"/>
                <a:ea typeface="宋体" panose="02010600030101010101" pitchFamily="2" charset="-122"/>
                <a:cs typeface="+mn-cs"/>
              </a:rPr>
              <a:t>节点可以找到根目录文件</a:t>
            </a:r>
            <a:endParaRPr lang="zh-CN" altLang="en-US" sz="2400" strike="noStrike" noProof="1">
              <a:solidFill>
                <a:schemeClr val="tx1"/>
              </a:solidFill>
              <a:latin typeface="Times New Roman" panose="02020603050405020304" charset="0"/>
              <a:ea typeface="宋体" panose="02010600030101010101" pitchFamily="2" charset="-122"/>
            </a:endParaRPr>
          </a:p>
          <a:p>
            <a:pPr marL="914400" lvl="1" indent="-457200" fontAlgn="base">
              <a:lnSpc>
                <a:spcPct val="130000"/>
              </a:lnSpc>
              <a:buNone/>
            </a:pPr>
            <a:r>
              <a:rPr lang="zh-CN" altLang="en-US" sz="2400" strike="noStrike" noProof="1">
                <a:solidFill>
                  <a:schemeClr val="tx1"/>
                </a:solidFill>
                <a:latin typeface="Times New Roman" panose="02020603050405020304" charset="0"/>
                <a:ea typeface="宋体" panose="02010600030101010101" pitchFamily="2" charset="-122"/>
                <a:cs typeface="+mn-cs"/>
              </a:rPr>
              <a:t>      的索引结构，得到根目录文件</a:t>
            </a:r>
            <a:r>
              <a:rPr lang="x-none" altLang="zh-CN" sz="2400" strike="noStrike" noProof="1">
                <a:solidFill>
                  <a:schemeClr val="tx1"/>
                </a:solidFill>
                <a:latin typeface="Times New Roman" panose="02020603050405020304" charset="0"/>
                <a:ea typeface="宋体" panose="02010600030101010101" pitchFamily="2" charset="-122"/>
                <a:cs typeface="+mn-cs"/>
              </a:rPr>
              <a:t>中</a:t>
            </a:r>
            <a:r>
              <a:rPr lang="zh-CN" altLang="en-US" sz="2400" strike="noStrike" noProof="1">
                <a:solidFill>
                  <a:schemeClr val="tx1"/>
                </a:solidFill>
                <a:latin typeface="Times New Roman" panose="02020603050405020304" charset="0"/>
                <a:ea typeface="宋体" panose="02010600030101010101" pitchFamily="2" charset="-122"/>
                <a:cs typeface="+mn-cs"/>
              </a:rPr>
              <a:t>的</a:t>
            </a:r>
            <a:r>
              <a:rPr lang="x-none" altLang="zh-CN" sz="2400" strike="noStrike" noProof="1">
                <a:solidFill>
                  <a:schemeClr val="tx1"/>
                </a:solidFill>
                <a:latin typeface="Times New Roman" panose="02020603050405020304" charset="0"/>
                <a:ea typeface="宋体" panose="02010600030101010101" pitchFamily="2" charset="-122"/>
                <a:cs typeface="+mn-cs"/>
              </a:rPr>
              <a:t>目录项</a:t>
            </a:r>
            <a:r>
              <a:rPr lang="zh-CN" altLang="en-US" sz="2400" strike="noStrike" noProof="1">
                <a:solidFill>
                  <a:schemeClr val="tx1"/>
                </a:solidFill>
                <a:latin typeface="Times New Roman" panose="02020603050405020304" charset="0"/>
                <a:ea typeface="宋体" panose="02010600030101010101" pitchFamily="2" charset="-122"/>
                <a:cs typeface="+mn-cs"/>
              </a:rPr>
              <a:t>。</a:t>
            </a:r>
            <a:endParaRPr lang="zh-CN" altLang="en-US" sz="2400" strike="noStrike" noProof="1">
              <a:solidFill>
                <a:schemeClr val="tx1"/>
              </a:solidFill>
              <a:latin typeface="Times New Roman" panose="02020603050405020304" charset="0"/>
              <a:ea typeface="宋体" panose="02010600030101010101" pitchFamily="2" charset="-122"/>
            </a:endParaRPr>
          </a:p>
          <a:p>
            <a:pPr marL="914400" lvl="1" indent="-457200" fontAlgn="base">
              <a:lnSpc>
                <a:spcPct val="130000"/>
              </a:lnSpc>
              <a:buNone/>
            </a:pPr>
            <a:r>
              <a:rPr lang="en-US" altLang="zh-CN" sz="2400" b="1" strike="noStrike" noProof="1">
                <a:solidFill>
                  <a:srgbClr val="000099"/>
                </a:solidFill>
                <a:latin typeface="宋体" panose="02010600030101010101" pitchFamily="2" charset="-122"/>
                <a:ea typeface="宋体" panose="02010600030101010101" pitchFamily="2" charset="-122"/>
                <a:cs typeface="+mn-cs"/>
              </a:rPr>
              <a:t>③</a:t>
            </a:r>
            <a:r>
              <a:rPr lang="en-US" altLang="zh-CN" sz="2400" strike="noStrike" noProof="1">
                <a:solidFill>
                  <a:schemeClr val="tx1"/>
                </a:solidFill>
                <a:latin typeface="宋体" panose="02010600030101010101" pitchFamily="2" charset="-122"/>
                <a:ea typeface="宋体" panose="02010600030101010101" pitchFamily="2" charset="-122"/>
                <a:cs typeface="+mn-cs"/>
              </a:rPr>
              <a:t> </a:t>
            </a:r>
            <a:r>
              <a:rPr lang="zh-CN" altLang="en-US" sz="2400" strike="noStrike" noProof="1">
                <a:solidFill>
                  <a:schemeClr val="tx1"/>
                </a:solidFill>
                <a:latin typeface="Times New Roman" panose="02020603050405020304" charset="0"/>
                <a:ea typeface="宋体" panose="02010600030101010101" pitchFamily="2" charset="-122"/>
                <a:cs typeface="+mn-cs"/>
              </a:rPr>
              <a:t>将待打开文件的路径信息与目录文件中的目录项逐一比</a:t>
            </a:r>
            <a:endParaRPr lang="zh-CN" altLang="en-US" sz="2400" strike="noStrike" noProof="1">
              <a:solidFill>
                <a:schemeClr val="tx1"/>
              </a:solidFill>
              <a:latin typeface="Times New Roman" panose="02020603050405020304" charset="0"/>
              <a:ea typeface="宋体" panose="02010600030101010101" pitchFamily="2" charset="-122"/>
            </a:endParaRPr>
          </a:p>
          <a:p>
            <a:pPr marL="914400" lvl="1" indent="-457200" fontAlgn="base">
              <a:lnSpc>
                <a:spcPct val="130000"/>
              </a:lnSpc>
              <a:buNone/>
            </a:pPr>
            <a:r>
              <a:rPr lang="zh-CN" altLang="en-US" sz="2400" strike="noStrike" noProof="1">
                <a:solidFill>
                  <a:schemeClr val="tx1"/>
                </a:solidFill>
                <a:latin typeface="Times New Roman" panose="02020603050405020304" charset="0"/>
                <a:ea typeface="宋体" panose="02010600030101010101" pitchFamily="2" charset="-122"/>
                <a:cs typeface="+mn-cs"/>
              </a:rPr>
              <a:t>      较，可以得到下级目录的</a:t>
            </a:r>
            <a:r>
              <a:rPr lang="en-US" altLang="zh-CN" sz="2400" strike="noStrike" noProof="1">
                <a:solidFill>
                  <a:schemeClr val="tx1"/>
                </a:solidFill>
                <a:latin typeface="Times New Roman" panose="02020603050405020304" charset="0"/>
                <a:ea typeface="宋体" panose="02010600030101010101" pitchFamily="2" charset="-122"/>
                <a:cs typeface="+mn-cs"/>
              </a:rPr>
              <a:t>i</a:t>
            </a:r>
            <a:r>
              <a:rPr lang="zh-CN" altLang="en-US" sz="2400" strike="noStrike" noProof="1">
                <a:solidFill>
                  <a:schemeClr val="tx1"/>
                </a:solidFill>
                <a:latin typeface="Times New Roman" panose="02020603050405020304" charset="0"/>
                <a:ea typeface="宋体" panose="02010600030101010101" pitchFamily="2" charset="-122"/>
                <a:cs typeface="+mn-cs"/>
              </a:rPr>
              <a:t>节点号，并最终得到目标文件</a:t>
            </a:r>
            <a:endParaRPr lang="zh-CN" altLang="en-US" sz="2400" strike="noStrike" noProof="1">
              <a:solidFill>
                <a:schemeClr val="tx1"/>
              </a:solidFill>
              <a:latin typeface="Times New Roman" panose="02020603050405020304" charset="0"/>
              <a:ea typeface="宋体" panose="02010600030101010101" pitchFamily="2" charset="-122"/>
            </a:endParaRPr>
          </a:p>
          <a:p>
            <a:pPr marL="914400" lvl="1" indent="-457200" fontAlgn="base">
              <a:lnSpc>
                <a:spcPct val="130000"/>
              </a:lnSpc>
              <a:buNone/>
            </a:pPr>
            <a:r>
              <a:rPr lang="zh-CN" altLang="en-US" sz="2400" strike="noStrike" noProof="1">
                <a:solidFill>
                  <a:schemeClr val="tx1"/>
                </a:solidFill>
                <a:latin typeface="Times New Roman" panose="02020603050405020304" charset="0"/>
                <a:ea typeface="宋体" panose="02010600030101010101" pitchFamily="2" charset="-122"/>
                <a:cs typeface="+mn-cs"/>
              </a:rPr>
              <a:t>      的</a:t>
            </a:r>
            <a:r>
              <a:rPr lang="en-US" altLang="zh-CN" sz="2400" strike="noStrike" noProof="1">
                <a:solidFill>
                  <a:schemeClr val="tx1"/>
                </a:solidFill>
                <a:latin typeface="Times New Roman" panose="02020603050405020304" charset="0"/>
                <a:ea typeface="宋体" panose="02010600030101010101" pitchFamily="2" charset="-122"/>
                <a:cs typeface="+mn-cs"/>
              </a:rPr>
              <a:t>i</a:t>
            </a:r>
            <a:r>
              <a:rPr lang="zh-CN" altLang="en-US" sz="2400" strike="noStrike" noProof="1">
                <a:solidFill>
                  <a:schemeClr val="tx1"/>
                </a:solidFill>
                <a:latin typeface="Times New Roman" panose="02020603050405020304" charset="0"/>
                <a:ea typeface="宋体" panose="02010600030101010101" pitchFamily="2" charset="-122"/>
                <a:cs typeface="+mn-cs"/>
              </a:rPr>
              <a:t>节点号。从</a:t>
            </a:r>
            <a:r>
              <a:rPr lang="en-US" altLang="zh-CN" sz="2400" strike="noStrike" noProof="1">
                <a:solidFill>
                  <a:schemeClr val="tx1"/>
                </a:solidFill>
                <a:latin typeface="Times New Roman" panose="02020603050405020304" charset="0"/>
                <a:ea typeface="宋体" panose="02010600030101010101" pitchFamily="2" charset="-122"/>
                <a:cs typeface="+mn-cs"/>
              </a:rPr>
              <a:t>i</a:t>
            </a:r>
            <a:r>
              <a:rPr lang="zh-CN" altLang="en-US" sz="2400" strike="noStrike" noProof="1">
                <a:solidFill>
                  <a:schemeClr val="tx1"/>
                </a:solidFill>
                <a:latin typeface="Times New Roman" panose="02020603050405020304" charset="0"/>
                <a:ea typeface="宋体" panose="02010600030101010101" pitchFamily="2" charset="-122"/>
                <a:cs typeface="+mn-cs"/>
              </a:rPr>
              <a:t>节点号中的索引表，得到数据文件的存储</a:t>
            </a:r>
            <a:endParaRPr lang="zh-CN" altLang="en-US" sz="2400" strike="noStrike" noProof="1">
              <a:solidFill>
                <a:schemeClr val="tx1"/>
              </a:solidFill>
              <a:latin typeface="Times New Roman" panose="02020603050405020304" charset="0"/>
              <a:ea typeface="宋体" panose="02010600030101010101" pitchFamily="2" charset="-122"/>
            </a:endParaRPr>
          </a:p>
          <a:p>
            <a:pPr marL="914400" lvl="1" indent="-457200" fontAlgn="base">
              <a:lnSpc>
                <a:spcPct val="130000"/>
              </a:lnSpc>
              <a:buNone/>
            </a:pPr>
            <a:r>
              <a:rPr lang="zh-CN" altLang="en-US" sz="2400" strike="noStrike" noProof="1">
                <a:solidFill>
                  <a:schemeClr val="tx1"/>
                </a:solidFill>
                <a:latin typeface="Times New Roman" panose="02020603050405020304" charset="0"/>
                <a:ea typeface="宋体" panose="02010600030101010101" pitchFamily="2" charset="-122"/>
                <a:cs typeface="+mn-cs"/>
              </a:rPr>
              <a:t>      块号，实现对目标文件的随机存取。 </a:t>
            </a:r>
            <a:endParaRPr lang="zh-CN" altLang="en-US" sz="2400" strike="noStrike" noProof="1">
              <a:solidFill>
                <a:schemeClr val="tx1"/>
              </a:solidFill>
              <a:latin typeface="Times New Roman" panose="02020603050405020304" charset="0"/>
              <a:ea typeface="宋体" panose="02010600030101010101" pitchFamily="2" charset="-122"/>
            </a:endParaRPr>
          </a:p>
        </p:txBody>
      </p:sp>
      <p:sp>
        <p:nvSpPr>
          <p:cNvPr id="83973" name="矩形 83972"/>
          <p:cNvSpPr/>
          <p:nvPr/>
        </p:nvSpPr>
        <p:spPr>
          <a:xfrm>
            <a:off x="381000" y="4286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Arial" panose="02080604020202020204" pitchFamily="34" charset="0"/>
                <a:ea typeface="宋体" panose="02010600030101010101" pitchFamily="2" charset="-122"/>
                <a:cs typeface="+mn-ea"/>
              </a:rPr>
              <a:t>文件系统</a:t>
            </a:r>
            <a:r>
              <a:rPr lang="en-US" altLang="zh-CN" sz="2400" strike="noStrike" noProof="1">
                <a:latin typeface="Arial" panose="02080604020202020204" pitchFamily="34" charset="0"/>
                <a:ea typeface="宋体" panose="02010600030101010101" pitchFamily="2" charset="-122"/>
                <a:cs typeface="+mn-ea"/>
              </a:rPr>
              <a:t>——</a:t>
            </a:r>
            <a:r>
              <a:rPr lang="en-US" altLang="zh-CN" sz="2400" strike="noStrike" noProof="1">
                <a:latin typeface="Times New Roman" panose="02020603050405020304" charset="0"/>
                <a:ea typeface="宋体" panose="02010600030101010101" pitchFamily="2" charset="-122"/>
                <a:cs typeface="+mn-ea"/>
              </a:rPr>
              <a:t>UNIX</a:t>
            </a:r>
            <a:r>
              <a:rPr lang="zh-CN" altLang="en-US" sz="2400" strike="noStrike" noProof="1">
                <a:latin typeface="Arial" panose="02080604020202020204" pitchFamily="34" charset="0"/>
                <a:ea typeface="宋体" panose="02010600030101010101" pitchFamily="2" charset="-122"/>
                <a:cs typeface="+mn-ea"/>
              </a:rPr>
              <a:t>文件系统的主要结构及实现</a:t>
            </a:r>
            <a:endParaRPr lang="zh-CN" altLang="en-US" sz="2400" strike="noStrike" noProof="1">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83971" grpId="0" build="p"/>
    </p:bld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1377" name="文本框 84993"/>
          <p:cNvSpPr txBox="1"/>
          <p:nvPr/>
        </p:nvSpPr>
        <p:spPr>
          <a:xfrm>
            <a:off x="8493125" y="6510338"/>
            <a:ext cx="376238"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buFont typeface="Wingdings" panose="05000000000000000000" pitchFamily="2" charset="2"/>
              <a:buNone/>
            </a:pPr>
            <a:r>
              <a:rPr lang="en-US" altLang="zh-CN" b="0">
                <a:solidFill>
                  <a:schemeClr val="tx2"/>
                </a:solidFill>
                <a:latin typeface="Times New Roman" panose="02020603050405020304" charset="0"/>
                <a:ea typeface="宋体" panose="02010600030101010101" pitchFamily="2" charset="-122"/>
              </a:rPr>
              <a:t>58</a:t>
            </a:r>
            <a:endParaRPr lang="en-US" altLang="zh-CN" b="0">
              <a:solidFill>
                <a:schemeClr val="tx2"/>
              </a:solidFill>
              <a:latin typeface="Times New Roman" panose="02020603050405020304" charset="0"/>
              <a:ea typeface="宋体" panose="02010600030101010101" pitchFamily="2" charset="-122"/>
            </a:endParaRPr>
          </a:p>
        </p:txBody>
      </p:sp>
      <p:sp>
        <p:nvSpPr>
          <p:cNvPr id="84995" name="矩形 84994"/>
          <p:cNvSpPr/>
          <p:nvPr/>
        </p:nvSpPr>
        <p:spPr>
          <a:xfrm>
            <a:off x="106045" y="562610"/>
            <a:ext cx="8671560" cy="530225"/>
          </a:xfrm>
          <a:prstGeom prst="rect">
            <a:avLst/>
          </a:prstGeom>
          <a:noFill/>
          <a:ln w="9525">
            <a:noFill/>
            <a:miter/>
          </a:ln>
        </p:spPr>
        <p:txBody>
          <a:bodyPr wrap="square">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914400" lvl="1" indent="-457200" fontAlgn="base">
              <a:lnSpc>
                <a:spcPct val="120000"/>
              </a:lnSpc>
              <a:spcBef>
                <a:spcPct val="20000"/>
              </a:spcBef>
              <a:buNone/>
            </a:pPr>
            <a:r>
              <a:rPr lang="en-US" altLang="zh-CN" sz="2400" strike="noStrike" noProof="1">
                <a:solidFill>
                  <a:schemeClr val="tx1"/>
                </a:solidFill>
                <a:latin typeface="Times New Roman" panose="02020603050405020304" charset="0"/>
                <a:ea typeface="宋体" panose="02010600030101010101" pitchFamily="2" charset="-122"/>
                <a:cs typeface="+mn-cs"/>
              </a:rPr>
              <a:t>UNIX</a:t>
            </a:r>
            <a:r>
              <a:rPr lang="zh-CN" altLang="en-US" sz="2400" strike="noStrike" noProof="1">
                <a:solidFill>
                  <a:schemeClr val="tx1"/>
                </a:solidFill>
                <a:latin typeface="Times New Roman" panose="02020603050405020304" charset="0"/>
                <a:ea typeface="宋体" panose="02010600030101010101" pitchFamily="2" charset="-122"/>
                <a:cs typeface="+mn-cs"/>
              </a:rPr>
              <a:t>系统的目录结构能方便地实现文件的</a:t>
            </a:r>
            <a:r>
              <a:rPr lang="x-none" altLang="zh-CN" sz="2400" strike="noStrike" noProof="1">
                <a:solidFill>
                  <a:schemeClr val="tx1"/>
                </a:solidFill>
                <a:latin typeface="Times New Roman" panose="02020603050405020304" charset="0"/>
                <a:ea typeface="宋体" panose="02010600030101010101" pitchFamily="2" charset="-122"/>
                <a:cs typeface="+mn-cs"/>
              </a:rPr>
              <a:t>访问和</a:t>
            </a:r>
            <a:r>
              <a:rPr lang="zh-CN" altLang="en-US" sz="2400" strike="noStrike" noProof="1">
                <a:solidFill>
                  <a:schemeClr val="tx1"/>
                </a:solidFill>
                <a:latin typeface="Times New Roman" panose="02020603050405020304" charset="0"/>
                <a:ea typeface="宋体" panose="02010600030101010101" pitchFamily="2" charset="-122"/>
                <a:cs typeface="+mn-cs"/>
              </a:rPr>
              <a:t>随机存取</a:t>
            </a:r>
            <a:endParaRPr lang="zh-CN" altLang="en-US" sz="2400" strike="noStrike" noProof="1">
              <a:solidFill>
                <a:schemeClr val="tx1"/>
              </a:solidFill>
              <a:latin typeface="Times New Roman" panose="02020603050405020304" charset="0"/>
              <a:ea typeface="宋体" panose="02010600030101010101" pitchFamily="2" charset="-122"/>
            </a:endParaRPr>
          </a:p>
        </p:txBody>
      </p:sp>
      <p:sp>
        <p:nvSpPr>
          <p:cNvPr id="84996" name="矩形 84995"/>
          <p:cNvSpPr/>
          <p:nvPr/>
        </p:nvSpPr>
        <p:spPr>
          <a:xfrm>
            <a:off x="381000" y="4286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Arial" panose="02080604020202020204" pitchFamily="34" charset="0"/>
                <a:ea typeface="宋体" panose="02010600030101010101" pitchFamily="2" charset="-122"/>
                <a:cs typeface="+mn-ea"/>
              </a:rPr>
              <a:t>文件系统</a:t>
            </a:r>
            <a:r>
              <a:rPr lang="en-US" altLang="zh-CN" sz="2400" strike="noStrike" noProof="1">
                <a:latin typeface="Arial" panose="02080604020202020204" pitchFamily="34" charset="0"/>
                <a:ea typeface="宋体" panose="02010600030101010101" pitchFamily="2" charset="-122"/>
                <a:cs typeface="+mn-ea"/>
              </a:rPr>
              <a:t>——</a:t>
            </a:r>
            <a:r>
              <a:rPr lang="en-US" altLang="zh-CN" sz="2400" strike="noStrike" noProof="1">
                <a:latin typeface="Times New Roman" panose="02020603050405020304" charset="0"/>
                <a:ea typeface="宋体" panose="02010600030101010101" pitchFamily="2" charset="-122"/>
                <a:cs typeface="+mn-ea"/>
              </a:rPr>
              <a:t>UNIX</a:t>
            </a:r>
            <a:r>
              <a:rPr lang="zh-CN" altLang="en-US" sz="2400" strike="noStrike" noProof="1">
                <a:latin typeface="Arial" panose="02080604020202020204" pitchFamily="34" charset="0"/>
                <a:ea typeface="宋体" panose="02010600030101010101" pitchFamily="2" charset="-122"/>
                <a:cs typeface="+mn-ea"/>
              </a:rPr>
              <a:t>文件系统的主要结构及实现</a:t>
            </a:r>
            <a:endParaRPr lang="zh-CN" altLang="en-US" sz="2400" strike="noStrike" noProof="1">
              <a:ea typeface="宋体" panose="02010600030101010101" pitchFamily="2" charset="-122"/>
            </a:endParaRPr>
          </a:p>
        </p:txBody>
      </p:sp>
      <p:grpSp>
        <p:nvGrpSpPr>
          <p:cNvPr id="84997" name="组合 84996"/>
          <p:cNvGrpSpPr/>
          <p:nvPr/>
        </p:nvGrpSpPr>
        <p:grpSpPr>
          <a:xfrm>
            <a:off x="357188" y="1130300"/>
            <a:ext cx="8556625" cy="5210175"/>
            <a:chOff x="0" y="0"/>
            <a:chExt cx="4860" cy="3282"/>
          </a:xfrm>
        </p:grpSpPr>
        <p:sp>
          <p:nvSpPr>
            <p:cNvPr id="84998" name="矩形 84997"/>
            <p:cNvSpPr/>
            <p:nvPr/>
          </p:nvSpPr>
          <p:spPr>
            <a:xfrm>
              <a:off x="8" y="1314"/>
              <a:ext cx="605" cy="617"/>
            </a:xfrm>
            <a:prstGeom prst="rect">
              <a:avLst/>
            </a:prstGeom>
            <a:solidFill>
              <a:schemeClr val="bg1"/>
            </a:solidFill>
            <a:ln w="12700" cap="flat" cmpd="sng">
              <a:solidFill>
                <a:srgbClr val="000000"/>
              </a:solidFill>
              <a:prstDash val="solid"/>
              <a:miter/>
              <a:headEnd type="none" w="med" len="med"/>
              <a:tailEnd type="none" w="med" len="med"/>
            </a:ln>
          </p:spPr>
          <p:txBody>
            <a:bodyPr/>
            <a:p>
              <a:pPr marL="914400" lvl="0" indent="-340995" algn="ctr" fontAlgn="base">
                <a:lnSpc>
                  <a:spcPct val="120000"/>
                </a:lnSpc>
                <a:buClr>
                  <a:schemeClr val="tx2"/>
                </a:buClr>
                <a:buSzPct val="95000"/>
                <a:buFont typeface="Wingdings" panose="05000000000000000000" pitchFamily="2" charset="2"/>
                <a:buBlip>
                  <a:blip r:embed="rId1"/>
                </a:buBlip>
              </a:pPr>
              <a:endParaRPr sz="1400" b="1" strike="noStrike" noProof="1">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101382" name="文本框 84998"/>
            <p:cNvSpPr txBox="1"/>
            <p:nvPr/>
          </p:nvSpPr>
          <p:spPr>
            <a:xfrm>
              <a:off x="0" y="997"/>
              <a:ext cx="710" cy="324"/>
            </a:xfrm>
            <a:prstGeom prst="rect">
              <a:avLst/>
            </a:prstGeom>
            <a:noFill/>
            <a:ln w="9525">
              <a:noFill/>
              <a:miter/>
            </a:ln>
          </p:spPr>
          <p:txBody>
            <a:bodyPr anchor="t"/>
            <a:p>
              <a:pPr lvl="0" algn="just">
                <a:buClr>
                  <a:srgbClr val="000000"/>
                </a:buClr>
              </a:pPr>
              <a:r>
                <a:rPr lang="zh-CN" altLang="en-US">
                  <a:solidFill>
                    <a:schemeClr val="tx1"/>
                  </a:solidFill>
                  <a:latin typeface="Times New Roman" panose="02020603050405020304" charset="0"/>
                  <a:ea typeface="宋体" panose="02010600030101010101" pitchFamily="2" charset="-122"/>
                </a:rPr>
                <a:t>根目录文件</a:t>
              </a:r>
              <a:r>
                <a:rPr lang="en-US" altLang="zh-CN">
                  <a:solidFill>
                    <a:schemeClr val="tx1"/>
                  </a:solidFill>
                  <a:latin typeface="Times New Roman" panose="02020603050405020304" charset="0"/>
                  <a:ea typeface="宋体" panose="02010600030101010101" pitchFamily="2" charset="-122"/>
                </a:rPr>
                <a:t>/</a:t>
              </a:r>
              <a:endParaRPr lang="zh-CN" altLang="en-US">
                <a:solidFill>
                  <a:schemeClr val="tx1"/>
                </a:solidFill>
                <a:latin typeface="Times New Roman" panose="02020603050405020304" charset="0"/>
                <a:ea typeface="宋体" panose="02010600030101010101" pitchFamily="2" charset="-122"/>
              </a:endParaRPr>
            </a:p>
            <a:p>
              <a:pPr lvl="0" algn="just">
                <a:buClr>
                  <a:srgbClr val="000000"/>
                </a:buClr>
              </a:pPr>
              <a:r>
                <a:rPr lang="zh-CN" altLang="en-US">
                  <a:solidFill>
                    <a:schemeClr val="tx1"/>
                  </a:solidFill>
                  <a:latin typeface="Times New Roman" panose="02020603050405020304" charset="0"/>
                  <a:ea typeface="宋体" panose="02010600030101010101" pitchFamily="2" charset="-122"/>
                </a:rPr>
                <a:t>     </a:t>
              </a:r>
              <a:r>
                <a:rPr lang="en-US" altLang="zh-CN">
                  <a:solidFill>
                    <a:schemeClr val="tx1"/>
                  </a:solidFill>
                  <a:latin typeface="Times New Roman" panose="02020603050405020304" charset="0"/>
                  <a:ea typeface="宋体" panose="02010600030101010101" pitchFamily="2" charset="-122"/>
                </a:rPr>
                <a:t>i</a:t>
              </a:r>
              <a:r>
                <a:rPr lang="zh-CN" altLang="en-US">
                  <a:solidFill>
                    <a:schemeClr val="tx1"/>
                  </a:solidFill>
                  <a:latin typeface="Times New Roman" panose="02020603050405020304" charset="0"/>
                  <a:ea typeface="宋体" panose="02010600030101010101" pitchFamily="2" charset="-122"/>
                </a:rPr>
                <a:t>节点</a:t>
              </a:r>
              <a:endParaRPr lang="zh-CN" altLang="en-US">
                <a:solidFill>
                  <a:schemeClr val="tx1"/>
                </a:solidFill>
                <a:latin typeface="Times New Roman" panose="02020603050405020304" charset="0"/>
                <a:ea typeface="宋体" panose="02010600030101010101" pitchFamily="2" charset="-122"/>
              </a:endParaRPr>
            </a:p>
          </p:txBody>
        </p:sp>
        <p:sp>
          <p:nvSpPr>
            <p:cNvPr id="101383" name="直接连接符 84999"/>
            <p:cNvSpPr/>
            <p:nvPr/>
          </p:nvSpPr>
          <p:spPr>
            <a:xfrm>
              <a:off x="13" y="1453"/>
              <a:ext cx="603" cy="0"/>
            </a:xfrm>
            <a:prstGeom prst="line">
              <a:avLst/>
            </a:prstGeom>
            <a:ln w="12700"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101384" name="直接连接符 85000"/>
            <p:cNvSpPr/>
            <p:nvPr/>
          </p:nvSpPr>
          <p:spPr>
            <a:xfrm>
              <a:off x="4" y="1618"/>
              <a:ext cx="603" cy="0"/>
            </a:xfrm>
            <a:prstGeom prst="line">
              <a:avLst/>
            </a:prstGeom>
            <a:ln w="12700"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101385" name="直接连接符 85001"/>
            <p:cNvSpPr/>
            <p:nvPr/>
          </p:nvSpPr>
          <p:spPr>
            <a:xfrm>
              <a:off x="13" y="1781"/>
              <a:ext cx="603" cy="0"/>
            </a:xfrm>
            <a:prstGeom prst="line">
              <a:avLst/>
            </a:prstGeom>
            <a:ln w="12700"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101386" name="文本框 85002"/>
            <p:cNvSpPr txBox="1"/>
            <p:nvPr/>
          </p:nvSpPr>
          <p:spPr>
            <a:xfrm>
              <a:off x="208" y="1255"/>
              <a:ext cx="240" cy="240"/>
            </a:xfrm>
            <a:prstGeom prst="rect">
              <a:avLst/>
            </a:prstGeom>
            <a:noFill/>
            <a:ln w="9525">
              <a:noFill/>
              <a:miter/>
            </a:ln>
          </p:spPr>
          <p:txBody>
            <a:bodyPr anchor="t"/>
            <a:p>
              <a:pPr lvl="0" algn="just">
                <a:lnSpc>
                  <a:spcPct val="120000"/>
                </a:lnSpc>
                <a:buClr>
                  <a:srgbClr val="000000"/>
                </a:buClr>
              </a:pPr>
              <a:r>
                <a:rPr lang="en-US" altLang="zh-CN" b="0">
                  <a:solidFill>
                    <a:schemeClr val="tx1"/>
                  </a:solidFill>
                  <a:latin typeface="Times New Roman" panose="02020603050405020304" charset="0"/>
                  <a:ea typeface="宋体" panose="02010600030101010101" pitchFamily="2" charset="-122"/>
                  <a:sym typeface="MT Extra" panose="05050102010205020202" pitchFamily="2" charset="2"/>
                </a:rPr>
                <a:t>...</a:t>
              </a:r>
              <a:endParaRPr lang="en-US" altLang="zh-CN" b="0">
                <a:solidFill>
                  <a:schemeClr val="tx1"/>
                </a:solidFill>
                <a:latin typeface="Times New Roman" panose="02020603050405020304" charset="0"/>
                <a:ea typeface="宋体" panose="02010600030101010101" pitchFamily="2" charset="-122"/>
                <a:sym typeface="MT Extra" panose="05050102010205020202" pitchFamily="2" charset="2"/>
              </a:endParaRPr>
            </a:p>
          </p:txBody>
        </p:sp>
        <p:sp>
          <p:nvSpPr>
            <p:cNvPr id="101387" name="文本框 85003"/>
            <p:cNvSpPr txBox="1"/>
            <p:nvPr/>
          </p:nvSpPr>
          <p:spPr>
            <a:xfrm>
              <a:off x="208" y="1739"/>
              <a:ext cx="240" cy="240"/>
            </a:xfrm>
            <a:prstGeom prst="rect">
              <a:avLst/>
            </a:prstGeom>
            <a:noFill/>
            <a:ln w="9525">
              <a:noFill/>
              <a:miter/>
            </a:ln>
          </p:spPr>
          <p:txBody>
            <a:bodyPr anchor="t"/>
            <a:p>
              <a:pPr lvl="0" algn="just">
                <a:lnSpc>
                  <a:spcPct val="120000"/>
                </a:lnSpc>
                <a:buClr>
                  <a:srgbClr val="000000"/>
                </a:buClr>
              </a:pPr>
              <a:r>
                <a:rPr lang="en-US" altLang="zh-CN" b="0">
                  <a:solidFill>
                    <a:schemeClr val="tx1"/>
                  </a:solidFill>
                  <a:latin typeface="Times New Roman" panose="02020603050405020304" charset="0"/>
                  <a:ea typeface="宋体" panose="02010600030101010101" pitchFamily="2" charset="-122"/>
                  <a:sym typeface="MT Extra" panose="05050102010205020202" pitchFamily="2" charset="2"/>
                </a:rPr>
                <a:t>...</a:t>
              </a:r>
              <a:endParaRPr lang="en-US" altLang="zh-CN" b="0">
                <a:solidFill>
                  <a:schemeClr val="tx1"/>
                </a:solidFill>
                <a:latin typeface="Times New Roman" panose="02020603050405020304" charset="0"/>
                <a:ea typeface="宋体" panose="02010600030101010101" pitchFamily="2" charset="-122"/>
                <a:sym typeface="MT Extra" panose="05050102010205020202" pitchFamily="2" charset="2"/>
              </a:endParaRPr>
            </a:p>
          </p:txBody>
        </p:sp>
        <p:sp>
          <p:nvSpPr>
            <p:cNvPr id="101388" name="文本框 85004"/>
            <p:cNvSpPr txBox="1"/>
            <p:nvPr/>
          </p:nvSpPr>
          <p:spPr>
            <a:xfrm>
              <a:off x="36" y="1403"/>
              <a:ext cx="567" cy="234"/>
            </a:xfrm>
            <a:prstGeom prst="rect">
              <a:avLst/>
            </a:prstGeom>
            <a:noFill/>
            <a:ln w="9525">
              <a:noFill/>
              <a:miter/>
            </a:ln>
          </p:spPr>
          <p:txBody>
            <a:bodyPr anchor="t"/>
            <a:p>
              <a:pPr lvl="0" algn="just">
                <a:lnSpc>
                  <a:spcPct val="120000"/>
                </a:lnSpc>
                <a:buClr>
                  <a:srgbClr val="000000"/>
                </a:buClr>
              </a:pPr>
              <a:r>
                <a:rPr lang="en-US" altLang="zh-CN" b="0">
                  <a:solidFill>
                    <a:schemeClr val="tx1"/>
                  </a:solidFill>
                  <a:latin typeface="Times New Roman" panose="02020603050405020304" charset="0"/>
                  <a:ea typeface="宋体" panose="02010600030101010101" pitchFamily="2" charset="-122"/>
                </a:rPr>
                <a:t>i_addr[0]</a:t>
              </a:r>
              <a:endParaRPr lang="en-US" altLang="zh-CN" b="0">
                <a:solidFill>
                  <a:schemeClr val="tx1"/>
                </a:solidFill>
                <a:latin typeface="Times New Roman" panose="02020603050405020304" charset="0"/>
                <a:ea typeface="宋体" panose="02010600030101010101" pitchFamily="2" charset="-122"/>
              </a:endParaRPr>
            </a:p>
          </p:txBody>
        </p:sp>
        <p:sp>
          <p:nvSpPr>
            <p:cNvPr id="101389" name="文本框 85005"/>
            <p:cNvSpPr txBox="1"/>
            <p:nvPr/>
          </p:nvSpPr>
          <p:spPr>
            <a:xfrm>
              <a:off x="33" y="1567"/>
              <a:ext cx="567" cy="234"/>
            </a:xfrm>
            <a:prstGeom prst="rect">
              <a:avLst/>
            </a:prstGeom>
            <a:noFill/>
            <a:ln w="9525">
              <a:noFill/>
              <a:miter/>
            </a:ln>
          </p:spPr>
          <p:txBody>
            <a:bodyPr anchor="t"/>
            <a:p>
              <a:pPr lvl="0" algn="just">
                <a:lnSpc>
                  <a:spcPct val="120000"/>
                </a:lnSpc>
                <a:buClr>
                  <a:srgbClr val="000000"/>
                </a:buClr>
              </a:pPr>
              <a:r>
                <a:rPr lang="en-US" altLang="zh-CN" b="0">
                  <a:solidFill>
                    <a:schemeClr val="tx1"/>
                  </a:solidFill>
                  <a:latin typeface="Times New Roman" panose="02020603050405020304" charset="0"/>
                  <a:ea typeface="宋体" panose="02010600030101010101" pitchFamily="2" charset="-122"/>
                </a:rPr>
                <a:t>i_addr[1]</a:t>
              </a:r>
              <a:endParaRPr lang="en-US" altLang="zh-CN" b="0">
                <a:solidFill>
                  <a:schemeClr val="tx1"/>
                </a:solidFill>
                <a:latin typeface="Times New Roman" panose="02020603050405020304" charset="0"/>
                <a:ea typeface="宋体" panose="02010600030101010101" pitchFamily="2" charset="-122"/>
              </a:endParaRPr>
            </a:p>
          </p:txBody>
        </p:sp>
        <p:grpSp>
          <p:nvGrpSpPr>
            <p:cNvPr id="101390" name="组合 85006"/>
            <p:cNvGrpSpPr/>
            <p:nvPr/>
          </p:nvGrpSpPr>
          <p:grpSpPr>
            <a:xfrm>
              <a:off x="1836" y="203"/>
              <a:ext cx="710" cy="982"/>
              <a:chOff x="0" y="0"/>
              <a:chExt cx="710" cy="982"/>
            </a:xfrm>
          </p:grpSpPr>
          <p:sp>
            <p:nvSpPr>
              <p:cNvPr id="85008" name="矩形 85007"/>
              <p:cNvSpPr/>
              <p:nvPr/>
            </p:nvSpPr>
            <p:spPr>
              <a:xfrm>
                <a:off x="8" y="317"/>
                <a:ext cx="605" cy="617"/>
              </a:xfrm>
              <a:prstGeom prst="rect">
                <a:avLst/>
              </a:prstGeom>
              <a:solidFill>
                <a:schemeClr val="bg1"/>
              </a:solidFill>
              <a:ln w="12700" cap="flat" cmpd="sng">
                <a:solidFill>
                  <a:srgbClr val="000000"/>
                </a:solidFill>
                <a:prstDash val="solid"/>
                <a:miter/>
                <a:headEnd type="none" w="med" len="med"/>
                <a:tailEnd type="none" w="med" len="med"/>
              </a:ln>
            </p:spPr>
            <p:txBody>
              <a:bodyPr/>
              <a:p>
                <a:pPr marL="914400" lvl="0" indent="-340995" algn="ctr" fontAlgn="base">
                  <a:lnSpc>
                    <a:spcPct val="120000"/>
                  </a:lnSpc>
                  <a:buClr>
                    <a:schemeClr val="tx2"/>
                  </a:buClr>
                  <a:buSzPct val="95000"/>
                  <a:buFont typeface="Wingdings" panose="05000000000000000000" pitchFamily="2" charset="2"/>
                  <a:buBlip>
                    <a:blip r:embed="rId1"/>
                  </a:buBlip>
                </a:pPr>
                <a:endParaRPr sz="1400" b="1" strike="noStrike" noProof="1">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101392" name="文本框 85008"/>
              <p:cNvSpPr txBox="1"/>
              <p:nvPr/>
            </p:nvSpPr>
            <p:spPr>
              <a:xfrm>
                <a:off x="0" y="0"/>
                <a:ext cx="710" cy="324"/>
              </a:xfrm>
              <a:prstGeom prst="rect">
                <a:avLst/>
              </a:prstGeom>
              <a:noFill/>
              <a:ln w="9525">
                <a:noFill/>
                <a:miter/>
              </a:ln>
            </p:spPr>
            <p:txBody>
              <a:bodyPr anchor="t"/>
              <a:p>
                <a:pPr lvl="0" algn="just">
                  <a:buClr>
                    <a:srgbClr val="000000"/>
                  </a:buClr>
                </a:pPr>
                <a:r>
                  <a:rPr lang="en-US" altLang="zh-CN">
                    <a:solidFill>
                      <a:schemeClr val="tx1"/>
                    </a:solidFill>
                    <a:latin typeface="Times New Roman" panose="02020603050405020304" charset="0"/>
                    <a:ea typeface="宋体" panose="02010600030101010101" pitchFamily="2" charset="-122"/>
                  </a:rPr>
                  <a:t>A</a:t>
                </a:r>
                <a:r>
                  <a:rPr lang="en-US" altLang="zh-CN" baseline="-25000">
                    <a:solidFill>
                      <a:schemeClr val="tx1"/>
                    </a:solidFill>
                    <a:latin typeface="Times New Roman" panose="02020603050405020304" charset="0"/>
                    <a:ea typeface="宋体" panose="02010600030101010101" pitchFamily="2" charset="-122"/>
                  </a:rPr>
                  <a:t>0</a:t>
                </a:r>
                <a:r>
                  <a:rPr lang="zh-CN" altLang="en-US">
                    <a:solidFill>
                      <a:schemeClr val="tx1"/>
                    </a:solidFill>
                    <a:latin typeface="Times New Roman" panose="02020603050405020304" charset="0"/>
                    <a:ea typeface="宋体" panose="02010600030101010101" pitchFamily="2" charset="-122"/>
                  </a:rPr>
                  <a:t>目录文件</a:t>
                </a:r>
                <a:endParaRPr lang="zh-CN" altLang="en-US">
                  <a:solidFill>
                    <a:schemeClr val="tx1"/>
                  </a:solidFill>
                  <a:latin typeface="Times New Roman" panose="02020603050405020304" charset="0"/>
                  <a:ea typeface="宋体" panose="02010600030101010101" pitchFamily="2" charset="-122"/>
                </a:endParaRPr>
              </a:p>
              <a:p>
                <a:pPr lvl="0" algn="just">
                  <a:buClr>
                    <a:srgbClr val="000000"/>
                  </a:buClr>
                </a:pPr>
                <a:r>
                  <a:rPr lang="zh-CN" altLang="en-US">
                    <a:solidFill>
                      <a:schemeClr val="tx1"/>
                    </a:solidFill>
                    <a:latin typeface="Times New Roman" panose="02020603050405020304" charset="0"/>
                    <a:ea typeface="宋体" panose="02010600030101010101" pitchFamily="2" charset="-122"/>
                  </a:rPr>
                  <a:t>     </a:t>
                </a:r>
                <a:r>
                  <a:rPr lang="en-US" altLang="zh-CN">
                    <a:solidFill>
                      <a:schemeClr val="tx1"/>
                    </a:solidFill>
                    <a:latin typeface="Times New Roman" panose="02020603050405020304" charset="0"/>
                    <a:ea typeface="宋体" panose="02010600030101010101" pitchFamily="2" charset="-122"/>
                  </a:rPr>
                  <a:t>i</a:t>
                </a:r>
                <a:r>
                  <a:rPr lang="zh-CN" altLang="en-US">
                    <a:solidFill>
                      <a:schemeClr val="tx1"/>
                    </a:solidFill>
                    <a:latin typeface="Times New Roman" panose="02020603050405020304" charset="0"/>
                    <a:ea typeface="宋体" panose="02010600030101010101" pitchFamily="2" charset="-122"/>
                  </a:rPr>
                  <a:t>节点</a:t>
                </a:r>
                <a:endParaRPr lang="zh-CN" altLang="en-US">
                  <a:solidFill>
                    <a:schemeClr val="tx1"/>
                  </a:solidFill>
                  <a:latin typeface="Times New Roman" panose="02020603050405020304" charset="0"/>
                  <a:ea typeface="宋体" panose="02010600030101010101" pitchFamily="2" charset="-122"/>
                </a:endParaRPr>
              </a:p>
            </p:txBody>
          </p:sp>
          <p:sp>
            <p:nvSpPr>
              <p:cNvPr id="101393" name="直接连接符 85009"/>
              <p:cNvSpPr/>
              <p:nvPr/>
            </p:nvSpPr>
            <p:spPr>
              <a:xfrm>
                <a:off x="13" y="456"/>
                <a:ext cx="603" cy="0"/>
              </a:xfrm>
              <a:prstGeom prst="line">
                <a:avLst/>
              </a:prstGeom>
              <a:ln w="12700"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101394" name="直接连接符 85010"/>
              <p:cNvSpPr/>
              <p:nvPr/>
            </p:nvSpPr>
            <p:spPr>
              <a:xfrm>
                <a:off x="4" y="621"/>
                <a:ext cx="603" cy="0"/>
              </a:xfrm>
              <a:prstGeom prst="line">
                <a:avLst/>
              </a:prstGeom>
              <a:ln w="12700"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101395" name="直接连接符 85011"/>
              <p:cNvSpPr/>
              <p:nvPr/>
            </p:nvSpPr>
            <p:spPr>
              <a:xfrm>
                <a:off x="13" y="784"/>
                <a:ext cx="603" cy="0"/>
              </a:xfrm>
              <a:prstGeom prst="line">
                <a:avLst/>
              </a:prstGeom>
              <a:ln w="12700"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101396" name="文本框 85012"/>
              <p:cNvSpPr txBox="1"/>
              <p:nvPr/>
            </p:nvSpPr>
            <p:spPr>
              <a:xfrm>
                <a:off x="208" y="258"/>
                <a:ext cx="240" cy="240"/>
              </a:xfrm>
              <a:prstGeom prst="rect">
                <a:avLst/>
              </a:prstGeom>
              <a:noFill/>
              <a:ln w="9525">
                <a:noFill/>
                <a:miter/>
              </a:ln>
            </p:spPr>
            <p:txBody>
              <a:bodyPr anchor="t"/>
              <a:p>
                <a:pPr lvl="0" algn="just">
                  <a:lnSpc>
                    <a:spcPct val="120000"/>
                  </a:lnSpc>
                  <a:buClr>
                    <a:srgbClr val="000000"/>
                  </a:buClr>
                </a:pPr>
                <a:r>
                  <a:rPr lang="en-US" altLang="zh-CN" b="0">
                    <a:solidFill>
                      <a:schemeClr val="tx1"/>
                    </a:solidFill>
                    <a:latin typeface="Times New Roman" panose="02020603050405020304" charset="0"/>
                    <a:ea typeface="宋体" panose="02010600030101010101" pitchFamily="2" charset="-122"/>
                    <a:sym typeface="MT Extra" panose="05050102010205020202" pitchFamily="2" charset="2"/>
                  </a:rPr>
                  <a:t>...</a:t>
                </a:r>
                <a:endParaRPr lang="en-US" altLang="zh-CN" b="0">
                  <a:solidFill>
                    <a:schemeClr val="tx1"/>
                  </a:solidFill>
                  <a:latin typeface="Times New Roman" panose="02020603050405020304" charset="0"/>
                  <a:ea typeface="宋体" panose="02010600030101010101" pitchFamily="2" charset="-122"/>
                  <a:sym typeface="MT Extra" panose="05050102010205020202" pitchFamily="2" charset="2"/>
                </a:endParaRPr>
              </a:p>
            </p:txBody>
          </p:sp>
          <p:sp>
            <p:nvSpPr>
              <p:cNvPr id="101397" name="文本框 85013"/>
              <p:cNvSpPr txBox="1"/>
              <p:nvPr/>
            </p:nvSpPr>
            <p:spPr>
              <a:xfrm>
                <a:off x="208" y="742"/>
                <a:ext cx="240" cy="240"/>
              </a:xfrm>
              <a:prstGeom prst="rect">
                <a:avLst/>
              </a:prstGeom>
              <a:noFill/>
              <a:ln w="9525">
                <a:noFill/>
                <a:miter/>
              </a:ln>
            </p:spPr>
            <p:txBody>
              <a:bodyPr anchor="t"/>
              <a:p>
                <a:pPr lvl="0" algn="just">
                  <a:lnSpc>
                    <a:spcPct val="120000"/>
                  </a:lnSpc>
                  <a:buClr>
                    <a:srgbClr val="000000"/>
                  </a:buClr>
                </a:pPr>
                <a:r>
                  <a:rPr lang="en-US" altLang="zh-CN" b="0">
                    <a:solidFill>
                      <a:schemeClr val="tx1"/>
                    </a:solidFill>
                    <a:latin typeface="Times New Roman" panose="02020603050405020304" charset="0"/>
                    <a:ea typeface="宋体" panose="02010600030101010101" pitchFamily="2" charset="-122"/>
                    <a:sym typeface="MT Extra" panose="05050102010205020202" pitchFamily="2" charset="2"/>
                  </a:rPr>
                  <a:t>...</a:t>
                </a:r>
                <a:endParaRPr lang="en-US" altLang="zh-CN" b="0">
                  <a:solidFill>
                    <a:schemeClr val="tx1"/>
                  </a:solidFill>
                  <a:latin typeface="Times New Roman" panose="02020603050405020304" charset="0"/>
                  <a:ea typeface="宋体" panose="02010600030101010101" pitchFamily="2" charset="-122"/>
                  <a:sym typeface="MT Extra" panose="05050102010205020202" pitchFamily="2" charset="2"/>
                </a:endParaRPr>
              </a:p>
            </p:txBody>
          </p:sp>
          <p:sp>
            <p:nvSpPr>
              <p:cNvPr id="101398" name="文本框 85014"/>
              <p:cNvSpPr txBox="1"/>
              <p:nvPr/>
            </p:nvSpPr>
            <p:spPr>
              <a:xfrm>
                <a:off x="36" y="406"/>
                <a:ext cx="567" cy="234"/>
              </a:xfrm>
              <a:prstGeom prst="rect">
                <a:avLst/>
              </a:prstGeom>
              <a:noFill/>
              <a:ln w="9525">
                <a:noFill/>
                <a:miter/>
              </a:ln>
            </p:spPr>
            <p:txBody>
              <a:bodyPr anchor="t"/>
              <a:p>
                <a:pPr lvl="0" algn="just">
                  <a:lnSpc>
                    <a:spcPct val="120000"/>
                  </a:lnSpc>
                  <a:buClr>
                    <a:srgbClr val="000000"/>
                  </a:buClr>
                </a:pPr>
                <a:r>
                  <a:rPr lang="en-US" altLang="zh-CN" b="0">
                    <a:solidFill>
                      <a:schemeClr val="tx1"/>
                    </a:solidFill>
                    <a:latin typeface="Times New Roman" panose="02020603050405020304" charset="0"/>
                    <a:ea typeface="宋体" panose="02010600030101010101" pitchFamily="2" charset="-122"/>
                  </a:rPr>
                  <a:t>i_addr[0]</a:t>
                </a:r>
                <a:endParaRPr lang="en-US" altLang="zh-CN" b="0">
                  <a:solidFill>
                    <a:schemeClr val="tx1"/>
                  </a:solidFill>
                  <a:latin typeface="Times New Roman" panose="02020603050405020304" charset="0"/>
                  <a:ea typeface="宋体" panose="02010600030101010101" pitchFamily="2" charset="-122"/>
                </a:endParaRPr>
              </a:p>
            </p:txBody>
          </p:sp>
          <p:sp>
            <p:nvSpPr>
              <p:cNvPr id="101399" name="文本框 85015"/>
              <p:cNvSpPr txBox="1"/>
              <p:nvPr/>
            </p:nvSpPr>
            <p:spPr>
              <a:xfrm>
                <a:off x="33" y="570"/>
                <a:ext cx="567" cy="234"/>
              </a:xfrm>
              <a:prstGeom prst="rect">
                <a:avLst/>
              </a:prstGeom>
              <a:noFill/>
              <a:ln w="9525">
                <a:noFill/>
                <a:miter/>
              </a:ln>
            </p:spPr>
            <p:txBody>
              <a:bodyPr anchor="t"/>
              <a:p>
                <a:pPr lvl="0" algn="just">
                  <a:lnSpc>
                    <a:spcPct val="120000"/>
                  </a:lnSpc>
                  <a:buClr>
                    <a:srgbClr val="000000"/>
                  </a:buClr>
                </a:pPr>
                <a:r>
                  <a:rPr lang="en-US" altLang="zh-CN" b="0">
                    <a:solidFill>
                      <a:schemeClr val="tx1"/>
                    </a:solidFill>
                    <a:latin typeface="Times New Roman" panose="02020603050405020304" charset="0"/>
                    <a:ea typeface="宋体" panose="02010600030101010101" pitchFamily="2" charset="-122"/>
                  </a:rPr>
                  <a:t>i_addr[1]</a:t>
                </a:r>
                <a:endParaRPr lang="en-US" altLang="zh-CN" b="0">
                  <a:solidFill>
                    <a:schemeClr val="tx1"/>
                  </a:solidFill>
                  <a:latin typeface="Times New Roman" panose="02020603050405020304" charset="0"/>
                  <a:ea typeface="宋体" panose="02010600030101010101" pitchFamily="2" charset="-122"/>
                </a:endParaRPr>
              </a:p>
            </p:txBody>
          </p:sp>
        </p:grpSp>
        <p:sp>
          <p:nvSpPr>
            <p:cNvPr id="101400" name="直接连接符 85016"/>
            <p:cNvSpPr/>
            <p:nvPr/>
          </p:nvSpPr>
          <p:spPr>
            <a:xfrm flipV="1">
              <a:off x="611" y="840"/>
              <a:ext cx="302" cy="714"/>
            </a:xfrm>
            <a:prstGeom prst="line">
              <a:avLst/>
            </a:prstGeom>
            <a:ln w="9525" cap="flat" cmpd="sng">
              <a:solidFill>
                <a:schemeClr val="tx1"/>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101401" name="文本框 85017"/>
            <p:cNvSpPr txBox="1"/>
            <p:nvPr/>
          </p:nvSpPr>
          <p:spPr>
            <a:xfrm>
              <a:off x="2041" y="1311"/>
              <a:ext cx="240" cy="240"/>
            </a:xfrm>
            <a:prstGeom prst="rect">
              <a:avLst/>
            </a:prstGeom>
            <a:noFill/>
            <a:ln w="9525">
              <a:noFill/>
              <a:miter/>
            </a:ln>
          </p:spPr>
          <p:txBody>
            <a:bodyPr anchor="t"/>
            <a:p>
              <a:pPr lvl="0" algn="just">
                <a:lnSpc>
                  <a:spcPct val="120000"/>
                </a:lnSpc>
                <a:buClr>
                  <a:srgbClr val="000000"/>
                </a:buClr>
              </a:pPr>
              <a:r>
                <a:rPr lang="en-US" altLang="zh-CN" b="0">
                  <a:solidFill>
                    <a:schemeClr val="tx1"/>
                  </a:solidFill>
                  <a:latin typeface="Times New Roman" panose="02020603050405020304" charset="0"/>
                  <a:ea typeface="宋体" panose="02010600030101010101" pitchFamily="2" charset="-122"/>
                  <a:sym typeface="MT Extra" panose="05050102010205020202" pitchFamily="2" charset="2"/>
                </a:rPr>
                <a:t>...</a:t>
              </a:r>
              <a:endParaRPr lang="en-US" altLang="zh-CN" b="0">
                <a:solidFill>
                  <a:schemeClr val="tx1"/>
                </a:solidFill>
                <a:latin typeface="Times New Roman" panose="02020603050405020304" charset="0"/>
                <a:ea typeface="宋体" panose="02010600030101010101" pitchFamily="2" charset="-122"/>
                <a:sym typeface="MT Extra" panose="05050102010205020202" pitchFamily="2" charset="2"/>
              </a:endParaRPr>
            </a:p>
          </p:txBody>
        </p:sp>
        <p:grpSp>
          <p:nvGrpSpPr>
            <p:cNvPr id="101402" name="组合 85018"/>
            <p:cNvGrpSpPr/>
            <p:nvPr/>
          </p:nvGrpSpPr>
          <p:grpSpPr>
            <a:xfrm>
              <a:off x="1862" y="1538"/>
              <a:ext cx="747" cy="1108"/>
              <a:chOff x="0" y="0"/>
              <a:chExt cx="747" cy="1108"/>
            </a:xfrm>
          </p:grpSpPr>
          <p:sp>
            <p:nvSpPr>
              <p:cNvPr id="85020" name="矩形 85019"/>
              <p:cNvSpPr/>
              <p:nvPr/>
            </p:nvSpPr>
            <p:spPr>
              <a:xfrm>
                <a:off x="8" y="317"/>
                <a:ext cx="605" cy="791"/>
              </a:xfrm>
              <a:prstGeom prst="rect">
                <a:avLst/>
              </a:prstGeom>
              <a:solidFill>
                <a:schemeClr val="bg1"/>
              </a:solidFill>
              <a:ln w="12700" cap="flat" cmpd="sng">
                <a:solidFill>
                  <a:srgbClr val="000000"/>
                </a:solidFill>
                <a:prstDash val="solid"/>
                <a:miter/>
                <a:headEnd type="none" w="med" len="med"/>
                <a:tailEnd type="none" w="med" len="med"/>
              </a:ln>
            </p:spPr>
            <p:txBody>
              <a:bodyPr/>
              <a:p>
                <a:pPr marL="914400" lvl="0" indent="-340995" algn="ctr" fontAlgn="base">
                  <a:lnSpc>
                    <a:spcPct val="120000"/>
                  </a:lnSpc>
                  <a:buClr>
                    <a:schemeClr val="tx2"/>
                  </a:buClr>
                  <a:buSzPct val="95000"/>
                  <a:buFont typeface="Wingdings" panose="05000000000000000000" pitchFamily="2" charset="2"/>
                  <a:buBlip>
                    <a:blip r:embed="rId1"/>
                  </a:buBlip>
                </a:pPr>
                <a:endParaRPr sz="1400" b="1" strike="noStrike" noProof="1">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101404" name="文本框 85020"/>
              <p:cNvSpPr txBox="1"/>
              <p:nvPr/>
            </p:nvSpPr>
            <p:spPr>
              <a:xfrm>
                <a:off x="0" y="0"/>
                <a:ext cx="747" cy="324"/>
              </a:xfrm>
              <a:prstGeom prst="rect">
                <a:avLst/>
              </a:prstGeom>
              <a:noFill/>
              <a:ln w="9525">
                <a:noFill/>
                <a:miter/>
              </a:ln>
            </p:spPr>
            <p:txBody>
              <a:bodyPr anchor="t"/>
              <a:p>
                <a:pPr lvl="0" algn="just">
                  <a:buClr>
                    <a:srgbClr val="000000"/>
                  </a:buClr>
                </a:pPr>
                <a:r>
                  <a:rPr lang="en-US" altLang="zh-CN">
                    <a:solidFill>
                      <a:schemeClr val="tx1"/>
                    </a:solidFill>
                    <a:latin typeface="Times New Roman" panose="02020603050405020304" charset="0"/>
                    <a:ea typeface="宋体" panose="02010600030101010101" pitchFamily="2" charset="-122"/>
                  </a:rPr>
                  <a:t>A</a:t>
                </a:r>
                <a:r>
                  <a:rPr lang="en-US" altLang="zh-CN" baseline="-25000">
                    <a:solidFill>
                      <a:schemeClr val="tx1"/>
                    </a:solidFill>
                    <a:latin typeface="Times New Roman" panose="02020603050405020304" charset="0"/>
                    <a:ea typeface="宋体" panose="02010600030101010101" pitchFamily="2" charset="-122"/>
                  </a:rPr>
                  <a:t>31</a:t>
                </a:r>
                <a:r>
                  <a:rPr lang="zh-CN" altLang="en-US">
                    <a:solidFill>
                      <a:schemeClr val="tx1"/>
                    </a:solidFill>
                    <a:latin typeface="Times New Roman" panose="02020603050405020304" charset="0"/>
                    <a:ea typeface="宋体" panose="02010600030101010101" pitchFamily="2" charset="-122"/>
                  </a:rPr>
                  <a:t>目录文件</a:t>
                </a:r>
                <a:endParaRPr lang="zh-CN" altLang="en-US">
                  <a:solidFill>
                    <a:schemeClr val="tx1"/>
                  </a:solidFill>
                  <a:latin typeface="Times New Roman" panose="02020603050405020304" charset="0"/>
                  <a:ea typeface="宋体" panose="02010600030101010101" pitchFamily="2" charset="-122"/>
                </a:endParaRPr>
              </a:p>
              <a:p>
                <a:pPr lvl="0" algn="just">
                  <a:buClr>
                    <a:srgbClr val="000000"/>
                  </a:buClr>
                </a:pPr>
                <a:r>
                  <a:rPr lang="zh-CN" altLang="en-US">
                    <a:solidFill>
                      <a:schemeClr val="tx1"/>
                    </a:solidFill>
                    <a:latin typeface="Times New Roman" panose="02020603050405020304" charset="0"/>
                    <a:ea typeface="宋体" panose="02010600030101010101" pitchFamily="2" charset="-122"/>
                  </a:rPr>
                  <a:t>     </a:t>
                </a:r>
                <a:r>
                  <a:rPr lang="en-US" altLang="zh-CN">
                    <a:solidFill>
                      <a:schemeClr val="tx1"/>
                    </a:solidFill>
                    <a:latin typeface="Times New Roman" panose="02020603050405020304" charset="0"/>
                    <a:ea typeface="宋体" panose="02010600030101010101" pitchFamily="2" charset="-122"/>
                  </a:rPr>
                  <a:t>i</a:t>
                </a:r>
                <a:r>
                  <a:rPr lang="zh-CN" altLang="en-US">
                    <a:solidFill>
                      <a:schemeClr val="tx1"/>
                    </a:solidFill>
                    <a:latin typeface="Times New Roman" panose="02020603050405020304" charset="0"/>
                    <a:ea typeface="宋体" panose="02010600030101010101" pitchFamily="2" charset="-122"/>
                  </a:rPr>
                  <a:t>节点</a:t>
                </a:r>
                <a:endParaRPr lang="zh-CN" altLang="en-US">
                  <a:solidFill>
                    <a:schemeClr val="tx1"/>
                  </a:solidFill>
                  <a:latin typeface="Times New Roman" panose="02020603050405020304" charset="0"/>
                  <a:ea typeface="宋体" panose="02010600030101010101" pitchFamily="2" charset="-122"/>
                </a:endParaRPr>
              </a:p>
            </p:txBody>
          </p:sp>
          <p:sp>
            <p:nvSpPr>
              <p:cNvPr id="101405" name="直接连接符 85021"/>
              <p:cNvSpPr/>
              <p:nvPr/>
            </p:nvSpPr>
            <p:spPr>
              <a:xfrm>
                <a:off x="4" y="456"/>
                <a:ext cx="603" cy="0"/>
              </a:xfrm>
              <a:prstGeom prst="line">
                <a:avLst/>
              </a:prstGeom>
              <a:ln w="12700"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101406" name="直接连接符 85022"/>
              <p:cNvSpPr/>
              <p:nvPr/>
            </p:nvSpPr>
            <p:spPr>
              <a:xfrm>
                <a:off x="4" y="621"/>
                <a:ext cx="603" cy="0"/>
              </a:xfrm>
              <a:prstGeom prst="line">
                <a:avLst/>
              </a:prstGeom>
              <a:ln w="12700"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101407" name="直接连接符 85023"/>
              <p:cNvSpPr/>
              <p:nvPr/>
            </p:nvSpPr>
            <p:spPr>
              <a:xfrm>
                <a:off x="4" y="784"/>
                <a:ext cx="603" cy="0"/>
              </a:xfrm>
              <a:prstGeom prst="line">
                <a:avLst/>
              </a:prstGeom>
              <a:ln w="12700"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101408" name="文本框 85024"/>
              <p:cNvSpPr txBox="1"/>
              <p:nvPr/>
            </p:nvSpPr>
            <p:spPr>
              <a:xfrm>
                <a:off x="208" y="258"/>
                <a:ext cx="240" cy="240"/>
              </a:xfrm>
              <a:prstGeom prst="rect">
                <a:avLst/>
              </a:prstGeom>
              <a:noFill/>
              <a:ln w="9525">
                <a:noFill/>
                <a:miter/>
              </a:ln>
            </p:spPr>
            <p:txBody>
              <a:bodyPr anchor="t"/>
              <a:p>
                <a:pPr lvl="0" algn="just">
                  <a:lnSpc>
                    <a:spcPct val="120000"/>
                  </a:lnSpc>
                  <a:buClr>
                    <a:srgbClr val="000000"/>
                  </a:buClr>
                </a:pPr>
                <a:r>
                  <a:rPr lang="en-US" altLang="zh-CN" b="0">
                    <a:solidFill>
                      <a:schemeClr val="tx1"/>
                    </a:solidFill>
                    <a:latin typeface="Times New Roman" panose="02020603050405020304" charset="0"/>
                    <a:ea typeface="宋体" panose="02010600030101010101" pitchFamily="2" charset="-122"/>
                    <a:sym typeface="MT Extra" panose="05050102010205020202" pitchFamily="2" charset="2"/>
                  </a:rPr>
                  <a:t>...</a:t>
                </a:r>
                <a:endParaRPr lang="en-US" altLang="zh-CN" b="0">
                  <a:solidFill>
                    <a:schemeClr val="tx1"/>
                  </a:solidFill>
                  <a:latin typeface="Times New Roman" panose="02020603050405020304" charset="0"/>
                  <a:ea typeface="宋体" panose="02010600030101010101" pitchFamily="2" charset="-122"/>
                  <a:sym typeface="MT Extra" panose="05050102010205020202" pitchFamily="2" charset="2"/>
                </a:endParaRPr>
              </a:p>
            </p:txBody>
          </p:sp>
          <p:sp>
            <p:nvSpPr>
              <p:cNvPr id="101409" name="文本框 85025"/>
              <p:cNvSpPr txBox="1"/>
              <p:nvPr/>
            </p:nvSpPr>
            <p:spPr>
              <a:xfrm>
                <a:off x="198" y="587"/>
                <a:ext cx="240" cy="240"/>
              </a:xfrm>
              <a:prstGeom prst="rect">
                <a:avLst/>
              </a:prstGeom>
              <a:noFill/>
              <a:ln w="9525">
                <a:noFill/>
                <a:miter/>
              </a:ln>
            </p:spPr>
            <p:txBody>
              <a:bodyPr anchor="t"/>
              <a:p>
                <a:pPr lvl="0" algn="just">
                  <a:lnSpc>
                    <a:spcPct val="120000"/>
                  </a:lnSpc>
                  <a:buClr>
                    <a:srgbClr val="000000"/>
                  </a:buClr>
                </a:pPr>
                <a:r>
                  <a:rPr lang="en-US" altLang="zh-CN" b="0">
                    <a:solidFill>
                      <a:schemeClr val="tx1"/>
                    </a:solidFill>
                    <a:latin typeface="Times New Roman" panose="02020603050405020304" charset="0"/>
                    <a:ea typeface="宋体" panose="02010600030101010101" pitchFamily="2" charset="-122"/>
                    <a:sym typeface="MT Extra" panose="05050102010205020202" pitchFamily="2" charset="2"/>
                  </a:rPr>
                  <a:t>...</a:t>
                </a:r>
                <a:endParaRPr lang="en-US" altLang="zh-CN" b="0">
                  <a:solidFill>
                    <a:schemeClr val="tx1"/>
                  </a:solidFill>
                  <a:latin typeface="Times New Roman" panose="02020603050405020304" charset="0"/>
                  <a:ea typeface="宋体" panose="02010600030101010101" pitchFamily="2" charset="-122"/>
                  <a:sym typeface="MT Extra" panose="05050102010205020202" pitchFamily="2" charset="2"/>
                </a:endParaRPr>
              </a:p>
            </p:txBody>
          </p:sp>
          <p:sp>
            <p:nvSpPr>
              <p:cNvPr id="101410" name="文本框 85026"/>
              <p:cNvSpPr txBox="1"/>
              <p:nvPr/>
            </p:nvSpPr>
            <p:spPr>
              <a:xfrm>
                <a:off x="45" y="407"/>
                <a:ext cx="567" cy="234"/>
              </a:xfrm>
              <a:prstGeom prst="rect">
                <a:avLst/>
              </a:prstGeom>
              <a:noFill/>
              <a:ln w="9525">
                <a:noFill/>
                <a:miter/>
              </a:ln>
            </p:spPr>
            <p:txBody>
              <a:bodyPr anchor="t"/>
              <a:p>
                <a:pPr lvl="0" algn="just">
                  <a:lnSpc>
                    <a:spcPct val="120000"/>
                  </a:lnSpc>
                  <a:buClr>
                    <a:srgbClr val="000000"/>
                  </a:buClr>
                </a:pPr>
                <a:r>
                  <a:rPr lang="en-US" altLang="zh-CN" b="0">
                    <a:solidFill>
                      <a:schemeClr val="tx1"/>
                    </a:solidFill>
                    <a:latin typeface="Times New Roman" panose="02020603050405020304" charset="0"/>
                    <a:ea typeface="宋体" panose="02010600030101010101" pitchFamily="2" charset="-122"/>
                  </a:rPr>
                  <a:t>i_addr[0]</a:t>
                </a:r>
                <a:endParaRPr lang="en-US" altLang="zh-CN" b="0">
                  <a:solidFill>
                    <a:schemeClr val="tx1"/>
                  </a:solidFill>
                  <a:latin typeface="Times New Roman" panose="02020603050405020304" charset="0"/>
                  <a:ea typeface="宋体" panose="02010600030101010101" pitchFamily="2" charset="-122"/>
                </a:endParaRPr>
              </a:p>
            </p:txBody>
          </p:sp>
          <p:sp>
            <p:nvSpPr>
              <p:cNvPr id="101411" name="文本框 85027"/>
              <p:cNvSpPr txBox="1"/>
              <p:nvPr/>
            </p:nvSpPr>
            <p:spPr>
              <a:xfrm>
                <a:off x="50" y="743"/>
                <a:ext cx="567" cy="234"/>
              </a:xfrm>
              <a:prstGeom prst="rect">
                <a:avLst/>
              </a:prstGeom>
              <a:noFill/>
              <a:ln w="9525">
                <a:noFill/>
                <a:miter/>
              </a:ln>
            </p:spPr>
            <p:txBody>
              <a:bodyPr anchor="t"/>
              <a:p>
                <a:pPr lvl="0" algn="just">
                  <a:lnSpc>
                    <a:spcPct val="120000"/>
                  </a:lnSpc>
                  <a:buClr>
                    <a:srgbClr val="000000"/>
                  </a:buClr>
                </a:pPr>
                <a:r>
                  <a:rPr lang="en-US" altLang="zh-CN" b="0">
                    <a:solidFill>
                      <a:schemeClr val="tx1"/>
                    </a:solidFill>
                    <a:latin typeface="Times New Roman" panose="02020603050405020304" charset="0"/>
                    <a:ea typeface="宋体" panose="02010600030101010101" pitchFamily="2" charset="-122"/>
                  </a:rPr>
                  <a:t>i_addr[5]</a:t>
                </a:r>
                <a:endParaRPr lang="en-US" altLang="zh-CN" b="0">
                  <a:solidFill>
                    <a:schemeClr val="tx1"/>
                  </a:solidFill>
                  <a:latin typeface="Times New Roman" panose="02020603050405020304" charset="0"/>
                  <a:ea typeface="宋体" panose="02010600030101010101" pitchFamily="2" charset="-122"/>
                </a:endParaRPr>
              </a:p>
            </p:txBody>
          </p:sp>
          <p:sp>
            <p:nvSpPr>
              <p:cNvPr id="101412" name="直接连接符 85028"/>
              <p:cNvSpPr/>
              <p:nvPr/>
            </p:nvSpPr>
            <p:spPr>
              <a:xfrm>
                <a:off x="4" y="949"/>
                <a:ext cx="603" cy="0"/>
              </a:xfrm>
              <a:prstGeom prst="line">
                <a:avLst/>
              </a:prstGeom>
              <a:ln w="12700"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grpSp>
        <p:grpSp>
          <p:nvGrpSpPr>
            <p:cNvPr id="101413" name="组合 85029"/>
            <p:cNvGrpSpPr/>
            <p:nvPr/>
          </p:nvGrpSpPr>
          <p:grpSpPr>
            <a:xfrm>
              <a:off x="793" y="521"/>
              <a:ext cx="892" cy="1237"/>
              <a:chOff x="0" y="0"/>
              <a:chExt cx="892" cy="1237"/>
            </a:xfrm>
          </p:grpSpPr>
          <p:sp>
            <p:nvSpPr>
              <p:cNvPr id="85031" name="矩形 85030"/>
              <p:cNvSpPr/>
              <p:nvPr/>
            </p:nvSpPr>
            <p:spPr>
              <a:xfrm>
                <a:off x="126" y="317"/>
                <a:ext cx="605" cy="617"/>
              </a:xfrm>
              <a:prstGeom prst="rect">
                <a:avLst/>
              </a:prstGeom>
              <a:solidFill>
                <a:schemeClr val="bg1"/>
              </a:solidFill>
              <a:ln w="12700" cap="flat" cmpd="sng">
                <a:solidFill>
                  <a:srgbClr val="000000"/>
                </a:solidFill>
                <a:prstDash val="solid"/>
                <a:miter/>
                <a:headEnd type="none" w="med" len="med"/>
                <a:tailEnd type="none" w="med" len="med"/>
              </a:ln>
            </p:spPr>
            <p:txBody>
              <a:bodyPr/>
              <a:p>
                <a:pPr marL="914400" lvl="0" indent="-340995" algn="ctr" fontAlgn="base">
                  <a:lnSpc>
                    <a:spcPct val="120000"/>
                  </a:lnSpc>
                  <a:buClr>
                    <a:schemeClr val="tx2"/>
                  </a:buClr>
                  <a:buSzPct val="95000"/>
                  <a:buFont typeface="Wingdings" panose="05000000000000000000" pitchFamily="2" charset="2"/>
                  <a:buBlip>
                    <a:blip r:embed="rId1"/>
                  </a:buBlip>
                </a:pPr>
                <a:endParaRPr sz="1400" b="1" strike="noStrike" noProof="1">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101415" name="文本框 85031"/>
              <p:cNvSpPr txBox="1"/>
              <p:nvPr/>
            </p:nvSpPr>
            <p:spPr>
              <a:xfrm>
                <a:off x="0" y="0"/>
                <a:ext cx="892" cy="324"/>
              </a:xfrm>
              <a:prstGeom prst="rect">
                <a:avLst/>
              </a:prstGeom>
              <a:noFill/>
              <a:ln w="9525">
                <a:noFill/>
                <a:miter/>
              </a:ln>
            </p:spPr>
            <p:txBody>
              <a:bodyPr anchor="t"/>
              <a:p>
                <a:pPr lvl="0" algn="just">
                  <a:buClr>
                    <a:srgbClr val="000000"/>
                  </a:buClr>
                </a:pPr>
                <a:r>
                  <a:rPr lang="en-US" altLang="zh-CN" b="0">
                    <a:solidFill>
                      <a:schemeClr val="tx1"/>
                    </a:solidFill>
                    <a:latin typeface="Times New Roman" panose="02020603050405020304" charset="0"/>
                    <a:ea typeface="宋体" panose="02010600030101010101" pitchFamily="2" charset="-122"/>
                  </a:rPr>
                  <a:t>  </a:t>
                </a:r>
                <a:r>
                  <a:rPr lang="zh-CN" altLang="en-US">
                    <a:solidFill>
                      <a:schemeClr val="tx1"/>
                    </a:solidFill>
                    <a:latin typeface="Times New Roman" panose="02020603050405020304" charset="0"/>
                    <a:ea typeface="宋体" panose="02010600030101010101" pitchFamily="2" charset="-122"/>
                  </a:rPr>
                  <a:t>根目录文件</a:t>
                </a:r>
                <a:r>
                  <a:rPr lang="en-US" altLang="zh-CN">
                    <a:solidFill>
                      <a:schemeClr val="tx1"/>
                    </a:solidFill>
                    <a:latin typeface="Times New Roman" panose="02020603050405020304" charset="0"/>
                    <a:ea typeface="宋体" panose="02010600030101010101" pitchFamily="2" charset="-122"/>
                  </a:rPr>
                  <a:t>/</a:t>
                </a:r>
                <a:endParaRPr lang="zh-CN" altLang="en-US">
                  <a:solidFill>
                    <a:schemeClr val="tx1"/>
                  </a:solidFill>
                  <a:latin typeface="Times New Roman" panose="02020603050405020304" charset="0"/>
                  <a:ea typeface="宋体" panose="02010600030101010101" pitchFamily="2" charset="-122"/>
                </a:endParaRPr>
              </a:p>
              <a:p>
                <a:pPr lvl="0" algn="just">
                  <a:buClr>
                    <a:srgbClr val="000000"/>
                  </a:buClr>
                </a:pPr>
                <a:r>
                  <a:rPr lang="zh-CN" altLang="en-US" b="0">
                    <a:solidFill>
                      <a:schemeClr val="tx1"/>
                    </a:solidFill>
                    <a:latin typeface="Times New Roman" panose="02020603050405020304" charset="0"/>
                    <a:ea typeface="宋体" panose="02010600030101010101" pitchFamily="2" charset="-122"/>
                  </a:rPr>
                  <a:t>文件名  </a:t>
                </a:r>
                <a:r>
                  <a:rPr lang="en-US" altLang="zh-CN" b="0">
                    <a:solidFill>
                      <a:schemeClr val="tx1"/>
                    </a:solidFill>
                    <a:latin typeface="Times New Roman" panose="02020603050405020304" charset="0"/>
                    <a:ea typeface="宋体" panose="02010600030101010101" pitchFamily="2" charset="-122"/>
                  </a:rPr>
                  <a:t>i</a:t>
                </a:r>
                <a:r>
                  <a:rPr lang="zh-CN" altLang="en-US" b="0">
                    <a:solidFill>
                      <a:schemeClr val="tx1"/>
                    </a:solidFill>
                    <a:latin typeface="Times New Roman" panose="02020603050405020304" charset="0"/>
                    <a:ea typeface="宋体" panose="02010600030101010101" pitchFamily="2" charset="-122"/>
                  </a:rPr>
                  <a:t>节点号   </a:t>
                </a:r>
                <a:endParaRPr lang="zh-CN" altLang="en-US" b="0">
                  <a:solidFill>
                    <a:schemeClr val="tx1"/>
                  </a:solidFill>
                  <a:latin typeface="Times New Roman" panose="02020603050405020304" charset="0"/>
                  <a:ea typeface="宋体" panose="02010600030101010101" pitchFamily="2" charset="-122"/>
                </a:endParaRPr>
              </a:p>
            </p:txBody>
          </p:sp>
          <p:sp>
            <p:nvSpPr>
              <p:cNvPr id="101416" name="直接连接符 85032"/>
              <p:cNvSpPr/>
              <p:nvPr/>
            </p:nvSpPr>
            <p:spPr>
              <a:xfrm>
                <a:off x="122" y="474"/>
                <a:ext cx="603" cy="0"/>
              </a:xfrm>
              <a:prstGeom prst="line">
                <a:avLst/>
              </a:prstGeom>
              <a:ln w="12700"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101417" name="直接连接符 85033"/>
              <p:cNvSpPr/>
              <p:nvPr/>
            </p:nvSpPr>
            <p:spPr>
              <a:xfrm>
                <a:off x="122" y="748"/>
                <a:ext cx="603" cy="0"/>
              </a:xfrm>
              <a:prstGeom prst="line">
                <a:avLst/>
              </a:prstGeom>
              <a:ln w="12700"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101418" name="文本框 85034"/>
              <p:cNvSpPr txBox="1"/>
              <p:nvPr/>
            </p:nvSpPr>
            <p:spPr>
              <a:xfrm>
                <a:off x="179" y="486"/>
                <a:ext cx="240" cy="240"/>
              </a:xfrm>
              <a:prstGeom prst="rect">
                <a:avLst/>
              </a:prstGeom>
              <a:noFill/>
              <a:ln w="9525">
                <a:noFill/>
                <a:miter/>
              </a:ln>
            </p:spPr>
            <p:txBody>
              <a:bodyPr anchor="t"/>
              <a:p>
                <a:pPr lvl="0" algn="just">
                  <a:lnSpc>
                    <a:spcPct val="120000"/>
                  </a:lnSpc>
                  <a:buClr>
                    <a:srgbClr val="000000"/>
                  </a:buClr>
                </a:pPr>
                <a:r>
                  <a:rPr lang="en-US" altLang="zh-CN" b="0">
                    <a:solidFill>
                      <a:schemeClr val="tx1"/>
                    </a:solidFill>
                    <a:latin typeface="Times New Roman" panose="02020603050405020304" charset="0"/>
                    <a:ea typeface="宋体" panose="02010600030101010101" pitchFamily="2" charset="-122"/>
                    <a:sym typeface="MT Extra" panose="05050102010205020202" pitchFamily="2" charset="2"/>
                  </a:rPr>
                  <a:t>...</a:t>
                </a:r>
                <a:endParaRPr lang="en-US" altLang="zh-CN" b="0">
                  <a:solidFill>
                    <a:schemeClr val="tx1"/>
                  </a:solidFill>
                  <a:latin typeface="Times New Roman" panose="02020603050405020304" charset="0"/>
                  <a:ea typeface="宋体" panose="02010600030101010101" pitchFamily="2" charset="-122"/>
                  <a:sym typeface="MT Extra" panose="05050102010205020202" pitchFamily="2" charset="2"/>
                </a:endParaRPr>
              </a:p>
            </p:txBody>
          </p:sp>
          <p:sp>
            <p:nvSpPr>
              <p:cNvPr id="101419" name="文本框 85035"/>
              <p:cNvSpPr txBox="1"/>
              <p:nvPr/>
            </p:nvSpPr>
            <p:spPr>
              <a:xfrm>
                <a:off x="160" y="260"/>
                <a:ext cx="275" cy="234"/>
              </a:xfrm>
              <a:prstGeom prst="rect">
                <a:avLst/>
              </a:prstGeom>
              <a:noFill/>
              <a:ln w="9525">
                <a:noFill/>
                <a:miter/>
              </a:ln>
            </p:spPr>
            <p:txBody>
              <a:bodyPr anchor="t"/>
              <a:p>
                <a:pPr lvl="0" algn="just">
                  <a:lnSpc>
                    <a:spcPct val="120000"/>
                  </a:lnSpc>
                  <a:buClr>
                    <a:srgbClr val="000000"/>
                  </a:buClr>
                </a:pPr>
                <a:r>
                  <a:rPr lang="en-US" altLang="zh-CN" b="0">
                    <a:solidFill>
                      <a:schemeClr val="tx1"/>
                    </a:solidFill>
                    <a:latin typeface="Times New Roman" panose="02020603050405020304" charset="0"/>
                    <a:ea typeface="宋体" panose="02010600030101010101" pitchFamily="2" charset="-122"/>
                  </a:rPr>
                  <a:t>A</a:t>
                </a:r>
                <a:r>
                  <a:rPr lang="en-US" altLang="zh-CN" b="0" baseline="-25000">
                    <a:solidFill>
                      <a:schemeClr val="tx1"/>
                    </a:solidFill>
                    <a:latin typeface="Times New Roman" panose="02020603050405020304" charset="0"/>
                    <a:ea typeface="宋体" panose="02010600030101010101" pitchFamily="2" charset="-122"/>
                  </a:rPr>
                  <a:t>0</a:t>
                </a:r>
                <a:endParaRPr lang="en-US" altLang="zh-CN" b="0" baseline="-25000">
                  <a:solidFill>
                    <a:schemeClr val="tx1"/>
                  </a:solidFill>
                  <a:latin typeface="Times New Roman" panose="02020603050405020304" charset="0"/>
                  <a:ea typeface="宋体" panose="02010600030101010101" pitchFamily="2" charset="-122"/>
                </a:endParaRPr>
              </a:p>
            </p:txBody>
          </p:sp>
          <p:sp>
            <p:nvSpPr>
              <p:cNvPr id="101420" name="直接连接符 85036"/>
              <p:cNvSpPr/>
              <p:nvPr/>
            </p:nvSpPr>
            <p:spPr>
              <a:xfrm>
                <a:off x="433" y="319"/>
                <a:ext cx="0" cy="613"/>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101421" name="文本框 85037"/>
              <p:cNvSpPr txBox="1"/>
              <p:nvPr/>
            </p:nvSpPr>
            <p:spPr>
              <a:xfrm>
                <a:off x="150" y="709"/>
                <a:ext cx="275" cy="234"/>
              </a:xfrm>
              <a:prstGeom prst="rect">
                <a:avLst/>
              </a:prstGeom>
              <a:noFill/>
              <a:ln w="9525">
                <a:noFill/>
                <a:miter/>
              </a:ln>
            </p:spPr>
            <p:txBody>
              <a:bodyPr anchor="t"/>
              <a:p>
                <a:pPr lvl="0" algn="just">
                  <a:lnSpc>
                    <a:spcPct val="120000"/>
                  </a:lnSpc>
                  <a:buClr>
                    <a:srgbClr val="000000"/>
                  </a:buClr>
                </a:pPr>
                <a:r>
                  <a:rPr lang="en-US" altLang="zh-CN" b="0">
                    <a:solidFill>
                      <a:schemeClr val="tx1"/>
                    </a:solidFill>
                    <a:latin typeface="Times New Roman" panose="02020603050405020304" charset="0"/>
                    <a:ea typeface="宋体" panose="02010600030101010101" pitchFamily="2" charset="-122"/>
                  </a:rPr>
                  <a:t>A</a:t>
                </a:r>
                <a:r>
                  <a:rPr lang="en-US" altLang="zh-CN" b="0" baseline="-25000">
                    <a:solidFill>
                      <a:schemeClr val="tx1"/>
                    </a:solidFill>
                    <a:latin typeface="Times New Roman" panose="02020603050405020304" charset="0"/>
                    <a:ea typeface="宋体" panose="02010600030101010101" pitchFamily="2" charset="-122"/>
                  </a:rPr>
                  <a:t>31</a:t>
                </a:r>
                <a:endParaRPr lang="en-US" altLang="zh-CN" b="0" baseline="-25000">
                  <a:solidFill>
                    <a:schemeClr val="tx1"/>
                  </a:solidFill>
                  <a:latin typeface="Times New Roman" panose="02020603050405020304" charset="0"/>
                  <a:ea typeface="宋体" panose="02010600030101010101" pitchFamily="2" charset="-122"/>
                </a:endParaRPr>
              </a:p>
            </p:txBody>
          </p:sp>
          <p:sp>
            <p:nvSpPr>
              <p:cNvPr id="101422" name="文本框 85038"/>
              <p:cNvSpPr txBox="1"/>
              <p:nvPr/>
            </p:nvSpPr>
            <p:spPr>
              <a:xfrm>
                <a:off x="54" y="1023"/>
                <a:ext cx="810" cy="214"/>
              </a:xfrm>
              <a:prstGeom prst="rect">
                <a:avLst/>
              </a:prstGeom>
              <a:noFill/>
              <a:ln w="9525">
                <a:noFill/>
                <a:miter/>
              </a:ln>
            </p:spPr>
            <p:txBody>
              <a:bodyPr anchor="t"/>
              <a:p>
                <a:pPr lvl="0" algn="just">
                  <a:buClr>
                    <a:srgbClr val="000000"/>
                  </a:buClr>
                </a:pPr>
                <a:r>
                  <a:rPr lang="en-US" altLang="zh-CN" b="0">
                    <a:solidFill>
                      <a:schemeClr val="tx1"/>
                    </a:solidFill>
                    <a:latin typeface="Times New Roman" panose="02020603050405020304" charset="0"/>
                    <a:ea typeface="宋体" panose="02010600030101010101" pitchFamily="2" charset="-122"/>
                  </a:rPr>
                  <a:t>  </a:t>
                </a:r>
                <a:r>
                  <a:rPr lang="zh-CN" altLang="en-US" b="0">
                    <a:solidFill>
                      <a:schemeClr val="tx1"/>
                    </a:solidFill>
                    <a:latin typeface="Times New Roman" panose="02020603050405020304" charset="0"/>
                    <a:ea typeface="宋体" panose="02010600030101010101" pitchFamily="2" charset="-122"/>
                  </a:rPr>
                  <a:t>根目录文件</a:t>
                </a:r>
                <a:endParaRPr lang="zh-CN" altLang="en-US" b="0">
                  <a:solidFill>
                    <a:schemeClr val="tx1"/>
                  </a:solidFill>
                  <a:latin typeface="Times New Roman" panose="02020603050405020304" charset="0"/>
                  <a:ea typeface="宋体" panose="02010600030101010101" pitchFamily="2" charset="-122"/>
                </a:endParaRPr>
              </a:p>
            </p:txBody>
          </p:sp>
        </p:grpSp>
        <p:sp>
          <p:nvSpPr>
            <p:cNvPr id="101423" name="直接连接符 85039"/>
            <p:cNvSpPr/>
            <p:nvPr/>
          </p:nvSpPr>
          <p:spPr>
            <a:xfrm flipV="1">
              <a:off x="1516" y="511"/>
              <a:ext cx="320" cy="412"/>
            </a:xfrm>
            <a:prstGeom prst="line">
              <a:avLst/>
            </a:prstGeom>
            <a:ln w="9525" cap="flat" cmpd="sng">
              <a:solidFill>
                <a:schemeClr val="tx1"/>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101424" name="直接连接符 85040"/>
            <p:cNvSpPr/>
            <p:nvPr/>
          </p:nvSpPr>
          <p:spPr>
            <a:xfrm>
              <a:off x="1516" y="1371"/>
              <a:ext cx="357" cy="484"/>
            </a:xfrm>
            <a:prstGeom prst="line">
              <a:avLst/>
            </a:prstGeom>
            <a:ln w="9525" cap="flat" cmpd="sng">
              <a:solidFill>
                <a:schemeClr val="tx1"/>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85042" name="矩形 85041"/>
            <p:cNvSpPr/>
            <p:nvPr/>
          </p:nvSpPr>
          <p:spPr>
            <a:xfrm>
              <a:off x="2767" y="317"/>
              <a:ext cx="605" cy="617"/>
            </a:xfrm>
            <a:prstGeom prst="rect">
              <a:avLst/>
            </a:prstGeom>
            <a:solidFill>
              <a:schemeClr val="bg1"/>
            </a:solidFill>
            <a:ln w="12700" cap="flat" cmpd="sng">
              <a:solidFill>
                <a:srgbClr val="000000"/>
              </a:solidFill>
              <a:prstDash val="solid"/>
              <a:miter/>
              <a:headEnd type="none" w="med" len="med"/>
              <a:tailEnd type="none" w="med" len="med"/>
            </a:ln>
          </p:spPr>
          <p:txBody>
            <a:bodyPr/>
            <a:p>
              <a:pPr marL="914400" lvl="0" indent="-340995" algn="ctr" fontAlgn="base">
                <a:lnSpc>
                  <a:spcPct val="120000"/>
                </a:lnSpc>
                <a:buClr>
                  <a:schemeClr val="tx2"/>
                </a:buClr>
                <a:buSzPct val="95000"/>
                <a:buFont typeface="Wingdings" panose="05000000000000000000" pitchFamily="2" charset="2"/>
                <a:buBlip>
                  <a:blip r:embed="rId1"/>
                </a:buBlip>
              </a:pPr>
              <a:endParaRPr sz="1400" b="1" strike="noStrike" noProof="1">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101426" name="文本框 85042"/>
            <p:cNvSpPr txBox="1"/>
            <p:nvPr/>
          </p:nvSpPr>
          <p:spPr>
            <a:xfrm>
              <a:off x="2659" y="0"/>
              <a:ext cx="929" cy="324"/>
            </a:xfrm>
            <a:prstGeom prst="rect">
              <a:avLst/>
            </a:prstGeom>
            <a:noFill/>
            <a:ln w="9525">
              <a:noFill/>
              <a:miter/>
            </a:ln>
          </p:spPr>
          <p:txBody>
            <a:bodyPr anchor="t"/>
            <a:p>
              <a:pPr lvl="0" algn="just">
                <a:buClr>
                  <a:srgbClr val="000000"/>
                </a:buClr>
              </a:pPr>
              <a:r>
                <a:rPr lang="en-US" altLang="zh-CN" b="0">
                  <a:solidFill>
                    <a:schemeClr val="tx1"/>
                  </a:solidFill>
                  <a:latin typeface="Times New Roman" panose="02020603050405020304" charset="0"/>
                  <a:ea typeface="宋体" panose="02010600030101010101" pitchFamily="2" charset="-122"/>
                </a:rPr>
                <a:t> </a:t>
              </a:r>
              <a:r>
                <a:rPr lang="en-US" altLang="zh-CN">
                  <a:solidFill>
                    <a:schemeClr val="tx1"/>
                  </a:solidFill>
                  <a:latin typeface="Times New Roman" panose="02020603050405020304" charset="0"/>
                  <a:ea typeface="宋体" panose="02010600030101010101" pitchFamily="2" charset="-122"/>
                </a:rPr>
                <a:t>A</a:t>
              </a:r>
              <a:r>
                <a:rPr lang="en-US" altLang="zh-CN" baseline="-25000">
                  <a:solidFill>
                    <a:schemeClr val="tx1"/>
                  </a:solidFill>
                  <a:latin typeface="Times New Roman" panose="02020603050405020304" charset="0"/>
                  <a:ea typeface="宋体" panose="02010600030101010101" pitchFamily="2" charset="-122"/>
                </a:rPr>
                <a:t>0</a:t>
              </a:r>
              <a:r>
                <a:rPr lang="zh-CN" altLang="en-US">
                  <a:solidFill>
                    <a:schemeClr val="tx1"/>
                  </a:solidFill>
                  <a:latin typeface="Times New Roman" panose="02020603050405020304" charset="0"/>
                  <a:ea typeface="宋体" panose="02010600030101010101" pitchFamily="2" charset="-122"/>
                </a:rPr>
                <a:t>目录文件</a:t>
              </a:r>
              <a:endParaRPr lang="zh-CN" altLang="en-US">
                <a:solidFill>
                  <a:schemeClr val="tx1"/>
                </a:solidFill>
                <a:latin typeface="Times New Roman" panose="02020603050405020304" charset="0"/>
                <a:ea typeface="宋体" panose="02010600030101010101" pitchFamily="2" charset="-122"/>
              </a:endParaRPr>
            </a:p>
            <a:p>
              <a:pPr lvl="0" algn="just">
                <a:buClr>
                  <a:srgbClr val="000000"/>
                </a:buClr>
              </a:pPr>
              <a:r>
                <a:rPr lang="zh-CN" altLang="en-US" b="0">
                  <a:solidFill>
                    <a:schemeClr val="tx1"/>
                  </a:solidFill>
                  <a:latin typeface="Times New Roman" panose="02020603050405020304" charset="0"/>
                  <a:ea typeface="宋体" panose="02010600030101010101" pitchFamily="2" charset="-122"/>
                </a:rPr>
                <a:t>文件名  </a:t>
              </a:r>
              <a:r>
                <a:rPr lang="en-US" altLang="zh-CN" b="0">
                  <a:solidFill>
                    <a:schemeClr val="tx1"/>
                  </a:solidFill>
                  <a:latin typeface="Times New Roman" panose="02020603050405020304" charset="0"/>
                  <a:ea typeface="宋体" panose="02010600030101010101" pitchFamily="2" charset="-122"/>
                </a:rPr>
                <a:t>i</a:t>
              </a:r>
              <a:r>
                <a:rPr lang="zh-CN" altLang="en-US" b="0">
                  <a:solidFill>
                    <a:schemeClr val="tx1"/>
                  </a:solidFill>
                  <a:latin typeface="Times New Roman" panose="02020603050405020304" charset="0"/>
                  <a:ea typeface="宋体" panose="02010600030101010101" pitchFamily="2" charset="-122"/>
                </a:rPr>
                <a:t>节点号   </a:t>
              </a:r>
              <a:endParaRPr lang="zh-CN" altLang="en-US" b="0">
                <a:solidFill>
                  <a:schemeClr val="tx1"/>
                </a:solidFill>
                <a:latin typeface="Times New Roman" panose="02020603050405020304" charset="0"/>
                <a:ea typeface="宋体" panose="02010600030101010101" pitchFamily="2" charset="-122"/>
              </a:endParaRPr>
            </a:p>
          </p:txBody>
        </p:sp>
        <p:sp>
          <p:nvSpPr>
            <p:cNvPr id="101427" name="直接连接符 85043"/>
            <p:cNvSpPr/>
            <p:nvPr/>
          </p:nvSpPr>
          <p:spPr>
            <a:xfrm>
              <a:off x="2763" y="609"/>
              <a:ext cx="603" cy="0"/>
            </a:xfrm>
            <a:prstGeom prst="line">
              <a:avLst/>
            </a:prstGeom>
            <a:ln w="12700"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101428" name="直接连接符 85044"/>
            <p:cNvSpPr/>
            <p:nvPr/>
          </p:nvSpPr>
          <p:spPr>
            <a:xfrm>
              <a:off x="2763" y="748"/>
              <a:ext cx="603" cy="0"/>
            </a:xfrm>
            <a:prstGeom prst="line">
              <a:avLst/>
            </a:prstGeom>
            <a:ln w="12700"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101429" name="文本框 85045"/>
            <p:cNvSpPr txBox="1"/>
            <p:nvPr/>
          </p:nvSpPr>
          <p:spPr>
            <a:xfrm>
              <a:off x="2838" y="267"/>
              <a:ext cx="240" cy="240"/>
            </a:xfrm>
            <a:prstGeom prst="rect">
              <a:avLst/>
            </a:prstGeom>
            <a:noFill/>
            <a:ln w="9525">
              <a:noFill/>
              <a:miter/>
            </a:ln>
          </p:spPr>
          <p:txBody>
            <a:bodyPr anchor="t"/>
            <a:p>
              <a:pPr lvl="0" algn="just">
                <a:lnSpc>
                  <a:spcPct val="120000"/>
                </a:lnSpc>
                <a:buClr>
                  <a:srgbClr val="000000"/>
                </a:buClr>
              </a:pPr>
              <a:r>
                <a:rPr lang="en-US" altLang="zh-CN" b="0">
                  <a:solidFill>
                    <a:schemeClr val="tx1"/>
                  </a:solidFill>
                  <a:latin typeface="Times New Roman" panose="02020603050405020304" charset="0"/>
                  <a:ea typeface="宋体" panose="02010600030101010101" pitchFamily="2" charset="-122"/>
                  <a:sym typeface="MT Extra" panose="05050102010205020202" pitchFamily="2" charset="2"/>
                </a:rPr>
                <a:t>...</a:t>
              </a:r>
              <a:endParaRPr lang="en-US" altLang="zh-CN" b="0">
                <a:solidFill>
                  <a:schemeClr val="tx1"/>
                </a:solidFill>
                <a:latin typeface="Times New Roman" panose="02020603050405020304" charset="0"/>
                <a:ea typeface="宋体" panose="02010600030101010101" pitchFamily="2" charset="-122"/>
                <a:sym typeface="MT Extra" panose="05050102010205020202" pitchFamily="2" charset="2"/>
              </a:endParaRPr>
            </a:p>
          </p:txBody>
        </p:sp>
        <p:sp>
          <p:nvSpPr>
            <p:cNvPr id="101430" name="文本框 85046"/>
            <p:cNvSpPr txBox="1"/>
            <p:nvPr/>
          </p:nvSpPr>
          <p:spPr>
            <a:xfrm>
              <a:off x="2819" y="398"/>
              <a:ext cx="275" cy="234"/>
            </a:xfrm>
            <a:prstGeom prst="rect">
              <a:avLst/>
            </a:prstGeom>
            <a:noFill/>
            <a:ln w="9525">
              <a:noFill/>
              <a:miter/>
            </a:ln>
          </p:spPr>
          <p:txBody>
            <a:bodyPr anchor="t"/>
            <a:p>
              <a:pPr lvl="0" algn="just">
                <a:lnSpc>
                  <a:spcPct val="120000"/>
                </a:lnSpc>
                <a:buClr>
                  <a:srgbClr val="000000"/>
                </a:buClr>
              </a:pPr>
              <a:r>
                <a:rPr lang="en-US" altLang="zh-CN" b="0">
                  <a:solidFill>
                    <a:schemeClr val="tx1"/>
                  </a:solidFill>
                  <a:latin typeface="Times New Roman" panose="02020603050405020304" charset="0"/>
                  <a:ea typeface="宋体" panose="02010600030101010101" pitchFamily="2" charset="-122"/>
                </a:rPr>
                <a:t>B</a:t>
              </a:r>
              <a:r>
                <a:rPr lang="en-US" altLang="zh-CN" b="0" baseline="-25000">
                  <a:solidFill>
                    <a:schemeClr val="tx1"/>
                  </a:solidFill>
                  <a:latin typeface="Times New Roman" panose="02020603050405020304" charset="0"/>
                  <a:ea typeface="宋体" panose="02010600030101010101" pitchFamily="2" charset="-122"/>
                </a:rPr>
                <a:t>2</a:t>
              </a:r>
              <a:endParaRPr lang="en-US" altLang="zh-CN" b="0" baseline="-25000">
                <a:solidFill>
                  <a:schemeClr val="tx1"/>
                </a:solidFill>
                <a:latin typeface="Times New Roman" panose="02020603050405020304" charset="0"/>
                <a:ea typeface="宋体" panose="02010600030101010101" pitchFamily="2" charset="-122"/>
              </a:endParaRPr>
            </a:p>
          </p:txBody>
        </p:sp>
        <p:sp>
          <p:nvSpPr>
            <p:cNvPr id="101431" name="直接连接符 85047"/>
            <p:cNvSpPr/>
            <p:nvPr/>
          </p:nvSpPr>
          <p:spPr>
            <a:xfrm>
              <a:off x="3074" y="319"/>
              <a:ext cx="0" cy="613"/>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101432" name="文本框 85048"/>
            <p:cNvSpPr txBox="1"/>
            <p:nvPr/>
          </p:nvSpPr>
          <p:spPr>
            <a:xfrm>
              <a:off x="2791" y="709"/>
              <a:ext cx="275" cy="234"/>
            </a:xfrm>
            <a:prstGeom prst="rect">
              <a:avLst/>
            </a:prstGeom>
            <a:noFill/>
            <a:ln w="9525">
              <a:noFill/>
              <a:miter/>
            </a:ln>
          </p:spPr>
          <p:txBody>
            <a:bodyPr anchor="t"/>
            <a:p>
              <a:pPr lvl="0" algn="just">
                <a:lnSpc>
                  <a:spcPct val="120000"/>
                </a:lnSpc>
                <a:buClr>
                  <a:srgbClr val="000000"/>
                </a:buClr>
              </a:pPr>
              <a:r>
                <a:rPr lang="en-US" altLang="zh-CN" b="0">
                  <a:solidFill>
                    <a:schemeClr val="tx1"/>
                  </a:solidFill>
                  <a:latin typeface="Times New Roman" panose="02020603050405020304" charset="0"/>
                  <a:ea typeface="宋体" panose="02010600030101010101" pitchFamily="2" charset="-122"/>
                </a:rPr>
                <a:t>B</a:t>
              </a:r>
              <a:r>
                <a:rPr lang="en-US" altLang="zh-CN" b="0" baseline="-25000">
                  <a:solidFill>
                    <a:schemeClr val="tx1"/>
                  </a:solidFill>
                  <a:latin typeface="Times New Roman" panose="02020603050405020304" charset="0"/>
                  <a:ea typeface="宋体" panose="02010600030101010101" pitchFamily="2" charset="-122"/>
                </a:rPr>
                <a:t>31</a:t>
              </a:r>
              <a:endParaRPr lang="en-US" altLang="zh-CN" b="0" baseline="-25000">
                <a:solidFill>
                  <a:schemeClr val="tx1"/>
                </a:solidFill>
                <a:latin typeface="Times New Roman" panose="02020603050405020304" charset="0"/>
                <a:ea typeface="宋体" panose="02010600030101010101" pitchFamily="2" charset="-122"/>
              </a:endParaRPr>
            </a:p>
          </p:txBody>
        </p:sp>
        <p:sp>
          <p:nvSpPr>
            <p:cNvPr id="101433" name="直接连接符 85049"/>
            <p:cNvSpPr/>
            <p:nvPr/>
          </p:nvSpPr>
          <p:spPr>
            <a:xfrm>
              <a:off x="2763" y="445"/>
              <a:ext cx="603" cy="0"/>
            </a:xfrm>
            <a:prstGeom prst="line">
              <a:avLst/>
            </a:prstGeom>
            <a:ln w="12700"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101434" name="文本框 85050"/>
            <p:cNvSpPr txBox="1"/>
            <p:nvPr/>
          </p:nvSpPr>
          <p:spPr>
            <a:xfrm>
              <a:off x="2847" y="560"/>
              <a:ext cx="240" cy="240"/>
            </a:xfrm>
            <a:prstGeom prst="rect">
              <a:avLst/>
            </a:prstGeom>
            <a:noFill/>
            <a:ln w="9525">
              <a:noFill/>
              <a:miter/>
            </a:ln>
          </p:spPr>
          <p:txBody>
            <a:bodyPr anchor="t"/>
            <a:p>
              <a:pPr lvl="0" algn="just">
                <a:lnSpc>
                  <a:spcPct val="120000"/>
                </a:lnSpc>
                <a:buClr>
                  <a:srgbClr val="000000"/>
                </a:buClr>
              </a:pPr>
              <a:r>
                <a:rPr lang="en-US" altLang="zh-CN" b="0">
                  <a:solidFill>
                    <a:schemeClr val="tx1"/>
                  </a:solidFill>
                  <a:latin typeface="Times New Roman" panose="02020603050405020304" charset="0"/>
                  <a:ea typeface="宋体" panose="02010600030101010101" pitchFamily="2" charset="-122"/>
                  <a:sym typeface="MT Extra" panose="05050102010205020202" pitchFamily="2" charset="2"/>
                </a:rPr>
                <a:t>...</a:t>
              </a:r>
              <a:endParaRPr lang="en-US" altLang="zh-CN" b="0">
                <a:solidFill>
                  <a:schemeClr val="tx1"/>
                </a:solidFill>
                <a:latin typeface="Times New Roman" panose="02020603050405020304" charset="0"/>
                <a:ea typeface="宋体" panose="02010600030101010101" pitchFamily="2" charset="-122"/>
                <a:sym typeface="MT Extra" panose="05050102010205020202" pitchFamily="2" charset="2"/>
              </a:endParaRPr>
            </a:p>
          </p:txBody>
        </p:sp>
        <p:sp>
          <p:nvSpPr>
            <p:cNvPr id="101435" name="直接连接符 85051"/>
            <p:cNvSpPr/>
            <p:nvPr/>
          </p:nvSpPr>
          <p:spPr>
            <a:xfrm flipV="1">
              <a:off x="2440" y="309"/>
              <a:ext cx="320" cy="412"/>
            </a:xfrm>
            <a:prstGeom prst="line">
              <a:avLst/>
            </a:prstGeom>
            <a:ln w="9525" cap="flat" cmpd="sng">
              <a:solidFill>
                <a:schemeClr val="tx1"/>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85053" name="矩形 85052"/>
            <p:cNvSpPr/>
            <p:nvPr/>
          </p:nvSpPr>
          <p:spPr>
            <a:xfrm>
              <a:off x="2776" y="1431"/>
              <a:ext cx="605" cy="617"/>
            </a:xfrm>
            <a:prstGeom prst="rect">
              <a:avLst/>
            </a:prstGeom>
            <a:solidFill>
              <a:schemeClr val="bg1"/>
            </a:solidFill>
            <a:ln w="12700" cap="flat" cmpd="sng">
              <a:solidFill>
                <a:srgbClr val="000000"/>
              </a:solidFill>
              <a:prstDash val="solid"/>
              <a:miter/>
              <a:headEnd type="none" w="med" len="med"/>
              <a:tailEnd type="none" w="med" len="med"/>
            </a:ln>
          </p:spPr>
          <p:txBody>
            <a:bodyPr/>
            <a:p>
              <a:pPr marL="914400" lvl="0" indent="-340995" algn="ctr" fontAlgn="base">
                <a:lnSpc>
                  <a:spcPct val="120000"/>
                </a:lnSpc>
                <a:buClr>
                  <a:schemeClr val="tx2"/>
                </a:buClr>
                <a:buSzPct val="95000"/>
                <a:buFont typeface="Wingdings" panose="05000000000000000000" pitchFamily="2" charset="2"/>
                <a:buBlip>
                  <a:blip r:embed="rId1"/>
                </a:buBlip>
              </a:pPr>
              <a:endParaRPr sz="1400" b="1" strike="noStrike" noProof="1">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101437" name="文本框 85053"/>
            <p:cNvSpPr txBox="1"/>
            <p:nvPr/>
          </p:nvSpPr>
          <p:spPr>
            <a:xfrm>
              <a:off x="2668" y="1114"/>
              <a:ext cx="901" cy="324"/>
            </a:xfrm>
            <a:prstGeom prst="rect">
              <a:avLst/>
            </a:prstGeom>
            <a:noFill/>
            <a:ln w="9525">
              <a:noFill/>
              <a:miter/>
            </a:ln>
          </p:spPr>
          <p:txBody>
            <a:bodyPr anchor="t"/>
            <a:p>
              <a:pPr lvl="0" algn="just">
                <a:buClr>
                  <a:srgbClr val="000000"/>
                </a:buClr>
              </a:pPr>
              <a:r>
                <a:rPr lang="en-US" altLang="zh-CN" b="0">
                  <a:solidFill>
                    <a:schemeClr val="tx1"/>
                  </a:solidFill>
                  <a:latin typeface="Times New Roman" panose="02020603050405020304" charset="0"/>
                  <a:ea typeface="宋体" panose="02010600030101010101" pitchFamily="2" charset="-122"/>
                </a:rPr>
                <a:t> </a:t>
              </a:r>
              <a:r>
                <a:rPr lang="en-US" altLang="zh-CN">
                  <a:solidFill>
                    <a:schemeClr val="tx1"/>
                  </a:solidFill>
                  <a:latin typeface="Times New Roman" panose="02020603050405020304" charset="0"/>
                  <a:ea typeface="宋体" panose="02010600030101010101" pitchFamily="2" charset="-122"/>
                </a:rPr>
                <a:t>A</a:t>
              </a:r>
              <a:r>
                <a:rPr lang="en-US" altLang="zh-CN" baseline="-25000">
                  <a:solidFill>
                    <a:schemeClr val="tx1"/>
                  </a:solidFill>
                  <a:latin typeface="Times New Roman" panose="02020603050405020304" charset="0"/>
                  <a:ea typeface="宋体" panose="02010600030101010101" pitchFamily="2" charset="-122"/>
                </a:rPr>
                <a:t>0</a:t>
              </a:r>
              <a:r>
                <a:rPr lang="zh-CN" altLang="en-US">
                  <a:solidFill>
                    <a:schemeClr val="tx1"/>
                  </a:solidFill>
                  <a:latin typeface="Times New Roman" panose="02020603050405020304" charset="0"/>
                  <a:ea typeface="宋体" panose="02010600030101010101" pitchFamily="2" charset="-122"/>
                </a:rPr>
                <a:t>目录文件</a:t>
              </a:r>
              <a:endParaRPr lang="zh-CN" altLang="en-US">
                <a:solidFill>
                  <a:schemeClr val="tx1"/>
                </a:solidFill>
                <a:latin typeface="Times New Roman" panose="02020603050405020304" charset="0"/>
                <a:ea typeface="宋体" panose="02010600030101010101" pitchFamily="2" charset="-122"/>
              </a:endParaRPr>
            </a:p>
            <a:p>
              <a:pPr lvl="0" algn="just">
                <a:buClr>
                  <a:srgbClr val="000000"/>
                </a:buClr>
              </a:pPr>
              <a:r>
                <a:rPr lang="zh-CN" altLang="en-US" b="0">
                  <a:solidFill>
                    <a:schemeClr val="tx1"/>
                  </a:solidFill>
                  <a:latin typeface="Times New Roman" panose="02020603050405020304" charset="0"/>
                  <a:ea typeface="宋体" panose="02010600030101010101" pitchFamily="2" charset="-122"/>
                </a:rPr>
                <a:t>文件名  </a:t>
              </a:r>
              <a:r>
                <a:rPr lang="en-US" altLang="zh-CN" b="0">
                  <a:solidFill>
                    <a:schemeClr val="tx1"/>
                  </a:solidFill>
                  <a:latin typeface="Times New Roman" panose="02020603050405020304" charset="0"/>
                  <a:ea typeface="宋体" panose="02010600030101010101" pitchFamily="2" charset="-122"/>
                </a:rPr>
                <a:t>i</a:t>
              </a:r>
              <a:r>
                <a:rPr lang="zh-CN" altLang="en-US" b="0">
                  <a:solidFill>
                    <a:schemeClr val="tx1"/>
                  </a:solidFill>
                  <a:latin typeface="Times New Roman" panose="02020603050405020304" charset="0"/>
                  <a:ea typeface="宋体" panose="02010600030101010101" pitchFamily="2" charset="-122"/>
                </a:rPr>
                <a:t>节点号   </a:t>
              </a:r>
              <a:endParaRPr lang="zh-CN" altLang="en-US" b="0">
                <a:solidFill>
                  <a:schemeClr val="tx1"/>
                </a:solidFill>
                <a:latin typeface="Times New Roman" panose="02020603050405020304" charset="0"/>
                <a:ea typeface="宋体" panose="02010600030101010101" pitchFamily="2" charset="-122"/>
              </a:endParaRPr>
            </a:p>
          </p:txBody>
        </p:sp>
        <p:sp>
          <p:nvSpPr>
            <p:cNvPr id="101438" name="直接连接符 85054"/>
            <p:cNvSpPr/>
            <p:nvPr/>
          </p:nvSpPr>
          <p:spPr>
            <a:xfrm>
              <a:off x="2772" y="1723"/>
              <a:ext cx="603" cy="0"/>
            </a:xfrm>
            <a:prstGeom prst="line">
              <a:avLst/>
            </a:prstGeom>
            <a:ln w="12700"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101439" name="直接连接符 85055"/>
            <p:cNvSpPr/>
            <p:nvPr/>
          </p:nvSpPr>
          <p:spPr>
            <a:xfrm>
              <a:off x="2772" y="1862"/>
              <a:ext cx="603" cy="0"/>
            </a:xfrm>
            <a:prstGeom prst="line">
              <a:avLst/>
            </a:prstGeom>
            <a:ln w="12700"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101440" name="文本框 85056"/>
            <p:cNvSpPr txBox="1"/>
            <p:nvPr/>
          </p:nvSpPr>
          <p:spPr>
            <a:xfrm>
              <a:off x="2856" y="1528"/>
              <a:ext cx="240" cy="240"/>
            </a:xfrm>
            <a:prstGeom prst="rect">
              <a:avLst/>
            </a:prstGeom>
            <a:noFill/>
            <a:ln w="9525">
              <a:noFill/>
              <a:miter/>
            </a:ln>
          </p:spPr>
          <p:txBody>
            <a:bodyPr anchor="t"/>
            <a:p>
              <a:pPr lvl="0" algn="just">
                <a:lnSpc>
                  <a:spcPct val="120000"/>
                </a:lnSpc>
                <a:buClr>
                  <a:srgbClr val="000000"/>
                </a:buClr>
              </a:pPr>
              <a:r>
                <a:rPr lang="en-US" altLang="zh-CN" b="0">
                  <a:solidFill>
                    <a:schemeClr val="tx1"/>
                  </a:solidFill>
                  <a:latin typeface="Times New Roman" panose="02020603050405020304" charset="0"/>
                  <a:ea typeface="宋体" panose="02010600030101010101" pitchFamily="2" charset="-122"/>
                  <a:sym typeface="MT Extra" panose="05050102010205020202" pitchFamily="2" charset="2"/>
                </a:rPr>
                <a:t>...</a:t>
              </a:r>
              <a:endParaRPr lang="en-US" altLang="zh-CN" b="0">
                <a:solidFill>
                  <a:schemeClr val="tx1"/>
                </a:solidFill>
                <a:latin typeface="Times New Roman" panose="02020603050405020304" charset="0"/>
                <a:ea typeface="宋体" panose="02010600030101010101" pitchFamily="2" charset="-122"/>
                <a:sym typeface="MT Extra" panose="05050102010205020202" pitchFamily="2" charset="2"/>
              </a:endParaRPr>
            </a:p>
          </p:txBody>
        </p:sp>
        <p:sp>
          <p:nvSpPr>
            <p:cNvPr id="101441" name="文本框 85057"/>
            <p:cNvSpPr txBox="1"/>
            <p:nvPr/>
          </p:nvSpPr>
          <p:spPr>
            <a:xfrm>
              <a:off x="2771" y="1374"/>
              <a:ext cx="348" cy="234"/>
            </a:xfrm>
            <a:prstGeom prst="rect">
              <a:avLst/>
            </a:prstGeom>
            <a:noFill/>
            <a:ln w="9525">
              <a:noFill/>
              <a:miter/>
            </a:ln>
          </p:spPr>
          <p:txBody>
            <a:bodyPr anchor="t"/>
            <a:p>
              <a:pPr lvl="0" algn="just">
                <a:lnSpc>
                  <a:spcPct val="120000"/>
                </a:lnSpc>
                <a:buClr>
                  <a:srgbClr val="000000"/>
                </a:buClr>
              </a:pPr>
              <a:r>
                <a:rPr lang="en-US" altLang="zh-CN" b="0">
                  <a:solidFill>
                    <a:schemeClr val="tx1"/>
                  </a:solidFill>
                  <a:latin typeface="Times New Roman" panose="02020603050405020304" charset="0"/>
                  <a:ea typeface="宋体" panose="02010600030101010101" pitchFamily="2" charset="-122"/>
                </a:rPr>
                <a:t>BX</a:t>
              </a:r>
              <a:r>
                <a:rPr lang="en-US" altLang="zh-CN" b="0" baseline="-25000">
                  <a:solidFill>
                    <a:schemeClr val="tx1"/>
                  </a:solidFill>
                  <a:latin typeface="Times New Roman" panose="02020603050405020304" charset="0"/>
                  <a:ea typeface="宋体" panose="02010600030101010101" pitchFamily="2" charset="-122"/>
                </a:rPr>
                <a:t>0</a:t>
              </a:r>
              <a:endParaRPr lang="en-US" altLang="zh-CN" b="0" baseline="-25000">
                <a:solidFill>
                  <a:schemeClr val="tx1"/>
                </a:solidFill>
                <a:latin typeface="Times New Roman" panose="02020603050405020304" charset="0"/>
                <a:ea typeface="宋体" panose="02010600030101010101" pitchFamily="2" charset="-122"/>
              </a:endParaRPr>
            </a:p>
          </p:txBody>
        </p:sp>
        <p:sp>
          <p:nvSpPr>
            <p:cNvPr id="101442" name="直接连接符 85058"/>
            <p:cNvSpPr/>
            <p:nvPr/>
          </p:nvSpPr>
          <p:spPr>
            <a:xfrm>
              <a:off x="3083" y="1433"/>
              <a:ext cx="0" cy="613"/>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101443" name="文本框 85059"/>
            <p:cNvSpPr txBox="1"/>
            <p:nvPr/>
          </p:nvSpPr>
          <p:spPr>
            <a:xfrm>
              <a:off x="2773" y="1823"/>
              <a:ext cx="393" cy="234"/>
            </a:xfrm>
            <a:prstGeom prst="rect">
              <a:avLst/>
            </a:prstGeom>
            <a:noFill/>
            <a:ln w="9525">
              <a:noFill/>
              <a:miter/>
            </a:ln>
          </p:spPr>
          <p:txBody>
            <a:bodyPr anchor="t"/>
            <a:p>
              <a:pPr lvl="0" algn="just">
                <a:lnSpc>
                  <a:spcPct val="120000"/>
                </a:lnSpc>
                <a:buClr>
                  <a:srgbClr val="000000"/>
                </a:buClr>
              </a:pPr>
              <a:r>
                <a:rPr lang="en-US" altLang="zh-CN" b="0">
                  <a:solidFill>
                    <a:schemeClr val="tx1"/>
                  </a:solidFill>
                  <a:latin typeface="Times New Roman" panose="02020603050405020304" charset="0"/>
                  <a:ea typeface="宋体" panose="02010600030101010101" pitchFamily="2" charset="-122"/>
                </a:rPr>
                <a:t>BX</a:t>
              </a:r>
              <a:r>
                <a:rPr lang="en-US" altLang="zh-CN" b="0" baseline="-25000">
                  <a:solidFill>
                    <a:schemeClr val="tx1"/>
                  </a:solidFill>
                  <a:latin typeface="Times New Roman" panose="02020603050405020304" charset="0"/>
                  <a:ea typeface="宋体" panose="02010600030101010101" pitchFamily="2" charset="-122"/>
                </a:rPr>
                <a:t>31</a:t>
              </a:r>
              <a:endParaRPr lang="en-US" altLang="zh-CN" b="0" baseline="-25000">
                <a:solidFill>
                  <a:schemeClr val="tx1"/>
                </a:solidFill>
                <a:latin typeface="Times New Roman" panose="02020603050405020304" charset="0"/>
                <a:ea typeface="宋体" panose="02010600030101010101" pitchFamily="2" charset="-122"/>
              </a:endParaRPr>
            </a:p>
          </p:txBody>
        </p:sp>
        <p:sp>
          <p:nvSpPr>
            <p:cNvPr id="101444" name="直接连接符 85060"/>
            <p:cNvSpPr/>
            <p:nvPr/>
          </p:nvSpPr>
          <p:spPr>
            <a:xfrm>
              <a:off x="2772" y="1559"/>
              <a:ext cx="603" cy="0"/>
            </a:xfrm>
            <a:prstGeom prst="line">
              <a:avLst/>
            </a:prstGeom>
            <a:ln w="12700"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101445" name="文本框 85061"/>
            <p:cNvSpPr txBox="1"/>
            <p:nvPr/>
          </p:nvSpPr>
          <p:spPr>
            <a:xfrm>
              <a:off x="2856" y="1674"/>
              <a:ext cx="240" cy="240"/>
            </a:xfrm>
            <a:prstGeom prst="rect">
              <a:avLst/>
            </a:prstGeom>
            <a:noFill/>
            <a:ln w="9525">
              <a:noFill/>
              <a:miter/>
            </a:ln>
          </p:spPr>
          <p:txBody>
            <a:bodyPr anchor="t"/>
            <a:p>
              <a:pPr lvl="0" algn="just">
                <a:lnSpc>
                  <a:spcPct val="120000"/>
                </a:lnSpc>
                <a:buClr>
                  <a:srgbClr val="000000"/>
                </a:buClr>
              </a:pPr>
              <a:r>
                <a:rPr lang="en-US" altLang="zh-CN" b="0">
                  <a:solidFill>
                    <a:schemeClr val="tx1"/>
                  </a:solidFill>
                  <a:latin typeface="Times New Roman" panose="02020603050405020304" charset="0"/>
                  <a:ea typeface="宋体" panose="02010600030101010101" pitchFamily="2" charset="-122"/>
                  <a:sym typeface="MT Extra" panose="05050102010205020202" pitchFamily="2" charset="2"/>
                </a:rPr>
                <a:t>...</a:t>
              </a:r>
              <a:endParaRPr lang="en-US" altLang="zh-CN" b="0">
                <a:solidFill>
                  <a:schemeClr val="tx1"/>
                </a:solidFill>
                <a:latin typeface="Times New Roman" panose="02020603050405020304" charset="0"/>
                <a:ea typeface="宋体" panose="02010600030101010101" pitchFamily="2" charset="-122"/>
                <a:sym typeface="MT Extra" panose="05050102010205020202" pitchFamily="2" charset="2"/>
              </a:endParaRPr>
            </a:p>
          </p:txBody>
        </p:sp>
        <p:sp>
          <p:nvSpPr>
            <p:cNvPr id="101446" name="文本框 85062"/>
            <p:cNvSpPr txBox="1"/>
            <p:nvPr/>
          </p:nvSpPr>
          <p:spPr>
            <a:xfrm>
              <a:off x="2964" y="946"/>
              <a:ext cx="240" cy="240"/>
            </a:xfrm>
            <a:prstGeom prst="rect">
              <a:avLst/>
            </a:prstGeom>
            <a:noFill/>
            <a:ln w="9525">
              <a:noFill/>
              <a:miter/>
            </a:ln>
          </p:spPr>
          <p:txBody>
            <a:bodyPr anchor="t"/>
            <a:p>
              <a:pPr lvl="0" algn="just">
                <a:lnSpc>
                  <a:spcPct val="120000"/>
                </a:lnSpc>
                <a:buClr>
                  <a:srgbClr val="000000"/>
                </a:buClr>
              </a:pPr>
              <a:r>
                <a:rPr lang="en-US" altLang="zh-CN" b="0">
                  <a:solidFill>
                    <a:schemeClr val="tx1"/>
                  </a:solidFill>
                  <a:latin typeface="Times New Roman" panose="02020603050405020304" charset="0"/>
                  <a:ea typeface="宋体" panose="02010600030101010101" pitchFamily="2" charset="-122"/>
                  <a:sym typeface="MT Extra" panose="05050102010205020202" pitchFamily="2" charset="2"/>
                </a:rPr>
                <a:t>...</a:t>
              </a:r>
              <a:endParaRPr lang="en-US" altLang="zh-CN" b="0">
                <a:solidFill>
                  <a:schemeClr val="tx1"/>
                </a:solidFill>
                <a:latin typeface="Times New Roman" panose="02020603050405020304" charset="0"/>
                <a:ea typeface="宋体" panose="02010600030101010101" pitchFamily="2" charset="-122"/>
                <a:sym typeface="MT Extra" panose="05050102010205020202" pitchFamily="2" charset="2"/>
              </a:endParaRPr>
            </a:p>
          </p:txBody>
        </p:sp>
        <p:sp>
          <p:nvSpPr>
            <p:cNvPr id="101447" name="直接连接符 85063"/>
            <p:cNvSpPr/>
            <p:nvPr/>
          </p:nvSpPr>
          <p:spPr>
            <a:xfrm>
              <a:off x="2448" y="923"/>
              <a:ext cx="320" cy="512"/>
            </a:xfrm>
            <a:prstGeom prst="line">
              <a:avLst/>
            </a:prstGeom>
            <a:ln w="9525" cap="flat" cmpd="sng">
              <a:solidFill>
                <a:schemeClr val="tx1"/>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101448" name="直接连接符 85064"/>
            <p:cNvSpPr/>
            <p:nvPr/>
          </p:nvSpPr>
          <p:spPr>
            <a:xfrm>
              <a:off x="620" y="1728"/>
              <a:ext cx="357" cy="484"/>
            </a:xfrm>
            <a:prstGeom prst="line">
              <a:avLst/>
            </a:prstGeom>
            <a:ln w="9525" cap="flat" cmpd="sng">
              <a:solidFill>
                <a:schemeClr val="tx1"/>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101449" name="文本框 85065"/>
            <p:cNvSpPr txBox="1"/>
            <p:nvPr/>
          </p:nvSpPr>
          <p:spPr>
            <a:xfrm>
              <a:off x="2767" y="2246"/>
              <a:ext cx="375" cy="170"/>
            </a:xfrm>
            <a:prstGeom prst="rect">
              <a:avLst/>
            </a:prstGeom>
            <a:noFill/>
            <a:ln w="12700" cap="flat" cmpd="sng">
              <a:solidFill>
                <a:schemeClr val="tx1"/>
              </a:solidFill>
              <a:prstDash val="solid"/>
              <a:miter/>
              <a:headEnd type="none" w="med" len="med"/>
              <a:tailEnd type="none" w="med" len="med"/>
            </a:ln>
          </p:spPr>
          <p:txBody>
            <a:bodyPr anchor="t"/>
            <a:p>
              <a:pPr lvl="0" algn="just">
                <a:lnSpc>
                  <a:spcPct val="120000"/>
                </a:lnSpc>
                <a:buClr>
                  <a:srgbClr val="000000"/>
                </a:buClr>
              </a:pPr>
              <a:endParaRPr b="0">
                <a:solidFill>
                  <a:schemeClr val="tx1"/>
                </a:solidFill>
                <a:latin typeface="Times New Roman" panose="02020603050405020304" charset="0"/>
                <a:ea typeface="宋体" panose="02010600030101010101" pitchFamily="2" charset="-122"/>
              </a:endParaRPr>
            </a:p>
          </p:txBody>
        </p:sp>
        <p:sp>
          <p:nvSpPr>
            <p:cNvPr id="101450" name="文本框 85066"/>
            <p:cNvSpPr txBox="1"/>
            <p:nvPr/>
          </p:nvSpPr>
          <p:spPr>
            <a:xfrm>
              <a:off x="2767" y="2604"/>
              <a:ext cx="375" cy="170"/>
            </a:xfrm>
            <a:prstGeom prst="rect">
              <a:avLst/>
            </a:prstGeom>
            <a:noFill/>
            <a:ln w="12700" cap="flat" cmpd="sng">
              <a:solidFill>
                <a:schemeClr val="tx1"/>
              </a:solidFill>
              <a:prstDash val="solid"/>
              <a:miter/>
              <a:headEnd type="none" w="med" len="med"/>
              <a:tailEnd type="none" w="med" len="med"/>
            </a:ln>
          </p:spPr>
          <p:txBody>
            <a:bodyPr anchor="t"/>
            <a:p>
              <a:pPr lvl="0" algn="just">
                <a:lnSpc>
                  <a:spcPct val="120000"/>
                </a:lnSpc>
                <a:buClr>
                  <a:srgbClr val="000000"/>
                </a:buClr>
              </a:pPr>
              <a:endParaRPr b="0">
                <a:solidFill>
                  <a:schemeClr val="tx1"/>
                </a:solidFill>
                <a:latin typeface="Times New Roman" panose="02020603050405020304" charset="0"/>
                <a:ea typeface="宋体" panose="02010600030101010101" pitchFamily="2" charset="-122"/>
              </a:endParaRPr>
            </a:p>
          </p:txBody>
        </p:sp>
        <p:sp>
          <p:nvSpPr>
            <p:cNvPr id="101451" name="文本框 85067"/>
            <p:cNvSpPr txBox="1"/>
            <p:nvPr/>
          </p:nvSpPr>
          <p:spPr>
            <a:xfrm>
              <a:off x="2854" y="2409"/>
              <a:ext cx="240" cy="240"/>
            </a:xfrm>
            <a:prstGeom prst="rect">
              <a:avLst/>
            </a:prstGeom>
            <a:noFill/>
            <a:ln w="9525">
              <a:noFill/>
              <a:miter/>
            </a:ln>
          </p:spPr>
          <p:txBody>
            <a:bodyPr anchor="t"/>
            <a:p>
              <a:pPr lvl="0" algn="just">
                <a:lnSpc>
                  <a:spcPct val="120000"/>
                </a:lnSpc>
                <a:buClr>
                  <a:srgbClr val="000000"/>
                </a:buClr>
              </a:pPr>
              <a:r>
                <a:rPr lang="en-US" altLang="zh-CN" b="0">
                  <a:solidFill>
                    <a:schemeClr val="tx1"/>
                  </a:solidFill>
                  <a:latin typeface="Times New Roman" panose="02020603050405020304" charset="0"/>
                  <a:ea typeface="宋体" panose="02010600030101010101" pitchFamily="2" charset="-122"/>
                  <a:sym typeface="MT Extra" panose="05050102010205020202" pitchFamily="2" charset="2"/>
                </a:rPr>
                <a:t>...</a:t>
              </a:r>
              <a:endParaRPr lang="en-US" altLang="zh-CN" b="0">
                <a:solidFill>
                  <a:schemeClr val="tx1"/>
                </a:solidFill>
                <a:latin typeface="Times New Roman" panose="02020603050405020304" charset="0"/>
                <a:ea typeface="宋体" panose="02010600030101010101" pitchFamily="2" charset="-122"/>
                <a:sym typeface="MT Extra" panose="05050102010205020202" pitchFamily="2" charset="2"/>
              </a:endParaRPr>
            </a:p>
          </p:txBody>
        </p:sp>
        <p:sp>
          <p:nvSpPr>
            <p:cNvPr id="101452" name="直接连接符 85068"/>
            <p:cNvSpPr/>
            <p:nvPr/>
          </p:nvSpPr>
          <p:spPr>
            <a:xfrm>
              <a:off x="2467" y="2075"/>
              <a:ext cx="301" cy="173"/>
            </a:xfrm>
            <a:prstGeom prst="line">
              <a:avLst/>
            </a:prstGeom>
            <a:ln w="9525" cap="flat" cmpd="sng">
              <a:solidFill>
                <a:schemeClr val="tx1"/>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101453" name="直接连接符 85069"/>
            <p:cNvSpPr/>
            <p:nvPr/>
          </p:nvSpPr>
          <p:spPr>
            <a:xfrm>
              <a:off x="2467" y="2432"/>
              <a:ext cx="301" cy="173"/>
            </a:xfrm>
            <a:prstGeom prst="line">
              <a:avLst/>
            </a:prstGeom>
            <a:ln w="9525" cap="flat" cmpd="sng">
              <a:solidFill>
                <a:schemeClr val="tx1"/>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grpSp>
          <p:nvGrpSpPr>
            <p:cNvPr id="101454" name="组合 85070"/>
            <p:cNvGrpSpPr/>
            <p:nvPr/>
          </p:nvGrpSpPr>
          <p:grpSpPr>
            <a:xfrm>
              <a:off x="3619" y="1"/>
              <a:ext cx="710" cy="982"/>
              <a:chOff x="0" y="0"/>
              <a:chExt cx="710" cy="982"/>
            </a:xfrm>
          </p:grpSpPr>
          <p:sp>
            <p:nvSpPr>
              <p:cNvPr id="85072" name="矩形 85071"/>
              <p:cNvSpPr/>
              <p:nvPr/>
            </p:nvSpPr>
            <p:spPr>
              <a:xfrm>
                <a:off x="8" y="317"/>
                <a:ext cx="605" cy="617"/>
              </a:xfrm>
              <a:prstGeom prst="rect">
                <a:avLst/>
              </a:prstGeom>
              <a:solidFill>
                <a:schemeClr val="bg1"/>
              </a:solidFill>
              <a:ln w="12700" cap="flat" cmpd="sng">
                <a:solidFill>
                  <a:srgbClr val="000000"/>
                </a:solidFill>
                <a:prstDash val="solid"/>
                <a:miter/>
                <a:headEnd type="none" w="med" len="med"/>
                <a:tailEnd type="none" w="med" len="med"/>
              </a:ln>
            </p:spPr>
            <p:txBody>
              <a:bodyPr/>
              <a:p>
                <a:pPr marL="914400" lvl="0" indent="-340995" algn="ctr" fontAlgn="base">
                  <a:lnSpc>
                    <a:spcPct val="120000"/>
                  </a:lnSpc>
                  <a:buClr>
                    <a:schemeClr val="tx2"/>
                  </a:buClr>
                  <a:buSzPct val="95000"/>
                  <a:buFont typeface="Wingdings" panose="05000000000000000000" pitchFamily="2" charset="2"/>
                  <a:buBlip>
                    <a:blip r:embed="rId1"/>
                  </a:buBlip>
                </a:pPr>
                <a:endParaRPr sz="1400" b="1" strike="noStrike" noProof="1">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101456" name="文本框 85072"/>
              <p:cNvSpPr txBox="1"/>
              <p:nvPr/>
            </p:nvSpPr>
            <p:spPr>
              <a:xfrm>
                <a:off x="0" y="0"/>
                <a:ext cx="710" cy="324"/>
              </a:xfrm>
              <a:prstGeom prst="rect">
                <a:avLst/>
              </a:prstGeom>
              <a:noFill/>
              <a:ln w="9525">
                <a:noFill/>
                <a:miter/>
              </a:ln>
            </p:spPr>
            <p:txBody>
              <a:bodyPr anchor="t"/>
              <a:p>
                <a:pPr lvl="0" algn="just">
                  <a:buClr>
                    <a:srgbClr val="000000"/>
                  </a:buClr>
                </a:pPr>
                <a:r>
                  <a:rPr lang="en-US" altLang="zh-CN">
                    <a:solidFill>
                      <a:schemeClr val="tx1"/>
                    </a:solidFill>
                    <a:latin typeface="Times New Roman" panose="02020603050405020304" charset="0"/>
                    <a:ea typeface="宋体" panose="02010600030101010101" pitchFamily="2" charset="-122"/>
                  </a:rPr>
                  <a:t>B</a:t>
                </a:r>
                <a:r>
                  <a:rPr lang="en-US" altLang="zh-CN" baseline="-25000">
                    <a:solidFill>
                      <a:schemeClr val="tx1"/>
                    </a:solidFill>
                    <a:latin typeface="Times New Roman" panose="02020603050405020304" charset="0"/>
                    <a:ea typeface="宋体" panose="02010600030101010101" pitchFamily="2" charset="-122"/>
                  </a:rPr>
                  <a:t>2</a:t>
                </a:r>
                <a:r>
                  <a:rPr lang="zh-CN" altLang="en-US">
                    <a:solidFill>
                      <a:schemeClr val="tx1"/>
                    </a:solidFill>
                    <a:latin typeface="Times New Roman" panose="02020603050405020304" charset="0"/>
                    <a:ea typeface="宋体" panose="02010600030101010101" pitchFamily="2" charset="-122"/>
                  </a:rPr>
                  <a:t>数据文件</a:t>
                </a:r>
                <a:endParaRPr lang="zh-CN" altLang="en-US">
                  <a:solidFill>
                    <a:schemeClr val="tx1"/>
                  </a:solidFill>
                  <a:latin typeface="Times New Roman" panose="02020603050405020304" charset="0"/>
                  <a:ea typeface="宋体" panose="02010600030101010101" pitchFamily="2" charset="-122"/>
                </a:endParaRPr>
              </a:p>
              <a:p>
                <a:pPr lvl="0" algn="just">
                  <a:buClr>
                    <a:srgbClr val="000000"/>
                  </a:buClr>
                </a:pPr>
                <a:r>
                  <a:rPr lang="zh-CN" altLang="en-US">
                    <a:solidFill>
                      <a:schemeClr val="tx1"/>
                    </a:solidFill>
                    <a:latin typeface="Times New Roman" panose="02020603050405020304" charset="0"/>
                    <a:ea typeface="宋体" panose="02010600030101010101" pitchFamily="2" charset="-122"/>
                  </a:rPr>
                  <a:t>     </a:t>
                </a:r>
                <a:r>
                  <a:rPr lang="en-US" altLang="zh-CN">
                    <a:solidFill>
                      <a:schemeClr val="tx1"/>
                    </a:solidFill>
                    <a:latin typeface="Times New Roman" panose="02020603050405020304" charset="0"/>
                    <a:ea typeface="宋体" panose="02010600030101010101" pitchFamily="2" charset="-122"/>
                  </a:rPr>
                  <a:t>i</a:t>
                </a:r>
                <a:r>
                  <a:rPr lang="zh-CN" altLang="en-US">
                    <a:solidFill>
                      <a:schemeClr val="tx1"/>
                    </a:solidFill>
                    <a:latin typeface="Times New Roman" panose="02020603050405020304" charset="0"/>
                    <a:ea typeface="宋体" panose="02010600030101010101" pitchFamily="2" charset="-122"/>
                  </a:rPr>
                  <a:t>节点</a:t>
                </a:r>
                <a:endParaRPr lang="zh-CN" altLang="en-US">
                  <a:solidFill>
                    <a:schemeClr val="tx1"/>
                  </a:solidFill>
                  <a:latin typeface="Times New Roman" panose="02020603050405020304" charset="0"/>
                  <a:ea typeface="宋体" panose="02010600030101010101" pitchFamily="2" charset="-122"/>
                </a:endParaRPr>
              </a:p>
            </p:txBody>
          </p:sp>
          <p:sp>
            <p:nvSpPr>
              <p:cNvPr id="101457" name="直接连接符 85073"/>
              <p:cNvSpPr/>
              <p:nvPr/>
            </p:nvSpPr>
            <p:spPr>
              <a:xfrm>
                <a:off x="13" y="456"/>
                <a:ext cx="603" cy="0"/>
              </a:xfrm>
              <a:prstGeom prst="line">
                <a:avLst/>
              </a:prstGeom>
              <a:ln w="12700"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101458" name="直接连接符 85074"/>
              <p:cNvSpPr/>
              <p:nvPr/>
            </p:nvSpPr>
            <p:spPr>
              <a:xfrm>
                <a:off x="4" y="621"/>
                <a:ext cx="603" cy="0"/>
              </a:xfrm>
              <a:prstGeom prst="line">
                <a:avLst/>
              </a:prstGeom>
              <a:ln w="12700"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101459" name="直接连接符 85075"/>
              <p:cNvSpPr/>
              <p:nvPr/>
            </p:nvSpPr>
            <p:spPr>
              <a:xfrm>
                <a:off x="13" y="784"/>
                <a:ext cx="603" cy="0"/>
              </a:xfrm>
              <a:prstGeom prst="line">
                <a:avLst/>
              </a:prstGeom>
              <a:ln w="12700"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101460" name="文本框 85076"/>
              <p:cNvSpPr txBox="1"/>
              <p:nvPr/>
            </p:nvSpPr>
            <p:spPr>
              <a:xfrm>
                <a:off x="208" y="258"/>
                <a:ext cx="240" cy="240"/>
              </a:xfrm>
              <a:prstGeom prst="rect">
                <a:avLst/>
              </a:prstGeom>
              <a:noFill/>
              <a:ln w="9525">
                <a:noFill/>
                <a:miter/>
              </a:ln>
            </p:spPr>
            <p:txBody>
              <a:bodyPr anchor="t"/>
              <a:p>
                <a:pPr lvl="0" algn="just">
                  <a:lnSpc>
                    <a:spcPct val="120000"/>
                  </a:lnSpc>
                  <a:buClr>
                    <a:srgbClr val="000000"/>
                  </a:buClr>
                </a:pPr>
                <a:r>
                  <a:rPr lang="en-US" altLang="zh-CN" b="0">
                    <a:solidFill>
                      <a:schemeClr val="tx1"/>
                    </a:solidFill>
                    <a:latin typeface="Times New Roman" panose="02020603050405020304" charset="0"/>
                    <a:ea typeface="宋体" panose="02010600030101010101" pitchFamily="2" charset="-122"/>
                    <a:sym typeface="MT Extra" panose="05050102010205020202" pitchFamily="2" charset="2"/>
                  </a:rPr>
                  <a:t>...</a:t>
                </a:r>
                <a:endParaRPr lang="en-US" altLang="zh-CN" b="0">
                  <a:solidFill>
                    <a:schemeClr val="tx1"/>
                  </a:solidFill>
                  <a:latin typeface="Times New Roman" panose="02020603050405020304" charset="0"/>
                  <a:ea typeface="宋体" panose="02010600030101010101" pitchFamily="2" charset="-122"/>
                  <a:sym typeface="MT Extra" panose="05050102010205020202" pitchFamily="2" charset="2"/>
                </a:endParaRPr>
              </a:p>
            </p:txBody>
          </p:sp>
          <p:sp>
            <p:nvSpPr>
              <p:cNvPr id="101461" name="文本框 85077"/>
              <p:cNvSpPr txBox="1"/>
              <p:nvPr/>
            </p:nvSpPr>
            <p:spPr>
              <a:xfrm>
                <a:off x="208" y="742"/>
                <a:ext cx="240" cy="240"/>
              </a:xfrm>
              <a:prstGeom prst="rect">
                <a:avLst/>
              </a:prstGeom>
              <a:noFill/>
              <a:ln w="9525">
                <a:noFill/>
                <a:miter/>
              </a:ln>
            </p:spPr>
            <p:txBody>
              <a:bodyPr anchor="t"/>
              <a:p>
                <a:pPr lvl="0" algn="just">
                  <a:lnSpc>
                    <a:spcPct val="120000"/>
                  </a:lnSpc>
                  <a:buClr>
                    <a:srgbClr val="000000"/>
                  </a:buClr>
                </a:pPr>
                <a:r>
                  <a:rPr lang="en-US" altLang="zh-CN" b="0">
                    <a:solidFill>
                      <a:schemeClr val="tx1"/>
                    </a:solidFill>
                    <a:latin typeface="Times New Roman" panose="02020603050405020304" charset="0"/>
                    <a:ea typeface="宋体" panose="02010600030101010101" pitchFamily="2" charset="-122"/>
                    <a:sym typeface="MT Extra" panose="05050102010205020202" pitchFamily="2" charset="2"/>
                  </a:rPr>
                  <a:t>...</a:t>
                </a:r>
                <a:endParaRPr lang="en-US" altLang="zh-CN" b="0">
                  <a:solidFill>
                    <a:schemeClr val="tx1"/>
                  </a:solidFill>
                  <a:latin typeface="Times New Roman" panose="02020603050405020304" charset="0"/>
                  <a:ea typeface="宋体" panose="02010600030101010101" pitchFamily="2" charset="-122"/>
                  <a:sym typeface="MT Extra" panose="05050102010205020202" pitchFamily="2" charset="2"/>
                </a:endParaRPr>
              </a:p>
            </p:txBody>
          </p:sp>
          <p:sp>
            <p:nvSpPr>
              <p:cNvPr id="101462" name="文本框 85078"/>
              <p:cNvSpPr txBox="1"/>
              <p:nvPr/>
            </p:nvSpPr>
            <p:spPr>
              <a:xfrm>
                <a:off x="36" y="406"/>
                <a:ext cx="567" cy="234"/>
              </a:xfrm>
              <a:prstGeom prst="rect">
                <a:avLst/>
              </a:prstGeom>
              <a:noFill/>
              <a:ln w="9525">
                <a:noFill/>
                <a:miter/>
              </a:ln>
            </p:spPr>
            <p:txBody>
              <a:bodyPr anchor="t"/>
              <a:p>
                <a:pPr lvl="0" algn="just">
                  <a:lnSpc>
                    <a:spcPct val="120000"/>
                  </a:lnSpc>
                  <a:buClr>
                    <a:srgbClr val="000000"/>
                  </a:buClr>
                </a:pPr>
                <a:r>
                  <a:rPr lang="en-US" altLang="zh-CN" b="0">
                    <a:solidFill>
                      <a:schemeClr val="tx1"/>
                    </a:solidFill>
                    <a:latin typeface="Times New Roman" panose="02020603050405020304" charset="0"/>
                    <a:ea typeface="宋体" panose="02010600030101010101" pitchFamily="2" charset="-122"/>
                  </a:rPr>
                  <a:t>i_addr[0]</a:t>
                </a:r>
                <a:endParaRPr lang="en-US" altLang="zh-CN" b="0">
                  <a:solidFill>
                    <a:schemeClr val="tx1"/>
                  </a:solidFill>
                  <a:latin typeface="Times New Roman" panose="02020603050405020304" charset="0"/>
                  <a:ea typeface="宋体" panose="02010600030101010101" pitchFamily="2" charset="-122"/>
                </a:endParaRPr>
              </a:p>
            </p:txBody>
          </p:sp>
          <p:sp>
            <p:nvSpPr>
              <p:cNvPr id="101463" name="文本框 85079"/>
              <p:cNvSpPr txBox="1"/>
              <p:nvPr/>
            </p:nvSpPr>
            <p:spPr>
              <a:xfrm>
                <a:off x="33" y="570"/>
                <a:ext cx="567" cy="234"/>
              </a:xfrm>
              <a:prstGeom prst="rect">
                <a:avLst/>
              </a:prstGeom>
              <a:noFill/>
              <a:ln w="9525">
                <a:noFill/>
                <a:miter/>
              </a:ln>
            </p:spPr>
            <p:txBody>
              <a:bodyPr anchor="t"/>
              <a:p>
                <a:pPr lvl="0" algn="just">
                  <a:lnSpc>
                    <a:spcPct val="120000"/>
                  </a:lnSpc>
                  <a:buClr>
                    <a:srgbClr val="000000"/>
                  </a:buClr>
                </a:pPr>
                <a:r>
                  <a:rPr lang="en-US" altLang="zh-CN" b="0">
                    <a:solidFill>
                      <a:schemeClr val="tx1"/>
                    </a:solidFill>
                    <a:latin typeface="Times New Roman" panose="02020603050405020304" charset="0"/>
                    <a:ea typeface="宋体" panose="02010600030101010101" pitchFamily="2" charset="-122"/>
                  </a:rPr>
                  <a:t>i_addr[1]</a:t>
                </a:r>
                <a:endParaRPr lang="en-US" altLang="zh-CN" b="0">
                  <a:solidFill>
                    <a:schemeClr val="tx1"/>
                  </a:solidFill>
                  <a:latin typeface="Times New Roman" panose="02020603050405020304" charset="0"/>
                  <a:ea typeface="宋体" panose="02010600030101010101" pitchFamily="2" charset="-122"/>
                </a:endParaRPr>
              </a:p>
            </p:txBody>
          </p:sp>
        </p:grpSp>
        <p:sp>
          <p:nvSpPr>
            <p:cNvPr id="101464" name="直接连接符 85080"/>
            <p:cNvSpPr/>
            <p:nvPr/>
          </p:nvSpPr>
          <p:spPr>
            <a:xfrm flipV="1">
              <a:off x="3372" y="309"/>
              <a:ext cx="256" cy="220"/>
            </a:xfrm>
            <a:prstGeom prst="line">
              <a:avLst/>
            </a:prstGeom>
            <a:ln w="9525" cap="flat" cmpd="sng">
              <a:solidFill>
                <a:schemeClr val="tx1"/>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101465" name="文本框 85081"/>
            <p:cNvSpPr txBox="1"/>
            <p:nvPr/>
          </p:nvSpPr>
          <p:spPr>
            <a:xfrm>
              <a:off x="4442" y="390"/>
              <a:ext cx="375" cy="170"/>
            </a:xfrm>
            <a:prstGeom prst="rect">
              <a:avLst/>
            </a:prstGeom>
            <a:noFill/>
            <a:ln w="12700" cap="flat" cmpd="sng">
              <a:solidFill>
                <a:schemeClr val="tx1"/>
              </a:solidFill>
              <a:prstDash val="solid"/>
              <a:miter/>
              <a:headEnd type="none" w="med" len="med"/>
              <a:tailEnd type="none" w="med" len="med"/>
            </a:ln>
          </p:spPr>
          <p:txBody>
            <a:bodyPr anchor="t"/>
            <a:p>
              <a:pPr lvl="0" algn="just">
                <a:lnSpc>
                  <a:spcPct val="120000"/>
                </a:lnSpc>
                <a:buClr>
                  <a:srgbClr val="000000"/>
                </a:buClr>
              </a:pPr>
              <a:endParaRPr b="0">
                <a:solidFill>
                  <a:schemeClr val="tx1"/>
                </a:solidFill>
                <a:latin typeface="Times New Roman" panose="02020603050405020304" charset="0"/>
                <a:ea typeface="宋体" panose="02010600030101010101" pitchFamily="2" charset="-122"/>
              </a:endParaRPr>
            </a:p>
          </p:txBody>
        </p:sp>
        <p:sp>
          <p:nvSpPr>
            <p:cNvPr id="101466" name="文本框 85082"/>
            <p:cNvSpPr txBox="1"/>
            <p:nvPr/>
          </p:nvSpPr>
          <p:spPr>
            <a:xfrm>
              <a:off x="4442" y="710"/>
              <a:ext cx="375" cy="170"/>
            </a:xfrm>
            <a:prstGeom prst="rect">
              <a:avLst/>
            </a:prstGeom>
            <a:noFill/>
            <a:ln w="12700" cap="flat" cmpd="sng">
              <a:solidFill>
                <a:schemeClr val="tx1"/>
              </a:solidFill>
              <a:prstDash val="solid"/>
              <a:miter/>
              <a:headEnd type="none" w="med" len="med"/>
              <a:tailEnd type="none" w="med" len="med"/>
            </a:ln>
          </p:spPr>
          <p:txBody>
            <a:bodyPr anchor="t"/>
            <a:p>
              <a:pPr lvl="0" algn="just">
                <a:lnSpc>
                  <a:spcPct val="120000"/>
                </a:lnSpc>
                <a:buClr>
                  <a:srgbClr val="000000"/>
                </a:buClr>
              </a:pPr>
              <a:endParaRPr b="0">
                <a:solidFill>
                  <a:schemeClr val="tx1"/>
                </a:solidFill>
                <a:latin typeface="Times New Roman" panose="02020603050405020304" charset="0"/>
                <a:ea typeface="宋体" panose="02010600030101010101" pitchFamily="2" charset="-122"/>
              </a:endParaRPr>
            </a:p>
          </p:txBody>
        </p:sp>
        <p:sp>
          <p:nvSpPr>
            <p:cNvPr id="101467" name="直接连接符 85083"/>
            <p:cNvSpPr/>
            <p:nvPr/>
          </p:nvSpPr>
          <p:spPr>
            <a:xfrm flipV="1">
              <a:off x="4240" y="391"/>
              <a:ext cx="192" cy="147"/>
            </a:xfrm>
            <a:prstGeom prst="line">
              <a:avLst/>
            </a:prstGeom>
            <a:ln w="9525" cap="flat" cmpd="sng">
              <a:solidFill>
                <a:schemeClr val="tx1"/>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101468" name="直接连接符 85084"/>
            <p:cNvSpPr/>
            <p:nvPr/>
          </p:nvSpPr>
          <p:spPr>
            <a:xfrm>
              <a:off x="4232" y="712"/>
              <a:ext cx="201" cy="0"/>
            </a:xfrm>
            <a:prstGeom prst="line">
              <a:avLst/>
            </a:prstGeom>
            <a:ln w="9525" cap="flat" cmpd="sng">
              <a:solidFill>
                <a:schemeClr val="tx1"/>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101469" name="直接连接符 85085"/>
            <p:cNvSpPr/>
            <p:nvPr/>
          </p:nvSpPr>
          <p:spPr>
            <a:xfrm>
              <a:off x="3362" y="831"/>
              <a:ext cx="265" cy="604"/>
            </a:xfrm>
            <a:prstGeom prst="line">
              <a:avLst/>
            </a:prstGeom>
            <a:ln w="9525" cap="flat" cmpd="sng">
              <a:solidFill>
                <a:schemeClr val="tx1"/>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101470" name="直接连接符 85086"/>
            <p:cNvSpPr/>
            <p:nvPr/>
          </p:nvSpPr>
          <p:spPr>
            <a:xfrm>
              <a:off x="3390" y="1490"/>
              <a:ext cx="227" cy="0"/>
            </a:xfrm>
            <a:prstGeom prst="line">
              <a:avLst/>
            </a:prstGeom>
            <a:ln w="9525" cap="flat" cmpd="sng">
              <a:solidFill>
                <a:schemeClr val="tx1"/>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101471" name="文本框 85087"/>
            <p:cNvSpPr txBox="1"/>
            <p:nvPr/>
          </p:nvSpPr>
          <p:spPr>
            <a:xfrm>
              <a:off x="4442" y="1497"/>
              <a:ext cx="375" cy="170"/>
            </a:xfrm>
            <a:prstGeom prst="rect">
              <a:avLst/>
            </a:prstGeom>
            <a:noFill/>
            <a:ln w="12700" cap="flat" cmpd="sng">
              <a:solidFill>
                <a:schemeClr val="tx1"/>
              </a:solidFill>
              <a:prstDash val="solid"/>
              <a:miter/>
              <a:headEnd type="none" w="med" len="med"/>
              <a:tailEnd type="none" w="med" len="med"/>
            </a:ln>
          </p:spPr>
          <p:txBody>
            <a:bodyPr anchor="t"/>
            <a:p>
              <a:pPr lvl="0" algn="just">
                <a:lnSpc>
                  <a:spcPct val="120000"/>
                </a:lnSpc>
                <a:buClr>
                  <a:srgbClr val="000000"/>
                </a:buClr>
              </a:pPr>
              <a:endParaRPr b="0">
                <a:solidFill>
                  <a:schemeClr val="tx1"/>
                </a:solidFill>
                <a:latin typeface="Times New Roman" panose="02020603050405020304" charset="0"/>
                <a:ea typeface="宋体" panose="02010600030101010101" pitchFamily="2" charset="-122"/>
              </a:endParaRPr>
            </a:p>
          </p:txBody>
        </p:sp>
        <p:sp>
          <p:nvSpPr>
            <p:cNvPr id="101472" name="文本框 85088"/>
            <p:cNvSpPr txBox="1"/>
            <p:nvPr/>
          </p:nvSpPr>
          <p:spPr>
            <a:xfrm>
              <a:off x="4442" y="1925"/>
              <a:ext cx="375" cy="170"/>
            </a:xfrm>
            <a:prstGeom prst="rect">
              <a:avLst/>
            </a:prstGeom>
            <a:noFill/>
            <a:ln w="12700" cap="flat" cmpd="sng">
              <a:solidFill>
                <a:schemeClr val="tx1"/>
              </a:solidFill>
              <a:prstDash val="solid"/>
              <a:miter/>
              <a:headEnd type="none" w="med" len="med"/>
              <a:tailEnd type="none" w="med" len="med"/>
            </a:ln>
          </p:spPr>
          <p:txBody>
            <a:bodyPr anchor="t"/>
            <a:p>
              <a:pPr lvl="0" algn="just">
                <a:lnSpc>
                  <a:spcPct val="120000"/>
                </a:lnSpc>
                <a:buClr>
                  <a:srgbClr val="000000"/>
                </a:buClr>
              </a:pPr>
              <a:endParaRPr b="0">
                <a:solidFill>
                  <a:schemeClr val="tx1"/>
                </a:solidFill>
                <a:latin typeface="Times New Roman" panose="02020603050405020304" charset="0"/>
                <a:ea typeface="宋体" panose="02010600030101010101" pitchFamily="2" charset="-122"/>
              </a:endParaRPr>
            </a:p>
          </p:txBody>
        </p:sp>
        <p:sp>
          <p:nvSpPr>
            <p:cNvPr id="85090" name="矩形 85089"/>
            <p:cNvSpPr/>
            <p:nvPr/>
          </p:nvSpPr>
          <p:spPr>
            <a:xfrm>
              <a:off x="3627" y="1427"/>
              <a:ext cx="605" cy="754"/>
            </a:xfrm>
            <a:prstGeom prst="rect">
              <a:avLst/>
            </a:prstGeom>
            <a:solidFill>
              <a:schemeClr val="bg1"/>
            </a:solidFill>
            <a:ln w="12700" cap="flat" cmpd="sng">
              <a:solidFill>
                <a:srgbClr val="000000"/>
              </a:solidFill>
              <a:prstDash val="solid"/>
              <a:miter/>
              <a:headEnd type="none" w="med" len="med"/>
              <a:tailEnd type="none" w="med" len="med"/>
            </a:ln>
          </p:spPr>
          <p:txBody>
            <a:bodyPr/>
            <a:p>
              <a:pPr marL="914400" lvl="0" indent="-340995" algn="ctr" fontAlgn="base">
                <a:lnSpc>
                  <a:spcPct val="120000"/>
                </a:lnSpc>
                <a:buClr>
                  <a:schemeClr val="tx2"/>
                </a:buClr>
                <a:buSzPct val="95000"/>
                <a:buFont typeface="Wingdings" panose="05000000000000000000" pitchFamily="2" charset="2"/>
                <a:buBlip>
                  <a:blip r:embed="rId1"/>
                </a:buBlip>
              </a:pPr>
              <a:endParaRPr sz="1400" b="1" strike="noStrike" noProof="1">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101474" name="文本框 85090"/>
            <p:cNvSpPr txBox="1"/>
            <p:nvPr/>
          </p:nvSpPr>
          <p:spPr>
            <a:xfrm>
              <a:off x="3565" y="1110"/>
              <a:ext cx="756" cy="324"/>
            </a:xfrm>
            <a:prstGeom prst="rect">
              <a:avLst/>
            </a:prstGeom>
            <a:noFill/>
            <a:ln w="9525">
              <a:noFill/>
              <a:miter/>
            </a:ln>
          </p:spPr>
          <p:txBody>
            <a:bodyPr anchor="t"/>
            <a:p>
              <a:pPr lvl="0" algn="just">
                <a:buClr>
                  <a:srgbClr val="000000"/>
                </a:buClr>
              </a:pPr>
              <a:r>
                <a:rPr lang="en-US" altLang="zh-CN" b="0">
                  <a:solidFill>
                    <a:schemeClr val="tx1"/>
                  </a:solidFill>
                  <a:latin typeface="Times New Roman" panose="02020603050405020304" charset="0"/>
                  <a:ea typeface="宋体" panose="02010600030101010101" pitchFamily="2" charset="-122"/>
                </a:rPr>
                <a:t> </a:t>
              </a:r>
              <a:r>
                <a:rPr lang="en-US" altLang="zh-CN">
                  <a:solidFill>
                    <a:schemeClr val="tx1"/>
                  </a:solidFill>
                  <a:latin typeface="Times New Roman" panose="02020603050405020304" charset="0"/>
                  <a:ea typeface="宋体" panose="02010600030101010101" pitchFamily="2" charset="-122"/>
                </a:rPr>
                <a:t>B</a:t>
              </a:r>
              <a:r>
                <a:rPr lang="en-US" altLang="zh-CN" baseline="-25000">
                  <a:solidFill>
                    <a:schemeClr val="tx1"/>
                  </a:solidFill>
                  <a:latin typeface="Times New Roman" panose="02020603050405020304" charset="0"/>
                  <a:ea typeface="宋体" panose="02010600030101010101" pitchFamily="2" charset="-122"/>
                </a:rPr>
                <a:t>31</a:t>
              </a:r>
              <a:r>
                <a:rPr lang="en-US" altLang="zh-CN">
                  <a:solidFill>
                    <a:schemeClr val="tx1"/>
                  </a:solidFill>
                  <a:latin typeface="Times New Roman" panose="02020603050405020304" charset="0"/>
                  <a:ea typeface="宋体" panose="02010600030101010101" pitchFamily="2" charset="-122"/>
                </a:rPr>
                <a:t>,BX</a:t>
              </a:r>
              <a:r>
                <a:rPr lang="en-US" altLang="zh-CN" baseline="-25000">
                  <a:solidFill>
                    <a:schemeClr val="tx1"/>
                  </a:solidFill>
                  <a:latin typeface="Times New Roman" panose="02020603050405020304" charset="0"/>
                  <a:ea typeface="宋体" panose="02010600030101010101" pitchFamily="2" charset="-122"/>
                </a:rPr>
                <a:t>0</a:t>
              </a:r>
              <a:r>
                <a:rPr lang="zh-CN" altLang="en-US">
                  <a:solidFill>
                    <a:schemeClr val="tx1"/>
                  </a:solidFill>
                  <a:latin typeface="Times New Roman" panose="02020603050405020304" charset="0"/>
                  <a:ea typeface="宋体" panose="02010600030101010101" pitchFamily="2" charset="-122"/>
                </a:rPr>
                <a:t>数据  </a:t>
              </a:r>
              <a:endParaRPr lang="zh-CN" altLang="en-US">
                <a:solidFill>
                  <a:schemeClr val="tx1"/>
                </a:solidFill>
                <a:latin typeface="Times New Roman" panose="02020603050405020304" charset="0"/>
                <a:ea typeface="宋体" panose="02010600030101010101" pitchFamily="2" charset="-122"/>
              </a:endParaRPr>
            </a:p>
            <a:p>
              <a:pPr lvl="0" algn="just">
                <a:buClr>
                  <a:srgbClr val="000000"/>
                </a:buClr>
              </a:pPr>
              <a:r>
                <a:rPr lang="zh-CN" altLang="en-US">
                  <a:solidFill>
                    <a:schemeClr val="tx1"/>
                  </a:solidFill>
                  <a:latin typeface="Times New Roman" panose="02020603050405020304" charset="0"/>
                  <a:ea typeface="宋体" panose="02010600030101010101" pitchFamily="2" charset="-122"/>
                </a:rPr>
                <a:t>  文件</a:t>
              </a:r>
              <a:r>
                <a:rPr lang="en-US" altLang="zh-CN">
                  <a:solidFill>
                    <a:schemeClr val="tx1"/>
                  </a:solidFill>
                  <a:latin typeface="Times New Roman" panose="02020603050405020304" charset="0"/>
                  <a:ea typeface="宋体" panose="02010600030101010101" pitchFamily="2" charset="-122"/>
                </a:rPr>
                <a:t>i</a:t>
              </a:r>
              <a:r>
                <a:rPr lang="zh-CN" altLang="en-US">
                  <a:solidFill>
                    <a:schemeClr val="tx1"/>
                  </a:solidFill>
                  <a:latin typeface="Times New Roman" panose="02020603050405020304" charset="0"/>
                  <a:ea typeface="宋体" panose="02010600030101010101" pitchFamily="2" charset="-122"/>
                </a:rPr>
                <a:t>节点</a:t>
              </a:r>
              <a:endParaRPr lang="zh-CN" altLang="en-US">
                <a:solidFill>
                  <a:schemeClr val="tx1"/>
                </a:solidFill>
                <a:latin typeface="Times New Roman" panose="02020603050405020304" charset="0"/>
                <a:ea typeface="宋体" panose="02010600030101010101" pitchFamily="2" charset="-122"/>
              </a:endParaRPr>
            </a:p>
          </p:txBody>
        </p:sp>
        <p:sp>
          <p:nvSpPr>
            <p:cNvPr id="101475" name="直接连接符 85091"/>
            <p:cNvSpPr/>
            <p:nvPr/>
          </p:nvSpPr>
          <p:spPr>
            <a:xfrm>
              <a:off x="3632" y="1566"/>
              <a:ext cx="603" cy="0"/>
            </a:xfrm>
            <a:prstGeom prst="line">
              <a:avLst/>
            </a:prstGeom>
            <a:ln w="12700"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101476" name="直接连接符 85092"/>
            <p:cNvSpPr/>
            <p:nvPr/>
          </p:nvSpPr>
          <p:spPr>
            <a:xfrm>
              <a:off x="3623" y="1731"/>
              <a:ext cx="603" cy="0"/>
            </a:xfrm>
            <a:prstGeom prst="line">
              <a:avLst/>
            </a:prstGeom>
            <a:ln w="12700"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101477" name="直接连接符 85093"/>
            <p:cNvSpPr/>
            <p:nvPr/>
          </p:nvSpPr>
          <p:spPr>
            <a:xfrm>
              <a:off x="3632" y="1876"/>
              <a:ext cx="603" cy="0"/>
            </a:xfrm>
            <a:prstGeom prst="line">
              <a:avLst/>
            </a:prstGeom>
            <a:ln w="12700"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101478" name="文本框 85094"/>
            <p:cNvSpPr txBox="1"/>
            <p:nvPr/>
          </p:nvSpPr>
          <p:spPr>
            <a:xfrm>
              <a:off x="3827" y="1368"/>
              <a:ext cx="240" cy="240"/>
            </a:xfrm>
            <a:prstGeom prst="rect">
              <a:avLst/>
            </a:prstGeom>
            <a:noFill/>
            <a:ln w="9525">
              <a:noFill/>
              <a:miter/>
            </a:ln>
          </p:spPr>
          <p:txBody>
            <a:bodyPr anchor="t"/>
            <a:p>
              <a:pPr lvl="0" algn="just">
                <a:lnSpc>
                  <a:spcPct val="120000"/>
                </a:lnSpc>
                <a:buClr>
                  <a:srgbClr val="000000"/>
                </a:buClr>
              </a:pPr>
              <a:r>
                <a:rPr lang="en-US" altLang="zh-CN" b="0">
                  <a:solidFill>
                    <a:schemeClr val="tx1"/>
                  </a:solidFill>
                  <a:latin typeface="Times New Roman" panose="02020603050405020304" charset="0"/>
                  <a:ea typeface="宋体" panose="02010600030101010101" pitchFamily="2" charset="-122"/>
                  <a:sym typeface="MT Extra" panose="05050102010205020202" pitchFamily="2" charset="2"/>
                </a:rPr>
                <a:t>...</a:t>
              </a:r>
              <a:endParaRPr lang="en-US" altLang="zh-CN" b="0">
                <a:solidFill>
                  <a:schemeClr val="tx1"/>
                </a:solidFill>
                <a:latin typeface="Times New Roman" panose="02020603050405020304" charset="0"/>
                <a:ea typeface="宋体" panose="02010600030101010101" pitchFamily="2" charset="-122"/>
                <a:sym typeface="MT Extra" panose="05050102010205020202" pitchFamily="2" charset="2"/>
              </a:endParaRPr>
            </a:p>
          </p:txBody>
        </p:sp>
        <p:sp>
          <p:nvSpPr>
            <p:cNvPr id="101479" name="文本框 85095"/>
            <p:cNvSpPr txBox="1"/>
            <p:nvPr/>
          </p:nvSpPr>
          <p:spPr>
            <a:xfrm>
              <a:off x="3827" y="1681"/>
              <a:ext cx="240" cy="240"/>
            </a:xfrm>
            <a:prstGeom prst="rect">
              <a:avLst/>
            </a:prstGeom>
            <a:noFill/>
            <a:ln w="9525">
              <a:noFill/>
              <a:miter/>
            </a:ln>
          </p:spPr>
          <p:txBody>
            <a:bodyPr anchor="t"/>
            <a:p>
              <a:pPr lvl="0" algn="just">
                <a:lnSpc>
                  <a:spcPct val="120000"/>
                </a:lnSpc>
                <a:buClr>
                  <a:srgbClr val="000000"/>
                </a:buClr>
              </a:pPr>
              <a:r>
                <a:rPr lang="en-US" altLang="zh-CN" b="0">
                  <a:solidFill>
                    <a:schemeClr val="tx1"/>
                  </a:solidFill>
                  <a:latin typeface="Times New Roman" panose="02020603050405020304" charset="0"/>
                  <a:ea typeface="宋体" panose="02010600030101010101" pitchFamily="2" charset="-122"/>
                  <a:sym typeface="MT Extra" panose="05050102010205020202" pitchFamily="2" charset="2"/>
                </a:rPr>
                <a:t>...</a:t>
              </a:r>
              <a:endParaRPr lang="en-US" altLang="zh-CN" b="0">
                <a:solidFill>
                  <a:schemeClr val="tx1"/>
                </a:solidFill>
                <a:latin typeface="Times New Roman" panose="02020603050405020304" charset="0"/>
                <a:ea typeface="宋体" panose="02010600030101010101" pitchFamily="2" charset="-122"/>
                <a:sym typeface="MT Extra" panose="05050102010205020202" pitchFamily="2" charset="2"/>
              </a:endParaRPr>
            </a:p>
          </p:txBody>
        </p:sp>
        <p:sp>
          <p:nvSpPr>
            <p:cNvPr id="101480" name="文本框 85096"/>
            <p:cNvSpPr txBox="1"/>
            <p:nvPr/>
          </p:nvSpPr>
          <p:spPr>
            <a:xfrm>
              <a:off x="3655" y="1516"/>
              <a:ext cx="567" cy="234"/>
            </a:xfrm>
            <a:prstGeom prst="rect">
              <a:avLst/>
            </a:prstGeom>
            <a:noFill/>
            <a:ln w="9525">
              <a:noFill/>
              <a:miter/>
            </a:ln>
          </p:spPr>
          <p:txBody>
            <a:bodyPr anchor="t"/>
            <a:p>
              <a:pPr lvl="0" algn="just">
                <a:lnSpc>
                  <a:spcPct val="120000"/>
                </a:lnSpc>
                <a:buClr>
                  <a:srgbClr val="000000"/>
                </a:buClr>
              </a:pPr>
              <a:r>
                <a:rPr lang="en-US" altLang="zh-CN" b="0">
                  <a:solidFill>
                    <a:schemeClr val="tx1"/>
                  </a:solidFill>
                  <a:latin typeface="Times New Roman" panose="02020603050405020304" charset="0"/>
                  <a:ea typeface="宋体" panose="02010600030101010101" pitchFamily="2" charset="-122"/>
                </a:rPr>
                <a:t>i_addr[0]</a:t>
              </a:r>
              <a:endParaRPr lang="en-US" altLang="zh-CN" b="0">
                <a:solidFill>
                  <a:schemeClr val="tx1"/>
                </a:solidFill>
                <a:latin typeface="Times New Roman" panose="02020603050405020304" charset="0"/>
                <a:ea typeface="宋体" panose="02010600030101010101" pitchFamily="2" charset="-122"/>
              </a:endParaRPr>
            </a:p>
          </p:txBody>
        </p:sp>
        <p:sp>
          <p:nvSpPr>
            <p:cNvPr id="101481" name="文本框 85097"/>
            <p:cNvSpPr txBox="1"/>
            <p:nvPr/>
          </p:nvSpPr>
          <p:spPr>
            <a:xfrm>
              <a:off x="3671" y="1827"/>
              <a:ext cx="567" cy="234"/>
            </a:xfrm>
            <a:prstGeom prst="rect">
              <a:avLst/>
            </a:prstGeom>
            <a:noFill/>
            <a:ln w="9525">
              <a:noFill/>
              <a:miter/>
            </a:ln>
          </p:spPr>
          <p:txBody>
            <a:bodyPr anchor="t"/>
            <a:p>
              <a:pPr lvl="0" algn="just">
                <a:lnSpc>
                  <a:spcPct val="120000"/>
                </a:lnSpc>
                <a:buClr>
                  <a:srgbClr val="000000"/>
                </a:buClr>
              </a:pPr>
              <a:r>
                <a:rPr lang="en-US" altLang="zh-CN" b="0">
                  <a:solidFill>
                    <a:schemeClr val="tx1"/>
                  </a:solidFill>
                  <a:latin typeface="Times New Roman" panose="02020603050405020304" charset="0"/>
                  <a:ea typeface="宋体" panose="02010600030101010101" pitchFamily="2" charset="-122"/>
                </a:rPr>
                <a:t>i_addr[6]</a:t>
              </a:r>
              <a:endParaRPr lang="en-US" altLang="zh-CN" b="0">
                <a:solidFill>
                  <a:schemeClr val="tx1"/>
                </a:solidFill>
                <a:latin typeface="Times New Roman" panose="02020603050405020304" charset="0"/>
                <a:ea typeface="宋体" panose="02010600030101010101" pitchFamily="2" charset="-122"/>
              </a:endParaRPr>
            </a:p>
          </p:txBody>
        </p:sp>
        <p:sp>
          <p:nvSpPr>
            <p:cNvPr id="101482" name="文本框 85098"/>
            <p:cNvSpPr txBox="1"/>
            <p:nvPr/>
          </p:nvSpPr>
          <p:spPr>
            <a:xfrm>
              <a:off x="3823" y="945"/>
              <a:ext cx="240" cy="240"/>
            </a:xfrm>
            <a:prstGeom prst="rect">
              <a:avLst/>
            </a:prstGeom>
            <a:noFill/>
            <a:ln w="9525">
              <a:noFill/>
              <a:miter/>
            </a:ln>
          </p:spPr>
          <p:txBody>
            <a:bodyPr anchor="t"/>
            <a:p>
              <a:pPr lvl="0" algn="just">
                <a:lnSpc>
                  <a:spcPct val="120000"/>
                </a:lnSpc>
                <a:buClr>
                  <a:srgbClr val="000000"/>
                </a:buClr>
              </a:pPr>
              <a:r>
                <a:rPr lang="en-US" altLang="zh-CN" b="0">
                  <a:solidFill>
                    <a:schemeClr val="tx1"/>
                  </a:solidFill>
                  <a:latin typeface="Times New Roman" panose="02020603050405020304" charset="0"/>
                  <a:ea typeface="宋体" panose="02010600030101010101" pitchFamily="2" charset="-122"/>
                  <a:sym typeface="MT Extra" panose="05050102010205020202" pitchFamily="2" charset="2"/>
                </a:rPr>
                <a:t>...</a:t>
              </a:r>
              <a:endParaRPr lang="en-US" altLang="zh-CN" b="0">
                <a:solidFill>
                  <a:schemeClr val="tx1"/>
                </a:solidFill>
                <a:latin typeface="Times New Roman" panose="02020603050405020304" charset="0"/>
                <a:ea typeface="宋体" panose="02010600030101010101" pitchFamily="2" charset="-122"/>
                <a:sym typeface="MT Extra" panose="05050102010205020202" pitchFamily="2" charset="2"/>
              </a:endParaRPr>
            </a:p>
          </p:txBody>
        </p:sp>
        <p:sp>
          <p:nvSpPr>
            <p:cNvPr id="101483" name="直接连接符 85099"/>
            <p:cNvSpPr/>
            <p:nvPr/>
          </p:nvSpPr>
          <p:spPr>
            <a:xfrm>
              <a:off x="3614" y="2031"/>
              <a:ext cx="603" cy="0"/>
            </a:xfrm>
            <a:prstGeom prst="line">
              <a:avLst/>
            </a:prstGeom>
            <a:ln w="12700"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101484" name="直接连接符 85100"/>
            <p:cNvSpPr/>
            <p:nvPr/>
          </p:nvSpPr>
          <p:spPr>
            <a:xfrm flipV="1">
              <a:off x="4240" y="1488"/>
              <a:ext cx="192" cy="147"/>
            </a:xfrm>
            <a:prstGeom prst="line">
              <a:avLst/>
            </a:prstGeom>
            <a:ln w="9525" cap="flat" cmpd="sng">
              <a:solidFill>
                <a:schemeClr val="tx1"/>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101485" name="直接连接符 85101"/>
            <p:cNvSpPr/>
            <p:nvPr/>
          </p:nvSpPr>
          <p:spPr>
            <a:xfrm>
              <a:off x="4241" y="1928"/>
              <a:ext cx="201" cy="0"/>
            </a:xfrm>
            <a:prstGeom prst="line">
              <a:avLst/>
            </a:prstGeom>
            <a:ln w="9525" cap="flat" cmpd="sng">
              <a:solidFill>
                <a:schemeClr val="tx1"/>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85103" name="矩形 85102"/>
            <p:cNvSpPr/>
            <p:nvPr/>
          </p:nvSpPr>
          <p:spPr>
            <a:xfrm>
              <a:off x="3618" y="2653"/>
              <a:ext cx="605" cy="480"/>
            </a:xfrm>
            <a:prstGeom prst="rect">
              <a:avLst/>
            </a:prstGeom>
            <a:solidFill>
              <a:schemeClr val="bg1"/>
            </a:solidFill>
            <a:ln w="12700" cap="flat" cmpd="sng">
              <a:solidFill>
                <a:srgbClr val="000000"/>
              </a:solidFill>
              <a:prstDash val="solid"/>
              <a:miter/>
              <a:headEnd type="none" w="med" len="med"/>
              <a:tailEnd type="none" w="med" len="med"/>
            </a:ln>
          </p:spPr>
          <p:txBody>
            <a:bodyPr/>
            <a:p>
              <a:pPr marL="914400" lvl="0" indent="-340995" algn="ctr" fontAlgn="base">
                <a:lnSpc>
                  <a:spcPct val="120000"/>
                </a:lnSpc>
                <a:buClr>
                  <a:schemeClr val="tx2"/>
                </a:buClr>
                <a:buSzPct val="95000"/>
                <a:buFont typeface="Wingdings" panose="05000000000000000000" pitchFamily="2" charset="2"/>
                <a:buBlip>
                  <a:blip r:embed="rId1"/>
                </a:buBlip>
              </a:pPr>
              <a:endParaRPr sz="1400" b="1" strike="noStrike" noProof="1">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101487" name="文本框 85103"/>
            <p:cNvSpPr txBox="1"/>
            <p:nvPr/>
          </p:nvSpPr>
          <p:spPr>
            <a:xfrm>
              <a:off x="3610" y="2336"/>
              <a:ext cx="711" cy="324"/>
            </a:xfrm>
            <a:prstGeom prst="rect">
              <a:avLst/>
            </a:prstGeom>
            <a:noFill/>
            <a:ln w="9525">
              <a:noFill/>
              <a:miter/>
            </a:ln>
          </p:spPr>
          <p:txBody>
            <a:bodyPr anchor="t"/>
            <a:p>
              <a:pPr lvl="0" algn="just">
                <a:buClr>
                  <a:srgbClr val="000000"/>
                </a:buClr>
              </a:pPr>
              <a:r>
                <a:rPr lang="en-US" altLang="zh-CN" b="0">
                  <a:solidFill>
                    <a:schemeClr val="tx1"/>
                  </a:solidFill>
                  <a:latin typeface="Times New Roman" panose="02020603050405020304" charset="0"/>
                  <a:ea typeface="宋体" panose="02010600030101010101" pitchFamily="2" charset="-122"/>
                </a:rPr>
                <a:t> </a:t>
              </a:r>
              <a:r>
                <a:rPr lang="en-US" altLang="zh-CN">
                  <a:solidFill>
                    <a:schemeClr val="tx1"/>
                  </a:solidFill>
                  <a:latin typeface="Times New Roman" panose="02020603050405020304" charset="0"/>
                  <a:ea typeface="宋体" panose="02010600030101010101" pitchFamily="2" charset="-122"/>
                </a:rPr>
                <a:t>BX</a:t>
              </a:r>
              <a:r>
                <a:rPr lang="en-US" altLang="zh-CN" baseline="-25000">
                  <a:solidFill>
                    <a:schemeClr val="tx1"/>
                  </a:solidFill>
                  <a:latin typeface="Times New Roman" panose="02020603050405020304" charset="0"/>
                  <a:ea typeface="宋体" panose="02010600030101010101" pitchFamily="2" charset="-122"/>
                </a:rPr>
                <a:t>31</a:t>
              </a:r>
              <a:r>
                <a:rPr lang="zh-CN" altLang="en-US">
                  <a:solidFill>
                    <a:schemeClr val="tx1"/>
                  </a:solidFill>
                  <a:latin typeface="Times New Roman" panose="02020603050405020304" charset="0"/>
                  <a:ea typeface="宋体" panose="02010600030101010101" pitchFamily="2" charset="-122"/>
                </a:rPr>
                <a:t>数据</a:t>
              </a:r>
              <a:endParaRPr lang="zh-CN" altLang="en-US">
                <a:solidFill>
                  <a:schemeClr val="tx1"/>
                </a:solidFill>
                <a:latin typeface="Times New Roman" panose="02020603050405020304" charset="0"/>
                <a:ea typeface="宋体" panose="02010600030101010101" pitchFamily="2" charset="-122"/>
              </a:endParaRPr>
            </a:p>
            <a:p>
              <a:pPr lvl="0" algn="just">
                <a:buClr>
                  <a:srgbClr val="000000"/>
                </a:buClr>
              </a:pPr>
              <a:r>
                <a:rPr lang="zh-CN" altLang="en-US">
                  <a:solidFill>
                    <a:schemeClr val="tx1"/>
                  </a:solidFill>
                  <a:latin typeface="Times New Roman" panose="02020603050405020304" charset="0"/>
                  <a:ea typeface="宋体" panose="02010600030101010101" pitchFamily="2" charset="-122"/>
                </a:rPr>
                <a:t>文件</a:t>
              </a:r>
              <a:r>
                <a:rPr lang="en-US" altLang="zh-CN">
                  <a:solidFill>
                    <a:schemeClr val="tx1"/>
                  </a:solidFill>
                  <a:latin typeface="Times New Roman" panose="02020603050405020304" charset="0"/>
                  <a:ea typeface="宋体" panose="02010600030101010101" pitchFamily="2" charset="-122"/>
                </a:rPr>
                <a:t>i</a:t>
              </a:r>
              <a:r>
                <a:rPr lang="zh-CN" altLang="en-US">
                  <a:solidFill>
                    <a:schemeClr val="tx1"/>
                  </a:solidFill>
                  <a:latin typeface="Times New Roman" panose="02020603050405020304" charset="0"/>
                  <a:ea typeface="宋体" panose="02010600030101010101" pitchFamily="2" charset="-122"/>
                </a:rPr>
                <a:t>节点</a:t>
              </a:r>
              <a:endParaRPr lang="zh-CN" altLang="en-US">
                <a:solidFill>
                  <a:schemeClr val="tx1"/>
                </a:solidFill>
                <a:latin typeface="Times New Roman" panose="02020603050405020304" charset="0"/>
                <a:ea typeface="宋体" panose="02010600030101010101" pitchFamily="2" charset="-122"/>
              </a:endParaRPr>
            </a:p>
          </p:txBody>
        </p:sp>
        <p:sp>
          <p:nvSpPr>
            <p:cNvPr id="101488" name="直接连接符 85104"/>
            <p:cNvSpPr/>
            <p:nvPr/>
          </p:nvSpPr>
          <p:spPr>
            <a:xfrm>
              <a:off x="3623" y="2792"/>
              <a:ext cx="603" cy="0"/>
            </a:xfrm>
            <a:prstGeom prst="line">
              <a:avLst/>
            </a:prstGeom>
            <a:ln w="12700"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101489" name="直接连接符 85105"/>
            <p:cNvSpPr/>
            <p:nvPr/>
          </p:nvSpPr>
          <p:spPr>
            <a:xfrm>
              <a:off x="3614" y="2957"/>
              <a:ext cx="603" cy="0"/>
            </a:xfrm>
            <a:prstGeom prst="line">
              <a:avLst/>
            </a:prstGeom>
            <a:ln w="12700"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101490" name="文本框 85106"/>
            <p:cNvSpPr txBox="1"/>
            <p:nvPr/>
          </p:nvSpPr>
          <p:spPr>
            <a:xfrm>
              <a:off x="3818" y="2594"/>
              <a:ext cx="240" cy="240"/>
            </a:xfrm>
            <a:prstGeom prst="rect">
              <a:avLst/>
            </a:prstGeom>
            <a:noFill/>
            <a:ln w="9525">
              <a:noFill/>
              <a:miter/>
            </a:ln>
          </p:spPr>
          <p:txBody>
            <a:bodyPr anchor="t"/>
            <a:p>
              <a:pPr lvl="0" algn="just">
                <a:lnSpc>
                  <a:spcPct val="120000"/>
                </a:lnSpc>
                <a:buClr>
                  <a:srgbClr val="000000"/>
                </a:buClr>
              </a:pPr>
              <a:r>
                <a:rPr lang="en-US" altLang="zh-CN" b="0">
                  <a:solidFill>
                    <a:schemeClr val="tx1"/>
                  </a:solidFill>
                  <a:latin typeface="Times New Roman" panose="02020603050405020304" charset="0"/>
                  <a:ea typeface="宋体" panose="02010600030101010101" pitchFamily="2" charset="-122"/>
                  <a:sym typeface="MT Extra" panose="05050102010205020202" pitchFamily="2" charset="2"/>
                </a:rPr>
                <a:t>...</a:t>
              </a:r>
              <a:endParaRPr lang="en-US" altLang="zh-CN" b="0">
                <a:solidFill>
                  <a:schemeClr val="tx1"/>
                </a:solidFill>
                <a:latin typeface="Times New Roman" panose="02020603050405020304" charset="0"/>
                <a:ea typeface="宋体" panose="02010600030101010101" pitchFamily="2" charset="-122"/>
                <a:sym typeface="MT Extra" panose="05050102010205020202" pitchFamily="2" charset="2"/>
              </a:endParaRPr>
            </a:p>
          </p:txBody>
        </p:sp>
        <p:sp>
          <p:nvSpPr>
            <p:cNvPr id="101491" name="文本框 85107"/>
            <p:cNvSpPr txBox="1"/>
            <p:nvPr/>
          </p:nvSpPr>
          <p:spPr>
            <a:xfrm>
              <a:off x="3818" y="2934"/>
              <a:ext cx="240" cy="240"/>
            </a:xfrm>
            <a:prstGeom prst="rect">
              <a:avLst/>
            </a:prstGeom>
            <a:noFill/>
            <a:ln w="9525">
              <a:noFill/>
              <a:miter/>
            </a:ln>
          </p:spPr>
          <p:txBody>
            <a:bodyPr anchor="t"/>
            <a:p>
              <a:pPr lvl="0" algn="just">
                <a:lnSpc>
                  <a:spcPct val="120000"/>
                </a:lnSpc>
                <a:buClr>
                  <a:srgbClr val="000000"/>
                </a:buClr>
              </a:pPr>
              <a:r>
                <a:rPr lang="en-US" altLang="zh-CN" b="0">
                  <a:solidFill>
                    <a:schemeClr val="tx1"/>
                  </a:solidFill>
                  <a:latin typeface="Times New Roman" panose="02020603050405020304" charset="0"/>
                  <a:ea typeface="宋体" panose="02010600030101010101" pitchFamily="2" charset="-122"/>
                  <a:sym typeface="MT Extra" panose="05050102010205020202" pitchFamily="2" charset="2"/>
                </a:rPr>
                <a:t>...</a:t>
              </a:r>
              <a:endParaRPr lang="en-US" altLang="zh-CN" b="0">
                <a:solidFill>
                  <a:schemeClr val="tx1"/>
                </a:solidFill>
                <a:latin typeface="Times New Roman" panose="02020603050405020304" charset="0"/>
                <a:ea typeface="宋体" panose="02010600030101010101" pitchFamily="2" charset="-122"/>
                <a:sym typeface="MT Extra" panose="05050102010205020202" pitchFamily="2" charset="2"/>
              </a:endParaRPr>
            </a:p>
          </p:txBody>
        </p:sp>
        <p:sp>
          <p:nvSpPr>
            <p:cNvPr id="101492" name="文本框 85108"/>
            <p:cNvSpPr txBox="1"/>
            <p:nvPr/>
          </p:nvSpPr>
          <p:spPr>
            <a:xfrm>
              <a:off x="3646" y="2742"/>
              <a:ext cx="567" cy="234"/>
            </a:xfrm>
            <a:prstGeom prst="rect">
              <a:avLst/>
            </a:prstGeom>
            <a:noFill/>
            <a:ln w="9525">
              <a:noFill/>
              <a:miter/>
            </a:ln>
          </p:spPr>
          <p:txBody>
            <a:bodyPr anchor="t"/>
            <a:p>
              <a:pPr lvl="0" algn="just">
                <a:lnSpc>
                  <a:spcPct val="120000"/>
                </a:lnSpc>
                <a:buClr>
                  <a:srgbClr val="000000"/>
                </a:buClr>
              </a:pPr>
              <a:r>
                <a:rPr lang="en-US" altLang="zh-CN" b="0">
                  <a:solidFill>
                    <a:schemeClr val="tx1"/>
                  </a:solidFill>
                  <a:latin typeface="Times New Roman" panose="02020603050405020304" charset="0"/>
                  <a:ea typeface="宋体" panose="02010600030101010101" pitchFamily="2" charset="-122"/>
                </a:rPr>
                <a:t>i_addr[0]</a:t>
              </a:r>
              <a:endParaRPr lang="en-US" altLang="zh-CN" b="0">
                <a:solidFill>
                  <a:schemeClr val="tx1"/>
                </a:solidFill>
                <a:latin typeface="Times New Roman" panose="02020603050405020304" charset="0"/>
                <a:ea typeface="宋体" panose="02010600030101010101" pitchFamily="2" charset="-122"/>
              </a:endParaRPr>
            </a:p>
          </p:txBody>
        </p:sp>
        <p:sp>
          <p:nvSpPr>
            <p:cNvPr id="101493" name="文本框 85109"/>
            <p:cNvSpPr txBox="1"/>
            <p:nvPr/>
          </p:nvSpPr>
          <p:spPr>
            <a:xfrm>
              <a:off x="3814" y="2171"/>
              <a:ext cx="240" cy="240"/>
            </a:xfrm>
            <a:prstGeom prst="rect">
              <a:avLst/>
            </a:prstGeom>
            <a:noFill/>
            <a:ln w="9525">
              <a:noFill/>
              <a:miter/>
            </a:ln>
          </p:spPr>
          <p:txBody>
            <a:bodyPr anchor="t"/>
            <a:p>
              <a:pPr lvl="0" algn="just">
                <a:lnSpc>
                  <a:spcPct val="120000"/>
                </a:lnSpc>
                <a:buClr>
                  <a:srgbClr val="000000"/>
                </a:buClr>
              </a:pPr>
              <a:r>
                <a:rPr lang="en-US" altLang="zh-CN" b="0">
                  <a:solidFill>
                    <a:schemeClr val="tx1"/>
                  </a:solidFill>
                  <a:latin typeface="Times New Roman" panose="02020603050405020304" charset="0"/>
                  <a:ea typeface="宋体" panose="02010600030101010101" pitchFamily="2" charset="-122"/>
                  <a:sym typeface="MT Extra" panose="05050102010205020202" pitchFamily="2" charset="2"/>
                </a:rPr>
                <a:t>...</a:t>
              </a:r>
              <a:endParaRPr lang="en-US" altLang="zh-CN" b="0">
                <a:solidFill>
                  <a:schemeClr val="tx1"/>
                </a:solidFill>
                <a:latin typeface="Times New Roman" panose="02020603050405020304" charset="0"/>
                <a:ea typeface="宋体" panose="02010600030101010101" pitchFamily="2" charset="-122"/>
                <a:sym typeface="MT Extra" panose="05050102010205020202" pitchFamily="2" charset="2"/>
              </a:endParaRPr>
            </a:p>
          </p:txBody>
        </p:sp>
        <p:sp>
          <p:nvSpPr>
            <p:cNvPr id="101494" name="文本框 85110"/>
            <p:cNvSpPr txBox="1"/>
            <p:nvPr/>
          </p:nvSpPr>
          <p:spPr>
            <a:xfrm>
              <a:off x="4442" y="2829"/>
              <a:ext cx="375" cy="170"/>
            </a:xfrm>
            <a:prstGeom prst="rect">
              <a:avLst/>
            </a:prstGeom>
            <a:noFill/>
            <a:ln w="12700" cap="flat" cmpd="sng">
              <a:solidFill>
                <a:schemeClr val="tx1"/>
              </a:solidFill>
              <a:prstDash val="solid"/>
              <a:miter/>
              <a:headEnd type="none" w="med" len="med"/>
              <a:tailEnd type="none" w="med" len="med"/>
            </a:ln>
          </p:spPr>
          <p:txBody>
            <a:bodyPr anchor="t"/>
            <a:p>
              <a:pPr lvl="0" algn="just">
                <a:lnSpc>
                  <a:spcPct val="120000"/>
                </a:lnSpc>
                <a:buClr>
                  <a:srgbClr val="000000"/>
                </a:buClr>
              </a:pPr>
              <a:endParaRPr b="0">
                <a:solidFill>
                  <a:schemeClr val="tx1"/>
                </a:solidFill>
                <a:latin typeface="Times New Roman" panose="02020603050405020304" charset="0"/>
                <a:ea typeface="宋体" panose="02010600030101010101" pitchFamily="2" charset="-122"/>
              </a:endParaRPr>
            </a:p>
          </p:txBody>
        </p:sp>
        <p:sp>
          <p:nvSpPr>
            <p:cNvPr id="101495" name="直接连接符 85111"/>
            <p:cNvSpPr/>
            <p:nvPr/>
          </p:nvSpPr>
          <p:spPr>
            <a:xfrm>
              <a:off x="4232" y="2833"/>
              <a:ext cx="201" cy="0"/>
            </a:xfrm>
            <a:prstGeom prst="line">
              <a:avLst/>
            </a:prstGeom>
            <a:ln w="9525" cap="flat" cmpd="sng">
              <a:solidFill>
                <a:schemeClr val="tx1"/>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101496" name="直接连接符 85112"/>
            <p:cNvSpPr/>
            <p:nvPr/>
          </p:nvSpPr>
          <p:spPr>
            <a:xfrm>
              <a:off x="3389" y="1956"/>
              <a:ext cx="246" cy="722"/>
            </a:xfrm>
            <a:prstGeom prst="line">
              <a:avLst/>
            </a:prstGeom>
            <a:ln w="9525" cap="flat" cmpd="sng">
              <a:solidFill>
                <a:schemeClr val="tx1"/>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101497" name="文本框 85113"/>
            <p:cNvSpPr txBox="1"/>
            <p:nvPr/>
          </p:nvSpPr>
          <p:spPr>
            <a:xfrm>
              <a:off x="1912" y="3070"/>
              <a:ext cx="1314" cy="212"/>
            </a:xfrm>
            <a:prstGeom prst="rect">
              <a:avLst/>
            </a:prstGeom>
            <a:noFill/>
            <a:ln w="9525">
              <a:noFill/>
              <a:miter/>
            </a:ln>
          </p:spPr>
          <p:txBody>
            <a:bodyPr anchor="t">
              <a:spAutoFit/>
            </a:bodyPr>
            <a:p>
              <a:pPr lvl="0">
                <a:spcBef>
                  <a:spcPct val="30000"/>
                </a:spcBef>
                <a:buClr>
                  <a:srgbClr val="000000"/>
                </a:buClr>
              </a:pPr>
              <a:r>
                <a:rPr lang="en-US" altLang="zh-CN" sz="1600" b="0">
                  <a:solidFill>
                    <a:schemeClr val="tx1"/>
                  </a:solidFill>
                  <a:latin typeface="Times New Roman" panose="02020603050405020304" charset="0"/>
                  <a:ea typeface="宋体" panose="02010600030101010101" pitchFamily="2" charset="-122"/>
                </a:rPr>
                <a:t>UNIX</a:t>
              </a:r>
              <a:r>
                <a:rPr lang="zh-CN" altLang="en-US" sz="1600" b="0">
                  <a:solidFill>
                    <a:schemeClr val="tx1"/>
                  </a:solidFill>
                  <a:latin typeface="Times New Roman" panose="02020603050405020304" charset="0"/>
                  <a:ea typeface="宋体" panose="02010600030101010101" pitchFamily="2" charset="-122"/>
                </a:rPr>
                <a:t>树型</a:t>
              </a:r>
              <a:r>
                <a:rPr lang="zh-CN" altLang="en-US" sz="1600" b="0">
                  <a:solidFill>
                    <a:schemeClr val="tx1"/>
                  </a:solidFill>
                  <a:latin typeface="Arial" panose="02080604020202020204" pitchFamily="34" charset="0"/>
                  <a:ea typeface="宋体" panose="02010600030101010101" pitchFamily="2" charset="-122"/>
                </a:rPr>
                <a:t>目录结构</a:t>
              </a:r>
              <a:endParaRPr lang="zh-CN" altLang="en-US" sz="1600" b="0">
                <a:solidFill>
                  <a:schemeClr val="tx1"/>
                </a:solidFill>
                <a:latin typeface="Arial" panose="02080604020202020204" pitchFamily="34" charset="0"/>
                <a:ea typeface="宋体" panose="02010600030101010101" pitchFamily="2" charset="-122"/>
              </a:endParaRPr>
            </a:p>
          </p:txBody>
        </p:sp>
        <p:sp>
          <p:nvSpPr>
            <p:cNvPr id="101498" name="文本框 85114"/>
            <p:cNvSpPr txBox="1"/>
            <p:nvPr/>
          </p:nvSpPr>
          <p:spPr>
            <a:xfrm>
              <a:off x="4378" y="165"/>
              <a:ext cx="482" cy="232"/>
            </a:xfrm>
            <a:prstGeom prst="rect">
              <a:avLst/>
            </a:prstGeom>
            <a:noFill/>
            <a:ln w="9525">
              <a:noFill/>
              <a:miter/>
            </a:ln>
          </p:spPr>
          <p:txBody>
            <a:bodyPr anchor="t"/>
            <a:p>
              <a:pPr lvl="0" algn="just">
                <a:buClr>
                  <a:srgbClr val="000000"/>
                </a:buClr>
              </a:pPr>
              <a:r>
                <a:rPr lang="zh-CN" altLang="en-US">
                  <a:solidFill>
                    <a:schemeClr val="tx1"/>
                  </a:solidFill>
                  <a:latin typeface="Times New Roman" panose="02020603050405020304" charset="0"/>
                  <a:ea typeface="宋体" panose="02010600030101010101" pitchFamily="2" charset="-122"/>
                </a:rPr>
                <a:t>磁盘块</a:t>
              </a:r>
              <a:endParaRPr lang="zh-CN" altLang="en-US">
                <a:solidFill>
                  <a:schemeClr val="tx1"/>
                </a:solidFill>
                <a:latin typeface="Times New Roman" panose="02020603050405020304" charset="0"/>
                <a:ea typeface="宋体" panose="02010600030101010101" pitchFamily="2" charset="-122"/>
              </a:endParaRPr>
            </a:p>
          </p:txBody>
        </p:sp>
        <p:sp>
          <p:nvSpPr>
            <p:cNvPr id="101499" name="文本框 85115"/>
            <p:cNvSpPr txBox="1"/>
            <p:nvPr/>
          </p:nvSpPr>
          <p:spPr>
            <a:xfrm>
              <a:off x="2723" y="2789"/>
              <a:ext cx="482" cy="232"/>
            </a:xfrm>
            <a:prstGeom prst="rect">
              <a:avLst/>
            </a:prstGeom>
            <a:noFill/>
            <a:ln w="9525">
              <a:noFill/>
              <a:miter/>
            </a:ln>
          </p:spPr>
          <p:txBody>
            <a:bodyPr anchor="t"/>
            <a:p>
              <a:pPr lvl="0" algn="just">
                <a:buClr>
                  <a:srgbClr val="000000"/>
                </a:buClr>
              </a:pPr>
              <a:r>
                <a:rPr lang="zh-CN" altLang="en-US">
                  <a:solidFill>
                    <a:schemeClr val="tx1"/>
                  </a:solidFill>
                  <a:latin typeface="Times New Roman" panose="02020603050405020304" charset="0"/>
                  <a:ea typeface="宋体" panose="02010600030101010101" pitchFamily="2" charset="-122"/>
                </a:rPr>
                <a:t>磁盘块</a:t>
              </a:r>
              <a:endParaRPr lang="zh-CN" altLang="en-US">
                <a:solidFill>
                  <a:schemeClr val="tx1"/>
                </a:solidFill>
                <a:latin typeface="Times New Roman" panose="02020603050405020304" charset="0"/>
                <a:ea typeface="宋体" panose="02010600030101010101" pitchFamily="2" charset="-122"/>
              </a:endParaRPr>
            </a:p>
          </p:txBody>
        </p:sp>
      </p:grpSp>
      <p:sp>
        <p:nvSpPr>
          <p:cNvPr id="2" name="文本框 85113"/>
          <p:cNvSpPr txBox="1"/>
          <p:nvPr/>
        </p:nvSpPr>
        <p:spPr>
          <a:xfrm>
            <a:off x="476250" y="5441950"/>
            <a:ext cx="2366010" cy="1087755"/>
          </a:xfrm>
          <a:prstGeom prst="rect">
            <a:avLst/>
          </a:prstGeom>
          <a:noFill/>
          <a:ln w="9525">
            <a:noFill/>
            <a:miter/>
          </a:ln>
        </p:spPr>
        <p:txBody>
          <a:bodyPr wrap="square" anchor="t">
            <a:spAutoFit/>
          </a:bodyPr>
          <a:p>
            <a:pPr lvl="0">
              <a:spcBef>
                <a:spcPct val="30000"/>
              </a:spcBef>
              <a:buClr>
                <a:srgbClr val="000000"/>
              </a:buClr>
            </a:pPr>
            <a:r>
              <a:rPr lang="en-US" altLang="zh-CN" sz="1800">
                <a:solidFill>
                  <a:schemeClr val="tx1"/>
                </a:solidFill>
                <a:latin typeface="Arial" panose="02080604020202020204" pitchFamily="34" charset="0"/>
                <a:ea typeface="宋体" panose="02010600030101010101" pitchFamily="2" charset="-122"/>
              </a:rPr>
              <a:t>/A</a:t>
            </a:r>
            <a:r>
              <a:rPr lang="en-US" altLang="zh-CN" sz="1800" baseline="-25000">
                <a:solidFill>
                  <a:schemeClr val="tx1"/>
                </a:solidFill>
                <a:latin typeface="Arial" panose="02080604020202020204" pitchFamily="34" charset="0"/>
                <a:ea typeface="宋体" panose="02010600030101010101" pitchFamily="2" charset="-122"/>
              </a:rPr>
              <a:t>0</a:t>
            </a:r>
            <a:r>
              <a:rPr lang="en-US" altLang="zh-CN" sz="1800">
                <a:solidFill>
                  <a:schemeClr val="tx1"/>
                </a:solidFill>
                <a:latin typeface="Arial" panose="02080604020202020204" pitchFamily="34" charset="0"/>
                <a:ea typeface="宋体" panose="02010600030101010101" pitchFamily="2" charset="-122"/>
              </a:rPr>
              <a:t>/B</a:t>
            </a:r>
            <a:r>
              <a:rPr lang="en-US" altLang="zh-CN" sz="1800" baseline="-25000">
                <a:solidFill>
                  <a:schemeClr val="tx1"/>
                </a:solidFill>
                <a:latin typeface="Arial" panose="02080604020202020204" pitchFamily="34" charset="0"/>
                <a:ea typeface="宋体" panose="02010600030101010101" pitchFamily="2" charset="-122"/>
              </a:rPr>
              <a:t>2</a:t>
            </a:r>
            <a:endParaRPr lang="en-US" altLang="zh-CN" sz="1800">
              <a:solidFill>
                <a:schemeClr val="tx1"/>
              </a:solidFill>
              <a:latin typeface="Arial" panose="02080604020202020204" pitchFamily="34" charset="0"/>
              <a:ea typeface="宋体" panose="02010600030101010101" pitchFamily="2" charset="-122"/>
            </a:endParaRPr>
          </a:p>
          <a:p>
            <a:pPr lvl="0" algn="l">
              <a:spcBef>
                <a:spcPct val="30000"/>
              </a:spcBef>
              <a:buClr>
                <a:srgbClr val="000000"/>
              </a:buClr>
              <a:buSzTx/>
              <a:buFontTx/>
            </a:pPr>
            <a:r>
              <a:rPr lang="en-US" altLang="zh-CN" sz="1800">
                <a:solidFill>
                  <a:schemeClr val="tx1"/>
                </a:solidFill>
                <a:latin typeface="Arial" panose="02080604020202020204" pitchFamily="34" charset="0"/>
                <a:ea typeface="宋体" panose="02010600030101010101" pitchFamily="2" charset="-122"/>
                <a:cs typeface="+mn-ea"/>
              </a:rPr>
              <a:t>/A</a:t>
            </a:r>
            <a:r>
              <a:rPr lang="en-US" altLang="zh-CN" sz="1800" baseline="-25000">
                <a:solidFill>
                  <a:schemeClr val="tx1"/>
                </a:solidFill>
                <a:latin typeface="Arial" panose="02080604020202020204" pitchFamily="34" charset="0"/>
                <a:ea typeface="宋体" panose="02010600030101010101" pitchFamily="2" charset="-122"/>
                <a:cs typeface="+mn-ea"/>
              </a:rPr>
              <a:t>0</a:t>
            </a:r>
            <a:r>
              <a:rPr lang="en-US" altLang="zh-CN" sz="1800">
                <a:solidFill>
                  <a:schemeClr val="tx1"/>
                </a:solidFill>
                <a:latin typeface="Arial" panose="02080604020202020204" pitchFamily="34" charset="0"/>
                <a:ea typeface="宋体" panose="02010600030101010101" pitchFamily="2" charset="-122"/>
                <a:cs typeface="+mn-ea"/>
              </a:rPr>
              <a:t>/B</a:t>
            </a:r>
            <a:r>
              <a:rPr lang="en-US" altLang="zh-CN" sz="1800" baseline="-25000">
                <a:solidFill>
                  <a:schemeClr val="tx1"/>
                </a:solidFill>
                <a:latin typeface="Arial" panose="02080604020202020204" pitchFamily="34" charset="0"/>
                <a:ea typeface="宋体" panose="02010600030101010101" pitchFamily="2" charset="-122"/>
                <a:cs typeface="+mn-ea"/>
              </a:rPr>
              <a:t>31</a:t>
            </a:r>
            <a:r>
              <a:rPr lang="zh-CN" altLang="en-US" sz="1800">
                <a:solidFill>
                  <a:schemeClr val="tx1"/>
                </a:solidFill>
                <a:latin typeface="Arial" panose="02080604020202020204" pitchFamily="34" charset="0"/>
                <a:ea typeface="宋体" panose="02010600030101010101" pitchFamily="2" charset="-122"/>
                <a:cs typeface="+mn-ea"/>
              </a:rPr>
              <a:t>，</a:t>
            </a:r>
            <a:r>
              <a:rPr lang="en-US" altLang="zh-CN" sz="1800">
                <a:solidFill>
                  <a:schemeClr val="tx1"/>
                </a:solidFill>
                <a:latin typeface="Arial" panose="02080604020202020204" pitchFamily="34" charset="0"/>
                <a:ea typeface="宋体" panose="02010600030101010101" pitchFamily="2" charset="-122"/>
                <a:cs typeface="+mn-ea"/>
              </a:rPr>
              <a:t>/A</a:t>
            </a:r>
            <a:r>
              <a:rPr lang="en-US" altLang="zh-CN" sz="1800" baseline="-25000">
                <a:solidFill>
                  <a:schemeClr val="tx1"/>
                </a:solidFill>
                <a:latin typeface="Arial" panose="02080604020202020204" pitchFamily="34" charset="0"/>
                <a:ea typeface="宋体" panose="02010600030101010101" pitchFamily="2" charset="-122"/>
                <a:cs typeface="+mn-ea"/>
              </a:rPr>
              <a:t>0</a:t>
            </a:r>
            <a:r>
              <a:rPr lang="en-US" altLang="zh-CN" sz="1800">
                <a:solidFill>
                  <a:schemeClr val="tx1"/>
                </a:solidFill>
                <a:latin typeface="Arial" panose="02080604020202020204" pitchFamily="34" charset="0"/>
                <a:ea typeface="宋体" panose="02010600030101010101" pitchFamily="2" charset="-122"/>
                <a:cs typeface="+mn-ea"/>
              </a:rPr>
              <a:t>/BX</a:t>
            </a:r>
            <a:r>
              <a:rPr lang="en-US" altLang="zh-CN" sz="1800" baseline="-25000">
                <a:solidFill>
                  <a:schemeClr val="tx1"/>
                </a:solidFill>
                <a:latin typeface="Arial" panose="02080604020202020204" pitchFamily="34" charset="0"/>
                <a:ea typeface="宋体" panose="02010600030101010101" pitchFamily="2" charset="-122"/>
                <a:cs typeface="+mn-ea"/>
              </a:rPr>
              <a:t>0</a:t>
            </a:r>
            <a:endParaRPr lang="en-US" altLang="zh-CN" sz="1800">
              <a:solidFill>
                <a:schemeClr val="tx1"/>
              </a:solidFill>
              <a:latin typeface="Arial" panose="02080604020202020204" pitchFamily="34" charset="0"/>
              <a:ea typeface="宋体" panose="02010600030101010101" pitchFamily="2" charset="-122"/>
              <a:cs typeface="+mn-ea"/>
            </a:endParaRPr>
          </a:p>
          <a:p>
            <a:pPr lvl="0" algn="l">
              <a:spcBef>
                <a:spcPct val="30000"/>
              </a:spcBef>
              <a:buClr>
                <a:srgbClr val="000000"/>
              </a:buClr>
              <a:buSzTx/>
              <a:buFontTx/>
            </a:pPr>
            <a:r>
              <a:rPr lang="en-US" altLang="zh-CN" sz="1800">
                <a:solidFill>
                  <a:schemeClr val="tx1"/>
                </a:solidFill>
                <a:latin typeface="Arial" panose="02080604020202020204" pitchFamily="34" charset="0"/>
                <a:ea typeface="宋体" panose="02010600030101010101" pitchFamily="2" charset="-122"/>
                <a:cs typeface="+mn-ea"/>
              </a:rPr>
              <a:t>/A</a:t>
            </a:r>
            <a:r>
              <a:rPr lang="en-US" altLang="zh-CN" sz="1800" baseline="-25000">
                <a:solidFill>
                  <a:schemeClr val="tx1"/>
                </a:solidFill>
                <a:latin typeface="Arial" panose="02080604020202020204" pitchFamily="34" charset="0"/>
                <a:ea typeface="宋体" panose="02010600030101010101" pitchFamily="2" charset="-122"/>
                <a:cs typeface="+mn-ea"/>
              </a:rPr>
              <a:t>0</a:t>
            </a:r>
            <a:r>
              <a:rPr lang="en-US" altLang="zh-CN" sz="1800">
                <a:solidFill>
                  <a:schemeClr val="tx1"/>
                </a:solidFill>
                <a:latin typeface="Arial" panose="02080604020202020204" pitchFamily="34" charset="0"/>
                <a:ea typeface="宋体" panose="02010600030101010101" pitchFamily="2" charset="-122"/>
                <a:cs typeface="+mn-ea"/>
              </a:rPr>
              <a:t>/BX</a:t>
            </a:r>
            <a:r>
              <a:rPr lang="en-US" altLang="zh-CN" sz="1800" baseline="-25000">
                <a:solidFill>
                  <a:schemeClr val="tx1"/>
                </a:solidFill>
                <a:latin typeface="Arial" panose="02080604020202020204" pitchFamily="34" charset="0"/>
                <a:ea typeface="宋体" panose="02010600030101010101" pitchFamily="2" charset="-122"/>
                <a:cs typeface="+mn-ea"/>
              </a:rPr>
              <a:t>31</a:t>
            </a:r>
            <a:endParaRPr lang="en-US" altLang="zh-CN" sz="1800" baseline="-25000">
              <a:solidFill>
                <a:schemeClr val="tx1"/>
              </a:solidFill>
              <a:latin typeface="Arial" panose="02080604020202020204" pitchFamily="34" charset="0"/>
              <a:ea typeface="宋体" panose="02010600030101010101" pitchFamily="2" charset="-122"/>
              <a:cs typeface="+mn-ea"/>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01" name="文本框 86017"/>
          <p:cNvSpPr txBox="1"/>
          <p:nvPr/>
        </p:nvSpPr>
        <p:spPr>
          <a:xfrm>
            <a:off x="8493125" y="6510338"/>
            <a:ext cx="376238"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buFont typeface="Wingdings" panose="05000000000000000000" pitchFamily="2" charset="2"/>
              <a:buNone/>
            </a:pPr>
            <a:r>
              <a:rPr lang="en-US" altLang="zh-CN" b="0">
                <a:solidFill>
                  <a:schemeClr val="tx2"/>
                </a:solidFill>
                <a:latin typeface="Times New Roman" panose="02020603050405020304" charset="0"/>
                <a:ea typeface="宋体" panose="02010600030101010101" pitchFamily="2" charset="-122"/>
              </a:rPr>
              <a:t>59</a:t>
            </a:r>
            <a:endParaRPr lang="en-US" altLang="zh-CN" b="0">
              <a:solidFill>
                <a:schemeClr val="tx2"/>
              </a:solidFill>
              <a:latin typeface="Times New Roman" panose="02020603050405020304" charset="0"/>
              <a:ea typeface="宋体" panose="02010600030101010101" pitchFamily="2" charset="-122"/>
            </a:endParaRPr>
          </a:p>
        </p:txBody>
      </p:sp>
      <p:sp>
        <p:nvSpPr>
          <p:cNvPr id="86019" name="矩形 86018"/>
          <p:cNvSpPr/>
          <p:nvPr/>
        </p:nvSpPr>
        <p:spPr>
          <a:xfrm>
            <a:off x="101600" y="604838"/>
            <a:ext cx="8566150" cy="603250"/>
          </a:xfrm>
          <a:prstGeom prst="rect">
            <a:avLst/>
          </a:prstGeom>
          <a:noFill/>
          <a:ln w="9525">
            <a:noFill/>
            <a:miter/>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914400" lvl="1" indent="-457200" fontAlgn="base">
              <a:lnSpc>
                <a:spcPct val="120000"/>
              </a:lnSpc>
              <a:spcBef>
                <a:spcPct val="20000"/>
              </a:spcBef>
              <a:buFont typeface="Wingdings" panose="05000000000000000000" pitchFamily="2" charset="2"/>
              <a:buNone/>
            </a:pPr>
            <a:r>
              <a:rPr lang="en-US" altLang="zh-CN" b="1" strike="noStrike" noProof="1">
                <a:solidFill>
                  <a:srgbClr val="A50021"/>
                </a:solidFill>
                <a:latin typeface="Times New Roman" panose="02020603050405020304" charset="0"/>
                <a:ea typeface="宋体" panose="02010600030101010101" pitchFamily="2" charset="-122"/>
                <a:cs typeface="+mn-cs"/>
              </a:rPr>
              <a:t>(3) </a:t>
            </a:r>
            <a:r>
              <a:rPr lang="zh-CN" altLang="en-US" b="1" strike="noStrike" noProof="1">
                <a:solidFill>
                  <a:srgbClr val="A50021"/>
                </a:solidFill>
                <a:latin typeface="Times New Roman" panose="02020603050405020304" charset="0"/>
                <a:ea typeface="宋体" panose="02010600030101010101" pitchFamily="2" charset="-122"/>
                <a:cs typeface="+mn-cs"/>
              </a:rPr>
              <a:t>文件目录结构中的勾链</a:t>
            </a:r>
            <a:r>
              <a:rPr lang="x-none" altLang="zh-CN" b="1" strike="noStrike" noProof="1">
                <a:solidFill>
                  <a:srgbClr val="A50021"/>
                </a:solidFill>
                <a:latin typeface="Times New Roman" panose="02020603050405020304" charset="0"/>
                <a:ea typeface="宋体" panose="02010600030101010101" pitchFamily="2" charset="-122"/>
                <a:cs typeface="+mn-cs"/>
              </a:rPr>
              <a:t>(硬链接)</a:t>
            </a:r>
            <a:endParaRPr lang="x-none" altLang="zh-CN" b="1" strike="noStrike" noProof="1">
              <a:solidFill>
                <a:srgbClr val="A50021"/>
              </a:solidFill>
              <a:latin typeface="Times New Roman" panose="02020603050405020304" charset="0"/>
              <a:ea typeface="宋体" panose="02010600030101010101" pitchFamily="2" charset="-122"/>
              <a:cs typeface="+mn-cs"/>
            </a:endParaRPr>
          </a:p>
        </p:txBody>
      </p:sp>
      <p:sp>
        <p:nvSpPr>
          <p:cNvPr id="86020" name="矩形 86019"/>
          <p:cNvSpPr/>
          <p:nvPr/>
        </p:nvSpPr>
        <p:spPr>
          <a:xfrm>
            <a:off x="66675" y="1250950"/>
            <a:ext cx="8886825" cy="3668713"/>
          </a:xfrm>
          <a:prstGeom prst="rect">
            <a:avLst/>
          </a:prstGeom>
          <a:noFill/>
          <a:ln w="9525">
            <a:noFill/>
            <a:miter/>
          </a:ln>
        </p:spPr>
        <p:txBody>
          <a:bodyPr wrap="square">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457200" lvl="0" indent="-457200" fontAlgn="base">
              <a:lnSpc>
                <a:spcPct val="130000"/>
              </a:lnSpc>
              <a:buNone/>
            </a:pPr>
            <a:r>
              <a:rPr lang="x-none" altLang="en-US" sz="2740" strike="noStrike" noProof="1">
                <a:solidFill>
                  <a:schemeClr val="tx1"/>
                </a:solidFill>
                <a:effectLst/>
                <a:latin typeface="Times New Roman" panose="02020603050405020304" charset="0"/>
                <a:ea typeface="宋体" panose="02010600030101010101" pitchFamily="2" charset="-122"/>
                <a:cs typeface="+mn-cs"/>
              </a:rPr>
              <a:t>		</a:t>
            </a:r>
            <a:r>
              <a:rPr lang="en-US" altLang="zh-CN" sz="2740" strike="noStrike" noProof="1">
                <a:solidFill>
                  <a:schemeClr val="tx1"/>
                </a:solidFill>
                <a:effectLst/>
                <a:latin typeface="Times New Roman" panose="02020603050405020304" charset="0"/>
                <a:ea typeface="宋体" panose="02010600030101010101" pitchFamily="2" charset="-122"/>
                <a:cs typeface="+mn-cs"/>
              </a:rPr>
              <a:t>UNIX</a:t>
            </a:r>
            <a:r>
              <a:rPr lang="zh-CN" altLang="en-US" sz="2740" strike="noStrike" noProof="1">
                <a:solidFill>
                  <a:schemeClr val="tx1"/>
                </a:solidFill>
                <a:effectLst/>
                <a:latin typeface="Times New Roman" panose="02020603050405020304" charset="0"/>
                <a:ea typeface="宋体" panose="02010600030101010101" pitchFamily="2" charset="-122"/>
                <a:cs typeface="+mn-cs"/>
              </a:rPr>
              <a:t>文件目录结构中带有交叉勾链。用户可以用不同的文件路径名</a:t>
            </a:r>
            <a:r>
              <a:rPr lang="x-none" altLang="zh-CN" sz="2740" strike="noStrike" noProof="1">
                <a:solidFill>
                  <a:schemeClr val="tx1"/>
                </a:solidFill>
                <a:effectLst/>
                <a:latin typeface="Times New Roman" panose="02020603050405020304" charset="0"/>
                <a:ea typeface="宋体" panose="02010600030101010101" pitchFamily="2" charset="-122"/>
                <a:cs typeface="+mn-cs"/>
              </a:rPr>
              <a:t>访问</a:t>
            </a:r>
            <a:r>
              <a:rPr lang="zh-CN" altLang="en-US" sz="2740" strike="noStrike" noProof="1">
                <a:solidFill>
                  <a:schemeClr val="tx1"/>
                </a:solidFill>
                <a:effectLst/>
                <a:latin typeface="Times New Roman" panose="02020603050405020304" charset="0"/>
                <a:ea typeface="宋体" panose="02010600030101010101" pitchFamily="2" charset="-122"/>
                <a:cs typeface="+mn-cs"/>
              </a:rPr>
              <a:t>一个文件。</a:t>
            </a:r>
            <a:endParaRPr lang="zh-CN" altLang="en-US" sz="2740" strike="noStrike" noProof="1">
              <a:solidFill>
                <a:schemeClr val="tx1"/>
              </a:solidFill>
              <a:effectLst/>
              <a:latin typeface="Times New Roman" panose="02020603050405020304" charset="0"/>
              <a:ea typeface="宋体" panose="02010600030101010101" pitchFamily="2" charset="-122"/>
            </a:endParaRPr>
          </a:p>
          <a:p>
            <a:pPr marL="457200" lvl="0" indent="-457200" algn="l" fontAlgn="base">
              <a:lnSpc>
                <a:spcPct val="130000"/>
              </a:lnSpc>
              <a:buNone/>
            </a:pPr>
            <a:r>
              <a:rPr lang="x-none" altLang="zh-CN" sz="2740" strike="noStrike" noProof="1">
                <a:solidFill>
                  <a:schemeClr val="tx1"/>
                </a:solidFill>
                <a:effectLst/>
                <a:latin typeface="Times New Roman" panose="02020603050405020304" charset="0"/>
                <a:ea typeface="宋体" panose="02010600030101010101" pitchFamily="2" charset="-122"/>
                <a:cs typeface="+mn-cs"/>
              </a:rPr>
              <a:t>		</a:t>
            </a:r>
            <a:r>
              <a:rPr lang="zh-CN" altLang="en-US" sz="2740" strike="noStrike" noProof="1">
                <a:solidFill>
                  <a:schemeClr val="tx1"/>
                </a:solidFill>
                <a:effectLst/>
                <a:latin typeface="Times New Roman" panose="02020603050405020304" charset="0"/>
                <a:ea typeface="宋体" panose="02010600030101010101" pitchFamily="2" charset="-122"/>
                <a:cs typeface="+mn-cs"/>
              </a:rPr>
              <a:t>文件勾链在用户看来是为一个已存在的文件另起一个路径名。</a:t>
            </a:r>
            <a:endParaRPr lang="zh-CN" altLang="en-US" sz="2740" strike="noStrike" noProof="1">
              <a:solidFill>
                <a:schemeClr val="tx1"/>
              </a:solidFill>
              <a:effectLst/>
              <a:latin typeface="Times New Roman" panose="02020603050405020304" charset="0"/>
              <a:ea typeface="宋体" panose="02010600030101010101" pitchFamily="2" charset="-122"/>
              <a:cs typeface="+mn-cs"/>
            </a:endParaRPr>
          </a:p>
          <a:p>
            <a:pPr marL="457200" lvl="0" indent="-457200" algn="l" fontAlgn="base">
              <a:lnSpc>
                <a:spcPct val="130000"/>
              </a:lnSpc>
              <a:buNone/>
            </a:pPr>
            <a:r>
              <a:rPr lang="x-none" altLang="zh-CN" sz="2740" strike="noStrike" noProof="1">
                <a:solidFill>
                  <a:schemeClr val="tx1"/>
                </a:solidFill>
                <a:effectLst/>
                <a:latin typeface="Times New Roman" panose="02020603050405020304" charset="0"/>
                <a:ea typeface="宋体" panose="02010600030101010101" pitchFamily="2" charset="-122"/>
                <a:cs typeface="+mn-cs"/>
              </a:rPr>
              <a:t>		文件</a:t>
            </a:r>
            <a:r>
              <a:rPr lang="zh-CN" altLang="en-US" sz="2700" strike="noStrike" noProof="1">
                <a:solidFill>
                  <a:schemeClr val="tx1"/>
                </a:solidFill>
                <a:effectLst/>
                <a:latin typeface="Times New Roman" panose="02020603050405020304" charset="0"/>
                <a:ea typeface="宋体" panose="02010600030101010101" pitchFamily="2" charset="-122"/>
                <a:cs typeface="+mn-cs"/>
                <a:sym typeface="+mn-ea"/>
              </a:rPr>
              <a:t>勾链</a:t>
            </a:r>
            <a:r>
              <a:rPr lang="x-none" altLang="zh-CN" sz="2700" strike="noStrike" noProof="1">
                <a:solidFill>
                  <a:schemeClr val="tx1"/>
                </a:solidFill>
                <a:effectLst/>
                <a:latin typeface="Times New Roman" panose="02020603050405020304" charset="0"/>
                <a:ea typeface="宋体" panose="02010600030101010101" pitchFamily="2" charset="-122"/>
                <a:cs typeface="+mn-cs"/>
                <a:sym typeface="+mn-ea"/>
              </a:rPr>
              <a:t>的结果表现为</a:t>
            </a:r>
            <a:r>
              <a:rPr lang="x-none" altLang="zh-CN" sz="2740" strike="noStrike" noProof="1">
                <a:solidFill>
                  <a:schemeClr val="tx1"/>
                </a:solidFill>
                <a:effectLst/>
                <a:latin typeface="Times New Roman" panose="02020603050405020304" charset="0"/>
                <a:ea typeface="宋体" panose="02010600030101010101" pitchFamily="2" charset="-122"/>
                <a:cs typeface="+mn-cs"/>
              </a:rPr>
              <a:t>一个文件由多个目录项所指。</a:t>
            </a:r>
            <a:endParaRPr lang="x-none" altLang="zh-CN" sz="2740" strike="noStrike" noProof="1">
              <a:solidFill>
                <a:schemeClr val="tx1"/>
              </a:solidFill>
              <a:effectLst/>
              <a:latin typeface="Times New Roman" panose="02020603050405020304" charset="0"/>
              <a:ea typeface="宋体" panose="02010600030101010101" pitchFamily="2" charset="-122"/>
              <a:cs typeface="+mn-cs"/>
            </a:endParaRPr>
          </a:p>
          <a:p>
            <a:pPr marL="457200" lvl="0" indent="-457200" algn="l" fontAlgn="base">
              <a:lnSpc>
                <a:spcPct val="130000"/>
              </a:lnSpc>
              <a:buNone/>
            </a:pPr>
            <a:r>
              <a:rPr lang="x-none" altLang="zh-CN" sz="2740" strike="noStrike" noProof="1">
                <a:solidFill>
                  <a:schemeClr val="tx1"/>
                </a:solidFill>
                <a:effectLst/>
                <a:latin typeface="Times New Roman" panose="02020603050405020304" charset="0"/>
                <a:ea typeface="宋体" panose="02010600030101010101" pitchFamily="2" charset="-122"/>
                <a:cs typeface="+mn-cs"/>
              </a:rPr>
              <a:t>		</a:t>
            </a:r>
            <a:r>
              <a:rPr lang="zh-CN" altLang="en-US" sz="2740" strike="noStrike" noProof="1">
                <a:solidFill>
                  <a:schemeClr val="tx1"/>
                </a:solidFill>
                <a:effectLst/>
                <a:latin typeface="Times New Roman" panose="02020603050405020304" charset="0"/>
                <a:ea typeface="宋体" panose="02010600030101010101" pitchFamily="2" charset="-122"/>
                <a:cs typeface="+mn-cs"/>
              </a:rPr>
              <a:t>UNIX只允许对非目录文件实行勾链。</a:t>
            </a:r>
            <a:r>
              <a:rPr lang="zh-CN" altLang="en-US" sz="2400" strike="noStrike" noProof="1">
                <a:solidFill>
                  <a:schemeClr val="tx1"/>
                </a:solidFill>
                <a:latin typeface="Times New Roman" panose="02020603050405020304" charset="0"/>
                <a:ea typeface="宋体" panose="02010600030101010101" pitchFamily="2" charset="-122"/>
                <a:cs typeface="+mn-cs"/>
              </a:rPr>
              <a:t> </a:t>
            </a:r>
            <a:endParaRPr lang="zh-CN" altLang="en-US" sz="2400" strike="noStrike" noProof="1">
              <a:solidFill>
                <a:schemeClr val="tx1"/>
              </a:solidFill>
              <a:latin typeface="Times New Roman" panose="02020603050405020304" charset="0"/>
              <a:ea typeface="宋体" panose="02010600030101010101" pitchFamily="2" charset="-122"/>
            </a:endParaRPr>
          </a:p>
        </p:txBody>
      </p:sp>
      <p:sp>
        <p:nvSpPr>
          <p:cNvPr id="86021" name="矩形 86020"/>
          <p:cNvSpPr/>
          <p:nvPr/>
        </p:nvSpPr>
        <p:spPr>
          <a:xfrm>
            <a:off x="381000" y="4286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Arial" panose="02080604020202020204" pitchFamily="34" charset="0"/>
                <a:ea typeface="宋体" panose="02010600030101010101" pitchFamily="2" charset="-122"/>
                <a:cs typeface="+mn-ea"/>
              </a:rPr>
              <a:t>文件系统</a:t>
            </a:r>
            <a:r>
              <a:rPr lang="en-US" altLang="zh-CN" sz="2400" strike="noStrike" noProof="1">
                <a:latin typeface="Arial" panose="02080604020202020204" pitchFamily="34" charset="0"/>
                <a:ea typeface="宋体" panose="02010600030101010101" pitchFamily="2" charset="-122"/>
                <a:cs typeface="+mn-ea"/>
              </a:rPr>
              <a:t>——</a:t>
            </a:r>
            <a:r>
              <a:rPr lang="en-US" altLang="zh-CN" sz="2400" strike="noStrike" noProof="1">
                <a:latin typeface="Times New Roman" panose="02020603050405020304" charset="0"/>
                <a:ea typeface="宋体" panose="02010600030101010101" pitchFamily="2" charset="-122"/>
                <a:cs typeface="+mn-ea"/>
              </a:rPr>
              <a:t>UNIX</a:t>
            </a:r>
            <a:r>
              <a:rPr lang="zh-CN" altLang="en-US" sz="2400" strike="noStrike" noProof="1">
                <a:latin typeface="Arial" panose="02080604020202020204" pitchFamily="34" charset="0"/>
                <a:ea typeface="宋体" panose="02010600030101010101" pitchFamily="2" charset="-122"/>
                <a:cs typeface="+mn-ea"/>
              </a:rPr>
              <a:t>文件系统的主要结构及实现</a:t>
            </a:r>
            <a:endParaRPr lang="zh-CN" altLang="en-US" sz="2400" strike="noStrike" noProof="1">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86019" grpId="0" build="p"/>
      <p:bldP spid="86020" grpId="0"/>
    </p:bld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3425" name="文本框 87041"/>
          <p:cNvSpPr txBox="1"/>
          <p:nvPr/>
        </p:nvSpPr>
        <p:spPr>
          <a:xfrm>
            <a:off x="8493125" y="6510338"/>
            <a:ext cx="376238"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buFont typeface="Wingdings" panose="05000000000000000000" pitchFamily="2" charset="2"/>
              <a:buNone/>
            </a:pPr>
            <a:r>
              <a:rPr lang="en-US" altLang="zh-CN" b="0">
                <a:solidFill>
                  <a:schemeClr val="tx2"/>
                </a:solidFill>
                <a:latin typeface="Times New Roman" panose="02020603050405020304" charset="0"/>
                <a:ea typeface="宋体" panose="02010600030101010101" pitchFamily="2" charset="-122"/>
              </a:rPr>
              <a:t>60</a:t>
            </a:r>
            <a:endParaRPr lang="en-US" altLang="zh-CN" b="0">
              <a:solidFill>
                <a:schemeClr val="tx2"/>
              </a:solidFill>
              <a:latin typeface="Times New Roman" panose="02020603050405020304" charset="0"/>
              <a:ea typeface="宋体" panose="02010600030101010101" pitchFamily="2" charset="-122"/>
            </a:endParaRPr>
          </a:p>
        </p:txBody>
      </p:sp>
      <p:sp>
        <p:nvSpPr>
          <p:cNvPr id="87043" name="矩形 87042"/>
          <p:cNvSpPr/>
          <p:nvPr/>
        </p:nvSpPr>
        <p:spPr>
          <a:xfrm>
            <a:off x="546100" y="592138"/>
            <a:ext cx="7796213" cy="1841500"/>
          </a:xfrm>
          <a:prstGeom prst="rect">
            <a:avLst/>
          </a:prstGeom>
          <a:noFill/>
          <a:ln w="9525">
            <a:noFill/>
            <a:miter/>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914400" lvl="1" indent="-457200" fontAlgn="base">
              <a:buNone/>
            </a:pPr>
            <a:r>
              <a:rPr lang="zh-CN" altLang="en-US" sz="2400" b="1" strike="noStrike" noProof="1">
                <a:solidFill>
                  <a:schemeClr val="tx1"/>
                </a:solidFill>
                <a:latin typeface="Times New Roman" panose="02020603050405020304" charset="0"/>
                <a:ea typeface="宋体" panose="02010600030101010101" pitchFamily="2" charset="-122"/>
                <a:cs typeface="+mn-cs"/>
              </a:rPr>
              <a:t>例：一个文件有两个名字</a:t>
            </a:r>
            <a:endParaRPr lang="zh-CN" altLang="en-US" sz="2400" b="1" strike="noStrike" noProof="1">
              <a:solidFill>
                <a:schemeClr val="tx1"/>
              </a:solidFill>
              <a:latin typeface="Times New Roman" panose="02020603050405020304" charset="0"/>
              <a:ea typeface="宋体" panose="02010600030101010101" pitchFamily="2" charset="-122"/>
            </a:endParaRPr>
          </a:p>
          <a:p>
            <a:pPr marL="914400" lvl="1" indent="-457200" fontAlgn="base">
              <a:buNone/>
            </a:pPr>
            <a:r>
              <a:rPr lang="zh-CN" altLang="en-US" sz="2400" strike="noStrike" noProof="1">
                <a:solidFill>
                  <a:schemeClr val="tx1"/>
                </a:solidFill>
                <a:latin typeface="Times New Roman" panose="02020603050405020304" charset="0"/>
                <a:ea typeface="宋体" panose="02010600030101010101" pitchFamily="2" charset="-122"/>
                <a:cs typeface="+mn-cs"/>
              </a:rPr>
              <a:t>              </a:t>
            </a:r>
            <a:r>
              <a:rPr lang="en-US" altLang="zh-CN" sz="2400" strike="noStrike" noProof="1">
                <a:solidFill>
                  <a:schemeClr val="tx1"/>
                </a:solidFill>
                <a:latin typeface="Times New Roman" panose="02020603050405020304" charset="0"/>
                <a:ea typeface="宋体" panose="02010600030101010101" pitchFamily="2" charset="-122"/>
                <a:cs typeface="+mn-cs"/>
              </a:rPr>
              <a:t>/a/b/file1       /c/d/file2</a:t>
            </a:r>
            <a:endParaRPr lang="en-US" altLang="zh-CN" sz="2400" strike="noStrike" noProof="1">
              <a:solidFill>
                <a:schemeClr val="tx1"/>
              </a:solidFill>
              <a:latin typeface="Times New Roman" panose="02020603050405020304" charset="0"/>
              <a:ea typeface="宋体" panose="02010600030101010101" pitchFamily="2" charset="-122"/>
            </a:endParaRPr>
          </a:p>
          <a:p>
            <a:pPr marL="914400" lvl="1" indent="-457200" fontAlgn="base">
              <a:lnSpc>
                <a:spcPct val="120000"/>
              </a:lnSpc>
              <a:spcBef>
                <a:spcPct val="20000"/>
              </a:spcBef>
              <a:buNone/>
            </a:pPr>
            <a:r>
              <a:rPr lang="en-US" altLang="zh-CN" sz="2400" strike="noStrike" noProof="1">
                <a:solidFill>
                  <a:schemeClr val="tx1"/>
                </a:solidFill>
                <a:latin typeface="Times New Roman" panose="02020603050405020304" charset="0"/>
                <a:ea typeface="宋体" panose="02010600030101010101" pitchFamily="2" charset="-122"/>
                <a:cs typeface="+mn-cs"/>
              </a:rPr>
              <a:t>        </a:t>
            </a:r>
            <a:r>
              <a:rPr lang="zh-CN" altLang="en-US" sz="2400" strike="noStrike" noProof="1">
                <a:solidFill>
                  <a:schemeClr val="tx1"/>
                </a:solidFill>
                <a:latin typeface="Times New Roman" panose="02020603050405020304" charset="0"/>
                <a:ea typeface="宋体" panose="02010600030101010101" pitchFamily="2" charset="-122"/>
                <a:cs typeface="+mn-cs"/>
              </a:rPr>
              <a:t>两个文件的目录项同时指向一个数据文件</a:t>
            </a:r>
            <a:r>
              <a:rPr lang="en-US" altLang="zh-CN" sz="2400" strike="noStrike" noProof="1">
                <a:solidFill>
                  <a:schemeClr val="tx1"/>
                </a:solidFill>
                <a:latin typeface="Times New Roman" panose="02020603050405020304" charset="0"/>
                <a:ea typeface="宋体" panose="02010600030101010101" pitchFamily="2" charset="-122"/>
                <a:cs typeface="+mn-cs"/>
              </a:rPr>
              <a:t>i</a:t>
            </a:r>
            <a:r>
              <a:rPr lang="zh-CN" altLang="en-US" sz="2400" strike="noStrike" noProof="1">
                <a:solidFill>
                  <a:schemeClr val="tx1"/>
                </a:solidFill>
                <a:latin typeface="Times New Roman" panose="02020603050405020304" charset="0"/>
                <a:ea typeface="宋体" panose="02010600030101010101" pitchFamily="2" charset="-122"/>
                <a:cs typeface="+mn-cs"/>
              </a:rPr>
              <a:t>节点，如下图所示。</a:t>
            </a:r>
            <a:endParaRPr lang="zh-CN" altLang="en-US" sz="2400" strike="noStrike" noProof="1">
              <a:solidFill>
                <a:schemeClr val="tx1"/>
              </a:solidFill>
              <a:latin typeface="Times New Roman" panose="02020603050405020304" charset="0"/>
              <a:ea typeface="宋体" panose="02010600030101010101" pitchFamily="2" charset="-122"/>
            </a:endParaRPr>
          </a:p>
        </p:txBody>
      </p:sp>
      <p:grpSp>
        <p:nvGrpSpPr>
          <p:cNvPr id="87044" name="组合 87043"/>
          <p:cNvGrpSpPr/>
          <p:nvPr/>
        </p:nvGrpSpPr>
        <p:grpSpPr>
          <a:xfrm>
            <a:off x="974725" y="2617788"/>
            <a:ext cx="7273925" cy="3122612"/>
            <a:chOff x="0" y="0"/>
            <a:chExt cx="3131" cy="1967"/>
          </a:xfrm>
        </p:grpSpPr>
        <p:grpSp>
          <p:nvGrpSpPr>
            <p:cNvPr id="103428" name="组合 87044"/>
            <p:cNvGrpSpPr/>
            <p:nvPr/>
          </p:nvGrpSpPr>
          <p:grpSpPr>
            <a:xfrm>
              <a:off x="9" y="0"/>
              <a:ext cx="1292" cy="952"/>
              <a:chOff x="0" y="0"/>
              <a:chExt cx="1292" cy="952"/>
            </a:xfrm>
          </p:grpSpPr>
          <p:sp>
            <p:nvSpPr>
              <p:cNvPr id="87046" name="矩形 87045"/>
              <p:cNvSpPr/>
              <p:nvPr/>
            </p:nvSpPr>
            <p:spPr>
              <a:xfrm>
                <a:off x="492" y="335"/>
                <a:ext cx="605" cy="617"/>
              </a:xfrm>
              <a:prstGeom prst="rect">
                <a:avLst/>
              </a:prstGeom>
              <a:solidFill>
                <a:schemeClr val="bg1"/>
              </a:solidFill>
              <a:ln w="12700" cap="flat" cmpd="sng">
                <a:solidFill>
                  <a:srgbClr val="000000"/>
                </a:solidFill>
                <a:prstDash val="solid"/>
                <a:miter/>
                <a:headEnd type="none" w="med" len="med"/>
                <a:tailEnd type="none" w="med" len="med"/>
              </a:ln>
            </p:spPr>
            <p:txBody>
              <a:bodyPr/>
              <a:p>
                <a:pPr marL="914400" lvl="0" indent="-340995" algn="ctr" fontAlgn="base">
                  <a:lnSpc>
                    <a:spcPct val="120000"/>
                  </a:lnSpc>
                  <a:buClr>
                    <a:schemeClr val="tx2"/>
                  </a:buClr>
                  <a:buSzPct val="95000"/>
                  <a:buFont typeface="Wingdings" panose="05000000000000000000" pitchFamily="2" charset="2"/>
                  <a:buBlip>
                    <a:blip r:embed="rId1"/>
                  </a:buBlip>
                </a:pPr>
                <a:endParaRPr sz="1400" b="1" strike="noStrike" noProof="1">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103430" name="文本框 87046"/>
              <p:cNvSpPr txBox="1"/>
              <p:nvPr/>
            </p:nvSpPr>
            <p:spPr>
              <a:xfrm>
                <a:off x="354" y="0"/>
                <a:ext cx="938" cy="324"/>
              </a:xfrm>
              <a:prstGeom prst="rect">
                <a:avLst/>
              </a:prstGeom>
              <a:noFill/>
              <a:ln w="9525">
                <a:noFill/>
                <a:miter/>
              </a:ln>
            </p:spPr>
            <p:txBody>
              <a:bodyPr anchor="t"/>
              <a:p>
                <a:pPr lvl="0" algn="just">
                  <a:buClr>
                    <a:srgbClr val="000000"/>
                  </a:buClr>
                </a:pPr>
                <a:r>
                  <a:rPr lang="en-US" altLang="zh-CN" b="0">
                    <a:solidFill>
                      <a:schemeClr val="tx1"/>
                    </a:solidFill>
                    <a:latin typeface="Times New Roman" panose="02020603050405020304" charset="0"/>
                    <a:ea typeface="宋体" panose="02010600030101010101" pitchFamily="2" charset="-122"/>
                  </a:rPr>
                  <a:t>  </a:t>
                </a:r>
                <a:r>
                  <a:rPr lang="zh-CN" altLang="en-US">
                    <a:solidFill>
                      <a:schemeClr val="tx1"/>
                    </a:solidFill>
                    <a:latin typeface="Times New Roman" panose="02020603050405020304" charset="0"/>
                    <a:ea typeface="宋体" panose="02010600030101010101" pitchFamily="2" charset="-122"/>
                  </a:rPr>
                  <a:t>目录文件</a:t>
                </a:r>
                <a:r>
                  <a:rPr lang="en-US" altLang="zh-CN">
                    <a:solidFill>
                      <a:schemeClr val="tx1"/>
                    </a:solidFill>
                    <a:latin typeface="宋体" panose="02010600030101010101" pitchFamily="2" charset="-122"/>
                    <a:ea typeface="宋体" panose="02010600030101010101" pitchFamily="2" charset="-122"/>
                  </a:rPr>
                  <a:t>/a/b</a:t>
                </a:r>
                <a:endParaRPr lang="en-US" altLang="zh-CN">
                  <a:solidFill>
                    <a:schemeClr val="tx1"/>
                  </a:solidFill>
                  <a:latin typeface="宋体" panose="02010600030101010101" pitchFamily="2" charset="-122"/>
                  <a:ea typeface="宋体" panose="02010600030101010101" pitchFamily="2" charset="-122"/>
                </a:endParaRPr>
              </a:p>
              <a:p>
                <a:pPr lvl="0" algn="just">
                  <a:buClr>
                    <a:srgbClr val="000000"/>
                  </a:buClr>
                </a:pPr>
                <a:r>
                  <a:rPr lang="zh-CN" altLang="en-US" b="0">
                    <a:solidFill>
                      <a:schemeClr val="tx1"/>
                    </a:solidFill>
                    <a:latin typeface="宋体" panose="02010600030101010101" pitchFamily="2" charset="-122"/>
                    <a:ea typeface="宋体" panose="02010600030101010101" pitchFamily="2" charset="-122"/>
                  </a:rPr>
                  <a:t>文件名 </a:t>
                </a:r>
                <a:r>
                  <a:rPr lang="en-US" altLang="zh-CN" b="0">
                    <a:solidFill>
                      <a:schemeClr val="tx1"/>
                    </a:solidFill>
                    <a:latin typeface="宋体" panose="02010600030101010101" pitchFamily="2" charset="-122"/>
                    <a:ea typeface="宋体" panose="02010600030101010101" pitchFamily="2" charset="-122"/>
                  </a:rPr>
                  <a:t>i</a:t>
                </a:r>
                <a:r>
                  <a:rPr lang="zh-CN" altLang="en-US" b="0">
                    <a:solidFill>
                      <a:schemeClr val="tx1"/>
                    </a:solidFill>
                    <a:latin typeface="宋体" panose="02010600030101010101" pitchFamily="2" charset="-122"/>
                    <a:ea typeface="宋体" panose="02010600030101010101" pitchFamily="2" charset="-122"/>
                  </a:rPr>
                  <a:t>节点号  </a:t>
                </a:r>
                <a:endParaRPr lang="zh-CN" altLang="en-US" b="0">
                  <a:solidFill>
                    <a:schemeClr val="tx1"/>
                  </a:solidFill>
                  <a:latin typeface="宋体" panose="02010600030101010101" pitchFamily="2" charset="-122"/>
                  <a:ea typeface="宋体" panose="02010600030101010101" pitchFamily="2" charset="-122"/>
                </a:endParaRPr>
              </a:p>
            </p:txBody>
          </p:sp>
          <p:sp>
            <p:nvSpPr>
              <p:cNvPr id="103431" name="直接连接符 87047"/>
              <p:cNvSpPr/>
              <p:nvPr/>
            </p:nvSpPr>
            <p:spPr>
              <a:xfrm>
                <a:off x="488" y="519"/>
                <a:ext cx="603" cy="0"/>
              </a:xfrm>
              <a:prstGeom prst="line">
                <a:avLst/>
              </a:prstGeom>
              <a:ln w="12700"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103432" name="直接连接符 87048"/>
              <p:cNvSpPr/>
              <p:nvPr/>
            </p:nvSpPr>
            <p:spPr>
              <a:xfrm>
                <a:off x="488" y="712"/>
                <a:ext cx="603" cy="0"/>
              </a:xfrm>
              <a:prstGeom prst="line">
                <a:avLst/>
              </a:prstGeom>
              <a:ln w="12700"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103433" name="文本框 87049"/>
              <p:cNvSpPr txBox="1"/>
              <p:nvPr/>
            </p:nvSpPr>
            <p:spPr>
              <a:xfrm>
                <a:off x="516" y="489"/>
                <a:ext cx="348" cy="234"/>
              </a:xfrm>
              <a:prstGeom prst="rect">
                <a:avLst/>
              </a:prstGeom>
              <a:noFill/>
              <a:ln w="9525">
                <a:noFill/>
                <a:miter/>
              </a:ln>
            </p:spPr>
            <p:txBody>
              <a:bodyPr anchor="t"/>
              <a:p>
                <a:pPr lvl="0" algn="just">
                  <a:lnSpc>
                    <a:spcPct val="120000"/>
                  </a:lnSpc>
                  <a:buClr>
                    <a:srgbClr val="000000"/>
                  </a:buClr>
                </a:pPr>
                <a:r>
                  <a:rPr lang="en-US" altLang="zh-CN" b="0">
                    <a:solidFill>
                      <a:schemeClr val="tx1"/>
                    </a:solidFill>
                    <a:latin typeface="Times New Roman" panose="02020603050405020304" charset="0"/>
                    <a:ea typeface="宋体" panose="02010600030101010101" pitchFamily="2" charset="-122"/>
                  </a:rPr>
                  <a:t>file</a:t>
                </a:r>
                <a:r>
                  <a:rPr lang="en-US" altLang="zh-CN" b="0" baseline="-25000">
                    <a:solidFill>
                      <a:schemeClr val="tx1"/>
                    </a:solidFill>
                    <a:latin typeface="Times New Roman" panose="02020603050405020304" charset="0"/>
                    <a:ea typeface="宋体" panose="02010600030101010101" pitchFamily="2" charset="-122"/>
                  </a:rPr>
                  <a:t>1</a:t>
                </a:r>
                <a:endParaRPr lang="en-US" altLang="zh-CN" b="0" baseline="-25000">
                  <a:solidFill>
                    <a:schemeClr val="tx1"/>
                  </a:solidFill>
                  <a:latin typeface="Times New Roman" panose="02020603050405020304" charset="0"/>
                  <a:ea typeface="宋体" panose="02010600030101010101" pitchFamily="2" charset="-122"/>
                </a:endParaRPr>
              </a:p>
            </p:txBody>
          </p:sp>
          <p:sp>
            <p:nvSpPr>
              <p:cNvPr id="103434" name="直接连接符 87050"/>
              <p:cNvSpPr/>
              <p:nvPr/>
            </p:nvSpPr>
            <p:spPr>
              <a:xfrm>
                <a:off x="799" y="519"/>
                <a:ext cx="0" cy="181"/>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103435" name="文本框 87051"/>
              <p:cNvSpPr txBox="1"/>
              <p:nvPr/>
            </p:nvSpPr>
            <p:spPr>
              <a:xfrm>
                <a:off x="0" y="528"/>
                <a:ext cx="517" cy="214"/>
              </a:xfrm>
              <a:prstGeom prst="rect">
                <a:avLst/>
              </a:prstGeom>
              <a:noFill/>
              <a:ln w="9525">
                <a:noFill/>
                <a:miter/>
              </a:ln>
            </p:spPr>
            <p:txBody>
              <a:bodyPr anchor="t"/>
              <a:p>
                <a:pPr lvl="0" algn="just">
                  <a:buClr>
                    <a:srgbClr val="000000"/>
                  </a:buClr>
                </a:pPr>
                <a:r>
                  <a:rPr lang="en-US" altLang="zh-CN" b="0">
                    <a:solidFill>
                      <a:schemeClr val="tx1"/>
                    </a:solidFill>
                    <a:latin typeface="Times New Roman" panose="02020603050405020304" charset="0"/>
                    <a:ea typeface="宋体" panose="02010600030101010101" pitchFamily="2" charset="-122"/>
                  </a:rPr>
                  <a:t>  </a:t>
                </a:r>
                <a:r>
                  <a:rPr lang="zh-CN" altLang="en-US" b="0">
                    <a:solidFill>
                      <a:schemeClr val="tx1"/>
                    </a:solidFill>
                    <a:latin typeface="Times New Roman" panose="02020603050405020304" charset="0"/>
                    <a:ea typeface="宋体" panose="02010600030101010101" pitchFamily="2" charset="-122"/>
                  </a:rPr>
                  <a:t>目录项</a:t>
                </a:r>
                <a:endParaRPr lang="zh-CN" altLang="en-US" b="0">
                  <a:solidFill>
                    <a:schemeClr val="tx1"/>
                  </a:solidFill>
                  <a:latin typeface="Times New Roman" panose="02020603050405020304" charset="0"/>
                  <a:ea typeface="宋体" panose="02010600030101010101" pitchFamily="2" charset="-122"/>
                </a:endParaRPr>
              </a:p>
            </p:txBody>
          </p:sp>
        </p:grpSp>
        <p:sp>
          <p:nvSpPr>
            <p:cNvPr id="103436" name="直接连接符 87052"/>
            <p:cNvSpPr/>
            <p:nvPr/>
          </p:nvSpPr>
          <p:spPr>
            <a:xfrm flipV="1">
              <a:off x="1098" y="343"/>
              <a:ext cx="411" cy="266"/>
            </a:xfrm>
            <a:prstGeom prst="line">
              <a:avLst/>
            </a:prstGeom>
            <a:ln w="9525" cap="flat" cmpd="sng">
              <a:solidFill>
                <a:schemeClr val="tx1"/>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87054" name="矩形 87053"/>
            <p:cNvSpPr/>
            <p:nvPr/>
          </p:nvSpPr>
          <p:spPr>
            <a:xfrm>
              <a:off x="1507" y="341"/>
              <a:ext cx="715" cy="1367"/>
            </a:xfrm>
            <a:prstGeom prst="rect">
              <a:avLst/>
            </a:prstGeom>
            <a:solidFill>
              <a:schemeClr val="bg1"/>
            </a:solidFill>
            <a:ln w="12700" cap="flat" cmpd="sng">
              <a:solidFill>
                <a:srgbClr val="000000"/>
              </a:solidFill>
              <a:prstDash val="solid"/>
              <a:miter/>
              <a:headEnd type="none" w="med" len="med"/>
              <a:tailEnd type="none" w="med" len="med"/>
            </a:ln>
          </p:spPr>
          <p:txBody>
            <a:bodyPr/>
            <a:p>
              <a:pPr marL="914400" lvl="0" indent="-340995" algn="ctr" fontAlgn="base">
                <a:lnSpc>
                  <a:spcPct val="120000"/>
                </a:lnSpc>
                <a:buClr>
                  <a:schemeClr val="tx2"/>
                </a:buClr>
                <a:buSzPct val="95000"/>
                <a:buFont typeface="Wingdings" panose="05000000000000000000" pitchFamily="2" charset="2"/>
                <a:buBlip>
                  <a:blip r:embed="rId1"/>
                </a:buBlip>
              </a:pPr>
              <a:endParaRPr sz="1400" b="1" strike="noStrike" noProof="1">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103438" name="文本框 87054"/>
            <p:cNvSpPr txBox="1"/>
            <p:nvPr/>
          </p:nvSpPr>
          <p:spPr>
            <a:xfrm>
              <a:off x="1617" y="152"/>
              <a:ext cx="436" cy="215"/>
            </a:xfrm>
            <a:prstGeom prst="rect">
              <a:avLst/>
            </a:prstGeom>
            <a:noFill/>
            <a:ln w="9525">
              <a:noFill/>
              <a:miter/>
            </a:ln>
          </p:spPr>
          <p:txBody>
            <a:bodyPr anchor="t"/>
            <a:p>
              <a:pPr lvl="0" algn="just">
                <a:buClr>
                  <a:srgbClr val="000000"/>
                </a:buClr>
              </a:pPr>
              <a:r>
                <a:rPr lang="en-US" altLang="zh-CN">
                  <a:solidFill>
                    <a:schemeClr val="tx1"/>
                  </a:solidFill>
                  <a:latin typeface="Times New Roman" panose="02020603050405020304" charset="0"/>
                  <a:ea typeface="宋体" panose="02010600030101010101" pitchFamily="2" charset="-122"/>
                </a:rPr>
                <a:t>i</a:t>
              </a:r>
              <a:r>
                <a:rPr lang="zh-CN" altLang="en-US">
                  <a:solidFill>
                    <a:schemeClr val="tx1"/>
                  </a:solidFill>
                  <a:latin typeface="Times New Roman" panose="02020603050405020304" charset="0"/>
                  <a:ea typeface="宋体" panose="02010600030101010101" pitchFamily="2" charset="-122"/>
                </a:rPr>
                <a:t>节点</a:t>
              </a:r>
              <a:endParaRPr lang="zh-CN" altLang="en-US">
                <a:solidFill>
                  <a:schemeClr val="tx1"/>
                </a:solidFill>
                <a:latin typeface="Times New Roman" panose="02020603050405020304" charset="0"/>
                <a:ea typeface="宋体" panose="02010600030101010101" pitchFamily="2" charset="-122"/>
              </a:endParaRPr>
            </a:p>
          </p:txBody>
        </p:sp>
        <p:sp>
          <p:nvSpPr>
            <p:cNvPr id="103439" name="文本框 87055"/>
            <p:cNvSpPr txBox="1"/>
            <p:nvPr/>
          </p:nvSpPr>
          <p:spPr>
            <a:xfrm>
              <a:off x="1761" y="309"/>
              <a:ext cx="284" cy="240"/>
            </a:xfrm>
            <a:prstGeom prst="rect">
              <a:avLst/>
            </a:prstGeom>
            <a:noFill/>
            <a:ln w="9525">
              <a:noFill/>
              <a:miter/>
            </a:ln>
          </p:spPr>
          <p:txBody>
            <a:bodyPr anchor="t"/>
            <a:p>
              <a:pPr lvl="0" algn="just">
                <a:lnSpc>
                  <a:spcPct val="120000"/>
                </a:lnSpc>
                <a:buClr>
                  <a:srgbClr val="000000"/>
                </a:buClr>
              </a:pPr>
              <a:r>
                <a:rPr lang="en-US" altLang="zh-CN" b="0">
                  <a:solidFill>
                    <a:schemeClr val="tx1"/>
                  </a:solidFill>
                  <a:latin typeface="Times New Roman" panose="02020603050405020304" charset="0"/>
                  <a:ea typeface="宋体" panose="02010600030101010101" pitchFamily="2" charset="-122"/>
                  <a:sym typeface="MT Extra" panose="05050102010205020202" pitchFamily="2" charset="2"/>
                </a:rPr>
                <a:t>...</a:t>
              </a:r>
              <a:endParaRPr lang="en-US" altLang="zh-CN" b="0">
                <a:solidFill>
                  <a:schemeClr val="tx1"/>
                </a:solidFill>
                <a:latin typeface="Times New Roman" panose="02020603050405020304" charset="0"/>
                <a:ea typeface="宋体" panose="02010600030101010101" pitchFamily="2" charset="-122"/>
                <a:sym typeface="MT Extra" panose="05050102010205020202" pitchFamily="2" charset="2"/>
              </a:endParaRPr>
            </a:p>
          </p:txBody>
        </p:sp>
        <p:sp>
          <p:nvSpPr>
            <p:cNvPr id="103440" name="文本框 87056"/>
            <p:cNvSpPr txBox="1"/>
            <p:nvPr/>
          </p:nvSpPr>
          <p:spPr>
            <a:xfrm>
              <a:off x="1580" y="459"/>
              <a:ext cx="567" cy="234"/>
            </a:xfrm>
            <a:prstGeom prst="rect">
              <a:avLst/>
            </a:prstGeom>
            <a:noFill/>
            <a:ln w="9525">
              <a:noFill/>
              <a:miter/>
            </a:ln>
          </p:spPr>
          <p:txBody>
            <a:bodyPr anchor="t"/>
            <a:p>
              <a:pPr lvl="0" algn="just">
                <a:lnSpc>
                  <a:spcPct val="120000"/>
                </a:lnSpc>
                <a:buClr>
                  <a:srgbClr val="000000"/>
                </a:buClr>
              </a:pPr>
              <a:r>
                <a:rPr lang="en-US" altLang="zh-CN" b="0">
                  <a:solidFill>
                    <a:schemeClr val="tx1"/>
                  </a:solidFill>
                  <a:latin typeface="Times New Roman" panose="02020603050405020304" charset="0"/>
                  <a:ea typeface="宋体" panose="02010600030101010101" pitchFamily="2" charset="-122"/>
                </a:rPr>
                <a:t>i_nlink: 2</a:t>
              </a:r>
              <a:endParaRPr lang="en-US" altLang="zh-CN" b="0">
                <a:solidFill>
                  <a:schemeClr val="tx1"/>
                </a:solidFill>
                <a:latin typeface="Times New Roman" panose="02020603050405020304" charset="0"/>
                <a:ea typeface="宋体" panose="02010600030101010101" pitchFamily="2" charset="-122"/>
              </a:endParaRPr>
            </a:p>
          </p:txBody>
        </p:sp>
        <p:sp>
          <p:nvSpPr>
            <p:cNvPr id="103441" name="文本框 87057"/>
            <p:cNvSpPr txBox="1"/>
            <p:nvPr/>
          </p:nvSpPr>
          <p:spPr>
            <a:xfrm>
              <a:off x="1596" y="1262"/>
              <a:ext cx="567" cy="234"/>
            </a:xfrm>
            <a:prstGeom prst="rect">
              <a:avLst/>
            </a:prstGeom>
            <a:noFill/>
            <a:ln w="9525">
              <a:noFill/>
              <a:miter/>
            </a:ln>
          </p:spPr>
          <p:txBody>
            <a:bodyPr anchor="t"/>
            <a:p>
              <a:pPr lvl="0" algn="just">
                <a:lnSpc>
                  <a:spcPct val="120000"/>
                </a:lnSpc>
                <a:buClr>
                  <a:srgbClr val="000000"/>
                </a:buClr>
              </a:pPr>
              <a:r>
                <a:rPr lang="en-US" altLang="zh-CN" b="0">
                  <a:solidFill>
                    <a:schemeClr val="tx1"/>
                  </a:solidFill>
                  <a:latin typeface="Times New Roman" panose="02020603050405020304" charset="0"/>
                  <a:ea typeface="宋体" panose="02010600030101010101" pitchFamily="2" charset="-122"/>
                </a:rPr>
                <a:t>i_addr[5]</a:t>
              </a:r>
              <a:endParaRPr lang="en-US" altLang="zh-CN" b="0">
                <a:solidFill>
                  <a:schemeClr val="tx1"/>
                </a:solidFill>
                <a:latin typeface="Times New Roman" panose="02020603050405020304" charset="0"/>
                <a:ea typeface="宋体" panose="02010600030101010101" pitchFamily="2" charset="-122"/>
              </a:endParaRPr>
            </a:p>
          </p:txBody>
        </p:sp>
        <p:sp>
          <p:nvSpPr>
            <p:cNvPr id="103442" name="直接连接符 87058"/>
            <p:cNvSpPr/>
            <p:nvPr/>
          </p:nvSpPr>
          <p:spPr>
            <a:xfrm flipV="1">
              <a:off x="2212" y="826"/>
              <a:ext cx="430" cy="137"/>
            </a:xfrm>
            <a:prstGeom prst="line">
              <a:avLst/>
            </a:prstGeom>
            <a:ln w="9525" cap="flat" cmpd="sng">
              <a:solidFill>
                <a:schemeClr val="tx1"/>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103443" name="直接连接符 87059"/>
            <p:cNvSpPr/>
            <p:nvPr/>
          </p:nvSpPr>
          <p:spPr>
            <a:xfrm>
              <a:off x="2212" y="1365"/>
              <a:ext cx="411" cy="0"/>
            </a:xfrm>
            <a:prstGeom prst="line">
              <a:avLst/>
            </a:prstGeom>
            <a:ln w="9525" cap="flat" cmpd="sng">
              <a:solidFill>
                <a:schemeClr val="tx1"/>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103444" name="直接连接符 87060"/>
            <p:cNvSpPr/>
            <p:nvPr/>
          </p:nvSpPr>
          <p:spPr>
            <a:xfrm>
              <a:off x="1500" y="1072"/>
              <a:ext cx="713" cy="0"/>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103445" name="直接连接符 87061"/>
            <p:cNvSpPr/>
            <p:nvPr/>
          </p:nvSpPr>
          <p:spPr>
            <a:xfrm>
              <a:off x="1500" y="1282"/>
              <a:ext cx="713" cy="0"/>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103446" name="直接连接符 87062"/>
            <p:cNvSpPr/>
            <p:nvPr/>
          </p:nvSpPr>
          <p:spPr>
            <a:xfrm>
              <a:off x="1500" y="871"/>
              <a:ext cx="713" cy="0"/>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103447" name="直接连接符 87063"/>
            <p:cNvSpPr/>
            <p:nvPr/>
          </p:nvSpPr>
          <p:spPr>
            <a:xfrm>
              <a:off x="1509" y="507"/>
              <a:ext cx="713" cy="0"/>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103448" name="直接连接符 87064"/>
            <p:cNvSpPr/>
            <p:nvPr/>
          </p:nvSpPr>
          <p:spPr>
            <a:xfrm>
              <a:off x="1500" y="680"/>
              <a:ext cx="713" cy="0"/>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103449" name="文本框 87065"/>
            <p:cNvSpPr txBox="1"/>
            <p:nvPr/>
          </p:nvSpPr>
          <p:spPr>
            <a:xfrm>
              <a:off x="1760" y="665"/>
              <a:ext cx="284" cy="240"/>
            </a:xfrm>
            <a:prstGeom prst="rect">
              <a:avLst/>
            </a:prstGeom>
            <a:noFill/>
            <a:ln w="9525">
              <a:noFill/>
              <a:miter/>
            </a:ln>
          </p:spPr>
          <p:txBody>
            <a:bodyPr anchor="t"/>
            <a:p>
              <a:pPr lvl="0" algn="just">
                <a:lnSpc>
                  <a:spcPct val="120000"/>
                </a:lnSpc>
                <a:buClr>
                  <a:srgbClr val="000000"/>
                </a:buClr>
              </a:pPr>
              <a:r>
                <a:rPr lang="en-US" altLang="zh-CN" b="0">
                  <a:solidFill>
                    <a:schemeClr val="tx1"/>
                  </a:solidFill>
                  <a:latin typeface="Times New Roman" panose="02020603050405020304" charset="0"/>
                  <a:ea typeface="宋体" panose="02010600030101010101" pitchFamily="2" charset="-122"/>
                  <a:sym typeface="MT Extra" panose="05050102010205020202" pitchFamily="2" charset="2"/>
                </a:rPr>
                <a:t>...</a:t>
              </a:r>
              <a:endParaRPr lang="en-US" altLang="zh-CN" b="0">
                <a:solidFill>
                  <a:schemeClr val="tx1"/>
                </a:solidFill>
                <a:latin typeface="Times New Roman" panose="02020603050405020304" charset="0"/>
                <a:ea typeface="宋体" panose="02010600030101010101" pitchFamily="2" charset="-122"/>
                <a:sym typeface="MT Extra" panose="05050102010205020202" pitchFamily="2" charset="2"/>
              </a:endParaRPr>
            </a:p>
          </p:txBody>
        </p:sp>
        <p:sp>
          <p:nvSpPr>
            <p:cNvPr id="103450" name="文本框 87066"/>
            <p:cNvSpPr txBox="1"/>
            <p:nvPr/>
          </p:nvSpPr>
          <p:spPr>
            <a:xfrm>
              <a:off x="1769" y="1067"/>
              <a:ext cx="284" cy="240"/>
            </a:xfrm>
            <a:prstGeom prst="rect">
              <a:avLst/>
            </a:prstGeom>
            <a:noFill/>
            <a:ln w="9525">
              <a:noFill/>
              <a:miter/>
            </a:ln>
          </p:spPr>
          <p:txBody>
            <a:bodyPr anchor="t"/>
            <a:p>
              <a:pPr lvl="0" algn="just">
                <a:lnSpc>
                  <a:spcPct val="120000"/>
                </a:lnSpc>
                <a:buClr>
                  <a:srgbClr val="000000"/>
                </a:buClr>
              </a:pPr>
              <a:r>
                <a:rPr lang="en-US" altLang="zh-CN" b="0">
                  <a:solidFill>
                    <a:schemeClr val="tx1"/>
                  </a:solidFill>
                  <a:latin typeface="Times New Roman" panose="02020603050405020304" charset="0"/>
                  <a:ea typeface="宋体" panose="02010600030101010101" pitchFamily="2" charset="-122"/>
                  <a:sym typeface="MT Extra" panose="05050102010205020202" pitchFamily="2" charset="2"/>
                </a:rPr>
                <a:t>...</a:t>
              </a:r>
              <a:endParaRPr lang="en-US" altLang="zh-CN" b="0">
                <a:solidFill>
                  <a:schemeClr val="tx1"/>
                </a:solidFill>
                <a:latin typeface="Times New Roman" panose="02020603050405020304" charset="0"/>
                <a:ea typeface="宋体" panose="02010600030101010101" pitchFamily="2" charset="-122"/>
                <a:sym typeface="MT Extra" panose="05050102010205020202" pitchFamily="2" charset="2"/>
              </a:endParaRPr>
            </a:p>
          </p:txBody>
        </p:sp>
        <p:sp>
          <p:nvSpPr>
            <p:cNvPr id="103451" name="文本框 87067"/>
            <p:cNvSpPr txBox="1"/>
            <p:nvPr/>
          </p:nvSpPr>
          <p:spPr>
            <a:xfrm>
              <a:off x="1588" y="841"/>
              <a:ext cx="567" cy="234"/>
            </a:xfrm>
            <a:prstGeom prst="rect">
              <a:avLst/>
            </a:prstGeom>
            <a:noFill/>
            <a:ln w="9525">
              <a:noFill/>
              <a:miter/>
            </a:ln>
          </p:spPr>
          <p:txBody>
            <a:bodyPr anchor="t"/>
            <a:p>
              <a:pPr lvl="0" algn="just">
                <a:lnSpc>
                  <a:spcPct val="120000"/>
                </a:lnSpc>
                <a:buClr>
                  <a:srgbClr val="000000"/>
                </a:buClr>
              </a:pPr>
              <a:r>
                <a:rPr lang="en-US" altLang="zh-CN" b="0">
                  <a:solidFill>
                    <a:schemeClr val="tx1"/>
                  </a:solidFill>
                  <a:latin typeface="Times New Roman" panose="02020603050405020304" charset="0"/>
                  <a:ea typeface="宋体" panose="02010600030101010101" pitchFamily="2" charset="-122"/>
                </a:rPr>
                <a:t>i_addr[0]</a:t>
              </a:r>
              <a:endParaRPr lang="en-US" altLang="zh-CN" b="0">
                <a:solidFill>
                  <a:schemeClr val="tx1"/>
                </a:solidFill>
                <a:latin typeface="Times New Roman" panose="02020603050405020304" charset="0"/>
                <a:ea typeface="宋体" panose="02010600030101010101" pitchFamily="2" charset="-122"/>
              </a:endParaRPr>
            </a:p>
          </p:txBody>
        </p:sp>
        <p:sp>
          <p:nvSpPr>
            <p:cNvPr id="103452" name="直接连接符 87068"/>
            <p:cNvSpPr/>
            <p:nvPr/>
          </p:nvSpPr>
          <p:spPr>
            <a:xfrm>
              <a:off x="1499" y="1492"/>
              <a:ext cx="713" cy="0"/>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103453" name="文本框 87069"/>
            <p:cNvSpPr txBox="1"/>
            <p:nvPr/>
          </p:nvSpPr>
          <p:spPr>
            <a:xfrm>
              <a:off x="2631" y="823"/>
              <a:ext cx="375" cy="170"/>
            </a:xfrm>
            <a:prstGeom prst="rect">
              <a:avLst/>
            </a:prstGeom>
            <a:noFill/>
            <a:ln w="12700" cap="flat" cmpd="sng">
              <a:solidFill>
                <a:schemeClr val="tx1"/>
              </a:solidFill>
              <a:prstDash val="solid"/>
              <a:miter/>
              <a:headEnd type="none" w="med" len="med"/>
              <a:tailEnd type="none" w="med" len="med"/>
            </a:ln>
          </p:spPr>
          <p:txBody>
            <a:bodyPr anchor="t"/>
            <a:p>
              <a:pPr lvl="0" algn="just">
                <a:lnSpc>
                  <a:spcPct val="120000"/>
                </a:lnSpc>
                <a:buClr>
                  <a:srgbClr val="000000"/>
                </a:buClr>
              </a:pPr>
              <a:endParaRPr b="0">
                <a:solidFill>
                  <a:schemeClr val="tx1"/>
                </a:solidFill>
                <a:latin typeface="Times New Roman" panose="02020603050405020304" charset="0"/>
                <a:ea typeface="宋体" panose="02010600030101010101" pitchFamily="2" charset="-122"/>
              </a:endParaRPr>
            </a:p>
          </p:txBody>
        </p:sp>
        <p:sp>
          <p:nvSpPr>
            <p:cNvPr id="103454" name="文本框 87070"/>
            <p:cNvSpPr txBox="1"/>
            <p:nvPr/>
          </p:nvSpPr>
          <p:spPr>
            <a:xfrm>
              <a:off x="2631" y="1362"/>
              <a:ext cx="375" cy="170"/>
            </a:xfrm>
            <a:prstGeom prst="rect">
              <a:avLst/>
            </a:prstGeom>
            <a:noFill/>
            <a:ln w="12700" cap="flat" cmpd="sng">
              <a:solidFill>
                <a:schemeClr val="tx1"/>
              </a:solidFill>
              <a:prstDash val="solid"/>
              <a:miter/>
              <a:headEnd type="none" w="med" len="med"/>
              <a:tailEnd type="none" w="med" len="med"/>
            </a:ln>
          </p:spPr>
          <p:txBody>
            <a:bodyPr anchor="t"/>
            <a:p>
              <a:pPr lvl="0" algn="just">
                <a:lnSpc>
                  <a:spcPct val="120000"/>
                </a:lnSpc>
                <a:buClr>
                  <a:srgbClr val="000000"/>
                </a:buClr>
              </a:pPr>
              <a:endParaRPr b="0">
                <a:solidFill>
                  <a:schemeClr val="tx1"/>
                </a:solidFill>
                <a:latin typeface="Times New Roman" panose="02020603050405020304" charset="0"/>
                <a:ea typeface="宋体" panose="02010600030101010101" pitchFamily="2" charset="-122"/>
              </a:endParaRPr>
            </a:p>
          </p:txBody>
        </p:sp>
        <p:grpSp>
          <p:nvGrpSpPr>
            <p:cNvPr id="103455" name="组合 87071"/>
            <p:cNvGrpSpPr/>
            <p:nvPr/>
          </p:nvGrpSpPr>
          <p:grpSpPr>
            <a:xfrm>
              <a:off x="0" y="1015"/>
              <a:ext cx="1292" cy="952"/>
              <a:chOff x="0" y="0"/>
              <a:chExt cx="1292" cy="952"/>
            </a:xfrm>
          </p:grpSpPr>
          <p:sp>
            <p:nvSpPr>
              <p:cNvPr id="87073" name="矩形 87072"/>
              <p:cNvSpPr/>
              <p:nvPr/>
            </p:nvSpPr>
            <p:spPr>
              <a:xfrm>
                <a:off x="492" y="335"/>
                <a:ext cx="605" cy="617"/>
              </a:xfrm>
              <a:prstGeom prst="rect">
                <a:avLst/>
              </a:prstGeom>
              <a:solidFill>
                <a:schemeClr val="bg1"/>
              </a:solidFill>
              <a:ln w="12700" cap="flat" cmpd="sng">
                <a:solidFill>
                  <a:srgbClr val="000000"/>
                </a:solidFill>
                <a:prstDash val="solid"/>
                <a:miter/>
                <a:headEnd type="none" w="med" len="med"/>
                <a:tailEnd type="none" w="med" len="med"/>
              </a:ln>
            </p:spPr>
            <p:txBody>
              <a:bodyPr/>
              <a:p>
                <a:pPr marL="914400" lvl="0" indent="-340995" algn="ctr" fontAlgn="base">
                  <a:lnSpc>
                    <a:spcPct val="120000"/>
                  </a:lnSpc>
                  <a:buClr>
                    <a:schemeClr val="tx2"/>
                  </a:buClr>
                  <a:buSzPct val="95000"/>
                  <a:buFont typeface="Wingdings" panose="05000000000000000000" pitchFamily="2" charset="2"/>
                  <a:buBlip>
                    <a:blip r:embed="rId1"/>
                  </a:buBlip>
                </a:pPr>
                <a:endParaRPr sz="1400" b="1" strike="noStrike" noProof="1">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103457" name="文本框 87073"/>
              <p:cNvSpPr txBox="1"/>
              <p:nvPr/>
            </p:nvSpPr>
            <p:spPr>
              <a:xfrm>
                <a:off x="354" y="0"/>
                <a:ext cx="938" cy="324"/>
              </a:xfrm>
              <a:prstGeom prst="rect">
                <a:avLst/>
              </a:prstGeom>
              <a:noFill/>
              <a:ln w="9525">
                <a:noFill/>
                <a:miter/>
              </a:ln>
            </p:spPr>
            <p:txBody>
              <a:bodyPr anchor="t"/>
              <a:p>
                <a:pPr lvl="0" algn="just">
                  <a:buClr>
                    <a:srgbClr val="000000"/>
                  </a:buClr>
                </a:pPr>
                <a:r>
                  <a:rPr lang="en-US" altLang="zh-CN" b="0">
                    <a:solidFill>
                      <a:schemeClr val="tx1"/>
                    </a:solidFill>
                    <a:latin typeface="Times New Roman" panose="02020603050405020304" charset="0"/>
                    <a:ea typeface="宋体" panose="02010600030101010101" pitchFamily="2" charset="-122"/>
                  </a:rPr>
                  <a:t>  </a:t>
                </a:r>
                <a:r>
                  <a:rPr lang="zh-CN" altLang="en-US">
                    <a:solidFill>
                      <a:schemeClr val="tx1"/>
                    </a:solidFill>
                    <a:latin typeface="Times New Roman" panose="02020603050405020304" charset="0"/>
                    <a:ea typeface="宋体" panose="02010600030101010101" pitchFamily="2" charset="-122"/>
                  </a:rPr>
                  <a:t>目录文件</a:t>
                </a:r>
                <a:r>
                  <a:rPr lang="en-US" altLang="zh-CN">
                    <a:solidFill>
                      <a:schemeClr val="tx1"/>
                    </a:solidFill>
                    <a:latin typeface="宋体" panose="02010600030101010101" pitchFamily="2" charset="-122"/>
                    <a:ea typeface="宋体" panose="02010600030101010101" pitchFamily="2" charset="-122"/>
                  </a:rPr>
                  <a:t>/c/d</a:t>
                </a:r>
                <a:endParaRPr lang="en-US" altLang="zh-CN">
                  <a:solidFill>
                    <a:schemeClr val="tx1"/>
                  </a:solidFill>
                  <a:latin typeface="宋体" panose="02010600030101010101" pitchFamily="2" charset="-122"/>
                  <a:ea typeface="宋体" panose="02010600030101010101" pitchFamily="2" charset="-122"/>
                </a:endParaRPr>
              </a:p>
              <a:p>
                <a:pPr lvl="0" algn="just">
                  <a:buClr>
                    <a:srgbClr val="000000"/>
                  </a:buClr>
                </a:pPr>
                <a:r>
                  <a:rPr lang="zh-CN" altLang="en-US" b="0">
                    <a:solidFill>
                      <a:schemeClr val="tx1"/>
                    </a:solidFill>
                    <a:latin typeface="宋体" panose="02010600030101010101" pitchFamily="2" charset="-122"/>
                    <a:ea typeface="宋体" panose="02010600030101010101" pitchFamily="2" charset="-122"/>
                  </a:rPr>
                  <a:t>文件名 </a:t>
                </a:r>
                <a:r>
                  <a:rPr lang="en-US" altLang="zh-CN" b="0">
                    <a:solidFill>
                      <a:schemeClr val="tx1"/>
                    </a:solidFill>
                    <a:latin typeface="宋体" panose="02010600030101010101" pitchFamily="2" charset="-122"/>
                    <a:ea typeface="宋体" panose="02010600030101010101" pitchFamily="2" charset="-122"/>
                  </a:rPr>
                  <a:t>i</a:t>
                </a:r>
                <a:r>
                  <a:rPr lang="zh-CN" altLang="en-US" b="0">
                    <a:solidFill>
                      <a:schemeClr val="tx1"/>
                    </a:solidFill>
                    <a:latin typeface="宋体" panose="02010600030101010101" pitchFamily="2" charset="-122"/>
                    <a:ea typeface="宋体" panose="02010600030101010101" pitchFamily="2" charset="-122"/>
                  </a:rPr>
                  <a:t>节点号  </a:t>
                </a:r>
                <a:endParaRPr lang="zh-CN" altLang="en-US" b="0">
                  <a:solidFill>
                    <a:schemeClr val="tx1"/>
                  </a:solidFill>
                  <a:latin typeface="宋体" panose="02010600030101010101" pitchFamily="2" charset="-122"/>
                  <a:ea typeface="宋体" panose="02010600030101010101" pitchFamily="2" charset="-122"/>
                </a:endParaRPr>
              </a:p>
            </p:txBody>
          </p:sp>
          <p:sp>
            <p:nvSpPr>
              <p:cNvPr id="103458" name="直接连接符 87074"/>
              <p:cNvSpPr/>
              <p:nvPr/>
            </p:nvSpPr>
            <p:spPr>
              <a:xfrm>
                <a:off x="488" y="519"/>
                <a:ext cx="603" cy="0"/>
              </a:xfrm>
              <a:prstGeom prst="line">
                <a:avLst/>
              </a:prstGeom>
              <a:ln w="12700"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103459" name="直接连接符 87075"/>
              <p:cNvSpPr/>
              <p:nvPr/>
            </p:nvSpPr>
            <p:spPr>
              <a:xfrm>
                <a:off x="488" y="712"/>
                <a:ext cx="603" cy="0"/>
              </a:xfrm>
              <a:prstGeom prst="line">
                <a:avLst/>
              </a:prstGeom>
              <a:ln w="12700"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103460" name="文本框 87076"/>
              <p:cNvSpPr txBox="1"/>
              <p:nvPr/>
            </p:nvSpPr>
            <p:spPr>
              <a:xfrm>
                <a:off x="516" y="489"/>
                <a:ext cx="348" cy="234"/>
              </a:xfrm>
              <a:prstGeom prst="rect">
                <a:avLst/>
              </a:prstGeom>
              <a:noFill/>
              <a:ln w="9525">
                <a:noFill/>
                <a:miter/>
              </a:ln>
            </p:spPr>
            <p:txBody>
              <a:bodyPr anchor="t"/>
              <a:p>
                <a:pPr lvl="0" algn="just">
                  <a:lnSpc>
                    <a:spcPct val="120000"/>
                  </a:lnSpc>
                  <a:buClr>
                    <a:srgbClr val="000000"/>
                  </a:buClr>
                </a:pPr>
                <a:r>
                  <a:rPr lang="en-US" altLang="zh-CN" b="0">
                    <a:solidFill>
                      <a:schemeClr val="tx1"/>
                    </a:solidFill>
                    <a:latin typeface="Times New Roman" panose="02020603050405020304" charset="0"/>
                    <a:ea typeface="宋体" panose="02010600030101010101" pitchFamily="2" charset="-122"/>
                  </a:rPr>
                  <a:t>file</a:t>
                </a:r>
                <a:r>
                  <a:rPr lang="en-US" altLang="zh-CN" b="0" baseline="-25000">
                    <a:solidFill>
                      <a:schemeClr val="tx1"/>
                    </a:solidFill>
                    <a:latin typeface="Times New Roman" panose="02020603050405020304" charset="0"/>
                    <a:ea typeface="宋体" panose="02010600030101010101" pitchFamily="2" charset="-122"/>
                  </a:rPr>
                  <a:t>2</a:t>
                </a:r>
                <a:endParaRPr lang="en-US" altLang="zh-CN" b="0" baseline="-25000">
                  <a:solidFill>
                    <a:schemeClr val="tx1"/>
                  </a:solidFill>
                  <a:latin typeface="Times New Roman" panose="02020603050405020304" charset="0"/>
                  <a:ea typeface="宋体" panose="02010600030101010101" pitchFamily="2" charset="-122"/>
                </a:endParaRPr>
              </a:p>
            </p:txBody>
          </p:sp>
          <p:sp>
            <p:nvSpPr>
              <p:cNvPr id="103461" name="直接连接符 87077"/>
              <p:cNvSpPr/>
              <p:nvPr/>
            </p:nvSpPr>
            <p:spPr>
              <a:xfrm>
                <a:off x="799" y="519"/>
                <a:ext cx="0" cy="181"/>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103462" name="文本框 87078"/>
              <p:cNvSpPr txBox="1"/>
              <p:nvPr/>
            </p:nvSpPr>
            <p:spPr>
              <a:xfrm>
                <a:off x="0" y="528"/>
                <a:ext cx="517" cy="214"/>
              </a:xfrm>
              <a:prstGeom prst="rect">
                <a:avLst/>
              </a:prstGeom>
              <a:noFill/>
              <a:ln w="9525">
                <a:noFill/>
                <a:miter/>
              </a:ln>
            </p:spPr>
            <p:txBody>
              <a:bodyPr anchor="t"/>
              <a:p>
                <a:pPr lvl="0" algn="just">
                  <a:buClr>
                    <a:srgbClr val="000000"/>
                  </a:buClr>
                </a:pPr>
                <a:r>
                  <a:rPr lang="en-US" altLang="zh-CN" b="0">
                    <a:solidFill>
                      <a:schemeClr val="tx1"/>
                    </a:solidFill>
                    <a:latin typeface="Times New Roman" panose="02020603050405020304" charset="0"/>
                    <a:ea typeface="宋体" panose="02010600030101010101" pitchFamily="2" charset="-122"/>
                  </a:rPr>
                  <a:t>  </a:t>
                </a:r>
                <a:r>
                  <a:rPr lang="zh-CN" altLang="en-US" b="0">
                    <a:solidFill>
                      <a:schemeClr val="tx1"/>
                    </a:solidFill>
                    <a:latin typeface="Times New Roman" panose="02020603050405020304" charset="0"/>
                    <a:ea typeface="宋体" panose="02010600030101010101" pitchFamily="2" charset="-122"/>
                  </a:rPr>
                  <a:t>目录项</a:t>
                </a:r>
                <a:endParaRPr lang="zh-CN" altLang="en-US" b="0">
                  <a:solidFill>
                    <a:schemeClr val="tx1"/>
                  </a:solidFill>
                  <a:latin typeface="Times New Roman" panose="02020603050405020304" charset="0"/>
                  <a:ea typeface="宋体" panose="02010600030101010101" pitchFamily="2" charset="-122"/>
                </a:endParaRPr>
              </a:p>
            </p:txBody>
          </p:sp>
        </p:grpSp>
        <p:sp>
          <p:nvSpPr>
            <p:cNvPr id="103463" name="直接连接符 87079"/>
            <p:cNvSpPr/>
            <p:nvPr/>
          </p:nvSpPr>
          <p:spPr>
            <a:xfrm flipV="1">
              <a:off x="1090" y="347"/>
              <a:ext cx="420" cy="1271"/>
            </a:xfrm>
            <a:prstGeom prst="line">
              <a:avLst/>
            </a:prstGeom>
            <a:ln w="9525" cap="flat" cmpd="sng">
              <a:solidFill>
                <a:schemeClr val="tx1"/>
              </a:solidFill>
              <a:prstDash val="dash"/>
              <a:round/>
              <a:headEnd type="none" w="med" len="med"/>
              <a:tailEnd type="triangl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103464" name="文本框 87080"/>
            <p:cNvSpPr txBox="1"/>
            <p:nvPr/>
          </p:nvSpPr>
          <p:spPr>
            <a:xfrm>
              <a:off x="2430" y="571"/>
              <a:ext cx="701" cy="215"/>
            </a:xfrm>
            <a:prstGeom prst="rect">
              <a:avLst/>
            </a:prstGeom>
            <a:noFill/>
            <a:ln w="9525">
              <a:noFill/>
              <a:miter/>
            </a:ln>
          </p:spPr>
          <p:txBody>
            <a:bodyPr anchor="t"/>
            <a:p>
              <a:pPr lvl="0" algn="just">
                <a:buClr>
                  <a:srgbClr val="000000"/>
                </a:buClr>
              </a:pPr>
              <a:r>
                <a:rPr lang="zh-CN" altLang="en-US">
                  <a:solidFill>
                    <a:schemeClr val="tx1"/>
                  </a:solidFill>
                  <a:latin typeface="Times New Roman" panose="02020603050405020304" charset="0"/>
                  <a:ea typeface="宋体" panose="02010600030101010101" pitchFamily="2" charset="-122"/>
                </a:rPr>
                <a:t>文件存储块</a:t>
              </a:r>
              <a:endParaRPr lang="zh-CN" altLang="en-US">
                <a:solidFill>
                  <a:schemeClr val="tx1"/>
                </a:solidFill>
                <a:latin typeface="Times New Roman" panose="02020603050405020304" charset="0"/>
                <a:ea typeface="宋体" panose="02010600030101010101" pitchFamily="2" charset="-122"/>
              </a:endParaRPr>
            </a:p>
          </p:txBody>
        </p:sp>
      </p:grpSp>
      <p:sp>
        <p:nvSpPr>
          <p:cNvPr id="87082" name="文本框 87081"/>
          <p:cNvSpPr txBox="1"/>
          <p:nvPr/>
        </p:nvSpPr>
        <p:spPr>
          <a:xfrm>
            <a:off x="3757613" y="5969000"/>
            <a:ext cx="2085975" cy="336550"/>
          </a:xfrm>
          <a:prstGeom prst="rect">
            <a:avLst/>
          </a:prstGeom>
          <a:noFill/>
          <a:ln w="9525">
            <a:noFill/>
            <a:miter/>
          </a:ln>
        </p:spPr>
        <p:txBody>
          <a:bodyPr anchor="t">
            <a:spAutoFit/>
          </a:bodyPr>
          <a:p>
            <a:pPr lvl="0">
              <a:spcBef>
                <a:spcPct val="30000"/>
              </a:spcBef>
              <a:buClr>
                <a:srgbClr val="000000"/>
              </a:buClr>
            </a:pPr>
            <a:r>
              <a:rPr lang="zh-CN" altLang="en-US" sz="1600" b="0">
                <a:solidFill>
                  <a:schemeClr val="tx1"/>
                </a:solidFill>
                <a:latin typeface="Arial" panose="02080604020202020204" pitchFamily="34" charset="0"/>
                <a:ea typeface="宋体" panose="02010600030101010101" pitchFamily="2" charset="-122"/>
              </a:rPr>
              <a:t>目录结构中的勾链</a:t>
            </a:r>
            <a:endParaRPr lang="zh-CN" altLang="en-US" sz="1600" b="0">
              <a:solidFill>
                <a:schemeClr val="tx1"/>
              </a:solidFill>
              <a:latin typeface="Arial" panose="02080604020202020204" pitchFamily="34" charset="0"/>
              <a:ea typeface="宋体" panose="02010600030101010101" pitchFamily="2" charset="-122"/>
            </a:endParaRPr>
          </a:p>
        </p:txBody>
      </p:sp>
      <p:sp>
        <p:nvSpPr>
          <p:cNvPr id="87083" name="矩形 87082"/>
          <p:cNvSpPr/>
          <p:nvPr/>
        </p:nvSpPr>
        <p:spPr>
          <a:xfrm>
            <a:off x="381000" y="4286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Arial" panose="02080604020202020204" pitchFamily="34" charset="0"/>
                <a:ea typeface="宋体" panose="02010600030101010101" pitchFamily="2" charset="-122"/>
                <a:cs typeface="+mn-ea"/>
              </a:rPr>
              <a:t>文件系统</a:t>
            </a:r>
            <a:r>
              <a:rPr lang="en-US" altLang="zh-CN" sz="2400" strike="noStrike" noProof="1">
                <a:latin typeface="Arial" panose="02080604020202020204" pitchFamily="34" charset="0"/>
                <a:ea typeface="宋体" panose="02010600030101010101" pitchFamily="2" charset="-122"/>
                <a:cs typeface="+mn-ea"/>
              </a:rPr>
              <a:t>——</a:t>
            </a:r>
            <a:r>
              <a:rPr lang="en-US" altLang="zh-CN" sz="2400" strike="noStrike" noProof="1">
                <a:latin typeface="Times New Roman" panose="02020603050405020304" charset="0"/>
                <a:ea typeface="宋体" panose="02010600030101010101" pitchFamily="2" charset="-122"/>
                <a:cs typeface="+mn-ea"/>
              </a:rPr>
              <a:t>UNIX</a:t>
            </a:r>
            <a:r>
              <a:rPr lang="zh-CN" altLang="en-US" sz="2400" strike="noStrike" noProof="1">
                <a:latin typeface="Arial" panose="02080604020202020204" pitchFamily="34" charset="0"/>
                <a:ea typeface="宋体" panose="02010600030101010101" pitchFamily="2" charset="-122"/>
                <a:cs typeface="+mn-ea"/>
              </a:rPr>
              <a:t>文件系统的主要结构及实现</a:t>
            </a:r>
            <a:endParaRPr lang="zh-CN" altLang="en-US" sz="2400" strike="noStrike" noProof="1">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87043" grpId="0" build="p"/>
      <p:bldP spid="87082" grpId="0"/>
    </p:bld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8545" name="文本框 92161"/>
          <p:cNvSpPr txBox="1"/>
          <p:nvPr/>
        </p:nvSpPr>
        <p:spPr>
          <a:xfrm>
            <a:off x="8493125" y="6510338"/>
            <a:ext cx="376238"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buFont typeface="Wingdings" panose="05000000000000000000" pitchFamily="2" charset="2"/>
              <a:buNone/>
            </a:pPr>
            <a:r>
              <a:rPr lang="en-US" altLang="zh-CN" b="0">
                <a:solidFill>
                  <a:schemeClr val="tx2"/>
                </a:solidFill>
                <a:latin typeface="Times New Roman" panose="02020603050405020304" charset="0"/>
                <a:ea typeface="宋体" panose="02010600030101010101" pitchFamily="2" charset="-122"/>
              </a:rPr>
              <a:t>61</a:t>
            </a:r>
            <a:endParaRPr lang="en-US" altLang="zh-CN" b="0">
              <a:solidFill>
                <a:schemeClr val="tx2"/>
              </a:solidFill>
              <a:latin typeface="Times New Roman" panose="02020603050405020304" charset="0"/>
              <a:ea typeface="宋体" panose="02010600030101010101" pitchFamily="2" charset="-122"/>
            </a:endParaRPr>
          </a:p>
        </p:txBody>
      </p:sp>
      <p:sp>
        <p:nvSpPr>
          <p:cNvPr id="92163" name="矩形 92162"/>
          <p:cNvSpPr/>
          <p:nvPr/>
        </p:nvSpPr>
        <p:spPr>
          <a:xfrm>
            <a:off x="171450" y="515938"/>
            <a:ext cx="8318500" cy="676275"/>
          </a:xfrm>
          <a:prstGeom prst="rect">
            <a:avLst/>
          </a:prstGeom>
          <a:noFill/>
          <a:ln w="9525">
            <a:noFill/>
            <a:miter/>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20000"/>
              </a:lnSpc>
              <a:buNone/>
            </a:pPr>
            <a:r>
              <a:rPr lang="x-none" altLang="en-US" b="1" strike="noStrike" noProof="1">
                <a:solidFill>
                  <a:srgbClr val="990000"/>
                </a:solidFill>
                <a:latin typeface="Times New Roman" panose="02020603050405020304" charset="0"/>
                <a:ea typeface="宋体" panose="02010600030101010101" pitchFamily="2" charset="-122"/>
                <a:cs typeface="+mn-ea"/>
              </a:rPr>
              <a:t>4</a:t>
            </a:r>
            <a:r>
              <a:rPr lang="en-US" altLang="zh-CN" b="1" strike="noStrike" noProof="1">
                <a:solidFill>
                  <a:srgbClr val="990000"/>
                </a:solidFill>
                <a:latin typeface="Times New Roman" panose="02020603050405020304" charset="0"/>
                <a:ea typeface="宋体" panose="02010600030101010101" pitchFamily="2" charset="-122"/>
                <a:cs typeface="+mn-ea"/>
              </a:rPr>
              <a:t>.  UNIX</a:t>
            </a:r>
            <a:r>
              <a:rPr lang="zh-CN" altLang="en-US" b="1" strike="noStrike" noProof="1">
                <a:solidFill>
                  <a:srgbClr val="990000"/>
                </a:solidFill>
                <a:latin typeface="Times New Roman" panose="02020603050405020304" charset="0"/>
                <a:ea typeface="宋体" panose="02010600030101010101" pitchFamily="2" charset="-122"/>
                <a:cs typeface="+mn-ea"/>
              </a:rPr>
              <a:t>系统的打开文件机构</a:t>
            </a:r>
            <a:endParaRPr lang="zh-CN" altLang="en-US" b="1" strike="noStrike" noProof="1">
              <a:solidFill>
                <a:srgbClr val="990000"/>
              </a:solidFill>
              <a:latin typeface="Times New Roman" panose="02020603050405020304" charset="0"/>
              <a:ea typeface="宋体" panose="02010600030101010101" pitchFamily="2" charset="-122"/>
            </a:endParaRPr>
          </a:p>
        </p:txBody>
      </p:sp>
      <p:sp>
        <p:nvSpPr>
          <p:cNvPr id="92164" name="矩形 92163"/>
          <p:cNvSpPr/>
          <p:nvPr/>
        </p:nvSpPr>
        <p:spPr>
          <a:xfrm>
            <a:off x="439420" y="4483735"/>
            <a:ext cx="8626475" cy="604838"/>
          </a:xfrm>
          <a:prstGeom prst="rect">
            <a:avLst/>
          </a:prstGeom>
          <a:noFill/>
          <a:ln w="9525">
            <a:noFill/>
            <a:miter/>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20000"/>
              </a:lnSpc>
              <a:spcBef>
                <a:spcPct val="20000"/>
              </a:spcBef>
              <a:buNone/>
            </a:pPr>
            <a:r>
              <a:rPr lang="en-US" altLang="zh-CN" sz="2800" b="1" strike="noStrike" noProof="1">
                <a:solidFill>
                  <a:srgbClr val="A50021"/>
                </a:solidFill>
                <a:latin typeface="Times New Roman" panose="02020603050405020304" charset="0"/>
                <a:ea typeface="宋体" panose="02010600030101010101" pitchFamily="2" charset="-122"/>
                <a:cs typeface="+mn-ea"/>
              </a:rPr>
              <a:t>   (1) </a:t>
            </a:r>
            <a:r>
              <a:rPr lang="zh-CN" altLang="en-US" sz="2800" b="1" strike="noStrike" noProof="1">
                <a:solidFill>
                  <a:srgbClr val="A50021"/>
                </a:solidFill>
                <a:latin typeface="Times New Roman" panose="02020603050405020304" charset="0"/>
                <a:ea typeface="宋体" panose="02010600030101010101" pitchFamily="2" charset="-122"/>
                <a:cs typeface="+mn-ea"/>
              </a:rPr>
              <a:t>活动</a:t>
            </a:r>
            <a:r>
              <a:rPr lang="en-US" altLang="zh-CN" sz="2800" b="1" strike="noStrike" noProof="1">
                <a:solidFill>
                  <a:srgbClr val="A50021"/>
                </a:solidFill>
                <a:latin typeface="Times New Roman" panose="02020603050405020304" charset="0"/>
                <a:ea typeface="宋体" panose="02010600030101010101" pitchFamily="2" charset="-122"/>
                <a:cs typeface="+mn-ea"/>
              </a:rPr>
              <a:t>i</a:t>
            </a:r>
            <a:r>
              <a:rPr lang="zh-CN" altLang="en-US" sz="2800" b="1" strike="noStrike" noProof="1">
                <a:solidFill>
                  <a:srgbClr val="A50021"/>
                </a:solidFill>
                <a:latin typeface="Times New Roman" panose="02020603050405020304" charset="0"/>
                <a:ea typeface="宋体" panose="02010600030101010101" pitchFamily="2" charset="-122"/>
                <a:cs typeface="+mn-ea"/>
              </a:rPr>
              <a:t>节点表</a:t>
            </a:r>
            <a:endParaRPr lang="zh-CN" altLang="en-US" sz="2800" b="1" strike="noStrike" noProof="1">
              <a:solidFill>
                <a:srgbClr val="A50021"/>
              </a:solidFill>
              <a:latin typeface="Times New Roman" panose="02020603050405020304" charset="0"/>
              <a:ea typeface="宋体" panose="02010600030101010101" pitchFamily="2" charset="-122"/>
            </a:endParaRPr>
          </a:p>
        </p:txBody>
      </p:sp>
      <p:sp>
        <p:nvSpPr>
          <p:cNvPr id="92165" name="矩形 92164"/>
          <p:cNvSpPr/>
          <p:nvPr/>
        </p:nvSpPr>
        <p:spPr>
          <a:xfrm>
            <a:off x="381000" y="4286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Arial" panose="02080604020202020204" pitchFamily="34" charset="0"/>
                <a:ea typeface="宋体" panose="02010600030101010101" pitchFamily="2" charset="-122"/>
                <a:cs typeface="+mn-ea"/>
              </a:rPr>
              <a:t>文件系统</a:t>
            </a:r>
            <a:r>
              <a:rPr lang="en-US" altLang="zh-CN" sz="2400" strike="noStrike" noProof="1">
                <a:latin typeface="Arial" panose="02080604020202020204" pitchFamily="34" charset="0"/>
                <a:ea typeface="宋体" panose="02010600030101010101" pitchFamily="2" charset="-122"/>
                <a:cs typeface="+mn-ea"/>
              </a:rPr>
              <a:t>——</a:t>
            </a:r>
            <a:r>
              <a:rPr lang="en-US" altLang="zh-CN" sz="2400" strike="noStrike" noProof="1">
                <a:latin typeface="Times New Roman" panose="02020603050405020304" charset="0"/>
                <a:ea typeface="宋体" panose="02010600030101010101" pitchFamily="2" charset="-122"/>
                <a:cs typeface="+mn-ea"/>
              </a:rPr>
              <a:t>UNIX</a:t>
            </a:r>
            <a:r>
              <a:rPr lang="zh-CN" altLang="en-US" sz="2400" strike="noStrike" noProof="1">
                <a:latin typeface="Arial" panose="02080604020202020204" pitchFamily="34" charset="0"/>
                <a:ea typeface="宋体" panose="02010600030101010101" pitchFamily="2" charset="-122"/>
                <a:cs typeface="+mn-ea"/>
              </a:rPr>
              <a:t>文件系统的主要结构及实现</a:t>
            </a:r>
            <a:endParaRPr lang="zh-CN" altLang="en-US" sz="2400" strike="noStrike" noProof="1">
              <a:ea typeface="宋体" panose="02010600030101010101" pitchFamily="2" charset="-122"/>
            </a:endParaRPr>
          </a:p>
        </p:txBody>
      </p:sp>
      <p:sp>
        <p:nvSpPr>
          <p:cNvPr id="92166" name="矩形 92165"/>
          <p:cNvSpPr/>
          <p:nvPr/>
        </p:nvSpPr>
        <p:spPr>
          <a:xfrm>
            <a:off x="401638" y="5999798"/>
            <a:ext cx="8566150" cy="530225"/>
          </a:xfrm>
          <a:prstGeom prst="rect">
            <a:avLst/>
          </a:prstGeom>
          <a:noFill/>
          <a:ln w="9525">
            <a:noFill/>
            <a:miter/>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914400" lvl="1" indent="-457200" fontAlgn="base">
              <a:lnSpc>
                <a:spcPct val="120000"/>
              </a:lnSpc>
            </a:pPr>
            <a:r>
              <a:rPr lang="zh-CN" altLang="en-US" sz="2400" strike="noStrike" noProof="1">
                <a:solidFill>
                  <a:schemeClr val="tx1"/>
                </a:solidFill>
                <a:effectLst/>
                <a:latin typeface="Times New Roman" panose="02020603050405020304" charset="0"/>
                <a:ea typeface="宋体" panose="02010600030101010101" pitchFamily="2" charset="-122"/>
                <a:cs typeface="+mn-cs"/>
              </a:rPr>
              <a:t>活动</a:t>
            </a:r>
            <a:r>
              <a:rPr lang="en-US" altLang="zh-CN" sz="2400" strike="noStrike" noProof="1">
                <a:solidFill>
                  <a:schemeClr val="tx1"/>
                </a:solidFill>
                <a:effectLst/>
                <a:latin typeface="Times New Roman" panose="02020603050405020304" charset="0"/>
                <a:ea typeface="宋体" panose="02010600030101010101" pitchFamily="2" charset="-122"/>
                <a:cs typeface="+mn-cs"/>
              </a:rPr>
              <a:t>i</a:t>
            </a:r>
            <a:r>
              <a:rPr lang="zh-CN" altLang="en-US" sz="2400" strike="noStrike" noProof="1">
                <a:solidFill>
                  <a:schemeClr val="tx1"/>
                </a:solidFill>
                <a:effectLst/>
                <a:latin typeface="Times New Roman" panose="02020603050405020304" charset="0"/>
                <a:ea typeface="宋体" panose="02010600030101010101" pitchFamily="2" charset="-122"/>
                <a:cs typeface="+mn-cs"/>
              </a:rPr>
              <a:t>节点 </a:t>
            </a:r>
            <a:r>
              <a:rPr lang="en-US" altLang="zh-CN" sz="2400" strike="noStrike" noProof="1">
                <a:solidFill>
                  <a:schemeClr val="tx1"/>
                </a:solidFill>
                <a:effectLst/>
                <a:latin typeface="Times New Roman" panose="02020603050405020304" charset="0"/>
                <a:ea typeface="宋体" panose="02010600030101010101" pitchFamily="2" charset="-122"/>
                <a:cs typeface="+mn-cs"/>
              </a:rPr>
              <a:t>(</a:t>
            </a:r>
            <a:r>
              <a:rPr lang="zh-CN" altLang="en-US" sz="2400" strike="noStrike" noProof="1">
                <a:solidFill>
                  <a:schemeClr val="tx1"/>
                </a:solidFill>
                <a:effectLst/>
                <a:latin typeface="Times New Roman" panose="02020603050405020304" charset="0"/>
                <a:ea typeface="宋体" panose="02010600030101010101" pitchFamily="2" charset="-122"/>
                <a:cs typeface="+mn-cs"/>
              </a:rPr>
              <a:t>主存索引节点</a:t>
            </a:r>
            <a:r>
              <a:rPr lang="en-US" altLang="zh-CN" sz="2400" strike="noStrike" noProof="1">
                <a:solidFill>
                  <a:schemeClr val="tx1"/>
                </a:solidFill>
                <a:effectLst/>
                <a:latin typeface="Times New Roman" panose="02020603050405020304" charset="0"/>
                <a:ea typeface="宋体" panose="02010600030101010101" pitchFamily="2" charset="-122"/>
                <a:cs typeface="+mn-cs"/>
              </a:rPr>
              <a:t>)</a:t>
            </a:r>
            <a:r>
              <a:rPr lang="zh-CN" altLang="en-US" sz="2400" strike="noStrike" noProof="1">
                <a:solidFill>
                  <a:schemeClr val="tx1"/>
                </a:solidFill>
                <a:effectLst/>
                <a:latin typeface="Times New Roman" panose="02020603050405020304" charset="0"/>
                <a:ea typeface="宋体" panose="02010600030101010101" pitchFamily="2" charset="-122"/>
                <a:cs typeface="+mn-cs"/>
              </a:rPr>
              <a:t>的结构如下</a:t>
            </a:r>
            <a:r>
              <a:rPr lang="zh-CN" altLang="en-US" sz="2400" strike="noStrike" noProof="1">
                <a:solidFill>
                  <a:schemeClr val="tx1"/>
                </a:solidFill>
                <a:latin typeface="Times New Roman" panose="02020603050405020304" charset="0"/>
                <a:ea typeface="宋体" panose="02010600030101010101" pitchFamily="2" charset="-122"/>
                <a:cs typeface="+mn-cs"/>
              </a:rPr>
              <a:t>     </a:t>
            </a:r>
            <a:endParaRPr lang="zh-CN" altLang="en-US" sz="2400" strike="noStrike" noProof="1">
              <a:solidFill>
                <a:schemeClr val="tx1"/>
              </a:solidFill>
              <a:latin typeface="Times New Roman" panose="02020603050405020304" charset="0"/>
              <a:ea typeface="宋体" panose="02010600030101010101" pitchFamily="2" charset="-122"/>
            </a:endParaRPr>
          </a:p>
        </p:txBody>
      </p:sp>
      <p:sp>
        <p:nvSpPr>
          <p:cNvPr id="92167" name="矩形 92166"/>
          <p:cNvSpPr/>
          <p:nvPr/>
        </p:nvSpPr>
        <p:spPr>
          <a:xfrm>
            <a:off x="67310" y="1196975"/>
            <a:ext cx="9001125" cy="3235960"/>
          </a:xfrm>
          <a:prstGeom prst="rect">
            <a:avLst/>
          </a:prstGeom>
          <a:noFill/>
          <a:ln w="9525">
            <a:noFill/>
            <a:miter/>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914400" lvl="1" indent="-457200" fontAlgn="base">
              <a:lnSpc>
                <a:spcPct val="120000"/>
              </a:lnSpc>
              <a:spcBef>
                <a:spcPct val="20000"/>
              </a:spcBef>
              <a:buNone/>
            </a:pPr>
            <a:r>
              <a:rPr lang="x-none" altLang="zh-CN" sz="2400" strike="noStrike" noProof="1">
                <a:solidFill>
                  <a:schemeClr val="tx1"/>
                </a:solidFill>
                <a:effectLst/>
                <a:latin typeface="Times New Roman" panose="02020603050405020304" charset="0"/>
                <a:ea typeface="宋体" panose="02010600030101010101" pitchFamily="2" charset="-122"/>
                <a:cs typeface="+mn-cs"/>
                <a:sym typeface="Symbol" panose="05050102010706020507" pitchFamily="2" charset="2"/>
              </a:rPr>
              <a:t>文件目录结构，文件索引节点和索引表都存储在辅存上，</a:t>
            </a:r>
            <a:r>
              <a:rPr lang="zh-CN" altLang="en-US" sz="2400" strike="noStrike" noProof="1">
                <a:solidFill>
                  <a:schemeClr val="tx1"/>
                </a:solidFill>
                <a:effectLst/>
                <a:latin typeface="Times New Roman" panose="02020603050405020304" charset="0"/>
                <a:ea typeface="宋体" panose="02010600030101010101" pitchFamily="2" charset="-122"/>
                <a:cs typeface="+mn-cs"/>
                <a:sym typeface="Symbol" panose="05050102010706020507" pitchFamily="2" charset="2"/>
              </a:rPr>
              <a:t>为了提高系统效率，减少主存空间的占用，系统设置了打开文件和关闭文件操作。当打开一个文件时，建立用户与该文件的联系</a:t>
            </a:r>
            <a:r>
              <a:rPr lang="x-none" altLang="zh-CN" sz="2400" strike="noStrike" noProof="1">
                <a:solidFill>
                  <a:schemeClr val="tx1"/>
                </a:solidFill>
                <a:effectLst/>
                <a:latin typeface="Times New Roman" panose="02020603050405020304" charset="0"/>
                <a:ea typeface="宋体" panose="02010600030101010101" pitchFamily="2" charset="-122"/>
                <a:cs typeface="+mn-cs"/>
                <a:sym typeface="Symbol" panose="05050102010706020507" pitchFamily="2" charset="2"/>
              </a:rPr>
              <a:t>，就是将辅存中的相关目录项，辅存索引节点和索引表拷贝到主存中</a:t>
            </a:r>
            <a:r>
              <a:rPr lang="zh-CN" altLang="en-US" sz="2400" strike="noStrike" noProof="1">
                <a:solidFill>
                  <a:schemeClr val="tx1"/>
                </a:solidFill>
                <a:effectLst/>
                <a:latin typeface="Times New Roman" panose="02020603050405020304" charset="0"/>
                <a:ea typeface="宋体" panose="02010600030101010101" pitchFamily="2" charset="-122"/>
                <a:cs typeface="+mn-cs"/>
                <a:sym typeface="Symbol" panose="05050102010706020507" pitchFamily="2" charset="2"/>
              </a:rPr>
              <a:t>。</a:t>
            </a:r>
            <a:endParaRPr lang="zh-CN" altLang="en-US" sz="2400" strike="noStrike" noProof="1">
              <a:solidFill>
                <a:schemeClr val="tx1"/>
              </a:solidFill>
              <a:effectLst/>
              <a:latin typeface="Times New Roman" panose="02020603050405020304" charset="0"/>
              <a:ea typeface="宋体" panose="02010600030101010101" pitchFamily="2" charset="-122"/>
              <a:cs typeface="+mn-cs"/>
              <a:sym typeface="Symbol" panose="05050102010706020507" pitchFamily="2" charset="2"/>
            </a:endParaRPr>
          </a:p>
          <a:p>
            <a:pPr marL="914400" lvl="1" indent="-457200" fontAlgn="base">
              <a:lnSpc>
                <a:spcPct val="120000"/>
              </a:lnSpc>
              <a:spcBef>
                <a:spcPct val="20000"/>
              </a:spcBef>
              <a:buNone/>
            </a:pPr>
            <a:r>
              <a:rPr lang="zh-CN" altLang="en-US" sz="2400" strike="noStrike" noProof="1">
                <a:solidFill>
                  <a:schemeClr val="tx1"/>
                </a:solidFill>
                <a:effectLst/>
                <a:latin typeface="Times New Roman" panose="02020603050405020304" charset="0"/>
                <a:ea typeface="宋体" panose="02010600030101010101" pitchFamily="2" charset="-122"/>
                <a:cs typeface="+mn-cs"/>
                <a:sym typeface="Symbol" panose="05050102010706020507" pitchFamily="2" charset="2"/>
              </a:rPr>
              <a:t>文件系统中管理这一工作的机构称为打开文件机构。打开文件机构由</a:t>
            </a:r>
            <a:r>
              <a:rPr lang="zh-CN" altLang="en-US" sz="2400" b="1" strike="noStrike" noProof="1">
                <a:solidFill>
                  <a:schemeClr val="tx1"/>
                </a:solidFill>
                <a:effectLst/>
                <a:latin typeface="Times New Roman" panose="02020603050405020304" charset="0"/>
                <a:ea typeface="宋体" panose="02010600030101010101" pitchFamily="2" charset="-122"/>
                <a:cs typeface="+mn-cs"/>
                <a:sym typeface="Symbol" panose="05050102010706020507" pitchFamily="2" charset="2"/>
              </a:rPr>
              <a:t>活动</a:t>
            </a:r>
            <a:r>
              <a:rPr lang="en-US" altLang="zh-CN" sz="2400" b="1" strike="noStrike" noProof="1">
                <a:solidFill>
                  <a:schemeClr val="tx1"/>
                </a:solidFill>
                <a:effectLst/>
                <a:latin typeface="Times New Roman" panose="02020603050405020304" charset="0"/>
                <a:ea typeface="宋体" panose="02010600030101010101" pitchFamily="2" charset="-122"/>
                <a:cs typeface="+mn-cs"/>
                <a:sym typeface="Symbol" panose="05050102010706020507" pitchFamily="2" charset="2"/>
              </a:rPr>
              <a:t>i</a:t>
            </a:r>
            <a:r>
              <a:rPr lang="zh-CN" altLang="en-US" sz="2400" b="1" strike="noStrike" noProof="1">
                <a:solidFill>
                  <a:schemeClr val="tx1"/>
                </a:solidFill>
                <a:effectLst/>
                <a:latin typeface="Times New Roman" panose="02020603050405020304" charset="0"/>
                <a:ea typeface="宋体" panose="02010600030101010101" pitchFamily="2" charset="-122"/>
                <a:cs typeface="+mn-cs"/>
                <a:sym typeface="Symbol" panose="05050102010706020507" pitchFamily="2" charset="2"/>
              </a:rPr>
              <a:t>节点表、打开文件表</a:t>
            </a:r>
            <a:r>
              <a:rPr lang="zh-CN" altLang="en-US" sz="2400" strike="noStrike" noProof="1">
                <a:solidFill>
                  <a:schemeClr val="tx1"/>
                </a:solidFill>
                <a:effectLst/>
                <a:latin typeface="Times New Roman" panose="02020603050405020304" charset="0"/>
                <a:ea typeface="宋体" panose="02010600030101010101" pitchFamily="2" charset="-122"/>
                <a:cs typeface="+mn-cs"/>
                <a:sym typeface="Symbol" panose="05050102010706020507" pitchFamily="2" charset="2"/>
              </a:rPr>
              <a:t>和</a:t>
            </a:r>
            <a:r>
              <a:rPr lang="zh-CN" altLang="en-US" sz="2400" b="1" strike="noStrike" noProof="1">
                <a:solidFill>
                  <a:schemeClr val="tx1"/>
                </a:solidFill>
                <a:effectLst/>
                <a:latin typeface="Times New Roman" panose="02020603050405020304" charset="0"/>
                <a:ea typeface="宋体" panose="02010600030101010101" pitchFamily="2" charset="-122"/>
                <a:cs typeface="+mn-cs"/>
                <a:sym typeface="Symbol" panose="05050102010706020507" pitchFamily="2" charset="2"/>
              </a:rPr>
              <a:t>用户文件描述符表</a:t>
            </a:r>
            <a:r>
              <a:rPr lang="zh-CN" altLang="en-US" sz="2400" strike="noStrike" noProof="1">
                <a:solidFill>
                  <a:schemeClr val="tx1"/>
                </a:solidFill>
                <a:effectLst/>
                <a:latin typeface="Times New Roman" panose="02020603050405020304" charset="0"/>
                <a:ea typeface="宋体" panose="02010600030101010101" pitchFamily="2" charset="-122"/>
                <a:cs typeface="+mn-cs"/>
                <a:sym typeface="Symbol" panose="05050102010706020507" pitchFamily="2" charset="2"/>
              </a:rPr>
              <a:t>组成。</a:t>
            </a:r>
            <a:r>
              <a:rPr lang="zh-CN" altLang="en-US" sz="2400" strike="noStrike" noProof="1">
                <a:solidFill>
                  <a:schemeClr val="tx1"/>
                </a:solidFill>
                <a:latin typeface="Times New Roman" panose="02020603050405020304" charset="0"/>
                <a:ea typeface="宋体" panose="02010600030101010101" pitchFamily="2" charset="-122"/>
                <a:cs typeface="+mn-cs"/>
                <a:sym typeface="Symbol" panose="05050102010706020507" pitchFamily="2" charset="2"/>
              </a:rPr>
              <a:t>  </a:t>
            </a:r>
            <a:endParaRPr lang="zh-CN" altLang="en-US" sz="2400" strike="noStrike" noProof="1">
              <a:solidFill>
                <a:schemeClr val="tx1"/>
              </a:solidFill>
              <a:latin typeface="Times New Roman" panose="02020603050405020304" charset="0"/>
              <a:ea typeface="宋体" panose="02010600030101010101" pitchFamily="2" charset="-122"/>
              <a:sym typeface="Symbol" panose="05050102010706020507" pitchFamily="2" charset="2"/>
            </a:endParaRPr>
          </a:p>
        </p:txBody>
      </p:sp>
      <p:sp>
        <p:nvSpPr>
          <p:cNvPr id="92168" name="矩形 92167"/>
          <p:cNvSpPr/>
          <p:nvPr/>
        </p:nvSpPr>
        <p:spPr>
          <a:xfrm>
            <a:off x="514350" y="4961890"/>
            <a:ext cx="8526780" cy="1042035"/>
          </a:xfrm>
          <a:prstGeom prst="rect">
            <a:avLst/>
          </a:prstGeom>
          <a:noFill/>
          <a:ln w="9525">
            <a:noFill/>
            <a:miter/>
          </a:ln>
        </p:spPr>
        <p:txBody>
          <a:bodyPr wrap="square">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914400" lvl="1" indent="-457200" fontAlgn="base">
              <a:lnSpc>
                <a:spcPct val="120000"/>
              </a:lnSpc>
              <a:spcBef>
                <a:spcPct val="20000"/>
              </a:spcBef>
              <a:buNone/>
            </a:pPr>
            <a:r>
              <a:rPr lang="en-US" altLang="zh-CN" sz="2400" strike="noStrike" noProof="1">
                <a:solidFill>
                  <a:schemeClr val="tx1"/>
                </a:solidFill>
                <a:effectLst/>
                <a:latin typeface="Times New Roman" panose="02020603050405020304" charset="0"/>
                <a:ea typeface="宋体" panose="02010600030101010101" pitchFamily="2" charset="-122"/>
                <a:cs typeface="+mn-cs"/>
                <a:sym typeface="Symbol" panose="05050102010706020507" pitchFamily="2" charset="2"/>
              </a:rPr>
              <a:t> </a:t>
            </a:r>
            <a:r>
              <a:rPr lang="zh-CN" altLang="en-US" sz="2400" strike="noStrike" noProof="1">
                <a:solidFill>
                  <a:schemeClr val="tx1"/>
                </a:solidFill>
                <a:effectLst/>
                <a:latin typeface="Times New Roman" panose="02020603050405020304" charset="0"/>
                <a:ea typeface="宋体" panose="02010600030101010101" pitchFamily="2" charset="-122"/>
                <a:cs typeface="+mn-cs"/>
                <a:sym typeface="Symbol" panose="05050102010706020507" pitchFamily="2" charset="2"/>
              </a:rPr>
              <a:t>当执行打开文件操作时，将文件辅存</a:t>
            </a:r>
            <a:r>
              <a:rPr lang="en-US" altLang="zh-CN" sz="2400" strike="noStrike" noProof="1">
                <a:solidFill>
                  <a:schemeClr val="tx1"/>
                </a:solidFill>
                <a:effectLst/>
                <a:latin typeface="Times New Roman" panose="02020603050405020304" charset="0"/>
                <a:ea typeface="宋体" panose="02010600030101010101" pitchFamily="2" charset="-122"/>
                <a:cs typeface="+mn-cs"/>
                <a:sym typeface="Symbol" panose="05050102010706020507" pitchFamily="2" charset="2"/>
              </a:rPr>
              <a:t>i</a:t>
            </a:r>
            <a:r>
              <a:rPr lang="zh-CN" altLang="en-US" sz="2400" strike="noStrike" noProof="1">
                <a:solidFill>
                  <a:schemeClr val="tx1"/>
                </a:solidFill>
                <a:effectLst/>
                <a:latin typeface="Times New Roman" panose="02020603050405020304" charset="0"/>
                <a:ea typeface="宋体" panose="02010600030101010101" pitchFamily="2" charset="-122"/>
                <a:cs typeface="+mn-cs"/>
                <a:sym typeface="Symbol" panose="05050102010706020507" pitchFamily="2" charset="2"/>
              </a:rPr>
              <a:t>节点的有关信息拷贝</a:t>
            </a:r>
            <a:endParaRPr lang="zh-CN" altLang="en-US" sz="2400" strike="noStrike" noProof="1">
              <a:solidFill>
                <a:schemeClr val="tx1"/>
              </a:solidFill>
              <a:effectLst/>
              <a:latin typeface="Times New Roman" panose="02020603050405020304" charset="0"/>
              <a:ea typeface="宋体" panose="02010600030101010101" pitchFamily="2" charset="-122"/>
              <a:sym typeface="Symbol" panose="05050102010706020507" pitchFamily="2" charset="2"/>
            </a:endParaRPr>
          </a:p>
          <a:p>
            <a:pPr marL="914400" lvl="1" indent="-457200" fontAlgn="base">
              <a:lnSpc>
                <a:spcPct val="120000"/>
              </a:lnSpc>
              <a:spcBef>
                <a:spcPct val="20000"/>
              </a:spcBef>
              <a:buNone/>
            </a:pPr>
            <a:r>
              <a:rPr lang="zh-CN" altLang="en-US" sz="2400" strike="noStrike" noProof="1">
                <a:solidFill>
                  <a:schemeClr val="tx1"/>
                </a:solidFill>
                <a:effectLst/>
                <a:latin typeface="Times New Roman" panose="02020603050405020304" charset="0"/>
                <a:ea typeface="宋体" panose="02010600030101010101" pitchFamily="2" charset="-122"/>
                <a:cs typeface="+mn-cs"/>
                <a:sym typeface="Symbol" panose="05050102010706020507" pitchFamily="2" charset="2"/>
              </a:rPr>
              <a:t> 到主存，形成活动</a:t>
            </a:r>
            <a:r>
              <a:rPr lang="en-US" altLang="zh-CN" sz="2400" strike="noStrike" noProof="1">
                <a:solidFill>
                  <a:schemeClr val="tx1"/>
                </a:solidFill>
                <a:effectLst/>
                <a:latin typeface="Times New Roman" panose="02020603050405020304" charset="0"/>
                <a:ea typeface="宋体" panose="02010600030101010101" pitchFamily="2" charset="-122"/>
                <a:cs typeface="+mn-cs"/>
                <a:sym typeface="Symbol" panose="05050102010706020507" pitchFamily="2" charset="2"/>
              </a:rPr>
              <a:t>i</a:t>
            </a:r>
            <a:r>
              <a:rPr lang="zh-CN" altLang="en-US" sz="2400" strike="noStrike" noProof="1">
                <a:solidFill>
                  <a:schemeClr val="tx1"/>
                </a:solidFill>
                <a:effectLst/>
                <a:latin typeface="Times New Roman" panose="02020603050405020304" charset="0"/>
                <a:ea typeface="宋体" panose="02010600030101010101" pitchFamily="2" charset="-122"/>
                <a:cs typeface="+mn-cs"/>
                <a:sym typeface="Symbol" panose="05050102010706020507" pitchFamily="2" charset="2"/>
              </a:rPr>
              <a:t>节点表。</a:t>
            </a:r>
            <a:endParaRPr lang="zh-CN" altLang="en-US" sz="2400" strike="noStrike" noProof="1">
              <a:solidFill>
                <a:schemeClr val="tx1"/>
              </a:solidFill>
              <a:effectLst/>
              <a:latin typeface="Times New Roman" panose="02020603050405020304" charset="0"/>
              <a:ea typeface="宋体" panose="02010600030101010101" pitchFamily="2" charset="-122"/>
              <a:sym typeface="Symbol" panose="05050102010706020507" pitchFamily="2" charset="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92163" grpId="0" build="p"/>
      <p:bldP spid="92164" grpId="0"/>
      <p:bldP spid="92166" grpId="0"/>
      <p:bldP spid="92167" grpId="0"/>
      <p:bldP spid="92168" grpId="0"/>
    </p:bld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9569" name="文本框 93185"/>
          <p:cNvSpPr txBox="1"/>
          <p:nvPr/>
        </p:nvSpPr>
        <p:spPr>
          <a:xfrm>
            <a:off x="8493125" y="6510338"/>
            <a:ext cx="376238"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buFont typeface="Wingdings" panose="05000000000000000000" pitchFamily="2" charset="2"/>
              <a:buNone/>
            </a:pPr>
            <a:r>
              <a:rPr lang="en-US" altLang="zh-CN" b="0">
                <a:solidFill>
                  <a:schemeClr val="tx2"/>
                </a:solidFill>
                <a:latin typeface="Times New Roman" panose="02020603050405020304" charset="0"/>
                <a:ea typeface="宋体" panose="02010600030101010101" pitchFamily="2" charset="-122"/>
              </a:rPr>
              <a:t>62</a:t>
            </a:r>
            <a:endParaRPr lang="en-US" altLang="zh-CN" b="0">
              <a:solidFill>
                <a:schemeClr val="tx2"/>
              </a:solidFill>
              <a:latin typeface="Times New Roman" panose="02020603050405020304" charset="0"/>
              <a:ea typeface="宋体" panose="02010600030101010101" pitchFamily="2" charset="-122"/>
            </a:endParaRPr>
          </a:p>
        </p:txBody>
      </p:sp>
      <p:sp>
        <p:nvSpPr>
          <p:cNvPr id="93187" name="矩形 93186"/>
          <p:cNvSpPr/>
          <p:nvPr/>
        </p:nvSpPr>
        <p:spPr>
          <a:xfrm>
            <a:off x="381000" y="4286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Arial" panose="02080604020202020204" pitchFamily="34" charset="0"/>
                <a:ea typeface="宋体" panose="02010600030101010101" pitchFamily="2" charset="-122"/>
                <a:cs typeface="+mn-ea"/>
              </a:rPr>
              <a:t>文件系统</a:t>
            </a:r>
            <a:r>
              <a:rPr lang="en-US" altLang="zh-CN" sz="2400" strike="noStrike" noProof="1">
                <a:latin typeface="Arial" panose="02080604020202020204" pitchFamily="34" charset="0"/>
                <a:ea typeface="宋体" panose="02010600030101010101" pitchFamily="2" charset="-122"/>
                <a:cs typeface="+mn-ea"/>
              </a:rPr>
              <a:t>——</a:t>
            </a:r>
            <a:r>
              <a:rPr lang="en-US" altLang="zh-CN" sz="2400" strike="noStrike" noProof="1">
                <a:latin typeface="Times New Roman" panose="02020603050405020304" charset="0"/>
                <a:ea typeface="宋体" panose="02010600030101010101" pitchFamily="2" charset="-122"/>
                <a:cs typeface="+mn-ea"/>
              </a:rPr>
              <a:t>UNIX</a:t>
            </a:r>
            <a:r>
              <a:rPr lang="zh-CN" altLang="en-US" sz="2400" strike="noStrike" noProof="1">
                <a:latin typeface="Arial" panose="02080604020202020204" pitchFamily="34" charset="0"/>
                <a:ea typeface="宋体" panose="02010600030101010101" pitchFamily="2" charset="-122"/>
                <a:cs typeface="+mn-ea"/>
              </a:rPr>
              <a:t>文件系统的主要结构及实现</a:t>
            </a:r>
            <a:endParaRPr lang="zh-CN" altLang="en-US" sz="2400" strike="noStrike" noProof="1">
              <a:ea typeface="宋体" panose="02010600030101010101" pitchFamily="2" charset="-122"/>
            </a:endParaRPr>
          </a:p>
        </p:txBody>
      </p:sp>
      <p:sp>
        <p:nvSpPr>
          <p:cNvPr id="109571" name="矩形 93187"/>
          <p:cNvSpPr/>
          <p:nvPr/>
        </p:nvSpPr>
        <p:spPr>
          <a:xfrm>
            <a:off x="0" y="2171700"/>
            <a:ext cx="9144000" cy="0"/>
          </a:xfrm>
          <a:prstGeom prst="rect">
            <a:avLst/>
          </a:prstGeom>
          <a:noFill/>
          <a:ln w="9525">
            <a:noFill/>
            <a:miter/>
          </a:ln>
        </p:spPr>
        <p:txBody>
          <a:bodyPr wrap="none" anchor="ctr">
            <a:spAutoFit/>
          </a:bodyPr>
          <a:p>
            <a:pPr lvl="0"/>
            <a:endParaRPr sz="1800" b="0">
              <a:solidFill>
                <a:schemeClr val="tx1"/>
              </a:solidFill>
              <a:latin typeface="Arial" panose="02080604020202020204" pitchFamily="34" charset="0"/>
              <a:ea typeface="宋体" panose="02010600030101010101" pitchFamily="2" charset="-122"/>
            </a:endParaRPr>
          </a:p>
        </p:txBody>
      </p:sp>
      <p:graphicFrame>
        <p:nvGraphicFramePr>
          <p:cNvPr id="93189" name="表格 93188"/>
          <p:cNvGraphicFramePr/>
          <p:nvPr/>
        </p:nvGraphicFramePr>
        <p:xfrm>
          <a:off x="1500188" y="1474788"/>
          <a:ext cx="5527675" cy="3767138"/>
        </p:xfrm>
        <a:graphic>
          <a:graphicData uri="http://schemas.openxmlformats.org/drawingml/2006/table">
            <a:tbl>
              <a:tblPr/>
              <a:tblGrid>
                <a:gridCol w="5527675"/>
              </a:tblGrid>
              <a:tr h="376238">
                <a:tc>
                  <a:txBody>
                    <a:bodyPr wrap="square"/>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buBlip>
                          <a:blip r:embed="rId1"/>
                        </a:buBlip>
                        <a:defRPr sz="2400" kern="1200">
                          <a:effectLst>
                            <a:outerShdw blurRad="38100" dist="38100" dir="2700000">
                              <a:srgbClr val="000000"/>
                            </a:outerShdw>
                          </a:effectLst>
                        </a:defRPr>
                      </a:lvl2pPr>
                      <a:lvl3pPr marL="1428750" lvl="2" indent="-398145">
                        <a:buBlip>
                          <a:blip r:embed="rId1"/>
                        </a:buBlip>
                        <a:defRPr sz="2000" kern="1200">
                          <a:effectLst>
                            <a:outerShdw blurRad="38100" dist="38100" dir="2700000">
                              <a:srgbClr val="000000"/>
                            </a:outerShdw>
                          </a:effectLst>
                        </a:defRPr>
                      </a:lvl3pPr>
                      <a:lvl4pPr marL="1752600" lvl="3" indent="-321945">
                        <a:buBlip>
                          <a:blip r:embed="rId1"/>
                        </a:buBlip>
                        <a:defRPr sz="1800" kern="1200">
                          <a:effectLst>
                            <a:outerShdw blurRad="38100" dist="38100" dir="2700000">
                              <a:srgbClr val="000000"/>
                            </a:outerShdw>
                          </a:effectLst>
                        </a:defRPr>
                      </a:lvl4pPr>
                      <a:lvl5pPr marL="2092325" lvl="4" indent="-337820">
                        <a:buBlip>
                          <a:blip r:embed="rId1"/>
                        </a:buBlip>
                        <a:defRPr sz="1800" kern="1200">
                          <a:effectLst>
                            <a:outerShdw blurRad="38100" dist="38100" dir="2700000">
                              <a:srgbClr val="000000"/>
                            </a:outerShdw>
                          </a:effectLst>
                        </a:defRPr>
                      </a:lvl5pPr>
                    </a:lstStyle>
                    <a:p>
                      <a:pPr marL="0" lvl="0" indent="0">
                        <a:lnSpc>
                          <a:spcPct val="100000"/>
                        </a:lnSpc>
                        <a:spcBef>
                          <a:spcPct val="0"/>
                        </a:spcBef>
                        <a:buClr>
                          <a:srgbClr val="000000"/>
                        </a:buClr>
                        <a:buNone/>
                      </a:pPr>
                      <a:r>
                        <a:rPr lang="zh-CN" altLang="en-US" sz="1600" b="0">
                          <a:solidFill>
                            <a:srgbClr val="FF0000"/>
                          </a:solidFill>
                          <a:effectLst/>
                          <a:latin typeface="Times New Roman" panose="02020603050405020304" charset="0"/>
                          <a:ea typeface="宋体" panose="02010600030101010101" pitchFamily="2" charset="-122"/>
                        </a:rPr>
                        <a:t>主存索引节点状态                </a:t>
                      </a:r>
                      <a:r>
                        <a:rPr lang="en-US" altLang="zh-CN" sz="1600" b="0">
                          <a:solidFill>
                            <a:srgbClr val="FF0000"/>
                          </a:solidFill>
                          <a:effectLst/>
                          <a:latin typeface="Times New Roman" panose="02020603050405020304" charset="0"/>
                          <a:ea typeface="宋体" panose="02010600030101010101" pitchFamily="2" charset="-122"/>
                        </a:rPr>
                        <a:t>i_flag</a:t>
                      </a:r>
                      <a:endParaRPr lang="en-US" altLang="zh-CN" sz="1600" b="0">
                        <a:solidFill>
                          <a:srgbClr val="FF0000"/>
                        </a:solidFill>
                        <a:effectLst/>
                        <a:latin typeface="Times New Roman" panose="02020603050405020304" charset="0"/>
                        <a:ea typeface="宋体" panose="02010600030101010101" pitchFamily="2" charset="-122"/>
                      </a:endParaRPr>
                    </a:p>
                  </a:txBody>
                  <a:tcPr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376237">
                <a:tc>
                  <a:txBody>
                    <a:bodyPr wrap="square"/>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buBlip>
                          <a:blip r:embed="rId1"/>
                        </a:buBlip>
                        <a:defRPr sz="2400" kern="1200">
                          <a:effectLst>
                            <a:outerShdw blurRad="38100" dist="38100" dir="2700000">
                              <a:srgbClr val="000000"/>
                            </a:outerShdw>
                          </a:effectLst>
                        </a:defRPr>
                      </a:lvl2pPr>
                      <a:lvl3pPr marL="1428750" lvl="2" indent="-398145">
                        <a:buBlip>
                          <a:blip r:embed="rId1"/>
                        </a:buBlip>
                        <a:defRPr sz="2000" kern="1200">
                          <a:effectLst>
                            <a:outerShdw blurRad="38100" dist="38100" dir="2700000">
                              <a:srgbClr val="000000"/>
                            </a:outerShdw>
                          </a:effectLst>
                        </a:defRPr>
                      </a:lvl3pPr>
                      <a:lvl4pPr marL="1752600" lvl="3" indent="-321945">
                        <a:buBlip>
                          <a:blip r:embed="rId1"/>
                        </a:buBlip>
                        <a:defRPr sz="1800" kern="1200">
                          <a:effectLst>
                            <a:outerShdw blurRad="38100" dist="38100" dir="2700000">
                              <a:srgbClr val="000000"/>
                            </a:outerShdw>
                          </a:effectLst>
                        </a:defRPr>
                      </a:lvl4pPr>
                      <a:lvl5pPr marL="2092325" lvl="4" indent="-337820">
                        <a:buBlip>
                          <a:blip r:embed="rId1"/>
                        </a:buBlip>
                        <a:defRPr sz="1800" kern="1200">
                          <a:effectLst>
                            <a:outerShdw blurRad="38100" dist="38100" dir="2700000">
                              <a:srgbClr val="000000"/>
                            </a:outerShdw>
                          </a:effectLst>
                        </a:defRPr>
                      </a:lvl5pPr>
                    </a:lstStyle>
                    <a:p>
                      <a:pPr marL="0" lvl="0" indent="0">
                        <a:lnSpc>
                          <a:spcPct val="100000"/>
                        </a:lnSpc>
                        <a:spcBef>
                          <a:spcPct val="0"/>
                        </a:spcBef>
                        <a:buClr>
                          <a:srgbClr val="000000"/>
                        </a:buClr>
                        <a:buNone/>
                      </a:pPr>
                      <a:r>
                        <a:rPr lang="zh-CN" altLang="en-US" sz="1600" b="0">
                          <a:solidFill>
                            <a:srgbClr val="FF0000"/>
                          </a:solidFill>
                          <a:effectLst/>
                          <a:latin typeface="Times New Roman" panose="02020603050405020304" charset="0"/>
                          <a:ea typeface="宋体" panose="02010600030101010101" pitchFamily="2" charset="-122"/>
                        </a:rPr>
                        <a:t>设备号                                    </a:t>
                      </a:r>
                      <a:r>
                        <a:rPr lang="en-US" altLang="zh-CN" sz="1600" b="0">
                          <a:solidFill>
                            <a:srgbClr val="FF0000"/>
                          </a:solidFill>
                          <a:effectLst/>
                          <a:latin typeface="Times New Roman" panose="02020603050405020304" charset="0"/>
                          <a:ea typeface="宋体" panose="02010600030101010101" pitchFamily="2" charset="-122"/>
                        </a:rPr>
                        <a:t>i_dev</a:t>
                      </a:r>
                      <a:endParaRPr lang="en-US" altLang="zh-CN" sz="1600" b="0">
                        <a:solidFill>
                          <a:srgbClr val="FF0000"/>
                        </a:solidFill>
                        <a:effectLst/>
                        <a:latin typeface="Times New Roman" panose="02020603050405020304" charset="0"/>
                        <a:ea typeface="宋体" panose="02010600030101010101" pitchFamily="2" charset="-122"/>
                      </a:endParaRPr>
                    </a:p>
                  </a:txBody>
                  <a:tcPr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377825">
                <a:tc>
                  <a:txBody>
                    <a:bodyPr wrap="square"/>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buBlip>
                          <a:blip r:embed="rId1"/>
                        </a:buBlip>
                        <a:defRPr sz="2400" kern="1200">
                          <a:effectLst>
                            <a:outerShdw blurRad="38100" dist="38100" dir="2700000">
                              <a:srgbClr val="000000"/>
                            </a:outerShdw>
                          </a:effectLst>
                        </a:defRPr>
                      </a:lvl2pPr>
                      <a:lvl3pPr marL="1428750" lvl="2" indent="-398145">
                        <a:buBlip>
                          <a:blip r:embed="rId1"/>
                        </a:buBlip>
                        <a:defRPr sz="2000" kern="1200">
                          <a:effectLst>
                            <a:outerShdw blurRad="38100" dist="38100" dir="2700000">
                              <a:srgbClr val="000000"/>
                            </a:outerShdw>
                          </a:effectLst>
                        </a:defRPr>
                      </a:lvl3pPr>
                      <a:lvl4pPr marL="1752600" lvl="3" indent="-321945">
                        <a:buBlip>
                          <a:blip r:embed="rId1"/>
                        </a:buBlip>
                        <a:defRPr sz="1800" kern="1200">
                          <a:effectLst>
                            <a:outerShdw blurRad="38100" dist="38100" dir="2700000">
                              <a:srgbClr val="000000"/>
                            </a:outerShdw>
                          </a:effectLst>
                        </a:defRPr>
                      </a:lvl4pPr>
                      <a:lvl5pPr marL="2092325" lvl="4" indent="-337820">
                        <a:buBlip>
                          <a:blip r:embed="rId1"/>
                        </a:buBlip>
                        <a:defRPr sz="1800" kern="1200">
                          <a:effectLst>
                            <a:outerShdw blurRad="38100" dist="38100" dir="2700000">
                              <a:srgbClr val="000000"/>
                            </a:outerShdw>
                          </a:effectLst>
                        </a:defRPr>
                      </a:lvl5pPr>
                    </a:lstStyle>
                    <a:p>
                      <a:pPr marL="0" lvl="0" algn="l">
                        <a:lnSpc>
                          <a:spcPct val="100000"/>
                        </a:lnSpc>
                        <a:buClr>
                          <a:srgbClr val="000000"/>
                        </a:buClr>
                        <a:buNone/>
                      </a:pPr>
                      <a:r>
                        <a:rPr lang="zh-CN" altLang="en-US" sz="1600" b="0">
                          <a:solidFill>
                            <a:schemeClr val="tx1"/>
                          </a:solidFill>
                          <a:effectLst/>
                          <a:latin typeface="Times New Roman" panose="02020603050405020304" charset="0"/>
                          <a:ea typeface="宋体" panose="02010600030101010101" pitchFamily="2" charset="-122"/>
                        </a:rPr>
                        <a:t>索引节点号                           </a:t>
                      </a:r>
                      <a:r>
                        <a:rPr lang="en-US" altLang="zh-CN" sz="1600" b="0">
                          <a:solidFill>
                            <a:schemeClr val="tx1"/>
                          </a:solidFill>
                          <a:effectLst/>
                          <a:latin typeface="Times New Roman" panose="02020603050405020304" charset="0"/>
                          <a:ea typeface="宋体" panose="02010600030101010101" pitchFamily="2" charset="-122"/>
                        </a:rPr>
                        <a:t> i_number</a:t>
                      </a:r>
                      <a:endParaRPr lang="en-US" altLang="zh-CN" sz="1600" b="0">
                        <a:solidFill>
                          <a:schemeClr val="tx1"/>
                        </a:solidFill>
                        <a:effectLst/>
                        <a:latin typeface="Times New Roman" panose="02020603050405020304" charset="0"/>
                        <a:ea typeface="宋体" panose="02010600030101010101" pitchFamily="2" charset="-122"/>
                      </a:endParaRPr>
                    </a:p>
                  </a:txBody>
                  <a:tcPr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376238">
                <a:tc>
                  <a:txBody>
                    <a:bodyPr wrap="square"/>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buBlip>
                          <a:blip r:embed="rId1"/>
                        </a:buBlip>
                        <a:defRPr sz="2400" kern="1200">
                          <a:effectLst>
                            <a:outerShdw blurRad="38100" dist="38100" dir="2700000">
                              <a:srgbClr val="000000"/>
                            </a:outerShdw>
                          </a:effectLst>
                        </a:defRPr>
                      </a:lvl2pPr>
                      <a:lvl3pPr marL="1428750" lvl="2" indent="-398145">
                        <a:buBlip>
                          <a:blip r:embed="rId1"/>
                        </a:buBlip>
                        <a:defRPr sz="2000" kern="1200">
                          <a:effectLst>
                            <a:outerShdw blurRad="38100" dist="38100" dir="2700000">
                              <a:srgbClr val="000000"/>
                            </a:outerShdw>
                          </a:effectLst>
                        </a:defRPr>
                      </a:lvl3pPr>
                      <a:lvl4pPr marL="1752600" lvl="3" indent="-321945">
                        <a:buBlip>
                          <a:blip r:embed="rId1"/>
                        </a:buBlip>
                        <a:defRPr sz="1800" kern="1200">
                          <a:effectLst>
                            <a:outerShdw blurRad="38100" dist="38100" dir="2700000">
                              <a:srgbClr val="000000"/>
                            </a:outerShdw>
                          </a:effectLst>
                        </a:defRPr>
                      </a:lvl4pPr>
                      <a:lvl5pPr marL="2092325" lvl="4" indent="-337820">
                        <a:buBlip>
                          <a:blip r:embed="rId1"/>
                        </a:buBlip>
                        <a:defRPr sz="1800" kern="1200">
                          <a:effectLst>
                            <a:outerShdw blurRad="38100" dist="38100" dir="2700000">
                              <a:srgbClr val="000000"/>
                            </a:outerShdw>
                          </a:effectLst>
                        </a:defRPr>
                      </a:lvl5pPr>
                    </a:lstStyle>
                    <a:p>
                      <a:pPr marL="0" lvl="0" indent="0">
                        <a:lnSpc>
                          <a:spcPct val="100000"/>
                        </a:lnSpc>
                        <a:spcBef>
                          <a:spcPct val="0"/>
                        </a:spcBef>
                        <a:buClr>
                          <a:srgbClr val="000000"/>
                        </a:buClr>
                        <a:buNone/>
                      </a:pPr>
                      <a:r>
                        <a:rPr lang="zh-CN" altLang="en-US" sz="1600" b="1">
                          <a:solidFill>
                            <a:srgbClr val="FF0000"/>
                          </a:solidFill>
                          <a:effectLst/>
                          <a:latin typeface="Times New Roman" panose="02020603050405020304" charset="0"/>
                          <a:ea typeface="宋体" panose="02010600030101010101" pitchFamily="2" charset="-122"/>
                        </a:rPr>
                        <a:t>引用计数                                </a:t>
                      </a:r>
                      <a:r>
                        <a:rPr lang="en-US" altLang="zh-CN" sz="1600" b="1">
                          <a:solidFill>
                            <a:srgbClr val="FF0000"/>
                          </a:solidFill>
                          <a:effectLst/>
                          <a:latin typeface="Times New Roman" panose="02020603050405020304" charset="0"/>
                          <a:ea typeface="宋体" panose="02010600030101010101" pitchFamily="2" charset="-122"/>
                        </a:rPr>
                        <a:t>i_count</a:t>
                      </a:r>
                      <a:endParaRPr lang="en-US" altLang="zh-CN" sz="1600" b="1">
                        <a:solidFill>
                          <a:srgbClr val="FF0000"/>
                        </a:solidFill>
                        <a:effectLst/>
                        <a:latin typeface="Times New Roman" panose="02020603050405020304" charset="0"/>
                        <a:ea typeface="宋体" panose="02010600030101010101" pitchFamily="2" charset="-122"/>
                      </a:endParaRPr>
                    </a:p>
                  </a:txBody>
                  <a:tcPr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376237">
                <a:tc>
                  <a:txBody>
                    <a:bodyPr wrap="square"/>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buBlip>
                          <a:blip r:embed="rId1"/>
                        </a:buBlip>
                        <a:defRPr sz="2400" kern="1200">
                          <a:effectLst>
                            <a:outerShdw blurRad="38100" dist="38100" dir="2700000">
                              <a:srgbClr val="000000"/>
                            </a:outerShdw>
                          </a:effectLst>
                        </a:defRPr>
                      </a:lvl2pPr>
                      <a:lvl3pPr marL="1428750" lvl="2" indent="-398145">
                        <a:buBlip>
                          <a:blip r:embed="rId1"/>
                        </a:buBlip>
                        <a:defRPr sz="2000" kern="1200">
                          <a:effectLst>
                            <a:outerShdw blurRad="38100" dist="38100" dir="2700000">
                              <a:srgbClr val="000000"/>
                            </a:outerShdw>
                          </a:effectLst>
                        </a:defRPr>
                      </a:lvl3pPr>
                      <a:lvl4pPr marL="1752600" lvl="3" indent="-321945">
                        <a:buBlip>
                          <a:blip r:embed="rId1"/>
                        </a:buBlip>
                        <a:defRPr sz="1800" kern="1200">
                          <a:effectLst>
                            <a:outerShdw blurRad="38100" dist="38100" dir="2700000">
                              <a:srgbClr val="000000"/>
                            </a:outerShdw>
                          </a:effectLst>
                        </a:defRPr>
                      </a:lvl4pPr>
                      <a:lvl5pPr marL="2092325" lvl="4" indent="-337820">
                        <a:buBlip>
                          <a:blip r:embed="rId1"/>
                        </a:buBlip>
                        <a:defRPr sz="1800" kern="1200">
                          <a:effectLst>
                            <a:outerShdw blurRad="38100" dist="38100" dir="2700000">
                              <a:srgbClr val="000000"/>
                            </a:outerShdw>
                          </a:effectLst>
                        </a:defRPr>
                      </a:lvl5pPr>
                    </a:lstStyle>
                    <a:p>
                      <a:pPr marL="0" lvl="0" indent="0">
                        <a:lnSpc>
                          <a:spcPct val="100000"/>
                        </a:lnSpc>
                        <a:spcBef>
                          <a:spcPct val="0"/>
                        </a:spcBef>
                        <a:buClr>
                          <a:srgbClr val="000000"/>
                        </a:buClr>
                        <a:buNone/>
                      </a:pPr>
                      <a:r>
                        <a:rPr lang="zh-CN" altLang="en-US" sz="1600">
                          <a:solidFill>
                            <a:schemeClr val="tx1"/>
                          </a:solidFill>
                          <a:effectLst/>
                          <a:latin typeface="Times New Roman" panose="02020603050405020304" charset="0"/>
                          <a:ea typeface="宋体" panose="02010600030101010101" pitchFamily="2" charset="-122"/>
                        </a:rPr>
                        <a:t>文件所有者标识号                </a:t>
                      </a:r>
                      <a:r>
                        <a:rPr lang="en-US" altLang="zh-CN" sz="1600">
                          <a:solidFill>
                            <a:schemeClr val="tx1"/>
                          </a:solidFill>
                          <a:effectLst/>
                          <a:latin typeface="Times New Roman" panose="02020603050405020304" charset="0"/>
                          <a:ea typeface="宋体" panose="02010600030101010101" pitchFamily="2" charset="-122"/>
                        </a:rPr>
                        <a:t>i_uid</a:t>
                      </a:r>
                      <a:r>
                        <a:rPr lang="zh-CN" altLang="en-US" sz="1600">
                          <a:solidFill>
                            <a:schemeClr val="tx1"/>
                          </a:solidFill>
                          <a:effectLst/>
                          <a:latin typeface="Times New Roman" panose="02020603050405020304" charset="0"/>
                          <a:ea typeface="宋体" panose="02010600030101010101" pitchFamily="2" charset="-122"/>
                        </a:rPr>
                        <a:t>，</a:t>
                      </a:r>
                      <a:r>
                        <a:rPr lang="en-US" altLang="zh-CN" sz="1600">
                          <a:solidFill>
                            <a:schemeClr val="tx1"/>
                          </a:solidFill>
                          <a:effectLst/>
                          <a:latin typeface="Times New Roman" panose="02020603050405020304" charset="0"/>
                          <a:ea typeface="宋体" panose="02010600030101010101" pitchFamily="2" charset="-122"/>
                        </a:rPr>
                        <a:t>i_gid</a:t>
                      </a:r>
                      <a:endParaRPr lang="en-US" altLang="zh-CN" sz="1600">
                        <a:solidFill>
                          <a:schemeClr val="tx1"/>
                        </a:solidFill>
                        <a:effectLst/>
                        <a:latin typeface="Times New Roman" panose="02020603050405020304" charset="0"/>
                        <a:ea typeface="宋体" panose="02010600030101010101" pitchFamily="2" charset="-122"/>
                      </a:endParaRPr>
                    </a:p>
                  </a:txBody>
                  <a:tcPr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377825">
                <a:tc>
                  <a:txBody>
                    <a:bodyPr wrap="square"/>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buBlip>
                          <a:blip r:embed="rId1"/>
                        </a:buBlip>
                        <a:defRPr sz="2400" kern="1200">
                          <a:effectLst>
                            <a:outerShdw blurRad="38100" dist="38100" dir="2700000">
                              <a:srgbClr val="000000"/>
                            </a:outerShdw>
                          </a:effectLst>
                        </a:defRPr>
                      </a:lvl2pPr>
                      <a:lvl3pPr marL="1428750" lvl="2" indent="-398145">
                        <a:buBlip>
                          <a:blip r:embed="rId1"/>
                        </a:buBlip>
                        <a:defRPr sz="2000" kern="1200">
                          <a:effectLst>
                            <a:outerShdw blurRad="38100" dist="38100" dir="2700000">
                              <a:srgbClr val="000000"/>
                            </a:outerShdw>
                          </a:effectLst>
                        </a:defRPr>
                      </a:lvl3pPr>
                      <a:lvl4pPr marL="1752600" lvl="3" indent="-321945">
                        <a:buBlip>
                          <a:blip r:embed="rId1"/>
                        </a:buBlip>
                        <a:defRPr sz="1800" kern="1200">
                          <a:effectLst>
                            <a:outerShdw blurRad="38100" dist="38100" dir="2700000">
                              <a:srgbClr val="000000"/>
                            </a:outerShdw>
                          </a:effectLst>
                        </a:defRPr>
                      </a:lvl4pPr>
                      <a:lvl5pPr marL="2092325" lvl="4" indent="-337820">
                        <a:buBlip>
                          <a:blip r:embed="rId1"/>
                        </a:buBlip>
                        <a:defRPr sz="1800" kern="1200">
                          <a:effectLst>
                            <a:outerShdw blurRad="38100" dist="38100" dir="2700000">
                              <a:srgbClr val="000000"/>
                            </a:outerShdw>
                          </a:effectLst>
                        </a:defRPr>
                      </a:lvl5pPr>
                    </a:lstStyle>
                    <a:p>
                      <a:pPr marL="0" lvl="0" indent="0">
                        <a:lnSpc>
                          <a:spcPct val="100000"/>
                        </a:lnSpc>
                        <a:spcBef>
                          <a:spcPct val="0"/>
                        </a:spcBef>
                        <a:buClr>
                          <a:srgbClr val="000000"/>
                        </a:buClr>
                        <a:buNone/>
                      </a:pPr>
                      <a:r>
                        <a:rPr lang="zh-CN" altLang="en-US" sz="1600">
                          <a:solidFill>
                            <a:schemeClr val="tx1"/>
                          </a:solidFill>
                          <a:effectLst/>
                          <a:latin typeface="Times New Roman" panose="02020603050405020304" charset="0"/>
                          <a:ea typeface="宋体" panose="02010600030101010101" pitchFamily="2" charset="-122"/>
                        </a:rPr>
                        <a:t>文件类型                                </a:t>
                      </a:r>
                      <a:r>
                        <a:rPr lang="en-US" altLang="zh-CN" sz="1600">
                          <a:solidFill>
                            <a:schemeClr val="tx1"/>
                          </a:solidFill>
                          <a:effectLst/>
                          <a:latin typeface="Times New Roman" panose="02020603050405020304" charset="0"/>
                          <a:ea typeface="宋体" panose="02010600030101010101" pitchFamily="2" charset="-122"/>
                        </a:rPr>
                        <a:t>i_type</a:t>
                      </a:r>
                      <a:endParaRPr lang="en-US" altLang="zh-CN" sz="1600">
                        <a:solidFill>
                          <a:schemeClr val="tx1"/>
                        </a:solidFill>
                        <a:effectLst/>
                        <a:latin typeface="Times New Roman" panose="02020603050405020304" charset="0"/>
                        <a:ea typeface="宋体" panose="02010600030101010101" pitchFamily="2" charset="-122"/>
                      </a:endParaRPr>
                    </a:p>
                  </a:txBody>
                  <a:tcPr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376238">
                <a:tc>
                  <a:txBody>
                    <a:bodyPr wrap="square"/>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buBlip>
                          <a:blip r:embed="rId1"/>
                        </a:buBlip>
                        <a:defRPr sz="2400" kern="1200">
                          <a:effectLst>
                            <a:outerShdw blurRad="38100" dist="38100" dir="2700000">
                              <a:srgbClr val="000000"/>
                            </a:outerShdw>
                          </a:effectLst>
                        </a:defRPr>
                      </a:lvl2pPr>
                      <a:lvl3pPr marL="1428750" lvl="2" indent="-398145">
                        <a:buBlip>
                          <a:blip r:embed="rId1"/>
                        </a:buBlip>
                        <a:defRPr sz="2000" kern="1200">
                          <a:effectLst>
                            <a:outerShdw blurRad="38100" dist="38100" dir="2700000">
                              <a:srgbClr val="000000"/>
                            </a:outerShdw>
                          </a:effectLst>
                        </a:defRPr>
                      </a:lvl3pPr>
                      <a:lvl4pPr marL="1752600" lvl="3" indent="-321945">
                        <a:buBlip>
                          <a:blip r:embed="rId1"/>
                        </a:buBlip>
                        <a:defRPr sz="1800" kern="1200">
                          <a:effectLst>
                            <a:outerShdw blurRad="38100" dist="38100" dir="2700000">
                              <a:srgbClr val="000000"/>
                            </a:outerShdw>
                          </a:effectLst>
                        </a:defRPr>
                      </a:lvl4pPr>
                      <a:lvl5pPr marL="2092325" lvl="4" indent="-337820">
                        <a:buBlip>
                          <a:blip r:embed="rId1"/>
                        </a:buBlip>
                        <a:defRPr sz="1800" kern="1200">
                          <a:effectLst>
                            <a:outerShdw blurRad="38100" dist="38100" dir="2700000">
                              <a:srgbClr val="000000"/>
                            </a:outerShdw>
                          </a:effectLst>
                        </a:defRPr>
                      </a:lvl5pPr>
                    </a:lstStyle>
                    <a:p>
                      <a:pPr marL="0" lvl="0" indent="0">
                        <a:lnSpc>
                          <a:spcPct val="100000"/>
                        </a:lnSpc>
                        <a:spcBef>
                          <a:spcPct val="0"/>
                        </a:spcBef>
                        <a:buClr>
                          <a:srgbClr val="000000"/>
                        </a:buClr>
                        <a:buNone/>
                      </a:pPr>
                      <a:r>
                        <a:rPr lang="zh-CN" altLang="en-US" sz="1600">
                          <a:solidFill>
                            <a:schemeClr val="tx1"/>
                          </a:solidFill>
                          <a:effectLst/>
                          <a:latin typeface="Times New Roman" panose="02020603050405020304" charset="0"/>
                          <a:ea typeface="宋体" panose="02010600030101010101" pitchFamily="2" charset="-122"/>
                        </a:rPr>
                        <a:t>文件存取许可权                    </a:t>
                      </a:r>
                      <a:r>
                        <a:rPr lang="en-US" altLang="zh-CN" sz="1600">
                          <a:solidFill>
                            <a:schemeClr val="tx1"/>
                          </a:solidFill>
                          <a:effectLst/>
                          <a:latin typeface="Times New Roman" panose="02020603050405020304" charset="0"/>
                          <a:ea typeface="宋体" panose="02010600030101010101" pitchFamily="2" charset="-122"/>
                        </a:rPr>
                        <a:t>i_mode</a:t>
                      </a:r>
                      <a:endParaRPr lang="en-US" altLang="zh-CN" sz="1600">
                        <a:solidFill>
                          <a:schemeClr val="tx1"/>
                        </a:solidFill>
                        <a:effectLst/>
                        <a:latin typeface="Times New Roman" panose="02020603050405020304" charset="0"/>
                        <a:ea typeface="宋体" panose="02010600030101010101" pitchFamily="2" charset="-122"/>
                      </a:endParaRPr>
                    </a:p>
                  </a:txBody>
                  <a:tcPr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376237">
                <a:tc>
                  <a:txBody>
                    <a:bodyPr wrap="square"/>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buBlip>
                          <a:blip r:embed="rId1"/>
                        </a:buBlip>
                        <a:defRPr sz="2400" kern="1200">
                          <a:effectLst>
                            <a:outerShdw blurRad="38100" dist="38100" dir="2700000">
                              <a:srgbClr val="000000"/>
                            </a:outerShdw>
                          </a:effectLst>
                        </a:defRPr>
                      </a:lvl2pPr>
                      <a:lvl3pPr marL="1428750" lvl="2" indent="-398145">
                        <a:buBlip>
                          <a:blip r:embed="rId1"/>
                        </a:buBlip>
                        <a:defRPr sz="2000" kern="1200">
                          <a:effectLst>
                            <a:outerShdw blurRad="38100" dist="38100" dir="2700000">
                              <a:srgbClr val="000000"/>
                            </a:outerShdw>
                          </a:effectLst>
                        </a:defRPr>
                      </a:lvl3pPr>
                      <a:lvl4pPr marL="1752600" lvl="3" indent="-321945">
                        <a:buBlip>
                          <a:blip r:embed="rId1"/>
                        </a:buBlip>
                        <a:defRPr sz="1800" kern="1200">
                          <a:effectLst>
                            <a:outerShdw blurRad="38100" dist="38100" dir="2700000">
                              <a:srgbClr val="000000"/>
                            </a:outerShdw>
                          </a:effectLst>
                        </a:defRPr>
                      </a:lvl4pPr>
                      <a:lvl5pPr marL="2092325" lvl="4" indent="-337820">
                        <a:buBlip>
                          <a:blip r:embed="rId1"/>
                        </a:buBlip>
                        <a:defRPr sz="1800" kern="1200">
                          <a:effectLst>
                            <a:outerShdw blurRad="38100" dist="38100" dir="2700000">
                              <a:srgbClr val="000000"/>
                            </a:outerShdw>
                          </a:effectLst>
                        </a:defRPr>
                      </a:lvl5pPr>
                    </a:lstStyle>
                    <a:p>
                      <a:pPr marL="0" lvl="0" indent="0">
                        <a:lnSpc>
                          <a:spcPct val="100000"/>
                        </a:lnSpc>
                        <a:spcBef>
                          <a:spcPct val="0"/>
                        </a:spcBef>
                        <a:buClr>
                          <a:srgbClr val="000000"/>
                        </a:buClr>
                        <a:buNone/>
                      </a:pPr>
                      <a:r>
                        <a:rPr lang="zh-CN" altLang="en-US" sz="1600" b="0">
                          <a:solidFill>
                            <a:schemeClr val="tx1"/>
                          </a:solidFill>
                          <a:effectLst/>
                          <a:latin typeface="Times New Roman" panose="02020603050405020304" charset="0"/>
                          <a:ea typeface="宋体" panose="02010600030101010101" pitchFamily="2" charset="-122"/>
                        </a:rPr>
                        <a:t>文件联结数目                        </a:t>
                      </a:r>
                      <a:r>
                        <a:rPr lang="en-US" altLang="zh-CN" sz="1600" b="0">
                          <a:solidFill>
                            <a:schemeClr val="tx1"/>
                          </a:solidFill>
                          <a:effectLst/>
                          <a:latin typeface="Times New Roman" panose="02020603050405020304" charset="0"/>
                          <a:ea typeface="宋体" panose="02010600030101010101" pitchFamily="2" charset="-122"/>
                        </a:rPr>
                        <a:t>i_nlink</a:t>
                      </a:r>
                      <a:endParaRPr lang="en-US" altLang="zh-CN" sz="1600" b="0">
                        <a:solidFill>
                          <a:schemeClr val="tx1"/>
                        </a:solidFill>
                        <a:effectLst/>
                        <a:latin typeface="Times New Roman" panose="02020603050405020304" charset="0"/>
                        <a:ea typeface="宋体" panose="02010600030101010101" pitchFamily="2" charset="-122"/>
                      </a:endParaRPr>
                    </a:p>
                  </a:txBody>
                  <a:tcPr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377825">
                <a:tc>
                  <a:txBody>
                    <a:bodyPr wrap="square"/>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buBlip>
                          <a:blip r:embed="rId1"/>
                        </a:buBlip>
                        <a:defRPr sz="2400" kern="1200">
                          <a:effectLst>
                            <a:outerShdw blurRad="38100" dist="38100" dir="2700000">
                              <a:srgbClr val="000000"/>
                            </a:outerShdw>
                          </a:effectLst>
                        </a:defRPr>
                      </a:lvl2pPr>
                      <a:lvl3pPr marL="1428750" lvl="2" indent="-398145">
                        <a:buBlip>
                          <a:blip r:embed="rId1"/>
                        </a:buBlip>
                        <a:defRPr sz="2000" kern="1200">
                          <a:effectLst>
                            <a:outerShdw blurRad="38100" dist="38100" dir="2700000">
                              <a:srgbClr val="000000"/>
                            </a:outerShdw>
                          </a:effectLst>
                        </a:defRPr>
                      </a:lvl3pPr>
                      <a:lvl4pPr marL="1752600" lvl="3" indent="-321945">
                        <a:buBlip>
                          <a:blip r:embed="rId1"/>
                        </a:buBlip>
                        <a:defRPr sz="1800" kern="1200">
                          <a:effectLst>
                            <a:outerShdw blurRad="38100" dist="38100" dir="2700000">
                              <a:srgbClr val="000000"/>
                            </a:outerShdw>
                          </a:effectLst>
                        </a:defRPr>
                      </a:lvl4pPr>
                      <a:lvl5pPr marL="2092325" lvl="4" indent="-337820">
                        <a:buBlip>
                          <a:blip r:embed="rId1"/>
                        </a:buBlip>
                        <a:defRPr sz="1800" kern="1200">
                          <a:effectLst>
                            <a:outerShdw blurRad="38100" dist="38100" dir="2700000">
                              <a:srgbClr val="000000"/>
                            </a:outerShdw>
                          </a:effectLst>
                        </a:defRPr>
                      </a:lvl5pPr>
                    </a:lstStyle>
                    <a:p>
                      <a:pPr marL="0" lvl="0" indent="0">
                        <a:lnSpc>
                          <a:spcPct val="100000"/>
                        </a:lnSpc>
                        <a:spcBef>
                          <a:spcPct val="0"/>
                        </a:spcBef>
                        <a:buClr>
                          <a:srgbClr val="000000"/>
                        </a:buClr>
                        <a:buNone/>
                      </a:pPr>
                      <a:r>
                        <a:rPr lang="zh-CN" altLang="en-US" sz="1600">
                          <a:solidFill>
                            <a:schemeClr val="tx1"/>
                          </a:solidFill>
                          <a:effectLst/>
                          <a:latin typeface="Times New Roman" panose="02020603050405020304" charset="0"/>
                          <a:ea typeface="宋体" panose="02010600030101010101" pitchFamily="2" charset="-122"/>
                        </a:rPr>
                        <a:t>文件长度                                </a:t>
                      </a:r>
                      <a:r>
                        <a:rPr lang="en-US" altLang="zh-CN" sz="1600">
                          <a:solidFill>
                            <a:schemeClr val="tx1"/>
                          </a:solidFill>
                          <a:effectLst/>
                          <a:latin typeface="Times New Roman" panose="02020603050405020304" charset="0"/>
                          <a:ea typeface="宋体" panose="02010600030101010101" pitchFamily="2" charset="-122"/>
                        </a:rPr>
                        <a:t>i_size</a:t>
                      </a:r>
                      <a:endParaRPr lang="en-US" altLang="zh-CN" sz="1600">
                        <a:solidFill>
                          <a:schemeClr val="tx1"/>
                        </a:solidFill>
                        <a:effectLst/>
                        <a:latin typeface="Times New Roman" panose="02020603050405020304" charset="0"/>
                        <a:ea typeface="宋体" panose="02010600030101010101" pitchFamily="2" charset="-122"/>
                      </a:endParaRPr>
                    </a:p>
                  </a:txBody>
                  <a:tcPr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376238">
                <a:tc>
                  <a:txBody>
                    <a:bodyPr wrap="square"/>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buBlip>
                          <a:blip r:embed="rId1"/>
                        </a:buBlip>
                        <a:defRPr sz="2400" kern="1200">
                          <a:effectLst>
                            <a:outerShdw blurRad="38100" dist="38100" dir="2700000">
                              <a:srgbClr val="000000"/>
                            </a:outerShdw>
                          </a:effectLst>
                        </a:defRPr>
                      </a:lvl2pPr>
                      <a:lvl3pPr marL="1428750" lvl="2" indent="-398145">
                        <a:buBlip>
                          <a:blip r:embed="rId1"/>
                        </a:buBlip>
                        <a:defRPr sz="2000" kern="1200">
                          <a:effectLst>
                            <a:outerShdw blurRad="38100" dist="38100" dir="2700000">
                              <a:srgbClr val="000000"/>
                            </a:outerShdw>
                          </a:effectLst>
                        </a:defRPr>
                      </a:lvl3pPr>
                      <a:lvl4pPr marL="1752600" lvl="3" indent="-321945">
                        <a:buBlip>
                          <a:blip r:embed="rId1"/>
                        </a:buBlip>
                        <a:defRPr sz="1800" kern="1200">
                          <a:effectLst>
                            <a:outerShdw blurRad="38100" dist="38100" dir="2700000">
                              <a:srgbClr val="000000"/>
                            </a:outerShdw>
                          </a:effectLst>
                        </a:defRPr>
                      </a:lvl4pPr>
                      <a:lvl5pPr marL="2092325" lvl="4" indent="-337820">
                        <a:buBlip>
                          <a:blip r:embed="rId1"/>
                        </a:buBlip>
                        <a:defRPr sz="1800" kern="1200">
                          <a:effectLst>
                            <a:outerShdw blurRad="38100" dist="38100" dir="2700000">
                              <a:srgbClr val="000000"/>
                            </a:outerShdw>
                          </a:effectLst>
                        </a:defRPr>
                      </a:lvl5pPr>
                    </a:lstStyle>
                    <a:p>
                      <a:pPr marL="0" lvl="0" indent="0">
                        <a:lnSpc>
                          <a:spcPct val="100000"/>
                        </a:lnSpc>
                        <a:spcBef>
                          <a:spcPct val="0"/>
                        </a:spcBef>
                        <a:buClr>
                          <a:srgbClr val="000000"/>
                        </a:buClr>
                        <a:buNone/>
                      </a:pPr>
                      <a:r>
                        <a:rPr lang="zh-CN" altLang="en-US" sz="1600" b="0" dirty="0">
                          <a:solidFill>
                            <a:schemeClr val="tx1"/>
                          </a:solidFill>
                          <a:effectLst/>
                          <a:latin typeface="Times New Roman" panose="02020603050405020304" charset="0"/>
                          <a:ea typeface="宋体" panose="02010600030101010101" pitchFamily="2" charset="-122"/>
                        </a:rPr>
                        <a:t>文件地址索引表                    </a:t>
                      </a:r>
                      <a:r>
                        <a:rPr lang="it-IT" altLang="en-US" sz="1600" b="0" dirty="0">
                          <a:solidFill>
                            <a:schemeClr val="tx1"/>
                          </a:solidFill>
                          <a:effectLst/>
                          <a:latin typeface="Times New Roman" panose="02020603050405020304" charset="0"/>
                          <a:ea typeface="宋体" panose="02010600030101010101" pitchFamily="2" charset="-122"/>
                        </a:rPr>
                        <a:t>i_addr[13]</a:t>
                      </a:r>
                      <a:endParaRPr lang="it-IT" altLang="en-US" sz="1600" b="0" dirty="0">
                        <a:solidFill>
                          <a:schemeClr val="tx1"/>
                        </a:solidFill>
                        <a:effectLst/>
                        <a:latin typeface="Times New Roman" panose="02020603050405020304" charset="0"/>
                        <a:ea typeface="宋体" panose="02010600030101010101" pitchFamily="2" charset="-122"/>
                      </a:endParaRPr>
                    </a:p>
                  </a:txBody>
                  <a:tcPr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bl>
          </a:graphicData>
        </a:graphic>
      </p:graphicFrame>
      <p:sp>
        <p:nvSpPr>
          <p:cNvPr id="93213" name="矩形 93212"/>
          <p:cNvSpPr/>
          <p:nvPr/>
        </p:nvSpPr>
        <p:spPr>
          <a:xfrm>
            <a:off x="3138488" y="5589588"/>
            <a:ext cx="1460500" cy="336550"/>
          </a:xfrm>
          <a:prstGeom prst="rect">
            <a:avLst/>
          </a:prstGeom>
          <a:noFill/>
          <a:ln w="9525">
            <a:noFill/>
            <a:miter/>
          </a:ln>
        </p:spPr>
        <p:txBody>
          <a:bodyPr wrap="none" anchor="ctr">
            <a:spAutoFit/>
          </a:bodyPr>
          <a:p>
            <a:pPr lvl="0"/>
            <a:r>
              <a:rPr lang="zh-CN" altLang="en-US" sz="1600" b="0">
                <a:solidFill>
                  <a:schemeClr val="tx1"/>
                </a:solidFill>
                <a:latin typeface="Times New Roman" panose="02020603050405020304" charset="0"/>
                <a:ea typeface="Times New Roman" panose="02020603050405020304" charset="0"/>
              </a:rPr>
              <a:t>主存</a:t>
            </a:r>
            <a:r>
              <a:rPr lang="en-US" altLang="zh-CN" sz="1600" b="0">
                <a:solidFill>
                  <a:schemeClr val="tx1"/>
                </a:solidFill>
                <a:latin typeface="Times New Roman" panose="02020603050405020304" charset="0"/>
                <a:ea typeface="Times New Roman" panose="02020603050405020304" charset="0"/>
              </a:rPr>
              <a:t>i</a:t>
            </a:r>
            <a:r>
              <a:rPr lang="zh-CN" altLang="en-US" sz="1600" b="0">
                <a:solidFill>
                  <a:schemeClr val="tx1"/>
                </a:solidFill>
                <a:latin typeface="Times New Roman" panose="02020603050405020304" charset="0"/>
                <a:ea typeface="Times New Roman" panose="02020603050405020304" charset="0"/>
              </a:rPr>
              <a:t>节点结构</a:t>
            </a:r>
            <a:endParaRPr lang="zh-CN" altLang="en-US" sz="1600" b="0">
              <a:solidFill>
                <a:schemeClr val="tx1"/>
              </a:solidFill>
              <a:latin typeface="Times New Roman" panose="02020603050405020304" charset="0"/>
              <a:ea typeface="Times New Roman" panose="02020603050405020304" charset="0"/>
            </a:endParaRPr>
          </a:p>
        </p:txBody>
      </p:sp>
      <p:sp>
        <p:nvSpPr>
          <p:cNvPr id="93214" name="矩形 93213"/>
          <p:cNvSpPr/>
          <p:nvPr/>
        </p:nvSpPr>
        <p:spPr>
          <a:xfrm>
            <a:off x="808038" y="690563"/>
            <a:ext cx="6446838" cy="530225"/>
          </a:xfrm>
          <a:prstGeom prst="rect">
            <a:avLst/>
          </a:prstGeom>
          <a:noFill/>
          <a:ln w="9525">
            <a:noFill/>
            <a:miter/>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914400" lvl="1" indent="-457200" fontAlgn="base">
              <a:lnSpc>
                <a:spcPct val="120000"/>
              </a:lnSpc>
              <a:buNone/>
            </a:pPr>
            <a:r>
              <a:rPr lang="zh-CN" altLang="en-US" sz="2400" b="1" strike="noStrike" noProof="1">
                <a:solidFill>
                  <a:schemeClr val="tx1"/>
                </a:solidFill>
                <a:latin typeface="Times New Roman" panose="02020603050405020304" charset="0"/>
                <a:ea typeface="宋体" panose="02010600030101010101" pitchFamily="2" charset="-122"/>
                <a:cs typeface="+mn-cs"/>
              </a:rPr>
              <a:t>活动</a:t>
            </a:r>
            <a:r>
              <a:rPr lang="en-US" altLang="zh-CN" sz="2400" b="1" strike="noStrike" noProof="1">
                <a:solidFill>
                  <a:schemeClr val="tx1"/>
                </a:solidFill>
                <a:latin typeface="Times New Roman" panose="02020603050405020304" charset="0"/>
                <a:ea typeface="宋体" panose="02010600030101010101" pitchFamily="2" charset="-122"/>
                <a:cs typeface="+mn-cs"/>
              </a:rPr>
              <a:t>i</a:t>
            </a:r>
            <a:r>
              <a:rPr lang="zh-CN" altLang="en-US" sz="2400" b="1" strike="noStrike" noProof="1">
                <a:solidFill>
                  <a:schemeClr val="tx1"/>
                </a:solidFill>
                <a:latin typeface="Times New Roman" panose="02020603050405020304" charset="0"/>
                <a:ea typeface="宋体" panose="02010600030101010101" pitchFamily="2" charset="-122"/>
                <a:cs typeface="+mn-cs"/>
              </a:rPr>
              <a:t>节点</a:t>
            </a:r>
            <a:r>
              <a:rPr lang="en-US" altLang="zh-CN" sz="2400" b="1" strike="noStrike" noProof="1">
                <a:solidFill>
                  <a:schemeClr val="tx1"/>
                </a:solidFill>
                <a:latin typeface="Times New Roman" panose="02020603050405020304" charset="0"/>
                <a:ea typeface="宋体" panose="02010600030101010101" pitchFamily="2" charset="-122"/>
                <a:cs typeface="+mn-cs"/>
              </a:rPr>
              <a:t>(</a:t>
            </a:r>
            <a:r>
              <a:rPr lang="zh-CN" altLang="en-US" sz="2400" b="1" strike="noStrike" noProof="1">
                <a:solidFill>
                  <a:schemeClr val="tx1"/>
                </a:solidFill>
                <a:latin typeface="Times New Roman" panose="02020603050405020304" charset="0"/>
                <a:ea typeface="宋体" panose="02010600030101010101" pitchFamily="2" charset="-122"/>
                <a:cs typeface="+mn-cs"/>
              </a:rPr>
              <a:t>主存索引节点</a:t>
            </a:r>
            <a:r>
              <a:rPr lang="en-US" altLang="zh-CN" sz="2400" b="1" strike="noStrike" noProof="1">
                <a:solidFill>
                  <a:schemeClr val="tx1"/>
                </a:solidFill>
                <a:latin typeface="Times New Roman" panose="02020603050405020304" charset="0"/>
                <a:ea typeface="宋体" panose="02010600030101010101" pitchFamily="2" charset="-122"/>
                <a:cs typeface="+mn-cs"/>
              </a:rPr>
              <a:t>)</a:t>
            </a:r>
            <a:r>
              <a:rPr lang="zh-CN" altLang="en-US" sz="2400" b="1" strike="noStrike" noProof="1">
                <a:solidFill>
                  <a:schemeClr val="tx1"/>
                </a:solidFill>
                <a:latin typeface="Times New Roman" panose="02020603050405020304" charset="0"/>
                <a:ea typeface="宋体" panose="02010600030101010101" pitchFamily="2" charset="-122"/>
                <a:cs typeface="+mn-cs"/>
              </a:rPr>
              <a:t>的结构</a:t>
            </a:r>
            <a:r>
              <a:rPr lang="zh-CN" altLang="en-US" sz="2400" strike="noStrike" noProof="1">
                <a:solidFill>
                  <a:schemeClr val="tx1"/>
                </a:solidFill>
                <a:latin typeface="Times New Roman" panose="02020603050405020304" charset="0"/>
                <a:ea typeface="宋体" panose="02010600030101010101" pitchFamily="2" charset="-122"/>
                <a:cs typeface="+mn-cs"/>
              </a:rPr>
              <a:t>     </a:t>
            </a:r>
            <a:endParaRPr lang="zh-CN" altLang="en-US" sz="2400" strike="noStrike" noProof="1">
              <a:solidFill>
                <a:schemeClr val="tx1"/>
              </a:solidFill>
              <a:latin typeface="Times New Roman" panose="02020603050405020304"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93213" grpId="0"/>
      <p:bldP spid="93214" grpId="0"/>
    </p:bld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0593" name="文本框 94209"/>
          <p:cNvSpPr txBox="1"/>
          <p:nvPr/>
        </p:nvSpPr>
        <p:spPr>
          <a:xfrm>
            <a:off x="8493125" y="6510338"/>
            <a:ext cx="376238"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buFont typeface="Wingdings" panose="05000000000000000000" pitchFamily="2" charset="2"/>
              <a:buNone/>
            </a:pPr>
            <a:r>
              <a:rPr lang="en-US" altLang="zh-CN" b="0">
                <a:solidFill>
                  <a:schemeClr val="tx2"/>
                </a:solidFill>
                <a:latin typeface="Times New Roman" panose="02020603050405020304" charset="0"/>
                <a:ea typeface="宋体" panose="02010600030101010101" pitchFamily="2" charset="-122"/>
              </a:rPr>
              <a:t>63</a:t>
            </a:r>
            <a:endParaRPr lang="en-US" altLang="zh-CN" b="0">
              <a:solidFill>
                <a:schemeClr val="tx2"/>
              </a:solidFill>
              <a:latin typeface="Times New Roman" panose="02020603050405020304" charset="0"/>
              <a:ea typeface="宋体" panose="02010600030101010101" pitchFamily="2" charset="-122"/>
            </a:endParaRPr>
          </a:p>
        </p:txBody>
      </p:sp>
      <p:sp>
        <p:nvSpPr>
          <p:cNvPr id="94211" name="矩形 94210"/>
          <p:cNvSpPr/>
          <p:nvPr/>
        </p:nvSpPr>
        <p:spPr>
          <a:xfrm>
            <a:off x="674688" y="579438"/>
            <a:ext cx="5316538" cy="604838"/>
          </a:xfrm>
          <a:prstGeom prst="rect">
            <a:avLst/>
          </a:prstGeom>
          <a:noFill/>
          <a:ln w="9525">
            <a:noFill/>
            <a:miter/>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20000"/>
              </a:lnSpc>
              <a:spcBef>
                <a:spcPct val="20000"/>
              </a:spcBef>
              <a:buNone/>
            </a:pPr>
            <a:r>
              <a:rPr lang="en-US" altLang="zh-CN" sz="2800" b="1" strike="noStrike" noProof="1">
                <a:solidFill>
                  <a:srgbClr val="A50021"/>
                </a:solidFill>
                <a:latin typeface="Times New Roman" panose="02020603050405020304" charset="0"/>
                <a:ea typeface="宋体" panose="02010600030101010101" pitchFamily="2" charset="-122"/>
                <a:cs typeface="+mn-ea"/>
              </a:rPr>
              <a:t>(2) </a:t>
            </a:r>
            <a:r>
              <a:rPr lang="zh-CN" altLang="en-US" sz="2800" b="1" strike="noStrike" noProof="1">
                <a:solidFill>
                  <a:srgbClr val="A50021"/>
                </a:solidFill>
                <a:latin typeface="Times New Roman" panose="02020603050405020304" charset="0"/>
                <a:ea typeface="宋体" panose="02010600030101010101" pitchFamily="2" charset="-122"/>
                <a:cs typeface="+mn-ea"/>
              </a:rPr>
              <a:t>系统打开文件表</a:t>
            </a:r>
            <a:endParaRPr lang="zh-CN" altLang="en-US" sz="2800" b="1" strike="noStrike" noProof="1">
              <a:solidFill>
                <a:srgbClr val="A50021"/>
              </a:solidFill>
              <a:latin typeface="Times New Roman" panose="02020603050405020304" charset="0"/>
              <a:ea typeface="宋体" panose="02010600030101010101" pitchFamily="2" charset="-122"/>
            </a:endParaRPr>
          </a:p>
        </p:txBody>
      </p:sp>
      <p:sp>
        <p:nvSpPr>
          <p:cNvPr id="94212" name="矩形 94211"/>
          <p:cNvSpPr/>
          <p:nvPr/>
        </p:nvSpPr>
        <p:spPr>
          <a:xfrm>
            <a:off x="381000" y="4286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Arial" panose="02080604020202020204" pitchFamily="34" charset="0"/>
                <a:ea typeface="宋体" panose="02010600030101010101" pitchFamily="2" charset="-122"/>
                <a:cs typeface="+mn-ea"/>
              </a:rPr>
              <a:t>文件系统</a:t>
            </a:r>
            <a:r>
              <a:rPr lang="en-US" altLang="zh-CN" sz="2400" strike="noStrike" noProof="1">
                <a:latin typeface="Arial" panose="02080604020202020204" pitchFamily="34" charset="0"/>
                <a:ea typeface="宋体" panose="02010600030101010101" pitchFamily="2" charset="-122"/>
                <a:cs typeface="+mn-ea"/>
              </a:rPr>
              <a:t>——</a:t>
            </a:r>
            <a:r>
              <a:rPr lang="en-US" altLang="zh-CN" sz="2400" strike="noStrike" noProof="1">
                <a:latin typeface="Times New Roman" panose="02020603050405020304" charset="0"/>
                <a:ea typeface="宋体" panose="02010600030101010101" pitchFamily="2" charset="-122"/>
                <a:cs typeface="+mn-ea"/>
              </a:rPr>
              <a:t>UNIX</a:t>
            </a:r>
            <a:r>
              <a:rPr lang="zh-CN" altLang="en-US" sz="2400" strike="noStrike" noProof="1">
                <a:latin typeface="Arial" panose="02080604020202020204" pitchFamily="34" charset="0"/>
                <a:ea typeface="宋体" panose="02010600030101010101" pitchFamily="2" charset="-122"/>
                <a:cs typeface="+mn-ea"/>
              </a:rPr>
              <a:t>文件系统的主要结构及实现</a:t>
            </a:r>
            <a:endParaRPr lang="zh-CN" altLang="en-US" sz="2400" strike="noStrike" noProof="1">
              <a:ea typeface="宋体" panose="02010600030101010101" pitchFamily="2" charset="-122"/>
            </a:endParaRPr>
          </a:p>
        </p:txBody>
      </p:sp>
      <p:sp>
        <p:nvSpPr>
          <p:cNvPr id="94213" name="矩形 94212"/>
          <p:cNvSpPr/>
          <p:nvPr/>
        </p:nvSpPr>
        <p:spPr>
          <a:xfrm>
            <a:off x="830263" y="3190875"/>
            <a:ext cx="6010275" cy="530225"/>
          </a:xfrm>
          <a:prstGeom prst="rect">
            <a:avLst/>
          </a:prstGeom>
          <a:noFill/>
          <a:ln w="9525">
            <a:noFill/>
            <a:miter/>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914400" lvl="1" indent="-457200" fontAlgn="base">
              <a:lnSpc>
                <a:spcPct val="120000"/>
              </a:lnSpc>
              <a:spcBef>
                <a:spcPct val="20000"/>
              </a:spcBef>
              <a:buFont typeface="Wingdings" panose="05000000000000000000" pitchFamily="2" charset="2"/>
              <a:buNone/>
            </a:pPr>
            <a:r>
              <a:rPr lang="zh-CN" altLang="en-US" sz="2400" b="1" strike="noStrike" noProof="1">
                <a:solidFill>
                  <a:schemeClr val="tx1"/>
                </a:solidFill>
                <a:latin typeface="宋体" panose="02010600030101010101" pitchFamily="2" charset="-122"/>
                <a:ea typeface="宋体" panose="02010600030101010101" pitchFamily="2" charset="-122"/>
                <a:cs typeface="+mn-cs"/>
              </a:rPr>
              <a:t>系统打开文件表结构</a:t>
            </a:r>
            <a:endParaRPr lang="zh-CN" altLang="en-US" sz="2400" b="1" strike="noStrike" noProof="1">
              <a:solidFill>
                <a:schemeClr val="tx1"/>
              </a:solidFill>
              <a:latin typeface="宋体" panose="02010600030101010101" pitchFamily="2" charset="-122"/>
              <a:ea typeface="宋体" panose="02010600030101010101" pitchFamily="2" charset="-122"/>
            </a:endParaRPr>
          </a:p>
        </p:txBody>
      </p:sp>
      <p:sp>
        <p:nvSpPr>
          <p:cNvPr id="94214" name="矩形 94213"/>
          <p:cNvSpPr/>
          <p:nvPr/>
        </p:nvSpPr>
        <p:spPr>
          <a:xfrm>
            <a:off x="371475" y="1112838"/>
            <a:ext cx="8772525" cy="2084705"/>
          </a:xfrm>
          <a:prstGeom prst="rect">
            <a:avLst/>
          </a:prstGeom>
          <a:noFill/>
          <a:ln w="9525">
            <a:noFill/>
            <a:miter/>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914400" lvl="1" indent="-457200" fontAlgn="base">
              <a:lnSpc>
                <a:spcPct val="120000"/>
              </a:lnSpc>
              <a:spcBef>
                <a:spcPct val="20000"/>
              </a:spcBef>
              <a:buNone/>
            </a:pPr>
            <a:r>
              <a:rPr lang="en-US" altLang="zh-CN" sz="2400" strike="noStrike" noProof="1">
                <a:solidFill>
                  <a:schemeClr val="tx1"/>
                </a:solidFill>
                <a:latin typeface="Times New Roman" panose="02020603050405020304" charset="0"/>
                <a:ea typeface="宋体" panose="02010600030101010101" pitchFamily="2" charset="-122"/>
                <a:cs typeface="+mn-cs"/>
                <a:sym typeface="Symbol" panose="05050102010706020507" pitchFamily="2" charset="2"/>
              </a:rPr>
              <a:t>   </a:t>
            </a:r>
            <a:r>
              <a:rPr lang="zh-CN" altLang="en-US" sz="2400" strike="noStrike" noProof="1">
                <a:solidFill>
                  <a:schemeClr val="tx1"/>
                </a:solidFill>
                <a:latin typeface="Times New Roman" panose="02020603050405020304" charset="0"/>
                <a:ea typeface="宋体" panose="02010600030101010101" pitchFamily="2" charset="-122"/>
                <a:cs typeface="+mn-cs"/>
                <a:sym typeface="Symbol" panose="05050102010706020507" pitchFamily="2" charset="2"/>
              </a:rPr>
              <a:t>一个文件可以被同一进程或不同进程，用同一或不同路径</a:t>
            </a:r>
            <a:endParaRPr lang="zh-CN" altLang="en-US" sz="2400" strike="noStrike" noProof="1">
              <a:solidFill>
                <a:schemeClr val="tx1"/>
              </a:solidFill>
              <a:latin typeface="Times New Roman" panose="02020603050405020304" charset="0"/>
              <a:ea typeface="宋体" panose="02010600030101010101" pitchFamily="2" charset="-122"/>
              <a:sym typeface="Symbol" panose="05050102010706020507" pitchFamily="2" charset="2"/>
            </a:endParaRPr>
          </a:p>
          <a:p>
            <a:pPr marL="914400" lvl="1" indent="-457200" fontAlgn="base">
              <a:lnSpc>
                <a:spcPct val="120000"/>
              </a:lnSpc>
              <a:spcBef>
                <a:spcPct val="20000"/>
              </a:spcBef>
              <a:buNone/>
            </a:pPr>
            <a:r>
              <a:rPr lang="zh-CN" altLang="en-US" sz="2400" strike="noStrike" noProof="1">
                <a:solidFill>
                  <a:schemeClr val="tx1"/>
                </a:solidFill>
                <a:latin typeface="Times New Roman" panose="02020603050405020304" charset="0"/>
                <a:ea typeface="宋体" panose="02010600030101010101" pitchFamily="2" charset="-122"/>
                <a:cs typeface="+mn-cs"/>
                <a:sym typeface="Symbol" panose="05050102010706020507" pitchFamily="2" charset="2"/>
              </a:rPr>
              <a:t>   名，相同的或互异的操作要求 </a:t>
            </a:r>
            <a:r>
              <a:rPr lang="en-US" altLang="zh-CN" sz="2400" strike="noStrike" noProof="1">
                <a:solidFill>
                  <a:schemeClr val="tx1"/>
                </a:solidFill>
                <a:latin typeface="Times New Roman" panose="02020603050405020304" charset="0"/>
                <a:ea typeface="宋体" panose="02010600030101010101" pitchFamily="2" charset="-122"/>
                <a:cs typeface="+mn-cs"/>
                <a:sym typeface="Symbol" panose="05050102010706020507" pitchFamily="2" charset="2"/>
              </a:rPr>
              <a:t>(</a:t>
            </a:r>
            <a:r>
              <a:rPr lang="zh-CN" altLang="en-US" sz="2400" strike="noStrike" noProof="1">
                <a:solidFill>
                  <a:schemeClr val="tx1"/>
                </a:solidFill>
                <a:latin typeface="Times New Roman" panose="02020603050405020304" charset="0"/>
                <a:ea typeface="宋体" panose="02010600030101010101" pitchFamily="2" charset="-122"/>
                <a:cs typeface="+mn-cs"/>
                <a:sym typeface="Symbol" panose="05050102010706020507" pitchFamily="2" charset="2"/>
              </a:rPr>
              <a:t>读、写</a:t>
            </a:r>
            <a:r>
              <a:rPr lang="en-US" altLang="zh-CN" sz="2400" strike="noStrike" noProof="1">
                <a:solidFill>
                  <a:schemeClr val="tx1"/>
                </a:solidFill>
                <a:latin typeface="Times New Roman" panose="02020603050405020304" charset="0"/>
                <a:ea typeface="宋体" panose="02010600030101010101" pitchFamily="2" charset="-122"/>
                <a:cs typeface="+mn-cs"/>
                <a:sym typeface="Symbol" panose="05050102010706020507" pitchFamily="2" charset="2"/>
              </a:rPr>
              <a:t>)</a:t>
            </a:r>
            <a:r>
              <a:rPr lang="zh-CN" altLang="en-US" sz="2400" strike="noStrike" noProof="1">
                <a:solidFill>
                  <a:schemeClr val="tx1"/>
                </a:solidFill>
                <a:latin typeface="Times New Roman" panose="02020603050405020304" charset="0"/>
                <a:ea typeface="宋体" panose="02010600030101010101" pitchFamily="2" charset="-122"/>
                <a:cs typeface="+mn-cs"/>
                <a:sym typeface="Symbol" panose="05050102010706020507" pitchFamily="2" charset="2"/>
              </a:rPr>
              <a:t>同时打开。为了记</a:t>
            </a:r>
            <a:endParaRPr lang="zh-CN" altLang="en-US" sz="2400" strike="noStrike" noProof="1">
              <a:solidFill>
                <a:schemeClr val="tx1"/>
              </a:solidFill>
              <a:latin typeface="Times New Roman" panose="02020603050405020304" charset="0"/>
              <a:ea typeface="宋体" panose="02010600030101010101" pitchFamily="2" charset="-122"/>
              <a:sym typeface="Symbol" panose="05050102010706020507" pitchFamily="2" charset="2"/>
            </a:endParaRPr>
          </a:p>
          <a:p>
            <a:pPr marL="914400" lvl="1" indent="-457200" fontAlgn="base">
              <a:lnSpc>
                <a:spcPct val="120000"/>
              </a:lnSpc>
              <a:spcBef>
                <a:spcPct val="20000"/>
              </a:spcBef>
              <a:buNone/>
            </a:pPr>
            <a:r>
              <a:rPr lang="zh-CN" altLang="en-US" sz="2400" strike="noStrike" noProof="1">
                <a:solidFill>
                  <a:schemeClr val="tx1"/>
                </a:solidFill>
                <a:latin typeface="Times New Roman" panose="02020603050405020304" charset="0"/>
                <a:ea typeface="宋体" panose="02010600030101010101" pitchFamily="2" charset="-122"/>
                <a:cs typeface="+mn-cs"/>
                <a:sym typeface="Symbol" panose="05050102010706020507" pitchFamily="2" charset="2"/>
              </a:rPr>
              <a:t>   录打开文件所需的附加信息，文件系统设置了一个全局核</a:t>
            </a:r>
            <a:endParaRPr lang="zh-CN" altLang="en-US" sz="2400" strike="noStrike" noProof="1">
              <a:solidFill>
                <a:schemeClr val="tx1"/>
              </a:solidFill>
              <a:latin typeface="Times New Roman" panose="02020603050405020304" charset="0"/>
              <a:ea typeface="宋体" panose="02010600030101010101" pitchFamily="2" charset="-122"/>
              <a:sym typeface="Symbol" panose="05050102010706020507" pitchFamily="2" charset="2"/>
            </a:endParaRPr>
          </a:p>
          <a:p>
            <a:pPr marL="914400" lvl="1" indent="-457200" fontAlgn="base">
              <a:lnSpc>
                <a:spcPct val="120000"/>
              </a:lnSpc>
              <a:spcBef>
                <a:spcPct val="20000"/>
              </a:spcBef>
              <a:buNone/>
            </a:pPr>
            <a:r>
              <a:rPr lang="zh-CN" altLang="en-US" sz="2400" strike="noStrike" noProof="1">
                <a:solidFill>
                  <a:schemeClr val="tx1"/>
                </a:solidFill>
                <a:latin typeface="Times New Roman" panose="02020603050405020304" charset="0"/>
                <a:ea typeface="宋体" panose="02010600030101010101" pitchFamily="2" charset="-122"/>
                <a:cs typeface="+mn-cs"/>
                <a:sym typeface="Symbol" panose="05050102010706020507" pitchFamily="2" charset="2"/>
              </a:rPr>
              <a:t>   心结构 </a:t>
            </a:r>
            <a:r>
              <a:rPr lang="en-US" altLang="zh-CN" sz="2400" strike="noStrike" noProof="1">
                <a:solidFill>
                  <a:schemeClr val="tx1"/>
                </a:solidFill>
                <a:latin typeface="Times New Roman" panose="02020603050405020304" charset="0"/>
                <a:ea typeface="宋体" panose="02010600030101010101" pitchFamily="2" charset="-122"/>
                <a:cs typeface="+mn-cs"/>
                <a:sym typeface="Symbol" panose="05050102010706020507" pitchFamily="2" charset="2"/>
              </a:rPr>
              <a:t>— </a:t>
            </a:r>
            <a:r>
              <a:rPr lang="zh-CN" altLang="en-US" sz="2400" strike="noStrike" noProof="1">
                <a:solidFill>
                  <a:schemeClr val="tx1"/>
                </a:solidFill>
                <a:latin typeface="Times New Roman" panose="02020603050405020304" charset="0"/>
                <a:ea typeface="宋体" panose="02010600030101010101" pitchFamily="2" charset="-122"/>
                <a:cs typeface="+mn-cs"/>
                <a:sym typeface="Symbol" panose="05050102010706020507" pitchFamily="2" charset="2"/>
              </a:rPr>
              <a:t>系统打开文件表。  </a:t>
            </a:r>
            <a:endParaRPr lang="zh-CN" altLang="en-US" sz="2400" strike="noStrike" noProof="1">
              <a:solidFill>
                <a:schemeClr val="tx1"/>
              </a:solidFill>
              <a:latin typeface="Times New Roman" panose="02020603050405020304" charset="0"/>
              <a:ea typeface="宋体" panose="02010600030101010101" pitchFamily="2" charset="-122"/>
              <a:sym typeface="Symbol" panose="05050102010706020507" pitchFamily="2" charset="2"/>
            </a:endParaRPr>
          </a:p>
        </p:txBody>
      </p:sp>
      <p:graphicFrame>
        <p:nvGraphicFramePr>
          <p:cNvPr id="94215" name="表格 94214"/>
          <p:cNvGraphicFramePr/>
          <p:nvPr/>
        </p:nvGraphicFramePr>
        <p:xfrm>
          <a:off x="1538288" y="3868738"/>
          <a:ext cx="4641850" cy="1938338"/>
        </p:xfrm>
        <a:graphic>
          <a:graphicData uri="http://schemas.openxmlformats.org/drawingml/2006/table">
            <a:tbl>
              <a:tblPr/>
              <a:tblGrid>
                <a:gridCol w="4641850"/>
              </a:tblGrid>
              <a:tr h="506413">
                <a:tc>
                  <a:txBody>
                    <a:bodyPr wrap="square"/>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buBlip>
                          <a:blip r:embed="rId1"/>
                        </a:buBlip>
                        <a:defRPr sz="2400" kern="1200">
                          <a:effectLst>
                            <a:outerShdw blurRad="38100" dist="38100" dir="2700000">
                              <a:srgbClr val="000000"/>
                            </a:outerShdw>
                          </a:effectLst>
                        </a:defRPr>
                      </a:lvl2pPr>
                      <a:lvl3pPr marL="1428750" lvl="2" indent="-398145">
                        <a:buBlip>
                          <a:blip r:embed="rId1"/>
                        </a:buBlip>
                        <a:defRPr sz="2000" kern="1200">
                          <a:effectLst>
                            <a:outerShdw blurRad="38100" dist="38100" dir="2700000">
                              <a:srgbClr val="000000"/>
                            </a:outerShdw>
                          </a:effectLst>
                        </a:defRPr>
                      </a:lvl3pPr>
                      <a:lvl4pPr marL="1752600" lvl="3" indent="-321945">
                        <a:buBlip>
                          <a:blip r:embed="rId1"/>
                        </a:buBlip>
                        <a:defRPr sz="1800" kern="1200">
                          <a:effectLst>
                            <a:outerShdw blurRad="38100" dist="38100" dir="2700000">
                              <a:srgbClr val="000000"/>
                            </a:outerShdw>
                          </a:effectLst>
                        </a:defRPr>
                      </a:lvl4pPr>
                      <a:lvl5pPr marL="2092325" lvl="4" indent="-337820">
                        <a:buBlip>
                          <a:blip r:embed="rId1"/>
                        </a:buBlip>
                        <a:defRPr sz="1800" kern="1200">
                          <a:effectLst>
                            <a:outerShdw blurRad="38100" dist="38100" dir="2700000">
                              <a:srgbClr val="000000"/>
                            </a:outerShdw>
                          </a:effectLst>
                        </a:defRPr>
                      </a:lvl5pPr>
                    </a:lstStyle>
                    <a:p>
                      <a:pPr marL="0" lvl="0" indent="0">
                        <a:lnSpc>
                          <a:spcPct val="130000"/>
                        </a:lnSpc>
                        <a:spcBef>
                          <a:spcPct val="20000"/>
                        </a:spcBef>
                        <a:buClr>
                          <a:srgbClr val="000000"/>
                        </a:buClr>
                        <a:buNone/>
                      </a:pPr>
                      <a:r>
                        <a:rPr lang="zh-CN" altLang="en-US" sz="1600">
                          <a:solidFill>
                            <a:schemeClr val="tx1"/>
                          </a:solidFill>
                          <a:effectLst/>
                          <a:latin typeface="Times New Roman" panose="02020603050405020304" charset="0"/>
                          <a:ea typeface="宋体" panose="02010600030101010101" pitchFamily="2" charset="-122"/>
                        </a:rPr>
                        <a:t>读写标志                                   </a:t>
                      </a:r>
                      <a:r>
                        <a:rPr lang="en-US" altLang="zh-CN" sz="1600">
                          <a:solidFill>
                            <a:schemeClr val="tx1"/>
                          </a:solidFill>
                          <a:effectLst/>
                          <a:latin typeface="Times New Roman" panose="02020603050405020304" charset="0"/>
                          <a:ea typeface="宋体" panose="02010600030101010101" pitchFamily="2" charset="-122"/>
                        </a:rPr>
                        <a:t>f_flag</a:t>
                      </a:r>
                      <a:endParaRPr lang="en-US" altLang="zh-CN" sz="1600">
                        <a:solidFill>
                          <a:schemeClr val="tx1"/>
                        </a:solidFill>
                        <a:effectLst/>
                        <a:latin typeface="Times New Roman" panose="02020603050405020304" charset="0"/>
                        <a:ea typeface="宋体" panose="02010600030101010101" pitchFamily="2" charset="-122"/>
                      </a:endParaRPr>
                    </a:p>
                  </a:txBody>
                  <a:tcPr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477837">
                <a:tc>
                  <a:txBody>
                    <a:bodyPr wrap="square"/>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buBlip>
                          <a:blip r:embed="rId1"/>
                        </a:buBlip>
                        <a:defRPr sz="2400" kern="1200">
                          <a:effectLst>
                            <a:outerShdw blurRad="38100" dist="38100" dir="2700000">
                              <a:srgbClr val="000000"/>
                            </a:outerShdw>
                          </a:effectLst>
                        </a:defRPr>
                      </a:lvl2pPr>
                      <a:lvl3pPr marL="1428750" lvl="2" indent="-398145">
                        <a:buBlip>
                          <a:blip r:embed="rId1"/>
                        </a:buBlip>
                        <a:defRPr sz="2000" kern="1200">
                          <a:effectLst>
                            <a:outerShdw blurRad="38100" dist="38100" dir="2700000">
                              <a:srgbClr val="000000"/>
                            </a:outerShdw>
                          </a:effectLst>
                        </a:defRPr>
                      </a:lvl3pPr>
                      <a:lvl4pPr marL="1752600" lvl="3" indent="-321945">
                        <a:buBlip>
                          <a:blip r:embed="rId1"/>
                        </a:buBlip>
                        <a:defRPr sz="1800" kern="1200">
                          <a:effectLst>
                            <a:outerShdw blurRad="38100" dist="38100" dir="2700000">
                              <a:srgbClr val="000000"/>
                            </a:outerShdw>
                          </a:effectLst>
                        </a:defRPr>
                      </a:lvl4pPr>
                      <a:lvl5pPr marL="2092325" lvl="4" indent="-337820">
                        <a:buBlip>
                          <a:blip r:embed="rId1"/>
                        </a:buBlip>
                        <a:defRPr sz="1800" kern="1200">
                          <a:effectLst>
                            <a:outerShdw blurRad="38100" dist="38100" dir="2700000">
                              <a:srgbClr val="000000"/>
                            </a:outerShdw>
                          </a:effectLst>
                        </a:defRPr>
                      </a:lvl5pPr>
                    </a:lstStyle>
                    <a:p>
                      <a:pPr marL="0" lvl="0" indent="0">
                        <a:lnSpc>
                          <a:spcPct val="100000"/>
                        </a:lnSpc>
                        <a:spcBef>
                          <a:spcPct val="0"/>
                        </a:spcBef>
                        <a:buClr>
                          <a:srgbClr val="000000"/>
                        </a:buClr>
                        <a:buNone/>
                      </a:pPr>
                      <a:r>
                        <a:rPr lang="zh-CN" altLang="en-US" sz="1600">
                          <a:solidFill>
                            <a:schemeClr val="tx1"/>
                          </a:solidFill>
                          <a:effectLst/>
                          <a:latin typeface="Times New Roman" panose="02020603050405020304" charset="0"/>
                          <a:ea typeface="宋体" panose="02010600030101010101" pitchFamily="2" charset="-122"/>
                        </a:rPr>
                        <a:t>引用计数                                   </a:t>
                      </a:r>
                      <a:r>
                        <a:rPr lang="en-US" altLang="zh-CN" sz="1600" b="1">
                          <a:solidFill>
                            <a:schemeClr val="tx1"/>
                          </a:solidFill>
                          <a:effectLst/>
                          <a:latin typeface="Times New Roman" panose="02020603050405020304" charset="0"/>
                          <a:ea typeface="宋体" panose="02010600030101010101" pitchFamily="2" charset="-122"/>
                        </a:rPr>
                        <a:t>f_count</a:t>
                      </a:r>
                      <a:endParaRPr lang="en-US" altLang="zh-CN" sz="1600" b="1">
                        <a:solidFill>
                          <a:schemeClr val="tx1"/>
                        </a:solidFill>
                        <a:effectLst/>
                        <a:latin typeface="Times New Roman" panose="02020603050405020304" charset="0"/>
                        <a:ea typeface="宋体" panose="02010600030101010101" pitchFamily="2" charset="-122"/>
                      </a:endParaRPr>
                    </a:p>
                  </a:txBody>
                  <a:tcPr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476250">
                <a:tc>
                  <a:txBody>
                    <a:bodyPr wrap="square"/>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buBlip>
                          <a:blip r:embed="rId1"/>
                        </a:buBlip>
                        <a:defRPr sz="2400" kern="1200">
                          <a:effectLst>
                            <a:outerShdw blurRad="38100" dist="38100" dir="2700000">
                              <a:srgbClr val="000000"/>
                            </a:outerShdw>
                          </a:effectLst>
                        </a:defRPr>
                      </a:lvl2pPr>
                      <a:lvl3pPr marL="1428750" lvl="2" indent="-398145">
                        <a:buBlip>
                          <a:blip r:embed="rId1"/>
                        </a:buBlip>
                        <a:defRPr sz="2000" kern="1200">
                          <a:effectLst>
                            <a:outerShdw blurRad="38100" dist="38100" dir="2700000">
                              <a:srgbClr val="000000"/>
                            </a:outerShdw>
                          </a:effectLst>
                        </a:defRPr>
                      </a:lvl3pPr>
                      <a:lvl4pPr marL="1752600" lvl="3" indent="-321945">
                        <a:buBlip>
                          <a:blip r:embed="rId1"/>
                        </a:buBlip>
                        <a:defRPr sz="1800" kern="1200">
                          <a:effectLst>
                            <a:outerShdw blurRad="38100" dist="38100" dir="2700000">
                              <a:srgbClr val="000000"/>
                            </a:outerShdw>
                          </a:effectLst>
                        </a:defRPr>
                      </a:lvl4pPr>
                      <a:lvl5pPr marL="2092325" lvl="4" indent="-337820">
                        <a:buBlip>
                          <a:blip r:embed="rId1"/>
                        </a:buBlip>
                        <a:defRPr sz="1800" kern="1200">
                          <a:effectLst>
                            <a:outerShdw blurRad="38100" dist="38100" dir="2700000">
                              <a:srgbClr val="000000"/>
                            </a:outerShdw>
                          </a:effectLst>
                        </a:defRPr>
                      </a:lvl5pPr>
                    </a:lstStyle>
                    <a:p>
                      <a:pPr marL="0" lvl="0" indent="0">
                        <a:lnSpc>
                          <a:spcPct val="100000"/>
                        </a:lnSpc>
                        <a:spcBef>
                          <a:spcPct val="0"/>
                        </a:spcBef>
                        <a:buClr>
                          <a:srgbClr val="000000"/>
                        </a:buClr>
                        <a:buNone/>
                      </a:pPr>
                      <a:r>
                        <a:rPr lang="zh-CN" altLang="en-US" sz="1600">
                          <a:solidFill>
                            <a:schemeClr val="tx1"/>
                          </a:solidFill>
                          <a:effectLst/>
                          <a:latin typeface="Times New Roman" panose="02020603050405020304" charset="0"/>
                          <a:ea typeface="宋体" panose="02010600030101010101" pitchFamily="2" charset="-122"/>
                        </a:rPr>
                        <a:t>指向主存索引节点的指针       </a:t>
                      </a:r>
                      <a:r>
                        <a:rPr lang="en-US" altLang="zh-CN" sz="1600">
                          <a:solidFill>
                            <a:schemeClr val="tx1"/>
                          </a:solidFill>
                          <a:effectLst/>
                          <a:latin typeface="Times New Roman" panose="02020603050405020304" charset="0"/>
                          <a:ea typeface="宋体" panose="02010600030101010101" pitchFamily="2" charset="-122"/>
                        </a:rPr>
                        <a:t>f_inode</a:t>
                      </a:r>
                      <a:endParaRPr lang="en-US" altLang="zh-CN" sz="1600">
                        <a:solidFill>
                          <a:schemeClr val="tx1"/>
                        </a:solidFill>
                        <a:effectLst/>
                        <a:latin typeface="Times New Roman" panose="02020603050405020304" charset="0"/>
                        <a:ea typeface="宋体" panose="02010600030101010101" pitchFamily="2" charset="-122"/>
                      </a:endParaRPr>
                    </a:p>
                  </a:txBody>
                  <a:tcPr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477838">
                <a:tc>
                  <a:txBody>
                    <a:bodyPr wrap="square"/>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buBlip>
                          <a:blip r:embed="rId1"/>
                        </a:buBlip>
                        <a:defRPr sz="2400" kern="1200">
                          <a:effectLst>
                            <a:outerShdw blurRad="38100" dist="38100" dir="2700000">
                              <a:srgbClr val="000000"/>
                            </a:outerShdw>
                          </a:effectLst>
                        </a:defRPr>
                      </a:lvl2pPr>
                      <a:lvl3pPr marL="1428750" lvl="2" indent="-398145">
                        <a:buBlip>
                          <a:blip r:embed="rId1"/>
                        </a:buBlip>
                        <a:defRPr sz="2000" kern="1200">
                          <a:effectLst>
                            <a:outerShdw blurRad="38100" dist="38100" dir="2700000">
                              <a:srgbClr val="000000"/>
                            </a:outerShdw>
                          </a:effectLst>
                        </a:defRPr>
                      </a:lvl3pPr>
                      <a:lvl4pPr marL="1752600" lvl="3" indent="-321945">
                        <a:buBlip>
                          <a:blip r:embed="rId1"/>
                        </a:buBlip>
                        <a:defRPr sz="1800" kern="1200">
                          <a:effectLst>
                            <a:outerShdw blurRad="38100" dist="38100" dir="2700000">
                              <a:srgbClr val="000000"/>
                            </a:outerShdw>
                          </a:effectLst>
                        </a:defRPr>
                      </a:lvl4pPr>
                      <a:lvl5pPr marL="2092325" lvl="4" indent="-337820">
                        <a:buBlip>
                          <a:blip r:embed="rId1"/>
                        </a:buBlip>
                        <a:defRPr sz="1800" kern="1200">
                          <a:effectLst>
                            <a:outerShdw blurRad="38100" dist="38100" dir="2700000">
                              <a:srgbClr val="000000"/>
                            </a:outerShdw>
                          </a:effectLst>
                        </a:defRPr>
                      </a:lvl5pPr>
                    </a:lstStyle>
                    <a:p>
                      <a:pPr marL="0" lvl="0" indent="0">
                        <a:lnSpc>
                          <a:spcPct val="100000"/>
                        </a:lnSpc>
                        <a:spcBef>
                          <a:spcPct val="0"/>
                        </a:spcBef>
                        <a:buClr>
                          <a:srgbClr val="000000"/>
                        </a:buClr>
                        <a:buNone/>
                      </a:pPr>
                      <a:r>
                        <a:rPr lang="zh-CN" altLang="en-US" sz="1600">
                          <a:solidFill>
                            <a:schemeClr val="tx1"/>
                          </a:solidFill>
                          <a:effectLst/>
                          <a:latin typeface="Times New Roman" panose="02020603050405020304" charset="0"/>
                          <a:ea typeface="宋体" panose="02010600030101010101" pitchFamily="2" charset="-122"/>
                        </a:rPr>
                        <a:t>读</a:t>
                      </a:r>
                      <a:r>
                        <a:rPr lang="en-US" altLang="zh-CN" sz="1600">
                          <a:solidFill>
                            <a:schemeClr val="tx1"/>
                          </a:solidFill>
                          <a:effectLst/>
                          <a:latin typeface="Times New Roman" panose="02020603050405020304" charset="0"/>
                          <a:ea typeface="宋体" panose="02010600030101010101" pitchFamily="2" charset="-122"/>
                        </a:rPr>
                        <a:t>/</a:t>
                      </a:r>
                      <a:r>
                        <a:rPr lang="zh-CN" altLang="en-US" sz="1600">
                          <a:solidFill>
                            <a:schemeClr val="tx1"/>
                          </a:solidFill>
                          <a:effectLst/>
                          <a:latin typeface="Times New Roman" panose="02020603050405020304" charset="0"/>
                          <a:ea typeface="宋体" panose="02010600030101010101" pitchFamily="2" charset="-122"/>
                        </a:rPr>
                        <a:t>写位置指针                          </a:t>
                      </a:r>
                      <a:r>
                        <a:rPr lang="en-US" altLang="zh-CN" sz="1600">
                          <a:solidFill>
                            <a:schemeClr val="tx1"/>
                          </a:solidFill>
                          <a:effectLst/>
                          <a:latin typeface="Times New Roman" panose="02020603050405020304" charset="0"/>
                          <a:ea typeface="宋体" panose="02010600030101010101" pitchFamily="2" charset="-122"/>
                        </a:rPr>
                        <a:t>f_offset</a:t>
                      </a:r>
                      <a:endParaRPr lang="en-US" altLang="zh-CN" sz="1600">
                        <a:solidFill>
                          <a:schemeClr val="tx1"/>
                        </a:solidFill>
                        <a:effectLst/>
                        <a:latin typeface="Times New Roman" panose="02020603050405020304" charset="0"/>
                        <a:ea typeface="宋体" panose="02010600030101010101" pitchFamily="2" charset="-122"/>
                      </a:endParaRPr>
                    </a:p>
                  </a:txBody>
                  <a:tcPr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bl>
          </a:graphicData>
        </a:graphic>
      </p:graphicFrame>
      <p:sp>
        <p:nvSpPr>
          <p:cNvPr id="94227" name="矩形 94226"/>
          <p:cNvSpPr/>
          <p:nvPr/>
        </p:nvSpPr>
        <p:spPr>
          <a:xfrm>
            <a:off x="2730500" y="5946775"/>
            <a:ext cx="2401888" cy="336550"/>
          </a:xfrm>
          <a:prstGeom prst="rect">
            <a:avLst/>
          </a:prstGeom>
          <a:noFill/>
          <a:ln w="9525">
            <a:noFill/>
            <a:miter/>
          </a:ln>
        </p:spPr>
        <p:txBody>
          <a:bodyPr anchor="ctr">
            <a:spAutoFit/>
          </a:bodyPr>
          <a:p>
            <a:pPr lvl="0"/>
            <a:r>
              <a:rPr lang="zh-CN" altLang="en-US" sz="1600" b="0">
                <a:solidFill>
                  <a:schemeClr val="tx1"/>
                </a:solidFill>
                <a:latin typeface="Times New Roman" panose="02020603050405020304" charset="0"/>
                <a:ea typeface="Times New Roman" panose="02020603050405020304" charset="0"/>
              </a:rPr>
              <a:t>系统打开文件表结构</a:t>
            </a:r>
            <a:endParaRPr lang="zh-CN" altLang="en-US" sz="1600" b="0">
              <a:solidFill>
                <a:schemeClr val="tx1"/>
              </a:solidFill>
              <a:latin typeface="Times New Roman" panose="02020603050405020304" charset="0"/>
              <a:ea typeface="Times New Roman" panose="02020603050405020304" charset="0"/>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94213" grpId="0"/>
      <p:bldP spid="94214" grpId="0"/>
      <p:bldP spid="94227" grpId="0"/>
    </p:bld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1617" name="文本框 95233"/>
          <p:cNvSpPr txBox="1"/>
          <p:nvPr/>
        </p:nvSpPr>
        <p:spPr>
          <a:xfrm>
            <a:off x="8493125" y="6510338"/>
            <a:ext cx="376238"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buFont typeface="Wingdings" panose="05000000000000000000" pitchFamily="2" charset="2"/>
              <a:buNone/>
            </a:pPr>
            <a:r>
              <a:rPr lang="en-US" altLang="zh-CN" b="0">
                <a:solidFill>
                  <a:schemeClr val="tx2"/>
                </a:solidFill>
                <a:latin typeface="Times New Roman" panose="02020603050405020304" charset="0"/>
                <a:ea typeface="宋体" panose="02010600030101010101" pitchFamily="2" charset="-122"/>
              </a:rPr>
              <a:t>64</a:t>
            </a:r>
            <a:endParaRPr lang="en-US" altLang="zh-CN" b="0">
              <a:solidFill>
                <a:schemeClr val="tx2"/>
              </a:solidFill>
              <a:latin typeface="Times New Roman" panose="02020603050405020304" charset="0"/>
              <a:ea typeface="宋体" panose="02010600030101010101" pitchFamily="2" charset="-122"/>
            </a:endParaRPr>
          </a:p>
        </p:txBody>
      </p:sp>
      <p:sp>
        <p:nvSpPr>
          <p:cNvPr id="95235" name="矩形 95234"/>
          <p:cNvSpPr/>
          <p:nvPr/>
        </p:nvSpPr>
        <p:spPr>
          <a:xfrm>
            <a:off x="674688" y="550863"/>
            <a:ext cx="6535738" cy="604838"/>
          </a:xfrm>
          <a:prstGeom prst="rect">
            <a:avLst/>
          </a:prstGeom>
          <a:noFill/>
          <a:ln w="9525">
            <a:noFill/>
            <a:miter/>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20000"/>
              </a:lnSpc>
              <a:spcBef>
                <a:spcPct val="20000"/>
              </a:spcBef>
              <a:buNone/>
            </a:pPr>
            <a:r>
              <a:rPr lang="en-US" altLang="zh-CN" sz="2800" b="1" strike="noStrike" noProof="1">
                <a:solidFill>
                  <a:srgbClr val="A50021"/>
                </a:solidFill>
                <a:latin typeface="Times New Roman" panose="02020603050405020304" charset="0"/>
                <a:ea typeface="宋体" panose="02010600030101010101" pitchFamily="2" charset="-122"/>
                <a:cs typeface="+mn-ea"/>
              </a:rPr>
              <a:t>(3) </a:t>
            </a:r>
            <a:r>
              <a:rPr lang="zh-CN" altLang="en-US" sz="2800" b="1" strike="noStrike" noProof="1">
                <a:solidFill>
                  <a:srgbClr val="A50021"/>
                </a:solidFill>
                <a:latin typeface="Times New Roman" panose="02020603050405020304" charset="0"/>
                <a:ea typeface="宋体" panose="02010600030101010101" pitchFamily="2" charset="-122"/>
                <a:cs typeface="+mn-ea"/>
              </a:rPr>
              <a:t>用户文件描述符表</a:t>
            </a:r>
            <a:endParaRPr lang="zh-CN" altLang="en-US" sz="2800" b="1" strike="noStrike" noProof="1">
              <a:solidFill>
                <a:srgbClr val="A50021"/>
              </a:solidFill>
              <a:latin typeface="Times New Roman" panose="02020603050405020304" charset="0"/>
              <a:ea typeface="宋体" panose="02010600030101010101" pitchFamily="2" charset="-122"/>
            </a:endParaRPr>
          </a:p>
        </p:txBody>
      </p:sp>
      <p:sp>
        <p:nvSpPr>
          <p:cNvPr id="95236" name="矩形 95235"/>
          <p:cNvSpPr/>
          <p:nvPr/>
        </p:nvSpPr>
        <p:spPr>
          <a:xfrm>
            <a:off x="381000" y="4286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Arial" panose="02080604020202020204" pitchFamily="34" charset="0"/>
                <a:ea typeface="宋体" panose="02010600030101010101" pitchFamily="2" charset="-122"/>
                <a:cs typeface="+mn-ea"/>
              </a:rPr>
              <a:t>文件系统</a:t>
            </a:r>
            <a:r>
              <a:rPr lang="en-US" altLang="zh-CN" sz="2400" strike="noStrike" noProof="1">
                <a:latin typeface="Arial" panose="02080604020202020204" pitchFamily="34" charset="0"/>
                <a:ea typeface="宋体" panose="02010600030101010101" pitchFamily="2" charset="-122"/>
                <a:cs typeface="+mn-ea"/>
              </a:rPr>
              <a:t>——</a:t>
            </a:r>
            <a:r>
              <a:rPr lang="en-US" altLang="zh-CN" sz="2400" strike="noStrike" noProof="1">
                <a:latin typeface="Times New Roman" panose="02020603050405020304" charset="0"/>
                <a:ea typeface="宋体" panose="02010600030101010101" pitchFamily="2" charset="-122"/>
                <a:cs typeface="+mn-ea"/>
              </a:rPr>
              <a:t>UNIX</a:t>
            </a:r>
            <a:r>
              <a:rPr lang="zh-CN" altLang="en-US" sz="2400" strike="noStrike" noProof="1">
                <a:latin typeface="Arial" panose="02080604020202020204" pitchFamily="34" charset="0"/>
                <a:ea typeface="宋体" panose="02010600030101010101" pitchFamily="2" charset="-122"/>
                <a:cs typeface="+mn-ea"/>
              </a:rPr>
              <a:t>文件系统的主要结构及实现</a:t>
            </a:r>
            <a:endParaRPr lang="zh-CN" altLang="en-US" sz="2400" strike="noStrike" noProof="1">
              <a:ea typeface="宋体" panose="02010600030101010101" pitchFamily="2" charset="-122"/>
            </a:endParaRPr>
          </a:p>
        </p:txBody>
      </p:sp>
      <p:sp>
        <p:nvSpPr>
          <p:cNvPr id="95237" name="矩形 95236"/>
          <p:cNvSpPr/>
          <p:nvPr/>
        </p:nvSpPr>
        <p:spPr>
          <a:xfrm>
            <a:off x="115888" y="4191000"/>
            <a:ext cx="6650038" cy="604838"/>
          </a:xfrm>
          <a:prstGeom prst="rect">
            <a:avLst/>
          </a:prstGeom>
          <a:noFill/>
          <a:ln w="9525">
            <a:noFill/>
            <a:miter/>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914400" lvl="1" indent="-457200" fontAlgn="base">
              <a:lnSpc>
                <a:spcPct val="120000"/>
              </a:lnSpc>
              <a:buNone/>
            </a:pPr>
            <a:r>
              <a:rPr lang="en-US" altLang="zh-CN" b="1" strike="noStrike" noProof="1">
                <a:solidFill>
                  <a:srgbClr val="A50021"/>
                </a:solidFill>
                <a:latin typeface="Times New Roman" panose="02020603050405020304" charset="0"/>
                <a:ea typeface="宋体" panose="02010600030101010101" pitchFamily="2" charset="-122"/>
                <a:cs typeface="+mn-cs"/>
              </a:rPr>
              <a:t>(4) </a:t>
            </a:r>
            <a:r>
              <a:rPr lang="zh-CN" altLang="en-US" b="1" strike="noStrike" noProof="1">
                <a:solidFill>
                  <a:srgbClr val="A50021"/>
                </a:solidFill>
                <a:latin typeface="Times New Roman" panose="02020603050405020304" charset="0"/>
                <a:ea typeface="宋体" panose="02010600030101010101" pitchFamily="2" charset="-122"/>
                <a:cs typeface="+mn-cs"/>
              </a:rPr>
              <a:t>实例</a:t>
            </a:r>
            <a:r>
              <a:rPr lang="zh-CN" altLang="en-US" sz="2400" strike="noStrike" noProof="1">
                <a:solidFill>
                  <a:schemeClr val="tx1"/>
                </a:solidFill>
                <a:latin typeface="Times New Roman" panose="02020603050405020304" charset="0"/>
                <a:ea typeface="宋体" panose="02010600030101010101" pitchFamily="2" charset="-122"/>
                <a:cs typeface="+mn-cs"/>
              </a:rPr>
              <a:t>     </a:t>
            </a:r>
            <a:endParaRPr lang="zh-CN" altLang="en-US" sz="2400" strike="noStrike" noProof="1">
              <a:solidFill>
                <a:schemeClr val="tx1"/>
              </a:solidFill>
              <a:latin typeface="Times New Roman" panose="02020603050405020304" charset="0"/>
              <a:ea typeface="宋体" panose="02010600030101010101" pitchFamily="2" charset="-122"/>
            </a:endParaRPr>
          </a:p>
        </p:txBody>
      </p:sp>
      <p:sp>
        <p:nvSpPr>
          <p:cNvPr id="95238" name="矩形 95237"/>
          <p:cNvSpPr/>
          <p:nvPr/>
        </p:nvSpPr>
        <p:spPr>
          <a:xfrm>
            <a:off x="191135" y="1098550"/>
            <a:ext cx="8715375" cy="3118485"/>
          </a:xfrm>
          <a:prstGeom prst="rect">
            <a:avLst/>
          </a:prstGeom>
          <a:noFill/>
          <a:ln w="9525">
            <a:noFill/>
            <a:miter/>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914400" lvl="1" indent="-457200" fontAlgn="base">
              <a:lnSpc>
                <a:spcPct val="120000"/>
              </a:lnSpc>
              <a:spcBef>
                <a:spcPct val="20000"/>
              </a:spcBef>
              <a:buNone/>
            </a:pPr>
            <a:r>
              <a:rPr lang="en-US" altLang="zh-CN" sz="2400" strike="noStrike" noProof="1">
                <a:solidFill>
                  <a:schemeClr val="tx1"/>
                </a:solidFill>
                <a:latin typeface="Times New Roman" panose="02020603050405020304" charset="0"/>
                <a:ea typeface="宋体" panose="02010600030101010101" pitchFamily="2" charset="-122"/>
                <a:cs typeface="+mn-cs"/>
                <a:sym typeface="Symbol" panose="05050102010706020507" pitchFamily="2" charset="2"/>
              </a:rPr>
              <a:t>  </a:t>
            </a:r>
            <a:r>
              <a:rPr lang="zh-CN" altLang="en-US" sz="2400" strike="noStrike" noProof="1">
                <a:solidFill>
                  <a:schemeClr val="tx1"/>
                </a:solidFill>
                <a:latin typeface="Times New Roman" panose="02020603050405020304" charset="0"/>
                <a:ea typeface="宋体" panose="02010600030101010101" pitchFamily="2" charset="-122"/>
                <a:cs typeface="+mn-cs"/>
                <a:sym typeface="Symbol" panose="05050102010706020507" pitchFamily="2" charset="2"/>
              </a:rPr>
              <a:t>进程控制块中的一个数组</a:t>
            </a:r>
            <a:r>
              <a:rPr lang="en-US" altLang="zh-CN" sz="2400" strike="noStrike" noProof="1">
                <a:solidFill>
                  <a:schemeClr val="tx1"/>
                </a:solidFill>
                <a:latin typeface="Times New Roman" panose="02020603050405020304" charset="0"/>
                <a:ea typeface="宋体" panose="02010600030101010101" pitchFamily="2" charset="-122"/>
                <a:cs typeface="+mn-cs"/>
                <a:sym typeface="Symbol" panose="05050102010706020507" pitchFamily="2" charset="2"/>
              </a:rPr>
              <a:t>u_ofile[NOFILE]</a:t>
            </a:r>
            <a:endParaRPr lang="en-US" altLang="zh-CN" sz="2400" strike="noStrike" noProof="1">
              <a:solidFill>
                <a:schemeClr val="tx1"/>
              </a:solidFill>
              <a:latin typeface="Times New Roman" panose="02020603050405020304" charset="0"/>
              <a:ea typeface="宋体" panose="02010600030101010101" pitchFamily="2" charset="-122"/>
              <a:sym typeface="Symbol" panose="05050102010706020507" pitchFamily="2" charset="2"/>
            </a:endParaRPr>
          </a:p>
          <a:p>
            <a:pPr marL="914400" lvl="1" indent="-457200" fontAlgn="base">
              <a:lnSpc>
                <a:spcPct val="120000"/>
              </a:lnSpc>
              <a:spcBef>
                <a:spcPct val="20000"/>
              </a:spcBef>
              <a:buNone/>
            </a:pPr>
            <a:r>
              <a:rPr lang="en-US" altLang="zh-CN" sz="2400" strike="noStrike" noProof="1">
                <a:solidFill>
                  <a:schemeClr val="tx1"/>
                </a:solidFill>
                <a:latin typeface="Times New Roman" panose="02020603050405020304" charset="0"/>
                <a:ea typeface="宋体" panose="02010600030101010101" pitchFamily="2" charset="-122"/>
                <a:cs typeface="+mn-cs"/>
                <a:sym typeface="Symbol" panose="05050102010706020507" pitchFamily="2" charset="2"/>
              </a:rPr>
              <a:t>  </a:t>
            </a:r>
            <a:r>
              <a:rPr lang="zh-CN" altLang="en-US" sz="2400" strike="noStrike" noProof="1">
                <a:solidFill>
                  <a:schemeClr val="tx1"/>
                </a:solidFill>
                <a:latin typeface="Times New Roman" panose="02020603050405020304" charset="0"/>
                <a:ea typeface="宋体" panose="02010600030101010101" pitchFamily="2" charset="-122"/>
                <a:cs typeface="+mn-cs"/>
                <a:sym typeface="Symbol" panose="05050102010706020507" pitchFamily="2" charset="2"/>
              </a:rPr>
              <a:t>称为用户文件描述符表，其中的每一项 </a:t>
            </a:r>
            <a:r>
              <a:rPr lang="en-US" altLang="zh-CN" sz="2400" strike="noStrike" noProof="1">
                <a:solidFill>
                  <a:schemeClr val="tx1"/>
                </a:solidFill>
                <a:latin typeface="Times New Roman" panose="02020603050405020304" charset="0"/>
                <a:ea typeface="宋体" panose="02010600030101010101" pitchFamily="2" charset="-122"/>
                <a:cs typeface="+mn-cs"/>
                <a:sym typeface="Symbol" panose="05050102010706020507" pitchFamily="2" charset="2"/>
              </a:rPr>
              <a:t>(</a:t>
            </a:r>
            <a:r>
              <a:rPr lang="zh-CN" altLang="en-US" sz="2400" strike="noStrike" noProof="1">
                <a:solidFill>
                  <a:schemeClr val="tx1"/>
                </a:solidFill>
                <a:latin typeface="Times New Roman" panose="02020603050405020304" charset="0"/>
                <a:ea typeface="宋体" panose="02010600030101010101" pitchFamily="2" charset="-122"/>
                <a:cs typeface="+mn-cs"/>
                <a:sym typeface="Symbol" panose="05050102010706020507" pitchFamily="2" charset="2"/>
              </a:rPr>
              <a:t>指针</a:t>
            </a:r>
            <a:r>
              <a:rPr lang="en-US" altLang="zh-CN" sz="2400" strike="noStrike" noProof="1">
                <a:solidFill>
                  <a:schemeClr val="tx1"/>
                </a:solidFill>
                <a:latin typeface="Times New Roman" panose="02020603050405020304" charset="0"/>
                <a:ea typeface="宋体" panose="02010600030101010101" pitchFamily="2" charset="-122"/>
                <a:cs typeface="+mn-cs"/>
                <a:sym typeface="Symbol" panose="05050102010706020507" pitchFamily="2" charset="2"/>
              </a:rPr>
              <a:t>)</a:t>
            </a:r>
            <a:r>
              <a:rPr lang="zh-CN" altLang="en-US" sz="2400" strike="noStrike" noProof="1">
                <a:solidFill>
                  <a:schemeClr val="tx1"/>
                </a:solidFill>
                <a:latin typeface="Times New Roman" panose="02020603050405020304" charset="0"/>
                <a:ea typeface="宋体" panose="02010600030101010101" pitchFamily="2" charset="-122"/>
                <a:cs typeface="+mn-cs"/>
                <a:sym typeface="Symbol" panose="05050102010706020507" pitchFamily="2" charset="2"/>
              </a:rPr>
              <a:t>指向系统打</a:t>
            </a:r>
            <a:endParaRPr lang="zh-CN" altLang="en-US" sz="2400" strike="noStrike" noProof="1">
              <a:solidFill>
                <a:schemeClr val="tx1"/>
              </a:solidFill>
              <a:latin typeface="Times New Roman" panose="02020603050405020304" charset="0"/>
              <a:ea typeface="宋体" panose="02010600030101010101" pitchFamily="2" charset="-122"/>
              <a:sym typeface="Symbol" panose="05050102010706020507" pitchFamily="2" charset="2"/>
            </a:endParaRPr>
          </a:p>
          <a:p>
            <a:pPr marL="914400" lvl="1" indent="-457200" fontAlgn="base">
              <a:lnSpc>
                <a:spcPct val="120000"/>
              </a:lnSpc>
              <a:spcBef>
                <a:spcPct val="20000"/>
              </a:spcBef>
              <a:buNone/>
            </a:pPr>
            <a:r>
              <a:rPr lang="zh-CN" altLang="en-US" sz="2400" strike="noStrike" noProof="1">
                <a:solidFill>
                  <a:schemeClr val="tx1"/>
                </a:solidFill>
                <a:latin typeface="Times New Roman" panose="02020603050405020304" charset="0"/>
                <a:ea typeface="宋体" panose="02010600030101010101" pitchFamily="2" charset="-122"/>
                <a:cs typeface="+mn-cs"/>
                <a:sym typeface="Symbol" panose="05050102010706020507" pitchFamily="2" charset="2"/>
              </a:rPr>
              <a:t>  开文件表的一个表项。一个打开文件在用户文件描述表中</a:t>
            </a:r>
            <a:endParaRPr lang="zh-CN" altLang="en-US" sz="2400" strike="noStrike" noProof="1">
              <a:solidFill>
                <a:schemeClr val="tx1"/>
              </a:solidFill>
              <a:latin typeface="Times New Roman" panose="02020603050405020304" charset="0"/>
              <a:ea typeface="宋体" panose="02010600030101010101" pitchFamily="2" charset="-122"/>
              <a:sym typeface="Symbol" panose="05050102010706020507" pitchFamily="2" charset="2"/>
            </a:endParaRPr>
          </a:p>
          <a:p>
            <a:pPr marL="914400" lvl="1" indent="-457200" fontAlgn="base">
              <a:lnSpc>
                <a:spcPct val="120000"/>
              </a:lnSpc>
              <a:spcBef>
                <a:spcPct val="20000"/>
              </a:spcBef>
              <a:buNone/>
            </a:pPr>
            <a:r>
              <a:rPr lang="zh-CN" altLang="en-US" sz="2400" strike="noStrike" noProof="1">
                <a:solidFill>
                  <a:schemeClr val="tx1"/>
                </a:solidFill>
                <a:latin typeface="Times New Roman" panose="02020603050405020304" charset="0"/>
                <a:ea typeface="宋体" panose="02010600030101010101" pitchFamily="2" charset="-122"/>
                <a:cs typeface="+mn-cs"/>
                <a:sym typeface="Symbol" panose="05050102010706020507" pitchFamily="2" charset="2"/>
              </a:rPr>
              <a:t>  所占的位置就是它的文件描述符 </a:t>
            </a:r>
            <a:r>
              <a:rPr lang="en-US" altLang="zh-CN" sz="2400" strike="noStrike" noProof="1">
                <a:solidFill>
                  <a:schemeClr val="tx1"/>
                </a:solidFill>
                <a:latin typeface="Times New Roman" panose="02020603050405020304" charset="0"/>
                <a:ea typeface="宋体" panose="02010600030101010101" pitchFamily="2" charset="-122"/>
                <a:cs typeface="+mn-cs"/>
                <a:sym typeface="Symbol" panose="05050102010706020507" pitchFamily="2" charset="2"/>
              </a:rPr>
              <a:t>(</a:t>
            </a:r>
            <a:r>
              <a:rPr lang="zh-CN" altLang="en-US" sz="2400" strike="noStrike" noProof="1">
                <a:solidFill>
                  <a:schemeClr val="tx1"/>
                </a:solidFill>
                <a:latin typeface="Times New Roman" panose="02020603050405020304" charset="0"/>
                <a:ea typeface="宋体" panose="02010600030101010101" pitchFamily="2" charset="-122"/>
                <a:cs typeface="+mn-cs"/>
                <a:sym typeface="Symbol" panose="05050102010706020507" pitchFamily="2" charset="2"/>
              </a:rPr>
              <a:t>或称打开文件号</a:t>
            </a:r>
            <a:r>
              <a:rPr lang="en-US" altLang="zh-CN" sz="2400" strike="noStrike" noProof="1">
                <a:solidFill>
                  <a:schemeClr val="tx1"/>
                </a:solidFill>
                <a:latin typeface="Times New Roman" panose="02020603050405020304" charset="0"/>
                <a:ea typeface="宋体" panose="02010600030101010101" pitchFamily="2" charset="-122"/>
                <a:cs typeface="+mn-cs"/>
                <a:sym typeface="Symbol" panose="05050102010706020507" pitchFamily="2" charset="2"/>
              </a:rPr>
              <a:t>)</a:t>
            </a:r>
            <a:r>
              <a:rPr lang="zh-CN" altLang="en-US" sz="2400" strike="noStrike" noProof="1">
                <a:solidFill>
                  <a:schemeClr val="tx1"/>
                </a:solidFill>
                <a:latin typeface="Times New Roman" panose="02020603050405020304" charset="0"/>
                <a:ea typeface="宋体" panose="02010600030101010101" pitchFamily="2" charset="-122"/>
                <a:cs typeface="+mn-cs"/>
                <a:sym typeface="Symbol" panose="05050102010706020507" pitchFamily="2" charset="2"/>
              </a:rPr>
              <a:t>。</a:t>
            </a:r>
            <a:endParaRPr lang="zh-CN" altLang="en-US" sz="2400" strike="noStrike" noProof="1">
              <a:solidFill>
                <a:schemeClr val="tx1"/>
              </a:solidFill>
              <a:latin typeface="Times New Roman" panose="02020603050405020304" charset="0"/>
              <a:ea typeface="宋体" panose="02010600030101010101" pitchFamily="2" charset="-122"/>
              <a:sym typeface="Symbol" panose="05050102010706020507" pitchFamily="2" charset="2"/>
            </a:endParaRPr>
          </a:p>
          <a:p>
            <a:pPr marL="914400" lvl="1" indent="-457200" fontAlgn="base">
              <a:lnSpc>
                <a:spcPct val="120000"/>
              </a:lnSpc>
              <a:spcBef>
                <a:spcPct val="20000"/>
              </a:spcBef>
              <a:buNone/>
            </a:pPr>
            <a:r>
              <a:rPr lang="zh-CN" altLang="en-US" sz="2400" strike="noStrike" noProof="1">
                <a:solidFill>
                  <a:schemeClr val="tx1"/>
                </a:solidFill>
                <a:latin typeface="Times New Roman" panose="02020603050405020304" charset="0"/>
                <a:ea typeface="宋体" panose="02010600030101010101" pitchFamily="2" charset="-122"/>
                <a:cs typeface="+mn-cs"/>
                <a:sym typeface="Symbol" panose="05050102010706020507" pitchFamily="2" charset="2"/>
              </a:rPr>
              <a:t>  进程可以打开不同的文件，也可以对同一文件以不同的操</a:t>
            </a:r>
            <a:endParaRPr lang="zh-CN" altLang="en-US" sz="2400" strike="noStrike" noProof="1">
              <a:solidFill>
                <a:schemeClr val="tx1"/>
              </a:solidFill>
              <a:latin typeface="Times New Roman" panose="02020603050405020304" charset="0"/>
              <a:ea typeface="宋体" panose="02010600030101010101" pitchFamily="2" charset="-122"/>
              <a:sym typeface="Symbol" panose="05050102010706020507" pitchFamily="2" charset="2"/>
            </a:endParaRPr>
          </a:p>
          <a:p>
            <a:pPr marL="914400" lvl="1" indent="-457200" fontAlgn="base">
              <a:lnSpc>
                <a:spcPct val="120000"/>
              </a:lnSpc>
              <a:spcBef>
                <a:spcPct val="20000"/>
              </a:spcBef>
              <a:buNone/>
            </a:pPr>
            <a:r>
              <a:rPr lang="zh-CN" altLang="en-US" sz="2400" strike="noStrike" noProof="1">
                <a:solidFill>
                  <a:schemeClr val="tx1"/>
                </a:solidFill>
                <a:latin typeface="Times New Roman" panose="02020603050405020304" charset="0"/>
                <a:ea typeface="宋体" panose="02010600030101010101" pitchFamily="2" charset="-122"/>
                <a:cs typeface="+mn-cs"/>
                <a:sym typeface="Symbol" panose="05050102010706020507" pitchFamily="2" charset="2"/>
              </a:rPr>
              <a:t>  作方式打开。</a:t>
            </a:r>
            <a:endParaRPr lang="zh-CN" altLang="en-US" sz="2400" strike="noStrike" noProof="1">
              <a:solidFill>
                <a:schemeClr val="tx1"/>
              </a:solidFill>
              <a:latin typeface="Times New Roman" panose="02020603050405020304" charset="0"/>
              <a:ea typeface="宋体" panose="02010600030101010101" pitchFamily="2" charset="-122"/>
              <a:sym typeface="Symbol" panose="05050102010706020507" pitchFamily="2" charset="2"/>
            </a:endParaRPr>
          </a:p>
        </p:txBody>
      </p:sp>
      <p:sp>
        <p:nvSpPr>
          <p:cNvPr id="95239" name="矩形 95238"/>
          <p:cNvSpPr/>
          <p:nvPr/>
        </p:nvSpPr>
        <p:spPr>
          <a:xfrm>
            <a:off x="130175" y="4686300"/>
            <a:ext cx="6827838" cy="1826895"/>
          </a:xfrm>
          <a:prstGeom prst="rect">
            <a:avLst/>
          </a:prstGeom>
          <a:noFill/>
          <a:ln w="9525">
            <a:noFill/>
            <a:miter/>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914400" lvl="1" indent="-457200" fontAlgn="base">
              <a:lnSpc>
                <a:spcPct val="120000"/>
              </a:lnSpc>
              <a:spcBef>
                <a:spcPct val="20000"/>
              </a:spcBef>
              <a:buNone/>
            </a:pPr>
            <a:r>
              <a:rPr lang="en-US" altLang="zh-CN" sz="2400" b="1" strike="noStrike" noProof="1">
                <a:solidFill>
                  <a:srgbClr val="000099"/>
                </a:solidFill>
                <a:latin typeface="宋体" panose="02010600030101010101" pitchFamily="2" charset="-122"/>
                <a:ea typeface="宋体" panose="02010600030101010101" pitchFamily="2" charset="-122"/>
                <a:cs typeface="+mn-cs"/>
                <a:sym typeface="Symbol" panose="05050102010706020507" pitchFamily="2" charset="2"/>
              </a:rPr>
              <a:t>① </a:t>
            </a:r>
            <a:r>
              <a:rPr lang="zh-CN" altLang="en-US" sz="2400" b="1" strike="noStrike" noProof="1">
                <a:solidFill>
                  <a:srgbClr val="000099"/>
                </a:solidFill>
                <a:latin typeface="Times New Roman" panose="02020603050405020304" charset="0"/>
                <a:ea typeface="宋体" panose="02010600030101010101" pitchFamily="2" charset="-122"/>
                <a:cs typeface="+mn-cs"/>
                <a:sym typeface="Symbol" panose="05050102010706020507" pitchFamily="2" charset="2"/>
              </a:rPr>
              <a:t>假定一个进程执行下列代码</a:t>
            </a:r>
            <a:endParaRPr lang="zh-CN" altLang="en-US" sz="2400" b="1" strike="noStrike" noProof="1">
              <a:solidFill>
                <a:srgbClr val="000099"/>
              </a:solidFill>
              <a:latin typeface="Times New Roman" panose="02020603050405020304" charset="0"/>
              <a:ea typeface="宋体" panose="02010600030101010101" pitchFamily="2" charset="-122"/>
              <a:sym typeface="Symbol" panose="05050102010706020507" pitchFamily="2" charset="2"/>
            </a:endParaRPr>
          </a:p>
          <a:p>
            <a:pPr marL="914400" lvl="1" indent="-457200" fontAlgn="base">
              <a:lnSpc>
                <a:spcPct val="120000"/>
              </a:lnSpc>
              <a:spcBef>
                <a:spcPct val="20000"/>
              </a:spcBef>
              <a:buNone/>
            </a:pPr>
            <a:r>
              <a:rPr lang="zh-CN" altLang="en-US" sz="2000" strike="noStrike" noProof="1">
                <a:solidFill>
                  <a:schemeClr val="tx1"/>
                </a:solidFill>
                <a:latin typeface="Times New Roman" panose="02020603050405020304" charset="0"/>
                <a:ea typeface="宋体" panose="02010600030101010101" pitchFamily="2" charset="-122"/>
                <a:cs typeface="+mn-cs"/>
                <a:sym typeface="Symbol" panose="05050102010706020507" pitchFamily="2" charset="2"/>
              </a:rPr>
              <a:t>       </a:t>
            </a:r>
            <a:r>
              <a:rPr lang="en-US" altLang="zh-CN" sz="2000" strike="noStrike" noProof="1">
                <a:solidFill>
                  <a:schemeClr val="tx1"/>
                </a:solidFill>
                <a:latin typeface="Times New Roman" panose="02020603050405020304" charset="0"/>
                <a:ea typeface="宋体" panose="02010600030101010101" pitchFamily="2" charset="-122"/>
                <a:cs typeface="+mn-cs"/>
                <a:sym typeface="Symbol" panose="05050102010706020507" pitchFamily="2" charset="2"/>
              </a:rPr>
              <a:t>fd1=open (“/etc/passwd”</a:t>
            </a:r>
            <a:r>
              <a:rPr lang="zh-CN" altLang="en-US" sz="2000" strike="noStrike" noProof="1">
                <a:solidFill>
                  <a:schemeClr val="tx1"/>
                </a:solidFill>
                <a:latin typeface="Times New Roman" panose="02020603050405020304" charset="0"/>
                <a:ea typeface="宋体" panose="02010600030101010101" pitchFamily="2" charset="-122"/>
                <a:cs typeface="+mn-cs"/>
                <a:sym typeface="Symbol" panose="05050102010706020507" pitchFamily="2" charset="2"/>
              </a:rPr>
              <a:t>，</a:t>
            </a:r>
            <a:r>
              <a:rPr lang="en-US" altLang="zh-CN" sz="2000" strike="noStrike" noProof="1">
                <a:solidFill>
                  <a:schemeClr val="tx1"/>
                </a:solidFill>
                <a:latin typeface="Times New Roman" panose="02020603050405020304" charset="0"/>
                <a:ea typeface="宋体" panose="02010600030101010101" pitchFamily="2" charset="-122"/>
                <a:cs typeface="+mn-cs"/>
                <a:sym typeface="Symbol" panose="05050102010706020507" pitchFamily="2" charset="2"/>
              </a:rPr>
              <a:t>O_RDONLY)</a:t>
            </a:r>
            <a:r>
              <a:rPr lang="zh-CN" altLang="en-US" sz="2000" strike="noStrike" noProof="1">
                <a:solidFill>
                  <a:schemeClr val="tx1"/>
                </a:solidFill>
                <a:latin typeface="Times New Roman" panose="02020603050405020304" charset="0"/>
                <a:ea typeface="宋体" panose="02010600030101010101" pitchFamily="2" charset="-122"/>
                <a:cs typeface="+mn-cs"/>
                <a:sym typeface="Symbol" panose="05050102010706020507" pitchFamily="2" charset="2"/>
              </a:rPr>
              <a:t>；</a:t>
            </a:r>
            <a:endParaRPr lang="zh-CN" altLang="en-US" sz="2000" strike="noStrike" noProof="1">
              <a:solidFill>
                <a:schemeClr val="tx1"/>
              </a:solidFill>
              <a:latin typeface="Times New Roman" panose="02020603050405020304" charset="0"/>
              <a:ea typeface="宋体" panose="02010600030101010101" pitchFamily="2" charset="-122"/>
              <a:sym typeface="Symbol" panose="05050102010706020507" pitchFamily="2" charset="2"/>
            </a:endParaRPr>
          </a:p>
          <a:p>
            <a:pPr marL="914400" lvl="1" indent="-457200" fontAlgn="base">
              <a:lnSpc>
                <a:spcPct val="120000"/>
              </a:lnSpc>
              <a:spcBef>
                <a:spcPct val="20000"/>
              </a:spcBef>
              <a:buNone/>
            </a:pPr>
            <a:r>
              <a:rPr lang="zh-CN" altLang="en-US" sz="2000" strike="noStrike" noProof="1">
                <a:solidFill>
                  <a:schemeClr val="tx1"/>
                </a:solidFill>
                <a:latin typeface="Times New Roman" panose="02020603050405020304" charset="0"/>
                <a:ea typeface="宋体" panose="02010600030101010101" pitchFamily="2" charset="-122"/>
                <a:cs typeface="+mn-cs"/>
                <a:sym typeface="Symbol" panose="05050102010706020507" pitchFamily="2" charset="2"/>
              </a:rPr>
              <a:t>       </a:t>
            </a:r>
            <a:r>
              <a:rPr lang="en-US" altLang="zh-CN" sz="2000" strike="noStrike" noProof="1">
                <a:solidFill>
                  <a:schemeClr val="tx1"/>
                </a:solidFill>
                <a:latin typeface="Times New Roman" panose="02020603050405020304" charset="0"/>
                <a:ea typeface="宋体" panose="02010600030101010101" pitchFamily="2" charset="-122"/>
                <a:cs typeface="+mn-cs"/>
                <a:sym typeface="Symbol" panose="05050102010706020507" pitchFamily="2" charset="2"/>
              </a:rPr>
              <a:t>fd2=open (“loca</a:t>
            </a:r>
            <a:r>
              <a:rPr lang="x-none" altLang="en-US" sz="2000" strike="noStrike" noProof="1">
                <a:solidFill>
                  <a:schemeClr val="tx1"/>
                </a:solidFill>
                <a:latin typeface="Times New Roman" panose="02020603050405020304" charset="0"/>
                <a:ea typeface="宋体" panose="02010600030101010101" pitchFamily="2" charset="-122"/>
                <a:cs typeface="+mn-cs"/>
                <a:sym typeface="Symbol" panose="05050102010706020507" pitchFamily="2" charset="2"/>
              </a:rPr>
              <a:t>l</a:t>
            </a:r>
            <a:r>
              <a:rPr lang="en-US" altLang="zh-CN" sz="2000" strike="noStrike" noProof="1">
                <a:solidFill>
                  <a:schemeClr val="tx1"/>
                </a:solidFill>
                <a:latin typeface="Times New Roman" panose="02020603050405020304" charset="0"/>
                <a:ea typeface="宋体" panose="02010600030101010101" pitchFamily="2" charset="-122"/>
                <a:cs typeface="+mn-cs"/>
                <a:sym typeface="Symbol" panose="05050102010706020507" pitchFamily="2" charset="2"/>
              </a:rPr>
              <a:t>”</a:t>
            </a:r>
            <a:r>
              <a:rPr lang="zh-CN" altLang="en-US" sz="2000" strike="noStrike" noProof="1">
                <a:solidFill>
                  <a:schemeClr val="tx1"/>
                </a:solidFill>
                <a:latin typeface="Times New Roman" panose="02020603050405020304" charset="0"/>
                <a:ea typeface="宋体" panose="02010600030101010101" pitchFamily="2" charset="-122"/>
                <a:cs typeface="+mn-cs"/>
                <a:sym typeface="Symbol" panose="05050102010706020507" pitchFamily="2" charset="2"/>
              </a:rPr>
              <a:t>，</a:t>
            </a:r>
            <a:r>
              <a:rPr lang="en-US" altLang="zh-CN" sz="2000" strike="noStrike" noProof="1">
                <a:solidFill>
                  <a:schemeClr val="tx1"/>
                </a:solidFill>
                <a:latin typeface="Times New Roman" panose="02020603050405020304" charset="0"/>
                <a:ea typeface="宋体" panose="02010600030101010101" pitchFamily="2" charset="-122"/>
                <a:cs typeface="+mn-cs"/>
                <a:sym typeface="Symbol" panose="05050102010706020507" pitchFamily="2" charset="2"/>
              </a:rPr>
              <a:t>O_WRONLY)</a:t>
            </a:r>
            <a:r>
              <a:rPr lang="zh-CN" altLang="en-US" sz="2000" strike="noStrike" noProof="1">
                <a:solidFill>
                  <a:schemeClr val="tx1"/>
                </a:solidFill>
                <a:latin typeface="Times New Roman" panose="02020603050405020304" charset="0"/>
                <a:ea typeface="宋体" panose="02010600030101010101" pitchFamily="2" charset="-122"/>
                <a:cs typeface="+mn-cs"/>
                <a:sym typeface="Symbol" panose="05050102010706020507" pitchFamily="2" charset="2"/>
              </a:rPr>
              <a:t>；</a:t>
            </a:r>
            <a:endParaRPr lang="zh-CN" altLang="en-US" sz="2000" strike="noStrike" noProof="1">
              <a:solidFill>
                <a:schemeClr val="tx1"/>
              </a:solidFill>
              <a:latin typeface="Times New Roman" panose="02020603050405020304" charset="0"/>
              <a:ea typeface="宋体" panose="02010600030101010101" pitchFamily="2" charset="-122"/>
              <a:sym typeface="Symbol" panose="05050102010706020507" pitchFamily="2" charset="2"/>
            </a:endParaRPr>
          </a:p>
          <a:p>
            <a:pPr marL="914400" lvl="1" indent="-457200" fontAlgn="base">
              <a:lnSpc>
                <a:spcPct val="120000"/>
              </a:lnSpc>
              <a:spcBef>
                <a:spcPct val="20000"/>
              </a:spcBef>
              <a:buNone/>
            </a:pPr>
            <a:r>
              <a:rPr lang="zh-CN" altLang="en-US" sz="2000" strike="noStrike" noProof="1">
                <a:solidFill>
                  <a:schemeClr val="tx1"/>
                </a:solidFill>
                <a:latin typeface="Times New Roman" panose="02020603050405020304" charset="0"/>
                <a:ea typeface="宋体" panose="02010600030101010101" pitchFamily="2" charset="-122"/>
                <a:cs typeface="+mn-cs"/>
                <a:sym typeface="Symbol" panose="05050102010706020507" pitchFamily="2" charset="2"/>
              </a:rPr>
              <a:t>       </a:t>
            </a:r>
            <a:r>
              <a:rPr lang="en-US" altLang="zh-CN" sz="2000" strike="noStrike" noProof="1">
                <a:solidFill>
                  <a:schemeClr val="tx1"/>
                </a:solidFill>
                <a:latin typeface="Times New Roman" panose="02020603050405020304" charset="0"/>
                <a:ea typeface="宋体" panose="02010600030101010101" pitchFamily="2" charset="-122"/>
                <a:cs typeface="+mn-cs"/>
                <a:sym typeface="Symbol" panose="05050102010706020507" pitchFamily="2" charset="2"/>
              </a:rPr>
              <a:t>fd3=open (“/etc/passwd”</a:t>
            </a:r>
            <a:r>
              <a:rPr lang="zh-CN" altLang="en-US" sz="2000" strike="noStrike" noProof="1">
                <a:solidFill>
                  <a:schemeClr val="tx1"/>
                </a:solidFill>
                <a:latin typeface="Times New Roman" panose="02020603050405020304" charset="0"/>
                <a:ea typeface="宋体" panose="02010600030101010101" pitchFamily="2" charset="-122"/>
                <a:cs typeface="+mn-cs"/>
                <a:sym typeface="Symbol" panose="05050102010706020507" pitchFamily="2" charset="2"/>
              </a:rPr>
              <a:t>，</a:t>
            </a:r>
            <a:r>
              <a:rPr lang="en-US" altLang="zh-CN" sz="2000" strike="noStrike" noProof="1">
                <a:solidFill>
                  <a:schemeClr val="tx1"/>
                </a:solidFill>
                <a:latin typeface="Times New Roman" panose="02020603050405020304" charset="0"/>
                <a:ea typeface="宋体" panose="02010600030101010101" pitchFamily="2" charset="-122"/>
                <a:cs typeface="+mn-cs"/>
                <a:sym typeface="Symbol" panose="05050102010706020507" pitchFamily="2" charset="2"/>
              </a:rPr>
              <a:t>O_RDWR)</a:t>
            </a:r>
            <a:r>
              <a:rPr lang="zh-CN" altLang="en-US" sz="2000" strike="noStrike" noProof="1">
                <a:solidFill>
                  <a:schemeClr val="tx1"/>
                </a:solidFill>
                <a:latin typeface="Times New Roman" panose="02020603050405020304" charset="0"/>
                <a:ea typeface="宋体" panose="02010600030101010101" pitchFamily="2" charset="-122"/>
                <a:cs typeface="+mn-cs"/>
                <a:sym typeface="Symbol" panose="05050102010706020507" pitchFamily="2" charset="2"/>
              </a:rPr>
              <a:t>；</a:t>
            </a:r>
            <a:endParaRPr lang="zh-CN" altLang="en-US" sz="2000" strike="noStrike" noProof="1">
              <a:solidFill>
                <a:schemeClr val="tx1"/>
              </a:solidFill>
              <a:latin typeface="Times New Roman" panose="02020603050405020304" charset="0"/>
              <a:ea typeface="宋体" panose="02010600030101010101" pitchFamily="2" charset="-122"/>
              <a:sym typeface="Symbol" panose="05050102010706020507" pitchFamily="2" charset="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95237" grpId="0"/>
      <p:bldP spid="95238" grpId="0"/>
      <p:bldP spid="95239" grpId="0"/>
    </p:bld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41" name="文本框 96257"/>
          <p:cNvSpPr txBox="1"/>
          <p:nvPr/>
        </p:nvSpPr>
        <p:spPr>
          <a:xfrm>
            <a:off x="8493125" y="6510338"/>
            <a:ext cx="376238"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buFont typeface="Wingdings" panose="05000000000000000000" pitchFamily="2" charset="2"/>
              <a:buNone/>
            </a:pPr>
            <a:r>
              <a:rPr lang="en-US" altLang="zh-CN" b="0">
                <a:solidFill>
                  <a:schemeClr val="tx2"/>
                </a:solidFill>
                <a:latin typeface="Times New Roman" panose="02020603050405020304" charset="0"/>
                <a:ea typeface="宋体" panose="02010600030101010101" pitchFamily="2" charset="-122"/>
              </a:rPr>
              <a:t>65</a:t>
            </a:r>
            <a:endParaRPr lang="en-US" altLang="zh-CN" b="0">
              <a:solidFill>
                <a:schemeClr val="tx2"/>
              </a:solidFill>
              <a:latin typeface="Times New Roman" panose="02020603050405020304" charset="0"/>
              <a:ea typeface="宋体" panose="02010600030101010101" pitchFamily="2" charset="-122"/>
            </a:endParaRPr>
          </a:p>
        </p:txBody>
      </p:sp>
      <p:sp>
        <p:nvSpPr>
          <p:cNvPr id="96259" name="矩形 96258"/>
          <p:cNvSpPr/>
          <p:nvPr/>
        </p:nvSpPr>
        <p:spPr>
          <a:xfrm>
            <a:off x="381000" y="4286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Arial" panose="02080604020202020204" pitchFamily="34" charset="0"/>
                <a:ea typeface="宋体" panose="02010600030101010101" pitchFamily="2" charset="-122"/>
                <a:cs typeface="+mn-ea"/>
              </a:rPr>
              <a:t>文件系统</a:t>
            </a:r>
            <a:r>
              <a:rPr lang="en-US" altLang="zh-CN" sz="2400" strike="noStrike" noProof="1">
                <a:latin typeface="Arial" panose="02080604020202020204" pitchFamily="34" charset="0"/>
                <a:ea typeface="宋体" panose="02010600030101010101" pitchFamily="2" charset="-122"/>
                <a:cs typeface="+mn-ea"/>
              </a:rPr>
              <a:t>——</a:t>
            </a:r>
            <a:r>
              <a:rPr lang="en-US" altLang="zh-CN" sz="2400" strike="noStrike" noProof="1">
                <a:latin typeface="Times New Roman" panose="02020603050405020304" charset="0"/>
                <a:ea typeface="宋体" panose="02010600030101010101" pitchFamily="2" charset="-122"/>
                <a:cs typeface="+mn-ea"/>
              </a:rPr>
              <a:t>UNIX</a:t>
            </a:r>
            <a:r>
              <a:rPr lang="zh-CN" altLang="en-US" sz="2400" strike="noStrike" noProof="1">
                <a:latin typeface="Arial" panose="02080604020202020204" pitchFamily="34" charset="0"/>
                <a:ea typeface="宋体" panose="02010600030101010101" pitchFamily="2" charset="-122"/>
                <a:cs typeface="+mn-ea"/>
              </a:rPr>
              <a:t>文件系统的主要结构及实现</a:t>
            </a:r>
            <a:endParaRPr lang="zh-CN" altLang="en-US" sz="2400" strike="noStrike" noProof="1">
              <a:ea typeface="宋体" panose="02010600030101010101" pitchFamily="2" charset="-122"/>
            </a:endParaRPr>
          </a:p>
        </p:txBody>
      </p:sp>
      <p:sp>
        <p:nvSpPr>
          <p:cNvPr id="96260" name="矩形 96259"/>
          <p:cNvSpPr/>
          <p:nvPr/>
        </p:nvSpPr>
        <p:spPr>
          <a:xfrm>
            <a:off x="114300" y="676275"/>
            <a:ext cx="6373813" cy="530225"/>
          </a:xfrm>
          <a:prstGeom prst="rect">
            <a:avLst/>
          </a:prstGeom>
          <a:noFill/>
          <a:ln w="9525">
            <a:noFill/>
            <a:miter/>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914400" lvl="1" indent="-457200" fontAlgn="base">
              <a:lnSpc>
                <a:spcPct val="120000"/>
              </a:lnSpc>
              <a:buNone/>
            </a:pPr>
            <a:r>
              <a:rPr lang="en-US" altLang="zh-CN" sz="2400" b="1" strike="noStrike" noProof="1">
                <a:solidFill>
                  <a:srgbClr val="000099"/>
                </a:solidFill>
                <a:latin typeface="宋体" panose="02010600030101010101" pitchFamily="2" charset="-122"/>
                <a:ea typeface="宋体" panose="02010600030101010101" pitchFamily="2" charset="-122"/>
                <a:cs typeface="+mn-cs"/>
              </a:rPr>
              <a:t>② </a:t>
            </a:r>
            <a:r>
              <a:rPr lang="zh-CN" altLang="en-US" sz="2400" b="1" strike="noStrike" noProof="1">
                <a:solidFill>
                  <a:srgbClr val="000099"/>
                </a:solidFill>
                <a:latin typeface="Times New Roman" panose="02020603050405020304" charset="0"/>
                <a:ea typeface="宋体" panose="02010600030101010101" pitchFamily="2" charset="-122"/>
                <a:cs typeface="+mn-cs"/>
              </a:rPr>
              <a:t>该进程打开文件后的数据结构</a:t>
            </a:r>
            <a:r>
              <a:rPr lang="zh-CN" altLang="en-US" sz="2400" strike="noStrike" noProof="1">
                <a:solidFill>
                  <a:schemeClr val="tx1"/>
                </a:solidFill>
                <a:latin typeface="Times New Roman" panose="02020603050405020304" charset="0"/>
                <a:ea typeface="宋体" panose="02010600030101010101" pitchFamily="2" charset="-122"/>
                <a:cs typeface="+mn-cs"/>
              </a:rPr>
              <a:t>     </a:t>
            </a:r>
            <a:endParaRPr lang="zh-CN" altLang="en-US" sz="2400" strike="noStrike" noProof="1">
              <a:solidFill>
                <a:schemeClr val="tx1"/>
              </a:solidFill>
              <a:latin typeface="Times New Roman" panose="02020603050405020304" charset="0"/>
              <a:ea typeface="宋体" panose="02010600030101010101" pitchFamily="2" charset="-122"/>
            </a:endParaRPr>
          </a:p>
        </p:txBody>
      </p:sp>
      <p:grpSp>
        <p:nvGrpSpPr>
          <p:cNvPr id="96261" name="组合 96260"/>
          <p:cNvGrpSpPr/>
          <p:nvPr/>
        </p:nvGrpSpPr>
        <p:grpSpPr>
          <a:xfrm>
            <a:off x="827088" y="1357313"/>
            <a:ext cx="7480300" cy="4213225"/>
            <a:chOff x="0" y="0"/>
            <a:chExt cx="3919" cy="2654"/>
          </a:xfrm>
        </p:grpSpPr>
        <p:sp>
          <p:nvSpPr>
            <p:cNvPr id="112645" name="文本框 96261"/>
            <p:cNvSpPr txBox="1"/>
            <p:nvPr/>
          </p:nvSpPr>
          <p:spPr>
            <a:xfrm>
              <a:off x="233" y="0"/>
              <a:ext cx="746" cy="324"/>
            </a:xfrm>
            <a:prstGeom prst="rect">
              <a:avLst/>
            </a:prstGeom>
            <a:noFill/>
            <a:ln w="9525">
              <a:noFill/>
              <a:miter/>
            </a:ln>
          </p:spPr>
          <p:txBody>
            <a:bodyPr anchor="t"/>
            <a:p>
              <a:pPr lvl="0" algn="just">
                <a:lnSpc>
                  <a:spcPct val="110000"/>
                </a:lnSpc>
                <a:buClr>
                  <a:srgbClr val="000000"/>
                </a:buClr>
              </a:pPr>
              <a:r>
                <a:rPr lang="en-US" altLang="zh-CN" b="0">
                  <a:solidFill>
                    <a:schemeClr val="tx1"/>
                  </a:solidFill>
                  <a:latin typeface="Times New Roman" panose="02020603050405020304" charset="0"/>
                  <a:ea typeface="宋体" panose="02010600030101010101" pitchFamily="2" charset="-122"/>
                </a:rPr>
                <a:t>  </a:t>
              </a:r>
              <a:r>
                <a:rPr lang="zh-CN" altLang="en-US" b="0">
                  <a:solidFill>
                    <a:schemeClr val="tx1"/>
                  </a:solidFill>
                  <a:latin typeface="Times New Roman" panose="02020603050405020304" charset="0"/>
                  <a:ea typeface="宋体" panose="02010600030101010101" pitchFamily="2" charset="-122"/>
                </a:rPr>
                <a:t>用户文件</a:t>
              </a:r>
              <a:endParaRPr lang="zh-CN" altLang="en-US" b="0">
                <a:solidFill>
                  <a:schemeClr val="tx1"/>
                </a:solidFill>
                <a:latin typeface="Times New Roman" panose="02020603050405020304" charset="0"/>
                <a:ea typeface="宋体" panose="02010600030101010101" pitchFamily="2" charset="-122"/>
              </a:endParaRPr>
            </a:p>
            <a:p>
              <a:pPr lvl="0" algn="just">
                <a:lnSpc>
                  <a:spcPct val="110000"/>
                </a:lnSpc>
                <a:buClr>
                  <a:srgbClr val="000000"/>
                </a:buClr>
              </a:pPr>
              <a:r>
                <a:rPr lang="zh-CN" altLang="en-US" b="0">
                  <a:solidFill>
                    <a:schemeClr val="tx1"/>
                  </a:solidFill>
                  <a:latin typeface="宋体" panose="02010600030101010101" pitchFamily="2" charset="-122"/>
                  <a:ea typeface="宋体" panose="02010600030101010101" pitchFamily="2" charset="-122"/>
                </a:rPr>
                <a:t> 描述符表  </a:t>
              </a:r>
              <a:endParaRPr lang="zh-CN" altLang="en-US" b="0">
                <a:solidFill>
                  <a:schemeClr val="tx1"/>
                </a:solidFill>
                <a:latin typeface="宋体" panose="02010600030101010101" pitchFamily="2" charset="-122"/>
                <a:ea typeface="宋体" panose="02010600030101010101" pitchFamily="2" charset="-122"/>
              </a:endParaRPr>
            </a:p>
          </p:txBody>
        </p:sp>
        <p:sp>
          <p:nvSpPr>
            <p:cNvPr id="112646" name="直接连接符 96262"/>
            <p:cNvSpPr/>
            <p:nvPr/>
          </p:nvSpPr>
          <p:spPr>
            <a:xfrm flipV="1">
              <a:off x="878" y="553"/>
              <a:ext cx="421" cy="220"/>
            </a:xfrm>
            <a:prstGeom prst="line">
              <a:avLst/>
            </a:prstGeom>
            <a:ln w="9525" cap="flat" cmpd="sng">
              <a:solidFill>
                <a:schemeClr val="tx1"/>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112647" name="文本框 96263"/>
            <p:cNvSpPr txBox="1"/>
            <p:nvPr/>
          </p:nvSpPr>
          <p:spPr>
            <a:xfrm>
              <a:off x="1244" y="55"/>
              <a:ext cx="939" cy="215"/>
            </a:xfrm>
            <a:prstGeom prst="rect">
              <a:avLst/>
            </a:prstGeom>
            <a:noFill/>
            <a:ln w="9525">
              <a:noFill/>
              <a:miter/>
            </a:ln>
          </p:spPr>
          <p:txBody>
            <a:bodyPr anchor="t"/>
            <a:p>
              <a:pPr lvl="0" algn="just">
                <a:buClr>
                  <a:srgbClr val="000000"/>
                </a:buClr>
              </a:pPr>
              <a:r>
                <a:rPr lang="zh-CN" altLang="en-US" b="0">
                  <a:solidFill>
                    <a:schemeClr val="tx1"/>
                  </a:solidFill>
                  <a:latin typeface="Times New Roman" panose="02020603050405020304" charset="0"/>
                  <a:ea typeface="宋体" panose="02010600030101010101" pitchFamily="2" charset="-122"/>
                </a:rPr>
                <a:t>系统打开文件表</a:t>
              </a:r>
              <a:endParaRPr lang="zh-CN" altLang="en-US" b="0">
                <a:solidFill>
                  <a:schemeClr val="tx1"/>
                </a:solidFill>
                <a:latin typeface="Times New Roman" panose="02020603050405020304" charset="0"/>
                <a:ea typeface="宋体" panose="02010600030101010101" pitchFamily="2" charset="-122"/>
              </a:endParaRPr>
            </a:p>
          </p:txBody>
        </p:sp>
        <p:sp>
          <p:nvSpPr>
            <p:cNvPr id="112648" name="直接连接符 96264"/>
            <p:cNvSpPr/>
            <p:nvPr/>
          </p:nvSpPr>
          <p:spPr>
            <a:xfrm flipV="1">
              <a:off x="2029" y="560"/>
              <a:ext cx="439" cy="82"/>
            </a:xfrm>
            <a:prstGeom prst="line">
              <a:avLst/>
            </a:prstGeom>
            <a:ln w="9525" cap="flat" cmpd="sng">
              <a:solidFill>
                <a:schemeClr val="tx1"/>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112649" name="直接连接符 96265"/>
            <p:cNvSpPr/>
            <p:nvPr/>
          </p:nvSpPr>
          <p:spPr>
            <a:xfrm>
              <a:off x="2028" y="1310"/>
              <a:ext cx="420" cy="55"/>
            </a:xfrm>
            <a:prstGeom prst="line">
              <a:avLst/>
            </a:prstGeom>
            <a:ln w="9525" cap="flat" cmpd="sng">
              <a:solidFill>
                <a:schemeClr val="tx1"/>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grpSp>
          <p:nvGrpSpPr>
            <p:cNvPr id="112650" name="组合 96266"/>
            <p:cNvGrpSpPr/>
            <p:nvPr/>
          </p:nvGrpSpPr>
          <p:grpSpPr>
            <a:xfrm>
              <a:off x="0" y="328"/>
              <a:ext cx="891" cy="1302"/>
              <a:chOff x="0" y="0"/>
              <a:chExt cx="891" cy="1302"/>
            </a:xfrm>
          </p:grpSpPr>
          <p:sp>
            <p:nvSpPr>
              <p:cNvPr id="96268" name="矩形 96267"/>
              <p:cNvSpPr/>
              <p:nvPr/>
            </p:nvSpPr>
            <p:spPr>
              <a:xfrm>
                <a:off x="281" y="72"/>
                <a:ext cx="605" cy="1193"/>
              </a:xfrm>
              <a:prstGeom prst="rect">
                <a:avLst/>
              </a:prstGeom>
              <a:solidFill>
                <a:schemeClr val="bg1"/>
              </a:solidFill>
              <a:ln w="12700" cap="flat" cmpd="sng">
                <a:solidFill>
                  <a:srgbClr val="000000"/>
                </a:solidFill>
                <a:prstDash val="solid"/>
                <a:miter/>
                <a:headEnd type="none" w="med" len="med"/>
                <a:tailEnd type="none" w="med" len="med"/>
              </a:ln>
            </p:spPr>
            <p:txBody>
              <a:bodyPr/>
              <a:p>
                <a:pPr marL="914400" lvl="0" indent="-340995" algn="ctr" fontAlgn="base">
                  <a:lnSpc>
                    <a:spcPct val="120000"/>
                  </a:lnSpc>
                  <a:buClr>
                    <a:schemeClr val="tx2"/>
                  </a:buClr>
                  <a:buSzPct val="95000"/>
                  <a:buFont typeface="Wingdings" panose="05000000000000000000" pitchFamily="2" charset="2"/>
                  <a:buBlip>
                    <a:blip r:embed="rId1"/>
                  </a:buBlip>
                </a:pPr>
                <a:endParaRPr sz="1400" b="1" strike="noStrike" noProof="1">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112652" name="直接连接符 96268"/>
              <p:cNvSpPr/>
              <p:nvPr/>
            </p:nvSpPr>
            <p:spPr>
              <a:xfrm>
                <a:off x="286" y="265"/>
                <a:ext cx="603" cy="0"/>
              </a:xfrm>
              <a:prstGeom prst="line">
                <a:avLst/>
              </a:prstGeom>
              <a:ln w="12700"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112653" name="直接连接符 96269"/>
              <p:cNvSpPr/>
              <p:nvPr/>
            </p:nvSpPr>
            <p:spPr>
              <a:xfrm>
                <a:off x="286" y="485"/>
                <a:ext cx="603" cy="0"/>
              </a:xfrm>
              <a:prstGeom prst="line">
                <a:avLst/>
              </a:prstGeom>
              <a:ln w="12700"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112654" name="文本框 96270"/>
              <p:cNvSpPr txBox="1"/>
              <p:nvPr/>
            </p:nvSpPr>
            <p:spPr>
              <a:xfrm>
                <a:off x="0" y="1088"/>
                <a:ext cx="316" cy="214"/>
              </a:xfrm>
              <a:prstGeom prst="rect">
                <a:avLst/>
              </a:prstGeom>
              <a:noFill/>
              <a:ln w="9525">
                <a:noFill/>
                <a:miter/>
              </a:ln>
            </p:spPr>
            <p:txBody>
              <a:bodyPr anchor="t"/>
              <a:p>
                <a:pPr lvl="0" algn="just">
                  <a:buClr>
                    <a:srgbClr val="000000"/>
                  </a:buClr>
                </a:pPr>
                <a:r>
                  <a:rPr lang="en-US" altLang="zh-CN" b="0">
                    <a:solidFill>
                      <a:schemeClr val="tx1"/>
                    </a:solidFill>
                    <a:latin typeface="Times New Roman" panose="02020603050405020304" charset="0"/>
                    <a:ea typeface="宋体" panose="02010600030101010101" pitchFamily="2" charset="-122"/>
                  </a:rPr>
                  <a:t>  14</a:t>
                </a:r>
                <a:endParaRPr lang="en-US" altLang="zh-CN" b="0">
                  <a:solidFill>
                    <a:schemeClr val="tx1"/>
                  </a:solidFill>
                  <a:latin typeface="Times New Roman" panose="02020603050405020304" charset="0"/>
                  <a:ea typeface="宋体" panose="02010600030101010101" pitchFamily="2" charset="-122"/>
                </a:endParaRPr>
              </a:p>
            </p:txBody>
          </p:sp>
          <p:sp>
            <p:nvSpPr>
              <p:cNvPr id="112655" name="直接连接符 96271"/>
              <p:cNvSpPr/>
              <p:nvPr/>
            </p:nvSpPr>
            <p:spPr>
              <a:xfrm>
                <a:off x="287" y="165"/>
                <a:ext cx="603" cy="0"/>
              </a:xfrm>
              <a:prstGeom prst="line">
                <a:avLst/>
              </a:prstGeom>
              <a:ln w="12700"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112656" name="直接连接符 96272"/>
              <p:cNvSpPr/>
              <p:nvPr/>
            </p:nvSpPr>
            <p:spPr>
              <a:xfrm>
                <a:off x="288" y="382"/>
                <a:ext cx="603" cy="0"/>
              </a:xfrm>
              <a:prstGeom prst="line">
                <a:avLst/>
              </a:prstGeom>
              <a:ln w="12700"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112657" name="直接连接符 96273"/>
              <p:cNvSpPr/>
              <p:nvPr/>
            </p:nvSpPr>
            <p:spPr>
              <a:xfrm>
                <a:off x="287" y="590"/>
                <a:ext cx="603" cy="0"/>
              </a:xfrm>
              <a:prstGeom prst="line">
                <a:avLst/>
              </a:prstGeom>
              <a:ln w="12700"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112658" name="直接连接符 96274"/>
              <p:cNvSpPr/>
              <p:nvPr/>
            </p:nvSpPr>
            <p:spPr>
              <a:xfrm>
                <a:off x="287" y="702"/>
                <a:ext cx="603" cy="0"/>
              </a:xfrm>
              <a:prstGeom prst="line">
                <a:avLst/>
              </a:prstGeom>
              <a:ln w="12700"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112659" name="直接连接符 96275"/>
              <p:cNvSpPr/>
              <p:nvPr/>
            </p:nvSpPr>
            <p:spPr>
              <a:xfrm>
                <a:off x="288" y="1144"/>
                <a:ext cx="603" cy="0"/>
              </a:xfrm>
              <a:prstGeom prst="line">
                <a:avLst/>
              </a:prstGeom>
              <a:ln w="12700"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112660" name="文本框 96276"/>
              <p:cNvSpPr txBox="1"/>
              <p:nvPr/>
            </p:nvSpPr>
            <p:spPr>
              <a:xfrm>
                <a:off x="64" y="0"/>
                <a:ext cx="261" cy="214"/>
              </a:xfrm>
              <a:prstGeom prst="rect">
                <a:avLst/>
              </a:prstGeom>
              <a:noFill/>
              <a:ln w="9525">
                <a:noFill/>
                <a:miter/>
              </a:ln>
            </p:spPr>
            <p:txBody>
              <a:bodyPr anchor="t"/>
              <a:p>
                <a:pPr lvl="0" algn="just">
                  <a:buClr>
                    <a:srgbClr val="000000"/>
                  </a:buClr>
                </a:pPr>
                <a:r>
                  <a:rPr lang="en-US" altLang="zh-CN" b="0">
                    <a:solidFill>
                      <a:schemeClr val="tx1"/>
                    </a:solidFill>
                    <a:latin typeface="Times New Roman" panose="02020603050405020304" charset="0"/>
                    <a:ea typeface="宋体" panose="02010600030101010101" pitchFamily="2" charset="-122"/>
                  </a:rPr>
                  <a:t>  0</a:t>
                </a:r>
                <a:endParaRPr lang="en-US" altLang="zh-CN" b="0">
                  <a:solidFill>
                    <a:schemeClr val="tx1"/>
                  </a:solidFill>
                  <a:latin typeface="Times New Roman" panose="02020603050405020304" charset="0"/>
                  <a:ea typeface="宋体" panose="02010600030101010101" pitchFamily="2" charset="-122"/>
                </a:endParaRPr>
              </a:p>
            </p:txBody>
          </p:sp>
          <p:sp>
            <p:nvSpPr>
              <p:cNvPr id="112661" name="文本框 96277"/>
              <p:cNvSpPr txBox="1"/>
              <p:nvPr/>
            </p:nvSpPr>
            <p:spPr>
              <a:xfrm>
                <a:off x="64" y="109"/>
                <a:ext cx="261" cy="214"/>
              </a:xfrm>
              <a:prstGeom prst="rect">
                <a:avLst/>
              </a:prstGeom>
              <a:noFill/>
              <a:ln w="9525">
                <a:noFill/>
                <a:miter/>
              </a:ln>
            </p:spPr>
            <p:txBody>
              <a:bodyPr anchor="t"/>
              <a:p>
                <a:pPr lvl="0" algn="just">
                  <a:buClr>
                    <a:srgbClr val="000000"/>
                  </a:buClr>
                </a:pPr>
                <a:r>
                  <a:rPr lang="en-US" altLang="zh-CN" b="0">
                    <a:solidFill>
                      <a:schemeClr val="tx1"/>
                    </a:solidFill>
                    <a:latin typeface="Times New Roman" panose="02020603050405020304" charset="0"/>
                    <a:ea typeface="宋体" panose="02010600030101010101" pitchFamily="2" charset="-122"/>
                  </a:rPr>
                  <a:t>  1</a:t>
                </a:r>
                <a:endParaRPr lang="en-US" altLang="zh-CN" b="0">
                  <a:solidFill>
                    <a:schemeClr val="tx1"/>
                  </a:solidFill>
                  <a:latin typeface="Times New Roman" panose="02020603050405020304" charset="0"/>
                  <a:ea typeface="宋体" panose="02010600030101010101" pitchFamily="2" charset="-122"/>
                </a:endParaRPr>
              </a:p>
            </p:txBody>
          </p:sp>
          <p:sp>
            <p:nvSpPr>
              <p:cNvPr id="112662" name="文本框 96278"/>
              <p:cNvSpPr txBox="1"/>
              <p:nvPr/>
            </p:nvSpPr>
            <p:spPr>
              <a:xfrm>
                <a:off x="64" y="227"/>
                <a:ext cx="261" cy="214"/>
              </a:xfrm>
              <a:prstGeom prst="rect">
                <a:avLst/>
              </a:prstGeom>
              <a:noFill/>
              <a:ln w="9525">
                <a:noFill/>
                <a:miter/>
              </a:ln>
            </p:spPr>
            <p:txBody>
              <a:bodyPr anchor="t"/>
              <a:p>
                <a:pPr lvl="0" algn="just">
                  <a:buClr>
                    <a:srgbClr val="000000"/>
                  </a:buClr>
                </a:pPr>
                <a:r>
                  <a:rPr lang="en-US" altLang="zh-CN" b="0">
                    <a:solidFill>
                      <a:schemeClr val="tx1"/>
                    </a:solidFill>
                    <a:latin typeface="Times New Roman" panose="02020603050405020304" charset="0"/>
                    <a:ea typeface="宋体" panose="02010600030101010101" pitchFamily="2" charset="-122"/>
                  </a:rPr>
                  <a:t>  2</a:t>
                </a:r>
                <a:endParaRPr lang="en-US" altLang="zh-CN" b="0">
                  <a:solidFill>
                    <a:schemeClr val="tx1"/>
                  </a:solidFill>
                  <a:latin typeface="Times New Roman" panose="02020603050405020304" charset="0"/>
                  <a:ea typeface="宋体" panose="02010600030101010101" pitchFamily="2" charset="-122"/>
                </a:endParaRPr>
              </a:p>
            </p:txBody>
          </p:sp>
          <p:sp>
            <p:nvSpPr>
              <p:cNvPr id="112663" name="文本框 96279"/>
              <p:cNvSpPr txBox="1"/>
              <p:nvPr/>
            </p:nvSpPr>
            <p:spPr>
              <a:xfrm>
                <a:off x="64" y="336"/>
                <a:ext cx="261" cy="214"/>
              </a:xfrm>
              <a:prstGeom prst="rect">
                <a:avLst/>
              </a:prstGeom>
              <a:noFill/>
              <a:ln w="9525">
                <a:noFill/>
                <a:miter/>
              </a:ln>
            </p:spPr>
            <p:txBody>
              <a:bodyPr anchor="t"/>
              <a:p>
                <a:pPr lvl="0" algn="just">
                  <a:buClr>
                    <a:srgbClr val="000000"/>
                  </a:buClr>
                </a:pPr>
                <a:r>
                  <a:rPr lang="en-US" altLang="zh-CN" b="0">
                    <a:solidFill>
                      <a:schemeClr val="tx1"/>
                    </a:solidFill>
                    <a:latin typeface="Times New Roman" panose="02020603050405020304" charset="0"/>
                    <a:ea typeface="宋体" panose="02010600030101010101" pitchFamily="2" charset="-122"/>
                  </a:rPr>
                  <a:t>  3</a:t>
                </a:r>
                <a:endParaRPr lang="en-US" altLang="zh-CN" b="0">
                  <a:solidFill>
                    <a:schemeClr val="tx1"/>
                  </a:solidFill>
                  <a:latin typeface="Times New Roman" panose="02020603050405020304" charset="0"/>
                  <a:ea typeface="宋体" panose="02010600030101010101" pitchFamily="2" charset="-122"/>
                </a:endParaRPr>
              </a:p>
            </p:txBody>
          </p:sp>
          <p:sp>
            <p:nvSpPr>
              <p:cNvPr id="112664" name="文本框 96280"/>
              <p:cNvSpPr txBox="1"/>
              <p:nvPr/>
            </p:nvSpPr>
            <p:spPr>
              <a:xfrm>
                <a:off x="64" y="436"/>
                <a:ext cx="261" cy="214"/>
              </a:xfrm>
              <a:prstGeom prst="rect">
                <a:avLst/>
              </a:prstGeom>
              <a:noFill/>
              <a:ln w="9525">
                <a:noFill/>
                <a:miter/>
              </a:ln>
            </p:spPr>
            <p:txBody>
              <a:bodyPr anchor="t"/>
              <a:p>
                <a:pPr lvl="0" algn="just">
                  <a:buClr>
                    <a:srgbClr val="000000"/>
                  </a:buClr>
                </a:pPr>
                <a:r>
                  <a:rPr lang="en-US" altLang="zh-CN" b="0">
                    <a:solidFill>
                      <a:schemeClr val="tx1"/>
                    </a:solidFill>
                    <a:latin typeface="Times New Roman" panose="02020603050405020304" charset="0"/>
                    <a:ea typeface="宋体" panose="02010600030101010101" pitchFamily="2" charset="-122"/>
                  </a:rPr>
                  <a:t>  4</a:t>
                </a:r>
                <a:endParaRPr lang="en-US" altLang="zh-CN" b="0">
                  <a:solidFill>
                    <a:schemeClr val="tx1"/>
                  </a:solidFill>
                  <a:latin typeface="Times New Roman" panose="02020603050405020304" charset="0"/>
                  <a:ea typeface="宋体" panose="02010600030101010101" pitchFamily="2" charset="-122"/>
                </a:endParaRPr>
              </a:p>
            </p:txBody>
          </p:sp>
          <p:sp>
            <p:nvSpPr>
              <p:cNvPr id="112665" name="文本框 96281"/>
              <p:cNvSpPr txBox="1"/>
              <p:nvPr/>
            </p:nvSpPr>
            <p:spPr>
              <a:xfrm>
                <a:off x="64" y="554"/>
                <a:ext cx="261" cy="214"/>
              </a:xfrm>
              <a:prstGeom prst="rect">
                <a:avLst/>
              </a:prstGeom>
              <a:noFill/>
              <a:ln w="9525">
                <a:noFill/>
                <a:miter/>
              </a:ln>
            </p:spPr>
            <p:txBody>
              <a:bodyPr anchor="t"/>
              <a:p>
                <a:pPr lvl="0" algn="just">
                  <a:buClr>
                    <a:srgbClr val="000000"/>
                  </a:buClr>
                </a:pPr>
                <a:r>
                  <a:rPr lang="en-US" altLang="zh-CN" b="0">
                    <a:solidFill>
                      <a:schemeClr val="tx1"/>
                    </a:solidFill>
                    <a:latin typeface="Times New Roman" panose="02020603050405020304" charset="0"/>
                    <a:ea typeface="宋体" panose="02010600030101010101" pitchFamily="2" charset="-122"/>
                  </a:rPr>
                  <a:t>  5</a:t>
                </a:r>
                <a:endParaRPr lang="en-US" altLang="zh-CN" b="0">
                  <a:solidFill>
                    <a:schemeClr val="tx1"/>
                  </a:solidFill>
                  <a:latin typeface="Times New Roman" panose="02020603050405020304" charset="0"/>
                  <a:ea typeface="宋体" panose="02010600030101010101" pitchFamily="2" charset="-122"/>
                </a:endParaRPr>
              </a:p>
            </p:txBody>
          </p:sp>
        </p:grpSp>
        <p:grpSp>
          <p:nvGrpSpPr>
            <p:cNvPr id="112666" name="组合 96282"/>
            <p:cNvGrpSpPr/>
            <p:nvPr/>
          </p:nvGrpSpPr>
          <p:grpSpPr>
            <a:xfrm>
              <a:off x="1287" y="374"/>
              <a:ext cx="838" cy="2280"/>
              <a:chOff x="0" y="0"/>
              <a:chExt cx="838" cy="2280"/>
            </a:xfrm>
          </p:grpSpPr>
          <p:sp>
            <p:nvSpPr>
              <p:cNvPr id="96284" name="矩形 96283"/>
              <p:cNvSpPr/>
              <p:nvPr/>
            </p:nvSpPr>
            <p:spPr>
              <a:xfrm>
                <a:off x="0" y="31"/>
                <a:ext cx="746" cy="2235"/>
              </a:xfrm>
              <a:prstGeom prst="rect">
                <a:avLst/>
              </a:prstGeom>
              <a:solidFill>
                <a:schemeClr val="bg1"/>
              </a:solidFill>
              <a:ln w="12700" cap="flat" cmpd="sng">
                <a:solidFill>
                  <a:srgbClr val="000000"/>
                </a:solidFill>
                <a:prstDash val="solid"/>
                <a:miter/>
                <a:headEnd type="none" w="med" len="med"/>
                <a:tailEnd type="none" w="med" len="med"/>
              </a:ln>
            </p:spPr>
            <p:txBody>
              <a:bodyPr/>
              <a:p>
                <a:pPr marL="914400" lvl="0" indent="-340995" algn="ctr" fontAlgn="base">
                  <a:lnSpc>
                    <a:spcPct val="120000"/>
                  </a:lnSpc>
                  <a:buClr>
                    <a:schemeClr val="tx2"/>
                  </a:buClr>
                  <a:buSzPct val="95000"/>
                  <a:buFont typeface="Wingdings" panose="05000000000000000000" pitchFamily="2" charset="2"/>
                  <a:buBlip>
                    <a:blip r:embed="rId1"/>
                  </a:buBlip>
                </a:pPr>
                <a:endParaRPr sz="1400" b="1" strike="noStrike" noProof="1">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112668" name="文本框 96284"/>
              <p:cNvSpPr txBox="1"/>
              <p:nvPr/>
            </p:nvSpPr>
            <p:spPr>
              <a:xfrm>
                <a:off x="262" y="0"/>
                <a:ext cx="296" cy="240"/>
              </a:xfrm>
              <a:prstGeom prst="rect">
                <a:avLst/>
              </a:prstGeom>
              <a:noFill/>
              <a:ln w="9525">
                <a:noFill/>
                <a:miter/>
              </a:ln>
            </p:spPr>
            <p:txBody>
              <a:bodyPr anchor="t"/>
              <a:p>
                <a:pPr lvl="0" algn="just">
                  <a:lnSpc>
                    <a:spcPct val="120000"/>
                  </a:lnSpc>
                  <a:buClr>
                    <a:srgbClr val="000000"/>
                  </a:buClr>
                </a:pPr>
                <a:r>
                  <a:rPr lang="en-US" altLang="zh-CN" b="0">
                    <a:solidFill>
                      <a:schemeClr val="tx1"/>
                    </a:solidFill>
                    <a:latin typeface="Times New Roman" panose="02020603050405020304" charset="0"/>
                    <a:ea typeface="宋体" panose="02010600030101010101" pitchFamily="2" charset="-122"/>
                    <a:sym typeface="MT Extra" panose="05050102010205020202" pitchFamily="2" charset="2"/>
                  </a:rPr>
                  <a:t>...</a:t>
                </a:r>
                <a:endParaRPr lang="en-US" altLang="zh-CN" b="0">
                  <a:solidFill>
                    <a:schemeClr val="tx1"/>
                  </a:solidFill>
                  <a:latin typeface="Times New Roman" panose="02020603050405020304" charset="0"/>
                  <a:ea typeface="宋体" panose="02010600030101010101" pitchFamily="2" charset="-122"/>
                  <a:sym typeface="MT Extra" panose="05050102010205020202" pitchFamily="2" charset="2"/>
                </a:endParaRPr>
              </a:p>
            </p:txBody>
          </p:sp>
          <p:sp>
            <p:nvSpPr>
              <p:cNvPr id="112669" name="文本框 96285"/>
              <p:cNvSpPr txBox="1"/>
              <p:nvPr/>
            </p:nvSpPr>
            <p:spPr>
              <a:xfrm>
                <a:off x="73" y="159"/>
                <a:ext cx="658" cy="527"/>
              </a:xfrm>
              <a:prstGeom prst="rect">
                <a:avLst/>
              </a:prstGeom>
              <a:noFill/>
              <a:ln w="9525">
                <a:noFill/>
                <a:miter/>
              </a:ln>
            </p:spPr>
            <p:txBody>
              <a:bodyPr anchor="t"/>
              <a:p>
                <a:pPr lvl="0" algn="just">
                  <a:lnSpc>
                    <a:spcPct val="120000"/>
                  </a:lnSpc>
                  <a:buClr>
                    <a:srgbClr val="000000"/>
                  </a:buClr>
                </a:pPr>
                <a:r>
                  <a:rPr lang="zh-CN" altLang="en-US" b="0" dirty="0">
                    <a:solidFill>
                      <a:schemeClr val="tx1"/>
                    </a:solidFill>
                    <a:latin typeface="Times New Roman" panose="02020603050405020304" charset="0"/>
                    <a:ea typeface="宋体" panose="02010600030101010101" pitchFamily="2" charset="-122"/>
                  </a:rPr>
                  <a:t>f_flag: 读</a:t>
                </a:r>
                <a:endParaRPr lang="zh-CN" altLang="en-US" b="0" dirty="0">
                  <a:solidFill>
                    <a:schemeClr val="tx1"/>
                  </a:solidFill>
                  <a:latin typeface="Times New Roman" panose="02020603050405020304" charset="0"/>
                  <a:ea typeface="宋体" panose="02010600030101010101" pitchFamily="2" charset="-122"/>
                </a:endParaRPr>
              </a:p>
              <a:p>
                <a:pPr lvl="0" algn="just">
                  <a:lnSpc>
                    <a:spcPct val="120000"/>
                  </a:lnSpc>
                  <a:buClr>
                    <a:srgbClr val="000000"/>
                  </a:buClr>
                </a:pPr>
                <a:r>
                  <a:rPr lang="zh-CN" altLang="en-US" b="0" dirty="0">
                    <a:solidFill>
                      <a:schemeClr val="tx1"/>
                    </a:solidFill>
                    <a:latin typeface="Times New Roman" panose="02020603050405020304" charset="0"/>
                    <a:ea typeface="宋体" panose="02010600030101010101" pitchFamily="2" charset="-122"/>
                  </a:rPr>
                  <a:t>f_count</a:t>
                </a:r>
                <a:r>
                  <a:rPr lang="zh-CN" altLang="en-US" b="0" dirty="0">
                    <a:solidFill>
                      <a:schemeClr val="tx1"/>
                    </a:solidFill>
                    <a:latin typeface="Times New Roman" panose="02020603050405020304" charset="0"/>
                    <a:ea typeface="Times New Roman" panose="02020603050405020304" charset="0"/>
                  </a:rPr>
                  <a:t>=1</a:t>
                </a:r>
                <a:endParaRPr lang="zh-CN" altLang="en-US" b="0" dirty="0">
                  <a:solidFill>
                    <a:schemeClr val="tx1"/>
                  </a:solidFill>
                  <a:latin typeface="Times New Roman" panose="02020603050405020304" charset="0"/>
                  <a:ea typeface="Times New Roman" panose="02020603050405020304" charset="0"/>
                </a:endParaRPr>
              </a:p>
              <a:p>
                <a:pPr lvl="0" algn="just">
                  <a:lnSpc>
                    <a:spcPct val="120000"/>
                  </a:lnSpc>
                  <a:buClr>
                    <a:srgbClr val="000000"/>
                  </a:buClr>
                </a:pPr>
                <a:r>
                  <a:rPr lang="zh-CN" altLang="zh-CN" b="0" dirty="0">
                    <a:solidFill>
                      <a:schemeClr val="tx1"/>
                    </a:solidFill>
                    <a:latin typeface="Times New Roman" panose="02020603050405020304" charset="0"/>
                    <a:ea typeface="宋体" panose="02010600030101010101" pitchFamily="2" charset="-122"/>
                  </a:rPr>
                  <a:t>f_offset</a:t>
                </a:r>
                <a:endParaRPr lang="zh-CN" altLang="en-US" b="0" dirty="0">
                  <a:solidFill>
                    <a:schemeClr val="tx1"/>
                  </a:solidFill>
                  <a:latin typeface="Times New Roman" panose="02020603050405020304" charset="0"/>
                  <a:ea typeface="宋体" panose="02010600030101010101" pitchFamily="2" charset="-122"/>
                </a:endParaRPr>
              </a:p>
            </p:txBody>
          </p:sp>
          <p:sp>
            <p:nvSpPr>
              <p:cNvPr id="112670" name="文本框 96286"/>
              <p:cNvSpPr txBox="1"/>
              <p:nvPr/>
            </p:nvSpPr>
            <p:spPr>
              <a:xfrm>
                <a:off x="279" y="1363"/>
                <a:ext cx="296" cy="231"/>
              </a:xfrm>
              <a:prstGeom prst="rect">
                <a:avLst/>
              </a:prstGeom>
              <a:noFill/>
              <a:ln w="9525">
                <a:noFill/>
                <a:miter/>
              </a:ln>
            </p:spPr>
            <p:txBody>
              <a:bodyPr anchor="t"/>
              <a:p>
                <a:pPr lvl="0" algn="just">
                  <a:lnSpc>
                    <a:spcPct val="120000"/>
                  </a:lnSpc>
                  <a:buClr>
                    <a:srgbClr val="000000"/>
                  </a:buClr>
                </a:pPr>
                <a:r>
                  <a:rPr lang="en-US" altLang="zh-CN" b="0">
                    <a:solidFill>
                      <a:schemeClr val="tx1"/>
                    </a:solidFill>
                    <a:latin typeface="Times New Roman" panose="02020603050405020304" charset="0"/>
                    <a:ea typeface="宋体" panose="02010600030101010101" pitchFamily="2" charset="-122"/>
                    <a:sym typeface="MT Extra" panose="05050102010205020202" pitchFamily="2" charset="2"/>
                  </a:rPr>
                  <a:t>...</a:t>
                </a:r>
                <a:endParaRPr lang="en-US" altLang="zh-CN" b="0">
                  <a:solidFill>
                    <a:schemeClr val="tx1"/>
                  </a:solidFill>
                  <a:latin typeface="Times New Roman" panose="02020603050405020304" charset="0"/>
                  <a:ea typeface="宋体" panose="02010600030101010101" pitchFamily="2" charset="-122"/>
                  <a:sym typeface="MT Extra" panose="05050102010205020202" pitchFamily="2" charset="2"/>
                </a:endParaRPr>
              </a:p>
            </p:txBody>
          </p:sp>
          <p:sp>
            <p:nvSpPr>
              <p:cNvPr id="112671" name="文本框 96287"/>
              <p:cNvSpPr txBox="1"/>
              <p:nvPr/>
            </p:nvSpPr>
            <p:spPr>
              <a:xfrm>
                <a:off x="262" y="686"/>
                <a:ext cx="296" cy="240"/>
              </a:xfrm>
              <a:prstGeom prst="rect">
                <a:avLst/>
              </a:prstGeom>
              <a:noFill/>
              <a:ln w="9525">
                <a:noFill/>
                <a:miter/>
              </a:ln>
            </p:spPr>
            <p:txBody>
              <a:bodyPr anchor="t"/>
              <a:p>
                <a:pPr lvl="0" algn="just">
                  <a:lnSpc>
                    <a:spcPct val="120000"/>
                  </a:lnSpc>
                  <a:buClr>
                    <a:srgbClr val="000000"/>
                  </a:buClr>
                </a:pPr>
                <a:r>
                  <a:rPr lang="en-US" altLang="zh-CN" b="0">
                    <a:solidFill>
                      <a:schemeClr val="tx1"/>
                    </a:solidFill>
                    <a:latin typeface="Times New Roman" panose="02020603050405020304" charset="0"/>
                    <a:ea typeface="宋体" panose="02010600030101010101" pitchFamily="2" charset="-122"/>
                    <a:sym typeface="MT Extra" panose="05050102010205020202" pitchFamily="2" charset="2"/>
                  </a:rPr>
                  <a:t>...</a:t>
                </a:r>
                <a:endParaRPr lang="en-US" altLang="zh-CN" b="0">
                  <a:solidFill>
                    <a:schemeClr val="tx1"/>
                  </a:solidFill>
                  <a:latin typeface="Times New Roman" panose="02020603050405020304" charset="0"/>
                  <a:ea typeface="宋体" panose="02010600030101010101" pitchFamily="2" charset="-122"/>
                  <a:sym typeface="MT Extra" panose="05050102010205020202" pitchFamily="2" charset="2"/>
                </a:endParaRPr>
              </a:p>
            </p:txBody>
          </p:sp>
          <p:sp>
            <p:nvSpPr>
              <p:cNvPr id="112672" name="文本框 96288"/>
              <p:cNvSpPr txBox="1"/>
              <p:nvPr/>
            </p:nvSpPr>
            <p:spPr>
              <a:xfrm>
                <a:off x="81" y="843"/>
                <a:ext cx="658" cy="527"/>
              </a:xfrm>
              <a:prstGeom prst="rect">
                <a:avLst/>
              </a:prstGeom>
              <a:noFill/>
              <a:ln w="9525">
                <a:noFill/>
                <a:miter/>
              </a:ln>
            </p:spPr>
            <p:txBody>
              <a:bodyPr anchor="t"/>
              <a:p>
                <a:pPr lvl="0" algn="just">
                  <a:lnSpc>
                    <a:spcPct val="120000"/>
                  </a:lnSpc>
                  <a:buClr>
                    <a:srgbClr val="000000"/>
                  </a:buClr>
                </a:pPr>
                <a:r>
                  <a:rPr lang="zh-CN" altLang="en-US" b="0" dirty="0">
                    <a:solidFill>
                      <a:schemeClr val="tx1"/>
                    </a:solidFill>
                    <a:latin typeface="Times New Roman" panose="02020603050405020304" charset="0"/>
                    <a:ea typeface="宋体" panose="02010600030101010101" pitchFamily="2" charset="-122"/>
                  </a:rPr>
                  <a:t>f_flag: 写</a:t>
                </a:r>
                <a:endParaRPr lang="zh-CN" altLang="en-US" b="0" dirty="0">
                  <a:solidFill>
                    <a:schemeClr val="tx1"/>
                  </a:solidFill>
                  <a:latin typeface="Times New Roman" panose="02020603050405020304" charset="0"/>
                  <a:ea typeface="宋体" panose="02010600030101010101" pitchFamily="2" charset="-122"/>
                </a:endParaRPr>
              </a:p>
              <a:p>
                <a:pPr lvl="0" algn="just">
                  <a:lnSpc>
                    <a:spcPct val="120000"/>
                  </a:lnSpc>
                  <a:buClr>
                    <a:srgbClr val="000000"/>
                  </a:buClr>
                </a:pPr>
                <a:r>
                  <a:rPr lang="zh-CN" altLang="en-US" b="0" dirty="0">
                    <a:solidFill>
                      <a:schemeClr val="tx1"/>
                    </a:solidFill>
                    <a:latin typeface="Times New Roman" panose="02020603050405020304" charset="0"/>
                    <a:ea typeface="宋体" panose="02010600030101010101" pitchFamily="2" charset="-122"/>
                  </a:rPr>
                  <a:t>f_count</a:t>
                </a:r>
                <a:r>
                  <a:rPr lang="zh-CN" altLang="en-US" b="0" dirty="0">
                    <a:solidFill>
                      <a:schemeClr val="tx1"/>
                    </a:solidFill>
                    <a:latin typeface="Times New Roman" panose="02020603050405020304" charset="0"/>
                    <a:ea typeface="Times New Roman" panose="02020603050405020304" charset="0"/>
                  </a:rPr>
                  <a:t>=1</a:t>
                </a:r>
                <a:endParaRPr lang="zh-CN" altLang="en-US" b="0" dirty="0">
                  <a:solidFill>
                    <a:schemeClr val="tx1"/>
                  </a:solidFill>
                  <a:latin typeface="Times New Roman" panose="02020603050405020304" charset="0"/>
                  <a:ea typeface="Times New Roman" panose="02020603050405020304" charset="0"/>
                </a:endParaRPr>
              </a:p>
              <a:p>
                <a:pPr lvl="0" algn="just">
                  <a:lnSpc>
                    <a:spcPct val="120000"/>
                  </a:lnSpc>
                  <a:buClr>
                    <a:srgbClr val="000000"/>
                  </a:buClr>
                </a:pPr>
                <a:r>
                  <a:rPr lang="zh-CN" altLang="zh-CN" b="0" dirty="0">
                    <a:solidFill>
                      <a:schemeClr val="tx1"/>
                    </a:solidFill>
                    <a:latin typeface="Times New Roman" panose="02020603050405020304" charset="0"/>
                    <a:ea typeface="宋体" panose="02010600030101010101" pitchFamily="2" charset="-122"/>
                  </a:rPr>
                  <a:t>f_offset</a:t>
                </a:r>
                <a:endParaRPr lang="zh-CN" altLang="en-US" b="0" dirty="0">
                  <a:solidFill>
                    <a:schemeClr val="tx1"/>
                  </a:solidFill>
                  <a:latin typeface="Times New Roman" panose="02020603050405020304" charset="0"/>
                  <a:ea typeface="宋体" panose="02010600030101010101" pitchFamily="2" charset="-122"/>
                </a:endParaRPr>
              </a:p>
            </p:txBody>
          </p:sp>
          <p:sp>
            <p:nvSpPr>
              <p:cNvPr id="112673" name="文本框 96289"/>
              <p:cNvSpPr txBox="1"/>
              <p:nvPr/>
            </p:nvSpPr>
            <p:spPr>
              <a:xfrm>
                <a:off x="65" y="1522"/>
                <a:ext cx="773" cy="527"/>
              </a:xfrm>
              <a:prstGeom prst="rect">
                <a:avLst/>
              </a:prstGeom>
              <a:noFill/>
              <a:ln w="9525">
                <a:noFill/>
                <a:miter/>
              </a:ln>
            </p:spPr>
            <p:txBody>
              <a:bodyPr anchor="t"/>
              <a:p>
                <a:pPr lvl="0" algn="just">
                  <a:lnSpc>
                    <a:spcPct val="120000"/>
                  </a:lnSpc>
                  <a:buClr>
                    <a:srgbClr val="000000"/>
                  </a:buClr>
                </a:pPr>
                <a:r>
                  <a:rPr lang="zh-CN" altLang="en-US" b="0" dirty="0">
                    <a:solidFill>
                      <a:schemeClr val="tx1"/>
                    </a:solidFill>
                    <a:latin typeface="Times New Roman" panose="02020603050405020304" charset="0"/>
                    <a:ea typeface="宋体" panose="02010600030101010101" pitchFamily="2" charset="-122"/>
                  </a:rPr>
                  <a:t>f_flag: 读</a:t>
                </a:r>
                <a:r>
                  <a:rPr lang="zh-CN" altLang="en-US" b="0" dirty="0">
                    <a:solidFill>
                      <a:schemeClr val="tx1"/>
                    </a:solidFill>
                    <a:latin typeface="Times New Roman" panose="02020603050405020304" charset="0"/>
                    <a:ea typeface="Times New Roman" panose="02020603050405020304" charset="0"/>
                  </a:rPr>
                  <a:t>-</a:t>
                </a:r>
                <a:r>
                  <a:rPr lang="zh-CN" altLang="en-US" b="0" dirty="0">
                    <a:solidFill>
                      <a:schemeClr val="tx1"/>
                    </a:solidFill>
                    <a:latin typeface="Times New Roman" panose="02020603050405020304" charset="0"/>
                    <a:ea typeface="宋体" panose="02010600030101010101" pitchFamily="2" charset="-122"/>
                  </a:rPr>
                  <a:t>写</a:t>
                </a:r>
                <a:endParaRPr lang="zh-CN" altLang="en-US" b="0" dirty="0">
                  <a:solidFill>
                    <a:schemeClr val="tx1"/>
                  </a:solidFill>
                  <a:latin typeface="Times New Roman" panose="02020603050405020304" charset="0"/>
                  <a:ea typeface="宋体" panose="02010600030101010101" pitchFamily="2" charset="-122"/>
                </a:endParaRPr>
              </a:p>
              <a:p>
                <a:pPr lvl="0" algn="just">
                  <a:lnSpc>
                    <a:spcPct val="120000"/>
                  </a:lnSpc>
                  <a:buClr>
                    <a:srgbClr val="000000"/>
                  </a:buClr>
                </a:pPr>
                <a:r>
                  <a:rPr lang="zh-CN" altLang="en-US" b="0" dirty="0">
                    <a:solidFill>
                      <a:schemeClr val="tx1"/>
                    </a:solidFill>
                    <a:latin typeface="Times New Roman" panose="02020603050405020304" charset="0"/>
                    <a:ea typeface="宋体" panose="02010600030101010101" pitchFamily="2" charset="-122"/>
                  </a:rPr>
                  <a:t>f_count</a:t>
                </a:r>
                <a:r>
                  <a:rPr lang="zh-CN" altLang="en-US" b="0" dirty="0">
                    <a:solidFill>
                      <a:schemeClr val="tx1"/>
                    </a:solidFill>
                    <a:latin typeface="Times New Roman" panose="02020603050405020304" charset="0"/>
                    <a:ea typeface="Times New Roman" panose="02020603050405020304" charset="0"/>
                  </a:rPr>
                  <a:t>=1</a:t>
                </a:r>
                <a:endParaRPr lang="zh-CN" altLang="en-US" b="0" dirty="0">
                  <a:solidFill>
                    <a:schemeClr val="tx1"/>
                  </a:solidFill>
                  <a:latin typeface="Times New Roman" panose="02020603050405020304" charset="0"/>
                  <a:ea typeface="Times New Roman" panose="02020603050405020304" charset="0"/>
                </a:endParaRPr>
              </a:p>
              <a:p>
                <a:pPr lvl="0" algn="just">
                  <a:lnSpc>
                    <a:spcPct val="120000"/>
                  </a:lnSpc>
                  <a:buClr>
                    <a:srgbClr val="000000"/>
                  </a:buClr>
                </a:pPr>
                <a:r>
                  <a:rPr lang="zh-CN" altLang="zh-CN" b="0" dirty="0">
                    <a:solidFill>
                      <a:schemeClr val="tx1"/>
                    </a:solidFill>
                    <a:latin typeface="Times New Roman" panose="02020603050405020304" charset="0"/>
                    <a:ea typeface="宋体" panose="02010600030101010101" pitchFamily="2" charset="-122"/>
                  </a:rPr>
                  <a:t>f_offset</a:t>
                </a:r>
                <a:endParaRPr lang="zh-CN" altLang="zh-CN" b="0" dirty="0">
                  <a:solidFill>
                    <a:schemeClr val="tx1"/>
                  </a:solidFill>
                  <a:latin typeface="Times New Roman" panose="02020603050405020304" charset="0"/>
                  <a:ea typeface="宋体" panose="02010600030101010101" pitchFamily="2" charset="-122"/>
                </a:endParaRPr>
              </a:p>
            </p:txBody>
          </p:sp>
          <p:sp>
            <p:nvSpPr>
              <p:cNvPr id="112674" name="直接连接符 96290"/>
              <p:cNvSpPr/>
              <p:nvPr/>
            </p:nvSpPr>
            <p:spPr>
              <a:xfrm>
                <a:off x="9" y="2058"/>
                <a:ext cx="731" cy="0"/>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112675" name="直接连接符 96291"/>
              <p:cNvSpPr/>
              <p:nvPr/>
            </p:nvSpPr>
            <p:spPr>
              <a:xfrm>
                <a:off x="9" y="1546"/>
                <a:ext cx="731" cy="0"/>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112676" name="直接连接符 96292"/>
              <p:cNvSpPr/>
              <p:nvPr/>
            </p:nvSpPr>
            <p:spPr>
              <a:xfrm>
                <a:off x="9" y="1390"/>
                <a:ext cx="731" cy="0"/>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112677" name="直接连接符 96293"/>
              <p:cNvSpPr/>
              <p:nvPr/>
            </p:nvSpPr>
            <p:spPr>
              <a:xfrm>
                <a:off x="9" y="869"/>
                <a:ext cx="731" cy="0"/>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112678" name="直接连接符 96294"/>
              <p:cNvSpPr/>
              <p:nvPr/>
            </p:nvSpPr>
            <p:spPr>
              <a:xfrm>
                <a:off x="18" y="722"/>
                <a:ext cx="731" cy="0"/>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112679" name="直接连接符 96295"/>
              <p:cNvSpPr/>
              <p:nvPr/>
            </p:nvSpPr>
            <p:spPr>
              <a:xfrm>
                <a:off x="18" y="190"/>
                <a:ext cx="731" cy="0"/>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112680" name="文本框 96296"/>
              <p:cNvSpPr txBox="1"/>
              <p:nvPr/>
            </p:nvSpPr>
            <p:spPr>
              <a:xfrm>
                <a:off x="279" y="2049"/>
                <a:ext cx="296" cy="231"/>
              </a:xfrm>
              <a:prstGeom prst="rect">
                <a:avLst/>
              </a:prstGeom>
              <a:noFill/>
              <a:ln w="9525">
                <a:noFill/>
                <a:miter/>
              </a:ln>
            </p:spPr>
            <p:txBody>
              <a:bodyPr anchor="t"/>
              <a:p>
                <a:pPr lvl="0" algn="just">
                  <a:lnSpc>
                    <a:spcPct val="120000"/>
                  </a:lnSpc>
                  <a:buClr>
                    <a:srgbClr val="000000"/>
                  </a:buClr>
                </a:pPr>
                <a:r>
                  <a:rPr lang="en-US" altLang="zh-CN" b="0">
                    <a:solidFill>
                      <a:schemeClr val="tx1"/>
                    </a:solidFill>
                    <a:latin typeface="Times New Roman" panose="02020603050405020304" charset="0"/>
                    <a:ea typeface="宋体" panose="02010600030101010101" pitchFamily="2" charset="-122"/>
                    <a:sym typeface="MT Extra" panose="05050102010205020202" pitchFamily="2" charset="2"/>
                  </a:rPr>
                  <a:t>...</a:t>
                </a:r>
                <a:endParaRPr lang="en-US" altLang="zh-CN" b="0">
                  <a:solidFill>
                    <a:schemeClr val="tx1"/>
                  </a:solidFill>
                  <a:latin typeface="Times New Roman" panose="02020603050405020304" charset="0"/>
                  <a:ea typeface="宋体" panose="02010600030101010101" pitchFamily="2" charset="-122"/>
                  <a:sym typeface="MT Extra" panose="05050102010205020202" pitchFamily="2" charset="2"/>
                </a:endParaRPr>
              </a:p>
            </p:txBody>
          </p:sp>
        </p:grpSp>
        <p:sp>
          <p:nvSpPr>
            <p:cNvPr id="96298" name="矩形 96297"/>
            <p:cNvSpPr/>
            <p:nvPr/>
          </p:nvSpPr>
          <p:spPr>
            <a:xfrm>
              <a:off x="2448" y="395"/>
              <a:ext cx="746" cy="1915"/>
            </a:xfrm>
            <a:prstGeom prst="rect">
              <a:avLst/>
            </a:prstGeom>
            <a:solidFill>
              <a:schemeClr val="bg1"/>
            </a:solidFill>
            <a:ln w="12700" cap="flat" cmpd="sng">
              <a:solidFill>
                <a:srgbClr val="000000"/>
              </a:solidFill>
              <a:prstDash val="solid"/>
              <a:miter/>
              <a:headEnd type="none" w="med" len="med"/>
              <a:tailEnd type="none" w="med" len="med"/>
            </a:ln>
          </p:spPr>
          <p:txBody>
            <a:bodyPr/>
            <a:p>
              <a:pPr marL="914400" lvl="0" indent="-340995" algn="ctr" fontAlgn="base">
                <a:lnSpc>
                  <a:spcPct val="120000"/>
                </a:lnSpc>
                <a:buClr>
                  <a:schemeClr val="tx2"/>
                </a:buClr>
                <a:buSzPct val="95000"/>
                <a:buFont typeface="Wingdings" panose="05000000000000000000" pitchFamily="2" charset="2"/>
                <a:buBlip>
                  <a:blip r:embed="rId1"/>
                </a:buBlip>
              </a:pPr>
              <a:endParaRPr sz="1400" b="1" strike="noStrike" noProof="1">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112682" name="文本框 96298"/>
            <p:cNvSpPr txBox="1"/>
            <p:nvPr/>
          </p:nvSpPr>
          <p:spPr>
            <a:xfrm>
              <a:off x="2710" y="364"/>
              <a:ext cx="296" cy="240"/>
            </a:xfrm>
            <a:prstGeom prst="rect">
              <a:avLst/>
            </a:prstGeom>
            <a:noFill/>
            <a:ln w="9525">
              <a:noFill/>
              <a:miter/>
            </a:ln>
          </p:spPr>
          <p:txBody>
            <a:bodyPr anchor="t"/>
            <a:p>
              <a:pPr lvl="0" algn="just">
                <a:lnSpc>
                  <a:spcPct val="120000"/>
                </a:lnSpc>
                <a:buClr>
                  <a:srgbClr val="000000"/>
                </a:buClr>
              </a:pPr>
              <a:r>
                <a:rPr lang="en-US" altLang="zh-CN" b="0">
                  <a:solidFill>
                    <a:schemeClr val="tx1"/>
                  </a:solidFill>
                  <a:latin typeface="Times New Roman" panose="02020603050405020304" charset="0"/>
                  <a:ea typeface="宋体" panose="02010600030101010101" pitchFamily="2" charset="-122"/>
                  <a:sym typeface="MT Extra" panose="05050102010205020202" pitchFamily="2" charset="2"/>
                </a:rPr>
                <a:t>...</a:t>
              </a:r>
              <a:endParaRPr lang="en-US" altLang="zh-CN" b="0">
                <a:solidFill>
                  <a:schemeClr val="tx1"/>
                </a:solidFill>
                <a:latin typeface="Times New Roman" panose="02020603050405020304" charset="0"/>
                <a:ea typeface="宋体" panose="02010600030101010101" pitchFamily="2" charset="-122"/>
                <a:sym typeface="MT Extra" panose="05050102010205020202" pitchFamily="2" charset="2"/>
              </a:endParaRPr>
            </a:p>
          </p:txBody>
        </p:sp>
        <p:sp>
          <p:nvSpPr>
            <p:cNvPr id="112683" name="文本框 96299"/>
            <p:cNvSpPr txBox="1"/>
            <p:nvPr/>
          </p:nvSpPr>
          <p:spPr>
            <a:xfrm>
              <a:off x="2521" y="532"/>
              <a:ext cx="604" cy="427"/>
            </a:xfrm>
            <a:prstGeom prst="rect">
              <a:avLst/>
            </a:prstGeom>
            <a:noFill/>
            <a:ln w="9525">
              <a:noFill/>
              <a:miter/>
            </a:ln>
          </p:spPr>
          <p:txBody>
            <a:bodyPr anchor="t"/>
            <a:p>
              <a:pPr lvl="0" algn="just">
                <a:lnSpc>
                  <a:spcPct val="120000"/>
                </a:lnSpc>
                <a:buClr>
                  <a:srgbClr val="000000"/>
                </a:buClr>
              </a:pPr>
              <a:r>
                <a:rPr lang="zh-CN" altLang="en-US" b="0" dirty="0">
                  <a:solidFill>
                    <a:schemeClr val="tx1"/>
                  </a:solidFill>
                  <a:latin typeface="Times New Roman" panose="02020603050405020304" charset="0"/>
                  <a:ea typeface="宋体" panose="02010600030101010101" pitchFamily="2" charset="-122"/>
                </a:rPr>
                <a:t>引用数</a:t>
              </a:r>
              <a:endParaRPr lang="zh-CN" altLang="en-US" b="0" dirty="0">
                <a:solidFill>
                  <a:schemeClr val="tx1"/>
                </a:solidFill>
                <a:latin typeface="Times New Roman" panose="02020603050405020304" charset="0"/>
                <a:ea typeface="宋体" panose="02010600030101010101" pitchFamily="2" charset="-122"/>
              </a:endParaRPr>
            </a:p>
            <a:p>
              <a:pPr lvl="0" algn="just">
                <a:lnSpc>
                  <a:spcPct val="120000"/>
                </a:lnSpc>
                <a:buClr>
                  <a:srgbClr val="000000"/>
                </a:buClr>
              </a:pPr>
              <a:r>
                <a:rPr lang="zh-CN" altLang="en-US" b="0" dirty="0">
                  <a:solidFill>
                    <a:schemeClr val="tx1"/>
                  </a:solidFill>
                  <a:latin typeface="Times New Roman" panose="02020603050405020304" charset="0"/>
                  <a:ea typeface="宋体" panose="02010600030101010101" pitchFamily="2" charset="-122"/>
                </a:rPr>
                <a:t>i_count</a:t>
              </a:r>
              <a:r>
                <a:rPr lang="zh-CN" altLang="en-US" b="0" dirty="0">
                  <a:solidFill>
                    <a:schemeClr val="tx1"/>
                  </a:solidFill>
                  <a:latin typeface="Times New Roman" panose="02020603050405020304" charset="0"/>
                  <a:ea typeface="Times New Roman" panose="02020603050405020304" charset="0"/>
                </a:rPr>
                <a:t>=2</a:t>
              </a:r>
              <a:endParaRPr lang="zh-CN" altLang="en-US" b="0" dirty="0">
                <a:solidFill>
                  <a:schemeClr val="tx1"/>
                </a:solidFill>
                <a:latin typeface="Times New Roman" panose="02020603050405020304" charset="0"/>
                <a:ea typeface="Times New Roman" panose="02020603050405020304" charset="0"/>
              </a:endParaRPr>
            </a:p>
          </p:txBody>
        </p:sp>
        <p:sp>
          <p:nvSpPr>
            <p:cNvPr id="112684" name="文本框 96300"/>
            <p:cNvSpPr txBox="1"/>
            <p:nvPr/>
          </p:nvSpPr>
          <p:spPr>
            <a:xfrm>
              <a:off x="2735" y="1919"/>
              <a:ext cx="296" cy="231"/>
            </a:xfrm>
            <a:prstGeom prst="rect">
              <a:avLst/>
            </a:prstGeom>
            <a:noFill/>
            <a:ln w="9525">
              <a:noFill/>
              <a:miter/>
            </a:ln>
          </p:spPr>
          <p:txBody>
            <a:bodyPr anchor="t"/>
            <a:p>
              <a:pPr lvl="0" algn="just">
                <a:lnSpc>
                  <a:spcPct val="120000"/>
                </a:lnSpc>
                <a:buClr>
                  <a:srgbClr val="000000"/>
                </a:buClr>
              </a:pPr>
              <a:r>
                <a:rPr lang="en-US" altLang="zh-CN" b="0">
                  <a:solidFill>
                    <a:schemeClr val="tx1"/>
                  </a:solidFill>
                  <a:latin typeface="Times New Roman" panose="02020603050405020304" charset="0"/>
                  <a:ea typeface="宋体" panose="02010600030101010101" pitchFamily="2" charset="-122"/>
                  <a:sym typeface="MT Extra" panose="05050102010205020202" pitchFamily="2" charset="2"/>
                </a:rPr>
                <a:t>...</a:t>
              </a:r>
              <a:endParaRPr lang="en-US" altLang="zh-CN" b="0">
                <a:solidFill>
                  <a:schemeClr val="tx1"/>
                </a:solidFill>
                <a:latin typeface="Times New Roman" panose="02020603050405020304" charset="0"/>
                <a:ea typeface="宋体" panose="02010600030101010101" pitchFamily="2" charset="-122"/>
                <a:sym typeface="MT Extra" panose="05050102010205020202" pitchFamily="2" charset="2"/>
              </a:endParaRPr>
            </a:p>
          </p:txBody>
        </p:sp>
        <p:sp>
          <p:nvSpPr>
            <p:cNvPr id="112685" name="文本框 96301"/>
            <p:cNvSpPr txBox="1"/>
            <p:nvPr/>
          </p:nvSpPr>
          <p:spPr>
            <a:xfrm>
              <a:off x="2710" y="1050"/>
              <a:ext cx="296" cy="240"/>
            </a:xfrm>
            <a:prstGeom prst="rect">
              <a:avLst/>
            </a:prstGeom>
            <a:noFill/>
            <a:ln w="9525">
              <a:noFill/>
              <a:miter/>
            </a:ln>
          </p:spPr>
          <p:txBody>
            <a:bodyPr anchor="t"/>
            <a:p>
              <a:pPr lvl="0" algn="just">
                <a:lnSpc>
                  <a:spcPct val="120000"/>
                </a:lnSpc>
                <a:buClr>
                  <a:srgbClr val="000000"/>
                </a:buClr>
              </a:pPr>
              <a:r>
                <a:rPr lang="en-US" altLang="zh-CN" b="0">
                  <a:solidFill>
                    <a:schemeClr val="tx1"/>
                  </a:solidFill>
                  <a:latin typeface="Times New Roman" panose="02020603050405020304" charset="0"/>
                  <a:ea typeface="宋体" panose="02010600030101010101" pitchFamily="2" charset="-122"/>
                  <a:sym typeface="MT Extra" panose="05050102010205020202" pitchFamily="2" charset="2"/>
                </a:rPr>
                <a:t>...</a:t>
              </a:r>
              <a:endParaRPr lang="en-US" altLang="zh-CN" b="0">
                <a:solidFill>
                  <a:schemeClr val="tx1"/>
                </a:solidFill>
                <a:latin typeface="Times New Roman" panose="02020603050405020304" charset="0"/>
                <a:ea typeface="宋体" panose="02010600030101010101" pitchFamily="2" charset="-122"/>
                <a:sym typeface="MT Extra" panose="05050102010205020202" pitchFamily="2" charset="2"/>
              </a:endParaRPr>
            </a:p>
          </p:txBody>
        </p:sp>
        <p:sp>
          <p:nvSpPr>
            <p:cNvPr id="112686" name="直接连接符 96302"/>
            <p:cNvSpPr/>
            <p:nvPr/>
          </p:nvSpPr>
          <p:spPr>
            <a:xfrm>
              <a:off x="2457" y="1799"/>
              <a:ext cx="731" cy="0"/>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112687" name="直接连接符 96303"/>
            <p:cNvSpPr/>
            <p:nvPr/>
          </p:nvSpPr>
          <p:spPr>
            <a:xfrm>
              <a:off x="2457" y="1368"/>
              <a:ext cx="731" cy="0"/>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112688" name="直接连接符 96304"/>
            <p:cNvSpPr/>
            <p:nvPr/>
          </p:nvSpPr>
          <p:spPr>
            <a:xfrm>
              <a:off x="2466" y="951"/>
              <a:ext cx="731" cy="0"/>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112689" name="直接连接符 96305"/>
            <p:cNvSpPr/>
            <p:nvPr/>
          </p:nvSpPr>
          <p:spPr>
            <a:xfrm>
              <a:off x="2466" y="554"/>
              <a:ext cx="731" cy="0"/>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112690" name="直接连接符 96306"/>
            <p:cNvSpPr/>
            <p:nvPr/>
          </p:nvSpPr>
          <p:spPr>
            <a:xfrm>
              <a:off x="884" y="865"/>
              <a:ext cx="403" cy="384"/>
            </a:xfrm>
            <a:prstGeom prst="line">
              <a:avLst/>
            </a:prstGeom>
            <a:ln w="9525" cap="flat" cmpd="sng">
              <a:solidFill>
                <a:schemeClr val="tx1"/>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112691" name="直接连接符 96307"/>
            <p:cNvSpPr/>
            <p:nvPr/>
          </p:nvSpPr>
          <p:spPr>
            <a:xfrm>
              <a:off x="884" y="975"/>
              <a:ext cx="403" cy="950"/>
            </a:xfrm>
            <a:prstGeom prst="line">
              <a:avLst/>
            </a:prstGeom>
            <a:ln w="9525" cap="flat" cmpd="sng">
              <a:solidFill>
                <a:schemeClr val="tx1"/>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112692" name="文本框 96308"/>
            <p:cNvSpPr txBox="1"/>
            <p:nvPr/>
          </p:nvSpPr>
          <p:spPr>
            <a:xfrm>
              <a:off x="2548" y="1374"/>
              <a:ext cx="604" cy="427"/>
            </a:xfrm>
            <a:prstGeom prst="rect">
              <a:avLst/>
            </a:prstGeom>
            <a:noFill/>
            <a:ln w="9525">
              <a:noFill/>
              <a:miter/>
            </a:ln>
          </p:spPr>
          <p:txBody>
            <a:bodyPr anchor="t"/>
            <a:p>
              <a:pPr lvl="0" algn="just">
                <a:lnSpc>
                  <a:spcPct val="120000"/>
                </a:lnSpc>
                <a:buClr>
                  <a:srgbClr val="000000"/>
                </a:buClr>
              </a:pPr>
              <a:r>
                <a:rPr lang="zh-CN" altLang="en-US" b="0" dirty="0">
                  <a:solidFill>
                    <a:schemeClr val="tx1"/>
                  </a:solidFill>
                  <a:latin typeface="Times New Roman" panose="02020603050405020304" charset="0"/>
                  <a:ea typeface="宋体" panose="02010600030101010101" pitchFamily="2" charset="-122"/>
                </a:rPr>
                <a:t>引用数</a:t>
              </a:r>
              <a:endParaRPr lang="zh-CN" altLang="en-US" b="0" dirty="0">
                <a:solidFill>
                  <a:schemeClr val="tx1"/>
                </a:solidFill>
                <a:latin typeface="Times New Roman" panose="02020603050405020304" charset="0"/>
                <a:ea typeface="宋体" panose="02010600030101010101" pitchFamily="2" charset="-122"/>
              </a:endParaRPr>
            </a:p>
            <a:p>
              <a:pPr lvl="0" algn="just">
                <a:lnSpc>
                  <a:spcPct val="120000"/>
                </a:lnSpc>
                <a:buClr>
                  <a:srgbClr val="000000"/>
                </a:buClr>
              </a:pPr>
              <a:r>
                <a:rPr lang="zh-CN" altLang="en-US" b="0" dirty="0">
                  <a:solidFill>
                    <a:schemeClr val="tx1"/>
                  </a:solidFill>
                  <a:latin typeface="Times New Roman" panose="02020603050405020304" charset="0"/>
                  <a:ea typeface="宋体" panose="02010600030101010101" pitchFamily="2" charset="-122"/>
                </a:rPr>
                <a:t>i_count</a:t>
              </a:r>
              <a:r>
                <a:rPr lang="zh-CN" altLang="en-US" b="0" dirty="0">
                  <a:solidFill>
                    <a:schemeClr val="tx1"/>
                  </a:solidFill>
                  <a:latin typeface="Times New Roman" panose="02020603050405020304" charset="0"/>
                  <a:ea typeface="Times New Roman" panose="02020603050405020304" charset="0"/>
                </a:rPr>
                <a:t>=1</a:t>
              </a:r>
              <a:endParaRPr lang="zh-CN" altLang="en-US" b="0" dirty="0">
                <a:solidFill>
                  <a:schemeClr val="tx1"/>
                </a:solidFill>
                <a:latin typeface="Times New Roman" panose="02020603050405020304" charset="0"/>
                <a:ea typeface="Times New Roman" panose="02020603050405020304" charset="0"/>
              </a:endParaRPr>
            </a:p>
          </p:txBody>
        </p:sp>
        <p:sp>
          <p:nvSpPr>
            <p:cNvPr id="112693" name="文本框 96309"/>
            <p:cNvSpPr txBox="1"/>
            <p:nvPr/>
          </p:nvSpPr>
          <p:spPr>
            <a:xfrm>
              <a:off x="2377" y="55"/>
              <a:ext cx="939" cy="215"/>
            </a:xfrm>
            <a:prstGeom prst="rect">
              <a:avLst/>
            </a:prstGeom>
            <a:noFill/>
            <a:ln w="9525">
              <a:noFill/>
              <a:miter/>
            </a:ln>
          </p:spPr>
          <p:txBody>
            <a:bodyPr anchor="t"/>
            <a:p>
              <a:pPr lvl="0" algn="just">
                <a:buClr>
                  <a:srgbClr val="000000"/>
                </a:buClr>
              </a:pPr>
              <a:r>
                <a:rPr lang="zh-CN" altLang="en-US" b="0">
                  <a:solidFill>
                    <a:schemeClr val="tx1"/>
                  </a:solidFill>
                  <a:latin typeface="Times New Roman" panose="02020603050405020304" charset="0"/>
                  <a:ea typeface="宋体" panose="02010600030101010101" pitchFamily="2" charset="-122"/>
                </a:rPr>
                <a:t>主存索引节点表</a:t>
              </a:r>
              <a:endParaRPr lang="zh-CN" altLang="en-US" b="0">
                <a:solidFill>
                  <a:schemeClr val="tx1"/>
                </a:solidFill>
                <a:latin typeface="Times New Roman" panose="02020603050405020304" charset="0"/>
                <a:ea typeface="宋体" panose="02010600030101010101" pitchFamily="2" charset="-122"/>
              </a:endParaRPr>
            </a:p>
          </p:txBody>
        </p:sp>
        <p:sp>
          <p:nvSpPr>
            <p:cNvPr id="112694" name="直接连接符 96310"/>
            <p:cNvSpPr/>
            <p:nvPr/>
          </p:nvSpPr>
          <p:spPr>
            <a:xfrm flipV="1">
              <a:off x="2027" y="636"/>
              <a:ext cx="421" cy="1381"/>
            </a:xfrm>
            <a:prstGeom prst="line">
              <a:avLst/>
            </a:prstGeom>
            <a:ln w="9525" cap="flat" cmpd="sng">
              <a:solidFill>
                <a:schemeClr val="tx1"/>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112695" name="文本框 96311"/>
            <p:cNvSpPr txBox="1"/>
            <p:nvPr/>
          </p:nvSpPr>
          <p:spPr>
            <a:xfrm>
              <a:off x="3209" y="604"/>
              <a:ext cx="701" cy="324"/>
            </a:xfrm>
            <a:prstGeom prst="rect">
              <a:avLst/>
            </a:prstGeom>
            <a:noFill/>
            <a:ln w="9525">
              <a:noFill/>
              <a:miter/>
            </a:ln>
          </p:spPr>
          <p:txBody>
            <a:bodyPr anchor="t"/>
            <a:p>
              <a:pPr lvl="0" algn="just">
                <a:buClr>
                  <a:srgbClr val="000000"/>
                </a:buClr>
              </a:pPr>
              <a:r>
                <a:rPr lang="zh-CN" altLang="en-US" b="0">
                  <a:solidFill>
                    <a:schemeClr val="tx1"/>
                  </a:solidFill>
                  <a:latin typeface="Times New Roman" panose="02020603050405020304" charset="0"/>
                  <a:ea typeface="宋体" panose="02010600030101010101" pitchFamily="2" charset="-122"/>
                </a:rPr>
                <a:t>文件</a:t>
              </a:r>
              <a:endParaRPr lang="zh-CN" altLang="en-US" b="0">
                <a:solidFill>
                  <a:schemeClr val="tx1"/>
                </a:solidFill>
                <a:latin typeface="Times New Roman" panose="02020603050405020304" charset="0"/>
                <a:ea typeface="宋体" panose="02010600030101010101" pitchFamily="2" charset="-122"/>
              </a:endParaRPr>
            </a:p>
            <a:p>
              <a:pPr lvl="0" algn="just">
                <a:buClr>
                  <a:srgbClr val="000000"/>
                </a:buClr>
              </a:pPr>
              <a:r>
                <a:rPr lang="en-US" altLang="zh-CN" b="0">
                  <a:solidFill>
                    <a:schemeClr val="tx1"/>
                  </a:solidFill>
                  <a:latin typeface="Times New Roman" panose="02020603050405020304" charset="0"/>
                  <a:ea typeface="宋体" panose="02010600030101010101" pitchFamily="2" charset="-122"/>
                </a:rPr>
                <a:t>/edc/passwd</a:t>
              </a:r>
              <a:endParaRPr lang="en-US" altLang="zh-CN" b="0">
                <a:solidFill>
                  <a:schemeClr val="tx1"/>
                </a:solidFill>
                <a:latin typeface="Times New Roman" panose="02020603050405020304" charset="0"/>
                <a:ea typeface="宋体" panose="02010600030101010101" pitchFamily="2" charset="-122"/>
              </a:endParaRPr>
            </a:p>
          </p:txBody>
        </p:sp>
        <p:sp>
          <p:nvSpPr>
            <p:cNvPr id="112696" name="文本框 96312"/>
            <p:cNvSpPr txBox="1"/>
            <p:nvPr/>
          </p:nvSpPr>
          <p:spPr>
            <a:xfrm>
              <a:off x="3218" y="1436"/>
              <a:ext cx="701" cy="324"/>
            </a:xfrm>
            <a:prstGeom prst="rect">
              <a:avLst/>
            </a:prstGeom>
            <a:noFill/>
            <a:ln w="9525">
              <a:noFill/>
              <a:miter/>
            </a:ln>
          </p:spPr>
          <p:txBody>
            <a:bodyPr anchor="t"/>
            <a:p>
              <a:pPr lvl="0" algn="just">
                <a:buClr>
                  <a:srgbClr val="000000"/>
                </a:buClr>
              </a:pPr>
              <a:r>
                <a:rPr lang="zh-CN" altLang="en-US" b="0">
                  <a:solidFill>
                    <a:schemeClr val="tx1"/>
                  </a:solidFill>
                  <a:latin typeface="Times New Roman" panose="02020603050405020304" charset="0"/>
                  <a:ea typeface="宋体" panose="02010600030101010101" pitchFamily="2" charset="-122"/>
                </a:rPr>
                <a:t>文件</a:t>
              </a:r>
              <a:endParaRPr lang="zh-CN" altLang="en-US" b="0">
                <a:solidFill>
                  <a:schemeClr val="tx1"/>
                </a:solidFill>
                <a:latin typeface="Times New Roman" panose="02020603050405020304" charset="0"/>
                <a:ea typeface="宋体" panose="02010600030101010101" pitchFamily="2" charset="-122"/>
              </a:endParaRPr>
            </a:p>
            <a:p>
              <a:pPr lvl="0" algn="just">
                <a:buClr>
                  <a:srgbClr val="000000"/>
                </a:buClr>
              </a:pPr>
              <a:r>
                <a:rPr lang="en-US" altLang="zh-CN" b="0">
                  <a:solidFill>
                    <a:schemeClr val="tx1"/>
                  </a:solidFill>
                  <a:latin typeface="Times New Roman" panose="02020603050405020304" charset="0"/>
                  <a:ea typeface="宋体" panose="02010600030101010101" pitchFamily="2" charset="-122"/>
                </a:rPr>
                <a:t>local</a:t>
              </a:r>
              <a:endParaRPr lang="en-US" altLang="zh-CN" b="0">
                <a:solidFill>
                  <a:schemeClr val="tx1"/>
                </a:solidFill>
                <a:latin typeface="Times New Roman" panose="02020603050405020304" charset="0"/>
                <a:ea typeface="宋体" panose="02010600030101010101" pitchFamily="2" charset="-122"/>
              </a:endParaRPr>
            </a:p>
          </p:txBody>
        </p:sp>
      </p:grpSp>
      <p:sp>
        <p:nvSpPr>
          <p:cNvPr id="96314" name="矩形 96313"/>
          <p:cNvSpPr/>
          <p:nvPr/>
        </p:nvSpPr>
        <p:spPr>
          <a:xfrm>
            <a:off x="2930525" y="5832475"/>
            <a:ext cx="2401888" cy="336550"/>
          </a:xfrm>
          <a:prstGeom prst="rect">
            <a:avLst/>
          </a:prstGeom>
          <a:noFill/>
          <a:ln w="9525">
            <a:noFill/>
            <a:miter/>
          </a:ln>
        </p:spPr>
        <p:txBody>
          <a:bodyPr anchor="ctr">
            <a:spAutoFit/>
          </a:bodyPr>
          <a:p>
            <a:pPr lvl="0"/>
            <a:r>
              <a:rPr lang="zh-CN" altLang="en-US" sz="1600" b="0">
                <a:solidFill>
                  <a:schemeClr val="tx1"/>
                </a:solidFill>
                <a:latin typeface="Times New Roman" panose="02020603050405020304" charset="0"/>
                <a:ea typeface="Times New Roman" panose="02020603050405020304" charset="0"/>
              </a:rPr>
              <a:t>打开文件后的数据结构</a:t>
            </a:r>
            <a:endParaRPr lang="zh-CN" altLang="en-US" sz="1600" b="0">
              <a:solidFill>
                <a:schemeClr val="tx1"/>
              </a:solidFill>
              <a:latin typeface="Times New Roman" panose="02020603050405020304" charset="0"/>
              <a:ea typeface="Times New Roman" panose="02020603050405020304" charset="0"/>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96260" grpId="0" build="p"/>
      <p:bldP spid="96314" grpId="0"/>
    </p:bld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41" name="文本框 96257"/>
          <p:cNvSpPr txBox="1"/>
          <p:nvPr/>
        </p:nvSpPr>
        <p:spPr>
          <a:xfrm>
            <a:off x="8493125" y="6510338"/>
            <a:ext cx="376238"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buFont typeface="Wingdings" panose="05000000000000000000" pitchFamily="2" charset="2"/>
              <a:buNone/>
            </a:pPr>
            <a:r>
              <a:rPr lang="en-US" altLang="zh-CN" b="0">
                <a:solidFill>
                  <a:schemeClr val="tx2"/>
                </a:solidFill>
                <a:latin typeface="Times New Roman" panose="02020603050405020304" charset="0"/>
                <a:ea typeface="宋体" panose="02010600030101010101" pitchFamily="2" charset="-122"/>
              </a:rPr>
              <a:t>65</a:t>
            </a:r>
            <a:endParaRPr lang="en-US" altLang="zh-CN" b="0">
              <a:solidFill>
                <a:schemeClr val="tx2"/>
              </a:solidFill>
              <a:latin typeface="Times New Roman" panose="02020603050405020304" charset="0"/>
              <a:ea typeface="宋体" panose="02010600030101010101" pitchFamily="2" charset="-122"/>
            </a:endParaRPr>
          </a:p>
        </p:txBody>
      </p:sp>
      <p:sp>
        <p:nvSpPr>
          <p:cNvPr id="96259" name="矩形 96258"/>
          <p:cNvSpPr/>
          <p:nvPr/>
        </p:nvSpPr>
        <p:spPr>
          <a:xfrm>
            <a:off x="381000" y="4286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Arial" panose="02080604020202020204" pitchFamily="34" charset="0"/>
                <a:ea typeface="宋体" panose="02010600030101010101" pitchFamily="2" charset="-122"/>
                <a:cs typeface="+mn-ea"/>
              </a:rPr>
              <a:t>文件系统</a:t>
            </a:r>
            <a:r>
              <a:rPr lang="en-US" altLang="zh-CN" sz="2400" strike="noStrike" noProof="1">
                <a:latin typeface="Arial" panose="02080604020202020204" pitchFamily="34" charset="0"/>
                <a:ea typeface="宋体" panose="02010600030101010101" pitchFamily="2" charset="-122"/>
                <a:cs typeface="+mn-ea"/>
              </a:rPr>
              <a:t>——</a:t>
            </a:r>
            <a:r>
              <a:rPr lang="en-US" altLang="zh-CN" sz="2400" strike="noStrike" noProof="1">
                <a:latin typeface="Times New Roman" panose="02020603050405020304" charset="0"/>
                <a:ea typeface="宋体" panose="02010600030101010101" pitchFamily="2" charset="-122"/>
                <a:cs typeface="+mn-ea"/>
              </a:rPr>
              <a:t>UNIX</a:t>
            </a:r>
            <a:r>
              <a:rPr lang="zh-CN" altLang="en-US" sz="2400" strike="noStrike" noProof="1">
                <a:latin typeface="Arial" panose="02080604020202020204" pitchFamily="34" charset="0"/>
                <a:ea typeface="宋体" panose="02010600030101010101" pitchFamily="2" charset="-122"/>
                <a:cs typeface="+mn-ea"/>
              </a:rPr>
              <a:t>文件系统的主要结构及实现</a:t>
            </a:r>
            <a:endParaRPr lang="zh-CN" altLang="en-US" sz="2400" strike="noStrike" noProof="1">
              <a:ea typeface="宋体" panose="02010600030101010101" pitchFamily="2" charset="-122"/>
            </a:endParaRPr>
          </a:p>
        </p:txBody>
      </p:sp>
      <p:pic>
        <p:nvPicPr>
          <p:cNvPr id="3" name="图片 2" descr="IMG_20201117_114413"/>
          <p:cNvPicPr>
            <a:picLocks noChangeAspect="1"/>
          </p:cNvPicPr>
          <p:nvPr/>
        </p:nvPicPr>
        <p:blipFill>
          <a:blip r:embed="rId1"/>
          <a:stretch>
            <a:fillRect/>
          </a:stretch>
        </p:blipFill>
        <p:spPr>
          <a:xfrm>
            <a:off x="1575435" y="464185"/>
            <a:ext cx="5953125" cy="624332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4449" name="文本框 97281"/>
          <p:cNvSpPr txBox="1"/>
          <p:nvPr/>
        </p:nvSpPr>
        <p:spPr>
          <a:xfrm>
            <a:off x="8493125" y="6510338"/>
            <a:ext cx="376238"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buFont typeface="Wingdings" panose="05000000000000000000" pitchFamily="2" charset="2"/>
              <a:buNone/>
            </a:pPr>
            <a:r>
              <a:rPr lang="en-US" altLang="zh-CN" b="0">
                <a:solidFill>
                  <a:schemeClr val="tx2"/>
                </a:solidFill>
                <a:latin typeface="Times New Roman" panose="02020603050405020304" charset="0"/>
                <a:ea typeface="宋体" panose="02010600030101010101" pitchFamily="2" charset="-122"/>
              </a:rPr>
              <a:t>66</a:t>
            </a:r>
            <a:endParaRPr lang="en-US" altLang="zh-CN" b="0">
              <a:solidFill>
                <a:schemeClr val="tx2"/>
              </a:solidFill>
              <a:latin typeface="Times New Roman" panose="02020603050405020304" charset="0"/>
              <a:ea typeface="宋体" panose="02010600030101010101" pitchFamily="2" charset="-122"/>
            </a:endParaRPr>
          </a:p>
        </p:txBody>
      </p:sp>
      <p:sp>
        <p:nvSpPr>
          <p:cNvPr id="97283" name="矩形 97282"/>
          <p:cNvSpPr/>
          <p:nvPr/>
        </p:nvSpPr>
        <p:spPr>
          <a:xfrm>
            <a:off x="257175" y="515938"/>
            <a:ext cx="8318500" cy="676275"/>
          </a:xfrm>
          <a:prstGeom prst="rect">
            <a:avLst/>
          </a:prstGeom>
          <a:noFill/>
          <a:ln w="9525">
            <a:noFill/>
            <a:miter/>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20000"/>
              </a:lnSpc>
              <a:buNone/>
            </a:pPr>
            <a:r>
              <a:rPr lang="x-none" altLang="en-US" b="1" strike="noStrike" noProof="1">
                <a:solidFill>
                  <a:srgbClr val="990000"/>
                </a:solidFill>
                <a:latin typeface="Times New Roman" panose="02020603050405020304" charset="0"/>
                <a:ea typeface="宋体" panose="02010600030101010101" pitchFamily="2" charset="-122"/>
                <a:cs typeface="+mn-ea"/>
              </a:rPr>
              <a:t>5</a:t>
            </a:r>
            <a:r>
              <a:rPr lang="en-US" altLang="zh-CN" b="1" strike="noStrike" noProof="1">
                <a:solidFill>
                  <a:srgbClr val="990000"/>
                </a:solidFill>
                <a:latin typeface="Times New Roman" panose="02020603050405020304" charset="0"/>
                <a:ea typeface="宋体" panose="02010600030101010101" pitchFamily="2" charset="-122"/>
                <a:cs typeface="+mn-ea"/>
              </a:rPr>
              <a:t>. </a:t>
            </a:r>
            <a:r>
              <a:rPr lang="zh-CN" altLang="en-US" b="1" strike="noStrike" noProof="1">
                <a:solidFill>
                  <a:srgbClr val="990000"/>
                </a:solidFill>
                <a:latin typeface="Times New Roman" panose="02020603050405020304" charset="0"/>
                <a:ea typeface="宋体" panose="02010600030101010101" pitchFamily="2" charset="-122"/>
                <a:cs typeface="+mn-ea"/>
              </a:rPr>
              <a:t>文件存储器空闲块的管理</a:t>
            </a:r>
            <a:endParaRPr lang="zh-CN" altLang="en-US" b="1" strike="noStrike" noProof="1">
              <a:solidFill>
                <a:srgbClr val="990000"/>
              </a:solidFill>
              <a:latin typeface="Times New Roman" panose="02020603050405020304" charset="0"/>
              <a:ea typeface="宋体" panose="02010600030101010101" pitchFamily="2" charset="-122"/>
            </a:endParaRPr>
          </a:p>
        </p:txBody>
      </p:sp>
      <p:sp>
        <p:nvSpPr>
          <p:cNvPr id="97284" name="矩形 97283"/>
          <p:cNvSpPr/>
          <p:nvPr/>
        </p:nvSpPr>
        <p:spPr>
          <a:xfrm>
            <a:off x="660400" y="1122363"/>
            <a:ext cx="7043738" cy="604838"/>
          </a:xfrm>
          <a:prstGeom prst="rect">
            <a:avLst/>
          </a:prstGeom>
          <a:noFill/>
          <a:ln w="9525">
            <a:noFill/>
            <a:miter/>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20000"/>
              </a:lnSpc>
              <a:spcBef>
                <a:spcPct val="20000"/>
              </a:spcBef>
              <a:buNone/>
            </a:pPr>
            <a:r>
              <a:rPr lang="en-US" altLang="zh-CN" sz="2800" b="1" strike="noStrike" noProof="1">
                <a:solidFill>
                  <a:srgbClr val="A50021"/>
                </a:solidFill>
                <a:latin typeface="Times New Roman" panose="02020603050405020304" charset="0"/>
                <a:ea typeface="宋体" panose="02010600030101010101" pitchFamily="2" charset="-122"/>
                <a:cs typeface="+mn-ea"/>
              </a:rPr>
              <a:t>(1) </a:t>
            </a:r>
            <a:r>
              <a:rPr lang="zh-CN" altLang="en-US" sz="2800" b="1" strike="noStrike" noProof="1">
                <a:solidFill>
                  <a:srgbClr val="A50021"/>
                </a:solidFill>
                <a:latin typeface="Times New Roman" panose="02020603050405020304" charset="0"/>
                <a:ea typeface="宋体" panose="02010600030101010101" pitchFamily="2" charset="-122"/>
                <a:cs typeface="+mn-ea"/>
              </a:rPr>
              <a:t>文件卷和卷管理块</a:t>
            </a:r>
            <a:endParaRPr lang="zh-CN" altLang="en-US" sz="2800" b="1" strike="noStrike" noProof="1">
              <a:solidFill>
                <a:srgbClr val="A50021"/>
              </a:solidFill>
              <a:latin typeface="Times New Roman" panose="02020603050405020304" charset="0"/>
              <a:ea typeface="宋体" panose="02010600030101010101" pitchFamily="2" charset="-122"/>
            </a:endParaRPr>
          </a:p>
        </p:txBody>
      </p:sp>
      <p:sp>
        <p:nvSpPr>
          <p:cNvPr id="97285" name="矩形 97284"/>
          <p:cNvSpPr/>
          <p:nvPr/>
        </p:nvSpPr>
        <p:spPr>
          <a:xfrm>
            <a:off x="381000" y="4286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Arial" panose="02080604020202020204" pitchFamily="34" charset="0"/>
                <a:ea typeface="宋体" panose="02010600030101010101" pitchFamily="2" charset="-122"/>
                <a:cs typeface="+mn-ea"/>
              </a:rPr>
              <a:t>文件系统</a:t>
            </a:r>
            <a:r>
              <a:rPr lang="en-US" altLang="zh-CN" sz="2400" strike="noStrike" noProof="1">
                <a:latin typeface="Arial" panose="02080604020202020204" pitchFamily="34" charset="0"/>
                <a:ea typeface="宋体" panose="02010600030101010101" pitchFamily="2" charset="-122"/>
                <a:cs typeface="+mn-ea"/>
              </a:rPr>
              <a:t>——</a:t>
            </a:r>
            <a:r>
              <a:rPr lang="en-US" altLang="zh-CN" sz="2400" strike="noStrike" noProof="1">
                <a:latin typeface="Times New Roman" panose="02020603050405020304" charset="0"/>
                <a:ea typeface="宋体" panose="02010600030101010101" pitchFamily="2" charset="-122"/>
                <a:cs typeface="+mn-ea"/>
              </a:rPr>
              <a:t>UNIX</a:t>
            </a:r>
            <a:r>
              <a:rPr lang="zh-CN" altLang="en-US" sz="2400" strike="noStrike" noProof="1">
                <a:latin typeface="Arial" panose="02080604020202020204" pitchFamily="34" charset="0"/>
                <a:ea typeface="宋体" panose="02010600030101010101" pitchFamily="2" charset="-122"/>
                <a:cs typeface="+mn-ea"/>
              </a:rPr>
              <a:t>文件系统的主要结构及实现</a:t>
            </a:r>
            <a:endParaRPr lang="zh-CN" altLang="en-US" sz="2400" strike="noStrike" noProof="1">
              <a:ea typeface="宋体" panose="02010600030101010101" pitchFamily="2" charset="-122"/>
            </a:endParaRPr>
          </a:p>
        </p:txBody>
      </p:sp>
      <p:sp>
        <p:nvSpPr>
          <p:cNvPr id="97286" name="矩形 97285"/>
          <p:cNvSpPr/>
          <p:nvPr/>
        </p:nvSpPr>
        <p:spPr>
          <a:xfrm>
            <a:off x="358775" y="1685925"/>
            <a:ext cx="8413750" cy="1479550"/>
          </a:xfrm>
          <a:prstGeom prst="rect">
            <a:avLst/>
          </a:prstGeom>
          <a:noFill/>
          <a:ln w="9525">
            <a:noFill/>
            <a:miter/>
          </a:ln>
        </p:spPr>
        <p:txBody>
          <a:bodyPr wrap="square" anchor="t">
            <a:spAutoFit/>
          </a:bodyPr>
          <a:p>
            <a:pPr marL="914400" lvl="1" indent="-457200" algn="l" eaLnBrk="1" fontAlgn="base" latinLnBrk="0" hangingPunct="1">
              <a:lnSpc>
                <a:spcPct val="120000"/>
              </a:lnSpc>
              <a:spcBef>
                <a:spcPct val="20000"/>
              </a:spcBef>
              <a:spcAft>
                <a:spcPct val="0"/>
              </a:spcAft>
              <a:buClr>
                <a:schemeClr val="tx2"/>
              </a:buClr>
              <a:buSzPct val="95000"/>
              <a:buFont typeface="Wingdings" panose="05000000000000000000" pitchFamily="2" charset="2"/>
              <a:buNone/>
            </a:pPr>
            <a:r>
              <a:rPr lang="en-US" altLang="zh-CN" sz="2400" b="0" u="none" baseline="0">
                <a:solidFill>
                  <a:schemeClr val="tx1"/>
                </a:solidFill>
                <a:latin typeface="Times New Roman" panose="02020603050405020304" charset="0"/>
                <a:ea typeface="宋体" panose="02010600030101010101" pitchFamily="2" charset="-122"/>
              </a:rPr>
              <a:t>   </a:t>
            </a:r>
            <a:r>
              <a:rPr lang="zh-CN" altLang="en-US" sz="2400" b="0" u="none" baseline="0">
                <a:solidFill>
                  <a:schemeClr val="tx1"/>
                </a:solidFill>
                <a:latin typeface="Times New Roman" panose="02020603050405020304" charset="0"/>
                <a:ea typeface="宋体" panose="02010600030101010101" pitchFamily="2" charset="-122"/>
              </a:rPr>
              <a:t>文件卷是指可以有组织的存放信息，常常可以装卸的存储介质（比如一块硬盘）。 </a:t>
            </a:r>
            <a:endParaRPr lang="zh-CN" altLang="en-US" sz="2400" b="0" u="none" baseline="0">
              <a:solidFill>
                <a:schemeClr val="tx1"/>
              </a:solidFill>
              <a:latin typeface="Times New Roman" panose="02020603050405020304" charset="0"/>
              <a:ea typeface="宋体" panose="02010600030101010101" pitchFamily="2" charset="-122"/>
            </a:endParaRPr>
          </a:p>
          <a:p>
            <a:pPr marL="914400" lvl="1" indent="-457200" algn="l" eaLnBrk="1" fontAlgn="base" latinLnBrk="0" hangingPunct="1">
              <a:lnSpc>
                <a:spcPct val="120000"/>
              </a:lnSpc>
              <a:spcBef>
                <a:spcPct val="20000"/>
              </a:spcBef>
              <a:spcAft>
                <a:spcPct val="0"/>
              </a:spcAft>
              <a:buClr>
                <a:schemeClr val="tx2"/>
              </a:buClr>
              <a:buSzPct val="95000"/>
              <a:buFont typeface="Wingdings" panose="05000000000000000000" pitchFamily="2" charset="2"/>
              <a:buNone/>
            </a:pPr>
            <a:r>
              <a:rPr lang="zh-CN" altLang="en-US" sz="2400" b="0" u="none" baseline="0">
                <a:solidFill>
                  <a:schemeClr val="tx1"/>
                </a:solidFill>
                <a:latin typeface="Times New Roman" panose="02020603050405020304" charset="0"/>
                <a:ea typeface="宋体" panose="02010600030101010101" pitchFamily="2" charset="-122"/>
              </a:rPr>
              <a:t>文件卷上存放</a:t>
            </a:r>
            <a:r>
              <a:rPr lang="en-US" altLang="zh-CN" sz="2400" b="0" u="none" baseline="0">
                <a:solidFill>
                  <a:schemeClr val="tx1"/>
                </a:solidFill>
                <a:latin typeface="Times New Roman" panose="02020603050405020304" charset="0"/>
                <a:ea typeface="宋体" panose="02010600030101010101" pitchFamily="2" charset="-122"/>
              </a:rPr>
              <a:t>UNIX</a:t>
            </a:r>
            <a:r>
              <a:rPr lang="zh-CN" altLang="en-US" sz="2400" b="0" u="none" baseline="0">
                <a:solidFill>
                  <a:schemeClr val="tx1"/>
                </a:solidFill>
                <a:latin typeface="Times New Roman" panose="02020603050405020304" charset="0"/>
                <a:ea typeface="宋体" panose="02010600030101010101" pitchFamily="2" charset="-122"/>
              </a:rPr>
              <a:t>文件系统。文件卷结构图如下。</a:t>
            </a:r>
            <a:endParaRPr lang="zh-CN" altLang="en-US" sz="2400" b="0" u="none" baseline="0">
              <a:solidFill>
                <a:schemeClr val="tx1"/>
              </a:solidFill>
              <a:latin typeface="Times New Roman" panose="02020603050405020304" charset="0"/>
              <a:ea typeface="宋体" panose="02010600030101010101" pitchFamily="2" charset="-122"/>
            </a:endParaRPr>
          </a:p>
        </p:txBody>
      </p:sp>
      <p:grpSp>
        <p:nvGrpSpPr>
          <p:cNvPr id="97287" name="组合 97286"/>
          <p:cNvGrpSpPr/>
          <p:nvPr/>
        </p:nvGrpSpPr>
        <p:grpSpPr>
          <a:xfrm>
            <a:off x="1066800" y="3338513"/>
            <a:ext cx="7010400" cy="1135062"/>
            <a:chOff x="0" y="0"/>
            <a:chExt cx="4416" cy="715"/>
          </a:xfrm>
        </p:grpSpPr>
        <p:grpSp>
          <p:nvGrpSpPr>
            <p:cNvPr id="104455" name="组合 97287"/>
            <p:cNvGrpSpPr/>
            <p:nvPr/>
          </p:nvGrpSpPr>
          <p:grpSpPr>
            <a:xfrm>
              <a:off x="0" y="0"/>
              <a:ext cx="4416" cy="332"/>
              <a:chOff x="0" y="0"/>
              <a:chExt cx="4416" cy="332"/>
            </a:xfrm>
          </p:grpSpPr>
          <p:sp>
            <p:nvSpPr>
              <p:cNvPr id="104456" name="文本框 97288"/>
              <p:cNvSpPr txBox="1"/>
              <p:nvPr/>
            </p:nvSpPr>
            <p:spPr>
              <a:xfrm>
                <a:off x="3276" y="0"/>
                <a:ext cx="672" cy="288"/>
              </a:xfrm>
              <a:prstGeom prst="rect">
                <a:avLst/>
              </a:prstGeom>
              <a:noFill/>
              <a:ln w="9525">
                <a:noFill/>
                <a:miter/>
              </a:ln>
            </p:spPr>
            <p:txBody>
              <a:bodyPr anchor="t">
                <a:spAutoFit/>
              </a:bodyPr>
              <a:p>
                <a:pPr lvl="0">
                  <a:spcBef>
                    <a:spcPct val="50000"/>
                  </a:spcBef>
                  <a:buClr>
                    <a:srgbClr val="000000"/>
                  </a:buClr>
                </a:pPr>
                <a:r>
                  <a:rPr lang="zh-CN" altLang="en-US" sz="1600" b="0">
                    <a:solidFill>
                      <a:schemeClr val="tx1"/>
                    </a:solidFill>
                    <a:latin typeface="Times New Roman" panose="02020603050405020304" charset="0"/>
                    <a:ea typeface="宋体" panose="02010600030101010101" pitchFamily="2" charset="-122"/>
                  </a:rPr>
                  <a:t>数据区</a:t>
                </a:r>
                <a:r>
                  <a:rPr lang="zh-CN" altLang="en-US" sz="2000" b="0">
                    <a:solidFill>
                      <a:schemeClr val="tx1"/>
                    </a:solidFill>
                    <a:latin typeface="Times New Roman" panose="02020603050405020304" charset="0"/>
                    <a:ea typeface="宋体" panose="02010600030101010101" pitchFamily="2" charset="-122"/>
                  </a:rPr>
                  <a:t> </a:t>
                </a:r>
                <a:r>
                  <a:rPr lang="zh-CN" altLang="en-US" sz="2400" b="0">
                    <a:solidFill>
                      <a:schemeClr val="tx1"/>
                    </a:solidFill>
                    <a:latin typeface="Times New Roman" panose="02020603050405020304" charset="0"/>
                    <a:ea typeface="宋体" panose="02010600030101010101" pitchFamily="2" charset="-122"/>
                  </a:rPr>
                  <a:t>         </a:t>
                </a:r>
                <a:endParaRPr lang="zh-CN" altLang="en-US" sz="2400" b="0">
                  <a:solidFill>
                    <a:schemeClr val="tx1"/>
                  </a:solidFill>
                  <a:latin typeface="Times New Roman" panose="02020603050405020304" charset="0"/>
                  <a:ea typeface="宋体" panose="02010600030101010101" pitchFamily="2" charset="-122"/>
                </a:endParaRPr>
              </a:p>
            </p:txBody>
          </p:sp>
          <p:sp>
            <p:nvSpPr>
              <p:cNvPr id="104457" name="直接连接符 97289"/>
              <p:cNvSpPr/>
              <p:nvPr/>
            </p:nvSpPr>
            <p:spPr>
              <a:xfrm>
                <a:off x="2571" y="6"/>
                <a:ext cx="0" cy="317"/>
              </a:xfrm>
              <a:prstGeom prst="line">
                <a:avLst/>
              </a:prstGeom>
              <a:ln w="19050"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97291" name="矩形 97290"/>
              <p:cNvSpPr/>
              <p:nvPr/>
            </p:nvSpPr>
            <p:spPr>
              <a:xfrm>
                <a:off x="0" y="10"/>
                <a:ext cx="4416" cy="317"/>
              </a:xfrm>
              <a:prstGeom prst="rect">
                <a:avLst/>
              </a:prstGeom>
              <a:noFill/>
              <a:ln w="19050" cap="flat" cmpd="sng">
                <a:solidFill>
                  <a:schemeClr val="tx1"/>
                </a:solidFill>
                <a:prstDash val="solid"/>
                <a:miter/>
                <a:headEnd type="none" w="med" len="med"/>
                <a:tailEnd type="none" w="med" len="med"/>
              </a:ln>
            </p:spPr>
            <p:txBody>
              <a:bodyPr anchor="ctr"/>
              <a:p>
                <a:pPr marL="914400" lvl="0" indent="-340995" algn="ctr" fontAlgn="base">
                  <a:lnSpc>
                    <a:spcPct val="120000"/>
                  </a:lnSpc>
                  <a:buClr>
                    <a:schemeClr val="tx2"/>
                  </a:buClr>
                  <a:buSzPct val="95000"/>
                  <a:buFont typeface="Wingdings" panose="05000000000000000000" pitchFamily="2" charset="2"/>
                  <a:buBlip>
                    <a:blip r:embed="rId1"/>
                  </a:buBlip>
                </a:pPr>
                <a:endParaRPr sz="1400" b="1" strike="noStrike" noProof="1">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104459" name="文本框 97291"/>
              <p:cNvSpPr txBox="1"/>
              <p:nvPr/>
            </p:nvSpPr>
            <p:spPr>
              <a:xfrm>
                <a:off x="1452" y="18"/>
                <a:ext cx="893" cy="288"/>
              </a:xfrm>
              <a:prstGeom prst="rect">
                <a:avLst/>
              </a:prstGeom>
              <a:noFill/>
              <a:ln w="9525">
                <a:noFill/>
                <a:miter/>
              </a:ln>
            </p:spPr>
            <p:txBody>
              <a:bodyPr anchor="t">
                <a:spAutoFit/>
              </a:bodyPr>
              <a:p>
                <a:pPr lvl="0">
                  <a:spcBef>
                    <a:spcPct val="50000"/>
                  </a:spcBef>
                  <a:buClr>
                    <a:srgbClr val="000000"/>
                  </a:buClr>
                </a:pPr>
                <a:r>
                  <a:rPr lang="zh-CN" altLang="en-US" sz="2400" b="0" dirty="0">
                    <a:solidFill>
                      <a:schemeClr val="tx1"/>
                    </a:solidFill>
                    <a:latin typeface="Times New Roman" panose="02020603050405020304" charset="0"/>
                    <a:ea typeface="宋体" panose="02010600030101010101" pitchFamily="2" charset="-122"/>
                  </a:rPr>
                  <a:t>  </a:t>
                </a:r>
                <a:r>
                  <a:rPr lang="zh-CN" altLang="en-US" sz="1600" b="0" dirty="0">
                    <a:solidFill>
                      <a:schemeClr val="tx1"/>
                    </a:solidFill>
                    <a:latin typeface="Times New Roman" panose="02020603050405020304" charset="0"/>
                    <a:ea typeface="宋体" panose="02010600030101010101" pitchFamily="2" charset="-122"/>
                  </a:rPr>
                  <a:t>索引节点区</a:t>
                </a:r>
                <a:r>
                  <a:rPr lang="zh-CN" altLang="en-US" sz="2400" b="0" dirty="0">
                    <a:solidFill>
                      <a:schemeClr val="tx1"/>
                    </a:solidFill>
                    <a:latin typeface="Times New Roman" panose="02020603050405020304" charset="0"/>
                    <a:ea typeface="宋体" panose="02010600030101010101" pitchFamily="2" charset="-122"/>
                  </a:rPr>
                  <a:t> </a:t>
                </a:r>
                <a:endParaRPr lang="zh-CN" altLang="en-US" sz="2400" b="0" dirty="0">
                  <a:solidFill>
                    <a:schemeClr val="tx1"/>
                  </a:solidFill>
                  <a:latin typeface="Times New Roman" panose="02020603050405020304" charset="0"/>
                  <a:ea typeface="宋体" panose="02010600030101010101" pitchFamily="2" charset="-122"/>
                </a:endParaRPr>
              </a:p>
            </p:txBody>
          </p:sp>
          <p:sp>
            <p:nvSpPr>
              <p:cNvPr id="104460" name="直接连接符 97292"/>
              <p:cNvSpPr/>
              <p:nvPr/>
            </p:nvSpPr>
            <p:spPr>
              <a:xfrm>
                <a:off x="618" y="6"/>
                <a:ext cx="0" cy="317"/>
              </a:xfrm>
              <a:prstGeom prst="line">
                <a:avLst/>
              </a:prstGeom>
              <a:ln w="19050"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104461" name="文本框 97293"/>
              <p:cNvSpPr txBox="1"/>
              <p:nvPr/>
            </p:nvSpPr>
            <p:spPr>
              <a:xfrm>
                <a:off x="65" y="63"/>
                <a:ext cx="535" cy="231"/>
              </a:xfrm>
              <a:prstGeom prst="rect">
                <a:avLst/>
              </a:prstGeom>
              <a:noFill/>
              <a:ln w="9525">
                <a:noFill/>
                <a:miter/>
              </a:ln>
            </p:spPr>
            <p:txBody>
              <a:bodyPr anchor="t">
                <a:spAutoFit/>
              </a:bodyPr>
              <a:p>
                <a:pPr lvl="0">
                  <a:spcBef>
                    <a:spcPct val="50000"/>
                  </a:spcBef>
                  <a:buClr>
                    <a:srgbClr val="000000"/>
                  </a:buClr>
                </a:pPr>
                <a:r>
                  <a:rPr lang="zh-CN" altLang="en-US" sz="1600" b="0">
                    <a:solidFill>
                      <a:schemeClr val="tx1"/>
                    </a:solidFill>
                    <a:latin typeface="Times New Roman" panose="02020603050405020304" charset="0"/>
                    <a:ea typeface="宋体" panose="02010600030101010101" pitchFamily="2" charset="-122"/>
                  </a:rPr>
                  <a:t>引导块</a:t>
                </a:r>
                <a:r>
                  <a:rPr lang="zh-CN" altLang="en-US" sz="1800" b="0">
                    <a:solidFill>
                      <a:schemeClr val="tx1"/>
                    </a:solidFill>
                    <a:latin typeface="Times New Roman" panose="02020603050405020304" charset="0"/>
                    <a:ea typeface="宋体" panose="02010600030101010101" pitchFamily="2" charset="-122"/>
                  </a:rPr>
                  <a:t>                  </a:t>
                </a:r>
                <a:endParaRPr lang="zh-CN" altLang="en-US" sz="1800" b="0">
                  <a:solidFill>
                    <a:schemeClr val="tx1"/>
                  </a:solidFill>
                  <a:latin typeface="Times New Roman" panose="02020603050405020304" charset="0"/>
                  <a:ea typeface="宋体" panose="02010600030101010101" pitchFamily="2" charset="-122"/>
                </a:endParaRPr>
              </a:p>
            </p:txBody>
          </p:sp>
          <p:sp>
            <p:nvSpPr>
              <p:cNvPr id="104462" name="直接连接符 97294"/>
              <p:cNvSpPr/>
              <p:nvPr/>
            </p:nvSpPr>
            <p:spPr>
              <a:xfrm>
                <a:off x="1200" y="15"/>
                <a:ext cx="0" cy="317"/>
              </a:xfrm>
              <a:prstGeom prst="line">
                <a:avLst/>
              </a:prstGeom>
              <a:ln w="19050"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104463" name="文本框 97295"/>
              <p:cNvSpPr txBox="1"/>
              <p:nvPr/>
            </p:nvSpPr>
            <p:spPr>
              <a:xfrm>
                <a:off x="648" y="9"/>
                <a:ext cx="508" cy="288"/>
              </a:xfrm>
              <a:prstGeom prst="rect">
                <a:avLst/>
              </a:prstGeom>
              <a:noFill/>
              <a:ln w="9525">
                <a:noFill/>
                <a:miter/>
              </a:ln>
            </p:spPr>
            <p:txBody>
              <a:bodyPr anchor="t">
                <a:spAutoFit/>
              </a:bodyPr>
              <a:p>
                <a:pPr lvl="0">
                  <a:spcBef>
                    <a:spcPct val="50000"/>
                  </a:spcBef>
                  <a:buClr>
                    <a:srgbClr val="000000"/>
                  </a:buClr>
                </a:pPr>
                <a:r>
                  <a:rPr lang="zh-CN" altLang="en-US" sz="1600" b="0">
                    <a:solidFill>
                      <a:schemeClr val="tx1"/>
                    </a:solidFill>
                    <a:latin typeface="Times New Roman" panose="02020603050405020304" charset="0"/>
                    <a:ea typeface="宋体" panose="02010600030101010101" pitchFamily="2" charset="-122"/>
                  </a:rPr>
                  <a:t>管理块</a:t>
                </a:r>
                <a:r>
                  <a:rPr lang="zh-CN" altLang="en-US" sz="2400" b="0">
                    <a:solidFill>
                      <a:schemeClr val="tx1"/>
                    </a:solidFill>
                    <a:latin typeface="Times New Roman" panose="02020603050405020304" charset="0"/>
                    <a:ea typeface="宋体" panose="02010600030101010101" pitchFamily="2" charset="-122"/>
                  </a:rPr>
                  <a:t>             </a:t>
                </a:r>
                <a:endParaRPr lang="zh-CN" altLang="en-US" sz="2400" b="0">
                  <a:solidFill>
                    <a:schemeClr val="tx1"/>
                  </a:solidFill>
                  <a:latin typeface="Times New Roman" panose="02020603050405020304" charset="0"/>
                  <a:ea typeface="宋体" panose="02010600030101010101" pitchFamily="2" charset="-122"/>
                </a:endParaRPr>
              </a:p>
            </p:txBody>
          </p:sp>
        </p:grpSp>
        <p:sp>
          <p:nvSpPr>
            <p:cNvPr id="104464" name="矩形 97296"/>
            <p:cNvSpPr/>
            <p:nvPr/>
          </p:nvSpPr>
          <p:spPr>
            <a:xfrm>
              <a:off x="1037" y="503"/>
              <a:ext cx="1833" cy="212"/>
            </a:xfrm>
            <a:prstGeom prst="rect">
              <a:avLst/>
            </a:prstGeom>
            <a:noFill/>
            <a:ln w="9525">
              <a:noFill/>
              <a:miter/>
            </a:ln>
          </p:spPr>
          <p:txBody>
            <a:bodyPr anchor="ctr">
              <a:spAutoFit/>
            </a:bodyPr>
            <a:p>
              <a:pPr lvl="0"/>
              <a:r>
                <a:rPr lang="zh-CN" altLang="en-US" sz="1600" b="0">
                  <a:solidFill>
                    <a:schemeClr val="tx1"/>
                  </a:solidFill>
                  <a:latin typeface="Times New Roman" panose="02020603050405020304" charset="0"/>
                  <a:ea typeface="Times New Roman" panose="02020603050405020304" charset="0"/>
                </a:rPr>
                <a:t>文件系统磁盘存储区分配图</a:t>
              </a:r>
              <a:endParaRPr lang="zh-CN" altLang="en-US" sz="1600" b="0">
                <a:solidFill>
                  <a:schemeClr val="tx1"/>
                </a:solidFill>
                <a:latin typeface="Times New Roman" panose="02020603050405020304" charset="0"/>
                <a:ea typeface="Times New Roman" panose="02020603050405020304" charset="0"/>
              </a:endParaRPr>
            </a:p>
          </p:txBody>
        </p:sp>
      </p:grpSp>
      <p:sp>
        <p:nvSpPr>
          <p:cNvPr id="97298" name="矩形 97297"/>
          <p:cNvSpPr/>
          <p:nvPr/>
        </p:nvSpPr>
        <p:spPr>
          <a:xfrm>
            <a:off x="401955" y="4491355"/>
            <a:ext cx="8362950" cy="1087755"/>
          </a:xfrm>
          <a:prstGeom prst="rect">
            <a:avLst/>
          </a:prstGeom>
          <a:noFill/>
          <a:ln w="9525">
            <a:noFill/>
            <a:miter/>
          </a:ln>
        </p:spPr>
        <p:txBody>
          <a:bodyPr wrap="square">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914400" lvl="1" indent="-457200" fontAlgn="base">
              <a:lnSpc>
                <a:spcPct val="120000"/>
              </a:lnSpc>
              <a:buNone/>
            </a:pPr>
            <a:r>
              <a:rPr lang="en-US" altLang="zh-CN" sz="2400" b="1" strike="noStrike" noProof="1">
                <a:solidFill>
                  <a:srgbClr val="000099"/>
                </a:solidFill>
                <a:latin typeface="Times New Roman" panose="02020603050405020304" charset="0"/>
                <a:ea typeface="宋体" panose="02010600030101010101" pitchFamily="2" charset="-122"/>
                <a:cs typeface="+mn-cs"/>
              </a:rPr>
              <a:t>①</a:t>
            </a:r>
            <a:r>
              <a:rPr lang="en-US" altLang="zh-CN" sz="2400" b="1" strike="noStrike" noProof="1">
                <a:solidFill>
                  <a:srgbClr val="000099"/>
                </a:solidFill>
                <a:latin typeface="宋体" panose="02010600030101010101" pitchFamily="2" charset="-122"/>
                <a:ea typeface="宋体" panose="02010600030101010101" pitchFamily="2" charset="-122"/>
                <a:cs typeface="+mn-cs"/>
              </a:rPr>
              <a:t> </a:t>
            </a:r>
            <a:r>
              <a:rPr lang="zh-CN" altLang="en-US" sz="2400" b="1" strike="noStrike" noProof="1">
                <a:solidFill>
                  <a:srgbClr val="000099"/>
                </a:solidFill>
                <a:latin typeface="Times New Roman" panose="02020603050405020304" charset="0"/>
                <a:ea typeface="宋体" panose="02010600030101010101" pitchFamily="2" charset="-122"/>
                <a:cs typeface="+mn-cs"/>
              </a:rPr>
              <a:t>引导块</a:t>
            </a:r>
            <a:r>
              <a:rPr lang="zh-CN" altLang="en-US" sz="2400" b="1" strike="noStrike" noProof="1">
                <a:solidFill>
                  <a:schemeClr val="tx1"/>
                </a:solidFill>
                <a:latin typeface="Times New Roman" panose="02020603050405020304" charset="0"/>
                <a:ea typeface="宋体" panose="02010600030101010101" pitchFamily="2" charset="-122"/>
                <a:cs typeface="+mn-cs"/>
              </a:rPr>
              <a:t>           </a:t>
            </a:r>
            <a:r>
              <a:rPr lang="zh-CN" altLang="en-US" sz="2000" strike="noStrike" noProof="1">
                <a:solidFill>
                  <a:schemeClr val="tx1"/>
                </a:solidFill>
                <a:latin typeface="Times New Roman" panose="02020603050405020304" charset="0"/>
                <a:ea typeface="宋体" panose="02010600030101010101" pitchFamily="2" charset="-122"/>
                <a:cs typeface="+mn-cs"/>
              </a:rPr>
              <a:t>第一个磁盘块</a:t>
            </a:r>
            <a:r>
              <a:rPr lang="en-US" altLang="zh-CN" sz="2000" strike="noStrike" noProof="1">
                <a:solidFill>
                  <a:schemeClr val="tx1"/>
                </a:solidFill>
                <a:latin typeface="Times New Roman" panose="02020603050405020304" charset="0"/>
                <a:ea typeface="宋体" panose="02010600030101010101" pitchFamily="2" charset="-122"/>
                <a:cs typeface="+mn-cs"/>
              </a:rPr>
              <a:t>(MBR), </a:t>
            </a:r>
            <a:r>
              <a:rPr lang="zh-CN" altLang="en-US" sz="2000" strike="noStrike" noProof="1">
                <a:solidFill>
                  <a:schemeClr val="tx1"/>
                </a:solidFill>
                <a:latin typeface="Times New Roman" panose="02020603050405020304" charset="0"/>
                <a:ea typeface="宋体" panose="02010600030101010101" pitchFamily="2" charset="-122"/>
                <a:cs typeface="+mn-cs"/>
              </a:rPr>
              <a:t>包含引导程序和分区表</a:t>
            </a:r>
            <a:endParaRPr lang="x-none" altLang="zh-CN" sz="2000" strike="noStrike" noProof="1">
              <a:solidFill>
                <a:schemeClr val="tx1"/>
              </a:solidFill>
              <a:latin typeface="Times New Roman" panose="02020603050405020304" charset="0"/>
              <a:ea typeface="宋体" panose="02010600030101010101" pitchFamily="2" charset="-122"/>
              <a:cs typeface="+mn-cs"/>
            </a:endParaRPr>
          </a:p>
          <a:p>
            <a:pPr marL="914400" lvl="1" indent="-457200" algn="l" fontAlgn="base">
              <a:lnSpc>
                <a:spcPct val="120000"/>
              </a:lnSpc>
              <a:buNone/>
            </a:pPr>
            <a:r>
              <a:rPr lang="en-US" altLang="zh-CN" sz="2400" b="1" strike="noStrike" noProof="1">
                <a:solidFill>
                  <a:srgbClr val="000099"/>
                </a:solidFill>
                <a:latin typeface="Times New Roman" panose="02020603050405020304" charset="0"/>
                <a:ea typeface="宋体" panose="02010600030101010101" pitchFamily="2" charset="-122"/>
                <a:cs typeface="+mn-cs"/>
                <a:sym typeface="+mn-ea"/>
              </a:rPr>
              <a:t>②</a:t>
            </a:r>
            <a:r>
              <a:rPr lang="en-US" altLang="zh-CN" sz="2400" b="1" strike="noStrike" noProof="1">
                <a:solidFill>
                  <a:srgbClr val="000099"/>
                </a:solidFill>
                <a:latin typeface="宋体" panose="02010600030101010101" pitchFamily="2" charset="-122"/>
                <a:ea typeface="宋体" panose="02010600030101010101" pitchFamily="2" charset="-122"/>
                <a:cs typeface="+mn-cs"/>
                <a:sym typeface="+mn-ea"/>
              </a:rPr>
              <a:t> </a:t>
            </a:r>
            <a:r>
              <a:rPr lang="zh-CN" altLang="en-US" sz="2400" b="1" strike="noStrike" noProof="1">
                <a:solidFill>
                  <a:srgbClr val="000099"/>
                </a:solidFill>
                <a:latin typeface="Times New Roman" panose="02020603050405020304" charset="0"/>
                <a:ea typeface="宋体" panose="02010600030101010101" pitchFamily="2" charset="-122"/>
                <a:cs typeface="+mn-cs"/>
                <a:sym typeface="+mn-ea"/>
              </a:rPr>
              <a:t>管理块           </a:t>
            </a:r>
            <a:r>
              <a:rPr lang="zh-CN" altLang="en-US" sz="2000" strike="noStrike" noProof="1">
                <a:solidFill>
                  <a:schemeClr val="tx1"/>
                </a:solidFill>
                <a:latin typeface="Times New Roman" panose="02020603050405020304" charset="0"/>
                <a:ea typeface="宋体" panose="02010600030101010101" pitchFamily="2" charset="-122"/>
                <a:cs typeface="+mn-cs"/>
                <a:sym typeface="+mn-ea"/>
              </a:rPr>
              <a:t>文件系统的管理块</a:t>
            </a:r>
            <a:r>
              <a:rPr lang="x-none" altLang="zh-CN" sz="2000" strike="noStrike" noProof="1">
                <a:solidFill>
                  <a:schemeClr val="tx1"/>
                </a:solidFill>
                <a:latin typeface="Times New Roman" panose="02020603050405020304" charset="0"/>
                <a:ea typeface="宋体" panose="02010600030101010101" pitchFamily="2" charset="-122"/>
                <a:cs typeface="+mn-cs"/>
                <a:sym typeface="+mn-ea"/>
              </a:rPr>
              <a:t>（又叫超级块 superblock）</a:t>
            </a:r>
            <a:endParaRPr lang="x-none" altLang="zh-CN" sz="2000" strike="noStrike" noProof="1">
              <a:solidFill>
                <a:schemeClr val="tx1"/>
              </a:solidFill>
              <a:latin typeface="Times New Roman" panose="02020603050405020304" charset="0"/>
              <a:ea typeface="宋体" panose="02010600030101010101" pitchFamily="2" charset="-122"/>
              <a:cs typeface="+mn-cs"/>
              <a:sym typeface="+mn-ea"/>
            </a:endParaRPr>
          </a:p>
        </p:txBody>
      </p:sp>
      <p:sp>
        <p:nvSpPr>
          <p:cNvPr id="97299" name="矩形 97298"/>
          <p:cNvSpPr/>
          <p:nvPr/>
        </p:nvSpPr>
        <p:spPr>
          <a:xfrm>
            <a:off x="403225" y="5511800"/>
            <a:ext cx="7462838" cy="530225"/>
          </a:xfrm>
          <a:prstGeom prst="rect">
            <a:avLst/>
          </a:prstGeom>
          <a:noFill/>
          <a:ln w="9525">
            <a:noFill/>
            <a:miter/>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914400" lvl="1" indent="-457200" fontAlgn="base">
              <a:lnSpc>
                <a:spcPct val="120000"/>
              </a:lnSpc>
              <a:buNone/>
            </a:pPr>
            <a:r>
              <a:rPr lang="en-US" altLang="zh-CN" sz="2400" b="1" strike="noStrike" noProof="1">
                <a:solidFill>
                  <a:srgbClr val="000099"/>
                </a:solidFill>
                <a:latin typeface="Times New Roman" panose="02020603050405020304" charset="0"/>
                <a:ea typeface="宋体" panose="02010600030101010101" pitchFamily="2" charset="-122"/>
                <a:cs typeface="+mn-cs"/>
                <a:sym typeface="+mn-ea"/>
              </a:rPr>
              <a:t>③</a:t>
            </a:r>
            <a:r>
              <a:rPr lang="en-US" altLang="zh-CN" sz="2400" b="1" strike="noStrike" noProof="1">
                <a:solidFill>
                  <a:srgbClr val="000099"/>
                </a:solidFill>
                <a:latin typeface="宋体" panose="02010600030101010101" pitchFamily="2" charset="-122"/>
                <a:ea typeface="宋体" panose="02010600030101010101" pitchFamily="2" charset="-122"/>
                <a:cs typeface="+mn-cs"/>
              </a:rPr>
              <a:t> </a:t>
            </a:r>
            <a:r>
              <a:rPr lang="zh-CN" altLang="en-US" sz="2400" b="1" strike="noStrike" noProof="1">
                <a:solidFill>
                  <a:srgbClr val="000099"/>
                </a:solidFill>
                <a:latin typeface="Times New Roman" panose="02020603050405020304" charset="0"/>
                <a:ea typeface="宋体" panose="02010600030101010101" pitchFamily="2" charset="-122"/>
                <a:cs typeface="+mn-cs"/>
              </a:rPr>
              <a:t>索引节点区</a:t>
            </a:r>
            <a:r>
              <a:rPr lang="zh-CN" altLang="en-US" sz="2400" b="1" strike="noStrike" noProof="1">
                <a:solidFill>
                  <a:schemeClr val="tx1"/>
                </a:solidFill>
                <a:latin typeface="Times New Roman" panose="02020603050405020304" charset="0"/>
                <a:ea typeface="宋体" panose="02010600030101010101" pitchFamily="2" charset="-122"/>
                <a:cs typeface="+mn-cs"/>
              </a:rPr>
              <a:t>     </a:t>
            </a:r>
            <a:r>
              <a:rPr lang="zh-CN" altLang="en-US" sz="2000" strike="noStrike" noProof="1">
                <a:solidFill>
                  <a:schemeClr val="tx1"/>
                </a:solidFill>
                <a:latin typeface="Times New Roman" panose="02020603050405020304" charset="0"/>
                <a:ea typeface="宋体" panose="02010600030101010101" pitchFamily="2" charset="-122"/>
                <a:cs typeface="+mn-cs"/>
              </a:rPr>
              <a:t>索引节点结构组成。</a:t>
            </a:r>
            <a:r>
              <a:rPr lang="zh-CN" altLang="en-US" sz="2400" strike="noStrike" noProof="1">
                <a:solidFill>
                  <a:schemeClr val="tx1"/>
                </a:solidFill>
                <a:latin typeface="Times New Roman" panose="02020603050405020304" charset="0"/>
                <a:ea typeface="宋体" panose="02010600030101010101" pitchFamily="2" charset="-122"/>
                <a:cs typeface="+mn-cs"/>
              </a:rPr>
              <a:t> </a:t>
            </a:r>
            <a:endParaRPr lang="zh-CN" altLang="en-US" sz="2400" strike="noStrike" noProof="1">
              <a:solidFill>
                <a:schemeClr val="tx1"/>
              </a:solidFill>
              <a:latin typeface="Times New Roman" panose="02020603050405020304" charset="0"/>
              <a:ea typeface="宋体" panose="02010600030101010101" pitchFamily="2" charset="-122"/>
            </a:endParaRPr>
          </a:p>
        </p:txBody>
      </p:sp>
      <p:sp>
        <p:nvSpPr>
          <p:cNvPr id="97300" name="矩形 97299"/>
          <p:cNvSpPr/>
          <p:nvPr/>
        </p:nvSpPr>
        <p:spPr>
          <a:xfrm>
            <a:off x="417513" y="6015038"/>
            <a:ext cx="7462838" cy="530225"/>
          </a:xfrm>
          <a:prstGeom prst="rect">
            <a:avLst/>
          </a:prstGeom>
          <a:noFill/>
          <a:ln w="9525">
            <a:noFill/>
            <a:miter/>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914400" lvl="1" indent="-457200" fontAlgn="base">
              <a:lnSpc>
                <a:spcPct val="120000"/>
              </a:lnSpc>
              <a:buNone/>
            </a:pPr>
            <a:r>
              <a:rPr lang="en-US" altLang="zh-CN" sz="2400" b="1" strike="noStrike" noProof="1">
                <a:solidFill>
                  <a:srgbClr val="000099"/>
                </a:solidFill>
                <a:latin typeface="Times New Roman" panose="02020603050405020304" charset="0"/>
                <a:ea typeface="宋体" panose="02010600030101010101" pitchFamily="2" charset="-122"/>
                <a:cs typeface="+mn-cs"/>
                <a:sym typeface="+mn-ea"/>
              </a:rPr>
              <a:t>④</a:t>
            </a:r>
            <a:r>
              <a:rPr lang="en-US" altLang="zh-CN" sz="2400" b="1" strike="noStrike" noProof="1">
                <a:solidFill>
                  <a:srgbClr val="000099"/>
                </a:solidFill>
                <a:latin typeface="宋体" panose="02010600030101010101" pitchFamily="2" charset="-122"/>
                <a:ea typeface="宋体" panose="02010600030101010101" pitchFamily="2" charset="-122"/>
                <a:cs typeface="+mn-cs"/>
              </a:rPr>
              <a:t> </a:t>
            </a:r>
            <a:r>
              <a:rPr lang="zh-CN" altLang="en-US" sz="2400" b="1" strike="noStrike" noProof="1">
                <a:solidFill>
                  <a:srgbClr val="000099"/>
                </a:solidFill>
                <a:latin typeface="Times New Roman" panose="02020603050405020304" charset="0"/>
                <a:ea typeface="宋体" panose="02010600030101010101" pitchFamily="2" charset="-122"/>
                <a:cs typeface="+mn-cs"/>
              </a:rPr>
              <a:t>数据区</a:t>
            </a:r>
            <a:r>
              <a:rPr lang="zh-CN" altLang="en-US" sz="2400" b="1" strike="noStrike" noProof="1">
                <a:solidFill>
                  <a:schemeClr val="tx1"/>
                </a:solidFill>
                <a:latin typeface="Times New Roman" panose="02020603050405020304" charset="0"/>
                <a:ea typeface="宋体" panose="02010600030101010101" pitchFamily="2" charset="-122"/>
                <a:cs typeface="+mn-cs"/>
              </a:rPr>
              <a:t>           </a:t>
            </a:r>
            <a:r>
              <a:rPr lang="zh-CN" altLang="en-US" sz="2000" strike="noStrike" noProof="1">
                <a:solidFill>
                  <a:schemeClr val="tx1"/>
                </a:solidFill>
                <a:latin typeface="Times New Roman" panose="02020603050405020304" charset="0"/>
                <a:ea typeface="宋体" panose="02010600030101010101" pitchFamily="2" charset="-122"/>
                <a:cs typeface="+mn-cs"/>
              </a:rPr>
              <a:t>数据文件占用的区域。</a:t>
            </a:r>
            <a:r>
              <a:rPr lang="zh-CN" altLang="en-US" sz="2400" strike="noStrike" noProof="1">
                <a:solidFill>
                  <a:schemeClr val="tx1"/>
                </a:solidFill>
                <a:latin typeface="Times New Roman" panose="02020603050405020304" charset="0"/>
                <a:ea typeface="宋体" panose="02010600030101010101" pitchFamily="2" charset="-122"/>
                <a:cs typeface="+mn-cs"/>
              </a:rPr>
              <a:t> </a:t>
            </a:r>
            <a:endParaRPr lang="zh-CN" altLang="en-US" sz="2400" strike="noStrike" noProof="1">
              <a:solidFill>
                <a:schemeClr val="tx1"/>
              </a:solidFill>
              <a:latin typeface="Times New Roman" panose="02020603050405020304"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97283" grpId="0" build="p"/>
      <p:bldP spid="97286" grpId="0"/>
      <p:bldP spid="97298" grpId="0"/>
      <p:bldP spid="97299" grpId="0"/>
      <p:bldP spid="97300" grpId="0"/>
    </p:bld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5473" name="文本框 98305"/>
          <p:cNvSpPr txBox="1"/>
          <p:nvPr/>
        </p:nvSpPr>
        <p:spPr>
          <a:xfrm>
            <a:off x="8493125" y="6510338"/>
            <a:ext cx="376238"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buFont typeface="Wingdings" panose="05000000000000000000" pitchFamily="2" charset="2"/>
              <a:buNone/>
            </a:pPr>
            <a:r>
              <a:rPr lang="en-US" altLang="zh-CN" b="0">
                <a:solidFill>
                  <a:schemeClr val="tx2"/>
                </a:solidFill>
                <a:latin typeface="Times New Roman" panose="02020603050405020304" charset="0"/>
                <a:ea typeface="宋体" panose="02010600030101010101" pitchFamily="2" charset="-122"/>
              </a:rPr>
              <a:t>67</a:t>
            </a:r>
            <a:endParaRPr lang="en-US" altLang="zh-CN" b="0">
              <a:solidFill>
                <a:schemeClr val="tx2"/>
              </a:solidFill>
              <a:latin typeface="Times New Roman" panose="02020603050405020304" charset="0"/>
              <a:ea typeface="宋体" panose="02010600030101010101" pitchFamily="2" charset="-122"/>
            </a:endParaRPr>
          </a:p>
        </p:txBody>
      </p:sp>
      <p:sp>
        <p:nvSpPr>
          <p:cNvPr id="98307" name="矩形 98306"/>
          <p:cNvSpPr/>
          <p:nvPr/>
        </p:nvSpPr>
        <p:spPr>
          <a:xfrm>
            <a:off x="381000" y="4286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Arial" panose="02080604020202020204" pitchFamily="34" charset="0"/>
                <a:ea typeface="宋体" panose="02010600030101010101" pitchFamily="2" charset="-122"/>
                <a:cs typeface="+mn-ea"/>
              </a:rPr>
              <a:t>文件系统</a:t>
            </a:r>
            <a:r>
              <a:rPr lang="en-US" altLang="zh-CN" sz="2400" strike="noStrike" noProof="1">
                <a:latin typeface="Arial" panose="02080604020202020204" pitchFamily="34" charset="0"/>
                <a:ea typeface="宋体" panose="02010600030101010101" pitchFamily="2" charset="-122"/>
                <a:cs typeface="+mn-ea"/>
              </a:rPr>
              <a:t>——</a:t>
            </a:r>
            <a:r>
              <a:rPr lang="en-US" altLang="zh-CN" sz="2400" strike="noStrike" noProof="1">
                <a:latin typeface="Times New Roman" panose="02020603050405020304" charset="0"/>
                <a:ea typeface="宋体" panose="02010600030101010101" pitchFamily="2" charset="-122"/>
                <a:cs typeface="+mn-ea"/>
              </a:rPr>
              <a:t>UNIX</a:t>
            </a:r>
            <a:r>
              <a:rPr lang="zh-CN" altLang="en-US" sz="2400" strike="noStrike" noProof="1">
                <a:latin typeface="Arial" panose="02080604020202020204" pitchFamily="34" charset="0"/>
                <a:ea typeface="宋体" panose="02010600030101010101" pitchFamily="2" charset="-122"/>
                <a:cs typeface="+mn-ea"/>
              </a:rPr>
              <a:t>文件系统的主要结构及实现</a:t>
            </a:r>
            <a:endParaRPr lang="zh-CN" altLang="en-US" sz="2400" strike="noStrike" noProof="1">
              <a:ea typeface="宋体" panose="02010600030101010101" pitchFamily="2" charset="-122"/>
            </a:endParaRPr>
          </a:p>
        </p:txBody>
      </p:sp>
      <p:sp>
        <p:nvSpPr>
          <p:cNvPr id="98308" name="矩形 98307"/>
          <p:cNvSpPr/>
          <p:nvPr/>
        </p:nvSpPr>
        <p:spPr>
          <a:xfrm>
            <a:off x="130175" y="561975"/>
            <a:ext cx="5489575" cy="530225"/>
          </a:xfrm>
          <a:prstGeom prst="rect">
            <a:avLst/>
          </a:prstGeom>
          <a:noFill/>
          <a:ln w="9525">
            <a:noFill/>
            <a:miter/>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914400" lvl="1" indent="-457200" fontAlgn="base">
              <a:lnSpc>
                <a:spcPct val="120000"/>
              </a:lnSpc>
              <a:buNone/>
            </a:pPr>
            <a:r>
              <a:rPr lang="en-US" altLang="zh-CN" sz="2400" b="1" strike="noStrike" noProof="1">
                <a:solidFill>
                  <a:srgbClr val="000099"/>
                </a:solidFill>
                <a:latin typeface="Times New Roman" panose="02020603050405020304" charset="0"/>
                <a:ea typeface="宋体" panose="02010600030101010101" pitchFamily="2" charset="-122"/>
                <a:cs typeface="+mn-cs"/>
              </a:rPr>
              <a:t>④</a:t>
            </a:r>
            <a:r>
              <a:rPr lang="en-US" altLang="zh-CN" sz="2400" b="1" strike="noStrike" noProof="1">
                <a:solidFill>
                  <a:srgbClr val="000099"/>
                </a:solidFill>
                <a:latin typeface="宋体" panose="02010600030101010101" pitchFamily="2" charset="-122"/>
                <a:ea typeface="宋体" panose="02010600030101010101" pitchFamily="2" charset="-122"/>
                <a:cs typeface="+mn-cs"/>
              </a:rPr>
              <a:t> </a:t>
            </a:r>
            <a:r>
              <a:rPr lang="zh-CN" altLang="en-US" sz="2400" b="1" strike="noStrike" noProof="1">
                <a:solidFill>
                  <a:srgbClr val="000099"/>
                </a:solidFill>
                <a:latin typeface="Times New Roman" panose="02020603050405020304" charset="0"/>
                <a:ea typeface="宋体" panose="02010600030101010101" pitchFamily="2" charset="-122"/>
                <a:cs typeface="+mn-cs"/>
              </a:rPr>
              <a:t>管理块</a:t>
            </a:r>
            <a:r>
              <a:rPr lang="zh-CN" altLang="en-US" sz="2400" strike="noStrike" noProof="1">
                <a:solidFill>
                  <a:schemeClr val="tx1"/>
                </a:solidFill>
                <a:latin typeface="Times New Roman" panose="02020603050405020304" charset="0"/>
                <a:ea typeface="宋体" panose="02010600030101010101" pitchFamily="2" charset="-122"/>
                <a:cs typeface="+mn-cs"/>
              </a:rPr>
              <a:t>     </a:t>
            </a:r>
            <a:endParaRPr lang="zh-CN" altLang="en-US" sz="2400" strike="noStrike" noProof="1">
              <a:solidFill>
                <a:schemeClr val="tx1"/>
              </a:solidFill>
              <a:latin typeface="Times New Roman" panose="02020603050405020304" charset="0"/>
              <a:ea typeface="宋体" panose="02010600030101010101" pitchFamily="2" charset="-122"/>
            </a:endParaRPr>
          </a:p>
        </p:txBody>
      </p:sp>
      <p:sp>
        <p:nvSpPr>
          <p:cNvPr id="98309" name="矩形 98308"/>
          <p:cNvSpPr/>
          <p:nvPr/>
        </p:nvSpPr>
        <p:spPr>
          <a:xfrm>
            <a:off x="571500" y="1000125"/>
            <a:ext cx="7959725" cy="488950"/>
          </a:xfrm>
          <a:prstGeom prst="rect">
            <a:avLst/>
          </a:prstGeom>
          <a:noFill/>
          <a:ln w="9525">
            <a:noFill/>
            <a:miter/>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914400" lvl="1" indent="-457200" fontAlgn="base">
              <a:lnSpc>
                <a:spcPct val="130000"/>
              </a:lnSpc>
              <a:buNone/>
            </a:pPr>
            <a:r>
              <a:rPr lang="zh-CN" altLang="en-US" sz="2000" strike="noStrike" noProof="1">
                <a:solidFill>
                  <a:schemeClr val="tx1"/>
                </a:solidFill>
                <a:latin typeface="Times New Roman" panose="02020603050405020304" charset="0"/>
                <a:ea typeface="宋体" panose="02010600030101010101" pitchFamily="2" charset="-122"/>
                <a:cs typeface="+mn-cs"/>
              </a:rPr>
              <a:t>记录文件系统各种数据，如：文件系统大小、空闲块数目等。</a:t>
            </a:r>
            <a:r>
              <a:rPr lang="zh-CN" altLang="en-US" sz="2000" strike="noStrike" noProof="1">
                <a:latin typeface="+mn-lt"/>
                <a:ea typeface="宋体" panose="02010600030101010101" pitchFamily="2" charset="-122"/>
                <a:cs typeface="+mn-cs"/>
              </a:rPr>
              <a:t> </a:t>
            </a:r>
            <a:endParaRPr lang="zh-CN" altLang="en-US" sz="2000" strike="noStrike" noProof="1">
              <a:ea typeface="宋体" panose="02010600030101010101" pitchFamily="2" charset="-122"/>
            </a:endParaRPr>
          </a:p>
        </p:txBody>
      </p:sp>
      <p:sp>
        <p:nvSpPr>
          <p:cNvPr id="98310" name="文本框 98309"/>
          <p:cNvSpPr txBox="1"/>
          <p:nvPr/>
        </p:nvSpPr>
        <p:spPr>
          <a:xfrm>
            <a:off x="380365" y="1371600"/>
            <a:ext cx="8239760" cy="5231130"/>
          </a:xfrm>
          <a:prstGeom prst="rect">
            <a:avLst/>
          </a:prstGeom>
          <a:noFill/>
          <a:ln w="9525">
            <a:noFill/>
            <a:miter/>
          </a:ln>
        </p:spPr>
        <p:txBody>
          <a:bodyPr wrap="square" anchor="t">
            <a:spAutoFit/>
          </a:bodyPr>
          <a:p>
            <a:pPr lvl="0">
              <a:lnSpc>
                <a:spcPct val="110000"/>
              </a:lnSpc>
              <a:spcBef>
                <a:spcPct val="10000"/>
              </a:spcBef>
              <a:buClr>
                <a:srgbClr val="000000"/>
              </a:buClr>
            </a:pPr>
            <a:r>
              <a:rPr lang="en-US" altLang="zh-CN" sz="2000" b="0">
                <a:solidFill>
                  <a:schemeClr val="tx1"/>
                </a:solidFill>
                <a:latin typeface="Times New Roman" panose="02020603050405020304" charset="0"/>
                <a:ea typeface="宋体" panose="02010600030101010101" pitchFamily="2" charset="-122"/>
              </a:rPr>
              <a:t>struct filsys</a:t>
            </a:r>
            <a:endParaRPr lang="zh-CN" altLang="en-US" sz="2000" b="0">
              <a:solidFill>
                <a:schemeClr val="tx1"/>
              </a:solidFill>
              <a:latin typeface="Times New Roman" panose="02020603050405020304" charset="0"/>
              <a:ea typeface="宋体" panose="02010600030101010101" pitchFamily="2" charset="-122"/>
            </a:endParaRPr>
          </a:p>
          <a:p>
            <a:pPr lvl="0">
              <a:lnSpc>
                <a:spcPct val="110000"/>
              </a:lnSpc>
              <a:spcBef>
                <a:spcPct val="10000"/>
              </a:spcBef>
              <a:buClr>
                <a:srgbClr val="000000"/>
              </a:buClr>
            </a:pPr>
            <a:r>
              <a:rPr lang="zh-CN" altLang="en-US" sz="2000" b="0">
                <a:solidFill>
                  <a:schemeClr val="tx1"/>
                </a:solidFill>
                <a:latin typeface="Times New Roman" panose="02020603050405020304" charset="0"/>
                <a:ea typeface="宋体" panose="02010600030101010101" pitchFamily="2" charset="-122"/>
              </a:rPr>
              <a:t> </a:t>
            </a:r>
            <a:r>
              <a:rPr lang="en-US" altLang="zh-CN" sz="2000" b="0">
                <a:solidFill>
                  <a:schemeClr val="tx1"/>
                </a:solidFill>
                <a:latin typeface="Times New Roman" panose="02020603050405020304" charset="0"/>
                <a:ea typeface="宋体" panose="02010600030101010101" pitchFamily="2" charset="-122"/>
              </a:rPr>
              <a:t>{</a:t>
            </a:r>
            <a:endParaRPr lang="zh-CN" altLang="en-US" sz="2000" b="0">
              <a:solidFill>
                <a:schemeClr val="tx1"/>
              </a:solidFill>
              <a:latin typeface="Times New Roman" panose="02020603050405020304" charset="0"/>
              <a:ea typeface="宋体" panose="02010600030101010101" pitchFamily="2" charset="-122"/>
            </a:endParaRPr>
          </a:p>
          <a:p>
            <a:pPr lvl="0">
              <a:lnSpc>
                <a:spcPct val="110000"/>
              </a:lnSpc>
              <a:spcBef>
                <a:spcPct val="10000"/>
              </a:spcBef>
              <a:buClr>
                <a:srgbClr val="000000"/>
              </a:buClr>
            </a:pPr>
            <a:r>
              <a:rPr lang="zh-CN" altLang="en-US" sz="2000" b="0">
                <a:solidFill>
                  <a:schemeClr val="tx1"/>
                </a:solidFill>
                <a:latin typeface="Times New Roman" panose="02020603050405020304" charset="0"/>
                <a:ea typeface="宋体" panose="02010600030101010101" pitchFamily="2" charset="-122"/>
              </a:rPr>
              <a:t>        </a:t>
            </a:r>
            <a:r>
              <a:rPr lang="en-US" altLang="zh-CN" sz="2000" b="0">
                <a:solidFill>
                  <a:schemeClr val="tx1"/>
                </a:solidFill>
                <a:latin typeface="Times New Roman" panose="02020603050405020304" charset="0"/>
                <a:ea typeface="宋体" panose="02010600030101010101" pitchFamily="2" charset="-122"/>
              </a:rPr>
              <a:t>int  s_isize</a:t>
            </a:r>
            <a:r>
              <a:rPr lang="zh-CN" altLang="en-US" sz="2000" b="0">
                <a:solidFill>
                  <a:schemeClr val="tx1"/>
                </a:solidFill>
                <a:latin typeface="Times New Roman" panose="02020603050405020304" charset="0"/>
                <a:ea typeface="宋体" panose="02010600030101010101" pitchFamily="2" charset="-122"/>
              </a:rPr>
              <a:t>；                 </a:t>
            </a:r>
            <a:r>
              <a:rPr lang="en-US" altLang="zh-CN" sz="2000" b="0">
                <a:solidFill>
                  <a:schemeClr val="tx1"/>
                </a:solidFill>
                <a:latin typeface="Times New Roman" panose="02020603050405020304" charset="0"/>
                <a:ea typeface="宋体" panose="02010600030101010101" pitchFamily="2" charset="-122"/>
              </a:rPr>
              <a:t>/* i</a:t>
            </a:r>
            <a:r>
              <a:rPr lang="zh-CN" altLang="en-US" sz="2000" b="0">
                <a:solidFill>
                  <a:schemeClr val="tx1"/>
                </a:solidFill>
                <a:latin typeface="Times New Roman" panose="02020603050405020304" charset="0"/>
                <a:ea typeface="宋体" panose="02010600030101010101" pitchFamily="2" charset="-122"/>
              </a:rPr>
              <a:t>节点区总块数 </a:t>
            </a:r>
            <a:r>
              <a:rPr lang="en-US" altLang="zh-CN" sz="2000" b="0">
                <a:solidFill>
                  <a:schemeClr val="tx1"/>
                </a:solidFill>
                <a:latin typeface="Times New Roman" panose="02020603050405020304" charset="0"/>
                <a:ea typeface="宋体" panose="02010600030101010101" pitchFamily="2" charset="-122"/>
              </a:rPr>
              <a:t>*/</a:t>
            </a:r>
            <a:r>
              <a:rPr lang="zh-CN" altLang="en-US" sz="2000" b="0">
                <a:solidFill>
                  <a:schemeClr val="tx1"/>
                </a:solidFill>
                <a:latin typeface="Times New Roman" panose="02020603050405020304" charset="0"/>
                <a:ea typeface="宋体" panose="02010600030101010101" pitchFamily="2" charset="-122"/>
              </a:rPr>
              <a:t></a:t>
            </a:r>
            <a:endParaRPr lang="zh-CN" altLang="en-US" sz="2000" b="0">
              <a:solidFill>
                <a:schemeClr val="tx1"/>
              </a:solidFill>
              <a:latin typeface="Times New Roman" panose="02020603050405020304" charset="0"/>
              <a:ea typeface="宋体" panose="02010600030101010101" pitchFamily="2" charset="-122"/>
            </a:endParaRPr>
          </a:p>
          <a:p>
            <a:pPr lvl="0">
              <a:lnSpc>
                <a:spcPct val="110000"/>
              </a:lnSpc>
              <a:spcBef>
                <a:spcPct val="10000"/>
              </a:spcBef>
              <a:buClr>
                <a:srgbClr val="000000"/>
              </a:buClr>
            </a:pPr>
            <a:r>
              <a:rPr lang="zh-CN" altLang="en-US" sz="2000" b="0">
                <a:solidFill>
                  <a:schemeClr val="tx1"/>
                </a:solidFill>
                <a:latin typeface="Times New Roman" panose="02020603050405020304" charset="0"/>
                <a:ea typeface="宋体" panose="02010600030101010101" pitchFamily="2" charset="-122"/>
              </a:rPr>
              <a:t>        </a:t>
            </a:r>
            <a:r>
              <a:rPr lang="en-US" altLang="zh-CN" sz="2000" b="0">
                <a:solidFill>
                  <a:schemeClr val="tx1"/>
                </a:solidFill>
                <a:latin typeface="Times New Roman" panose="02020603050405020304" charset="0"/>
                <a:ea typeface="宋体" panose="02010600030101010101" pitchFamily="2" charset="-122"/>
              </a:rPr>
              <a:t>int  s_fsize</a:t>
            </a:r>
            <a:r>
              <a:rPr lang="zh-CN" altLang="en-US" sz="2000" b="0">
                <a:solidFill>
                  <a:schemeClr val="tx1"/>
                </a:solidFill>
                <a:latin typeface="Times New Roman" panose="02020603050405020304" charset="0"/>
                <a:ea typeface="宋体" panose="02010600030101010101" pitchFamily="2" charset="-122"/>
              </a:rPr>
              <a:t>；                 </a:t>
            </a:r>
            <a:r>
              <a:rPr lang="en-US" altLang="zh-CN" sz="2000" b="0">
                <a:solidFill>
                  <a:schemeClr val="tx1"/>
                </a:solidFill>
                <a:latin typeface="Times New Roman" panose="02020603050405020304" charset="0"/>
                <a:ea typeface="宋体" panose="02010600030101010101" pitchFamily="2" charset="-122"/>
              </a:rPr>
              <a:t>/* </a:t>
            </a:r>
            <a:r>
              <a:rPr lang="zh-CN" altLang="en-US" sz="2000" b="0">
                <a:solidFill>
                  <a:schemeClr val="tx1"/>
                </a:solidFill>
                <a:latin typeface="Times New Roman" panose="02020603050405020304" charset="0"/>
                <a:ea typeface="宋体" panose="02010600030101010101" pitchFamily="2" charset="-122"/>
              </a:rPr>
              <a:t>文件卷总块数 </a:t>
            </a:r>
            <a:r>
              <a:rPr lang="en-US" altLang="zh-CN" sz="2000" b="0">
                <a:solidFill>
                  <a:schemeClr val="tx1"/>
                </a:solidFill>
                <a:latin typeface="Times New Roman" panose="02020603050405020304" charset="0"/>
                <a:ea typeface="宋体" panose="02010600030101010101" pitchFamily="2" charset="-122"/>
              </a:rPr>
              <a:t>*/</a:t>
            </a:r>
            <a:r>
              <a:rPr lang="zh-CN" altLang="en-US" sz="2000" b="0">
                <a:solidFill>
                  <a:schemeClr val="tx1"/>
                </a:solidFill>
                <a:latin typeface="Times New Roman" panose="02020603050405020304" charset="0"/>
                <a:ea typeface="宋体" panose="02010600030101010101" pitchFamily="2" charset="-122"/>
              </a:rPr>
              <a:t></a:t>
            </a:r>
            <a:endParaRPr lang="zh-CN" altLang="en-US" sz="2000" b="0">
              <a:solidFill>
                <a:schemeClr val="tx1"/>
              </a:solidFill>
              <a:latin typeface="Times New Roman" panose="02020603050405020304" charset="0"/>
              <a:ea typeface="宋体" panose="02010600030101010101" pitchFamily="2" charset="-122"/>
            </a:endParaRPr>
          </a:p>
          <a:p>
            <a:pPr lvl="0">
              <a:lnSpc>
                <a:spcPct val="110000"/>
              </a:lnSpc>
              <a:spcBef>
                <a:spcPct val="10000"/>
              </a:spcBef>
              <a:buClr>
                <a:srgbClr val="000000"/>
              </a:buClr>
            </a:pPr>
            <a:r>
              <a:rPr lang="zh-CN" altLang="en-US" sz="2000" b="0">
                <a:solidFill>
                  <a:schemeClr val="tx1"/>
                </a:solidFill>
                <a:latin typeface="Times New Roman" panose="02020603050405020304" charset="0"/>
                <a:ea typeface="宋体" panose="02010600030101010101" pitchFamily="2" charset="-122"/>
              </a:rPr>
              <a:t>        </a:t>
            </a:r>
            <a:r>
              <a:rPr lang="en-US" altLang="zh-CN" sz="2000">
                <a:solidFill>
                  <a:schemeClr val="tx1"/>
                </a:solidFill>
                <a:latin typeface="Times New Roman" panose="02020603050405020304" charset="0"/>
                <a:ea typeface="宋体" panose="02010600030101010101" pitchFamily="2" charset="-122"/>
              </a:rPr>
              <a:t>int  s_nfree</a:t>
            </a:r>
            <a:r>
              <a:rPr lang="zh-CN" altLang="en-US" sz="2000">
                <a:solidFill>
                  <a:schemeClr val="tx1"/>
                </a:solidFill>
                <a:latin typeface="Times New Roman" panose="02020603050405020304" charset="0"/>
                <a:ea typeface="宋体" panose="02010600030101010101" pitchFamily="2" charset="-122"/>
              </a:rPr>
              <a:t>；               </a:t>
            </a:r>
            <a:r>
              <a:rPr lang="en-US" altLang="zh-CN" sz="2000">
                <a:solidFill>
                  <a:schemeClr val="tx1"/>
                </a:solidFill>
                <a:latin typeface="Times New Roman" panose="02020603050405020304" charset="0"/>
                <a:ea typeface="宋体" panose="02010600030101010101" pitchFamily="2" charset="-122"/>
              </a:rPr>
              <a:t>/* </a:t>
            </a:r>
            <a:r>
              <a:rPr lang="zh-CN" altLang="en-US" sz="2000">
                <a:solidFill>
                  <a:schemeClr val="tx1"/>
                </a:solidFill>
                <a:latin typeface="Times New Roman" panose="02020603050405020304" charset="0"/>
                <a:ea typeface="宋体" panose="02010600030101010101" pitchFamily="2" charset="-122"/>
              </a:rPr>
              <a:t>直接管理的空闲块数 </a:t>
            </a:r>
            <a:r>
              <a:rPr lang="en-US" altLang="zh-CN" sz="2000">
                <a:solidFill>
                  <a:schemeClr val="tx1"/>
                </a:solidFill>
                <a:latin typeface="Times New Roman" panose="02020603050405020304" charset="0"/>
                <a:ea typeface="宋体" panose="02010600030101010101" pitchFamily="2" charset="-122"/>
              </a:rPr>
              <a:t>*/</a:t>
            </a:r>
            <a:r>
              <a:rPr lang="zh-CN" altLang="en-US" sz="2000">
                <a:solidFill>
                  <a:schemeClr val="tx1"/>
                </a:solidFill>
                <a:latin typeface="Times New Roman" panose="02020603050405020304" charset="0"/>
                <a:ea typeface="宋体" panose="02010600030101010101" pitchFamily="2" charset="-122"/>
              </a:rPr>
              <a:t></a:t>
            </a:r>
            <a:endParaRPr lang="zh-CN" altLang="en-US" sz="2000">
              <a:solidFill>
                <a:schemeClr val="tx1"/>
              </a:solidFill>
              <a:latin typeface="Times New Roman" panose="02020603050405020304" charset="0"/>
              <a:ea typeface="宋体" panose="02010600030101010101" pitchFamily="2" charset="-122"/>
            </a:endParaRPr>
          </a:p>
          <a:p>
            <a:pPr lvl="0">
              <a:lnSpc>
                <a:spcPct val="110000"/>
              </a:lnSpc>
              <a:spcBef>
                <a:spcPct val="10000"/>
              </a:spcBef>
              <a:buClr>
                <a:srgbClr val="000000"/>
              </a:buClr>
            </a:pPr>
            <a:r>
              <a:rPr lang="zh-CN" altLang="en-US" sz="2000">
                <a:solidFill>
                  <a:schemeClr val="tx1"/>
                </a:solidFill>
                <a:latin typeface="Times New Roman" panose="02020603050405020304" charset="0"/>
                <a:ea typeface="宋体" panose="02010600030101010101" pitchFamily="2" charset="-122"/>
              </a:rPr>
              <a:t>        </a:t>
            </a:r>
            <a:r>
              <a:rPr lang="en-US" altLang="zh-CN" sz="2000">
                <a:solidFill>
                  <a:schemeClr val="tx1"/>
                </a:solidFill>
                <a:latin typeface="Times New Roman" panose="02020603050405020304" charset="0"/>
                <a:ea typeface="宋体" panose="02010600030101010101" pitchFamily="2" charset="-122"/>
              </a:rPr>
              <a:t>int  s_free</a:t>
            </a:r>
            <a:r>
              <a:rPr lang="zh-CN" altLang="en-US" sz="2000">
                <a:solidFill>
                  <a:schemeClr val="tx1"/>
                </a:solidFill>
                <a:latin typeface="Times New Roman" panose="02020603050405020304" charset="0"/>
                <a:ea typeface="宋体" panose="02010600030101010101" pitchFamily="2" charset="-122"/>
              </a:rPr>
              <a:t>［</a:t>
            </a:r>
            <a:r>
              <a:rPr lang="en-US" altLang="zh-CN" sz="2000">
                <a:solidFill>
                  <a:schemeClr val="tx1"/>
                </a:solidFill>
                <a:latin typeface="Times New Roman" panose="02020603050405020304" charset="0"/>
                <a:ea typeface="宋体" panose="02010600030101010101" pitchFamily="2" charset="-122"/>
              </a:rPr>
              <a:t>100</a:t>
            </a:r>
            <a:r>
              <a:rPr lang="zh-CN" altLang="en-US" sz="2000">
                <a:solidFill>
                  <a:schemeClr val="tx1"/>
                </a:solidFill>
                <a:latin typeface="Times New Roman" panose="02020603050405020304" charset="0"/>
                <a:ea typeface="宋体" panose="02010600030101010101" pitchFamily="2" charset="-122"/>
              </a:rPr>
              <a:t>］；   </a:t>
            </a:r>
            <a:r>
              <a:rPr lang="en-US" altLang="zh-CN" sz="2000">
                <a:solidFill>
                  <a:schemeClr val="tx1"/>
                </a:solidFill>
                <a:latin typeface="Times New Roman" panose="02020603050405020304" charset="0"/>
                <a:ea typeface="宋体" panose="02010600030101010101" pitchFamily="2" charset="-122"/>
              </a:rPr>
              <a:t>/* </a:t>
            </a:r>
            <a:r>
              <a:rPr lang="zh-CN" altLang="en-US" sz="2000">
                <a:solidFill>
                  <a:schemeClr val="tx1"/>
                </a:solidFill>
                <a:latin typeface="Times New Roman" panose="02020603050405020304" charset="0"/>
                <a:ea typeface="宋体" panose="02010600030101010101" pitchFamily="2" charset="-122"/>
              </a:rPr>
              <a:t>空闲块号栈 </a:t>
            </a:r>
            <a:r>
              <a:rPr lang="en-US" altLang="zh-CN" sz="2000">
                <a:solidFill>
                  <a:schemeClr val="tx1"/>
                </a:solidFill>
                <a:latin typeface="Times New Roman" panose="02020603050405020304" charset="0"/>
                <a:ea typeface="宋体" panose="02010600030101010101" pitchFamily="2" charset="-122"/>
              </a:rPr>
              <a:t>*/</a:t>
            </a:r>
            <a:r>
              <a:rPr lang="zh-CN" altLang="en-US" sz="2000">
                <a:solidFill>
                  <a:schemeClr val="tx1"/>
                </a:solidFill>
                <a:latin typeface="Times New Roman" panose="02020603050405020304" charset="0"/>
                <a:ea typeface="宋体" panose="02010600030101010101" pitchFamily="2" charset="-122"/>
              </a:rPr>
              <a:t></a:t>
            </a:r>
            <a:endParaRPr lang="zh-CN" altLang="en-US" sz="2000">
              <a:solidFill>
                <a:schemeClr val="tx1"/>
              </a:solidFill>
              <a:latin typeface="Times New Roman" panose="02020603050405020304" charset="0"/>
              <a:ea typeface="宋体" panose="02010600030101010101" pitchFamily="2" charset="-122"/>
            </a:endParaRPr>
          </a:p>
          <a:p>
            <a:pPr lvl="0">
              <a:lnSpc>
                <a:spcPct val="110000"/>
              </a:lnSpc>
              <a:spcBef>
                <a:spcPct val="10000"/>
              </a:spcBef>
              <a:buClr>
                <a:srgbClr val="000000"/>
              </a:buClr>
            </a:pPr>
            <a:r>
              <a:rPr lang="zh-CN" altLang="en-US" sz="2000" b="0">
                <a:solidFill>
                  <a:schemeClr val="tx1"/>
                </a:solidFill>
                <a:latin typeface="Times New Roman" panose="02020603050405020304" charset="0"/>
                <a:ea typeface="宋体" panose="02010600030101010101" pitchFamily="2" charset="-122"/>
              </a:rPr>
              <a:t>        </a:t>
            </a:r>
            <a:r>
              <a:rPr lang="en-US" altLang="zh-CN" sz="2000">
                <a:solidFill>
                  <a:schemeClr val="tx1"/>
                </a:solidFill>
                <a:latin typeface="Times New Roman" panose="02020603050405020304" charset="0"/>
                <a:ea typeface="宋体" panose="02010600030101010101" pitchFamily="2" charset="-122"/>
              </a:rPr>
              <a:t>int  s_ninode</a:t>
            </a:r>
            <a:r>
              <a:rPr lang="zh-CN" altLang="en-US" sz="2000">
                <a:solidFill>
                  <a:schemeClr val="tx1"/>
                </a:solidFill>
                <a:latin typeface="Times New Roman" panose="02020603050405020304" charset="0"/>
                <a:ea typeface="宋体" panose="02010600030101010101" pitchFamily="2" charset="-122"/>
              </a:rPr>
              <a:t>；            </a:t>
            </a:r>
            <a:r>
              <a:rPr lang="en-US" altLang="zh-CN" sz="2000">
                <a:solidFill>
                  <a:schemeClr val="tx1"/>
                </a:solidFill>
                <a:latin typeface="Times New Roman" panose="02020603050405020304" charset="0"/>
                <a:ea typeface="宋体" panose="02010600030101010101" pitchFamily="2" charset="-122"/>
              </a:rPr>
              <a:t>/* </a:t>
            </a:r>
            <a:r>
              <a:rPr lang="zh-CN" altLang="en-US" sz="2000">
                <a:solidFill>
                  <a:schemeClr val="tx1"/>
                </a:solidFill>
                <a:latin typeface="Times New Roman" panose="02020603050405020304" charset="0"/>
                <a:ea typeface="宋体" panose="02010600030101010101" pitchFamily="2" charset="-122"/>
              </a:rPr>
              <a:t>直接管理的空闲</a:t>
            </a:r>
            <a:r>
              <a:rPr lang="en-US" altLang="zh-CN" sz="2000">
                <a:solidFill>
                  <a:schemeClr val="tx1"/>
                </a:solidFill>
                <a:latin typeface="Times New Roman" panose="02020603050405020304" charset="0"/>
                <a:ea typeface="宋体" panose="02010600030101010101" pitchFamily="2" charset="-122"/>
              </a:rPr>
              <a:t>i</a:t>
            </a:r>
            <a:r>
              <a:rPr lang="zh-CN" altLang="en-US" sz="2000">
                <a:solidFill>
                  <a:schemeClr val="tx1"/>
                </a:solidFill>
                <a:latin typeface="Times New Roman" panose="02020603050405020304" charset="0"/>
                <a:ea typeface="宋体" panose="02010600030101010101" pitchFamily="2" charset="-122"/>
              </a:rPr>
              <a:t>节点数 </a:t>
            </a:r>
            <a:r>
              <a:rPr lang="en-US" altLang="zh-CN" sz="2000">
                <a:solidFill>
                  <a:schemeClr val="tx1"/>
                </a:solidFill>
                <a:latin typeface="Times New Roman" panose="02020603050405020304" charset="0"/>
                <a:ea typeface="宋体" panose="02010600030101010101" pitchFamily="2" charset="-122"/>
              </a:rPr>
              <a:t>*/</a:t>
            </a:r>
            <a:endParaRPr lang="zh-CN" altLang="en-US" sz="2000">
              <a:solidFill>
                <a:schemeClr val="tx1"/>
              </a:solidFill>
              <a:latin typeface="Times New Roman" panose="02020603050405020304" charset="0"/>
              <a:ea typeface="宋体" panose="02010600030101010101" pitchFamily="2" charset="-122"/>
            </a:endParaRPr>
          </a:p>
          <a:p>
            <a:pPr lvl="0">
              <a:lnSpc>
                <a:spcPct val="110000"/>
              </a:lnSpc>
              <a:spcBef>
                <a:spcPct val="10000"/>
              </a:spcBef>
              <a:buClr>
                <a:srgbClr val="000000"/>
              </a:buClr>
            </a:pPr>
            <a:r>
              <a:rPr lang="zh-CN" altLang="en-US" sz="2000">
                <a:solidFill>
                  <a:schemeClr val="tx1"/>
                </a:solidFill>
                <a:latin typeface="Times New Roman" panose="02020603050405020304" charset="0"/>
                <a:ea typeface="宋体" panose="02010600030101010101" pitchFamily="2" charset="-122"/>
              </a:rPr>
              <a:t>        </a:t>
            </a:r>
            <a:r>
              <a:rPr lang="en-US" altLang="zh-CN" sz="2000">
                <a:solidFill>
                  <a:schemeClr val="tx1"/>
                </a:solidFill>
                <a:latin typeface="Times New Roman" panose="02020603050405020304" charset="0"/>
                <a:ea typeface="宋体" panose="02010600030101010101" pitchFamily="2" charset="-122"/>
              </a:rPr>
              <a:t>int  s_inode</a:t>
            </a:r>
            <a:r>
              <a:rPr lang="zh-CN" altLang="en-US" sz="2000">
                <a:solidFill>
                  <a:schemeClr val="tx1"/>
                </a:solidFill>
                <a:latin typeface="Times New Roman" panose="02020603050405020304" charset="0"/>
                <a:ea typeface="宋体" panose="02010600030101010101" pitchFamily="2" charset="-122"/>
              </a:rPr>
              <a:t>［</a:t>
            </a:r>
            <a:r>
              <a:rPr lang="en-US" altLang="zh-CN" sz="2000">
                <a:solidFill>
                  <a:schemeClr val="tx1"/>
                </a:solidFill>
                <a:latin typeface="Times New Roman" panose="02020603050405020304" charset="0"/>
                <a:ea typeface="宋体" panose="02010600030101010101" pitchFamily="2" charset="-122"/>
              </a:rPr>
              <a:t>100</a:t>
            </a:r>
            <a:r>
              <a:rPr lang="zh-CN" altLang="en-US" sz="2000">
                <a:solidFill>
                  <a:schemeClr val="tx1"/>
                </a:solidFill>
                <a:latin typeface="Times New Roman" panose="02020603050405020304" charset="0"/>
                <a:ea typeface="宋体" panose="02010600030101010101" pitchFamily="2" charset="-122"/>
              </a:rPr>
              <a:t>］；</a:t>
            </a:r>
            <a:r>
              <a:rPr lang="en-US" altLang="zh-CN" sz="2000">
                <a:solidFill>
                  <a:schemeClr val="tx1"/>
                </a:solidFill>
                <a:latin typeface="Times New Roman" panose="02020603050405020304" charset="0"/>
                <a:ea typeface="宋体" panose="02010600030101010101" pitchFamily="2" charset="-122"/>
              </a:rPr>
              <a:t>/* </a:t>
            </a:r>
            <a:r>
              <a:rPr lang="zh-CN" altLang="en-US" sz="2000">
                <a:solidFill>
                  <a:schemeClr val="tx1"/>
                </a:solidFill>
                <a:latin typeface="Times New Roman" panose="02020603050405020304" charset="0"/>
                <a:ea typeface="宋体" panose="02010600030101010101" pitchFamily="2" charset="-122"/>
              </a:rPr>
              <a:t>空闲</a:t>
            </a:r>
            <a:r>
              <a:rPr lang="en-US" altLang="zh-CN" sz="2000">
                <a:solidFill>
                  <a:schemeClr val="tx1"/>
                </a:solidFill>
                <a:latin typeface="Times New Roman" panose="02020603050405020304" charset="0"/>
                <a:ea typeface="宋体" panose="02010600030101010101" pitchFamily="2" charset="-122"/>
              </a:rPr>
              <a:t>i</a:t>
            </a:r>
            <a:r>
              <a:rPr lang="zh-CN" altLang="en-US" sz="2000">
                <a:solidFill>
                  <a:schemeClr val="tx1"/>
                </a:solidFill>
                <a:latin typeface="Times New Roman" panose="02020603050405020304" charset="0"/>
                <a:ea typeface="宋体" panose="02010600030101010101" pitchFamily="2" charset="-122"/>
              </a:rPr>
              <a:t>节点号栈 </a:t>
            </a:r>
            <a:r>
              <a:rPr lang="en-US" altLang="zh-CN" sz="2000">
                <a:solidFill>
                  <a:schemeClr val="tx1"/>
                </a:solidFill>
                <a:latin typeface="Times New Roman" panose="02020603050405020304" charset="0"/>
                <a:ea typeface="宋体" panose="02010600030101010101" pitchFamily="2" charset="-122"/>
              </a:rPr>
              <a:t>*/</a:t>
            </a:r>
            <a:r>
              <a:rPr lang="zh-CN" altLang="en-US" sz="2000">
                <a:solidFill>
                  <a:schemeClr val="tx1"/>
                </a:solidFill>
                <a:latin typeface="Times New Roman" panose="02020603050405020304" charset="0"/>
                <a:ea typeface="宋体" panose="02010600030101010101" pitchFamily="2" charset="-122"/>
              </a:rPr>
              <a:t></a:t>
            </a:r>
            <a:endParaRPr lang="zh-CN" altLang="en-US" sz="2000">
              <a:solidFill>
                <a:schemeClr val="tx1"/>
              </a:solidFill>
              <a:latin typeface="Times New Roman" panose="02020603050405020304" charset="0"/>
              <a:ea typeface="宋体" panose="02010600030101010101" pitchFamily="2" charset="-122"/>
            </a:endParaRPr>
          </a:p>
          <a:p>
            <a:pPr lvl="0">
              <a:lnSpc>
                <a:spcPct val="110000"/>
              </a:lnSpc>
              <a:spcBef>
                <a:spcPct val="10000"/>
              </a:spcBef>
              <a:buClr>
                <a:srgbClr val="000000"/>
              </a:buClr>
            </a:pPr>
            <a:r>
              <a:rPr lang="zh-CN" altLang="en-US" sz="2000" b="0">
                <a:solidFill>
                  <a:schemeClr val="tx1"/>
                </a:solidFill>
                <a:latin typeface="Times New Roman" panose="02020603050405020304" charset="0"/>
                <a:ea typeface="宋体" panose="02010600030101010101" pitchFamily="2" charset="-122"/>
              </a:rPr>
              <a:t>        </a:t>
            </a:r>
            <a:r>
              <a:rPr lang="en-US" altLang="zh-CN" sz="2000" b="0">
                <a:solidFill>
                  <a:schemeClr val="tx1"/>
                </a:solidFill>
                <a:latin typeface="Times New Roman" panose="02020603050405020304" charset="0"/>
                <a:ea typeface="宋体" panose="02010600030101010101" pitchFamily="2" charset="-122"/>
              </a:rPr>
              <a:t>char  s_flock</a:t>
            </a:r>
            <a:r>
              <a:rPr lang="zh-CN" altLang="en-US" sz="2000" b="0">
                <a:solidFill>
                  <a:schemeClr val="tx1"/>
                </a:solidFill>
                <a:latin typeface="Times New Roman" panose="02020603050405020304" charset="0"/>
                <a:ea typeface="宋体" panose="02010600030101010101" pitchFamily="2" charset="-122"/>
              </a:rPr>
              <a:t>；             </a:t>
            </a:r>
            <a:r>
              <a:rPr lang="en-US" altLang="zh-CN" sz="2000" b="0">
                <a:solidFill>
                  <a:schemeClr val="tx1"/>
                </a:solidFill>
                <a:latin typeface="Times New Roman" panose="02020603050405020304" charset="0"/>
                <a:ea typeface="宋体" panose="02010600030101010101" pitchFamily="2" charset="-122"/>
              </a:rPr>
              <a:t>/* </a:t>
            </a:r>
            <a:r>
              <a:rPr lang="zh-CN" altLang="en-US" sz="2000" b="0">
                <a:solidFill>
                  <a:schemeClr val="tx1"/>
                </a:solidFill>
                <a:latin typeface="Times New Roman" panose="02020603050405020304" charset="0"/>
                <a:ea typeface="宋体" panose="02010600030101010101" pitchFamily="2" charset="-122"/>
              </a:rPr>
              <a:t>空闲块操作封锁标记 </a:t>
            </a:r>
            <a:r>
              <a:rPr lang="en-US" altLang="zh-CN" sz="2000" b="0">
                <a:solidFill>
                  <a:schemeClr val="tx1"/>
                </a:solidFill>
                <a:latin typeface="Times New Roman" panose="02020603050405020304" charset="0"/>
                <a:ea typeface="宋体" panose="02010600030101010101" pitchFamily="2" charset="-122"/>
              </a:rPr>
              <a:t>*/</a:t>
            </a:r>
            <a:r>
              <a:rPr lang="zh-CN" altLang="en-US" sz="2000" b="0">
                <a:solidFill>
                  <a:schemeClr val="tx1"/>
                </a:solidFill>
                <a:latin typeface="Times New Roman" panose="02020603050405020304" charset="0"/>
                <a:ea typeface="宋体" panose="02010600030101010101" pitchFamily="2" charset="-122"/>
              </a:rPr>
              <a:t></a:t>
            </a:r>
            <a:endParaRPr lang="zh-CN" altLang="en-US" sz="2000" b="0">
              <a:solidFill>
                <a:schemeClr val="tx1"/>
              </a:solidFill>
              <a:latin typeface="Times New Roman" panose="02020603050405020304" charset="0"/>
              <a:ea typeface="宋体" panose="02010600030101010101" pitchFamily="2" charset="-122"/>
            </a:endParaRPr>
          </a:p>
          <a:p>
            <a:pPr lvl="0">
              <a:lnSpc>
                <a:spcPct val="110000"/>
              </a:lnSpc>
              <a:spcBef>
                <a:spcPct val="10000"/>
              </a:spcBef>
              <a:buClr>
                <a:srgbClr val="000000"/>
              </a:buClr>
            </a:pPr>
            <a:r>
              <a:rPr lang="zh-CN" altLang="en-US" sz="2000" b="0">
                <a:solidFill>
                  <a:schemeClr val="tx1"/>
                </a:solidFill>
                <a:latin typeface="Times New Roman" panose="02020603050405020304" charset="0"/>
                <a:ea typeface="宋体" panose="02010600030101010101" pitchFamily="2" charset="-122"/>
              </a:rPr>
              <a:t>        </a:t>
            </a:r>
            <a:r>
              <a:rPr lang="en-US" altLang="zh-CN" sz="2000" b="0">
                <a:solidFill>
                  <a:schemeClr val="tx1"/>
                </a:solidFill>
                <a:latin typeface="Times New Roman" panose="02020603050405020304" charset="0"/>
                <a:ea typeface="宋体" panose="02010600030101010101" pitchFamily="2" charset="-122"/>
              </a:rPr>
              <a:t>char  s_ilock</a:t>
            </a:r>
            <a:r>
              <a:rPr lang="zh-CN" altLang="en-US" sz="2000" b="0">
                <a:solidFill>
                  <a:schemeClr val="tx1"/>
                </a:solidFill>
                <a:latin typeface="Times New Roman" panose="02020603050405020304" charset="0"/>
                <a:ea typeface="宋体" panose="02010600030101010101" pitchFamily="2" charset="-122"/>
              </a:rPr>
              <a:t>；             </a:t>
            </a:r>
            <a:r>
              <a:rPr lang="en-US" altLang="zh-CN" sz="2000" b="0">
                <a:solidFill>
                  <a:schemeClr val="tx1"/>
                </a:solidFill>
                <a:latin typeface="Times New Roman" panose="02020603050405020304" charset="0"/>
                <a:ea typeface="宋体" panose="02010600030101010101" pitchFamily="2" charset="-122"/>
              </a:rPr>
              <a:t>/* </a:t>
            </a:r>
            <a:r>
              <a:rPr lang="zh-CN" altLang="en-US" sz="2000" b="0">
                <a:solidFill>
                  <a:schemeClr val="tx1"/>
                </a:solidFill>
                <a:latin typeface="Times New Roman" panose="02020603050405020304" charset="0"/>
                <a:ea typeface="宋体" panose="02010600030101010101" pitchFamily="2" charset="-122"/>
              </a:rPr>
              <a:t>空闲</a:t>
            </a:r>
            <a:r>
              <a:rPr lang="en-US" altLang="zh-CN" sz="2000" b="0">
                <a:solidFill>
                  <a:schemeClr val="tx1"/>
                </a:solidFill>
                <a:latin typeface="Times New Roman" panose="02020603050405020304" charset="0"/>
                <a:ea typeface="宋体" panose="02010600030101010101" pitchFamily="2" charset="-122"/>
              </a:rPr>
              <a:t>i</a:t>
            </a:r>
            <a:r>
              <a:rPr lang="zh-CN" altLang="en-US" sz="2000" b="0">
                <a:solidFill>
                  <a:schemeClr val="tx1"/>
                </a:solidFill>
                <a:latin typeface="Times New Roman" panose="02020603050405020304" charset="0"/>
                <a:ea typeface="宋体" panose="02010600030101010101" pitchFamily="2" charset="-122"/>
              </a:rPr>
              <a:t>节点分配封锁标记 </a:t>
            </a:r>
            <a:r>
              <a:rPr lang="en-US" altLang="zh-CN" sz="2000" b="0">
                <a:solidFill>
                  <a:schemeClr val="tx1"/>
                </a:solidFill>
                <a:latin typeface="Times New Roman" panose="02020603050405020304" charset="0"/>
                <a:ea typeface="宋体" panose="02010600030101010101" pitchFamily="2" charset="-122"/>
              </a:rPr>
              <a:t>*/</a:t>
            </a:r>
            <a:endParaRPr lang="zh-CN" altLang="en-US" sz="2000" b="0">
              <a:solidFill>
                <a:schemeClr val="tx1"/>
              </a:solidFill>
              <a:latin typeface="Times New Roman" panose="02020603050405020304" charset="0"/>
              <a:ea typeface="宋体" panose="02010600030101010101" pitchFamily="2" charset="-122"/>
            </a:endParaRPr>
          </a:p>
          <a:p>
            <a:pPr lvl="0">
              <a:lnSpc>
                <a:spcPct val="110000"/>
              </a:lnSpc>
              <a:spcBef>
                <a:spcPct val="10000"/>
              </a:spcBef>
              <a:buClr>
                <a:srgbClr val="000000"/>
              </a:buClr>
            </a:pPr>
            <a:r>
              <a:rPr lang="zh-CN" altLang="en-US" sz="2000" b="0">
                <a:solidFill>
                  <a:schemeClr val="tx1"/>
                </a:solidFill>
                <a:latin typeface="Times New Roman" panose="02020603050405020304" charset="0"/>
                <a:ea typeface="宋体" panose="02010600030101010101" pitchFamily="2" charset="-122"/>
              </a:rPr>
              <a:t>        </a:t>
            </a:r>
            <a:r>
              <a:rPr lang="en-US" altLang="zh-CN" sz="2000" b="0">
                <a:solidFill>
                  <a:schemeClr val="tx1"/>
                </a:solidFill>
                <a:latin typeface="Times New Roman" panose="02020603050405020304" charset="0"/>
                <a:ea typeface="宋体" panose="02010600030101010101" pitchFamily="2" charset="-122"/>
              </a:rPr>
              <a:t>char  s_fmod</a:t>
            </a:r>
            <a:r>
              <a:rPr lang="zh-CN" altLang="en-US" sz="2000" b="0">
                <a:solidFill>
                  <a:schemeClr val="tx1"/>
                </a:solidFill>
                <a:latin typeface="Times New Roman" panose="02020603050405020304" charset="0"/>
                <a:ea typeface="宋体" panose="02010600030101010101" pitchFamily="2" charset="-122"/>
              </a:rPr>
              <a:t>；             </a:t>
            </a:r>
            <a:r>
              <a:rPr lang="en-US" altLang="zh-CN" sz="2000" b="0">
                <a:solidFill>
                  <a:schemeClr val="tx1"/>
                </a:solidFill>
                <a:latin typeface="Times New Roman" panose="02020603050405020304" charset="0"/>
                <a:ea typeface="宋体" panose="02010600030101010101" pitchFamily="2" charset="-122"/>
              </a:rPr>
              <a:t>/* </a:t>
            </a:r>
            <a:r>
              <a:rPr lang="zh-CN" altLang="en-US" sz="2000" b="0">
                <a:solidFill>
                  <a:schemeClr val="tx1"/>
                </a:solidFill>
                <a:latin typeface="Times New Roman" panose="02020603050405020304" charset="0"/>
                <a:ea typeface="宋体" panose="02010600030101010101" pitchFamily="2" charset="-122"/>
              </a:rPr>
              <a:t>文件卷修改标记 </a:t>
            </a:r>
            <a:r>
              <a:rPr lang="en-US" altLang="zh-CN" sz="2000" b="0">
                <a:solidFill>
                  <a:schemeClr val="tx1"/>
                </a:solidFill>
                <a:latin typeface="Times New Roman" panose="02020603050405020304" charset="0"/>
                <a:ea typeface="宋体" panose="02010600030101010101" pitchFamily="2" charset="-122"/>
              </a:rPr>
              <a:t>*/</a:t>
            </a:r>
            <a:r>
              <a:rPr lang="zh-CN" altLang="en-US" sz="2000" b="0">
                <a:solidFill>
                  <a:schemeClr val="tx1"/>
                </a:solidFill>
                <a:latin typeface="Times New Roman" panose="02020603050405020304" charset="0"/>
                <a:ea typeface="宋体" panose="02010600030101010101" pitchFamily="2" charset="-122"/>
              </a:rPr>
              <a:t></a:t>
            </a:r>
            <a:endParaRPr lang="zh-CN" altLang="en-US" sz="2000" b="0">
              <a:solidFill>
                <a:schemeClr val="tx1"/>
              </a:solidFill>
              <a:latin typeface="Times New Roman" panose="02020603050405020304" charset="0"/>
              <a:ea typeface="宋体" panose="02010600030101010101" pitchFamily="2" charset="-122"/>
            </a:endParaRPr>
          </a:p>
          <a:p>
            <a:pPr lvl="0">
              <a:lnSpc>
                <a:spcPct val="110000"/>
              </a:lnSpc>
              <a:spcBef>
                <a:spcPct val="10000"/>
              </a:spcBef>
              <a:buClr>
                <a:srgbClr val="000000"/>
              </a:buClr>
            </a:pPr>
            <a:r>
              <a:rPr lang="zh-CN" altLang="en-US" sz="2000" b="0">
                <a:solidFill>
                  <a:schemeClr val="tx1"/>
                </a:solidFill>
                <a:latin typeface="Times New Roman" panose="02020603050405020304" charset="0"/>
                <a:ea typeface="宋体" panose="02010600030101010101" pitchFamily="2" charset="-122"/>
              </a:rPr>
              <a:t>        </a:t>
            </a:r>
            <a:r>
              <a:rPr lang="en-US" altLang="zh-CN" sz="2000" b="0">
                <a:solidFill>
                  <a:schemeClr val="tx1"/>
                </a:solidFill>
                <a:latin typeface="Times New Roman" panose="02020603050405020304" charset="0"/>
                <a:ea typeface="宋体" panose="02010600030101010101" pitchFamily="2" charset="-122"/>
              </a:rPr>
              <a:t>char  s_ronly</a:t>
            </a:r>
            <a:r>
              <a:rPr lang="zh-CN" altLang="en-US" sz="2000" b="0">
                <a:solidFill>
                  <a:schemeClr val="tx1"/>
                </a:solidFill>
                <a:latin typeface="Times New Roman" panose="02020603050405020304" charset="0"/>
                <a:ea typeface="宋体" panose="02010600030101010101" pitchFamily="2" charset="-122"/>
              </a:rPr>
              <a:t>；             </a:t>
            </a:r>
            <a:r>
              <a:rPr lang="en-US" altLang="zh-CN" sz="2000" b="0">
                <a:solidFill>
                  <a:schemeClr val="tx1"/>
                </a:solidFill>
                <a:latin typeface="Times New Roman" panose="02020603050405020304" charset="0"/>
                <a:ea typeface="宋体" panose="02010600030101010101" pitchFamily="2" charset="-122"/>
              </a:rPr>
              <a:t>/* </a:t>
            </a:r>
            <a:r>
              <a:rPr lang="zh-CN" altLang="en-US" sz="2000" b="0">
                <a:solidFill>
                  <a:schemeClr val="tx1"/>
                </a:solidFill>
                <a:latin typeface="Times New Roman" panose="02020603050405020304" charset="0"/>
                <a:ea typeface="宋体" panose="02010600030101010101" pitchFamily="2" charset="-122"/>
              </a:rPr>
              <a:t>文件卷只读标记 </a:t>
            </a:r>
            <a:r>
              <a:rPr lang="en-US" altLang="zh-CN" sz="2000" b="0">
                <a:solidFill>
                  <a:schemeClr val="tx1"/>
                </a:solidFill>
                <a:latin typeface="Times New Roman" panose="02020603050405020304" charset="0"/>
                <a:ea typeface="宋体" panose="02010600030101010101" pitchFamily="2" charset="-122"/>
              </a:rPr>
              <a:t>*/</a:t>
            </a:r>
            <a:r>
              <a:rPr lang="zh-CN" altLang="en-US" sz="2000" b="0">
                <a:solidFill>
                  <a:schemeClr val="tx1"/>
                </a:solidFill>
                <a:latin typeface="Times New Roman" panose="02020603050405020304" charset="0"/>
                <a:ea typeface="宋体" panose="02010600030101010101" pitchFamily="2" charset="-122"/>
              </a:rPr>
              <a:t></a:t>
            </a:r>
            <a:endParaRPr lang="zh-CN" altLang="en-US" sz="2000" b="0">
              <a:solidFill>
                <a:schemeClr val="tx1"/>
              </a:solidFill>
              <a:latin typeface="Times New Roman" panose="02020603050405020304" charset="0"/>
              <a:ea typeface="宋体" panose="02010600030101010101" pitchFamily="2" charset="-122"/>
            </a:endParaRPr>
          </a:p>
          <a:p>
            <a:pPr lvl="0">
              <a:lnSpc>
                <a:spcPct val="110000"/>
              </a:lnSpc>
              <a:spcBef>
                <a:spcPct val="10000"/>
              </a:spcBef>
              <a:buClr>
                <a:srgbClr val="000000"/>
              </a:buClr>
            </a:pPr>
            <a:r>
              <a:rPr lang="zh-CN" altLang="en-US" sz="2000" b="0">
                <a:solidFill>
                  <a:schemeClr val="tx1"/>
                </a:solidFill>
                <a:latin typeface="Times New Roman" panose="02020603050405020304" charset="0"/>
                <a:ea typeface="宋体" panose="02010600030101010101" pitchFamily="2" charset="-122"/>
              </a:rPr>
              <a:t>        </a:t>
            </a:r>
            <a:r>
              <a:rPr lang="en-US" altLang="zh-CN" sz="2000" b="0">
                <a:solidFill>
                  <a:schemeClr val="tx1"/>
                </a:solidFill>
                <a:latin typeface="Times New Roman" panose="02020603050405020304" charset="0"/>
                <a:ea typeface="宋体" panose="02010600030101010101" pitchFamily="2" charset="-122"/>
              </a:rPr>
              <a:t>int  s_time</a:t>
            </a:r>
            <a:r>
              <a:rPr lang="zh-CN" altLang="en-US" sz="2000" b="0">
                <a:solidFill>
                  <a:schemeClr val="tx1"/>
                </a:solidFill>
                <a:latin typeface="Times New Roman" panose="02020603050405020304" charset="0"/>
                <a:ea typeface="宋体" panose="02010600030101010101" pitchFamily="2" charset="-122"/>
              </a:rPr>
              <a:t>；                 </a:t>
            </a:r>
            <a:r>
              <a:rPr lang="en-US" altLang="zh-CN" sz="2000" b="0">
                <a:solidFill>
                  <a:schemeClr val="tx1"/>
                </a:solidFill>
                <a:latin typeface="Times New Roman" panose="02020603050405020304" charset="0"/>
                <a:ea typeface="宋体" panose="02010600030101010101" pitchFamily="2" charset="-122"/>
              </a:rPr>
              <a:t>/* </a:t>
            </a:r>
            <a:r>
              <a:rPr lang="zh-CN" altLang="en-US" sz="2000" b="0">
                <a:solidFill>
                  <a:schemeClr val="tx1"/>
                </a:solidFill>
                <a:latin typeface="Times New Roman" panose="02020603050405020304" charset="0"/>
                <a:ea typeface="宋体" panose="02010600030101010101" pitchFamily="2" charset="-122"/>
              </a:rPr>
              <a:t>文件卷最近修改时间 </a:t>
            </a:r>
            <a:r>
              <a:rPr lang="en-US" altLang="zh-CN" sz="2000" b="0">
                <a:solidFill>
                  <a:schemeClr val="tx1"/>
                </a:solidFill>
                <a:latin typeface="Times New Roman" panose="02020603050405020304" charset="0"/>
                <a:ea typeface="宋体" panose="02010600030101010101" pitchFamily="2" charset="-122"/>
              </a:rPr>
              <a:t>*/</a:t>
            </a:r>
            <a:r>
              <a:rPr lang="zh-CN" altLang="en-US" sz="2000" b="0">
                <a:solidFill>
                  <a:schemeClr val="tx1"/>
                </a:solidFill>
                <a:latin typeface="Times New Roman" panose="02020603050405020304" charset="0"/>
                <a:ea typeface="宋体" panose="02010600030101010101" pitchFamily="2" charset="-122"/>
              </a:rPr>
              <a:t></a:t>
            </a:r>
            <a:endParaRPr lang="zh-CN" altLang="en-US" sz="2000" b="0">
              <a:solidFill>
                <a:schemeClr val="tx1"/>
              </a:solidFill>
              <a:latin typeface="Times New Roman" panose="02020603050405020304" charset="0"/>
              <a:ea typeface="宋体" panose="02010600030101010101" pitchFamily="2" charset="-122"/>
            </a:endParaRPr>
          </a:p>
          <a:p>
            <a:pPr lvl="0">
              <a:lnSpc>
                <a:spcPct val="110000"/>
              </a:lnSpc>
              <a:spcBef>
                <a:spcPct val="10000"/>
              </a:spcBef>
              <a:buClr>
                <a:srgbClr val="000000"/>
              </a:buClr>
            </a:pPr>
            <a:r>
              <a:rPr lang="zh-CN" altLang="en-US" sz="2000" b="0">
                <a:solidFill>
                  <a:schemeClr val="tx1"/>
                </a:solidFill>
                <a:latin typeface="Times New Roman" panose="02020603050405020304" charset="0"/>
                <a:ea typeface="宋体" panose="02010600030101010101" pitchFamily="2" charset="-122"/>
              </a:rPr>
              <a:t> </a:t>
            </a:r>
            <a:r>
              <a:rPr lang="en-US" altLang="zh-CN" sz="2000" b="0">
                <a:solidFill>
                  <a:schemeClr val="tx1"/>
                </a:solidFill>
                <a:latin typeface="Times New Roman" panose="02020603050405020304" charset="0"/>
                <a:ea typeface="宋体" panose="02010600030101010101" pitchFamily="2" charset="-122"/>
              </a:rPr>
              <a:t>}</a:t>
            </a:r>
            <a:endParaRPr lang="zh-CN" altLang="en-US" sz="2000" b="0">
              <a:solidFill>
                <a:schemeClr val="tx1"/>
              </a:solidFill>
              <a:latin typeface="Times New Roman" panose="02020603050405020304"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98308" grpId="0" build="p"/>
      <p:bldP spid="98309" grpId="0" build="p"/>
      <p:bldP spid="98310" grpId="0"/>
    </p:bld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6497" name="文本框 99329"/>
          <p:cNvSpPr txBox="1"/>
          <p:nvPr/>
        </p:nvSpPr>
        <p:spPr>
          <a:xfrm>
            <a:off x="8493125" y="6510338"/>
            <a:ext cx="376238"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buFont typeface="Wingdings" panose="05000000000000000000" pitchFamily="2" charset="2"/>
              <a:buNone/>
            </a:pPr>
            <a:r>
              <a:rPr lang="en-US" altLang="zh-CN" b="0">
                <a:solidFill>
                  <a:schemeClr val="tx2"/>
                </a:solidFill>
                <a:latin typeface="Times New Roman" panose="02020603050405020304" charset="0"/>
                <a:ea typeface="宋体" panose="02010600030101010101" pitchFamily="2" charset="-122"/>
              </a:rPr>
              <a:t>68</a:t>
            </a:r>
            <a:endParaRPr lang="en-US" altLang="zh-CN" b="0">
              <a:solidFill>
                <a:schemeClr val="tx2"/>
              </a:solidFill>
              <a:latin typeface="Times New Roman" panose="02020603050405020304" charset="0"/>
              <a:ea typeface="宋体" panose="02010600030101010101" pitchFamily="2" charset="-122"/>
            </a:endParaRPr>
          </a:p>
        </p:txBody>
      </p:sp>
      <p:sp>
        <p:nvSpPr>
          <p:cNvPr id="99331" name="矩形 99330"/>
          <p:cNvSpPr/>
          <p:nvPr/>
        </p:nvSpPr>
        <p:spPr>
          <a:xfrm>
            <a:off x="674688" y="593725"/>
            <a:ext cx="5808663" cy="604838"/>
          </a:xfrm>
          <a:prstGeom prst="rect">
            <a:avLst/>
          </a:prstGeom>
          <a:noFill/>
          <a:ln w="9525">
            <a:noFill/>
            <a:miter/>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20000"/>
              </a:lnSpc>
              <a:spcBef>
                <a:spcPct val="20000"/>
              </a:spcBef>
              <a:buNone/>
            </a:pPr>
            <a:r>
              <a:rPr lang="en-US" altLang="zh-CN" sz="2800" b="1" strike="noStrike" noProof="1">
                <a:solidFill>
                  <a:srgbClr val="A50021"/>
                </a:solidFill>
                <a:latin typeface="Times New Roman" panose="02020603050405020304" charset="0"/>
                <a:ea typeface="宋体" panose="02010600030101010101" pitchFamily="2" charset="-122"/>
                <a:cs typeface="+mn-ea"/>
              </a:rPr>
              <a:t>(2) </a:t>
            </a:r>
            <a:r>
              <a:rPr lang="zh-CN" altLang="en-US" sz="2800" b="1" strike="noStrike" noProof="1">
                <a:solidFill>
                  <a:srgbClr val="A50021"/>
                </a:solidFill>
                <a:latin typeface="Times New Roman" panose="02020603050405020304" charset="0"/>
                <a:ea typeface="宋体" panose="02010600030101010101" pitchFamily="2" charset="-122"/>
                <a:cs typeface="+mn-ea"/>
              </a:rPr>
              <a:t>空闲磁盘块的管理</a:t>
            </a:r>
            <a:endParaRPr lang="zh-CN" altLang="en-US" sz="2800" b="1" strike="noStrike" noProof="1">
              <a:solidFill>
                <a:srgbClr val="A50021"/>
              </a:solidFill>
              <a:latin typeface="Times New Roman" panose="02020603050405020304" charset="0"/>
              <a:ea typeface="宋体" panose="02010600030101010101" pitchFamily="2" charset="-122"/>
            </a:endParaRPr>
          </a:p>
        </p:txBody>
      </p:sp>
      <p:sp>
        <p:nvSpPr>
          <p:cNvPr id="99332" name="矩形 99331"/>
          <p:cNvSpPr/>
          <p:nvPr/>
        </p:nvSpPr>
        <p:spPr>
          <a:xfrm>
            <a:off x="381000" y="4286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Arial" panose="02080604020202020204" pitchFamily="34" charset="0"/>
                <a:ea typeface="宋体" panose="02010600030101010101" pitchFamily="2" charset="-122"/>
                <a:cs typeface="+mn-ea"/>
              </a:rPr>
              <a:t>文件系统</a:t>
            </a:r>
            <a:r>
              <a:rPr lang="en-US" altLang="zh-CN" sz="2400" strike="noStrike" noProof="1">
                <a:latin typeface="Arial" panose="02080604020202020204" pitchFamily="34" charset="0"/>
                <a:ea typeface="宋体" panose="02010600030101010101" pitchFamily="2" charset="-122"/>
                <a:cs typeface="+mn-ea"/>
              </a:rPr>
              <a:t>——</a:t>
            </a:r>
            <a:r>
              <a:rPr lang="en-US" altLang="zh-CN" sz="2400" strike="noStrike" noProof="1">
                <a:latin typeface="Times New Roman" panose="02020603050405020304" charset="0"/>
                <a:ea typeface="宋体" panose="02010600030101010101" pitchFamily="2" charset="-122"/>
                <a:cs typeface="+mn-ea"/>
              </a:rPr>
              <a:t>UNIX</a:t>
            </a:r>
            <a:r>
              <a:rPr lang="zh-CN" altLang="en-US" sz="2400" strike="noStrike" noProof="1">
                <a:latin typeface="Arial" panose="02080604020202020204" pitchFamily="34" charset="0"/>
                <a:ea typeface="宋体" panose="02010600030101010101" pitchFamily="2" charset="-122"/>
                <a:cs typeface="+mn-ea"/>
              </a:rPr>
              <a:t>文件系统的主要结构及实现</a:t>
            </a:r>
            <a:endParaRPr lang="zh-CN" altLang="en-US" sz="2400" strike="noStrike" noProof="1">
              <a:ea typeface="宋体" panose="02010600030101010101" pitchFamily="2" charset="-122"/>
            </a:endParaRPr>
          </a:p>
        </p:txBody>
      </p:sp>
      <p:sp>
        <p:nvSpPr>
          <p:cNvPr id="99333" name="矩形 99332"/>
          <p:cNvSpPr/>
          <p:nvPr/>
        </p:nvSpPr>
        <p:spPr>
          <a:xfrm>
            <a:off x="26670" y="1771015"/>
            <a:ext cx="9063990" cy="3487420"/>
          </a:xfrm>
          <a:prstGeom prst="rect">
            <a:avLst/>
          </a:prstGeom>
          <a:noFill/>
          <a:ln w="9525">
            <a:noFill/>
            <a:miter/>
          </a:ln>
        </p:spPr>
        <p:txBody>
          <a:bodyPr wrap="square">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914400" lvl="1" indent="-457200" fontAlgn="base">
              <a:lnSpc>
                <a:spcPct val="130000"/>
              </a:lnSpc>
              <a:buNone/>
            </a:pPr>
            <a:r>
              <a:rPr lang="zh-CN" altLang="en-US" sz="2400" strike="noStrike" noProof="1">
                <a:solidFill>
                  <a:schemeClr val="tx1"/>
                </a:solidFill>
                <a:latin typeface="Times New Roman" panose="02020603050405020304" charset="0"/>
                <a:ea typeface="宋体" panose="02010600030101010101" pitchFamily="2" charset="-122"/>
                <a:cs typeface="+mn-cs"/>
              </a:rPr>
              <a:t>空闲磁盘块管理采用成组链接法，即将空闲表和空闲链两</a:t>
            </a:r>
            <a:endParaRPr lang="zh-CN" altLang="en-US" sz="2400" strike="noStrike" noProof="1">
              <a:solidFill>
                <a:schemeClr val="tx1"/>
              </a:solidFill>
              <a:latin typeface="Times New Roman" panose="02020603050405020304" charset="0"/>
              <a:ea typeface="宋体" panose="02010600030101010101" pitchFamily="2" charset="-122"/>
            </a:endParaRPr>
          </a:p>
          <a:p>
            <a:pPr marL="914400" lvl="1" indent="-457200" fontAlgn="base">
              <a:lnSpc>
                <a:spcPct val="130000"/>
              </a:lnSpc>
              <a:buNone/>
            </a:pPr>
            <a:r>
              <a:rPr lang="zh-CN" altLang="en-US" sz="2400" strike="noStrike" noProof="1">
                <a:solidFill>
                  <a:schemeClr val="tx1"/>
                </a:solidFill>
                <a:latin typeface="Times New Roman" panose="02020603050405020304" charset="0"/>
                <a:ea typeface="宋体" panose="02010600030101010101" pitchFamily="2" charset="-122"/>
                <a:cs typeface="+mn-cs"/>
              </a:rPr>
              <a:t>种方法相结合。系统初启时，文件存储区是空闲。将空闲</a:t>
            </a:r>
            <a:endParaRPr lang="zh-CN" altLang="en-US" sz="2400" strike="noStrike" noProof="1">
              <a:solidFill>
                <a:schemeClr val="tx1"/>
              </a:solidFill>
              <a:latin typeface="Times New Roman" panose="02020603050405020304" charset="0"/>
              <a:ea typeface="宋体" panose="02010600030101010101" pitchFamily="2" charset="-122"/>
            </a:endParaRPr>
          </a:p>
          <a:p>
            <a:pPr marL="914400" lvl="1" indent="-457200" fontAlgn="base">
              <a:lnSpc>
                <a:spcPct val="130000"/>
              </a:lnSpc>
              <a:buNone/>
            </a:pPr>
            <a:r>
              <a:rPr lang="zh-CN" altLang="en-US" sz="2400" strike="noStrike" noProof="1">
                <a:solidFill>
                  <a:schemeClr val="tx1"/>
                </a:solidFill>
                <a:latin typeface="Times New Roman" panose="02020603050405020304" charset="0"/>
                <a:ea typeface="宋体" panose="02010600030101010101" pitchFamily="2" charset="-122"/>
                <a:cs typeface="+mn-cs"/>
              </a:rPr>
              <a:t>块从尾倒向前，每</a:t>
            </a:r>
            <a:r>
              <a:rPr lang="en-US" altLang="zh-CN" sz="2400" strike="noStrike" noProof="1">
                <a:solidFill>
                  <a:schemeClr val="tx1"/>
                </a:solidFill>
                <a:latin typeface="Times New Roman" panose="02020603050405020304" charset="0"/>
                <a:ea typeface="宋体" panose="02010600030101010101" pitchFamily="2" charset="-122"/>
                <a:cs typeface="+mn-cs"/>
              </a:rPr>
              <a:t>100</a:t>
            </a:r>
            <a:r>
              <a:rPr lang="zh-CN" altLang="en-US" sz="2400" strike="noStrike" noProof="1">
                <a:solidFill>
                  <a:schemeClr val="tx1"/>
                </a:solidFill>
                <a:latin typeface="Times New Roman" panose="02020603050405020304" charset="0"/>
                <a:ea typeface="宋体" panose="02010600030101010101" pitchFamily="2" charset="-122"/>
                <a:cs typeface="+mn-cs"/>
              </a:rPr>
              <a:t>块分为一组 </a:t>
            </a:r>
            <a:r>
              <a:rPr lang="en-US" altLang="zh-CN" sz="2400" strike="noStrike" noProof="1">
                <a:solidFill>
                  <a:schemeClr val="tx1"/>
                </a:solidFill>
                <a:latin typeface="Times New Roman" panose="02020603050405020304" charset="0"/>
                <a:ea typeface="宋体" panose="02010600030101010101" pitchFamily="2" charset="-122"/>
                <a:cs typeface="+mn-cs"/>
              </a:rPr>
              <a:t>(</a:t>
            </a:r>
            <a:r>
              <a:rPr lang="zh-CN" altLang="en-US" sz="2400" strike="noStrike" noProof="1">
                <a:solidFill>
                  <a:schemeClr val="tx1"/>
                </a:solidFill>
                <a:latin typeface="Times New Roman" panose="02020603050405020304" charset="0"/>
                <a:ea typeface="宋体" panose="02010600030101010101" pitchFamily="2" charset="-122"/>
                <a:cs typeface="+mn-cs"/>
              </a:rPr>
              <a:t>注：最后一组为</a:t>
            </a:r>
            <a:r>
              <a:rPr lang="en-US" altLang="zh-CN" sz="2400" strike="noStrike" noProof="1">
                <a:solidFill>
                  <a:schemeClr val="tx1"/>
                </a:solidFill>
                <a:latin typeface="Times New Roman" panose="02020603050405020304" charset="0"/>
                <a:ea typeface="宋体" panose="02010600030101010101" pitchFamily="2" charset="-122"/>
                <a:cs typeface="+mn-cs"/>
              </a:rPr>
              <a:t>99</a:t>
            </a:r>
            <a:r>
              <a:rPr lang="zh-CN" altLang="en-US" sz="2400" strike="noStrike" noProof="1">
                <a:solidFill>
                  <a:schemeClr val="tx1"/>
                </a:solidFill>
                <a:latin typeface="Times New Roman" panose="02020603050405020304" charset="0"/>
                <a:ea typeface="宋体" panose="02010600030101010101" pitchFamily="2" charset="-122"/>
                <a:cs typeface="+mn-cs"/>
              </a:rPr>
              <a:t>块</a:t>
            </a:r>
            <a:r>
              <a:rPr lang="en-US" altLang="zh-CN" sz="2400" strike="noStrike" noProof="1">
                <a:solidFill>
                  <a:schemeClr val="tx1"/>
                </a:solidFill>
                <a:latin typeface="Times New Roman" panose="02020603050405020304" charset="0"/>
                <a:ea typeface="宋体" panose="02010600030101010101" pitchFamily="2" charset="-122"/>
                <a:cs typeface="+mn-cs"/>
              </a:rPr>
              <a:t>)</a:t>
            </a:r>
            <a:r>
              <a:rPr lang="zh-CN" altLang="en-US" sz="2400" strike="noStrike" noProof="1">
                <a:solidFill>
                  <a:schemeClr val="tx1"/>
                </a:solidFill>
                <a:latin typeface="Times New Roman" panose="02020603050405020304" charset="0"/>
                <a:ea typeface="宋体" panose="02010600030101010101" pitchFamily="2" charset="-122"/>
                <a:cs typeface="+mn-cs"/>
              </a:rPr>
              <a:t>，</a:t>
            </a:r>
            <a:endParaRPr lang="zh-CN" altLang="en-US" sz="2400" strike="noStrike" noProof="1">
              <a:solidFill>
                <a:schemeClr val="tx1"/>
              </a:solidFill>
              <a:latin typeface="Times New Roman" panose="02020603050405020304" charset="0"/>
              <a:ea typeface="宋体" panose="02010600030101010101" pitchFamily="2" charset="-122"/>
            </a:endParaRPr>
          </a:p>
          <a:p>
            <a:pPr marL="914400" lvl="1" indent="-457200" fontAlgn="base">
              <a:lnSpc>
                <a:spcPct val="130000"/>
              </a:lnSpc>
              <a:buNone/>
            </a:pPr>
            <a:r>
              <a:rPr lang="zh-CN" altLang="en-US" sz="2400" strike="noStrike" noProof="1">
                <a:solidFill>
                  <a:schemeClr val="tx1"/>
                </a:solidFill>
                <a:latin typeface="Times New Roman" panose="02020603050405020304" charset="0"/>
                <a:ea typeface="宋体" panose="02010600030101010101" pitchFamily="2" charset="-122"/>
                <a:cs typeface="+mn-cs"/>
              </a:rPr>
              <a:t>每一组的最后一块作为索引表，用来登记下一组</a:t>
            </a:r>
            <a:r>
              <a:rPr lang="en-US" altLang="zh-CN" sz="2400" strike="noStrike" noProof="1">
                <a:solidFill>
                  <a:schemeClr val="tx1"/>
                </a:solidFill>
                <a:latin typeface="Times New Roman" panose="02020603050405020304" charset="0"/>
                <a:ea typeface="宋体" panose="02010600030101010101" pitchFamily="2" charset="-122"/>
                <a:cs typeface="+mn-cs"/>
              </a:rPr>
              <a:t>100</a:t>
            </a:r>
            <a:r>
              <a:rPr lang="zh-CN" altLang="en-US" sz="2400" strike="noStrike" noProof="1">
                <a:solidFill>
                  <a:schemeClr val="tx1"/>
                </a:solidFill>
                <a:latin typeface="Times New Roman" panose="02020603050405020304" charset="0"/>
                <a:ea typeface="宋体" panose="02010600030101010101" pitchFamily="2" charset="-122"/>
                <a:cs typeface="+mn-cs"/>
              </a:rPr>
              <a:t>块的物</a:t>
            </a:r>
            <a:endParaRPr lang="zh-CN" altLang="en-US" sz="2400" strike="noStrike" noProof="1">
              <a:solidFill>
                <a:schemeClr val="tx1"/>
              </a:solidFill>
              <a:latin typeface="Times New Roman" panose="02020603050405020304" charset="0"/>
              <a:ea typeface="宋体" panose="02010600030101010101" pitchFamily="2" charset="-122"/>
            </a:endParaRPr>
          </a:p>
          <a:p>
            <a:pPr marL="914400" lvl="1" indent="-457200" fontAlgn="base">
              <a:lnSpc>
                <a:spcPct val="130000"/>
              </a:lnSpc>
              <a:buNone/>
            </a:pPr>
            <a:r>
              <a:rPr lang="zh-CN" altLang="en-US" sz="2400" strike="noStrike" noProof="1">
                <a:solidFill>
                  <a:schemeClr val="tx1"/>
                </a:solidFill>
                <a:latin typeface="Times New Roman" panose="02020603050405020304" charset="0"/>
                <a:ea typeface="宋体" panose="02010600030101010101" pitchFamily="2" charset="-122"/>
                <a:cs typeface="+mn-cs"/>
              </a:rPr>
              <a:t>理块号和块数。那么，最前面的一组可能不足</a:t>
            </a:r>
            <a:r>
              <a:rPr lang="en-US" altLang="zh-CN" sz="2400" strike="noStrike" noProof="1">
                <a:solidFill>
                  <a:schemeClr val="tx1"/>
                </a:solidFill>
                <a:latin typeface="Times New Roman" panose="02020603050405020304" charset="0"/>
                <a:ea typeface="宋体" panose="02010600030101010101" pitchFamily="2" charset="-122"/>
                <a:cs typeface="+mn-cs"/>
              </a:rPr>
              <a:t>100</a:t>
            </a:r>
            <a:r>
              <a:rPr lang="zh-CN" altLang="en-US" sz="2400" strike="noStrike" noProof="1">
                <a:solidFill>
                  <a:schemeClr val="tx1"/>
                </a:solidFill>
                <a:latin typeface="Times New Roman" panose="02020603050405020304" charset="0"/>
                <a:ea typeface="宋体" panose="02010600030101010101" pitchFamily="2" charset="-122"/>
                <a:cs typeface="+mn-cs"/>
              </a:rPr>
              <a:t>块，这一</a:t>
            </a:r>
            <a:endParaRPr lang="zh-CN" altLang="en-US" sz="2400" strike="noStrike" noProof="1">
              <a:solidFill>
                <a:schemeClr val="tx1"/>
              </a:solidFill>
              <a:latin typeface="Times New Roman" panose="02020603050405020304" charset="0"/>
              <a:ea typeface="宋体" panose="02010600030101010101" pitchFamily="2" charset="-122"/>
            </a:endParaRPr>
          </a:p>
          <a:p>
            <a:pPr marL="914400" lvl="1" indent="-457200" fontAlgn="base">
              <a:lnSpc>
                <a:spcPct val="130000"/>
              </a:lnSpc>
              <a:buNone/>
            </a:pPr>
            <a:r>
              <a:rPr lang="zh-CN" altLang="en-US" sz="2400" strike="noStrike" noProof="1">
                <a:solidFill>
                  <a:schemeClr val="tx1"/>
                </a:solidFill>
                <a:latin typeface="Times New Roman" panose="02020603050405020304" charset="0"/>
                <a:ea typeface="宋体" panose="02010600030101010101" pitchFamily="2" charset="-122"/>
                <a:cs typeface="+mn-cs"/>
              </a:rPr>
              <a:t>组的物理块号和块数存放在管理块的</a:t>
            </a:r>
            <a:r>
              <a:rPr lang="en-US" altLang="zh-CN" sz="2400" strike="noStrike" noProof="1">
                <a:solidFill>
                  <a:schemeClr val="tx1"/>
                </a:solidFill>
                <a:latin typeface="Times New Roman" panose="02020603050405020304" charset="0"/>
                <a:ea typeface="宋体" panose="02010600030101010101" pitchFamily="2" charset="-122"/>
                <a:cs typeface="+mn-cs"/>
              </a:rPr>
              <a:t>s_free[100]</a:t>
            </a:r>
            <a:r>
              <a:rPr lang="zh-CN" altLang="en-US" sz="2400" strike="noStrike" noProof="1">
                <a:solidFill>
                  <a:schemeClr val="tx1"/>
                </a:solidFill>
                <a:latin typeface="Times New Roman" panose="02020603050405020304" charset="0"/>
                <a:ea typeface="宋体" panose="02010600030101010101" pitchFamily="2" charset="-122"/>
                <a:cs typeface="+mn-cs"/>
              </a:rPr>
              <a:t>和</a:t>
            </a:r>
            <a:r>
              <a:rPr lang="en-US" altLang="zh-CN" sz="2400" strike="noStrike" noProof="1">
                <a:solidFill>
                  <a:schemeClr val="tx1"/>
                </a:solidFill>
                <a:latin typeface="Times New Roman" panose="02020603050405020304" charset="0"/>
                <a:ea typeface="宋体" panose="02010600030101010101" pitchFamily="2" charset="-122"/>
                <a:cs typeface="+mn-cs"/>
              </a:rPr>
              <a:t>s_nfree</a:t>
            </a:r>
            <a:r>
              <a:rPr lang="zh-CN" altLang="en-US" sz="2400" strike="noStrike" noProof="1">
                <a:solidFill>
                  <a:schemeClr val="tx1"/>
                </a:solidFill>
                <a:latin typeface="Times New Roman" panose="02020603050405020304" charset="0"/>
                <a:ea typeface="宋体" panose="02010600030101010101" pitchFamily="2" charset="-122"/>
                <a:cs typeface="+mn-cs"/>
              </a:rPr>
              <a:t>中。 </a:t>
            </a:r>
            <a:endParaRPr lang="zh-CN" altLang="en-US" sz="2400" strike="noStrike" noProof="1">
              <a:solidFill>
                <a:schemeClr val="tx1"/>
              </a:solidFill>
              <a:latin typeface="Times New Roman" panose="02020603050405020304" charset="0"/>
              <a:ea typeface="宋体" panose="02010600030101010101" pitchFamily="2" charset="-122"/>
            </a:endParaRPr>
          </a:p>
        </p:txBody>
      </p:sp>
      <p:sp>
        <p:nvSpPr>
          <p:cNvPr id="99334" name="矩形 99333"/>
          <p:cNvSpPr/>
          <p:nvPr/>
        </p:nvSpPr>
        <p:spPr>
          <a:xfrm>
            <a:off x="90488" y="5532120"/>
            <a:ext cx="7462838" cy="530225"/>
          </a:xfrm>
          <a:prstGeom prst="rect">
            <a:avLst/>
          </a:prstGeom>
          <a:noFill/>
          <a:ln w="9525">
            <a:noFill/>
            <a:miter/>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914400" lvl="1" indent="-457200" fontAlgn="base">
              <a:lnSpc>
                <a:spcPct val="120000"/>
              </a:lnSpc>
              <a:buNone/>
            </a:pPr>
            <a:r>
              <a:rPr lang="en-US" altLang="zh-CN" sz="2400" b="1" strike="noStrike" noProof="1">
                <a:solidFill>
                  <a:srgbClr val="000099"/>
                </a:solidFill>
                <a:latin typeface="Times New Roman" panose="02020603050405020304" charset="0"/>
                <a:ea typeface="宋体" panose="02010600030101010101" pitchFamily="2" charset="-122"/>
                <a:cs typeface="+mn-cs"/>
              </a:rPr>
              <a:t>②</a:t>
            </a:r>
            <a:r>
              <a:rPr lang="en-US" altLang="zh-CN" sz="2400" b="1" strike="noStrike" noProof="1">
                <a:solidFill>
                  <a:srgbClr val="000099"/>
                </a:solidFill>
                <a:latin typeface="宋体" panose="02010600030101010101" pitchFamily="2" charset="-122"/>
                <a:ea typeface="宋体" panose="02010600030101010101" pitchFamily="2" charset="-122"/>
                <a:cs typeface="+mn-cs"/>
              </a:rPr>
              <a:t> </a:t>
            </a:r>
            <a:r>
              <a:rPr lang="zh-CN" altLang="en-US" sz="2400" b="1" strike="noStrike" noProof="1">
                <a:solidFill>
                  <a:srgbClr val="000099"/>
                </a:solidFill>
                <a:latin typeface="Times New Roman" panose="02020603050405020304" charset="0"/>
                <a:ea typeface="宋体" panose="02010600030101010101" pitchFamily="2" charset="-122"/>
                <a:cs typeface="+mn-cs"/>
              </a:rPr>
              <a:t>空闲磁盘块分组链接索引结构</a:t>
            </a:r>
            <a:endParaRPr lang="zh-CN" altLang="en-US" sz="2400" b="1" strike="noStrike" noProof="1">
              <a:solidFill>
                <a:srgbClr val="000099"/>
              </a:solidFill>
              <a:latin typeface="Times New Roman" panose="02020603050405020304" charset="0"/>
              <a:ea typeface="宋体" panose="02010600030101010101" pitchFamily="2" charset="-122"/>
            </a:endParaRPr>
          </a:p>
        </p:txBody>
      </p:sp>
      <p:sp>
        <p:nvSpPr>
          <p:cNvPr id="99335" name="矩形 99334"/>
          <p:cNvSpPr/>
          <p:nvPr/>
        </p:nvSpPr>
        <p:spPr>
          <a:xfrm>
            <a:off x="92075" y="1195388"/>
            <a:ext cx="7462838" cy="530225"/>
          </a:xfrm>
          <a:prstGeom prst="rect">
            <a:avLst/>
          </a:prstGeom>
          <a:noFill/>
          <a:ln w="9525">
            <a:noFill/>
            <a:miter/>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914400" lvl="1" indent="-457200" fontAlgn="base">
              <a:lnSpc>
                <a:spcPct val="120000"/>
              </a:lnSpc>
              <a:buNone/>
            </a:pPr>
            <a:r>
              <a:rPr lang="en-US" altLang="zh-CN" sz="2400" b="1" strike="noStrike" noProof="1">
                <a:solidFill>
                  <a:srgbClr val="000099"/>
                </a:solidFill>
                <a:latin typeface="Times New Roman" panose="02020603050405020304" charset="0"/>
                <a:ea typeface="宋体" panose="02010600030101010101" pitchFamily="2" charset="-122"/>
                <a:cs typeface="+mn-cs"/>
              </a:rPr>
              <a:t>①</a:t>
            </a:r>
            <a:r>
              <a:rPr lang="en-US" altLang="zh-CN" sz="2400" b="1" strike="noStrike" noProof="1">
                <a:solidFill>
                  <a:srgbClr val="000099"/>
                </a:solidFill>
                <a:latin typeface="宋体" panose="02010600030101010101" pitchFamily="2" charset="-122"/>
                <a:ea typeface="宋体" panose="02010600030101010101" pitchFamily="2" charset="-122"/>
                <a:cs typeface="+mn-cs"/>
              </a:rPr>
              <a:t> </a:t>
            </a:r>
            <a:r>
              <a:rPr lang="zh-CN" altLang="en-US" sz="2400" b="1" strike="noStrike" noProof="1">
                <a:solidFill>
                  <a:srgbClr val="000099"/>
                </a:solidFill>
                <a:latin typeface="Times New Roman" panose="02020603050405020304" charset="0"/>
                <a:ea typeface="宋体" panose="02010600030101010101" pitchFamily="2" charset="-122"/>
                <a:cs typeface="+mn-cs"/>
              </a:rPr>
              <a:t>空闲磁盘块的组织方法 </a:t>
            </a:r>
            <a:endParaRPr lang="zh-CN" altLang="en-US" sz="2400" b="1" strike="noStrike" noProof="1">
              <a:solidFill>
                <a:srgbClr val="000099"/>
              </a:solidFill>
              <a:latin typeface="Times New Roman" panose="02020603050405020304"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99333" grpId="0"/>
      <p:bldP spid="99334" grpId="0"/>
      <p:bldP spid="99335" grpId="0" build="p"/>
    </p:bld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0355" name="矩形 100354"/>
          <p:cNvSpPr/>
          <p:nvPr/>
        </p:nvSpPr>
        <p:spPr>
          <a:xfrm>
            <a:off x="381000" y="4286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Arial" panose="02080604020202020204" pitchFamily="34" charset="0"/>
                <a:ea typeface="宋体" panose="02010600030101010101" pitchFamily="2" charset="-122"/>
                <a:cs typeface="+mn-ea"/>
              </a:rPr>
              <a:t>文件系统</a:t>
            </a:r>
            <a:r>
              <a:rPr lang="en-US" altLang="zh-CN" sz="2400" strike="noStrike" noProof="1">
                <a:latin typeface="Arial" panose="02080604020202020204" pitchFamily="34" charset="0"/>
                <a:ea typeface="宋体" panose="02010600030101010101" pitchFamily="2" charset="-122"/>
                <a:cs typeface="+mn-ea"/>
              </a:rPr>
              <a:t>——</a:t>
            </a:r>
            <a:r>
              <a:rPr lang="en-US" altLang="zh-CN" sz="2400" strike="noStrike" noProof="1">
                <a:latin typeface="Times New Roman" panose="02020603050405020304" charset="0"/>
                <a:ea typeface="宋体" panose="02010600030101010101" pitchFamily="2" charset="-122"/>
                <a:cs typeface="+mn-ea"/>
              </a:rPr>
              <a:t>UNIX</a:t>
            </a:r>
            <a:r>
              <a:rPr lang="zh-CN" altLang="en-US" sz="2400" strike="noStrike" noProof="1">
                <a:latin typeface="Arial" panose="02080604020202020204" pitchFamily="34" charset="0"/>
                <a:ea typeface="宋体" panose="02010600030101010101" pitchFamily="2" charset="-122"/>
                <a:cs typeface="+mn-ea"/>
              </a:rPr>
              <a:t>文件系统的主要结构及实现</a:t>
            </a:r>
            <a:endParaRPr lang="zh-CN" altLang="en-US" sz="2400" strike="noStrike" noProof="1">
              <a:ea typeface="宋体" panose="02010600030101010101" pitchFamily="2" charset="-122"/>
            </a:endParaRPr>
          </a:p>
        </p:txBody>
      </p:sp>
      <p:sp>
        <p:nvSpPr>
          <p:cNvPr id="100356" name="矩形 100355"/>
          <p:cNvSpPr/>
          <p:nvPr/>
        </p:nvSpPr>
        <p:spPr>
          <a:xfrm>
            <a:off x="104775" y="693738"/>
            <a:ext cx="7462838" cy="530225"/>
          </a:xfrm>
          <a:prstGeom prst="rect">
            <a:avLst/>
          </a:prstGeom>
          <a:noFill/>
          <a:ln w="9525">
            <a:noFill/>
            <a:miter/>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914400" lvl="1" indent="-457200" fontAlgn="base">
              <a:lnSpc>
                <a:spcPct val="120000"/>
              </a:lnSpc>
              <a:buNone/>
            </a:pPr>
            <a:r>
              <a:rPr lang="en-US" altLang="zh-CN" sz="2400" b="1" strike="noStrike" noProof="1">
                <a:solidFill>
                  <a:srgbClr val="000099"/>
                </a:solidFill>
                <a:latin typeface="Times New Roman" panose="02020603050405020304" charset="0"/>
                <a:ea typeface="宋体" panose="02010600030101010101" pitchFamily="2" charset="-122"/>
                <a:cs typeface="+mn-cs"/>
              </a:rPr>
              <a:t>③</a:t>
            </a:r>
            <a:r>
              <a:rPr lang="en-US" altLang="zh-CN" sz="2400" b="1" strike="noStrike" noProof="1">
                <a:solidFill>
                  <a:srgbClr val="000099"/>
                </a:solidFill>
                <a:latin typeface="宋体" panose="02010600030101010101" pitchFamily="2" charset="-122"/>
                <a:ea typeface="宋体" panose="02010600030101010101" pitchFamily="2" charset="-122"/>
                <a:cs typeface="+mn-cs"/>
              </a:rPr>
              <a:t> </a:t>
            </a:r>
            <a:r>
              <a:rPr lang="zh-CN" altLang="en-US" sz="2400" b="1" strike="noStrike" noProof="1">
                <a:solidFill>
                  <a:srgbClr val="000099"/>
                </a:solidFill>
                <a:latin typeface="Times New Roman" panose="02020603050405020304" charset="0"/>
                <a:ea typeface="宋体" panose="02010600030101010101" pitchFamily="2" charset="-122"/>
                <a:cs typeface="+mn-cs"/>
              </a:rPr>
              <a:t>空闲磁盘块分组链接索引结构图示</a:t>
            </a:r>
            <a:r>
              <a:rPr lang="zh-CN" altLang="en-US" sz="2400" strike="noStrike" noProof="1">
                <a:solidFill>
                  <a:schemeClr val="tx1"/>
                </a:solidFill>
                <a:latin typeface="Times New Roman" panose="02020603050405020304" charset="0"/>
                <a:ea typeface="宋体" panose="02010600030101010101" pitchFamily="2" charset="-122"/>
                <a:cs typeface="+mn-cs"/>
              </a:rPr>
              <a:t> </a:t>
            </a:r>
            <a:endParaRPr lang="zh-CN" altLang="en-US" sz="2400" strike="noStrike" noProof="1">
              <a:solidFill>
                <a:schemeClr val="tx1"/>
              </a:solidFill>
              <a:latin typeface="Times New Roman" panose="02020603050405020304" charset="0"/>
              <a:ea typeface="宋体" panose="02010600030101010101" pitchFamily="2" charset="-122"/>
            </a:endParaRPr>
          </a:p>
        </p:txBody>
      </p:sp>
      <p:sp>
        <p:nvSpPr>
          <p:cNvPr id="107525" name="直接连接符 100357"/>
          <p:cNvSpPr/>
          <p:nvPr/>
        </p:nvSpPr>
        <p:spPr>
          <a:xfrm>
            <a:off x="7463155" y="2913380"/>
            <a:ext cx="790575" cy="1131570"/>
          </a:xfrm>
          <a:prstGeom prst="line">
            <a:avLst/>
          </a:prstGeom>
          <a:ln w="9525" cap="flat" cmpd="sng">
            <a:solidFill>
              <a:schemeClr val="tx1"/>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107526" name="直接连接符 100358"/>
          <p:cNvSpPr/>
          <p:nvPr/>
        </p:nvSpPr>
        <p:spPr>
          <a:xfrm>
            <a:off x="3391535" y="3583305"/>
            <a:ext cx="790575" cy="1131570"/>
          </a:xfrm>
          <a:prstGeom prst="line">
            <a:avLst/>
          </a:prstGeom>
          <a:ln w="9525" cap="flat" cmpd="sng">
            <a:solidFill>
              <a:schemeClr val="tx1"/>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107527" name="直接连接符 100359"/>
          <p:cNvSpPr/>
          <p:nvPr/>
        </p:nvSpPr>
        <p:spPr>
          <a:xfrm flipV="1">
            <a:off x="1426845" y="1808480"/>
            <a:ext cx="711200" cy="1308100"/>
          </a:xfrm>
          <a:prstGeom prst="line">
            <a:avLst/>
          </a:prstGeom>
          <a:ln w="9525" cap="flat" cmpd="sng">
            <a:solidFill>
              <a:schemeClr val="tx1"/>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107528" name="直接连接符 100360"/>
          <p:cNvSpPr/>
          <p:nvPr/>
        </p:nvSpPr>
        <p:spPr>
          <a:xfrm>
            <a:off x="1466215" y="3437255"/>
            <a:ext cx="664845" cy="609600"/>
          </a:xfrm>
          <a:prstGeom prst="line">
            <a:avLst/>
          </a:prstGeom>
          <a:ln w="9525" cap="flat" cmpd="sng">
            <a:solidFill>
              <a:schemeClr val="tx1"/>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grpSp>
        <p:nvGrpSpPr>
          <p:cNvPr id="107529" name="组合 100361"/>
          <p:cNvGrpSpPr/>
          <p:nvPr/>
        </p:nvGrpSpPr>
        <p:grpSpPr>
          <a:xfrm rot="0">
            <a:off x="2087880" y="1256030"/>
            <a:ext cx="1488440" cy="2506345"/>
            <a:chOff x="0" y="0"/>
            <a:chExt cx="862" cy="1579"/>
          </a:xfrm>
        </p:grpSpPr>
        <p:sp>
          <p:nvSpPr>
            <p:cNvPr id="107530" name="文本框 100362"/>
            <p:cNvSpPr txBox="1"/>
            <p:nvPr/>
          </p:nvSpPr>
          <p:spPr>
            <a:xfrm>
              <a:off x="0" y="0"/>
              <a:ext cx="811" cy="334"/>
            </a:xfrm>
            <a:prstGeom prst="rect">
              <a:avLst/>
            </a:prstGeom>
            <a:noFill/>
            <a:ln w="9525">
              <a:noFill/>
              <a:miter/>
            </a:ln>
          </p:spPr>
          <p:txBody>
            <a:bodyPr anchor="t"/>
            <a:p>
              <a:pPr lvl="0" algn="just">
                <a:buClr>
                  <a:srgbClr val="000000"/>
                </a:buClr>
              </a:pPr>
              <a:r>
                <a:rPr lang="zh-CN" altLang="en-US" b="0">
                  <a:solidFill>
                    <a:schemeClr val="tx1"/>
                  </a:solidFill>
                  <a:latin typeface="Times New Roman" panose="02020603050405020304" charset="0"/>
                  <a:ea typeface="宋体" panose="02010600030101010101" pitchFamily="2" charset="-122"/>
                </a:rPr>
                <a:t>第四组空闲块</a:t>
              </a:r>
              <a:endParaRPr lang="zh-CN" altLang="en-US" b="0">
                <a:solidFill>
                  <a:schemeClr val="tx1"/>
                </a:solidFill>
                <a:latin typeface="Times New Roman" panose="02020603050405020304" charset="0"/>
                <a:ea typeface="宋体" panose="02010600030101010101" pitchFamily="2" charset="-122"/>
              </a:endParaRPr>
            </a:p>
            <a:p>
              <a:pPr lvl="0" algn="just">
                <a:buClr>
                  <a:srgbClr val="000000"/>
                </a:buClr>
              </a:pPr>
              <a:r>
                <a:rPr lang="zh-CN" altLang="en-US" b="0">
                  <a:solidFill>
                    <a:schemeClr val="tx1"/>
                  </a:solidFill>
                  <a:latin typeface="Times New Roman" panose="02020603050405020304" charset="0"/>
                  <a:ea typeface="宋体" panose="02010600030101010101" pitchFamily="2" charset="-122"/>
                </a:rPr>
                <a:t>    </a:t>
              </a:r>
              <a:r>
                <a:rPr lang="en-US" altLang="zh-CN" b="0">
                  <a:solidFill>
                    <a:schemeClr val="tx1"/>
                  </a:solidFill>
                  <a:latin typeface="Times New Roman" panose="02020603050405020304" charset="0"/>
                  <a:ea typeface="宋体" panose="02010600030101010101" pitchFamily="2" charset="-122"/>
                </a:rPr>
                <a:t>(</a:t>
              </a:r>
              <a:r>
                <a:rPr lang="zh-CN" altLang="en-US" b="0">
                  <a:solidFill>
                    <a:schemeClr val="tx1"/>
                  </a:solidFill>
                  <a:latin typeface="Times New Roman" panose="02020603050405020304" charset="0"/>
                  <a:ea typeface="宋体" panose="02010600030101010101" pitchFamily="2" charset="-122"/>
                </a:rPr>
                <a:t>共</a:t>
              </a:r>
              <a:r>
                <a:rPr lang="en-US" altLang="zh-CN" b="0">
                  <a:solidFill>
                    <a:schemeClr val="tx1"/>
                  </a:solidFill>
                  <a:latin typeface="Times New Roman" panose="02020603050405020304" charset="0"/>
                  <a:ea typeface="宋体" panose="02010600030101010101" pitchFamily="2" charset="-122"/>
                </a:rPr>
                <a:t>77</a:t>
              </a:r>
              <a:r>
                <a:rPr lang="zh-CN" altLang="en-US" b="0">
                  <a:solidFill>
                    <a:schemeClr val="tx1"/>
                  </a:solidFill>
                  <a:latin typeface="Times New Roman" panose="02020603050405020304" charset="0"/>
                  <a:ea typeface="宋体" panose="02010600030101010101" pitchFamily="2" charset="-122"/>
                </a:rPr>
                <a:t>块</a:t>
              </a:r>
              <a:r>
                <a:rPr lang="en-US" altLang="zh-CN" b="0">
                  <a:solidFill>
                    <a:schemeClr val="tx1"/>
                  </a:solidFill>
                  <a:latin typeface="Times New Roman" panose="02020603050405020304" charset="0"/>
                  <a:ea typeface="宋体" panose="02010600030101010101" pitchFamily="2" charset="-122"/>
                </a:rPr>
                <a:t>)</a:t>
              </a:r>
              <a:endParaRPr lang="en-US" altLang="zh-CN" b="0">
                <a:solidFill>
                  <a:schemeClr val="tx1"/>
                </a:solidFill>
                <a:latin typeface="Times New Roman" panose="02020603050405020304" charset="0"/>
                <a:ea typeface="宋体" panose="02010600030101010101" pitchFamily="2" charset="-122"/>
              </a:endParaRPr>
            </a:p>
          </p:txBody>
        </p:sp>
        <p:sp>
          <p:nvSpPr>
            <p:cNvPr id="100364" name="矩形 100363"/>
            <p:cNvSpPr/>
            <p:nvPr/>
          </p:nvSpPr>
          <p:spPr>
            <a:xfrm>
              <a:off x="25" y="359"/>
              <a:ext cx="746" cy="1202"/>
            </a:xfrm>
            <a:prstGeom prst="rect">
              <a:avLst/>
            </a:prstGeom>
            <a:solidFill>
              <a:schemeClr val="bg1"/>
            </a:solidFill>
            <a:ln w="12700" cap="flat" cmpd="sng">
              <a:solidFill>
                <a:srgbClr val="000000"/>
              </a:solidFill>
              <a:prstDash val="solid"/>
              <a:miter/>
              <a:headEnd type="none" w="med" len="med"/>
              <a:tailEnd type="none" w="med" len="med"/>
            </a:ln>
          </p:spPr>
          <p:txBody>
            <a:bodyPr/>
            <a:p>
              <a:pPr marL="914400" lvl="0" indent="-340995" algn="ctr" fontAlgn="base">
                <a:lnSpc>
                  <a:spcPct val="120000"/>
                </a:lnSpc>
                <a:buClr>
                  <a:schemeClr val="tx2"/>
                </a:buClr>
                <a:buSzPct val="95000"/>
                <a:buFont typeface="Wingdings" panose="05000000000000000000" pitchFamily="2" charset="2"/>
                <a:buBlip>
                  <a:blip r:embed="rId1"/>
                </a:buBlip>
              </a:pPr>
              <a:endParaRPr sz="1400" b="1" strike="noStrike" noProof="1">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107532" name="文本框 100364"/>
            <p:cNvSpPr txBox="1"/>
            <p:nvPr/>
          </p:nvSpPr>
          <p:spPr>
            <a:xfrm>
              <a:off x="287" y="328"/>
              <a:ext cx="296" cy="240"/>
            </a:xfrm>
            <a:prstGeom prst="rect">
              <a:avLst/>
            </a:prstGeom>
            <a:noFill/>
            <a:ln w="9525">
              <a:noFill/>
              <a:miter/>
            </a:ln>
          </p:spPr>
          <p:txBody>
            <a:bodyPr anchor="t"/>
            <a:p>
              <a:pPr lvl="0" algn="just">
                <a:lnSpc>
                  <a:spcPct val="120000"/>
                </a:lnSpc>
                <a:buClr>
                  <a:srgbClr val="000000"/>
                </a:buClr>
              </a:pPr>
              <a:r>
                <a:rPr lang="en-US" altLang="zh-CN" b="0">
                  <a:solidFill>
                    <a:schemeClr val="tx1"/>
                  </a:solidFill>
                  <a:latin typeface="Times New Roman" panose="02020603050405020304" charset="0"/>
                  <a:ea typeface="宋体" panose="02010600030101010101" pitchFamily="2" charset="-122"/>
                  <a:sym typeface="MT Extra" panose="05050102010205020202" pitchFamily="2" charset="2"/>
                </a:rPr>
                <a:t>...</a:t>
              </a:r>
              <a:endParaRPr lang="en-US" altLang="zh-CN" b="0">
                <a:solidFill>
                  <a:schemeClr val="tx1"/>
                </a:solidFill>
                <a:latin typeface="Times New Roman" panose="02020603050405020304" charset="0"/>
                <a:ea typeface="宋体" panose="02010600030101010101" pitchFamily="2" charset="-122"/>
                <a:sym typeface="MT Extra" panose="05050102010205020202" pitchFamily="2" charset="2"/>
              </a:endParaRPr>
            </a:p>
          </p:txBody>
        </p:sp>
        <p:sp>
          <p:nvSpPr>
            <p:cNvPr id="107533" name="文本框 100365"/>
            <p:cNvSpPr txBox="1"/>
            <p:nvPr/>
          </p:nvSpPr>
          <p:spPr>
            <a:xfrm>
              <a:off x="71" y="487"/>
              <a:ext cx="791" cy="252"/>
            </a:xfrm>
            <a:prstGeom prst="rect">
              <a:avLst/>
            </a:prstGeom>
            <a:noFill/>
            <a:ln w="9525">
              <a:noFill/>
              <a:miter/>
            </a:ln>
          </p:spPr>
          <p:txBody>
            <a:bodyPr anchor="t"/>
            <a:p>
              <a:pPr lvl="0" algn="just">
                <a:lnSpc>
                  <a:spcPct val="120000"/>
                </a:lnSpc>
                <a:buClr>
                  <a:srgbClr val="000000"/>
                </a:buClr>
              </a:pPr>
              <a:r>
                <a:rPr lang="zh-CN" altLang="en-US" b="0" dirty="0">
                  <a:solidFill>
                    <a:schemeClr val="tx1"/>
                  </a:solidFill>
                  <a:latin typeface="Times New Roman" panose="02020603050405020304" charset="0"/>
                  <a:ea typeface="宋体" panose="02010600030101010101" pitchFamily="2" charset="-122"/>
                </a:rPr>
                <a:t>s_nfree: 100</a:t>
              </a:r>
              <a:endParaRPr lang="zh-CN" altLang="en-US" b="0" dirty="0">
                <a:solidFill>
                  <a:schemeClr val="tx1"/>
                </a:solidFill>
                <a:latin typeface="Times New Roman" panose="02020603050405020304" charset="0"/>
                <a:ea typeface="宋体" panose="02010600030101010101" pitchFamily="2" charset="-122"/>
              </a:endParaRPr>
            </a:p>
          </p:txBody>
        </p:sp>
        <p:sp>
          <p:nvSpPr>
            <p:cNvPr id="107534" name="文本框 100366"/>
            <p:cNvSpPr txBox="1"/>
            <p:nvPr/>
          </p:nvSpPr>
          <p:spPr>
            <a:xfrm>
              <a:off x="331" y="1133"/>
              <a:ext cx="296" cy="231"/>
            </a:xfrm>
            <a:prstGeom prst="rect">
              <a:avLst/>
            </a:prstGeom>
            <a:noFill/>
            <a:ln w="9525">
              <a:noFill/>
              <a:miter/>
            </a:ln>
          </p:spPr>
          <p:txBody>
            <a:bodyPr anchor="t"/>
            <a:p>
              <a:pPr lvl="0" algn="just">
                <a:lnSpc>
                  <a:spcPct val="120000"/>
                </a:lnSpc>
                <a:buClr>
                  <a:srgbClr val="000000"/>
                </a:buClr>
              </a:pPr>
              <a:r>
                <a:rPr lang="en-US" altLang="zh-CN" b="0">
                  <a:solidFill>
                    <a:schemeClr val="tx1"/>
                  </a:solidFill>
                  <a:latin typeface="Times New Roman" panose="02020603050405020304" charset="0"/>
                  <a:ea typeface="宋体" panose="02010600030101010101" pitchFamily="2" charset="-122"/>
                  <a:sym typeface="MT Extra" panose="05050102010205020202" pitchFamily="2" charset="2"/>
                </a:rPr>
                <a:t>...</a:t>
              </a:r>
              <a:endParaRPr lang="en-US" altLang="zh-CN" b="0">
                <a:solidFill>
                  <a:schemeClr val="tx1"/>
                </a:solidFill>
                <a:latin typeface="Times New Roman" panose="02020603050405020304" charset="0"/>
                <a:ea typeface="宋体" panose="02010600030101010101" pitchFamily="2" charset="-122"/>
                <a:sym typeface="MT Extra" panose="05050102010205020202" pitchFamily="2" charset="2"/>
              </a:endParaRPr>
            </a:p>
          </p:txBody>
        </p:sp>
        <p:sp>
          <p:nvSpPr>
            <p:cNvPr id="107535" name="直接连接符 100367"/>
            <p:cNvSpPr/>
            <p:nvPr/>
          </p:nvSpPr>
          <p:spPr>
            <a:xfrm>
              <a:off x="34" y="1334"/>
              <a:ext cx="731" cy="0"/>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107536" name="直接连接符 100368"/>
            <p:cNvSpPr/>
            <p:nvPr/>
          </p:nvSpPr>
          <p:spPr>
            <a:xfrm>
              <a:off x="34" y="945"/>
              <a:ext cx="731" cy="0"/>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107537" name="直接连接符 100369"/>
            <p:cNvSpPr/>
            <p:nvPr/>
          </p:nvSpPr>
          <p:spPr>
            <a:xfrm>
              <a:off x="34" y="744"/>
              <a:ext cx="731" cy="0"/>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107538" name="直接连接符 100370"/>
            <p:cNvSpPr/>
            <p:nvPr/>
          </p:nvSpPr>
          <p:spPr>
            <a:xfrm>
              <a:off x="25" y="518"/>
              <a:ext cx="731" cy="0"/>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107539" name="文本框 100371"/>
            <p:cNvSpPr txBox="1"/>
            <p:nvPr/>
          </p:nvSpPr>
          <p:spPr>
            <a:xfrm>
              <a:off x="134" y="706"/>
              <a:ext cx="576" cy="252"/>
            </a:xfrm>
            <a:prstGeom prst="rect">
              <a:avLst/>
            </a:prstGeom>
            <a:noFill/>
            <a:ln w="9525">
              <a:noFill/>
              <a:miter/>
            </a:ln>
          </p:spPr>
          <p:txBody>
            <a:bodyPr anchor="t"/>
            <a:p>
              <a:pPr lvl="0" algn="just">
                <a:lnSpc>
                  <a:spcPct val="120000"/>
                </a:lnSpc>
                <a:buClr>
                  <a:srgbClr val="000000"/>
                </a:buClr>
              </a:pPr>
              <a:r>
                <a:rPr lang="zh-CN" altLang="en-US" b="0" dirty="0">
                  <a:solidFill>
                    <a:schemeClr val="tx1"/>
                  </a:solidFill>
                  <a:latin typeface="Times New Roman" panose="02020603050405020304" charset="0"/>
                  <a:ea typeface="宋体" panose="02010600030101010101" pitchFamily="2" charset="-122"/>
                </a:rPr>
                <a:t>s_free[0]</a:t>
              </a:r>
              <a:endParaRPr lang="zh-CN" altLang="en-US" b="0" dirty="0">
                <a:solidFill>
                  <a:schemeClr val="tx1"/>
                </a:solidFill>
                <a:latin typeface="Times New Roman" panose="02020603050405020304" charset="0"/>
                <a:ea typeface="宋体" panose="02010600030101010101" pitchFamily="2" charset="-122"/>
              </a:endParaRPr>
            </a:p>
          </p:txBody>
        </p:sp>
        <p:sp>
          <p:nvSpPr>
            <p:cNvPr id="107540" name="直接连接符 100372"/>
            <p:cNvSpPr/>
            <p:nvPr/>
          </p:nvSpPr>
          <p:spPr>
            <a:xfrm>
              <a:off x="35" y="1143"/>
              <a:ext cx="731" cy="0"/>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107541" name="文本框 100373"/>
            <p:cNvSpPr txBox="1"/>
            <p:nvPr/>
          </p:nvSpPr>
          <p:spPr>
            <a:xfrm>
              <a:off x="134" y="916"/>
              <a:ext cx="576" cy="252"/>
            </a:xfrm>
            <a:prstGeom prst="rect">
              <a:avLst/>
            </a:prstGeom>
            <a:noFill/>
            <a:ln w="9525">
              <a:noFill/>
              <a:miter/>
            </a:ln>
          </p:spPr>
          <p:txBody>
            <a:bodyPr anchor="t"/>
            <a:p>
              <a:pPr lvl="0" algn="just">
                <a:lnSpc>
                  <a:spcPct val="120000"/>
                </a:lnSpc>
                <a:buClr>
                  <a:srgbClr val="000000"/>
                </a:buClr>
              </a:pPr>
              <a:r>
                <a:rPr lang="zh-CN" altLang="en-US" b="0" dirty="0">
                  <a:solidFill>
                    <a:schemeClr val="tx1"/>
                  </a:solidFill>
                  <a:latin typeface="Times New Roman" panose="02020603050405020304" charset="0"/>
                  <a:ea typeface="宋体" panose="02010600030101010101" pitchFamily="2" charset="-122"/>
                </a:rPr>
                <a:t>s_free[1]</a:t>
              </a:r>
              <a:endParaRPr lang="zh-CN" altLang="en-US" b="0" dirty="0">
                <a:solidFill>
                  <a:schemeClr val="tx1"/>
                </a:solidFill>
                <a:latin typeface="Times New Roman" panose="02020603050405020304" charset="0"/>
                <a:ea typeface="宋体" panose="02010600030101010101" pitchFamily="2" charset="-122"/>
              </a:endParaRPr>
            </a:p>
          </p:txBody>
        </p:sp>
        <p:sp>
          <p:nvSpPr>
            <p:cNvPr id="107542" name="文本框 100374"/>
            <p:cNvSpPr txBox="1"/>
            <p:nvPr/>
          </p:nvSpPr>
          <p:spPr>
            <a:xfrm>
              <a:off x="134" y="1327"/>
              <a:ext cx="655" cy="252"/>
            </a:xfrm>
            <a:prstGeom prst="rect">
              <a:avLst/>
            </a:prstGeom>
            <a:noFill/>
            <a:ln w="9525">
              <a:noFill/>
              <a:miter/>
            </a:ln>
          </p:spPr>
          <p:txBody>
            <a:bodyPr anchor="t"/>
            <a:p>
              <a:pPr lvl="0" algn="just">
                <a:lnSpc>
                  <a:spcPct val="120000"/>
                </a:lnSpc>
                <a:buClr>
                  <a:srgbClr val="000000"/>
                </a:buClr>
              </a:pPr>
              <a:r>
                <a:rPr lang="zh-CN" altLang="en-US" b="0" dirty="0">
                  <a:solidFill>
                    <a:schemeClr val="tx1"/>
                  </a:solidFill>
                  <a:latin typeface="Times New Roman" panose="02020603050405020304" charset="0"/>
                  <a:ea typeface="宋体" panose="02010600030101010101" pitchFamily="2" charset="-122"/>
                </a:rPr>
                <a:t>s_free[99]</a:t>
              </a:r>
              <a:endParaRPr lang="zh-CN" altLang="en-US" b="0" dirty="0">
                <a:solidFill>
                  <a:schemeClr val="tx1"/>
                </a:solidFill>
                <a:latin typeface="Times New Roman" panose="02020603050405020304" charset="0"/>
                <a:ea typeface="宋体" panose="02010600030101010101" pitchFamily="2" charset="-122"/>
              </a:endParaRPr>
            </a:p>
          </p:txBody>
        </p:sp>
      </p:grpSp>
      <p:grpSp>
        <p:nvGrpSpPr>
          <p:cNvPr id="107543" name="组合 100375"/>
          <p:cNvGrpSpPr/>
          <p:nvPr/>
        </p:nvGrpSpPr>
        <p:grpSpPr>
          <a:xfrm rot="0">
            <a:off x="4111625" y="1256030"/>
            <a:ext cx="1460500" cy="2506345"/>
            <a:chOff x="0" y="0"/>
            <a:chExt cx="846" cy="1579"/>
          </a:xfrm>
        </p:grpSpPr>
        <p:sp>
          <p:nvSpPr>
            <p:cNvPr id="107544" name="文本框 100376"/>
            <p:cNvSpPr txBox="1"/>
            <p:nvPr/>
          </p:nvSpPr>
          <p:spPr>
            <a:xfrm>
              <a:off x="0" y="0"/>
              <a:ext cx="811" cy="334"/>
            </a:xfrm>
            <a:prstGeom prst="rect">
              <a:avLst/>
            </a:prstGeom>
            <a:noFill/>
            <a:ln w="9525">
              <a:noFill/>
              <a:miter/>
            </a:ln>
          </p:spPr>
          <p:txBody>
            <a:bodyPr anchor="t"/>
            <a:p>
              <a:pPr lvl="0" algn="just">
                <a:buClr>
                  <a:srgbClr val="000000"/>
                </a:buClr>
              </a:pPr>
              <a:r>
                <a:rPr lang="zh-CN" altLang="en-US" b="0">
                  <a:solidFill>
                    <a:schemeClr val="tx1"/>
                  </a:solidFill>
                  <a:latin typeface="Times New Roman" panose="02020603050405020304" charset="0"/>
                  <a:ea typeface="宋体" panose="02010600030101010101" pitchFamily="2" charset="-122"/>
                </a:rPr>
                <a:t>第三组空闲块</a:t>
              </a:r>
              <a:endParaRPr lang="zh-CN" altLang="en-US" b="0">
                <a:solidFill>
                  <a:schemeClr val="tx1"/>
                </a:solidFill>
                <a:latin typeface="Times New Roman" panose="02020603050405020304" charset="0"/>
                <a:ea typeface="宋体" panose="02010600030101010101" pitchFamily="2" charset="-122"/>
              </a:endParaRPr>
            </a:p>
            <a:p>
              <a:pPr lvl="0" algn="just">
                <a:buClr>
                  <a:srgbClr val="000000"/>
                </a:buClr>
              </a:pPr>
              <a:r>
                <a:rPr lang="zh-CN" altLang="en-US" b="0">
                  <a:solidFill>
                    <a:schemeClr val="tx1"/>
                  </a:solidFill>
                  <a:latin typeface="Times New Roman" panose="02020603050405020304" charset="0"/>
                  <a:ea typeface="宋体" panose="02010600030101010101" pitchFamily="2" charset="-122"/>
                </a:rPr>
                <a:t>    </a:t>
              </a:r>
              <a:r>
                <a:rPr lang="en-US" altLang="zh-CN" b="0">
                  <a:solidFill>
                    <a:schemeClr val="tx1"/>
                  </a:solidFill>
                  <a:latin typeface="Times New Roman" panose="02020603050405020304" charset="0"/>
                  <a:ea typeface="宋体" panose="02010600030101010101" pitchFamily="2" charset="-122"/>
                </a:rPr>
                <a:t>(</a:t>
              </a:r>
              <a:r>
                <a:rPr lang="zh-CN" altLang="en-US" b="0">
                  <a:solidFill>
                    <a:schemeClr val="tx1"/>
                  </a:solidFill>
                  <a:latin typeface="Times New Roman" panose="02020603050405020304" charset="0"/>
                  <a:ea typeface="宋体" panose="02010600030101010101" pitchFamily="2" charset="-122"/>
                </a:rPr>
                <a:t>共</a:t>
              </a:r>
              <a:r>
                <a:rPr lang="en-US" altLang="zh-CN" b="0">
                  <a:solidFill>
                    <a:schemeClr val="tx1"/>
                  </a:solidFill>
                  <a:latin typeface="Times New Roman" panose="02020603050405020304" charset="0"/>
                  <a:ea typeface="宋体" panose="02010600030101010101" pitchFamily="2" charset="-122"/>
                </a:rPr>
                <a:t>100</a:t>
              </a:r>
              <a:r>
                <a:rPr lang="zh-CN" altLang="en-US" b="0">
                  <a:solidFill>
                    <a:schemeClr val="tx1"/>
                  </a:solidFill>
                  <a:latin typeface="Times New Roman" panose="02020603050405020304" charset="0"/>
                  <a:ea typeface="宋体" panose="02010600030101010101" pitchFamily="2" charset="-122"/>
                </a:rPr>
                <a:t>块</a:t>
              </a:r>
              <a:r>
                <a:rPr lang="en-US" altLang="zh-CN" b="0">
                  <a:solidFill>
                    <a:schemeClr val="tx1"/>
                  </a:solidFill>
                  <a:latin typeface="Times New Roman" panose="02020603050405020304" charset="0"/>
                  <a:ea typeface="宋体" panose="02010600030101010101" pitchFamily="2" charset="-122"/>
                </a:rPr>
                <a:t>)</a:t>
              </a:r>
              <a:endParaRPr lang="en-US" altLang="zh-CN" b="0">
                <a:solidFill>
                  <a:schemeClr val="tx1"/>
                </a:solidFill>
                <a:latin typeface="Times New Roman" panose="02020603050405020304" charset="0"/>
                <a:ea typeface="宋体" panose="02010600030101010101" pitchFamily="2" charset="-122"/>
              </a:endParaRPr>
            </a:p>
          </p:txBody>
        </p:sp>
        <p:sp>
          <p:nvSpPr>
            <p:cNvPr id="100378" name="矩形 100377"/>
            <p:cNvSpPr/>
            <p:nvPr/>
          </p:nvSpPr>
          <p:spPr>
            <a:xfrm>
              <a:off x="25" y="359"/>
              <a:ext cx="746" cy="1202"/>
            </a:xfrm>
            <a:prstGeom prst="rect">
              <a:avLst/>
            </a:prstGeom>
            <a:solidFill>
              <a:schemeClr val="bg1"/>
            </a:solidFill>
            <a:ln w="12700" cap="flat" cmpd="sng">
              <a:solidFill>
                <a:srgbClr val="000000"/>
              </a:solidFill>
              <a:prstDash val="solid"/>
              <a:miter/>
              <a:headEnd type="none" w="med" len="med"/>
              <a:tailEnd type="none" w="med" len="med"/>
            </a:ln>
          </p:spPr>
          <p:txBody>
            <a:bodyPr/>
            <a:p>
              <a:pPr marL="914400" lvl="0" indent="-340995" algn="ctr" fontAlgn="base">
                <a:lnSpc>
                  <a:spcPct val="120000"/>
                </a:lnSpc>
                <a:buClr>
                  <a:schemeClr val="tx2"/>
                </a:buClr>
                <a:buSzPct val="95000"/>
                <a:buFont typeface="Wingdings" panose="05000000000000000000" pitchFamily="2" charset="2"/>
                <a:buBlip>
                  <a:blip r:embed="rId1"/>
                </a:buBlip>
              </a:pPr>
              <a:endParaRPr sz="1400" b="1" strike="noStrike" noProof="1">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107546" name="文本框 100378"/>
            <p:cNvSpPr txBox="1"/>
            <p:nvPr/>
          </p:nvSpPr>
          <p:spPr>
            <a:xfrm>
              <a:off x="287" y="328"/>
              <a:ext cx="296" cy="240"/>
            </a:xfrm>
            <a:prstGeom prst="rect">
              <a:avLst/>
            </a:prstGeom>
            <a:noFill/>
            <a:ln w="9525">
              <a:noFill/>
              <a:miter/>
            </a:ln>
          </p:spPr>
          <p:txBody>
            <a:bodyPr anchor="t"/>
            <a:p>
              <a:pPr lvl="0" algn="just">
                <a:lnSpc>
                  <a:spcPct val="120000"/>
                </a:lnSpc>
                <a:buClr>
                  <a:srgbClr val="000000"/>
                </a:buClr>
              </a:pPr>
              <a:r>
                <a:rPr lang="en-US" altLang="zh-CN" b="0">
                  <a:solidFill>
                    <a:schemeClr val="tx1"/>
                  </a:solidFill>
                  <a:latin typeface="Times New Roman" panose="02020603050405020304" charset="0"/>
                  <a:ea typeface="宋体" panose="02010600030101010101" pitchFamily="2" charset="-122"/>
                  <a:sym typeface="MT Extra" panose="05050102010205020202" pitchFamily="2" charset="2"/>
                </a:rPr>
                <a:t>...</a:t>
              </a:r>
              <a:endParaRPr lang="en-US" altLang="zh-CN" b="0">
                <a:solidFill>
                  <a:schemeClr val="tx1"/>
                </a:solidFill>
                <a:latin typeface="Times New Roman" panose="02020603050405020304" charset="0"/>
                <a:ea typeface="宋体" panose="02010600030101010101" pitchFamily="2" charset="-122"/>
                <a:sym typeface="MT Extra" panose="05050102010205020202" pitchFamily="2" charset="2"/>
              </a:endParaRPr>
            </a:p>
          </p:txBody>
        </p:sp>
        <p:sp>
          <p:nvSpPr>
            <p:cNvPr id="107547" name="文本框 100379"/>
            <p:cNvSpPr txBox="1"/>
            <p:nvPr/>
          </p:nvSpPr>
          <p:spPr>
            <a:xfrm>
              <a:off x="71" y="487"/>
              <a:ext cx="775" cy="252"/>
            </a:xfrm>
            <a:prstGeom prst="rect">
              <a:avLst/>
            </a:prstGeom>
            <a:noFill/>
            <a:ln w="9525">
              <a:noFill/>
              <a:miter/>
            </a:ln>
          </p:spPr>
          <p:txBody>
            <a:bodyPr anchor="t"/>
            <a:p>
              <a:pPr lvl="0" algn="just">
                <a:lnSpc>
                  <a:spcPct val="120000"/>
                </a:lnSpc>
                <a:buClr>
                  <a:srgbClr val="000000"/>
                </a:buClr>
              </a:pPr>
              <a:r>
                <a:rPr lang="zh-CN" altLang="en-US" b="0" dirty="0">
                  <a:solidFill>
                    <a:schemeClr val="tx1"/>
                  </a:solidFill>
                  <a:latin typeface="Times New Roman" panose="02020603050405020304" charset="0"/>
                  <a:ea typeface="宋体" panose="02010600030101010101" pitchFamily="2" charset="-122"/>
                </a:rPr>
                <a:t>s_nfree: 100</a:t>
              </a:r>
              <a:endParaRPr lang="zh-CN" altLang="en-US" b="0" dirty="0">
                <a:solidFill>
                  <a:schemeClr val="tx1"/>
                </a:solidFill>
                <a:latin typeface="Times New Roman" panose="02020603050405020304" charset="0"/>
                <a:ea typeface="宋体" panose="02010600030101010101" pitchFamily="2" charset="-122"/>
              </a:endParaRPr>
            </a:p>
          </p:txBody>
        </p:sp>
        <p:sp>
          <p:nvSpPr>
            <p:cNvPr id="107548" name="文本框 100380"/>
            <p:cNvSpPr txBox="1"/>
            <p:nvPr/>
          </p:nvSpPr>
          <p:spPr>
            <a:xfrm>
              <a:off x="331" y="1133"/>
              <a:ext cx="296" cy="231"/>
            </a:xfrm>
            <a:prstGeom prst="rect">
              <a:avLst/>
            </a:prstGeom>
            <a:noFill/>
            <a:ln w="9525">
              <a:noFill/>
              <a:miter/>
            </a:ln>
          </p:spPr>
          <p:txBody>
            <a:bodyPr anchor="t"/>
            <a:p>
              <a:pPr lvl="0" algn="just">
                <a:lnSpc>
                  <a:spcPct val="120000"/>
                </a:lnSpc>
                <a:buClr>
                  <a:srgbClr val="000000"/>
                </a:buClr>
              </a:pPr>
              <a:r>
                <a:rPr lang="en-US" altLang="zh-CN" b="0">
                  <a:solidFill>
                    <a:schemeClr val="tx1"/>
                  </a:solidFill>
                  <a:latin typeface="Times New Roman" panose="02020603050405020304" charset="0"/>
                  <a:ea typeface="宋体" panose="02010600030101010101" pitchFamily="2" charset="-122"/>
                  <a:sym typeface="MT Extra" panose="05050102010205020202" pitchFamily="2" charset="2"/>
                </a:rPr>
                <a:t>...</a:t>
              </a:r>
              <a:endParaRPr lang="en-US" altLang="zh-CN" b="0">
                <a:solidFill>
                  <a:schemeClr val="tx1"/>
                </a:solidFill>
                <a:latin typeface="Times New Roman" panose="02020603050405020304" charset="0"/>
                <a:ea typeface="宋体" panose="02010600030101010101" pitchFamily="2" charset="-122"/>
                <a:sym typeface="MT Extra" panose="05050102010205020202" pitchFamily="2" charset="2"/>
              </a:endParaRPr>
            </a:p>
          </p:txBody>
        </p:sp>
        <p:sp>
          <p:nvSpPr>
            <p:cNvPr id="107549" name="直接连接符 100381"/>
            <p:cNvSpPr/>
            <p:nvPr/>
          </p:nvSpPr>
          <p:spPr>
            <a:xfrm>
              <a:off x="34" y="1334"/>
              <a:ext cx="731" cy="0"/>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107550" name="直接连接符 100382"/>
            <p:cNvSpPr/>
            <p:nvPr/>
          </p:nvSpPr>
          <p:spPr>
            <a:xfrm>
              <a:off x="34" y="945"/>
              <a:ext cx="731" cy="0"/>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107551" name="直接连接符 100383"/>
            <p:cNvSpPr/>
            <p:nvPr/>
          </p:nvSpPr>
          <p:spPr>
            <a:xfrm>
              <a:off x="34" y="744"/>
              <a:ext cx="731" cy="0"/>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107552" name="直接连接符 100384"/>
            <p:cNvSpPr/>
            <p:nvPr/>
          </p:nvSpPr>
          <p:spPr>
            <a:xfrm>
              <a:off x="25" y="518"/>
              <a:ext cx="731" cy="0"/>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107553" name="文本框 100385"/>
            <p:cNvSpPr txBox="1"/>
            <p:nvPr/>
          </p:nvSpPr>
          <p:spPr>
            <a:xfrm>
              <a:off x="134" y="706"/>
              <a:ext cx="576" cy="252"/>
            </a:xfrm>
            <a:prstGeom prst="rect">
              <a:avLst/>
            </a:prstGeom>
            <a:noFill/>
            <a:ln w="9525">
              <a:noFill/>
              <a:miter/>
            </a:ln>
          </p:spPr>
          <p:txBody>
            <a:bodyPr anchor="t"/>
            <a:p>
              <a:pPr lvl="0" algn="just">
                <a:lnSpc>
                  <a:spcPct val="120000"/>
                </a:lnSpc>
                <a:buClr>
                  <a:srgbClr val="000000"/>
                </a:buClr>
              </a:pPr>
              <a:r>
                <a:rPr lang="zh-CN" altLang="en-US" b="0" dirty="0">
                  <a:solidFill>
                    <a:schemeClr val="tx1"/>
                  </a:solidFill>
                  <a:latin typeface="Times New Roman" panose="02020603050405020304" charset="0"/>
                  <a:ea typeface="宋体" panose="02010600030101010101" pitchFamily="2" charset="-122"/>
                </a:rPr>
                <a:t>s_free[0]</a:t>
              </a:r>
              <a:endParaRPr lang="zh-CN" altLang="en-US" b="0" dirty="0">
                <a:solidFill>
                  <a:schemeClr val="tx1"/>
                </a:solidFill>
                <a:latin typeface="Times New Roman" panose="02020603050405020304" charset="0"/>
                <a:ea typeface="宋体" panose="02010600030101010101" pitchFamily="2" charset="-122"/>
              </a:endParaRPr>
            </a:p>
          </p:txBody>
        </p:sp>
        <p:sp>
          <p:nvSpPr>
            <p:cNvPr id="107554" name="直接连接符 100386"/>
            <p:cNvSpPr/>
            <p:nvPr/>
          </p:nvSpPr>
          <p:spPr>
            <a:xfrm>
              <a:off x="35" y="1143"/>
              <a:ext cx="731" cy="0"/>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107555" name="文本框 100387"/>
            <p:cNvSpPr txBox="1"/>
            <p:nvPr/>
          </p:nvSpPr>
          <p:spPr>
            <a:xfrm>
              <a:off x="134" y="916"/>
              <a:ext cx="576" cy="252"/>
            </a:xfrm>
            <a:prstGeom prst="rect">
              <a:avLst/>
            </a:prstGeom>
            <a:noFill/>
            <a:ln w="9525">
              <a:noFill/>
              <a:miter/>
            </a:ln>
          </p:spPr>
          <p:txBody>
            <a:bodyPr anchor="t"/>
            <a:p>
              <a:pPr lvl="0" algn="just">
                <a:lnSpc>
                  <a:spcPct val="120000"/>
                </a:lnSpc>
                <a:buClr>
                  <a:srgbClr val="000000"/>
                </a:buClr>
              </a:pPr>
              <a:r>
                <a:rPr lang="zh-CN" altLang="en-US" b="0" dirty="0">
                  <a:solidFill>
                    <a:schemeClr val="tx1"/>
                  </a:solidFill>
                  <a:latin typeface="Times New Roman" panose="02020603050405020304" charset="0"/>
                  <a:ea typeface="宋体" panose="02010600030101010101" pitchFamily="2" charset="-122"/>
                </a:rPr>
                <a:t>s_free[1]</a:t>
              </a:r>
              <a:endParaRPr lang="zh-CN" altLang="en-US" b="0" dirty="0">
                <a:solidFill>
                  <a:schemeClr val="tx1"/>
                </a:solidFill>
                <a:latin typeface="Times New Roman" panose="02020603050405020304" charset="0"/>
                <a:ea typeface="宋体" panose="02010600030101010101" pitchFamily="2" charset="-122"/>
              </a:endParaRPr>
            </a:p>
          </p:txBody>
        </p:sp>
        <p:sp>
          <p:nvSpPr>
            <p:cNvPr id="107556" name="文本框 100388"/>
            <p:cNvSpPr txBox="1"/>
            <p:nvPr/>
          </p:nvSpPr>
          <p:spPr>
            <a:xfrm>
              <a:off x="134" y="1327"/>
              <a:ext cx="679" cy="252"/>
            </a:xfrm>
            <a:prstGeom prst="rect">
              <a:avLst/>
            </a:prstGeom>
            <a:noFill/>
            <a:ln w="9525">
              <a:noFill/>
              <a:miter/>
            </a:ln>
          </p:spPr>
          <p:txBody>
            <a:bodyPr anchor="t"/>
            <a:p>
              <a:pPr lvl="0" algn="just">
                <a:lnSpc>
                  <a:spcPct val="120000"/>
                </a:lnSpc>
                <a:buClr>
                  <a:srgbClr val="000000"/>
                </a:buClr>
              </a:pPr>
              <a:r>
                <a:rPr lang="zh-CN" altLang="en-US" b="0" dirty="0">
                  <a:solidFill>
                    <a:schemeClr val="tx1"/>
                  </a:solidFill>
                  <a:latin typeface="Times New Roman" panose="02020603050405020304" charset="0"/>
                  <a:ea typeface="宋体" panose="02010600030101010101" pitchFamily="2" charset="-122"/>
                </a:rPr>
                <a:t>s_free[99]</a:t>
              </a:r>
              <a:endParaRPr lang="zh-CN" altLang="en-US" b="0" dirty="0">
                <a:solidFill>
                  <a:schemeClr val="tx1"/>
                </a:solidFill>
                <a:latin typeface="Times New Roman" panose="02020603050405020304" charset="0"/>
                <a:ea typeface="宋体" panose="02010600030101010101" pitchFamily="2" charset="-122"/>
              </a:endParaRPr>
            </a:p>
          </p:txBody>
        </p:sp>
      </p:grpSp>
      <p:grpSp>
        <p:nvGrpSpPr>
          <p:cNvPr id="107557" name="组合 100389"/>
          <p:cNvGrpSpPr/>
          <p:nvPr/>
        </p:nvGrpSpPr>
        <p:grpSpPr>
          <a:xfrm rot="0">
            <a:off x="6147435" y="1257300"/>
            <a:ext cx="1431623" cy="2506345"/>
            <a:chOff x="0" y="0"/>
            <a:chExt cx="829" cy="1579"/>
          </a:xfrm>
        </p:grpSpPr>
        <p:sp>
          <p:nvSpPr>
            <p:cNvPr id="107558" name="文本框 100390"/>
            <p:cNvSpPr txBox="1"/>
            <p:nvPr/>
          </p:nvSpPr>
          <p:spPr>
            <a:xfrm>
              <a:off x="0" y="0"/>
              <a:ext cx="811" cy="334"/>
            </a:xfrm>
            <a:prstGeom prst="rect">
              <a:avLst/>
            </a:prstGeom>
            <a:noFill/>
            <a:ln w="9525">
              <a:noFill/>
              <a:miter/>
            </a:ln>
          </p:spPr>
          <p:txBody>
            <a:bodyPr anchor="t"/>
            <a:p>
              <a:pPr lvl="0" algn="just">
                <a:buClr>
                  <a:srgbClr val="000000"/>
                </a:buClr>
              </a:pPr>
              <a:r>
                <a:rPr lang="zh-CN" altLang="en-US" b="0">
                  <a:solidFill>
                    <a:schemeClr val="tx1"/>
                  </a:solidFill>
                  <a:latin typeface="Times New Roman" panose="02020603050405020304" charset="0"/>
                  <a:ea typeface="宋体" panose="02010600030101010101" pitchFamily="2" charset="-122"/>
                </a:rPr>
                <a:t>第二组空闲块</a:t>
              </a:r>
              <a:endParaRPr lang="zh-CN" altLang="en-US" b="0">
                <a:solidFill>
                  <a:schemeClr val="tx1"/>
                </a:solidFill>
                <a:latin typeface="Times New Roman" panose="02020603050405020304" charset="0"/>
                <a:ea typeface="宋体" panose="02010600030101010101" pitchFamily="2" charset="-122"/>
              </a:endParaRPr>
            </a:p>
            <a:p>
              <a:pPr lvl="0" algn="just">
                <a:buClr>
                  <a:srgbClr val="000000"/>
                </a:buClr>
              </a:pPr>
              <a:r>
                <a:rPr lang="zh-CN" altLang="en-US" b="0">
                  <a:solidFill>
                    <a:schemeClr val="tx1"/>
                  </a:solidFill>
                  <a:latin typeface="Times New Roman" panose="02020603050405020304" charset="0"/>
                  <a:ea typeface="宋体" panose="02010600030101010101" pitchFamily="2" charset="-122"/>
                </a:rPr>
                <a:t>    </a:t>
              </a:r>
              <a:r>
                <a:rPr lang="en-US" altLang="zh-CN" b="0">
                  <a:solidFill>
                    <a:schemeClr val="tx1"/>
                  </a:solidFill>
                  <a:latin typeface="Times New Roman" panose="02020603050405020304" charset="0"/>
                  <a:ea typeface="宋体" panose="02010600030101010101" pitchFamily="2" charset="-122"/>
                </a:rPr>
                <a:t>(</a:t>
              </a:r>
              <a:r>
                <a:rPr lang="zh-CN" altLang="en-US" b="0">
                  <a:solidFill>
                    <a:schemeClr val="tx1"/>
                  </a:solidFill>
                  <a:latin typeface="Times New Roman" panose="02020603050405020304" charset="0"/>
                  <a:ea typeface="宋体" panose="02010600030101010101" pitchFamily="2" charset="-122"/>
                </a:rPr>
                <a:t>共</a:t>
              </a:r>
              <a:r>
                <a:rPr lang="en-US" altLang="zh-CN" b="0">
                  <a:solidFill>
                    <a:schemeClr val="tx1"/>
                  </a:solidFill>
                  <a:latin typeface="Times New Roman" panose="02020603050405020304" charset="0"/>
                  <a:ea typeface="宋体" panose="02010600030101010101" pitchFamily="2" charset="-122"/>
                </a:rPr>
                <a:t>100</a:t>
              </a:r>
              <a:r>
                <a:rPr lang="zh-CN" altLang="en-US" b="0">
                  <a:solidFill>
                    <a:schemeClr val="tx1"/>
                  </a:solidFill>
                  <a:latin typeface="Times New Roman" panose="02020603050405020304" charset="0"/>
                  <a:ea typeface="宋体" panose="02010600030101010101" pitchFamily="2" charset="-122"/>
                </a:rPr>
                <a:t>块</a:t>
              </a:r>
              <a:r>
                <a:rPr lang="en-US" altLang="zh-CN" b="0">
                  <a:solidFill>
                    <a:schemeClr val="tx1"/>
                  </a:solidFill>
                  <a:latin typeface="Times New Roman" panose="02020603050405020304" charset="0"/>
                  <a:ea typeface="宋体" panose="02010600030101010101" pitchFamily="2" charset="-122"/>
                </a:rPr>
                <a:t>)</a:t>
              </a:r>
              <a:endParaRPr lang="en-US" altLang="zh-CN" b="0">
                <a:solidFill>
                  <a:schemeClr val="tx1"/>
                </a:solidFill>
                <a:latin typeface="Times New Roman" panose="02020603050405020304" charset="0"/>
                <a:ea typeface="宋体" panose="02010600030101010101" pitchFamily="2" charset="-122"/>
              </a:endParaRPr>
            </a:p>
          </p:txBody>
        </p:sp>
        <p:sp>
          <p:nvSpPr>
            <p:cNvPr id="100392" name="矩形 100391"/>
            <p:cNvSpPr/>
            <p:nvPr/>
          </p:nvSpPr>
          <p:spPr>
            <a:xfrm>
              <a:off x="25" y="359"/>
              <a:ext cx="746" cy="1202"/>
            </a:xfrm>
            <a:prstGeom prst="rect">
              <a:avLst/>
            </a:prstGeom>
            <a:solidFill>
              <a:schemeClr val="bg1"/>
            </a:solidFill>
            <a:ln w="12700" cap="flat" cmpd="sng">
              <a:solidFill>
                <a:srgbClr val="000000"/>
              </a:solidFill>
              <a:prstDash val="solid"/>
              <a:miter/>
              <a:headEnd type="none" w="med" len="med"/>
              <a:tailEnd type="none" w="med" len="med"/>
            </a:ln>
          </p:spPr>
          <p:txBody>
            <a:bodyPr/>
            <a:p>
              <a:pPr marL="914400" lvl="0" indent="-340995" algn="ctr" fontAlgn="base">
                <a:lnSpc>
                  <a:spcPct val="120000"/>
                </a:lnSpc>
                <a:buClr>
                  <a:schemeClr val="tx2"/>
                </a:buClr>
                <a:buSzPct val="95000"/>
                <a:buFont typeface="Wingdings" panose="05000000000000000000" pitchFamily="2" charset="2"/>
                <a:buBlip>
                  <a:blip r:embed="rId1"/>
                </a:buBlip>
              </a:pPr>
              <a:endParaRPr sz="1400" b="1" strike="noStrike" noProof="1">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107560" name="文本框 100392"/>
            <p:cNvSpPr txBox="1"/>
            <p:nvPr/>
          </p:nvSpPr>
          <p:spPr>
            <a:xfrm>
              <a:off x="287" y="328"/>
              <a:ext cx="296" cy="240"/>
            </a:xfrm>
            <a:prstGeom prst="rect">
              <a:avLst/>
            </a:prstGeom>
            <a:noFill/>
            <a:ln w="9525">
              <a:noFill/>
              <a:miter/>
            </a:ln>
          </p:spPr>
          <p:txBody>
            <a:bodyPr anchor="t"/>
            <a:p>
              <a:pPr lvl="0" algn="just">
                <a:lnSpc>
                  <a:spcPct val="120000"/>
                </a:lnSpc>
                <a:buClr>
                  <a:srgbClr val="000000"/>
                </a:buClr>
              </a:pPr>
              <a:r>
                <a:rPr lang="en-US" altLang="zh-CN" b="0">
                  <a:solidFill>
                    <a:schemeClr val="tx1"/>
                  </a:solidFill>
                  <a:latin typeface="Times New Roman" panose="02020603050405020304" charset="0"/>
                  <a:ea typeface="宋体" panose="02010600030101010101" pitchFamily="2" charset="-122"/>
                  <a:sym typeface="MT Extra" panose="05050102010205020202" pitchFamily="2" charset="2"/>
                </a:rPr>
                <a:t>...</a:t>
              </a:r>
              <a:endParaRPr lang="en-US" altLang="zh-CN" b="0">
                <a:solidFill>
                  <a:schemeClr val="tx1"/>
                </a:solidFill>
                <a:latin typeface="Times New Roman" panose="02020603050405020304" charset="0"/>
                <a:ea typeface="宋体" panose="02010600030101010101" pitchFamily="2" charset="-122"/>
                <a:sym typeface="MT Extra" panose="05050102010205020202" pitchFamily="2" charset="2"/>
              </a:endParaRPr>
            </a:p>
          </p:txBody>
        </p:sp>
        <p:sp>
          <p:nvSpPr>
            <p:cNvPr id="107561" name="文本框 100393"/>
            <p:cNvSpPr txBox="1"/>
            <p:nvPr/>
          </p:nvSpPr>
          <p:spPr>
            <a:xfrm>
              <a:off x="31" y="487"/>
              <a:ext cx="767" cy="252"/>
            </a:xfrm>
            <a:prstGeom prst="rect">
              <a:avLst/>
            </a:prstGeom>
            <a:noFill/>
            <a:ln w="9525">
              <a:noFill/>
              <a:miter/>
            </a:ln>
          </p:spPr>
          <p:txBody>
            <a:bodyPr anchor="t"/>
            <a:p>
              <a:pPr lvl="0" algn="just">
                <a:lnSpc>
                  <a:spcPct val="120000"/>
                </a:lnSpc>
                <a:buClr>
                  <a:srgbClr val="000000"/>
                </a:buClr>
              </a:pPr>
              <a:r>
                <a:rPr lang="zh-CN" altLang="en-US" b="0" dirty="0">
                  <a:solidFill>
                    <a:srgbClr val="FF0000"/>
                  </a:solidFill>
                  <a:latin typeface="Times New Roman" panose="02020603050405020304" charset="0"/>
                  <a:ea typeface="宋体" panose="02010600030101010101" pitchFamily="2" charset="-122"/>
                </a:rPr>
                <a:t>s_nfree: 100</a:t>
              </a:r>
              <a:endParaRPr lang="zh-CN" altLang="en-US" b="0" dirty="0">
                <a:solidFill>
                  <a:srgbClr val="FF0000"/>
                </a:solidFill>
                <a:latin typeface="Times New Roman" panose="02020603050405020304" charset="0"/>
                <a:ea typeface="宋体" panose="02010600030101010101" pitchFamily="2" charset="-122"/>
              </a:endParaRPr>
            </a:p>
          </p:txBody>
        </p:sp>
        <p:sp>
          <p:nvSpPr>
            <p:cNvPr id="107562" name="文本框 100394"/>
            <p:cNvSpPr txBox="1"/>
            <p:nvPr/>
          </p:nvSpPr>
          <p:spPr>
            <a:xfrm>
              <a:off x="331" y="1133"/>
              <a:ext cx="296" cy="231"/>
            </a:xfrm>
            <a:prstGeom prst="rect">
              <a:avLst/>
            </a:prstGeom>
            <a:noFill/>
            <a:ln w="9525">
              <a:noFill/>
              <a:miter/>
            </a:ln>
          </p:spPr>
          <p:txBody>
            <a:bodyPr anchor="t"/>
            <a:p>
              <a:pPr lvl="0" algn="just">
                <a:lnSpc>
                  <a:spcPct val="120000"/>
                </a:lnSpc>
                <a:buClr>
                  <a:srgbClr val="000000"/>
                </a:buClr>
              </a:pPr>
              <a:r>
                <a:rPr lang="en-US" altLang="zh-CN" b="0">
                  <a:solidFill>
                    <a:schemeClr val="tx1"/>
                  </a:solidFill>
                  <a:latin typeface="Times New Roman" panose="02020603050405020304" charset="0"/>
                  <a:ea typeface="宋体" panose="02010600030101010101" pitchFamily="2" charset="-122"/>
                  <a:sym typeface="MT Extra" panose="05050102010205020202" pitchFamily="2" charset="2"/>
                </a:rPr>
                <a:t>...</a:t>
              </a:r>
              <a:endParaRPr lang="en-US" altLang="zh-CN" b="0">
                <a:solidFill>
                  <a:schemeClr val="tx1"/>
                </a:solidFill>
                <a:latin typeface="Times New Roman" panose="02020603050405020304" charset="0"/>
                <a:ea typeface="宋体" panose="02010600030101010101" pitchFamily="2" charset="-122"/>
                <a:sym typeface="MT Extra" panose="05050102010205020202" pitchFamily="2" charset="2"/>
              </a:endParaRPr>
            </a:p>
          </p:txBody>
        </p:sp>
        <p:sp>
          <p:nvSpPr>
            <p:cNvPr id="107563" name="直接连接符 100395"/>
            <p:cNvSpPr/>
            <p:nvPr/>
          </p:nvSpPr>
          <p:spPr>
            <a:xfrm>
              <a:off x="34" y="1334"/>
              <a:ext cx="731" cy="0"/>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107564" name="直接连接符 100396"/>
            <p:cNvSpPr/>
            <p:nvPr/>
          </p:nvSpPr>
          <p:spPr>
            <a:xfrm>
              <a:off x="34" y="945"/>
              <a:ext cx="731" cy="0"/>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107565" name="直接连接符 100397"/>
            <p:cNvSpPr/>
            <p:nvPr/>
          </p:nvSpPr>
          <p:spPr>
            <a:xfrm>
              <a:off x="34" y="744"/>
              <a:ext cx="731" cy="0"/>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107566" name="直接连接符 100398"/>
            <p:cNvSpPr/>
            <p:nvPr/>
          </p:nvSpPr>
          <p:spPr>
            <a:xfrm>
              <a:off x="25" y="518"/>
              <a:ext cx="731" cy="0"/>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107567" name="文本框 100399"/>
            <p:cNvSpPr txBox="1"/>
            <p:nvPr/>
          </p:nvSpPr>
          <p:spPr>
            <a:xfrm>
              <a:off x="134" y="706"/>
              <a:ext cx="637" cy="252"/>
            </a:xfrm>
            <a:prstGeom prst="rect">
              <a:avLst/>
            </a:prstGeom>
            <a:noFill/>
            <a:ln w="9525">
              <a:noFill/>
              <a:miter/>
            </a:ln>
          </p:spPr>
          <p:txBody>
            <a:bodyPr anchor="t"/>
            <a:p>
              <a:pPr lvl="0" algn="just">
                <a:lnSpc>
                  <a:spcPct val="120000"/>
                </a:lnSpc>
                <a:buClr>
                  <a:srgbClr val="000000"/>
                </a:buClr>
              </a:pPr>
              <a:r>
                <a:rPr lang="zh-CN" altLang="en-US" b="0" dirty="0">
                  <a:solidFill>
                    <a:srgbClr val="FF0000"/>
                  </a:solidFill>
                  <a:latin typeface="Times New Roman" panose="02020603050405020304" charset="0"/>
                  <a:ea typeface="宋体" panose="02010600030101010101" pitchFamily="2" charset="-122"/>
                </a:rPr>
                <a:t>s_free[0]</a:t>
              </a:r>
              <a:r>
                <a:rPr lang="en-US" altLang="zh-CN" b="0" dirty="0">
                  <a:solidFill>
                    <a:srgbClr val="FF0000"/>
                  </a:solidFill>
                  <a:latin typeface="Times New Roman" panose="02020603050405020304" charset="0"/>
                  <a:ea typeface="宋体" panose="02010600030101010101" pitchFamily="2" charset="-122"/>
                </a:rPr>
                <a:t>=0</a:t>
              </a:r>
              <a:endParaRPr lang="en-US" altLang="zh-CN" b="0" dirty="0">
                <a:solidFill>
                  <a:srgbClr val="FF0000"/>
                </a:solidFill>
                <a:latin typeface="Times New Roman" panose="02020603050405020304" charset="0"/>
                <a:ea typeface="宋体" panose="02010600030101010101" pitchFamily="2" charset="-122"/>
              </a:endParaRPr>
            </a:p>
          </p:txBody>
        </p:sp>
        <p:sp>
          <p:nvSpPr>
            <p:cNvPr id="107568" name="直接连接符 100400"/>
            <p:cNvSpPr/>
            <p:nvPr/>
          </p:nvSpPr>
          <p:spPr>
            <a:xfrm>
              <a:off x="35" y="1143"/>
              <a:ext cx="731" cy="0"/>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107569" name="文本框 100401"/>
            <p:cNvSpPr txBox="1"/>
            <p:nvPr/>
          </p:nvSpPr>
          <p:spPr>
            <a:xfrm>
              <a:off x="134" y="916"/>
              <a:ext cx="576" cy="252"/>
            </a:xfrm>
            <a:prstGeom prst="rect">
              <a:avLst/>
            </a:prstGeom>
            <a:noFill/>
            <a:ln w="9525">
              <a:noFill/>
              <a:miter/>
            </a:ln>
          </p:spPr>
          <p:txBody>
            <a:bodyPr anchor="t"/>
            <a:p>
              <a:pPr lvl="0" algn="just">
                <a:lnSpc>
                  <a:spcPct val="120000"/>
                </a:lnSpc>
                <a:buClr>
                  <a:srgbClr val="000000"/>
                </a:buClr>
              </a:pPr>
              <a:r>
                <a:rPr lang="zh-CN" altLang="en-US" b="0" dirty="0">
                  <a:solidFill>
                    <a:schemeClr val="tx1"/>
                  </a:solidFill>
                  <a:latin typeface="Times New Roman" panose="02020603050405020304" charset="0"/>
                  <a:ea typeface="宋体" panose="02010600030101010101" pitchFamily="2" charset="-122"/>
                </a:rPr>
                <a:t>s_free[1]</a:t>
              </a:r>
              <a:endParaRPr lang="zh-CN" altLang="en-US" b="0" dirty="0">
                <a:solidFill>
                  <a:schemeClr val="tx1"/>
                </a:solidFill>
                <a:latin typeface="Times New Roman" panose="02020603050405020304" charset="0"/>
                <a:ea typeface="宋体" panose="02010600030101010101" pitchFamily="2" charset="-122"/>
              </a:endParaRPr>
            </a:p>
          </p:txBody>
        </p:sp>
        <p:sp>
          <p:nvSpPr>
            <p:cNvPr id="107570" name="文本框 100402"/>
            <p:cNvSpPr txBox="1"/>
            <p:nvPr/>
          </p:nvSpPr>
          <p:spPr>
            <a:xfrm>
              <a:off x="134" y="1327"/>
              <a:ext cx="695" cy="252"/>
            </a:xfrm>
            <a:prstGeom prst="rect">
              <a:avLst/>
            </a:prstGeom>
            <a:noFill/>
            <a:ln w="9525">
              <a:noFill/>
              <a:miter/>
            </a:ln>
          </p:spPr>
          <p:txBody>
            <a:bodyPr anchor="t"/>
            <a:p>
              <a:pPr lvl="0" algn="just">
                <a:lnSpc>
                  <a:spcPct val="120000"/>
                </a:lnSpc>
                <a:buClr>
                  <a:srgbClr val="000000"/>
                </a:buClr>
              </a:pPr>
              <a:r>
                <a:rPr lang="zh-CN" altLang="en-US" b="0" dirty="0">
                  <a:solidFill>
                    <a:schemeClr val="tx1"/>
                  </a:solidFill>
                  <a:latin typeface="Times New Roman" panose="02020603050405020304" charset="0"/>
                  <a:ea typeface="宋体" panose="02010600030101010101" pitchFamily="2" charset="-122"/>
                </a:rPr>
                <a:t>s_free[99]</a:t>
              </a:r>
              <a:endParaRPr lang="zh-CN" altLang="en-US" b="0" dirty="0">
                <a:solidFill>
                  <a:schemeClr val="tx1"/>
                </a:solidFill>
                <a:latin typeface="Times New Roman" panose="02020603050405020304" charset="0"/>
                <a:ea typeface="宋体" panose="02010600030101010101" pitchFamily="2" charset="-122"/>
              </a:endParaRPr>
            </a:p>
          </p:txBody>
        </p:sp>
      </p:grpSp>
      <p:sp>
        <p:nvSpPr>
          <p:cNvPr id="100404" name="矩形 100403"/>
          <p:cNvSpPr/>
          <p:nvPr/>
        </p:nvSpPr>
        <p:spPr>
          <a:xfrm>
            <a:off x="173355" y="2333625"/>
            <a:ext cx="1288415" cy="1908175"/>
          </a:xfrm>
          <a:prstGeom prst="rect">
            <a:avLst/>
          </a:prstGeom>
          <a:solidFill>
            <a:schemeClr val="bg1"/>
          </a:solidFill>
          <a:ln w="12700" cap="flat" cmpd="sng">
            <a:solidFill>
              <a:srgbClr val="000000"/>
            </a:solidFill>
            <a:prstDash val="solid"/>
            <a:miter/>
            <a:headEnd type="none" w="med" len="med"/>
            <a:tailEnd type="none" w="med" len="med"/>
          </a:ln>
        </p:spPr>
        <p:txBody>
          <a:bodyPr/>
          <a:p>
            <a:pPr marL="914400" lvl="0" indent="-340995" algn="ctr" fontAlgn="base">
              <a:lnSpc>
                <a:spcPct val="120000"/>
              </a:lnSpc>
              <a:buClr>
                <a:schemeClr val="tx2"/>
              </a:buClr>
              <a:buSzPct val="95000"/>
              <a:buFont typeface="Wingdings" panose="05000000000000000000" pitchFamily="2" charset="2"/>
              <a:buBlip>
                <a:blip r:embed="rId1"/>
              </a:buBlip>
            </a:pPr>
            <a:endParaRPr sz="1400" b="1" strike="noStrike" noProof="1">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107572" name="文本框 100404"/>
          <p:cNvSpPr txBox="1"/>
          <p:nvPr/>
        </p:nvSpPr>
        <p:spPr>
          <a:xfrm>
            <a:off x="625475" y="2284730"/>
            <a:ext cx="511175" cy="381000"/>
          </a:xfrm>
          <a:prstGeom prst="rect">
            <a:avLst/>
          </a:prstGeom>
          <a:noFill/>
          <a:ln w="9525">
            <a:noFill/>
            <a:miter/>
          </a:ln>
        </p:spPr>
        <p:txBody>
          <a:bodyPr anchor="t"/>
          <a:p>
            <a:pPr lvl="0" algn="just">
              <a:lnSpc>
                <a:spcPct val="120000"/>
              </a:lnSpc>
              <a:buClr>
                <a:srgbClr val="000000"/>
              </a:buClr>
            </a:pPr>
            <a:r>
              <a:rPr lang="en-US" altLang="zh-CN" b="0">
                <a:solidFill>
                  <a:schemeClr val="tx1"/>
                </a:solidFill>
                <a:latin typeface="Times New Roman" panose="02020603050405020304" charset="0"/>
                <a:ea typeface="宋体" panose="02010600030101010101" pitchFamily="2" charset="-122"/>
                <a:sym typeface="MT Extra" panose="05050102010205020202" pitchFamily="2" charset="2"/>
              </a:rPr>
              <a:t>...</a:t>
            </a:r>
            <a:endParaRPr lang="en-US" altLang="zh-CN" b="0">
              <a:solidFill>
                <a:schemeClr val="tx1"/>
              </a:solidFill>
              <a:latin typeface="Times New Roman" panose="02020603050405020304" charset="0"/>
              <a:ea typeface="宋体" panose="02010600030101010101" pitchFamily="2" charset="-122"/>
              <a:sym typeface="MT Extra" panose="05050102010205020202" pitchFamily="2" charset="2"/>
            </a:endParaRPr>
          </a:p>
        </p:txBody>
      </p:sp>
      <p:sp>
        <p:nvSpPr>
          <p:cNvPr id="107573" name="文本框 100405"/>
          <p:cNvSpPr txBox="1"/>
          <p:nvPr/>
        </p:nvSpPr>
        <p:spPr>
          <a:xfrm>
            <a:off x="252730" y="2536825"/>
            <a:ext cx="1215390" cy="400050"/>
          </a:xfrm>
          <a:prstGeom prst="rect">
            <a:avLst/>
          </a:prstGeom>
          <a:noFill/>
          <a:ln w="9525">
            <a:noFill/>
            <a:miter/>
          </a:ln>
        </p:spPr>
        <p:txBody>
          <a:bodyPr anchor="t"/>
          <a:p>
            <a:pPr lvl="0" algn="just">
              <a:lnSpc>
                <a:spcPct val="120000"/>
              </a:lnSpc>
              <a:buClr>
                <a:srgbClr val="000000"/>
              </a:buClr>
            </a:pPr>
            <a:r>
              <a:rPr lang="zh-CN" altLang="en-US" b="0" dirty="0">
                <a:solidFill>
                  <a:schemeClr val="tx1"/>
                </a:solidFill>
                <a:latin typeface="Times New Roman" panose="02020603050405020304" charset="0"/>
                <a:ea typeface="宋体" panose="02010600030101010101" pitchFamily="2" charset="-122"/>
              </a:rPr>
              <a:t>s_nfree: 77</a:t>
            </a:r>
            <a:endParaRPr lang="zh-CN" altLang="en-US" b="0" dirty="0">
              <a:solidFill>
                <a:schemeClr val="tx1"/>
              </a:solidFill>
              <a:latin typeface="Times New Roman" panose="02020603050405020304" charset="0"/>
              <a:ea typeface="宋体" panose="02010600030101010101" pitchFamily="2" charset="-122"/>
            </a:endParaRPr>
          </a:p>
        </p:txBody>
      </p:sp>
      <p:sp>
        <p:nvSpPr>
          <p:cNvPr id="107574" name="文本框 100406"/>
          <p:cNvSpPr txBox="1"/>
          <p:nvPr/>
        </p:nvSpPr>
        <p:spPr>
          <a:xfrm>
            <a:off x="701675" y="3562350"/>
            <a:ext cx="511175" cy="366395"/>
          </a:xfrm>
          <a:prstGeom prst="rect">
            <a:avLst/>
          </a:prstGeom>
          <a:noFill/>
          <a:ln w="9525">
            <a:noFill/>
            <a:miter/>
          </a:ln>
        </p:spPr>
        <p:txBody>
          <a:bodyPr anchor="t"/>
          <a:p>
            <a:pPr lvl="0" algn="just">
              <a:lnSpc>
                <a:spcPct val="120000"/>
              </a:lnSpc>
              <a:buClr>
                <a:srgbClr val="000000"/>
              </a:buClr>
            </a:pPr>
            <a:r>
              <a:rPr lang="en-US" altLang="zh-CN" b="0">
                <a:solidFill>
                  <a:schemeClr val="tx1"/>
                </a:solidFill>
                <a:latin typeface="Times New Roman" panose="02020603050405020304" charset="0"/>
                <a:ea typeface="宋体" panose="02010600030101010101" pitchFamily="2" charset="-122"/>
                <a:sym typeface="MT Extra" panose="05050102010205020202" pitchFamily="2" charset="2"/>
              </a:rPr>
              <a:t>...</a:t>
            </a:r>
            <a:endParaRPr lang="en-US" altLang="zh-CN" b="0">
              <a:solidFill>
                <a:schemeClr val="tx1"/>
              </a:solidFill>
              <a:latin typeface="Times New Roman" panose="02020603050405020304" charset="0"/>
              <a:ea typeface="宋体" panose="02010600030101010101" pitchFamily="2" charset="-122"/>
              <a:sym typeface="MT Extra" panose="05050102010205020202" pitchFamily="2" charset="2"/>
            </a:endParaRPr>
          </a:p>
        </p:txBody>
      </p:sp>
      <p:sp>
        <p:nvSpPr>
          <p:cNvPr id="107575" name="直接连接符 100407"/>
          <p:cNvSpPr/>
          <p:nvPr/>
        </p:nvSpPr>
        <p:spPr>
          <a:xfrm>
            <a:off x="188595" y="3881755"/>
            <a:ext cx="1262380" cy="0"/>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107576" name="直接连接符 100408"/>
          <p:cNvSpPr/>
          <p:nvPr/>
        </p:nvSpPr>
        <p:spPr>
          <a:xfrm>
            <a:off x="188595" y="3263900"/>
            <a:ext cx="1262380" cy="0"/>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107577" name="直接连接符 100409"/>
          <p:cNvSpPr/>
          <p:nvPr/>
        </p:nvSpPr>
        <p:spPr>
          <a:xfrm>
            <a:off x="188595" y="2945130"/>
            <a:ext cx="1262380" cy="0"/>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107578" name="直接连接符 100410"/>
          <p:cNvSpPr/>
          <p:nvPr/>
        </p:nvSpPr>
        <p:spPr>
          <a:xfrm>
            <a:off x="173355" y="2586355"/>
            <a:ext cx="1262380" cy="0"/>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107579" name="文本框 100411"/>
          <p:cNvSpPr txBox="1"/>
          <p:nvPr/>
        </p:nvSpPr>
        <p:spPr>
          <a:xfrm>
            <a:off x="361315" y="2884805"/>
            <a:ext cx="994410" cy="400050"/>
          </a:xfrm>
          <a:prstGeom prst="rect">
            <a:avLst/>
          </a:prstGeom>
          <a:noFill/>
          <a:ln w="9525">
            <a:noFill/>
            <a:miter/>
          </a:ln>
        </p:spPr>
        <p:txBody>
          <a:bodyPr anchor="t"/>
          <a:p>
            <a:pPr lvl="0" algn="just">
              <a:lnSpc>
                <a:spcPct val="120000"/>
              </a:lnSpc>
              <a:buClr>
                <a:srgbClr val="000000"/>
              </a:buClr>
            </a:pPr>
            <a:r>
              <a:rPr lang="zh-CN" altLang="en-US" b="0" dirty="0">
                <a:solidFill>
                  <a:schemeClr val="tx1"/>
                </a:solidFill>
                <a:latin typeface="Times New Roman" panose="02020603050405020304" charset="0"/>
                <a:ea typeface="宋体" panose="02010600030101010101" pitchFamily="2" charset="-122"/>
              </a:rPr>
              <a:t>s_free[0]</a:t>
            </a:r>
            <a:endParaRPr lang="zh-CN" altLang="en-US" b="0" dirty="0">
              <a:solidFill>
                <a:schemeClr val="tx1"/>
              </a:solidFill>
              <a:latin typeface="Times New Roman" panose="02020603050405020304" charset="0"/>
              <a:ea typeface="宋体" panose="02010600030101010101" pitchFamily="2" charset="-122"/>
            </a:endParaRPr>
          </a:p>
        </p:txBody>
      </p:sp>
      <p:sp>
        <p:nvSpPr>
          <p:cNvPr id="107580" name="直接连接符 100412"/>
          <p:cNvSpPr/>
          <p:nvPr/>
        </p:nvSpPr>
        <p:spPr>
          <a:xfrm>
            <a:off x="190500" y="3578225"/>
            <a:ext cx="1262380" cy="0"/>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107581" name="文本框 100413"/>
          <p:cNvSpPr txBox="1"/>
          <p:nvPr/>
        </p:nvSpPr>
        <p:spPr>
          <a:xfrm>
            <a:off x="361315" y="3218180"/>
            <a:ext cx="994410" cy="400050"/>
          </a:xfrm>
          <a:prstGeom prst="rect">
            <a:avLst/>
          </a:prstGeom>
          <a:noFill/>
          <a:ln w="9525">
            <a:noFill/>
            <a:miter/>
          </a:ln>
        </p:spPr>
        <p:txBody>
          <a:bodyPr anchor="t"/>
          <a:p>
            <a:pPr lvl="0" algn="just">
              <a:lnSpc>
                <a:spcPct val="120000"/>
              </a:lnSpc>
              <a:buClr>
                <a:srgbClr val="000000"/>
              </a:buClr>
            </a:pPr>
            <a:r>
              <a:rPr lang="zh-CN" altLang="en-US" b="0" dirty="0">
                <a:solidFill>
                  <a:schemeClr val="tx1"/>
                </a:solidFill>
                <a:latin typeface="Times New Roman" panose="02020603050405020304" charset="0"/>
                <a:ea typeface="宋体" panose="02010600030101010101" pitchFamily="2" charset="-122"/>
              </a:rPr>
              <a:t>s_free[1]</a:t>
            </a:r>
            <a:endParaRPr lang="zh-CN" altLang="en-US" b="0" dirty="0">
              <a:solidFill>
                <a:schemeClr val="tx1"/>
              </a:solidFill>
              <a:latin typeface="Times New Roman" panose="02020603050405020304" charset="0"/>
              <a:ea typeface="宋体" panose="02010600030101010101" pitchFamily="2" charset="-122"/>
            </a:endParaRPr>
          </a:p>
        </p:txBody>
      </p:sp>
      <p:sp>
        <p:nvSpPr>
          <p:cNvPr id="107582" name="文本框 100414"/>
          <p:cNvSpPr txBox="1"/>
          <p:nvPr/>
        </p:nvSpPr>
        <p:spPr>
          <a:xfrm>
            <a:off x="361315" y="3870325"/>
            <a:ext cx="1039495" cy="400050"/>
          </a:xfrm>
          <a:prstGeom prst="rect">
            <a:avLst/>
          </a:prstGeom>
          <a:noFill/>
          <a:ln w="9525">
            <a:noFill/>
            <a:miter/>
          </a:ln>
        </p:spPr>
        <p:txBody>
          <a:bodyPr anchor="t"/>
          <a:p>
            <a:pPr lvl="0" algn="just">
              <a:lnSpc>
                <a:spcPct val="120000"/>
              </a:lnSpc>
              <a:buClr>
                <a:srgbClr val="000000"/>
              </a:buClr>
            </a:pPr>
            <a:r>
              <a:rPr lang="zh-CN" altLang="en-US" b="0" dirty="0">
                <a:solidFill>
                  <a:schemeClr val="tx1"/>
                </a:solidFill>
                <a:latin typeface="Times New Roman" panose="02020603050405020304" charset="0"/>
                <a:ea typeface="宋体" panose="02010600030101010101" pitchFamily="2" charset="-122"/>
              </a:rPr>
              <a:t>s_free[76]</a:t>
            </a:r>
            <a:endParaRPr lang="zh-CN" altLang="en-US" b="0" dirty="0">
              <a:solidFill>
                <a:schemeClr val="tx1"/>
              </a:solidFill>
              <a:latin typeface="Times New Roman" panose="02020603050405020304" charset="0"/>
              <a:ea typeface="宋体" panose="02010600030101010101" pitchFamily="2" charset="-122"/>
            </a:endParaRPr>
          </a:p>
        </p:txBody>
      </p:sp>
      <p:sp>
        <p:nvSpPr>
          <p:cNvPr id="107583" name="文本框 100415"/>
          <p:cNvSpPr txBox="1"/>
          <p:nvPr/>
        </p:nvSpPr>
        <p:spPr>
          <a:xfrm>
            <a:off x="2134235" y="4041775"/>
            <a:ext cx="675005" cy="327025"/>
          </a:xfrm>
          <a:prstGeom prst="rect">
            <a:avLst/>
          </a:prstGeom>
          <a:noFill/>
          <a:ln w="12700" cap="flat" cmpd="sng">
            <a:solidFill>
              <a:schemeClr val="tx1"/>
            </a:solidFill>
            <a:prstDash val="solid"/>
            <a:miter/>
            <a:headEnd type="none" w="med" len="med"/>
            <a:tailEnd type="none" w="med" len="med"/>
          </a:ln>
        </p:spPr>
        <p:txBody>
          <a:bodyPr anchor="t"/>
          <a:p>
            <a:pPr lvl="0" algn="just">
              <a:buClr>
                <a:srgbClr val="000000"/>
              </a:buClr>
            </a:pPr>
            <a:endParaRPr b="0">
              <a:solidFill>
                <a:schemeClr val="tx1"/>
              </a:solidFill>
              <a:latin typeface="Times New Roman" panose="02020603050405020304" charset="0"/>
              <a:ea typeface="宋体" panose="02010600030101010101" pitchFamily="2" charset="-122"/>
            </a:endParaRPr>
          </a:p>
        </p:txBody>
      </p:sp>
      <p:sp>
        <p:nvSpPr>
          <p:cNvPr id="107584" name="文本框 100416"/>
          <p:cNvSpPr txBox="1"/>
          <p:nvPr/>
        </p:nvSpPr>
        <p:spPr>
          <a:xfrm>
            <a:off x="2118995" y="4694555"/>
            <a:ext cx="675005" cy="327025"/>
          </a:xfrm>
          <a:prstGeom prst="rect">
            <a:avLst/>
          </a:prstGeom>
          <a:noFill/>
          <a:ln w="12700" cap="flat" cmpd="sng">
            <a:solidFill>
              <a:schemeClr val="tx1"/>
            </a:solidFill>
            <a:prstDash val="solid"/>
            <a:miter/>
            <a:headEnd type="none" w="med" len="med"/>
            <a:tailEnd type="none" w="med" len="med"/>
          </a:ln>
        </p:spPr>
        <p:txBody>
          <a:bodyPr anchor="t"/>
          <a:p>
            <a:pPr lvl="0" algn="just">
              <a:buClr>
                <a:srgbClr val="000000"/>
              </a:buClr>
            </a:pPr>
            <a:endParaRPr b="0">
              <a:solidFill>
                <a:schemeClr val="tx1"/>
              </a:solidFill>
              <a:latin typeface="Times New Roman" panose="02020603050405020304" charset="0"/>
              <a:ea typeface="宋体" panose="02010600030101010101" pitchFamily="2" charset="-122"/>
            </a:endParaRPr>
          </a:p>
        </p:txBody>
      </p:sp>
      <p:sp>
        <p:nvSpPr>
          <p:cNvPr id="107585" name="文本框 100417"/>
          <p:cNvSpPr txBox="1"/>
          <p:nvPr/>
        </p:nvSpPr>
        <p:spPr>
          <a:xfrm>
            <a:off x="2339975" y="4362450"/>
            <a:ext cx="511175" cy="366395"/>
          </a:xfrm>
          <a:prstGeom prst="rect">
            <a:avLst/>
          </a:prstGeom>
          <a:noFill/>
          <a:ln w="9525">
            <a:noFill/>
            <a:miter/>
          </a:ln>
        </p:spPr>
        <p:txBody>
          <a:bodyPr anchor="t"/>
          <a:p>
            <a:pPr lvl="0" algn="just">
              <a:lnSpc>
                <a:spcPct val="120000"/>
              </a:lnSpc>
              <a:buClr>
                <a:srgbClr val="000000"/>
              </a:buClr>
            </a:pPr>
            <a:r>
              <a:rPr lang="en-US" altLang="zh-CN" b="0">
                <a:solidFill>
                  <a:schemeClr val="tx1"/>
                </a:solidFill>
                <a:latin typeface="Times New Roman" panose="02020603050405020304" charset="0"/>
                <a:ea typeface="宋体" panose="02010600030101010101" pitchFamily="2" charset="-122"/>
                <a:sym typeface="MT Extra" panose="05050102010205020202" pitchFamily="2" charset="2"/>
              </a:rPr>
              <a:t>...</a:t>
            </a:r>
            <a:endParaRPr lang="en-US" altLang="zh-CN" b="0">
              <a:solidFill>
                <a:schemeClr val="tx1"/>
              </a:solidFill>
              <a:latin typeface="Times New Roman" panose="02020603050405020304" charset="0"/>
              <a:ea typeface="宋体" panose="02010600030101010101" pitchFamily="2" charset="-122"/>
              <a:sym typeface="MT Extra" panose="05050102010205020202" pitchFamily="2" charset="2"/>
            </a:endParaRPr>
          </a:p>
        </p:txBody>
      </p:sp>
      <p:sp>
        <p:nvSpPr>
          <p:cNvPr id="107586" name="直接连接符 100418"/>
          <p:cNvSpPr/>
          <p:nvPr/>
        </p:nvSpPr>
        <p:spPr>
          <a:xfrm flipV="1">
            <a:off x="3403600" y="1814830"/>
            <a:ext cx="742315" cy="769620"/>
          </a:xfrm>
          <a:prstGeom prst="line">
            <a:avLst/>
          </a:prstGeom>
          <a:ln w="9525" cap="flat" cmpd="sng">
            <a:solidFill>
              <a:schemeClr val="tx1"/>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grpSp>
        <p:nvGrpSpPr>
          <p:cNvPr id="107587" name="组合 100419"/>
          <p:cNvGrpSpPr/>
          <p:nvPr/>
        </p:nvGrpSpPr>
        <p:grpSpPr>
          <a:xfrm rot="0">
            <a:off x="4173855" y="4056380"/>
            <a:ext cx="716280" cy="979170"/>
            <a:chOff x="0" y="0"/>
            <a:chExt cx="415" cy="617"/>
          </a:xfrm>
        </p:grpSpPr>
        <p:sp>
          <p:nvSpPr>
            <p:cNvPr id="107588" name="文本框 100420"/>
            <p:cNvSpPr txBox="1"/>
            <p:nvPr/>
          </p:nvSpPr>
          <p:spPr>
            <a:xfrm>
              <a:off x="0" y="0"/>
              <a:ext cx="391" cy="206"/>
            </a:xfrm>
            <a:prstGeom prst="rect">
              <a:avLst/>
            </a:prstGeom>
            <a:noFill/>
            <a:ln w="12700" cap="flat" cmpd="sng">
              <a:solidFill>
                <a:schemeClr val="tx1"/>
              </a:solidFill>
              <a:prstDash val="solid"/>
              <a:miter/>
              <a:headEnd type="none" w="med" len="med"/>
              <a:tailEnd type="none" w="med" len="med"/>
            </a:ln>
          </p:spPr>
          <p:txBody>
            <a:bodyPr anchor="t"/>
            <a:p>
              <a:pPr lvl="0" algn="just">
                <a:buClr>
                  <a:srgbClr val="000000"/>
                </a:buClr>
              </a:pPr>
              <a:endParaRPr b="0">
                <a:solidFill>
                  <a:schemeClr val="tx1"/>
                </a:solidFill>
                <a:latin typeface="Times New Roman" panose="02020603050405020304" charset="0"/>
                <a:ea typeface="宋体" panose="02010600030101010101" pitchFamily="2" charset="-122"/>
              </a:endParaRPr>
            </a:p>
          </p:txBody>
        </p:sp>
        <p:sp>
          <p:nvSpPr>
            <p:cNvPr id="107589" name="文本框 100421"/>
            <p:cNvSpPr txBox="1"/>
            <p:nvPr/>
          </p:nvSpPr>
          <p:spPr>
            <a:xfrm>
              <a:off x="0" y="411"/>
              <a:ext cx="391" cy="206"/>
            </a:xfrm>
            <a:prstGeom prst="rect">
              <a:avLst/>
            </a:prstGeom>
            <a:noFill/>
            <a:ln w="12700" cap="flat" cmpd="sng">
              <a:solidFill>
                <a:schemeClr val="tx1"/>
              </a:solidFill>
              <a:prstDash val="solid"/>
              <a:miter/>
              <a:headEnd type="none" w="med" len="med"/>
              <a:tailEnd type="none" w="med" len="med"/>
            </a:ln>
          </p:spPr>
          <p:txBody>
            <a:bodyPr anchor="t"/>
            <a:p>
              <a:pPr lvl="0" algn="just">
                <a:buClr>
                  <a:srgbClr val="000000"/>
                </a:buClr>
              </a:pPr>
              <a:endParaRPr b="0">
                <a:solidFill>
                  <a:schemeClr val="tx1"/>
                </a:solidFill>
                <a:latin typeface="Times New Roman" panose="02020603050405020304" charset="0"/>
                <a:ea typeface="宋体" panose="02010600030101010101" pitchFamily="2" charset="-122"/>
              </a:endParaRPr>
            </a:p>
          </p:txBody>
        </p:sp>
        <p:sp>
          <p:nvSpPr>
            <p:cNvPr id="107590" name="文本框 100422"/>
            <p:cNvSpPr txBox="1"/>
            <p:nvPr/>
          </p:nvSpPr>
          <p:spPr>
            <a:xfrm>
              <a:off x="119" y="193"/>
              <a:ext cx="296" cy="231"/>
            </a:xfrm>
            <a:prstGeom prst="rect">
              <a:avLst/>
            </a:prstGeom>
            <a:noFill/>
            <a:ln w="9525">
              <a:noFill/>
              <a:miter/>
            </a:ln>
          </p:spPr>
          <p:txBody>
            <a:bodyPr anchor="t"/>
            <a:p>
              <a:pPr lvl="0" algn="just">
                <a:lnSpc>
                  <a:spcPct val="120000"/>
                </a:lnSpc>
                <a:buClr>
                  <a:srgbClr val="000000"/>
                </a:buClr>
              </a:pPr>
              <a:r>
                <a:rPr lang="en-US" altLang="zh-CN" b="0">
                  <a:solidFill>
                    <a:schemeClr val="tx1"/>
                  </a:solidFill>
                  <a:latin typeface="Times New Roman" panose="02020603050405020304" charset="0"/>
                  <a:ea typeface="宋体" panose="02010600030101010101" pitchFamily="2" charset="-122"/>
                  <a:sym typeface="MT Extra" panose="05050102010205020202" pitchFamily="2" charset="2"/>
                </a:rPr>
                <a:t>...</a:t>
              </a:r>
              <a:endParaRPr lang="en-US" altLang="zh-CN" b="0">
                <a:solidFill>
                  <a:schemeClr val="tx1"/>
                </a:solidFill>
                <a:latin typeface="Times New Roman" panose="02020603050405020304" charset="0"/>
                <a:ea typeface="宋体" panose="02010600030101010101" pitchFamily="2" charset="-122"/>
                <a:sym typeface="MT Extra" panose="05050102010205020202" pitchFamily="2" charset="2"/>
              </a:endParaRPr>
            </a:p>
          </p:txBody>
        </p:sp>
      </p:grpSp>
      <p:sp>
        <p:nvSpPr>
          <p:cNvPr id="107591" name="直接连接符 100423"/>
          <p:cNvSpPr/>
          <p:nvPr/>
        </p:nvSpPr>
        <p:spPr>
          <a:xfrm>
            <a:off x="3407410" y="2943225"/>
            <a:ext cx="790575" cy="1131570"/>
          </a:xfrm>
          <a:prstGeom prst="line">
            <a:avLst/>
          </a:prstGeom>
          <a:ln w="9525" cap="flat" cmpd="sng">
            <a:solidFill>
              <a:schemeClr val="tx1"/>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107592" name="直接连接符 100424"/>
          <p:cNvSpPr/>
          <p:nvPr/>
        </p:nvSpPr>
        <p:spPr>
          <a:xfrm>
            <a:off x="1466215" y="4089400"/>
            <a:ext cx="664845" cy="609600"/>
          </a:xfrm>
          <a:prstGeom prst="line">
            <a:avLst/>
          </a:prstGeom>
          <a:ln w="9525" cap="flat" cmpd="sng">
            <a:solidFill>
              <a:schemeClr val="tx1"/>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grpSp>
        <p:nvGrpSpPr>
          <p:cNvPr id="107593" name="组合 100425"/>
          <p:cNvGrpSpPr/>
          <p:nvPr/>
        </p:nvGrpSpPr>
        <p:grpSpPr>
          <a:xfrm rot="0">
            <a:off x="6223635" y="4040505"/>
            <a:ext cx="716280" cy="979170"/>
            <a:chOff x="0" y="0"/>
            <a:chExt cx="415" cy="617"/>
          </a:xfrm>
        </p:grpSpPr>
        <p:sp>
          <p:nvSpPr>
            <p:cNvPr id="107594" name="文本框 100426"/>
            <p:cNvSpPr txBox="1"/>
            <p:nvPr/>
          </p:nvSpPr>
          <p:spPr>
            <a:xfrm>
              <a:off x="0" y="0"/>
              <a:ext cx="391" cy="206"/>
            </a:xfrm>
            <a:prstGeom prst="rect">
              <a:avLst/>
            </a:prstGeom>
            <a:noFill/>
            <a:ln w="12700" cap="flat" cmpd="sng">
              <a:solidFill>
                <a:schemeClr val="tx1"/>
              </a:solidFill>
              <a:prstDash val="solid"/>
              <a:miter/>
              <a:headEnd type="none" w="med" len="med"/>
              <a:tailEnd type="none" w="med" len="med"/>
            </a:ln>
          </p:spPr>
          <p:txBody>
            <a:bodyPr anchor="t"/>
            <a:p>
              <a:pPr lvl="0" algn="just">
                <a:buClr>
                  <a:srgbClr val="000000"/>
                </a:buClr>
              </a:pPr>
              <a:endParaRPr b="0">
                <a:solidFill>
                  <a:schemeClr val="tx1"/>
                </a:solidFill>
                <a:latin typeface="Times New Roman" panose="02020603050405020304" charset="0"/>
                <a:ea typeface="宋体" panose="02010600030101010101" pitchFamily="2" charset="-122"/>
              </a:endParaRPr>
            </a:p>
          </p:txBody>
        </p:sp>
        <p:sp>
          <p:nvSpPr>
            <p:cNvPr id="107595" name="文本框 100427"/>
            <p:cNvSpPr txBox="1"/>
            <p:nvPr/>
          </p:nvSpPr>
          <p:spPr>
            <a:xfrm>
              <a:off x="0" y="411"/>
              <a:ext cx="391" cy="206"/>
            </a:xfrm>
            <a:prstGeom prst="rect">
              <a:avLst/>
            </a:prstGeom>
            <a:noFill/>
            <a:ln w="12700" cap="flat" cmpd="sng">
              <a:solidFill>
                <a:schemeClr val="tx1"/>
              </a:solidFill>
              <a:prstDash val="solid"/>
              <a:miter/>
              <a:headEnd type="none" w="med" len="med"/>
              <a:tailEnd type="none" w="med" len="med"/>
            </a:ln>
          </p:spPr>
          <p:txBody>
            <a:bodyPr anchor="t"/>
            <a:p>
              <a:pPr lvl="0" algn="just">
                <a:buClr>
                  <a:srgbClr val="000000"/>
                </a:buClr>
              </a:pPr>
              <a:endParaRPr b="0">
                <a:solidFill>
                  <a:schemeClr val="tx1"/>
                </a:solidFill>
                <a:latin typeface="Times New Roman" panose="02020603050405020304" charset="0"/>
                <a:ea typeface="宋体" panose="02010600030101010101" pitchFamily="2" charset="-122"/>
              </a:endParaRPr>
            </a:p>
          </p:txBody>
        </p:sp>
        <p:sp>
          <p:nvSpPr>
            <p:cNvPr id="107596" name="文本框 100428"/>
            <p:cNvSpPr txBox="1"/>
            <p:nvPr/>
          </p:nvSpPr>
          <p:spPr>
            <a:xfrm>
              <a:off x="119" y="193"/>
              <a:ext cx="296" cy="231"/>
            </a:xfrm>
            <a:prstGeom prst="rect">
              <a:avLst/>
            </a:prstGeom>
            <a:noFill/>
            <a:ln w="9525">
              <a:noFill/>
              <a:miter/>
            </a:ln>
          </p:spPr>
          <p:txBody>
            <a:bodyPr anchor="t"/>
            <a:p>
              <a:pPr lvl="0" algn="just">
                <a:lnSpc>
                  <a:spcPct val="120000"/>
                </a:lnSpc>
                <a:buClr>
                  <a:srgbClr val="000000"/>
                </a:buClr>
              </a:pPr>
              <a:r>
                <a:rPr lang="en-US" altLang="zh-CN" b="0">
                  <a:solidFill>
                    <a:schemeClr val="tx1"/>
                  </a:solidFill>
                  <a:latin typeface="Times New Roman" panose="02020603050405020304" charset="0"/>
                  <a:ea typeface="宋体" panose="02010600030101010101" pitchFamily="2" charset="-122"/>
                  <a:sym typeface="MT Extra" panose="05050102010205020202" pitchFamily="2" charset="2"/>
                </a:rPr>
                <a:t>...</a:t>
              </a:r>
              <a:endParaRPr lang="en-US" altLang="zh-CN" b="0">
                <a:solidFill>
                  <a:schemeClr val="tx1"/>
                </a:solidFill>
                <a:latin typeface="Times New Roman" panose="02020603050405020304" charset="0"/>
                <a:ea typeface="宋体" panose="02010600030101010101" pitchFamily="2" charset="-122"/>
                <a:sym typeface="MT Extra" panose="05050102010205020202" pitchFamily="2" charset="2"/>
              </a:endParaRPr>
            </a:p>
          </p:txBody>
        </p:sp>
      </p:grpSp>
      <p:sp>
        <p:nvSpPr>
          <p:cNvPr id="107597" name="直接连接符 100429"/>
          <p:cNvSpPr/>
          <p:nvPr/>
        </p:nvSpPr>
        <p:spPr>
          <a:xfrm>
            <a:off x="5442585" y="2929255"/>
            <a:ext cx="790575" cy="1131570"/>
          </a:xfrm>
          <a:prstGeom prst="line">
            <a:avLst/>
          </a:prstGeom>
          <a:ln w="9525" cap="flat" cmpd="sng">
            <a:solidFill>
              <a:schemeClr val="tx1"/>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107598" name="直接连接符 100430"/>
          <p:cNvSpPr/>
          <p:nvPr/>
        </p:nvSpPr>
        <p:spPr>
          <a:xfrm>
            <a:off x="5444490" y="3568700"/>
            <a:ext cx="790575" cy="1131570"/>
          </a:xfrm>
          <a:prstGeom prst="line">
            <a:avLst/>
          </a:prstGeom>
          <a:ln w="9525" cap="flat" cmpd="sng">
            <a:solidFill>
              <a:schemeClr val="tx1"/>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grpSp>
        <p:nvGrpSpPr>
          <p:cNvPr id="107599" name="组合 100431"/>
          <p:cNvGrpSpPr/>
          <p:nvPr/>
        </p:nvGrpSpPr>
        <p:grpSpPr>
          <a:xfrm rot="0">
            <a:off x="8240395" y="4040505"/>
            <a:ext cx="716280" cy="979170"/>
            <a:chOff x="0" y="0"/>
            <a:chExt cx="415" cy="617"/>
          </a:xfrm>
        </p:grpSpPr>
        <p:sp>
          <p:nvSpPr>
            <p:cNvPr id="107600" name="文本框 100432"/>
            <p:cNvSpPr txBox="1"/>
            <p:nvPr/>
          </p:nvSpPr>
          <p:spPr>
            <a:xfrm>
              <a:off x="0" y="0"/>
              <a:ext cx="391" cy="206"/>
            </a:xfrm>
            <a:prstGeom prst="rect">
              <a:avLst/>
            </a:prstGeom>
            <a:noFill/>
            <a:ln w="12700" cap="flat" cmpd="sng">
              <a:solidFill>
                <a:schemeClr val="tx1"/>
              </a:solidFill>
              <a:prstDash val="solid"/>
              <a:miter/>
              <a:headEnd type="none" w="med" len="med"/>
              <a:tailEnd type="none" w="med" len="med"/>
            </a:ln>
          </p:spPr>
          <p:txBody>
            <a:bodyPr anchor="t"/>
            <a:p>
              <a:pPr lvl="0" algn="just">
                <a:buClr>
                  <a:srgbClr val="000000"/>
                </a:buClr>
              </a:pPr>
              <a:endParaRPr b="0">
                <a:solidFill>
                  <a:schemeClr val="tx1"/>
                </a:solidFill>
                <a:latin typeface="Times New Roman" panose="02020603050405020304" charset="0"/>
                <a:ea typeface="宋体" panose="02010600030101010101" pitchFamily="2" charset="-122"/>
              </a:endParaRPr>
            </a:p>
          </p:txBody>
        </p:sp>
        <p:sp>
          <p:nvSpPr>
            <p:cNvPr id="107601" name="文本框 100433"/>
            <p:cNvSpPr txBox="1"/>
            <p:nvPr/>
          </p:nvSpPr>
          <p:spPr>
            <a:xfrm>
              <a:off x="0" y="411"/>
              <a:ext cx="391" cy="206"/>
            </a:xfrm>
            <a:prstGeom prst="rect">
              <a:avLst/>
            </a:prstGeom>
            <a:noFill/>
            <a:ln w="12700" cap="flat" cmpd="sng">
              <a:solidFill>
                <a:schemeClr val="tx1"/>
              </a:solidFill>
              <a:prstDash val="solid"/>
              <a:miter/>
              <a:headEnd type="none" w="med" len="med"/>
              <a:tailEnd type="none" w="med" len="med"/>
            </a:ln>
          </p:spPr>
          <p:txBody>
            <a:bodyPr anchor="t"/>
            <a:p>
              <a:pPr lvl="0" algn="just">
                <a:buClr>
                  <a:srgbClr val="000000"/>
                </a:buClr>
              </a:pPr>
              <a:endParaRPr b="0">
                <a:solidFill>
                  <a:schemeClr val="tx1"/>
                </a:solidFill>
                <a:latin typeface="Times New Roman" panose="02020603050405020304" charset="0"/>
                <a:ea typeface="宋体" panose="02010600030101010101" pitchFamily="2" charset="-122"/>
              </a:endParaRPr>
            </a:p>
          </p:txBody>
        </p:sp>
        <p:sp>
          <p:nvSpPr>
            <p:cNvPr id="107602" name="文本框 100434"/>
            <p:cNvSpPr txBox="1"/>
            <p:nvPr/>
          </p:nvSpPr>
          <p:spPr>
            <a:xfrm>
              <a:off x="119" y="186"/>
              <a:ext cx="296" cy="231"/>
            </a:xfrm>
            <a:prstGeom prst="rect">
              <a:avLst/>
            </a:prstGeom>
            <a:noFill/>
            <a:ln w="9525">
              <a:noFill/>
              <a:miter/>
            </a:ln>
          </p:spPr>
          <p:txBody>
            <a:bodyPr anchor="t"/>
            <a:p>
              <a:pPr lvl="0" algn="just">
                <a:lnSpc>
                  <a:spcPct val="120000"/>
                </a:lnSpc>
                <a:buClr>
                  <a:srgbClr val="000000"/>
                </a:buClr>
              </a:pPr>
              <a:r>
                <a:rPr lang="en-US" altLang="zh-CN" b="0">
                  <a:solidFill>
                    <a:schemeClr val="tx1"/>
                  </a:solidFill>
                  <a:latin typeface="Times New Roman" panose="02020603050405020304" charset="0"/>
                  <a:ea typeface="宋体" panose="02010600030101010101" pitchFamily="2" charset="-122"/>
                  <a:sym typeface="MT Extra" panose="05050102010205020202" pitchFamily="2" charset="2"/>
                </a:rPr>
                <a:t>...</a:t>
              </a:r>
              <a:endParaRPr lang="en-US" altLang="zh-CN" b="0">
                <a:solidFill>
                  <a:schemeClr val="tx1"/>
                </a:solidFill>
                <a:latin typeface="Times New Roman" panose="02020603050405020304" charset="0"/>
                <a:ea typeface="宋体" panose="02010600030101010101" pitchFamily="2" charset="-122"/>
                <a:sym typeface="MT Extra" panose="05050102010205020202" pitchFamily="2" charset="2"/>
              </a:endParaRPr>
            </a:p>
          </p:txBody>
        </p:sp>
      </p:grpSp>
      <p:sp>
        <p:nvSpPr>
          <p:cNvPr id="107603" name="直接连接符 100435"/>
          <p:cNvSpPr/>
          <p:nvPr/>
        </p:nvSpPr>
        <p:spPr>
          <a:xfrm flipV="1">
            <a:off x="5456555" y="1800225"/>
            <a:ext cx="742315" cy="769620"/>
          </a:xfrm>
          <a:prstGeom prst="line">
            <a:avLst/>
          </a:prstGeom>
          <a:ln w="9525" cap="flat" cmpd="sng">
            <a:solidFill>
              <a:schemeClr val="tx1"/>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107604" name="直接连接符 100436"/>
          <p:cNvSpPr/>
          <p:nvPr/>
        </p:nvSpPr>
        <p:spPr>
          <a:xfrm>
            <a:off x="7465060" y="3568700"/>
            <a:ext cx="790575" cy="1131570"/>
          </a:xfrm>
          <a:prstGeom prst="line">
            <a:avLst/>
          </a:prstGeom>
          <a:ln w="9525" cap="flat" cmpd="sng">
            <a:solidFill>
              <a:schemeClr val="tx1"/>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100438" name="矩形 100437"/>
          <p:cNvSpPr/>
          <p:nvPr/>
        </p:nvSpPr>
        <p:spPr>
          <a:xfrm>
            <a:off x="3213100" y="5259388"/>
            <a:ext cx="2533650" cy="336550"/>
          </a:xfrm>
          <a:prstGeom prst="rect">
            <a:avLst/>
          </a:prstGeom>
          <a:noFill/>
          <a:ln w="9525">
            <a:noFill/>
            <a:miter/>
          </a:ln>
        </p:spPr>
        <p:txBody>
          <a:bodyPr anchor="ctr">
            <a:spAutoFit/>
          </a:bodyPr>
          <a:p>
            <a:pPr lvl="0"/>
            <a:r>
              <a:rPr lang="zh-CN" altLang="en-US" sz="1600" b="0">
                <a:solidFill>
                  <a:schemeClr val="tx1"/>
                </a:solidFill>
                <a:latin typeface="Times New Roman" panose="02020603050405020304" charset="0"/>
                <a:ea typeface="Times New Roman" panose="02020603050405020304" charset="0"/>
              </a:rPr>
              <a:t>空闲块分组链接索引结构</a:t>
            </a:r>
            <a:endParaRPr lang="zh-CN" altLang="en-US" sz="1600" b="0">
              <a:solidFill>
                <a:schemeClr val="tx1"/>
              </a:solidFill>
              <a:latin typeface="Times New Roman" panose="02020603050405020304" charset="0"/>
              <a:ea typeface="Times New Roman" panose="02020603050405020304" charset="0"/>
            </a:endParaRPr>
          </a:p>
        </p:txBody>
      </p:sp>
      <p:sp>
        <p:nvSpPr>
          <p:cNvPr id="2" name="矩形 1"/>
          <p:cNvSpPr/>
          <p:nvPr/>
        </p:nvSpPr>
        <p:spPr>
          <a:xfrm>
            <a:off x="231775" y="5678488"/>
            <a:ext cx="7462838" cy="534035"/>
          </a:xfrm>
          <a:prstGeom prst="rect">
            <a:avLst/>
          </a:prstGeom>
          <a:noFill/>
          <a:ln w="9525">
            <a:noFill/>
            <a:miter/>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914400" lvl="1" indent="-457200" fontAlgn="base">
              <a:lnSpc>
                <a:spcPct val="120000"/>
              </a:lnSpc>
              <a:buNone/>
            </a:pPr>
            <a:r>
              <a:rPr lang="zh-CN" altLang="en-US" sz="2400" strike="noStrike" noProof="1">
                <a:solidFill>
                  <a:schemeClr val="tx1"/>
                </a:solidFill>
                <a:effectLst/>
                <a:latin typeface="Times New Roman" panose="02020603050405020304" charset="0"/>
                <a:ea typeface="宋体" panose="02010600030101010101" pitchFamily="2" charset="-122"/>
                <a:cs typeface="+mn-cs"/>
              </a:rPr>
              <a:t>初始空闲块为</a:t>
            </a:r>
            <a:r>
              <a:rPr lang="en-US" altLang="zh-CN" sz="2400" strike="noStrike" noProof="1">
                <a:solidFill>
                  <a:schemeClr val="tx1"/>
                </a:solidFill>
                <a:effectLst/>
                <a:latin typeface="Times New Roman" panose="02020603050405020304" charset="0"/>
                <a:ea typeface="宋体" panose="02010600030101010101" pitchFamily="2" charset="-122"/>
                <a:cs typeface="+mn-cs"/>
              </a:rPr>
              <a:t>376</a:t>
            </a:r>
            <a:r>
              <a:rPr lang="zh-CN" altLang="en-US" sz="2400" strike="noStrike" noProof="1">
                <a:solidFill>
                  <a:schemeClr val="tx1"/>
                </a:solidFill>
                <a:effectLst/>
                <a:latin typeface="Times New Roman" panose="02020603050405020304" charset="0"/>
                <a:ea typeface="宋体" panose="02010600030101010101" pitchFamily="2" charset="-122"/>
                <a:cs typeface="+mn-cs"/>
              </a:rPr>
              <a:t>个，空闲磁盘块</a:t>
            </a:r>
            <a:r>
              <a:rPr lang="x-none" altLang="zh-CN" sz="2400" strike="noStrike" noProof="1">
                <a:solidFill>
                  <a:schemeClr val="tx1"/>
                </a:solidFill>
                <a:effectLst/>
                <a:latin typeface="Times New Roman" panose="02020603050405020304" charset="0"/>
                <a:ea typeface="宋体" panose="02010600030101010101" pitchFamily="2" charset="-122"/>
                <a:cs typeface="+mn-cs"/>
              </a:rPr>
              <a:t>的分配和回收？</a:t>
            </a:r>
            <a:r>
              <a:rPr lang="zh-CN" altLang="en-US" sz="2400" strike="noStrike" noProof="1">
                <a:solidFill>
                  <a:schemeClr val="tx1"/>
                </a:solidFill>
                <a:latin typeface="Times New Roman" panose="02020603050405020304" charset="0"/>
                <a:ea typeface="宋体" panose="02010600030101010101" pitchFamily="2" charset="-122"/>
                <a:cs typeface="+mn-cs"/>
              </a:rPr>
              <a:t> </a:t>
            </a:r>
            <a:endParaRPr lang="zh-CN" altLang="en-US" sz="2400" strike="noStrike" noProof="1">
              <a:solidFill>
                <a:schemeClr val="tx1"/>
              </a:solidFill>
              <a:latin typeface="Times New Roman" panose="02020603050405020304" charset="0"/>
              <a:ea typeface="宋体" panose="02010600030101010101" pitchFamily="2" charset="-122"/>
            </a:endParaRPr>
          </a:p>
        </p:txBody>
      </p:sp>
      <p:sp>
        <p:nvSpPr>
          <p:cNvPr id="3" name="矩形 2"/>
          <p:cNvSpPr/>
          <p:nvPr/>
        </p:nvSpPr>
        <p:spPr>
          <a:xfrm>
            <a:off x="325438" y="1946752"/>
            <a:ext cx="962025" cy="337185"/>
          </a:xfrm>
          <a:prstGeom prst="rect">
            <a:avLst/>
          </a:prstGeom>
          <a:noFill/>
          <a:ln w="9525">
            <a:noFill/>
            <a:miter/>
          </a:ln>
        </p:spPr>
        <p:txBody>
          <a:bodyPr wrap="square" anchor="ctr">
            <a:spAutoFit/>
          </a:bodyPr>
          <a:p>
            <a:pPr lvl="0"/>
            <a:r>
              <a:rPr lang="zh-CN" altLang="zh-CN" sz="1600" b="0">
                <a:solidFill>
                  <a:schemeClr val="tx1"/>
                </a:solidFill>
                <a:latin typeface="Times New Roman" panose="02020603050405020304" charset="0"/>
                <a:ea typeface="Times New Roman" panose="02020603050405020304" charset="0"/>
              </a:rPr>
              <a:t>filsys</a:t>
            </a:r>
            <a:endParaRPr lang="zh-CN" altLang="zh-CN" sz="1600" b="0">
              <a:solidFill>
                <a:schemeClr val="tx1"/>
              </a:solidFill>
              <a:latin typeface="Times New Roman" panose="02020603050405020304" charset="0"/>
              <a:ea typeface="Times New Roman" panose="02020603050405020304" charset="0"/>
            </a:endParaRPr>
          </a:p>
        </p:txBody>
      </p:sp>
      <p:sp>
        <p:nvSpPr>
          <p:cNvPr id="4" name="文本框 100390"/>
          <p:cNvSpPr txBox="1"/>
          <p:nvPr/>
        </p:nvSpPr>
        <p:spPr>
          <a:xfrm>
            <a:off x="7850505" y="1257300"/>
            <a:ext cx="1262380" cy="530225"/>
          </a:xfrm>
          <a:prstGeom prst="rect">
            <a:avLst/>
          </a:prstGeom>
          <a:noFill/>
          <a:ln w="9525">
            <a:noFill/>
            <a:miter/>
          </a:ln>
        </p:spPr>
        <p:txBody>
          <a:bodyPr anchor="t"/>
          <a:p>
            <a:pPr lvl="0" algn="just">
              <a:buClr>
                <a:srgbClr val="000000"/>
              </a:buClr>
            </a:pPr>
            <a:r>
              <a:rPr lang="zh-CN" altLang="en-US" b="0">
                <a:solidFill>
                  <a:schemeClr val="tx1"/>
                </a:solidFill>
                <a:latin typeface="Times New Roman" panose="02020603050405020304" charset="0"/>
                <a:ea typeface="宋体" panose="02010600030101010101" pitchFamily="2" charset="-122"/>
              </a:rPr>
              <a:t>第一组空闲块</a:t>
            </a:r>
            <a:endParaRPr lang="zh-CN" altLang="en-US" b="0">
              <a:solidFill>
                <a:schemeClr val="tx1"/>
              </a:solidFill>
              <a:latin typeface="Times New Roman" panose="02020603050405020304" charset="0"/>
              <a:ea typeface="宋体" panose="02010600030101010101" pitchFamily="2" charset="-122"/>
            </a:endParaRPr>
          </a:p>
          <a:p>
            <a:pPr lvl="0" algn="just">
              <a:buClr>
                <a:srgbClr val="000000"/>
              </a:buClr>
            </a:pPr>
            <a:r>
              <a:rPr lang="zh-CN" altLang="en-US" b="0">
                <a:solidFill>
                  <a:schemeClr val="tx1"/>
                </a:solidFill>
                <a:latin typeface="Times New Roman" panose="02020603050405020304" charset="0"/>
                <a:ea typeface="宋体" panose="02010600030101010101" pitchFamily="2" charset="-122"/>
              </a:rPr>
              <a:t>    </a:t>
            </a:r>
            <a:r>
              <a:rPr lang="en-US" altLang="zh-CN" b="0">
                <a:solidFill>
                  <a:schemeClr val="tx1"/>
                </a:solidFill>
                <a:latin typeface="Times New Roman" panose="02020603050405020304" charset="0"/>
                <a:ea typeface="宋体" panose="02010600030101010101" pitchFamily="2" charset="-122"/>
              </a:rPr>
              <a:t>(</a:t>
            </a:r>
            <a:r>
              <a:rPr lang="zh-CN" altLang="en-US" b="0">
                <a:solidFill>
                  <a:schemeClr val="tx1"/>
                </a:solidFill>
                <a:latin typeface="Times New Roman" panose="02020603050405020304" charset="0"/>
                <a:ea typeface="宋体" panose="02010600030101010101" pitchFamily="2" charset="-122"/>
              </a:rPr>
              <a:t>共</a:t>
            </a:r>
            <a:r>
              <a:rPr lang="en-US" altLang="zh-CN" b="0">
                <a:solidFill>
                  <a:schemeClr val="tx1"/>
                </a:solidFill>
                <a:latin typeface="Times New Roman" panose="02020603050405020304" charset="0"/>
                <a:ea typeface="宋体" panose="02010600030101010101" pitchFamily="2" charset="-122"/>
              </a:rPr>
              <a:t>99</a:t>
            </a:r>
            <a:r>
              <a:rPr lang="zh-CN" altLang="en-US" b="0">
                <a:solidFill>
                  <a:schemeClr val="tx1"/>
                </a:solidFill>
                <a:latin typeface="Times New Roman" panose="02020603050405020304" charset="0"/>
                <a:ea typeface="宋体" panose="02010600030101010101" pitchFamily="2" charset="-122"/>
              </a:rPr>
              <a:t>块</a:t>
            </a:r>
            <a:r>
              <a:rPr lang="en-US" altLang="zh-CN" b="0">
                <a:solidFill>
                  <a:schemeClr val="tx1"/>
                </a:solidFill>
                <a:latin typeface="Times New Roman" panose="02020603050405020304" charset="0"/>
                <a:ea typeface="宋体" panose="02010600030101010101" pitchFamily="2" charset="-122"/>
              </a:rPr>
              <a:t>)</a:t>
            </a:r>
            <a:endParaRPr lang="en-US" altLang="zh-CN" b="0">
              <a:solidFill>
                <a:schemeClr val="tx1"/>
              </a:solidFill>
              <a:latin typeface="Times New Roman" panose="02020603050405020304"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100356" grpId="0" build="p"/>
      <p:bldP spid="100438" grpId="0"/>
      <p:bldP spid="2" grpId="0" build="p"/>
      <p:bldP spid="3" grpId="0"/>
    </p:bld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3426" name="矩形 103425"/>
          <p:cNvSpPr/>
          <p:nvPr/>
        </p:nvSpPr>
        <p:spPr>
          <a:xfrm>
            <a:off x="1006475" y="1562100"/>
            <a:ext cx="7129463" cy="3014663"/>
          </a:xfrm>
          <a:prstGeom prst="rect">
            <a:avLst/>
          </a:prstGeom>
          <a:noFill/>
          <a:ln w="9525">
            <a:noFill/>
            <a:miter/>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algn="ctr" fontAlgn="base">
              <a:lnSpc>
                <a:spcPct val="120000"/>
              </a:lnSpc>
              <a:spcBef>
                <a:spcPct val="0"/>
              </a:spcBef>
              <a:buFont typeface="Wingdings" panose="05000000000000000000" pitchFamily="2" charset="2"/>
              <a:buNone/>
            </a:pPr>
            <a:endParaRPr lang="en-US" altLang="zh-CN" sz="2800" b="1" strike="noStrike" noProof="1">
              <a:ea typeface="宋体" panose="02010600030101010101" pitchFamily="2" charset="-122"/>
            </a:endParaRPr>
          </a:p>
          <a:p>
            <a:pPr marL="533400" lvl="0" indent="-533400" algn="ctr" fontAlgn="base">
              <a:lnSpc>
                <a:spcPct val="120000"/>
              </a:lnSpc>
              <a:spcBef>
                <a:spcPct val="0"/>
              </a:spcBef>
              <a:buFont typeface="Wingdings" panose="05000000000000000000" pitchFamily="2" charset="2"/>
              <a:buNone/>
            </a:pPr>
            <a:r>
              <a:rPr lang="zh-CN" altLang="en-US" sz="4400" b="1" strike="noStrike" noProof="1">
                <a:solidFill>
                  <a:srgbClr val="990000"/>
                </a:solidFill>
                <a:latin typeface="Arial" panose="02080604020202020204" pitchFamily="34" charset="0"/>
                <a:ea typeface="宋体" panose="02010600030101010101" pitchFamily="2" charset="-122"/>
                <a:cs typeface="+mn-ea"/>
              </a:rPr>
              <a:t>第</a:t>
            </a:r>
            <a:r>
              <a:rPr lang="en-US" altLang="zh-CN" sz="4400" b="1" strike="noStrike" noProof="1">
                <a:solidFill>
                  <a:srgbClr val="990000"/>
                </a:solidFill>
                <a:latin typeface="Times New Roman" panose="02020603050405020304" charset="0"/>
                <a:ea typeface="宋体" panose="02010600030101010101" pitchFamily="2" charset="-122"/>
                <a:cs typeface="+mn-ea"/>
              </a:rPr>
              <a:t>8</a:t>
            </a:r>
            <a:r>
              <a:rPr lang="zh-CN" altLang="en-US" sz="4400" b="1" strike="noStrike" noProof="1">
                <a:solidFill>
                  <a:srgbClr val="990000"/>
                </a:solidFill>
                <a:latin typeface="Arial" panose="02080604020202020204" pitchFamily="34" charset="0"/>
                <a:ea typeface="宋体" panose="02010600030101010101" pitchFamily="2" charset="-122"/>
                <a:cs typeface="+mn-ea"/>
              </a:rPr>
              <a:t>章  文件系统</a:t>
            </a:r>
            <a:endParaRPr lang="zh-CN" altLang="en-US" sz="4400" b="1" strike="noStrike" noProof="1">
              <a:solidFill>
                <a:srgbClr val="990000"/>
              </a:solidFill>
              <a:ea typeface="宋体" panose="02010600030101010101" pitchFamily="2" charset="-122"/>
            </a:endParaRPr>
          </a:p>
          <a:p>
            <a:pPr marL="533400" lvl="0" indent="-533400" algn="ctr" fontAlgn="base">
              <a:lnSpc>
                <a:spcPct val="120000"/>
              </a:lnSpc>
              <a:spcBef>
                <a:spcPct val="0"/>
              </a:spcBef>
              <a:buFont typeface="Wingdings" panose="05000000000000000000" pitchFamily="2" charset="2"/>
              <a:buNone/>
            </a:pPr>
            <a:r>
              <a:rPr lang="zh-CN" altLang="en-US" sz="4400" b="1" strike="noStrike" noProof="1">
                <a:solidFill>
                  <a:srgbClr val="990000"/>
                </a:solidFill>
                <a:latin typeface="Arial" panose="02080604020202020204" pitchFamily="34" charset="0"/>
                <a:ea typeface="宋体" panose="02010600030101010101" pitchFamily="2" charset="-122"/>
                <a:cs typeface="+mn-ea"/>
              </a:rPr>
              <a:t>小结</a:t>
            </a:r>
            <a:endParaRPr lang="zh-CN" altLang="en-US" sz="4400" b="1" strike="noStrike" noProof="1">
              <a:solidFill>
                <a:srgbClr val="990000"/>
              </a:solidFill>
              <a:ea typeface="宋体" panose="02010600030101010101" pitchFamily="2" charset="-122"/>
            </a:endParaRPr>
          </a:p>
          <a:p>
            <a:pPr marL="533400" lvl="0" indent="-533400" algn="ctr" fontAlgn="base">
              <a:lnSpc>
                <a:spcPct val="120000"/>
              </a:lnSpc>
              <a:spcBef>
                <a:spcPct val="0"/>
              </a:spcBef>
              <a:buFont typeface="Wingdings" panose="05000000000000000000" pitchFamily="2" charset="2"/>
              <a:buNone/>
            </a:pPr>
            <a:endParaRPr lang="zh-CN" altLang="en-US" sz="4400" b="1" strike="noStrike" noProof="1">
              <a:solidFill>
                <a:srgbClr val="CC0000"/>
              </a:solidFill>
              <a:ea typeface="宋体" panose="02010600030101010101" pitchFamily="2" charset="-122"/>
            </a:endParaRPr>
          </a:p>
        </p:txBody>
      </p:sp>
      <p:graphicFrame>
        <p:nvGraphicFramePr>
          <p:cNvPr id="113666" name="内容占位符 103426"/>
          <p:cNvGraphicFramePr>
            <a:graphicFrameLocks noChangeAspect="1"/>
          </p:cNvGraphicFramePr>
          <p:nvPr>
            <p:ph idx="1"/>
          </p:nvPr>
        </p:nvGraphicFramePr>
        <p:xfrm>
          <a:off x="0" y="0"/>
          <a:ext cx="838200" cy="517525"/>
        </p:xfrm>
        <a:graphic>
          <a:graphicData uri="http://schemas.openxmlformats.org/presentationml/2006/ole">
            <mc:AlternateContent xmlns:mc="http://schemas.openxmlformats.org/markup-compatibility/2006">
              <mc:Choice xmlns:v="urn:schemas-microsoft-com:vml" Requires="v">
                <p:oleObj spid="_x0000_s3084" name="" r:id="rId2" imgW="838200" imgH="647700" progId="Paint.Picture">
                  <p:embed/>
                </p:oleObj>
              </mc:Choice>
              <mc:Fallback>
                <p:oleObj name="" r:id="rId2" imgW="838200" imgH="647700" progId="Paint.Picture">
                  <p:embed/>
                  <p:pic>
                    <p:nvPicPr>
                      <p:cNvPr id="0" name="图片 3083"/>
                      <p:cNvPicPr/>
                      <p:nvPr/>
                    </p:nvPicPr>
                    <p:blipFill>
                      <a:blip r:embed="rId3"/>
                      <a:stretch>
                        <a:fillRect/>
                      </a:stretch>
                    </p:blipFill>
                    <p:spPr>
                      <a:xfrm>
                        <a:off x="0" y="0"/>
                        <a:ext cx="838200" cy="517525"/>
                      </a:xfrm>
                      <a:prstGeom prst="rect">
                        <a:avLst/>
                      </a:prstGeom>
                      <a:noFill/>
                      <a:ln w="38100"/>
                    </p:spPr>
                  </p:pic>
                </p:oleObj>
              </mc:Fallback>
            </mc:AlternateContent>
          </a:graphicData>
        </a:graphic>
      </p:graphicFrame>
      <p:sp>
        <p:nvSpPr>
          <p:cNvPr id="103428" name="矩形 103427"/>
          <p:cNvSpPr/>
          <p:nvPr/>
        </p:nvSpPr>
        <p:spPr>
          <a:xfrm>
            <a:off x="381000" y="4286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Arial" panose="02080604020202020204" pitchFamily="34" charset="0"/>
                <a:ea typeface="宋体" panose="02010600030101010101" pitchFamily="2" charset="-122"/>
                <a:cs typeface="+mn-ea"/>
              </a:rPr>
              <a:t>文件系统</a:t>
            </a:r>
            <a:r>
              <a:rPr lang="en-US" altLang="zh-CN" sz="2400" strike="noStrike" noProof="1">
                <a:latin typeface="Arial" panose="02080604020202020204" pitchFamily="34" charset="0"/>
                <a:ea typeface="宋体" panose="02010600030101010101" pitchFamily="2" charset="-122"/>
                <a:cs typeface="+mn-ea"/>
              </a:rPr>
              <a:t>——</a:t>
            </a:r>
            <a:r>
              <a:rPr lang="zh-CN" altLang="en-US" sz="2400" strike="noStrike" noProof="1">
                <a:latin typeface="Arial" panose="02080604020202020204" pitchFamily="34" charset="0"/>
                <a:ea typeface="宋体" panose="02010600030101010101" pitchFamily="2" charset="-122"/>
                <a:cs typeface="+mn-ea"/>
              </a:rPr>
              <a:t>小结</a:t>
            </a:r>
            <a:endParaRPr lang="zh-CN" altLang="en-US" sz="2400" strike="noStrike" noProof="1">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4689" name="文本框 104449"/>
          <p:cNvSpPr txBox="1"/>
          <p:nvPr/>
        </p:nvSpPr>
        <p:spPr>
          <a:xfrm>
            <a:off x="8420100" y="6510338"/>
            <a:ext cx="723900"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buFont typeface="Wingdings" panose="05000000000000000000" pitchFamily="2" charset="2"/>
              <a:buNone/>
            </a:pPr>
            <a:r>
              <a:rPr lang="en-US" altLang="zh-CN" b="0">
                <a:solidFill>
                  <a:schemeClr val="tx2"/>
                </a:solidFill>
                <a:latin typeface="Times New Roman" panose="02020603050405020304" charset="0"/>
                <a:ea typeface="宋体" panose="02010600030101010101" pitchFamily="2" charset="-122"/>
              </a:rPr>
              <a:t>70</a:t>
            </a:r>
            <a:endParaRPr lang="en-US" altLang="zh-CN" b="0">
              <a:solidFill>
                <a:schemeClr val="tx2"/>
              </a:solidFill>
              <a:latin typeface="Times New Roman" panose="02020603050405020304" charset="0"/>
              <a:ea typeface="宋体" panose="02010600030101010101" pitchFamily="2" charset="-122"/>
            </a:endParaRPr>
          </a:p>
        </p:txBody>
      </p:sp>
      <p:sp>
        <p:nvSpPr>
          <p:cNvPr id="104451" name="矩形 104450"/>
          <p:cNvSpPr/>
          <p:nvPr/>
        </p:nvSpPr>
        <p:spPr>
          <a:xfrm>
            <a:off x="533400" y="655638"/>
            <a:ext cx="8262938" cy="3992563"/>
          </a:xfrm>
          <a:prstGeom prst="rect">
            <a:avLst/>
          </a:prstGeom>
          <a:noFill/>
          <a:ln w="9525">
            <a:noFill/>
            <a:miter/>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30000"/>
              </a:lnSpc>
              <a:spcAft>
                <a:spcPct val="20000"/>
              </a:spcAft>
            </a:pPr>
            <a:r>
              <a:rPr lang="zh-CN" altLang="en-US" sz="2400" b="1" strike="noStrike" noProof="1">
                <a:solidFill>
                  <a:srgbClr val="000099"/>
                </a:solidFill>
                <a:latin typeface="Times New Roman" panose="02020603050405020304" charset="0"/>
                <a:ea typeface="宋体" panose="02010600030101010101" pitchFamily="2" charset="-122"/>
                <a:cs typeface="+mn-ea"/>
              </a:rPr>
              <a:t>文件系统基本概念</a:t>
            </a:r>
            <a:endParaRPr lang="zh-CN" altLang="en-US" sz="2400" b="1" strike="noStrike" noProof="1">
              <a:solidFill>
                <a:srgbClr val="000099"/>
              </a:solidFill>
              <a:latin typeface="Times New Roman" panose="02020603050405020304" charset="0"/>
              <a:ea typeface="宋体" panose="02010600030101010101" pitchFamily="2" charset="-122"/>
            </a:endParaRPr>
          </a:p>
          <a:p>
            <a:pPr marL="914400" lvl="1" indent="-457200" fontAlgn="base">
              <a:lnSpc>
                <a:spcPct val="130000"/>
              </a:lnSpc>
              <a:spcAft>
                <a:spcPct val="20000"/>
              </a:spcAft>
            </a:pPr>
            <a:r>
              <a:rPr lang="zh-CN" altLang="en-US" sz="2000" b="1" strike="noStrike" noProof="1">
                <a:solidFill>
                  <a:schemeClr val="tx1"/>
                </a:solidFill>
                <a:latin typeface="Times New Roman" panose="02020603050405020304" charset="0"/>
                <a:ea typeface="宋体" panose="02010600030101010101" pitchFamily="2" charset="-122"/>
                <a:cs typeface="+mn-cs"/>
              </a:rPr>
              <a:t>文件、文件系统   定义</a:t>
            </a:r>
            <a:endParaRPr lang="zh-CN" altLang="en-US" sz="2000" b="1" strike="noStrike" noProof="1">
              <a:solidFill>
                <a:schemeClr val="tx1"/>
              </a:solidFill>
              <a:latin typeface="Times New Roman" panose="02020603050405020304" charset="0"/>
              <a:ea typeface="宋体" panose="02010600030101010101" pitchFamily="2" charset="-122"/>
            </a:endParaRPr>
          </a:p>
          <a:p>
            <a:pPr marL="533400" lvl="0" indent="-533400" fontAlgn="base">
              <a:lnSpc>
                <a:spcPct val="130000"/>
              </a:lnSpc>
              <a:spcAft>
                <a:spcPct val="20000"/>
              </a:spcAft>
            </a:pPr>
            <a:r>
              <a:rPr lang="zh-CN" altLang="en-US" sz="2400" b="1" strike="noStrike" noProof="1">
                <a:solidFill>
                  <a:srgbClr val="000099"/>
                </a:solidFill>
                <a:latin typeface="Times New Roman" panose="02020603050405020304" charset="0"/>
                <a:ea typeface="宋体" panose="02010600030101010101" pitchFamily="2" charset="-122"/>
                <a:cs typeface="+mn-ea"/>
              </a:rPr>
              <a:t>文件结构</a:t>
            </a:r>
            <a:endParaRPr lang="zh-CN" altLang="en-US" sz="2400" b="1" strike="noStrike" noProof="1">
              <a:solidFill>
                <a:srgbClr val="000099"/>
              </a:solidFill>
              <a:latin typeface="Times New Roman" panose="02020603050405020304" charset="0"/>
              <a:ea typeface="宋体" panose="02010600030101010101" pitchFamily="2" charset="-122"/>
            </a:endParaRPr>
          </a:p>
          <a:p>
            <a:pPr marL="914400" lvl="1" indent="-457200" fontAlgn="base">
              <a:lnSpc>
                <a:spcPct val="130000"/>
              </a:lnSpc>
            </a:pPr>
            <a:r>
              <a:rPr lang="zh-CN" altLang="en-US" sz="2400" b="1" strike="noStrike" noProof="1">
                <a:solidFill>
                  <a:schemeClr val="tx1"/>
                </a:solidFill>
                <a:latin typeface="Times New Roman" panose="02020603050405020304" charset="0"/>
                <a:ea typeface="宋体" panose="02010600030101010101" pitchFamily="2" charset="-122"/>
                <a:cs typeface="+mn-cs"/>
              </a:rPr>
              <a:t>文件的逻辑结构</a:t>
            </a:r>
            <a:endParaRPr lang="zh-CN" altLang="en-US" sz="2400" b="1" strike="noStrike" noProof="1">
              <a:solidFill>
                <a:schemeClr val="tx1"/>
              </a:solidFill>
              <a:latin typeface="Times New Roman" panose="02020603050405020304" charset="0"/>
              <a:ea typeface="宋体" panose="02010600030101010101" pitchFamily="2" charset="-122"/>
            </a:endParaRPr>
          </a:p>
          <a:p>
            <a:pPr marL="1295400" lvl="2" indent="-381000" fontAlgn="base">
              <a:lnSpc>
                <a:spcPct val="130000"/>
              </a:lnSpc>
            </a:pPr>
            <a:r>
              <a:rPr lang="zh-CN" altLang="en-US" sz="2000" strike="noStrike" noProof="1">
                <a:solidFill>
                  <a:schemeClr val="tx1"/>
                </a:solidFill>
                <a:latin typeface="Times New Roman" panose="02020603050405020304" charset="0"/>
                <a:ea typeface="宋体" panose="02010600030101010101" pitchFamily="2" charset="-122"/>
                <a:cs typeface="+mn-cs"/>
              </a:rPr>
              <a:t>流式文件  记录式文件</a:t>
            </a:r>
            <a:endParaRPr lang="zh-CN" altLang="en-US" sz="2000" strike="noStrike" noProof="1">
              <a:solidFill>
                <a:schemeClr val="tx1"/>
              </a:solidFill>
              <a:latin typeface="Times New Roman" panose="02020603050405020304" charset="0"/>
              <a:ea typeface="宋体" panose="02010600030101010101" pitchFamily="2" charset="-122"/>
            </a:endParaRPr>
          </a:p>
          <a:p>
            <a:pPr marL="914400" lvl="1" indent="-457200" fontAlgn="base">
              <a:lnSpc>
                <a:spcPct val="130000"/>
              </a:lnSpc>
            </a:pPr>
            <a:r>
              <a:rPr lang="zh-CN" altLang="en-US" sz="2400" b="1" strike="noStrike" noProof="1">
                <a:solidFill>
                  <a:schemeClr val="tx1"/>
                </a:solidFill>
                <a:latin typeface="Times New Roman" panose="02020603050405020304" charset="0"/>
                <a:ea typeface="宋体" panose="02010600030101010101" pitchFamily="2" charset="-122"/>
                <a:cs typeface="+mn-cs"/>
              </a:rPr>
              <a:t>文件的存取方法</a:t>
            </a:r>
            <a:endParaRPr lang="zh-CN" altLang="en-US" sz="2400" b="1" strike="noStrike" noProof="1">
              <a:solidFill>
                <a:schemeClr val="tx1"/>
              </a:solidFill>
              <a:latin typeface="Times New Roman" panose="02020603050405020304" charset="0"/>
              <a:ea typeface="宋体" panose="02010600030101010101" pitchFamily="2" charset="-122"/>
            </a:endParaRPr>
          </a:p>
          <a:p>
            <a:pPr marL="1295400" lvl="2" indent="-381000" fontAlgn="base">
              <a:lnSpc>
                <a:spcPct val="130000"/>
              </a:lnSpc>
            </a:pPr>
            <a:r>
              <a:rPr lang="zh-CN" altLang="en-US" sz="2000" strike="noStrike" noProof="1">
                <a:solidFill>
                  <a:schemeClr val="tx1"/>
                </a:solidFill>
                <a:latin typeface="Times New Roman" panose="02020603050405020304" charset="0"/>
                <a:ea typeface="宋体" panose="02010600030101010101" pitchFamily="2" charset="-122"/>
                <a:cs typeface="+mn-cs"/>
              </a:rPr>
              <a:t>顺序存取   随机存取</a:t>
            </a:r>
            <a:endParaRPr lang="zh-CN" altLang="en-US" sz="2000" strike="noStrike" noProof="1">
              <a:solidFill>
                <a:schemeClr val="tx1"/>
              </a:solidFill>
              <a:latin typeface="Times New Roman" panose="02020603050405020304" charset="0"/>
              <a:ea typeface="宋体" panose="02010600030101010101" pitchFamily="2" charset="-122"/>
            </a:endParaRPr>
          </a:p>
        </p:txBody>
      </p:sp>
      <p:sp>
        <p:nvSpPr>
          <p:cNvPr id="104452" name="矩形 104451"/>
          <p:cNvSpPr/>
          <p:nvPr/>
        </p:nvSpPr>
        <p:spPr>
          <a:xfrm>
            <a:off x="381000" y="4286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Arial" panose="02080604020202020204" pitchFamily="34" charset="0"/>
                <a:ea typeface="宋体" panose="02010600030101010101" pitchFamily="2" charset="-122"/>
                <a:cs typeface="+mn-ea"/>
              </a:rPr>
              <a:t>文件系统</a:t>
            </a:r>
            <a:r>
              <a:rPr lang="en-US" altLang="zh-CN" sz="2400" strike="noStrike" noProof="1">
                <a:latin typeface="Arial" panose="02080604020202020204" pitchFamily="34" charset="0"/>
                <a:ea typeface="宋体" panose="02010600030101010101" pitchFamily="2" charset="-122"/>
                <a:cs typeface="+mn-ea"/>
              </a:rPr>
              <a:t>——</a:t>
            </a:r>
            <a:r>
              <a:rPr lang="zh-CN" altLang="en-US" sz="2400" strike="noStrike" noProof="1">
                <a:latin typeface="Arial" panose="02080604020202020204" pitchFamily="34" charset="0"/>
                <a:ea typeface="宋体" panose="02010600030101010101" pitchFamily="2" charset="-122"/>
                <a:cs typeface="+mn-ea"/>
              </a:rPr>
              <a:t>小结</a:t>
            </a:r>
            <a:endParaRPr lang="zh-CN" altLang="en-US" sz="2400" strike="noStrike" noProof="1">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5713" name="文本框 105473"/>
          <p:cNvSpPr txBox="1"/>
          <p:nvPr/>
        </p:nvSpPr>
        <p:spPr>
          <a:xfrm>
            <a:off x="8420100" y="6510338"/>
            <a:ext cx="723900"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buFont typeface="Wingdings" panose="05000000000000000000" pitchFamily="2" charset="2"/>
              <a:buNone/>
            </a:pPr>
            <a:r>
              <a:rPr lang="en-US" altLang="zh-CN" b="0">
                <a:solidFill>
                  <a:schemeClr val="tx2"/>
                </a:solidFill>
                <a:latin typeface="Times New Roman" panose="02020603050405020304" charset="0"/>
                <a:ea typeface="宋体" panose="02010600030101010101" pitchFamily="2" charset="-122"/>
              </a:rPr>
              <a:t>71</a:t>
            </a:r>
            <a:endParaRPr lang="en-US" altLang="zh-CN" b="0">
              <a:solidFill>
                <a:schemeClr val="tx2"/>
              </a:solidFill>
              <a:latin typeface="Times New Roman" panose="02020603050405020304" charset="0"/>
              <a:ea typeface="宋体" panose="02010600030101010101" pitchFamily="2" charset="-122"/>
            </a:endParaRPr>
          </a:p>
        </p:txBody>
      </p:sp>
      <p:sp>
        <p:nvSpPr>
          <p:cNvPr id="105475" name="矩形 105474"/>
          <p:cNvSpPr/>
          <p:nvPr/>
        </p:nvSpPr>
        <p:spPr>
          <a:xfrm>
            <a:off x="533400" y="655638"/>
            <a:ext cx="8262938" cy="2522538"/>
          </a:xfrm>
          <a:prstGeom prst="rect">
            <a:avLst/>
          </a:prstGeom>
          <a:noFill/>
          <a:ln w="9525">
            <a:noFill/>
            <a:miter/>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914400" lvl="1" indent="-457200" fontAlgn="base">
              <a:lnSpc>
                <a:spcPct val="130000"/>
              </a:lnSpc>
            </a:pPr>
            <a:r>
              <a:rPr lang="zh-CN" altLang="en-US" sz="2400" b="1" strike="noStrike" noProof="1">
                <a:solidFill>
                  <a:schemeClr val="tx1"/>
                </a:solidFill>
                <a:latin typeface="Times New Roman" panose="02020603050405020304" charset="0"/>
                <a:ea typeface="宋体" panose="02010600030101010101" pitchFamily="2" charset="-122"/>
                <a:cs typeface="+mn-cs"/>
              </a:rPr>
              <a:t>文件的物理结构</a:t>
            </a:r>
            <a:endParaRPr lang="zh-CN" altLang="en-US" sz="2400" b="1" strike="noStrike" noProof="1">
              <a:solidFill>
                <a:schemeClr val="tx1"/>
              </a:solidFill>
              <a:latin typeface="Times New Roman" panose="02020603050405020304" charset="0"/>
              <a:ea typeface="宋体" panose="02010600030101010101" pitchFamily="2" charset="-122"/>
            </a:endParaRPr>
          </a:p>
          <a:p>
            <a:pPr marL="1295400" lvl="2" indent="-381000" fontAlgn="base">
              <a:lnSpc>
                <a:spcPct val="130000"/>
              </a:lnSpc>
            </a:pPr>
            <a:r>
              <a:rPr lang="zh-CN" altLang="en-US" sz="2000" strike="noStrike" noProof="1">
                <a:solidFill>
                  <a:schemeClr val="tx1"/>
                </a:solidFill>
                <a:latin typeface="Times New Roman" panose="02020603050405020304" charset="0"/>
                <a:ea typeface="宋体" panose="02010600030101010101" pitchFamily="2" charset="-122"/>
                <a:cs typeface="+mn-cs"/>
              </a:rPr>
              <a:t>连续文件定义、结构、特点</a:t>
            </a:r>
            <a:endParaRPr lang="zh-CN" altLang="en-US" sz="2000" strike="noStrike" noProof="1">
              <a:solidFill>
                <a:schemeClr val="tx1"/>
              </a:solidFill>
              <a:latin typeface="Times New Roman" panose="02020603050405020304" charset="0"/>
              <a:ea typeface="宋体" panose="02010600030101010101" pitchFamily="2" charset="-122"/>
            </a:endParaRPr>
          </a:p>
          <a:p>
            <a:pPr marL="1295400" lvl="2" indent="-381000" fontAlgn="base">
              <a:lnSpc>
                <a:spcPct val="130000"/>
              </a:lnSpc>
            </a:pPr>
            <a:r>
              <a:rPr lang="zh-CN" altLang="en-US" sz="2000" strike="noStrike" noProof="1">
                <a:solidFill>
                  <a:schemeClr val="tx1"/>
                </a:solidFill>
                <a:latin typeface="Times New Roman" panose="02020603050405020304" charset="0"/>
                <a:ea typeface="宋体" panose="02010600030101010101" pitchFamily="2" charset="-122"/>
                <a:cs typeface="+mn-cs"/>
              </a:rPr>
              <a:t>串联文件定义、结构、特点</a:t>
            </a:r>
            <a:endParaRPr lang="zh-CN" altLang="en-US" sz="2000" strike="noStrike" noProof="1">
              <a:solidFill>
                <a:schemeClr val="tx1"/>
              </a:solidFill>
              <a:latin typeface="Times New Roman" panose="02020603050405020304" charset="0"/>
              <a:ea typeface="宋体" panose="02010600030101010101" pitchFamily="2" charset="-122"/>
            </a:endParaRPr>
          </a:p>
          <a:p>
            <a:pPr marL="1295400" lvl="2" indent="-381000" fontAlgn="base">
              <a:lnSpc>
                <a:spcPct val="130000"/>
              </a:lnSpc>
            </a:pPr>
            <a:r>
              <a:rPr lang="zh-CN" altLang="en-US" sz="2000" strike="noStrike" noProof="1">
                <a:solidFill>
                  <a:schemeClr val="tx1"/>
                </a:solidFill>
                <a:latin typeface="Times New Roman" panose="02020603050405020304" charset="0"/>
                <a:ea typeface="宋体" panose="02010600030101010101" pitchFamily="2" charset="-122"/>
                <a:cs typeface="+mn-cs"/>
              </a:rPr>
              <a:t>索引文件定义、结构、特点、</a:t>
            </a:r>
            <a:endParaRPr lang="zh-CN" altLang="en-US" sz="2000" strike="noStrike" noProof="1">
              <a:solidFill>
                <a:schemeClr val="tx1"/>
              </a:solidFill>
              <a:latin typeface="Times New Roman" panose="02020603050405020304" charset="0"/>
              <a:ea typeface="宋体" panose="02010600030101010101" pitchFamily="2" charset="-122"/>
            </a:endParaRPr>
          </a:p>
          <a:p>
            <a:pPr marL="1295400" lvl="2" indent="-381000" fontAlgn="base">
              <a:lnSpc>
                <a:spcPct val="130000"/>
              </a:lnSpc>
              <a:buNone/>
            </a:pPr>
            <a:r>
              <a:rPr lang="zh-CN" altLang="en-US" sz="2000" strike="noStrike" noProof="1">
                <a:solidFill>
                  <a:schemeClr val="tx1"/>
                </a:solidFill>
                <a:latin typeface="Times New Roman" panose="02020603050405020304" charset="0"/>
                <a:ea typeface="宋体" panose="02010600030101010101" pitchFamily="2" charset="-122"/>
                <a:cs typeface="+mn-cs"/>
              </a:rPr>
              <a:t>    一级间接索引结构、二级间接索引结构</a:t>
            </a:r>
            <a:endParaRPr lang="zh-CN" altLang="en-US" sz="2000" strike="noStrike" noProof="1">
              <a:solidFill>
                <a:schemeClr val="tx1"/>
              </a:solidFill>
              <a:latin typeface="Times New Roman" panose="02020603050405020304" charset="0"/>
              <a:ea typeface="宋体" panose="02010600030101010101" pitchFamily="2" charset="-122"/>
            </a:endParaRPr>
          </a:p>
        </p:txBody>
      </p:sp>
      <p:sp>
        <p:nvSpPr>
          <p:cNvPr id="105476" name="矩形 105475"/>
          <p:cNvSpPr/>
          <p:nvPr/>
        </p:nvSpPr>
        <p:spPr>
          <a:xfrm>
            <a:off x="381000" y="4286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Arial" panose="02080604020202020204" pitchFamily="34" charset="0"/>
                <a:ea typeface="宋体" panose="02010600030101010101" pitchFamily="2" charset="-122"/>
                <a:cs typeface="+mn-ea"/>
              </a:rPr>
              <a:t>文件系统</a:t>
            </a:r>
            <a:r>
              <a:rPr lang="en-US" altLang="zh-CN" sz="2400" strike="noStrike" noProof="1">
                <a:latin typeface="Arial" panose="02080604020202020204" pitchFamily="34" charset="0"/>
                <a:ea typeface="宋体" panose="02010600030101010101" pitchFamily="2" charset="-122"/>
                <a:cs typeface="+mn-ea"/>
              </a:rPr>
              <a:t>——</a:t>
            </a:r>
            <a:r>
              <a:rPr lang="zh-CN" altLang="en-US" sz="2400" strike="noStrike" noProof="1">
                <a:latin typeface="Arial" panose="02080604020202020204" pitchFamily="34" charset="0"/>
                <a:ea typeface="宋体" panose="02010600030101010101" pitchFamily="2" charset="-122"/>
                <a:cs typeface="+mn-ea"/>
              </a:rPr>
              <a:t>小结</a:t>
            </a:r>
            <a:endParaRPr lang="zh-CN" altLang="en-US" sz="2400" strike="noStrike" noProof="1">
              <a:ea typeface="宋体" panose="02010600030101010101" pitchFamily="2" charset="-122"/>
            </a:endParaRPr>
          </a:p>
        </p:txBody>
      </p:sp>
      <p:sp>
        <p:nvSpPr>
          <p:cNvPr id="105477" name="矩形 105476"/>
          <p:cNvSpPr/>
          <p:nvPr/>
        </p:nvSpPr>
        <p:spPr>
          <a:xfrm>
            <a:off x="533400" y="3227388"/>
            <a:ext cx="8262938" cy="2976563"/>
          </a:xfrm>
          <a:prstGeom prst="rect">
            <a:avLst/>
          </a:prstGeom>
          <a:noFill/>
          <a:ln w="9525">
            <a:noFill/>
            <a:miter/>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30000"/>
              </a:lnSpc>
              <a:spcAft>
                <a:spcPct val="20000"/>
              </a:spcAft>
            </a:pPr>
            <a:r>
              <a:rPr lang="zh-CN" altLang="en-US" sz="2400" b="1" strike="noStrike" noProof="1">
                <a:solidFill>
                  <a:srgbClr val="000099"/>
                </a:solidFill>
                <a:latin typeface="Times New Roman" panose="02020603050405020304" charset="0"/>
                <a:ea typeface="宋体" panose="02010600030101010101" pitchFamily="2" charset="-122"/>
                <a:cs typeface="+mn-ea"/>
              </a:rPr>
              <a:t>文件目录</a:t>
            </a:r>
            <a:endParaRPr lang="zh-CN" altLang="en-US" sz="2400" b="1" strike="noStrike" noProof="1">
              <a:solidFill>
                <a:srgbClr val="000099"/>
              </a:solidFill>
              <a:latin typeface="Times New Roman" panose="02020603050405020304" charset="0"/>
              <a:ea typeface="宋体" panose="02010600030101010101" pitchFamily="2" charset="-122"/>
            </a:endParaRPr>
          </a:p>
          <a:p>
            <a:pPr marL="914400" lvl="1" indent="-457200" fontAlgn="base">
              <a:lnSpc>
                <a:spcPct val="130000"/>
              </a:lnSpc>
            </a:pPr>
            <a:r>
              <a:rPr lang="zh-CN" altLang="en-US" sz="2400" b="1" strike="noStrike" noProof="1">
                <a:solidFill>
                  <a:schemeClr val="tx1"/>
                </a:solidFill>
                <a:latin typeface="Times New Roman" panose="02020603050405020304" charset="0"/>
                <a:ea typeface="宋体" panose="02010600030101010101" pitchFamily="2" charset="-122"/>
                <a:cs typeface="+mn-cs"/>
              </a:rPr>
              <a:t>文件目录项内容</a:t>
            </a:r>
            <a:endParaRPr lang="zh-CN" altLang="en-US" sz="2400" b="1" strike="noStrike" noProof="1">
              <a:solidFill>
                <a:schemeClr val="tx1"/>
              </a:solidFill>
              <a:latin typeface="Times New Roman" panose="02020603050405020304" charset="0"/>
              <a:ea typeface="宋体" panose="02010600030101010101" pitchFamily="2" charset="-122"/>
            </a:endParaRPr>
          </a:p>
          <a:p>
            <a:pPr marL="914400" lvl="1" indent="-457200" fontAlgn="base">
              <a:lnSpc>
                <a:spcPct val="130000"/>
              </a:lnSpc>
            </a:pPr>
            <a:r>
              <a:rPr lang="zh-CN" altLang="en-US" sz="2400" b="1" strike="noStrike" noProof="1">
                <a:solidFill>
                  <a:schemeClr val="tx1"/>
                </a:solidFill>
                <a:latin typeface="Times New Roman" panose="02020603050405020304" charset="0"/>
                <a:ea typeface="宋体" panose="02010600030101010101" pitchFamily="2" charset="-122"/>
                <a:cs typeface="+mn-cs"/>
              </a:rPr>
              <a:t>重名问题，解决办法</a:t>
            </a:r>
            <a:endParaRPr lang="zh-CN" altLang="en-US" sz="2400" b="1" strike="noStrike" noProof="1">
              <a:solidFill>
                <a:schemeClr val="tx1"/>
              </a:solidFill>
              <a:latin typeface="Times New Roman" panose="02020603050405020304" charset="0"/>
              <a:ea typeface="宋体" panose="02010600030101010101" pitchFamily="2" charset="-122"/>
            </a:endParaRPr>
          </a:p>
          <a:p>
            <a:pPr marL="914400" lvl="1" indent="-457200" fontAlgn="base">
              <a:lnSpc>
                <a:spcPct val="130000"/>
              </a:lnSpc>
            </a:pPr>
            <a:r>
              <a:rPr lang="zh-CN" altLang="en-US" sz="2400" b="1" strike="noStrike" noProof="1">
                <a:solidFill>
                  <a:schemeClr val="tx1"/>
                </a:solidFill>
                <a:latin typeface="Times New Roman" panose="02020603050405020304" charset="0"/>
                <a:ea typeface="宋体" panose="02010600030101010101" pitchFamily="2" charset="-122"/>
                <a:cs typeface="+mn-cs"/>
              </a:rPr>
              <a:t>树型文件目录</a:t>
            </a:r>
            <a:endParaRPr lang="zh-CN" altLang="en-US" sz="2400" b="1" strike="noStrike" noProof="1">
              <a:solidFill>
                <a:schemeClr val="tx1"/>
              </a:solidFill>
              <a:latin typeface="Times New Roman" panose="02020603050405020304" charset="0"/>
              <a:ea typeface="宋体" panose="02010600030101010101" pitchFamily="2" charset="-122"/>
            </a:endParaRPr>
          </a:p>
          <a:p>
            <a:pPr marL="914400" lvl="1" indent="-457200" fontAlgn="base">
              <a:lnSpc>
                <a:spcPct val="130000"/>
              </a:lnSpc>
            </a:pPr>
            <a:r>
              <a:rPr lang="zh-CN" altLang="en-US" sz="2400" b="1" strike="noStrike" noProof="1">
                <a:solidFill>
                  <a:schemeClr val="tx1"/>
                </a:solidFill>
                <a:latin typeface="Times New Roman" panose="02020603050405020304" charset="0"/>
                <a:ea typeface="宋体" panose="02010600030101010101" pitchFamily="2" charset="-122"/>
                <a:cs typeface="+mn-cs"/>
              </a:rPr>
              <a:t>文件路径名，当前目录</a:t>
            </a:r>
            <a:endParaRPr lang="zh-CN" altLang="en-US" sz="2400" b="1" strike="noStrike" noProof="1">
              <a:solidFill>
                <a:schemeClr val="tx1"/>
              </a:solidFill>
              <a:latin typeface="Times New Roman" panose="02020603050405020304"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6737" name="文本框 106497"/>
          <p:cNvSpPr txBox="1"/>
          <p:nvPr/>
        </p:nvSpPr>
        <p:spPr>
          <a:xfrm>
            <a:off x="8420100" y="6510338"/>
            <a:ext cx="723900"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buFont typeface="Wingdings" panose="05000000000000000000" pitchFamily="2" charset="2"/>
              <a:buNone/>
            </a:pPr>
            <a:r>
              <a:rPr lang="en-US" altLang="zh-CN" b="0">
                <a:solidFill>
                  <a:schemeClr val="tx2"/>
                </a:solidFill>
                <a:latin typeface="Times New Roman" panose="02020603050405020304" charset="0"/>
                <a:ea typeface="宋体" panose="02010600030101010101" pitchFamily="2" charset="-122"/>
              </a:rPr>
              <a:t>72</a:t>
            </a:r>
            <a:endParaRPr lang="en-US" altLang="zh-CN" b="0">
              <a:solidFill>
                <a:schemeClr val="tx2"/>
              </a:solidFill>
              <a:latin typeface="Times New Roman" panose="02020603050405020304" charset="0"/>
              <a:ea typeface="宋体" panose="02010600030101010101" pitchFamily="2" charset="-122"/>
            </a:endParaRPr>
          </a:p>
        </p:txBody>
      </p:sp>
      <p:sp>
        <p:nvSpPr>
          <p:cNvPr id="106499" name="矩形 106498"/>
          <p:cNvSpPr/>
          <p:nvPr/>
        </p:nvSpPr>
        <p:spPr>
          <a:xfrm>
            <a:off x="533400" y="627063"/>
            <a:ext cx="8262938" cy="5516563"/>
          </a:xfrm>
          <a:prstGeom prst="rect">
            <a:avLst/>
          </a:prstGeom>
          <a:noFill/>
          <a:ln w="9525">
            <a:noFill/>
            <a:miter/>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30000"/>
              </a:lnSpc>
              <a:spcAft>
                <a:spcPct val="20000"/>
              </a:spcAft>
            </a:pPr>
            <a:r>
              <a:rPr lang="zh-CN" altLang="en-US" sz="2400" b="1" strike="noStrike" noProof="1">
                <a:solidFill>
                  <a:srgbClr val="000099"/>
                </a:solidFill>
                <a:latin typeface="Times New Roman" panose="02020603050405020304" charset="0"/>
                <a:ea typeface="宋体" panose="02010600030101010101" pitchFamily="2" charset="-122"/>
                <a:cs typeface="+mn-ea"/>
              </a:rPr>
              <a:t>文件共享与安全</a:t>
            </a:r>
            <a:endParaRPr lang="zh-CN" altLang="en-US" sz="2400" b="1" strike="noStrike" noProof="1">
              <a:solidFill>
                <a:srgbClr val="000099"/>
              </a:solidFill>
              <a:latin typeface="Times New Roman" panose="02020603050405020304" charset="0"/>
              <a:ea typeface="宋体" panose="02010600030101010101" pitchFamily="2" charset="-122"/>
            </a:endParaRPr>
          </a:p>
          <a:p>
            <a:pPr marL="914400" lvl="1" indent="-457200" fontAlgn="base">
              <a:lnSpc>
                <a:spcPct val="130000"/>
              </a:lnSpc>
            </a:pPr>
            <a:r>
              <a:rPr lang="zh-CN" altLang="en-US" sz="2400" b="1" strike="noStrike" noProof="1">
                <a:solidFill>
                  <a:schemeClr val="tx1"/>
                </a:solidFill>
                <a:latin typeface="Times New Roman" panose="02020603050405020304" charset="0"/>
                <a:ea typeface="宋体" panose="02010600030101010101" pitchFamily="2" charset="-122"/>
                <a:cs typeface="+mn-cs"/>
              </a:rPr>
              <a:t>文件共享</a:t>
            </a:r>
            <a:endParaRPr lang="zh-CN" altLang="en-US" sz="2400" b="1" strike="noStrike" noProof="1">
              <a:solidFill>
                <a:schemeClr val="tx1"/>
              </a:solidFill>
              <a:latin typeface="Times New Roman" panose="02020603050405020304" charset="0"/>
              <a:ea typeface="宋体" panose="02010600030101010101" pitchFamily="2" charset="-122"/>
            </a:endParaRPr>
          </a:p>
          <a:p>
            <a:pPr marL="1295400" lvl="2" indent="-381000" fontAlgn="base">
              <a:lnSpc>
                <a:spcPct val="130000"/>
              </a:lnSpc>
            </a:pPr>
            <a:r>
              <a:rPr lang="zh-CN" altLang="en-US" sz="2000" strike="noStrike" noProof="1">
                <a:solidFill>
                  <a:schemeClr val="tx1"/>
                </a:solidFill>
                <a:latin typeface="Times New Roman" panose="02020603050405020304" charset="0"/>
                <a:ea typeface="宋体" panose="02010600030101010101" pitchFamily="2" charset="-122"/>
                <a:cs typeface="+mn-cs"/>
              </a:rPr>
              <a:t>文件共享定义</a:t>
            </a:r>
            <a:endParaRPr lang="zh-CN" altLang="en-US" sz="2000" strike="noStrike" noProof="1">
              <a:solidFill>
                <a:schemeClr val="tx1"/>
              </a:solidFill>
              <a:latin typeface="Times New Roman" panose="02020603050405020304" charset="0"/>
              <a:ea typeface="宋体" panose="02010600030101010101" pitchFamily="2" charset="-122"/>
            </a:endParaRPr>
          </a:p>
          <a:p>
            <a:pPr marL="1295400" lvl="2" indent="-381000" fontAlgn="base">
              <a:lnSpc>
                <a:spcPct val="130000"/>
              </a:lnSpc>
            </a:pPr>
            <a:r>
              <a:rPr lang="zh-CN" altLang="en-US" sz="2000" strike="noStrike" noProof="1">
                <a:solidFill>
                  <a:schemeClr val="tx1"/>
                </a:solidFill>
                <a:latin typeface="Times New Roman" panose="02020603050405020304" charset="0"/>
                <a:ea typeface="宋体" panose="02010600030101010101" pitchFamily="2" charset="-122"/>
                <a:cs typeface="+mn-cs"/>
              </a:rPr>
              <a:t>存取权限验证方法</a:t>
            </a:r>
            <a:endParaRPr lang="zh-CN" altLang="en-US" sz="2000" strike="noStrike" noProof="1">
              <a:solidFill>
                <a:schemeClr val="tx1"/>
              </a:solidFill>
              <a:latin typeface="Times New Roman" panose="02020603050405020304" charset="0"/>
              <a:ea typeface="宋体" panose="02010600030101010101" pitchFamily="2" charset="-122"/>
            </a:endParaRPr>
          </a:p>
          <a:p>
            <a:pPr marL="914400" lvl="1" indent="-457200" fontAlgn="base">
              <a:lnSpc>
                <a:spcPct val="130000"/>
              </a:lnSpc>
            </a:pPr>
            <a:r>
              <a:rPr lang="zh-CN" altLang="en-US" sz="2400" b="1" strike="noStrike" noProof="1">
                <a:solidFill>
                  <a:schemeClr val="tx1"/>
                </a:solidFill>
                <a:latin typeface="Times New Roman" panose="02020603050405020304" charset="0"/>
                <a:ea typeface="宋体" panose="02010600030101010101" pitchFamily="2" charset="-122"/>
                <a:cs typeface="+mn-cs"/>
              </a:rPr>
              <a:t>文件安全的定义</a:t>
            </a:r>
            <a:endParaRPr lang="zh-CN" altLang="en-US" sz="2400" b="1" strike="noStrike" noProof="1">
              <a:solidFill>
                <a:schemeClr val="tx1"/>
              </a:solidFill>
              <a:latin typeface="Times New Roman" panose="02020603050405020304" charset="0"/>
              <a:ea typeface="宋体" panose="02010600030101010101" pitchFamily="2" charset="-122"/>
            </a:endParaRPr>
          </a:p>
          <a:p>
            <a:pPr marL="914400" lvl="1" indent="-457200" fontAlgn="base">
              <a:lnSpc>
                <a:spcPct val="130000"/>
              </a:lnSpc>
            </a:pPr>
            <a:r>
              <a:rPr lang="zh-CN" altLang="en-US" sz="2400" b="1" strike="noStrike" noProof="1">
                <a:solidFill>
                  <a:schemeClr val="tx1"/>
                </a:solidFill>
                <a:latin typeface="Times New Roman" panose="02020603050405020304" charset="0"/>
                <a:ea typeface="宋体" panose="02010600030101010101" pitchFamily="2" charset="-122"/>
                <a:cs typeface="+mn-cs"/>
              </a:rPr>
              <a:t>用文件名加快文件的查找</a:t>
            </a:r>
            <a:endParaRPr lang="zh-CN" altLang="en-US" sz="2400" b="1" strike="noStrike" noProof="1">
              <a:solidFill>
                <a:schemeClr val="tx1"/>
              </a:solidFill>
              <a:latin typeface="Times New Roman" panose="02020603050405020304" charset="0"/>
              <a:ea typeface="宋体" panose="02010600030101010101" pitchFamily="2" charset="-122"/>
            </a:endParaRPr>
          </a:p>
          <a:p>
            <a:pPr marL="1295400" lvl="2" indent="-381000" fontAlgn="base">
              <a:lnSpc>
                <a:spcPct val="130000"/>
              </a:lnSpc>
            </a:pPr>
            <a:r>
              <a:rPr lang="zh-CN" altLang="en-US" sz="2000" strike="noStrike" noProof="1">
                <a:solidFill>
                  <a:schemeClr val="tx1"/>
                </a:solidFill>
                <a:latin typeface="Times New Roman" panose="02020603050405020304" charset="0"/>
                <a:ea typeface="宋体" panose="02010600030101010101" pitchFamily="2" charset="-122"/>
                <a:cs typeface="+mn-cs"/>
              </a:rPr>
              <a:t>建立当前目录</a:t>
            </a:r>
            <a:endParaRPr lang="zh-CN" altLang="en-US" sz="2000" strike="noStrike" noProof="1">
              <a:solidFill>
                <a:schemeClr val="tx1"/>
              </a:solidFill>
              <a:latin typeface="Times New Roman" panose="02020603050405020304" charset="0"/>
              <a:ea typeface="宋体" panose="02010600030101010101" pitchFamily="2" charset="-122"/>
            </a:endParaRPr>
          </a:p>
          <a:p>
            <a:pPr marL="1295400" lvl="2" indent="-381000" fontAlgn="base">
              <a:lnSpc>
                <a:spcPct val="130000"/>
              </a:lnSpc>
            </a:pPr>
            <a:r>
              <a:rPr lang="zh-CN" altLang="en-US" sz="2000" strike="noStrike" noProof="1">
                <a:solidFill>
                  <a:schemeClr val="tx1"/>
                </a:solidFill>
                <a:latin typeface="Times New Roman" panose="02020603050405020304" charset="0"/>
                <a:ea typeface="宋体" panose="02010600030101010101" pitchFamily="2" charset="-122"/>
                <a:cs typeface="+mn-cs"/>
              </a:rPr>
              <a:t>链接技术</a:t>
            </a:r>
            <a:endParaRPr lang="zh-CN" altLang="en-US" sz="2000" strike="noStrike" noProof="1">
              <a:solidFill>
                <a:schemeClr val="tx1"/>
              </a:solidFill>
              <a:latin typeface="Times New Roman" panose="02020603050405020304" charset="0"/>
              <a:ea typeface="宋体" panose="02010600030101010101" pitchFamily="2" charset="-122"/>
            </a:endParaRPr>
          </a:p>
          <a:p>
            <a:pPr marL="914400" lvl="1" indent="-457200" fontAlgn="base">
              <a:lnSpc>
                <a:spcPct val="130000"/>
              </a:lnSpc>
              <a:buNone/>
            </a:pPr>
            <a:endParaRPr lang="zh-CN" altLang="en-US" sz="2000" strike="noStrike" noProof="1">
              <a:solidFill>
                <a:schemeClr val="tx1"/>
              </a:solidFill>
              <a:latin typeface="Times New Roman" panose="02020603050405020304" charset="0"/>
              <a:ea typeface="宋体" panose="02010600030101010101" pitchFamily="2" charset="-122"/>
            </a:endParaRPr>
          </a:p>
          <a:p>
            <a:pPr marL="914400" lvl="1" indent="-457200" fontAlgn="base">
              <a:lnSpc>
                <a:spcPct val="130000"/>
              </a:lnSpc>
            </a:pPr>
            <a:endParaRPr lang="zh-CN" altLang="en-US" sz="2000" strike="noStrike" noProof="1">
              <a:solidFill>
                <a:schemeClr val="tx1"/>
              </a:solidFill>
              <a:latin typeface="Times New Roman" panose="02020603050405020304" charset="0"/>
              <a:ea typeface="宋体" panose="02010600030101010101" pitchFamily="2" charset="-122"/>
            </a:endParaRPr>
          </a:p>
        </p:txBody>
      </p:sp>
      <p:sp>
        <p:nvSpPr>
          <p:cNvPr id="106500" name="矩形 106499"/>
          <p:cNvSpPr/>
          <p:nvPr/>
        </p:nvSpPr>
        <p:spPr>
          <a:xfrm>
            <a:off x="381000" y="4286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Arial" panose="02080604020202020204" pitchFamily="34" charset="0"/>
                <a:ea typeface="宋体" panose="02010600030101010101" pitchFamily="2" charset="-122"/>
                <a:cs typeface="+mn-ea"/>
              </a:rPr>
              <a:t>文件系统</a:t>
            </a:r>
            <a:r>
              <a:rPr lang="en-US" altLang="zh-CN" sz="2400" strike="noStrike" noProof="1">
                <a:latin typeface="Arial" panose="02080604020202020204" pitchFamily="34" charset="0"/>
                <a:ea typeface="宋体" panose="02010600030101010101" pitchFamily="2" charset="-122"/>
                <a:cs typeface="+mn-ea"/>
              </a:rPr>
              <a:t>——</a:t>
            </a:r>
            <a:r>
              <a:rPr lang="zh-CN" altLang="en-US" sz="2400" strike="noStrike" noProof="1">
                <a:latin typeface="Arial" panose="02080604020202020204" pitchFamily="34" charset="0"/>
                <a:ea typeface="宋体" panose="02010600030101010101" pitchFamily="2" charset="-122"/>
                <a:cs typeface="+mn-ea"/>
              </a:rPr>
              <a:t>小结</a:t>
            </a:r>
            <a:endParaRPr lang="zh-CN" altLang="en-US" sz="2400" strike="noStrike" noProof="1">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7761" name="文本框 107521"/>
          <p:cNvSpPr txBox="1"/>
          <p:nvPr/>
        </p:nvSpPr>
        <p:spPr>
          <a:xfrm>
            <a:off x="8420100" y="6510338"/>
            <a:ext cx="723900"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buFont typeface="Wingdings" panose="05000000000000000000" pitchFamily="2" charset="2"/>
              <a:buNone/>
            </a:pPr>
            <a:r>
              <a:rPr lang="en-US" altLang="zh-CN" b="0">
                <a:solidFill>
                  <a:schemeClr val="tx2"/>
                </a:solidFill>
                <a:latin typeface="Times New Roman" panose="02020603050405020304" charset="0"/>
                <a:ea typeface="宋体" panose="02010600030101010101" pitchFamily="2" charset="-122"/>
              </a:rPr>
              <a:t>73</a:t>
            </a:r>
            <a:endParaRPr lang="en-US" altLang="zh-CN" b="0">
              <a:solidFill>
                <a:schemeClr val="tx2"/>
              </a:solidFill>
              <a:latin typeface="Times New Roman" panose="02020603050405020304" charset="0"/>
              <a:ea typeface="宋体" panose="02010600030101010101" pitchFamily="2" charset="-122"/>
            </a:endParaRPr>
          </a:p>
        </p:txBody>
      </p:sp>
      <p:sp>
        <p:nvSpPr>
          <p:cNvPr id="107523" name="矩形 107522"/>
          <p:cNvSpPr/>
          <p:nvPr/>
        </p:nvSpPr>
        <p:spPr>
          <a:xfrm>
            <a:off x="533400" y="627063"/>
            <a:ext cx="8262938" cy="3665538"/>
          </a:xfrm>
          <a:prstGeom prst="rect">
            <a:avLst/>
          </a:prstGeom>
          <a:noFill/>
          <a:ln w="9525">
            <a:noFill/>
            <a:miter/>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30000"/>
              </a:lnSpc>
              <a:spcAft>
                <a:spcPct val="20000"/>
              </a:spcAft>
            </a:pPr>
            <a:r>
              <a:rPr lang="zh-CN" altLang="en-US" sz="2400" b="1" strike="noStrike" noProof="1">
                <a:solidFill>
                  <a:srgbClr val="000099"/>
                </a:solidFill>
                <a:latin typeface="Times New Roman" panose="02020603050405020304" charset="0"/>
                <a:ea typeface="宋体" panose="02010600030101010101" pitchFamily="2" charset="-122"/>
                <a:cs typeface="+mn-ea"/>
              </a:rPr>
              <a:t>文件操作与文件备份</a:t>
            </a:r>
            <a:endParaRPr lang="zh-CN" altLang="en-US" sz="2400" b="1" strike="noStrike" noProof="1">
              <a:solidFill>
                <a:srgbClr val="000099"/>
              </a:solidFill>
              <a:latin typeface="Times New Roman" panose="02020603050405020304" charset="0"/>
              <a:ea typeface="宋体" panose="02010600030101010101" pitchFamily="2" charset="-122"/>
            </a:endParaRPr>
          </a:p>
          <a:p>
            <a:pPr marL="914400" lvl="1" indent="-457200" fontAlgn="base">
              <a:lnSpc>
                <a:spcPct val="130000"/>
              </a:lnSpc>
            </a:pPr>
            <a:r>
              <a:rPr lang="zh-CN" altLang="en-US" sz="2400" b="1" strike="noStrike" noProof="1">
                <a:solidFill>
                  <a:schemeClr val="tx1"/>
                </a:solidFill>
                <a:latin typeface="Times New Roman" panose="02020603050405020304" charset="0"/>
                <a:ea typeface="宋体" panose="02010600030101010101" pitchFamily="2" charset="-122"/>
                <a:cs typeface="+mn-cs"/>
              </a:rPr>
              <a:t>文件操作</a:t>
            </a:r>
            <a:endParaRPr lang="zh-CN" altLang="en-US" sz="2400" b="1" strike="noStrike" noProof="1">
              <a:solidFill>
                <a:schemeClr val="tx1"/>
              </a:solidFill>
              <a:latin typeface="Times New Roman" panose="02020603050405020304" charset="0"/>
              <a:ea typeface="宋体" panose="02010600030101010101" pitchFamily="2" charset="-122"/>
            </a:endParaRPr>
          </a:p>
          <a:p>
            <a:pPr marL="1295400" lvl="2" indent="-381000" fontAlgn="base">
              <a:lnSpc>
                <a:spcPct val="130000"/>
              </a:lnSpc>
            </a:pPr>
            <a:r>
              <a:rPr lang="zh-CN" altLang="en-US" sz="2000" strike="noStrike" noProof="1">
                <a:solidFill>
                  <a:schemeClr val="tx1"/>
                </a:solidFill>
                <a:latin typeface="Times New Roman" panose="02020603050405020304" charset="0"/>
                <a:ea typeface="宋体" panose="02010600030101010101" pitchFamily="2" charset="-122"/>
                <a:cs typeface="+mn-cs"/>
              </a:rPr>
              <a:t>常用的文件操作命令</a:t>
            </a:r>
            <a:endParaRPr lang="zh-CN" altLang="en-US" sz="2000" strike="noStrike" noProof="1">
              <a:solidFill>
                <a:schemeClr val="tx1"/>
              </a:solidFill>
              <a:latin typeface="Times New Roman" panose="02020603050405020304" charset="0"/>
              <a:ea typeface="宋体" panose="02010600030101010101" pitchFamily="2" charset="-122"/>
            </a:endParaRPr>
          </a:p>
          <a:p>
            <a:pPr marL="1295400" lvl="2" indent="-381000" fontAlgn="base">
              <a:lnSpc>
                <a:spcPct val="130000"/>
              </a:lnSpc>
            </a:pPr>
            <a:r>
              <a:rPr lang="zh-CN" altLang="en-US" sz="1800" strike="noStrike" noProof="1">
                <a:solidFill>
                  <a:schemeClr val="tx1"/>
                </a:solidFill>
                <a:latin typeface="Times New Roman" panose="02020603050405020304" charset="0"/>
                <a:ea typeface="宋体" panose="02010600030101010101" pitchFamily="2" charset="-122"/>
                <a:cs typeface="+mn-cs"/>
              </a:rPr>
              <a:t>“打开文件”与“关闭文件”  定义、目的</a:t>
            </a:r>
            <a:endParaRPr lang="zh-CN" altLang="en-US" sz="1800" strike="noStrike" noProof="1">
              <a:solidFill>
                <a:schemeClr val="tx1"/>
              </a:solidFill>
              <a:latin typeface="Times New Roman" panose="02020603050405020304" charset="0"/>
              <a:ea typeface="宋体" panose="02010600030101010101" pitchFamily="2" charset="-122"/>
            </a:endParaRPr>
          </a:p>
          <a:p>
            <a:pPr marL="914400" lvl="1" indent="-457200" fontAlgn="base">
              <a:lnSpc>
                <a:spcPct val="130000"/>
              </a:lnSpc>
            </a:pPr>
            <a:r>
              <a:rPr lang="zh-CN" altLang="en-US" sz="2400" b="1" strike="noStrike" noProof="1">
                <a:solidFill>
                  <a:schemeClr val="tx1"/>
                </a:solidFill>
                <a:latin typeface="Times New Roman" panose="02020603050405020304" charset="0"/>
                <a:ea typeface="宋体" panose="02010600030101010101" pitchFamily="2" charset="-122"/>
                <a:cs typeface="+mn-cs"/>
              </a:rPr>
              <a:t>文件备份</a:t>
            </a:r>
            <a:endParaRPr lang="zh-CN" altLang="en-US" sz="2400" b="1" strike="noStrike" noProof="1">
              <a:solidFill>
                <a:schemeClr val="tx1"/>
              </a:solidFill>
              <a:latin typeface="Times New Roman" panose="02020603050405020304" charset="0"/>
              <a:ea typeface="宋体" panose="02010600030101010101" pitchFamily="2" charset="-122"/>
            </a:endParaRPr>
          </a:p>
          <a:p>
            <a:pPr marL="1295400" lvl="2" indent="-381000" fontAlgn="base">
              <a:lnSpc>
                <a:spcPct val="130000"/>
              </a:lnSpc>
            </a:pPr>
            <a:r>
              <a:rPr lang="zh-CN" altLang="en-US" sz="2000" strike="noStrike" noProof="1">
                <a:solidFill>
                  <a:schemeClr val="tx1"/>
                </a:solidFill>
                <a:latin typeface="Times New Roman" panose="02020603050405020304" charset="0"/>
                <a:ea typeface="宋体" panose="02010600030101010101" pitchFamily="2" charset="-122"/>
                <a:cs typeface="+mn-cs"/>
              </a:rPr>
              <a:t>文件备份的必要性</a:t>
            </a:r>
            <a:endParaRPr lang="zh-CN" altLang="en-US" sz="2000" strike="noStrike" noProof="1">
              <a:solidFill>
                <a:schemeClr val="tx1"/>
              </a:solidFill>
              <a:latin typeface="Times New Roman" panose="02020603050405020304" charset="0"/>
              <a:ea typeface="宋体" panose="02010600030101010101" pitchFamily="2" charset="-122"/>
            </a:endParaRPr>
          </a:p>
          <a:p>
            <a:pPr marL="1295400" lvl="2" indent="-381000" fontAlgn="base">
              <a:lnSpc>
                <a:spcPct val="130000"/>
              </a:lnSpc>
            </a:pPr>
            <a:r>
              <a:rPr lang="zh-CN" altLang="en-US" sz="1800" strike="noStrike" noProof="1">
                <a:solidFill>
                  <a:schemeClr val="tx1"/>
                </a:solidFill>
                <a:latin typeface="Times New Roman" panose="02020603050405020304" charset="0"/>
                <a:ea typeface="宋体" panose="02010600030101010101" pitchFamily="2" charset="-122"/>
                <a:cs typeface="+mn-cs"/>
              </a:rPr>
              <a:t>常用的两种文件备份方法：周期性备份、增量转储</a:t>
            </a:r>
            <a:endParaRPr lang="zh-CN" altLang="en-US" sz="1800" strike="noStrike" noProof="1">
              <a:solidFill>
                <a:schemeClr val="tx1"/>
              </a:solidFill>
              <a:latin typeface="Times New Roman" panose="02020603050405020304" charset="0"/>
              <a:ea typeface="宋体" panose="02010600030101010101" pitchFamily="2" charset="-122"/>
            </a:endParaRPr>
          </a:p>
        </p:txBody>
      </p:sp>
      <p:sp>
        <p:nvSpPr>
          <p:cNvPr id="107524" name="矩形 107523"/>
          <p:cNvSpPr/>
          <p:nvPr/>
        </p:nvSpPr>
        <p:spPr>
          <a:xfrm>
            <a:off x="381000" y="4286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Arial" panose="02080604020202020204" pitchFamily="34" charset="0"/>
                <a:ea typeface="宋体" panose="02010600030101010101" pitchFamily="2" charset="-122"/>
                <a:cs typeface="+mn-ea"/>
              </a:rPr>
              <a:t>文件系统</a:t>
            </a:r>
            <a:r>
              <a:rPr lang="en-US" altLang="zh-CN" sz="2400" strike="noStrike" noProof="1">
                <a:latin typeface="Arial" panose="02080604020202020204" pitchFamily="34" charset="0"/>
                <a:ea typeface="宋体" panose="02010600030101010101" pitchFamily="2" charset="-122"/>
                <a:cs typeface="+mn-ea"/>
              </a:rPr>
              <a:t>——</a:t>
            </a:r>
            <a:r>
              <a:rPr lang="zh-CN" altLang="en-US" sz="2400" strike="noStrike" noProof="1">
                <a:latin typeface="Arial" panose="02080604020202020204" pitchFamily="34" charset="0"/>
                <a:ea typeface="宋体" panose="02010600030101010101" pitchFamily="2" charset="-122"/>
                <a:cs typeface="+mn-ea"/>
              </a:rPr>
              <a:t>小结</a:t>
            </a:r>
            <a:endParaRPr lang="zh-CN" altLang="en-US" sz="2400" strike="noStrike" noProof="1">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8785" name="文本框 108545"/>
          <p:cNvSpPr txBox="1"/>
          <p:nvPr/>
        </p:nvSpPr>
        <p:spPr>
          <a:xfrm>
            <a:off x="8420100" y="6510338"/>
            <a:ext cx="723900"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buFont typeface="Wingdings" panose="05000000000000000000" pitchFamily="2" charset="2"/>
              <a:buNone/>
            </a:pPr>
            <a:r>
              <a:rPr lang="en-US" altLang="zh-CN" b="0">
                <a:solidFill>
                  <a:schemeClr val="tx2"/>
                </a:solidFill>
                <a:latin typeface="Times New Roman" panose="02020603050405020304" charset="0"/>
                <a:ea typeface="宋体" panose="02010600030101010101" pitchFamily="2" charset="-122"/>
              </a:rPr>
              <a:t>74</a:t>
            </a:r>
            <a:endParaRPr lang="en-US" altLang="zh-CN" b="0">
              <a:solidFill>
                <a:schemeClr val="tx2"/>
              </a:solidFill>
              <a:latin typeface="Times New Roman" panose="02020603050405020304" charset="0"/>
              <a:ea typeface="宋体" panose="02010600030101010101" pitchFamily="2" charset="-122"/>
            </a:endParaRPr>
          </a:p>
        </p:txBody>
      </p:sp>
      <p:sp>
        <p:nvSpPr>
          <p:cNvPr id="108547" name="矩形 108546"/>
          <p:cNvSpPr/>
          <p:nvPr/>
        </p:nvSpPr>
        <p:spPr>
          <a:xfrm>
            <a:off x="533400" y="627063"/>
            <a:ext cx="8262938" cy="3275013"/>
          </a:xfrm>
          <a:prstGeom prst="rect">
            <a:avLst/>
          </a:prstGeom>
          <a:noFill/>
          <a:ln w="9525">
            <a:noFill/>
            <a:miter/>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30000"/>
              </a:lnSpc>
              <a:spcAft>
                <a:spcPct val="20000"/>
              </a:spcAft>
            </a:pPr>
            <a:r>
              <a:rPr lang="en-US" altLang="zh-CN" sz="2400" b="1" strike="noStrike" noProof="1">
                <a:solidFill>
                  <a:srgbClr val="000099"/>
                </a:solidFill>
                <a:latin typeface="Times New Roman" panose="02020603050405020304" charset="0"/>
                <a:ea typeface="宋体" panose="02010600030101010101" pitchFamily="2" charset="-122"/>
                <a:cs typeface="+mn-ea"/>
              </a:rPr>
              <a:t>UNIX</a:t>
            </a:r>
            <a:r>
              <a:rPr lang="zh-CN" altLang="en-US" sz="2400" b="1" strike="noStrike" noProof="1">
                <a:solidFill>
                  <a:srgbClr val="000099"/>
                </a:solidFill>
                <a:latin typeface="Times New Roman" panose="02020603050405020304" charset="0"/>
                <a:ea typeface="宋体" panose="02010600030101010101" pitchFamily="2" charset="-122"/>
                <a:cs typeface="+mn-ea"/>
              </a:rPr>
              <a:t>文件系统的主要结构及实现</a:t>
            </a:r>
            <a:endParaRPr lang="zh-CN" altLang="en-US" sz="2400" b="1" strike="noStrike" noProof="1">
              <a:solidFill>
                <a:srgbClr val="000099"/>
              </a:solidFill>
              <a:latin typeface="Times New Roman" panose="02020603050405020304" charset="0"/>
              <a:ea typeface="宋体" panose="02010600030101010101" pitchFamily="2" charset="-122"/>
            </a:endParaRPr>
          </a:p>
          <a:p>
            <a:pPr marL="914400" lvl="1" indent="-457200" fontAlgn="base">
              <a:lnSpc>
                <a:spcPct val="130000"/>
              </a:lnSpc>
            </a:pPr>
            <a:r>
              <a:rPr lang="en-US" altLang="zh-CN" sz="2400" b="1" strike="noStrike" noProof="1">
                <a:solidFill>
                  <a:schemeClr val="tx1"/>
                </a:solidFill>
                <a:latin typeface="Times New Roman" panose="02020603050405020304" charset="0"/>
                <a:ea typeface="宋体" panose="02010600030101010101" pitchFamily="2" charset="-122"/>
                <a:cs typeface="+mn-cs"/>
              </a:rPr>
              <a:t>UNIX</a:t>
            </a:r>
            <a:r>
              <a:rPr lang="zh-CN" altLang="en-US" sz="2400" b="1" strike="noStrike" noProof="1">
                <a:solidFill>
                  <a:schemeClr val="tx1"/>
                </a:solidFill>
                <a:latin typeface="Times New Roman" panose="02020603050405020304" charset="0"/>
                <a:ea typeface="宋体" panose="02010600030101010101" pitchFamily="2" charset="-122"/>
                <a:cs typeface="+mn-cs"/>
              </a:rPr>
              <a:t>文件系统的特点</a:t>
            </a:r>
            <a:endParaRPr lang="zh-CN" altLang="en-US" sz="2400" b="1" strike="noStrike" noProof="1">
              <a:solidFill>
                <a:schemeClr val="tx1"/>
              </a:solidFill>
              <a:latin typeface="Times New Roman" panose="02020603050405020304" charset="0"/>
              <a:ea typeface="宋体" panose="02010600030101010101" pitchFamily="2" charset="-122"/>
            </a:endParaRPr>
          </a:p>
          <a:p>
            <a:pPr marL="914400" lvl="1" indent="-457200" fontAlgn="base">
              <a:lnSpc>
                <a:spcPct val="130000"/>
              </a:lnSpc>
            </a:pPr>
            <a:r>
              <a:rPr lang="en-US" altLang="zh-CN" sz="2400" b="1" strike="noStrike" noProof="1">
                <a:solidFill>
                  <a:schemeClr val="tx1"/>
                </a:solidFill>
                <a:latin typeface="Times New Roman" panose="02020603050405020304" charset="0"/>
                <a:ea typeface="宋体" panose="02010600030101010101" pitchFamily="2" charset="-122"/>
                <a:cs typeface="+mn-cs"/>
              </a:rPr>
              <a:t>UNIX</a:t>
            </a:r>
            <a:r>
              <a:rPr lang="zh-CN" altLang="en-US" sz="2400" b="1" strike="noStrike" noProof="1">
                <a:solidFill>
                  <a:schemeClr val="tx1"/>
                </a:solidFill>
                <a:latin typeface="Times New Roman" panose="02020603050405020304" charset="0"/>
                <a:ea typeface="宋体" panose="02010600030101010101" pitchFamily="2" charset="-122"/>
                <a:cs typeface="+mn-cs"/>
              </a:rPr>
              <a:t>系统的索引文件结构</a:t>
            </a:r>
            <a:endParaRPr lang="zh-CN" altLang="en-US" sz="2400" b="1" strike="noStrike" noProof="1">
              <a:solidFill>
                <a:schemeClr val="tx1"/>
              </a:solidFill>
              <a:latin typeface="Times New Roman" panose="02020603050405020304" charset="0"/>
              <a:ea typeface="宋体" panose="02010600030101010101" pitchFamily="2" charset="-122"/>
            </a:endParaRPr>
          </a:p>
          <a:p>
            <a:pPr marL="1295400" lvl="2" indent="-381000" fontAlgn="base">
              <a:lnSpc>
                <a:spcPct val="130000"/>
              </a:lnSpc>
            </a:pPr>
            <a:r>
              <a:rPr lang="zh-CN" altLang="en-US" sz="2000" strike="noStrike" noProof="1">
                <a:solidFill>
                  <a:schemeClr val="tx1"/>
                </a:solidFill>
                <a:latin typeface="Times New Roman" panose="02020603050405020304" charset="0"/>
                <a:ea typeface="宋体" panose="02010600030101010101" pitchFamily="2" charset="-122"/>
                <a:cs typeface="+mn-cs"/>
              </a:rPr>
              <a:t>文件目录项组成</a:t>
            </a:r>
            <a:endParaRPr lang="zh-CN" altLang="en-US" sz="2000" strike="noStrike" noProof="1">
              <a:solidFill>
                <a:schemeClr val="tx1"/>
              </a:solidFill>
              <a:latin typeface="Times New Roman" panose="02020603050405020304" charset="0"/>
              <a:ea typeface="宋体" panose="02010600030101010101" pitchFamily="2" charset="-122"/>
            </a:endParaRPr>
          </a:p>
          <a:p>
            <a:pPr marL="1295400" lvl="2" indent="-381000" fontAlgn="base">
              <a:lnSpc>
                <a:spcPct val="130000"/>
              </a:lnSpc>
            </a:pPr>
            <a:r>
              <a:rPr lang="zh-CN" altLang="en-US" sz="2000" strike="noStrike" noProof="1">
                <a:solidFill>
                  <a:schemeClr val="tx1"/>
                </a:solidFill>
                <a:latin typeface="Times New Roman" panose="02020603050405020304" charset="0"/>
                <a:ea typeface="宋体" panose="02010600030101010101" pitchFamily="2" charset="-122"/>
                <a:cs typeface="+mn-cs"/>
              </a:rPr>
              <a:t>文件索引节点</a:t>
            </a:r>
            <a:r>
              <a:rPr lang="en-US" altLang="zh-CN" sz="2000" strike="noStrike" noProof="1">
                <a:solidFill>
                  <a:schemeClr val="tx1"/>
                </a:solidFill>
                <a:latin typeface="Times New Roman" panose="02020603050405020304" charset="0"/>
                <a:ea typeface="宋体" panose="02010600030101010101" pitchFamily="2" charset="-122"/>
                <a:cs typeface="+mn-cs"/>
              </a:rPr>
              <a:t>(</a:t>
            </a:r>
            <a:r>
              <a:rPr lang="zh-CN" altLang="en-US" sz="2000" strike="noStrike" noProof="1">
                <a:solidFill>
                  <a:schemeClr val="tx1"/>
                </a:solidFill>
                <a:latin typeface="Times New Roman" panose="02020603050405020304" charset="0"/>
                <a:ea typeface="宋体" panose="02010600030101010101" pitchFamily="2" charset="-122"/>
                <a:cs typeface="+mn-cs"/>
              </a:rPr>
              <a:t>磁盘索引节点</a:t>
            </a:r>
            <a:r>
              <a:rPr lang="en-US" altLang="zh-CN" sz="2000" strike="noStrike" noProof="1">
                <a:solidFill>
                  <a:schemeClr val="tx1"/>
                </a:solidFill>
                <a:latin typeface="Times New Roman" panose="02020603050405020304" charset="0"/>
                <a:ea typeface="宋体" panose="02010600030101010101" pitchFamily="2" charset="-122"/>
                <a:cs typeface="+mn-cs"/>
              </a:rPr>
              <a:t>)</a:t>
            </a:r>
            <a:r>
              <a:rPr lang="zh-CN" altLang="en-US" sz="2000" strike="noStrike" noProof="1">
                <a:solidFill>
                  <a:schemeClr val="tx1"/>
                </a:solidFill>
                <a:latin typeface="Times New Roman" panose="02020603050405020304" charset="0"/>
                <a:ea typeface="宋体" panose="02010600030101010101" pitchFamily="2" charset="-122"/>
                <a:cs typeface="+mn-cs"/>
              </a:rPr>
              <a:t>的结构</a:t>
            </a:r>
            <a:endParaRPr lang="zh-CN" altLang="en-US" sz="2000" strike="noStrike" noProof="1">
              <a:solidFill>
                <a:schemeClr val="tx1"/>
              </a:solidFill>
              <a:latin typeface="Times New Roman" panose="02020603050405020304" charset="0"/>
              <a:ea typeface="宋体" panose="02010600030101010101" pitchFamily="2" charset="-122"/>
            </a:endParaRPr>
          </a:p>
          <a:p>
            <a:pPr marL="1295400" lvl="2" indent="-381000" fontAlgn="base">
              <a:lnSpc>
                <a:spcPct val="130000"/>
              </a:lnSpc>
            </a:pPr>
            <a:r>
              <a:rPr lang="en-US" altLang="zh-CN" sz="2000" strike="noStrike" noProof="1">
                <a:solidFill>
                  <a:schemeClr val="tx1"/>
                </a:solidFill>
                <a:latin typeface="Times New Roman" panose="02020603050405020304" charset="0"/>
                <a:ea typeface="宋体" panose="02010600030101010101" pitchFamily="2" charset="-122"/>
                <a:cs typeface="+mn-cs"/>
              </a:rPr>
              <a:t>UNIX 7 </a:t>
            </a:r>
            <a:r>
              <a:rPr lang="zh-CN" altLang="en-US" sz="2000" strike="noStrike" noProof="1">
                <a:solidFill>
                  <a:schemeClr val="tx1"/>
                </a:solidFill>
                <a:latin typeface="Times New Roman" panose="02020603050405020304" charset="0"/>
                <a:ea typeface="宋体" panose="02010600030101010101" pitchFamily="2" charset="-122"/>
                <a:cs typeface="+mn-cs"/>
              </a:rPr>
              <a:t>版本文件索引结构</a:t>
            </a:r>
            <a:endParaRPr lang="zh-CN" altLang="en-US" sz="2000" strike="noStrike" noProof="1">
              <a:solidFill>
                <a:schemeClr val="tx1"/>
              </a:solidFill>
              <a:latin typeface="Times New Roman" panose="02020603050405020304" charset="0"/>
              <a:ea typeface="宋体" panose="02010600030101010101" pitchFamily="2" charset="-122"/>
            </a:endParaRPr>
          </a:p>
        </p:txBody>
      </p:sp>
      <p:sp>
        <p:nvSpPr>
          <p:cNvPr id="108548" name="矩形 108547"/>
          <p:cNvSpPr/>
          <p:nvPr/>
        </p:nvSpPr>
        <p:spPr>
          <a:xfrm>
            <a:off x="381000" y="4286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Arial" panose="02080604020202020204" pitchFamily="34" charset="0"/>
                <a:ea typeface="宋体" panose="02010600030101010101" pitchFamily="2" charset="-122"/>
                <a:cs typeface="+mn-ea"/>
              </a:rPr>
              <a:t>文件系统</a:t>
            </a:r>
            <a:r>
              <a:rPr lang="en-US" altLang="zh-CN" sz="2400" strike="noStrike" noProof="1">
                <a:latin typeface="Arial" panose="02080604020202020204" pitchFamily="34" charset="0"/>
                <a:ea typeface="宋体" panose="02010600030101010101" pitchFamily="2" charset="-122"/>
                <a:cs typeface="+mn-ea"/>
              </a:rPr>
              <a:t>——</a:t>
            </a:r>
            <a:r>
              <a:rPr lang="zh-CN" altLang="en-US" sz="2400" strike="noStrike" noProof="1">
                <a:latin typeface="Arial" panose="02080604020202020204" pitchFamily="34" charset="0"/>
                <a:ea typeface="宋体" panose="02010600030101010101" pitchFamily="2" charset="-122"/>
                <a:cs typeface="+mn-ea"/>
              </a:rPr>
              <a:t>小结</a:t>
            </a:r>
            <a:endParaRPr lang="zh-CN" altLang="en-US" sz="2400" strike="noStrike" noProof="1">
              <a:ea typeface="宋体" panose="02010600030101010101" pitchFamily="2" charset="-122"/>
            </a:endParaRPr>
          </a:p>
        </p:txBody>
      </p:sp>
      <p:sp>
        <p:nvSpPr>
          <p:cNvPr id="108549" name="矩形 108548"/>
          <p:cNvSpPr/>
          <p:nvPr/>
        </p:nvSpPr>
        <p:spPr>
          <a:xfrm>
            <a:off x="1225550" y="3851275"/>
            <a:ext cx="7205663" cy="977900"/>
          </a:xfrm>
          <a:prstGeom prst="rect">
            <a:avLst/>
          </a:prstGeom>
          <a:noFill/>
          <a:ln w="9525">
            <a:noFill/>
            <a:miter/>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914400" lvl="1" indent="-457200" fontAlgn="base">
              <a:lnSpc>
                <a:spcPct val="130000"/>
              </a:lnSpc>
              <a:buNone/>
            </a:pPr>
            <a:r>
              <a:rPr lang="zh-CN" altLang="en-US" sz="2000" strike="noStrike" noProof="1">
                <a:solidFill>
                  <a:schemeClr val="tx1"/>
                </a:solidFill>
                <a:latin typeface="Times New Roman" panose="02020603050405020304" charset="0"/>
                <a:ea typeface="宋体" panose="02010600030101010101" pitchFamily="2" charset="-122"/>
                <a:cs typeface="+mn-cs"/>
              </a:rPr>
              <a:t>小型文件结构、大型文件结构、巨型文件结构</a:t>
            </a:r>
            <a:endParaRPr lang="zh-CN" altLang="en-US" sz="2000" strike="noStrike" noProof="1">
              <a:solidFill>
                <a:schemeClr val="tx1"/>
              </a:solidFill>
              <a:latin typeface="Times New Roman" panose="02020603050405020304" charset="0"/>
              <a:ea typeface="宋体" panose="02010600030101010101" pitchFamily="2" charset="-122"/>
            </a:endParaRPr>
          </a:p>
          <a:p>
            <a:pPr marL="914400" lvl="1" indent="-457200" fontAlgn="base">
              <a:lnSpc>
                <a:spcPct val="130000"/>
              </a:lnSpc>
              <a:buNone/>
            </a:pPr>
            <a:r>
              <a:rPr lang="zh-CN" altLang="en-US" sz="2000" strike="noStrike" noProof="1">
                <a:solidFill>
                  <a:schemeClr val="tx1"/>
                </a:solidFill>
                <a:latin typeface="Times New Roman" panose="02020603050405020304" charset="0"/>
                <a:ea typeface="宋体" panose="02010600030101010101" pitchFamily="2" charset="-122"/>
                <a:cs typeface="+mn-cs"/>
              </a:rPr>
              <a:t>在此三种结构下，系统能支持的文件最大的字节数的计算</a:t>
            </a:r>
            <a:endParaRPr lang="zh-CN" altLang="en-US" sz="2000" strike="noStrike" noProof="1">
              <a:solidFill>
                <a:schemeClr val="tx1"/>
              </a:solidFill>
              <a:latin typeface="Times New Roman" panose="02020603050405020304" charset="0"/>
              <a:ea typeface="宋体" panose="02010600030101010101" pitchFamily="2" charset="-122"/>
            </a:endParaRPr>
          </a:p>
        </p:txBody>
      </p:sp>
      <p:sp>
        <p:nvSpPr>
          <p:cNvPr id="108550" name="矩形 108549"/>
          <p:cNvSpPr/>
          <p:nvPr/>
        </p:nvSpPr>
        <p:spPr>
          <a:xfrm>
            <a:off x="519113" y="4835525"/>
            <a:ext cx="7785100" cy="488950"/>
          </a:xfrm>
          <a:prstGeom prst="rect">
            <a:avLst/>
          </a:prstGeom>
          <a:noFill/>
          <a:ln w="9525">
            <a:noFill/>
            <a:miter/>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1295400" lvl="2" indent="-381000" fontAlgn="base">
              <a:lnSpc>
                <a:spcPct val="130000"/>
              </a:lnSpc>
            </a:pPr>
            <a:r>
              <a:rPr lang="en-US" altLang="zh-CN" sz="2000" strike="noStrike" noProof="1">
                <a:solidFill>
                  <a:schemeClr val="tx1"/>
                </a:solidFill>
                <a:latin typeface="Times New Roman" panose="02020603050405020304" charset="0"/>
                <a:ea typeface="宋体" panose="02010600030101010101" pitchFamily="2" charset="-122"/>
                <a:cs typeface="+mn-cs"/>
              </a:rPr>
              <a:t>UNIX system V</a:t>
            </a:r>
            <a:r>
              <a:rPr lang="zh-CN" altLang="en-US" sz="2000" strike="noStrike" noProof="1">
                <a:solidFill>
                  <a:schemeClr val="tx1"/>
                </a:solidFill>
                <a:latin typeface="Times New Roman" panose="02020603050405020304" charset="0"/>
                <a:ea typeface="宋体" panose="02010600030101010101" pitchFamily="2" charset="-122"/>
                <a:cs typeface="+mn-cs"/>
              </a:rPr>
              <a:t>的文件索引结构</a:t>
            </a:r>
            <a:endParaRPr lang="zh-CN" altLang="en-US" sz="2000" strike="noStrike" noProof="1">
              <a:solidFill>
                <a:schemeClr val="tx1"/>
              </a:solidFill>
              <a:latin typeface="Times New Roman" panose="02020603050405020304"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9809" name="文本框 109569"/>
          <p:cNvSpPr txBox="1"/>
          <p:nvPr/>
        </p:nvSpPr>
        <p:spPr>
          <a:xfrm>
            <a:off x="8420100" y="6510338"/>
            <a:ext cx="723900"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buFont typeface="Wingdings" panose="05000000000000000000" pitchFamily="2" charset="2"/>
              <a:buNone/>
            </a:pPr>
            <a:r>
              <a:rPr lang="en-US" altLang="zh-CN" b="0">
                <a:solidFill>
                  <a:schemeClr val="tx2"/>
                </a:solidFill>
                <a:latin typeface="Times New Roman" panose="02020603050405020304" charset="0"/>
                <a:ea typeface="宋体" panose="02010600030101010101" pitchFamily="2" charset="-122"/>
              </a:rPr>
              <a:t>75</a:t>
            </a:r>
            <a:endParaRPr lang="en-US" altLang="zh-CN" b="0">
              <a:solidFill>
                <a:schemeClr val="tx2"/>
              </a:solidFill>
              <a:latin typeface="Times New Roman" panose="02020603050405020304" charset="0"/>
              <a:ea typeface="宋体" panose="02010600030101010101" pitchFamily="2" charset="-122"/>
            </a:endParaRPr>
          </a:p>
        </p:txBody>
      </p:sp>
      <p:sp>
        <p:nvSpPr>
          <p:cNvPr id="109571" name="矩形 109570"/>
          <p:cNvSpPr/>
          <p:nvPr/>
        </p:nvSpPr>
        <p:spPr>
          <a:xfrm>
            <a:off x="533400" y="627063"/>
            <a:ext cx="8262938" cy="1055688"/>
          </a:xfrm>
          <a:prstGeom prst="rect">
            <a:avLst/>
          </a:prstGeom>
          <a:noFill/>
          <a:ln w="9525">
            <a:noFill/>
            <a:miter/>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914400" lvl="1" indent="-457200" fontAlgn="base">
              <a:lnSpc>
                <a:spcPct val="130000"/>
              </a:lnSpc>
            </a:pPr>
            <a:r>
              <a:rPr lang="en-US" altLang="zh-CN" sz="2400" b="1" strike="noStrike" noProof="1">
                <a:solidFill>
                  <a:schemeClr val="tx1"/>
                </a:solidFill>
                <a:latin typeface="Times New Roman" panose="02020603050405020304" charset="0"/>
                <a:ea typeface="宋体" panose="02010600030101010101" pitchFamily="2" charset="-122"/>
                <a:cs typeface="+mn-cs"/>
              </a:rPr>
              <a:t>UNIX</a:t>
            </a:r>
            <a:r>
              <a:rPr lang="zh-CN" altLang="en-US" sz="2400" b="1" strike="noStrike" noProof="1">
                <a:solidFill>
                  <a:schemeClr val="tx1"/>
                </a:solidFill>
                <a:latin typeface="Times New Roman" panose="02020603050405020304" charset="0"/>
                <a:ea typeface="宋体" panose="02010600030101010101" pitchFamily="2" charset="-122"/>
                <a:cs typeface="+mn-cs"/>
              </a:rPr>
              <a:t>系统文件目录结构</a:t>
            </a:r>
            <a:endParaRPr lang="zh-CN" altLang="en-US" sz="2400" b="1" strike="noStrike" noProof="1">
              <a:solidFill>
                <a:schemeClr val="tx1"/>
              </a:solidFill>
              <a:latin typeface="Times New Roman" panose="02020603050405020304" charset="0"/>
              <a:ea typeface="宋体" panose="02010600030101010101" pitchFamily="2" charset="-122"/>
            </a:endParaRPr>
          </a:p>
          <a:p>
            <a:pPr marL="1295400" lvl="2" indent="-381000" fontAlgn="base">
              <a:lnSpc>
                <a:spcPct val="130000"/>
              </a:lnSpc>
            </a:pPr>
            <a:r>
              <a:rPr lang="en-US" altLang="zh-CN" sz="2000" strike="noStrike" noProof="1">
                <a:solidFill>
                  <a:schemeClr val="tx1"/>
                </a:solidFill>
                <a:latin typeface="Times New Roman" panose="02020603050405020304" charset="0"/>
                <a:ea typeface="宋体" panose="02010600030101010101" pitchFamily="2" charset="-122"/>
                <a:cs typeface="+mn-cs"/>
              </a:rPr>
              <a:t>UNIX</a:t>
            </a:r>
            <a:r>
              <a:rPr lang="zh-CN" altLang="en-US" sz="2000" strike="noStrike" noProof="1">
                <a:solidFill>
                  <a:schemeClr val="tx1"/>
                </a:solidFill>
                <a:latin typeface="Times New Roman" panose="02020603050405020304" charset="0"/>
                <a:ea typeface="宋体" panose="02010600030101010101" pitchFamily="2" charset="-122"/>
                <a:cs typeface="+mn-cs"/>
              </a:rPr>
              <a:t>树型目录结构</a:t>
            </a:r>
            <a:endParaRPr lang="zh-CN" altLang="en-US" sz="2000" strike="noStrike" noProof="1">
              <a:solidFill>
                <a:schemeClr val="tx1"/>
              </a:solidFill>
              <a:latin typeface="Times New Roman" panose="02020603050405020304" charset="0"/>
              <a:ea typeface="宋体" panose="02010600030101010101" pitchFamily="2" charset="-122"/>
            </a:endParaRPr>
          </a:p>
        </p:txBody>
      </p:sp>
      <p:sp>
        <p:nvSpPr>
          <p:cNvPr id="109572" name="矩形 109571"/>
          <p:cNvSpPr/>
          <p:nvPr/>
        </p:nvSpPr>
        <p:spPr>
          <a:xfrm>
            <a:off x="381000" y="4286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Arial" panose="02080604020202020204" pitchFamily="34" charset="0"/>
                <a:ea typeface="宋体" panose="02010600030101010101" pitchFamily="2" charset="-122"/>
                <a:cs typeface="+mn-ea"/>
              </a:rPr>
              <a:t>文件系统</a:t>
            </a:r>
            <a:r>
              <a:rPr lang="en-US" altLang="zh-CN" sz="2400" strike="noStrike" noProof="1">
                <a:latin typeface="Arial" panose="02080604020202020204" pitchFamily="34" charset="0"/>
                <a:ea typeface="宋体" panose="02010600030101010101" pitchFamily="2" charset="-122"/>
                <a:cs typeface="+mn-ea"/>
              </a:rPr>
              <a:t>——</a:t>
            </a:r>
            <a:r>
              <a:rPr lang="zh-CN" altLang="en-US" sz="2400" strike="noStrike" noProof="1">
                <a:latin typeface="Arial" panose="02080604020202020204" pitchFamily="34" charset="0"/>
                <a:ea typeface="宋体" panose="02010600030101010101" pitchFamily="2" charset="-122"/>
                <a:cs typeface="+mn-ea"/>
              </a:rPr>
              <a:t>小结</a:t>
            </a:r>
            <a:endParaRPr lang="zh-CN" altLang="en-US" sz="2400" strike="noStrike" noProof="1">
              <a:ea typeface="宋体" panose="02010600030101010101" pitchFamily="2" charset="-122"/>
            </a:endParaRPr>
          </a:p>
        </p:txBody>
      </p:sp>
      <p:sp>
        <p:nvSpPr>
          <p:cNvPr id="109573" name="矩形 109572"/>
          <p:cNvSpPr/>
          <p:nvPr/>
        </p:nvSpPr>
        <p:spPr>
          <a:xfrm>
            <a:off x="1227138" y="1646238"/>
            <a:ext cx="7205663" cy="977900"/>
          </a:xfrm>
          <a:prstGeom prst="rect">
            <a:avLst/>
          </a:prstGeom>
          <a:noFill/>
          <a:ln w="9525">
            <a:noFill/>
            <a:miter/>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914400" lvl="1" indent="-457200" fontAlgn="base">
              <a:lnSpc>
                <a:spcPct val="130000"/>
              </a:lnSpc>
              <a:buNone/>
            </a:pPr>
            <a:r>
              <a:rPr lang="zh-CN" altLang="en-US" sz="2000" strike="noStrike" noProof="1">
                <a:solidFill>
                  <a:schemeClr val="tx1"/>
                </a:solidFill>
                <a:latin typeface="Times New Roman" panose="02020603050405020304" charset="0"/>
                <a:ea typeface="宋体" panose="02010600030101010101" pitchFamily="2" charset="-122"/>
                <a:cs typeface="+mn-cs"/>
              </a:rPr>
              <a:t>便于随机存取的文件目录结构</a:t>
            </a:r>
            <a:endParaRPr lang="zh-CN" altLang="en-US" sz="2000" strike="noStrike" noProof="1">
              <a:solidFill>
                <a:schemeClr val="tx1"/>
              </a:solidFill>
              <a:latin typeface="Times New Roman" panose="02020603050405020304" charset="0"/>
              <a:ea typeface="宋体" panose="02010600030101010101" pitchFamily="2" charset="-122"/>
            </a:endParaRPr>
          </a:p>
          <a:p>
            <a:pPr marL="914400" lvl="1" indent="-457200" fontAlgn="base">
              <a:lnSpc>
                <a:spcPct val="130000"/>
              </a:lnSpc>
              <a:buNone/>
            </a:pPr>
            <a:r>
              <a:rPr lang="zh-CN" altLang="en-US" sz="2000" strike="noStrike" noProof="1">
                <a:solidFill>
                  <a:schemeClr val="tx1"/>
                </a:solidFill>
                <a:latin typeface="Times New Roman" panose="02020603050405020304" charset="0"/>
                <a:ea typeface="宋体" panose="02010600030101010101" pitchFamily="2" charset="-122"/>
                <a:cs typeface="+mn-cs"/>
              </a:rPr>
              <a:t>目录结构中的勾链，支持不同文件路径名共享一个文件</a:t>
            </a:r>
            <a:endParaRPr lang="zh-CN" altLang="en-US" sz="2000" strike="noStrike" noProof="1">
              <a:solidFill>
                <a:schemeClr val="tx1"/>
              </a:solidFill>
              <a:latin typeface="Times New Roman" panose="02020603050405020304" charset="0"/>
              <a:ea typeface="宋体" panose="02010600030101010101" pitchFamily="2" charset="-122"/>
            </a:endParaRPr>
          </a:p>
        </p:txBody>
      </p:sp>
      <p:sp>
        <p:nvSpPr>
          <p:cNvPr id="109574" name="矩形 109573"/>
          <p:cNvSpPr/>
          <p:nvPr/>
        </p:nvSpPr>
        <p:spPr>
          <a:xfrm>
            <a:off x="1228725" y="4462463"/>
            <a:ext cx="7205663" cy="977900"/>
          </a:xfrm>
          <a:prstGeom prst="rect">
            <a:avLst/>
          </a:prstGeom>
          <a:noFill/>
          <a:ln w="9525">
            <a:noFill/>
            <a:miter/>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914400" lvl="1" indent="-457200" fontAlgn="base">
              <a:lnSpc>
                <a:spcPct val="130000"/>
              </a:lnSpc>
              <a:buNone/>
            </a:pPr>
            <a:endParaRPr lang="en-US" altLang="zh-CN" sz="2000" strike="noStrike" noProof="1">
              <a:solidFill>
                <a:schemeClr val="tx1"/>
              </a:solidFill>
              <a:latin typeface="Times New Roman" panose="02020603050405020304" charset="0"/>
              <a:ea typeface="宋体" panose="02010600030101010101" pitchFamily="2" charset="-122"/>
            </a:endParaRPr>
          </a:p>
          <a:p>
            <a:pPr marL="914400" lvl="1" indent="-457200" fontAlgn="base">
              <a:lnSpc>
                <a:spcPct val="130000"/>
              </a:lnSpc>
              <a:buNone/>
            </a:pPr>
            <a:endParaRPr lang="en-US" altLang="zh-CN" sz="2000" strike="noStrike" noProof="1">
              <a:solidFill>
                <a:schemeClr val="tx1"/>
              </a:solidFill>
              <a:latin typeface="Times New Roman" panose="02020603050405020304" charset="0"/>
              <a:ea typeface="宋体" panose="02010600030101010101" pitchFamily="2" charset="-122"/>
            </a:endParaRPr>
          </a:p>
        </p:txBody>
      </p:sp>
      <p:sp>
        <p:nvSpPr>
          <p:cNvPr id="109575" name="矩形 109574"/>
          <p:cNvSpPr/>
          <p:nvPr/>
        </p:nvSpPr>
        <p:spPr>
          <a:xfrm>
            <a:off x="534988" y="2571750"/>
            <a:ext cx="8262938" cy="2033588"/>
          </a:xfrm>
          <a:prstGeom prst="rect">
            <a:avLst/>
          </a:prstGeom>
          <a:noFill/>
          <a:ln w="9525">
            <a:noFill/>
            <a:miter/>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914400" lvl="1" indent="-457200" fontAlgn="base">
              <a:lnSpc>
                <a:spcPct val="130000"/>
              </a:lnSpc>
            </a:pPr>
            <a:r>
              <a:rPr lang="en-US" altLang="zh-CN" sz="2400" b="1" strike="noStrike" noProof="1">
                <a:solidFill>
                  <a:schemeClr val="tx1"/>
                </a:solidFill>
                <a:latin typeface="Times New Roman" panose="02020603050405020304" charset="0"/>
                <a:ea typeface="宋体" panose="02010600030101010101" pitchFamily="2" charset="-122"/>
                <a:cs typeface="+mn-cs"/>
              </a:rPr>
              <a:t>UNIX</a:t>
            </a:r>
            <a:r>
              <a:rPr lang="zh-CN" altLang="en-US" sz="2400" b="1" strike="noStrike" noProof="1">
                <a:solidFill>
                  <a:schemeClr val="tx1"/>
                </a:solidFill>
                <a:latin typeface="Times New Roman" panose="02020603050405020304" charset="0"/>
                <a:ea typeface="宋体" panose="02010600030101010101" pitchFamily="2" charset="-122"/>
                <a:cs typeface="+mn-cs"/>
              </a:rPr>
              <a:t>系统的打开文件结构</a:t>
            </a:r>
            <a:endParaRPr lang="zh-CN" altLang="en-US" sz="2400" b="1" strike="noStrike" noProof="1">
              <a:solidFill>
                <a:schemeClr val="tx1"/>
              </a:solidFill>
              <a:latin typeface="Times New Roman" panose="02020603050405020304" charset="0"/>
              <a:ea typeface="宋体" panose="02010600030101010101" pitchFamily="2" charset="-122"/>
            </a:endParaRPr>
          </a:p>
          <a:p>
            <a:pPr marL="1295400" lvl="2" indent="-381000" fontAlgn="base">
              <a:lnSpc>
                <a:spcPct val="130000"/>
              </a:lnSpc>
            </a:pPr>
            <a:r>
              <a:rPr lang="zh-CN" altLang="en-US" sz="2000" strike="noStrike" noProof="1">
                <a:solidFill>
                  <a:schemeClr val="tx1"/>
                </a:solidFill>
                <a:latin typeface="Times New Roman" panose="02020603050405020304" charset="0"/>
                <a:ea typeface="宋体" panose="02010600030101010101" pitchFamily="2" charset="-122"/>
                <a:cs typeface="+mn-cs"/>
              </a:rPr>
              <a:t>设置打开文件机构的必要性</a:t>
            </a:r>
            <a:endParaRPr lang="zh-CN" altLang="en-US" sz="2000" strike="noStrike" noProof="1">
              <a:solidFill>
                <a:schemeClr val="tx1"/>
              </a:solidFill>
              <a:latin typeface="Times New Roman" panose="02020603050405020304" charset="0"/>
              <a:ea typeface="宋体" panose="02010600030101010101" pitchFamily="2" charset="-122"/>
            </a:endParaRPr>
          </a:p>
          <a:p>
            <a:pPr marL="1295400" lvl="2" indent="-381000" fontAlgn="base">
              <a:lnSpc>
                <a:spcPct val="130000"/>
              </a:lnSpc>
            </a:pPr>
            <a:r>
              <a:rPr lang="zh-CN" altLang="en-US" sz="2000" strike="noStrike" noProof="1">
                <a:solidFill>
                  <a:schemeClr val="tx1"/>
                </a:solidFill>
                <a:latin typeface="Times New Roman" panose="02020603050405020304" charset="0"/>
                <a:ea typeface="宋体" panose="02010600030101010101" pitchFamily="2" charset="-122"/>
                <a:cs typeface="+mn-cs"/>
              </a:rPr>
              <a:t>打开文件机构的组成：</a:t>
            </a:r>
            <a:endParaRPr lang="zh-CN" altLang="en-US" sz="2000" strike="noStrike" noProof="1">
              <a:solidFill>
                <a:schemeClr val="tx1"/>
              </a:solidFill>
              <a:latin typeface="Times New Roman" panose="02020603050405020304" charset="0"/>
              <a:ea typeface="宋体" panose="02010600030101010101" pitchFamily="2" charset="-122"/>
            </a:endParaRPr>
          </a:p>
          <a:p>
            <a:pPr marL="1295400" lvl="2" indent="-381000" fontAlgn="base">
              <a:lnSpc>
                <a:spcPct val="130000"/>
              </a:lnSpc>
              <a:buNone/>
            </a:pPr>
            <a:r>
              <a:rPr lang="zh-CN" altLang="en-US" sz="2000" strike="noStrike" noProof="1">
                <a:solidFill>
                  <a:schemeClr val="tx1"/>
                </a:solidFill>
                <a:latin typeface="Times New Roman" panose="02020603050405020304" charset="0"/>
                <a:ea typeface="宋体" panose="02010600030101010101" pitchFamily="2" charset="-122"/>
                <a:cs typeface="+mn-cs"/>
              </a:rPr>
              <a:t>    活动</a:t>
            </a:r>
            <a:r>
              <a:rPr lang="en-US" altLang="zh-CN" sz="2000" strike="noStrike" noProof="1">
                <a:solidFill>
                  <a:schemeClr val="tx1"/>
                </a:solidFill>
                <a:latin typeface="Times New Roman" panose="02020603050405020304" charset="0"/>
                <a:ea typeface="宋体" panose="02010600030101010101" pitchFamily="2" charset="-122"/>
                <a:cs typeface="+mn-cs"/>
              </a:rPr>
              <a:t>i</a:t>
            </a:r>
            <a:r>
              <a:rPr lang="zh-CN" altLang="en-US" sz="2000" strike="noStrike" noProof="1">
                <a:solidFill>
                  <a:schemeClr val="tx1"/>
                </a:solidFill>
                <a:latin typeface="Times New Roman" panose="02020603050405020304" charset="0"/>
                <a:ea typeface="宋体" panose="02010600030101010101" pitchFamily="2" charset="-122"/>
                <a:cs typeface="+mn-cs"/>
              </a:rPr>
              <a:t>节点表、系统打开文件表、用户文件描述符表</a:t>
            </a:r>
            <a:endParaRPr lang="zh-CN" altLang="en-US" sz="2000" strike="noStrike" noProof="1">
              <a:solidFill>
                <a:schemeClr val="tx1"/>
              </a:solidFill>
              <a:latin typeface="Times New Roman" panose="02020603050405020304" charset="0"/>
              <a:ea typeface="宋体" panose="02010600030101010101" pitchFamily="2" charset="-122"/>
            </a:endParaRPr>
          </a:p>
        </p:txBody>
      </p:sp>
      <p:sp>
        <p:nvSpPr>
          <p:cNvPr id="109576" name="矩形 109575"/>
          <p:cNvSpPr/>
          <p:nvPr/>
        </p:nvSpPr>
        <p:spPr>
          <a:xfrm>
            <a:off x="536575" y="4545013"/>
            <a:ext cx="8262938" cy="1544638"/>
          </a:xfrm>
          <a:prstGeom prst="rect">
            <a:avLst/>
          </a:prstGeom>
          <a:noFill/>
          <a:ln w="9525">
            <a:noFill/>
            <a:miter/>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914400" lvl="1" indent="-457200" fontAlgn="base">
              <a:lnSpc>
                <a:spcPct val="130000"/>
              </a:lnSpc>
            </a:pPr>
            <a:r>
              <a:rPr lang="zh-CN" altLang="en-US" sz="2400" b="1" strike="noStrike" noProof="1">
                <a:solidFill>
                  <a:schemeClr val="tx1"/>
                </a:solidFill>
                <a:latin typeface="Times New Roman" panose="02020603050405020304" charset="0"/>
                <a:ea typeface="宋体" panose="02010600030101010101" pitchFamily="2" charset="-122"/>
                <a:cs typeface="+mn-cs"/>
              </a:rPr>
              <a:t>文件存储器空闲块的管理</a:t>
            </a:r>
            <a:endParaRPr lang="zh-CN" altLang="en-US" sz="2400" b="1" strike="noStrike" noProof="1">
              <a:solidFill>
                <a:schemeClr val="tx1"/>
              </a:solidFill>
              <a:latin typeface="Times New Roman" panose="02020603050405020304" charset="0"/>
              <a:ea typeface="宋体" panose="02010600030101010101" pitchFamily="2" charset="-122"/>
            </a:endParaRPr>
          </a:p>
          <a:p>
            <a:pPr marL="1295400" lvl="2" indent="-381000" fontAlgn="base">
              <a:lnSpc>
                <a:spcPct val="130000"/>
              </a:lnSpc>
            </a:pPr>
            <a:r>
              <a:rPr lang="en-US" altLang="zh-CN" sz="2000" strike="noStrike" noProof="1">
                <a:solidFill>
                  <a:schemeClr val="tx1"/>
                </a:solidFill>
                <a:latin typeface="Times New Roman" panose="02020603050405020304" charset="0"/>
                <a:ea typeface="宋体" panose="02010600030101010101" pitchFamily="2" charset="-122"/>
                <a:cs typeface="+mn-cs"/>
              </a:rPr>
              <a:t>UNIX</a:t>
            </a:r>
            <a:r>
              <a:rPr lang="zh-CN" altLang="en-US" sz="2000" strike="noStrike" noProof="1">
                <a:solidFill>
                  <a:schemeClr val="tx1"/>
                </a:solidFill>
                <a:latin typeface="Times New Roman" panose="02020603050405020304" charset="0"/>
                <a:ea typeface="宋体" panose="02010600030101010101" pitchFamily="2" charset="-122"/>
                <a:cs typeface="+mn-cs"/>
              </a:rPr>
              <a:t>文件系统磁盘存储区</a:t>
            </a:r>
            <a:r>
              <a:rPr lang="en-US" altLang="zh-CN" sz="2000" strike="noStrike" noProof="1">
                <a:solidFill>
                  <a:schemeClr val="tx1"/>
                </a:solidFill>
                <a:latin typeface="Times New Roman" panose="02020603050405020304" charset="0"/>
                <a:ea typeface="宋体" panose="02010600030101010101" pitchFamily="2" charset="-122"/>
                <a:cs typeface="+mn-cs"/>
              </a:rPr>
              <a:t>(</a:t>
            </a:r>
            <a:r>
              <a:rPr lang="zh-CN" altLang="en-US" sz="2000" strike="noStrike" noProof="1">
                <a:solidFill>
                  <a:schemeClr val="tx1"/>
                </a:solidFill>
                <a:latin typeface="Times New Roman" panose="02020603050405020304" charset="0"/>
                <a:ea typeface="宋体" panose="02010600030101010101" pitchFamily="2" charset="-122"/>
                <a:cs typeface="+mn-cs"/>
              </a:rPr>
              <a:t>文件卷</a:t>
            </a:r>
            <a:r>
              <a:rPr lang="en-US" altLang="zh-CN" sz="2000" strike="noStrike" noProof="1">
                <a:solidFill>
                  <a:schemeClr val="tx1"/>
                </a:solidFill>
                <a:latin typeface="Times New Roman" panose="02020603050405020304" charset="0"/>
                <a:ea typeface="宋体" panose="02010600030101010101" pitchFamily="2" charset="-122"/>
                <a:cs typeface="+mn-cs"/>
              </a:rPr>
              <a:t>)</a:t>
            </a:r>
            <a:r>
              <a:rPr lang="zh-CN" altLang="en-US" sz="2000" strike="noStrike" noProof="1">
                <a:solidFill>
                  <a:schemeClr val="tx1"/>
                </a:solidFill>
                <a:latin typeface="Times New Roman" panose="02020603050405020304" charset="0"/>
                <a:ea typeface="宋体" panose="02010600030101010101" pitchFamily="2" charset="-122"/>
                <a:cs typeface="+mn-cs"/>
              </a:rPr>
              <a:t>的结构</a:t>
            </a:r>
            <a:endParaRPr lang="zh-CN" altLang="en-US" sz="2000" strike="noStrike" noProof="1">
              <a:solidFill>
                <a:schemeClr val="tx1"/>
              </a:solidFill>
              <a:latin typeface="Times New Roman" panose="02020603050405020304" charset="0"/>
              <a:ea typeface="宋体" panose="02010600030101010101" pitchFamily="2" charset="-122"/>
            </a:endParaRPr>
          </a:p>
          <a:p>
            <a:pPr marL="1295400" lvl="2" indent="-381000" fontAlgn="base">
              <a:lnSpc>
                <a:spcPct val="130000"/>
              </a:lnSpc>
            </a:pPr>
            <a:r>
              <a:rPr lang="zh-CN" altLang="en-US" sz="2000" strike="noStrike" noProof="1">
                <a:solidFill>
                  <a:schemeClr val="tx1"/>
                </a:solidFill>
                <a:latin typeface="Times New Roman" panose="02020603050405020304" charset="0"/>
                <a:ea typeface="宋体" panose="02010600030101010101" pitchFamily="2" charset="-122"/>
                <a:cs typeface="+mn-cs"/>
              </a:rPr>
              <a:t>空闲磁盘块的管理：成组链接法    </a:t>
            </a:r>
            <a:endParaRPr lang="zh-CN" altLang="en-US" sz="2000" strike="noStrike" noProof="1">
              <a:solidFill>
                <a:schemeClr val="tx1"/>
              </a:solidFill>
              <a:latin typeface="Times New Roman" panose="02020603050405020304"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timing>
</p:sld>
</file>

<file path=ppt/theme/theme1.xml><?xml version="1.0" encoding="utf-8"?>
<a:theme xmlns:a="http://schemas.openxmlformats.org/drawingml/2006/main" name="SAF_2004_Template">
  <a:themeElements>
    <a:clrScheme name="">
      <a:dk1>
        <a:srgbClr val="000000"/>
      </a:dk1>
      <a:lt1>
        <a:srgbClr val="FFFFFF"/>
      </a:lt1>
      <a:dk2>
        <a:srgbClr val="FF9900"/>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fontScheme name="">
      <a:majorFont>
        <a:latin typeface="Arial"/>
        <a:ea typeface="方正书宋_GBK"/>
        <a:cs typeface=""/>
      </a:majorFont>
      <a:minorFont>
        <a:latin typeface="Arial"/>
        <a:ea typeface="方正书宋_GBK"/>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00478E"/>
        </a:lt1>
        <a:dk2>
          <a:srgbClr val="FFCC29"/>
        </a:dk2>
        <a:lt2>
          <a:srgbClr val="000000"/>
        </a:lt2>
        <a:accent1>
          <a:srgbClr val="FCEB98"/>
        </a:accent1>
        <a:accent2>
          <a:srgbClr val="FA7438"/>
        </a:accent2>
        <a:accent3>
          <a:srgbClr val="AAB1C6"/>
        </a:accent3>
        <a:accent4>
          <a:srgbClr val="DCDCDC"/>
        </a:accent4>
        <a:accent5>
          <a:srgbClr val="FDF3CA"/>
        </a:accent5>
        <a:accent6>
          <a:srgbClr val="E06731"/>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FA7438"/>
        </a:accent2>
        <a:accent3>
          <a:srgbClr val="FFFFFF"/>
        </a:accent3>
        <a:accent4>
          <a:srgbClr val="000000"/>
        </a:accent4>
        <a:accent5>
          <a:srgbClr val="FDF3CA"/>
        </a:accent5>
        <a:accent6>
          <a:srgbClr val="E06731"/>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0000FF"/>
        </a:accent2>
        <a:accent3>
          <a:srgbClr val="FFFFFF"/>
        </a:accent3>
        <a:accent4>
          <a:srgbClr val="000000"/>
        </a:accent4>
        <a:accent5>
          <a:srgbClr val="FDF3CA"/>
        </a:accent5>
        <a:accent6>
          <a:srgbClr val="0000E5"/>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9900"/>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SAF_2004_Template">
  <a:themeElements>
    <a:clrScheme name="">
      <a:dk1>
        <a:srgbClr val="000000"/>
      </a:dk1>
      <a:lt1>
        <a:srgbClr val="FFFFFF"/>
      </a:lt1>
      <a:dk2>
        <a:srgbClr val="FF9900"/>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fontScheme name="">
      <a:majorFont>
        <a:latin typeface="Arial"/>
        <a:ea typeface="方正书宋_GBK"/>
        <a:cs typeface=""/>
      </a:majorFont>
      <a:minorFont>
        <a:latin typeface="Arial"/>
        <a:ea typeface="方正书宋_GBK"/>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00478E"/>
        </a:lt1>
        <a:dk2>
          <a:srgbClr val="FFCC29"/>
        </a:dk2>
        <a:lt2>
          <a:srgbClr val="000000"/>
        </a:lt2>
        <a:accent1>
          <a:srgbClr val="FCEB98"/>
        </a:accent1>
        <a:accent2>
          <a:srgbClr val="FA7438"/>
        </a:accent2>
        <a:accent3>
          <a:srgbClr val="AAB1C6"/>
        </a:accent3>
        <a:accent4>
          <a:srgbClr val="DCDCDC"/>
        </a:accent4>
        <a:accent5>
          <a:srgbClr val="FDF3CA"/>
        </a:accent5>
        <a:accent6>
          <a:srgbClr val="E06731"/>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FA7438"/>
        </a:accent2>
        <a:accent3>
          <a:srgbClr val="FFFFFF"/>
        </a:accent3>
        <a:accent4>
          <a:srgbClr val="000000"/>
        </a:accent4>
        <a:accent5>
          <a:srgbClr val="FDF3CA"/>
        </a:accent5>
        <a:accent6>
          <a:srgbClr val="E06731"/>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0000FF"/>
        </a:accent2>
        <a:accent3>
          <a:srgbClr val="FFFFFF"/>
        </a:accent3>
        <a:accent4>
          <a:srgbClr val="000000"/>
        </a:accent4>
        <a:accent5>
          <a:srgbClr val="FDF3CA"/>
        </a:accent5>
        <a:accent6>
          <a:srgbClr val="0000E5"/>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9900"/>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SAF_2004_Template">
  <a:themeElements>
    <a:clrScheme name="">
      <a:dk1>
        <a:srgbClr val="000000"/>
      </a:dk1>
      <a:lt1>
        <a:srgbClr val="FFFFFF"/>
      </a:lt1>
      <a:dk2>
        <a:srgbClr val="FF9900"/>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fontScheme name="">
      <a:majorFont>
        <a:latin typeface="Arial"/>
        <a:ea typeface="方正书宋_GBK"/>
        <a:cs typeface=""/>
      </a:majorFont>
      <a:minorFont>
        <a:latin typeface="Arial"/>
        <a:ea typeface="方正书宋_GBK"/>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00478E"/>
        </a:lt1>
        <a:dk2>
          <a:srgbClr val="FFCC29"/>
        </a:dk2>
        <a:lt2>
          <a:srgbClr val="000000"/>
        </a:lt2>
        <a:accent1>
          <a:srgbClr val="FCEB98"/>
        </a:accent1>
        <a:accent2>
          <a:srgbClr val="FA7438"/>
        </a:accent2>
        <a:accent3>
          <a:srgbClr val="AAB1C6"/>
        </a:accent3>
        <a:accent4>
          <a:srgbClr val="DCDCDC"/>
        </a:accent4>
        <a:accent5>
          <a:srgbClr val="FDF3CA"/>
        </a:accent5>
        <a:accent6>
          <a:srgbClr val="E06731"/>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FA7438"/>
        </a:accent2>
        <a:accent3>
          <a:srgbClr val="FFFFFF"/>
        </a:accent3>
        <a:accent4>
          <a:srgbClr val="000000"/>
        </a:accent4>
        <a:accent5>
          <a:srgbClr val="FDF3CA"/>
        </a:accent5>
        <a:accent6>
          <a:srgbClr val="E06731"/>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0000FF"/>
        </a:accent2>
        <a:accent3>
          <a:srgbClr val="FFFFFF"/>
        </a:accent3>
        <a:accent4>
          <a:srgbClr val="000000"/>
        </a:accent4>
        <a:accent5>
          <a:srgbClr val="FDF3CA"/>
        </a:accent5>
        <a:accent6>
          <a:srgbClr val="0000E5"/>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9900"/>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SAF_2004_Template">
  <a:themeElements>
    <a:clrScheme name="">
      <a:dk1>
        <a:srgbClr val="000000"/>
      </a:dk1>
      <a:lt1>
        <a:srgbClr val="FFFFFF"/>
      </a:lt1>
      <a:dk2>
        <a:srgbClr val="FF9900"/>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fontScheme name="">
      <a:majorFont>
        <a:latin typeface="Arial"/>
        <a:ea typeface="方正书宋_GBK"/>
        <a:cs typeface=""/>
      </a:majorFont>
      <a:minorFont>
        <a:latin typeface="Arial"/>
        <a:ea typeface="方正书宋_GBK"/>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00478E"/>
        </a:lt1>
        <a:dk2>
          <a:srgbClr val="FFCC29"/>
        </a:dk2>
        <a:lt2>
          <a:srgbClr val="000000"/>
        </a:lt2>
        <a:accent1>
          <a:srgbClr val="FCEB98"/>
        </a:accent1>
        <a:accent2>
          <a:srgbClr val="FA7438"/>
        </a:accent2>
        <a:accent3>
          <a:srgbClr val="AAB1C6"/>
        </a:accent3>
        <a:accent4>
          <a:srgbClr val="DCDCDC"/>
        </a:accent4>
        <a:accent5>
          <a:srgbClr val="FDF3CA"/>
        </a:accent5>
        <a:accent6>
          <a:srgbClr val="E06731"/>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FA7438"/>
        </a:accent2>
        <a:accent3>
          <a:srgbClr val="FFFFFF"/>
        </a:accent3>
        <a:accent4>
          <a:srgbClr val="000000"/>
        </a:accent4>
        <a:accent5>
          <a:srgbClr val="FDF3CA"/>
        </a:accent5>
        <a:accent6>
          <a:srgbClr val="E06731"/>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0000FF"/>
        </a:accent2>
        <a:accent3>
          <a:srgbClr val="FFFFFF"/>
        </a:accent3>
        <a:accent4>
          <a:srgbClr val="000000"/>
        </a:accent4>
        <a:accent5>
          <a:srgbClr val="FDF3CA"/>
        </a:accent5>
        <a:accent6>
          <a:srgbClr val="0000E5"/>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9900"/>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4_SAF_2004_Template">
  <a:themeElements>
    <a:clrScheme name="">
      <a:dk1>
        <a:srgbClr val="000000"/>
      </a:dk1>
      <a:lt1>
        <a:srgbClr val="FFFFFF"/>
      </a:lt1>
      <a:dk2>
        <a:srgbClr val="FF9900"/>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fontScheme name="">
      <a:majorFont>
        <a:latin typeface="Arial"/>
        <a:ea typeface="方正书宋_GBK"/>
        <a:cs typeface=""/>
      </a:majorFont>
      <a:minorFont>
        <a:latin typeface="Arial"/>
        <a:ea typeface="方正书宋_GBK"/>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00478E"/>
        </a:lt1>
        <a:dk2>
          <a:srgbClr val="FFCC29"/>
        </a:dk2>
        <a:lt2>
          <a:srgbClr val="000000"/>
        </a:lt2>
        <a:accent1>
          <a:srgbClr val="FCEB98"/>
        </a:accent1>
        <a:accent2>
          <a:srgbClr val="FA7438"/>
        </a:accent2>
        <a:accent3>
          <a:srgbClr val="AAB1C6"/>
        </a:accent3>
        <a:accent4>
          <a:srgbClr val="DCDCDC"/>
        </a:accent4>
        <a:accent5>
          <a:srgbClr val="FDF3CA"/>
        </a:accent5>
        <a:accent6>
          <a:srgbClr val="E06731"/>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FA7438"/>
        </a:accent2>
        <a:accent3>
          <a:srgbClr val="FFFFFF"/>
        </a:accent3>
        <a:accent4>
          <a:srgbClr val="000000"/>
        </a:accent4>
        <a:accent5>
          <a:srgbClr val="FDF3CA"/>
        </a:accent5>
        <a:accent6>
          <a:srgbClr val="E06731"/>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0000FF"/>
        </a:accent2>
        <a:accent3>
          <a:srgbClr val="FFFFFF"/>
        </a:accent3>
        <a:accent4>
          <a:srgbClr val="000000"/>
        </a:accent4>
        <a:accent5>
          <a:srgbClr val="FDF3CA"/>
        </a:accent5>
        <a:accent6>
          <a:srgbClr val="0000E5"/>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9900"/>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5_SAF_2004_Template">
  <a:themeElements>
    <a:clrScheme name="">
      <a:dk1>
        <a:srgbClr val="000000"/>
      </a:dk1>
      <a:lt1>
        <a:srgbClr val="FFFFFF"/>
      </a:lt1>
      <a:dk2>
        <a:srgbClr val="FF9900"/>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fontScheme name="">
      <a:majorFont>
        <a:latin typeface="Arial"/>
        <a:ea typeface="方正书宋_GBK"/>
        <a:cs typeface=""/>
      </a:majorFont>
      <a:minorFont>
        <a:latin typeface="Arial"/>
        <a:ea typeface="方正书宋_GBK"/>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00478E"/>
        </a:lt1>
        <a:dk2>
          <a:srgbClr val="FFCC29"/>
        </a:dk2>
        <a:lt2>
          <a:srgbClr val="000000"/>
        </a:lt2>
        <a:accent1>
          <a:srgbClr val="FCEB98"/>
        </a:accent1>
        <a:accent2>
          <a:srgbClr val="FA7438"/>
        </a:accent2>
        <a:accent3>
          <a:srgbClr val="AAB1C6"/>
        </a:accent3>
        <a:accent4>
          <a:srgbClr val="DCDCDC"/>
        </a:accent4>
        <a:accent5>
          <a:srgbClr val="FDF3CA"/>
        </a:accent5>
        <a:accent6>
          <a:srgbClr val="E06731"/>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FA7438"/>
        </a:accent2>
        <a:accent3>
          <a:srgbClr val="FFFFFF"/>
        </a:accent3>
        <a:accent4>
          <a:srgbClr val="000000"/>
        </a:accent4>
        <a:accent5>
          <a:srgbClr val="FDF3CA"/>
        </a:accent5>
        <a:accent6>
          <a:srgbClr val="E06731"/>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0000FF"/>
        </a:accent2>
        <a:accent3>
          <a:srgbClr val="FFFFFF"/>
        </a:accent3>
        <a:accent4>
          <a:srgbClr val="000000"/>
        </a:accent4>
        <a:accent5>
          <a:srgbClr val="FDF3CA"/>
        </a:accent5>
        <a:accent6>
          <a:srgbClr val="0000E5"/>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9900"/>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6_SAF_2004_Template">
  <a:themeElements>
    <a:clrScheme name="">
      <a:dk1>
        <a:srgbClr val="000000"/>
      </a:dk1>
      <a:lt1>
        <a:srgbClr val="FFFFFF"/>
      </a:lt1>
      <a:dk2>
        <a:srgbClr val="FF9900"/>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fontScheme name="">
      <a:majorFont>
        <a:latin typeface="Arial"/>
        <a:ea typeface="方正书宋_GBK"/>
        <a:cs typeface=""/>
      </a:majorFont>
      <a:minorFont>
        <a:latin typeface="Arial"/>
        <a:ea typeface="方正书宋_GBK"/>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00478E"/>
        </a:lt1>
        <a:dk2>
          <a:srgbClr val="FFCC29"/>
        </a:dk2>
        <a:lt2>
          <a:srgbClr val="000000"/>
        </a:lt2>
        <a:accent1>
          <a:srgbClr val="FCEB98"/>
        </a:accent1>
        <a:accent2>
          <a:srgbClr val="FA7438"/>
        </a:accent2>
        <a:accent3>
          <a:srgbClr val="AAB1C6"/>
        </a:accent3>
        <a:accent4>
          <a:srgbClr val="DCDCDC"/>
        </a:accent4>
        <a:accent5>
          <a:srgbClr val="FDF3CA"/>
        </a:accent5>
        <a:accent6>
          <a:srgbClr val="E06731"/>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FA7438"/>
        </a:accent2>
        <a:accent3>
          <a:srgbClr val="FFFFFF"/>
        </a:accent3>
        <a:accent4>
          <a:srgbClr val="000000"/>
        </a:accent4>
        <a:accent5>
          <a:srgbClr val="FDF3CA"/>
        </a:accent5>
        <a:accent6>
          <a:srgbClr val="E06731"/>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0000FF"/>
        </a:accent2>
        <a:accent3>
          <a:srgbClr val="FFFFFF"/>
        </a:accent3>
        <a:accent4>
          <a:srgbClr val="000000"/>
        </a:accent4>
        <a:accent5>
          <a:srgbClr val="FDF3CA"/>
        </a:accent5>
        <a:accent6>
          <a:srgbClr val="0000E5"/>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9900"/>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fontScheme name="Cambria-Calibri">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IF9-VSTS Hongchao Wang</Template>
  <TotalTime>0</TotalTime>
  <Words>21423</Words>
  <Application>WPS 演示</Application>
  <PresentationFormat>在屏幕上显示</PresentationFormat>
  <Paragraphs>2964</Paragraphs>
  <Slides>126</Slides>
  <Notes>82</Notes>
  <HiddenSlides>0</HiddenSlides>
  <MMClips>0</MMClips>
  <ScaleCrop>false</ScaleCrop>
  <HeadingPairs>
    <vt:vector size="8" baseType="variant">
      <vt:variant>
        <vt:lpstr>已用的字体</vt:lpstr>
      </vt:variant>
      <vt:variant>
        <vt:i4>19</vt:i4>
      </vt:variant>
      <vt:variant>
        <vt:lpstr>主题</vt:lpstr>
      </vt:variant>
      <vt:variant>
        <vt:i4>7</vt:i4>
      </vt:variant>
      <vt:variant>
        <vt:lpstr>嵌入 OLE 服务器</vt:lpstr>
      </vt:variant>
      <vt:variant>
        <vt:i4>19</vt:i4>
      </vt:variant>
      <vt:variant>
        <vt:lpstr>幻灯片标题</vt:lpstr>
      </vt:variant>
      <vt:variant>
        <vt:i4>126</vt:i4>
      </vt:variant>
    </vt:vector>
  </HeadingPairs>
  <TitlesOfParts>
    <vt:vector size="171" baseType="lpstr">
      <vt:lpstr>Arial</vt:lpstr>
      <vt:lpstr>宋体</vt:lpstr>
      <vt:lpstr>Wingdings</vt:lpstr>
      <vt:lpstr>Times New Roman</vt:lpstr>
      <vt:lpstr>微软雅黑</vt:lpstr>
      <vt:lpstr>Arial Unicode MS</vt:lpstr>
      <vt:lpstr>方正书宋_GBK</vt:lpstr>
      <vt:lpstr>Calibri</vt:lpstr>
      <vt:lpstr>思源黑体 CN Heavy</vt:lpstr>
      <vt:lpstr>Symbol</vt:lpstr>
      <vt:lpstr>隶书</vt:lpstr>
      <vt:lpstr>华文新魏</vt:lpstr>
      <vt:lpstr>MT Extra</vt:lpstr>
      <vt:lpstr>Monotype Sorts</vt:lpstr>
      <vt:lpstr>Wingdings</vt:lpstr>
      <vt:lpstr>方正魏碑_GBK</vt:lpstr>
      <vt:lpstr>Tahoma</vt:lpstr>
      <vt:lpstr>Droid Sans</vt:lpstr>
      <vt:lpstr>方正宋体S-超大字符集</vt:lpstr>
      <vt:lpstr>SAF_2004_Template</vt:lpstr>
      <vt:lpstr>1_SAF_2004_Template</vt:lpstr>
      <vt:lpstr>2_SAF_2004_Template</vt:lpstr>
      <vt:lpstr>3_SAF_2004_Template</vt:lpstr>
      <vt:lpstr>4_SAF_2004_Template</vt:lpstr>
      <vt:lpstr>5_SAF_2004_Template</vt:lpstr>
      <vt:lpstr>6_SAF_2004_Template</vt:lpstr>
      <vt:lpstr>Paint.Picture</vt:lpstr>
      <vt:lpstr>Paint.Picture</vt:lpstr>
      <vt:lpstr>Paint.Picture</vt:lpstr>
      <vt:lpstr>Paint.Picture</vt:lpstr>
      <vt:lpstr>Paint.Picture</vt:lpstr>
      <vt:lpstr>Paint.Picture</vt:lpstr>
      <vt:lpstr>Paint.Picture</vt:lpstr>
      <vt:lpstr>Paint.Picture</vt:lpstr>
      <vt:lpstr>Paint.Picture</vt:lpstr>
      <vt:lpstr>Paint.Picture</vt:lpstr>
      <vt:lpstr>Paint.Picture</vt:lpstr>
      <vt:lpstr>Paint.Picture</vt:lpstr>
      <vt:lpstr>Paint.Picture</vt:lpstr>
      <vt:lpstr>Paint.Picture</vt:lpstr>
      <vt:lpstr>Paint.Picture</vt:lpstr>
      <vt:lpstr>Paint.Picture</vt:lpstr>
      <vt:lpstr>Paint.Picture</vt:lpstr>
      <vt:lpstr>Paint.Picture</vt:lpstr>
      <vt:lpstr>Paint.Picture</vt:lpstr>
      <vt:lpstr>PowerPoint 演示文稿</vt:lpstr>
      <vt:lpstr>PowerPoint 演示文稿</vt:lpstr>
      <vt:lpstr>PowerPoint 演示文稿</vt:lpstr>
      <vt:lpstr>PowerPoint 演示文稿</vt:lpstr>
      <vt:lpstr>PowerPoint 演示文稿</vt:lpstr>
      <vt:lpstr>2. 文件分类</vt:lpstr>
      <vt:lpstr>PowerPoint 演示文稿</vt:lpstr>
      <vt:lpstr>二、文件系统</vt:lpstr>
      <vt:lpstr>2. 文件系统的基本功能</vt:lpstr>
      <vt:lpstr>3. 一个通用文件系统的要求</vt:lpstr>
      <vt:lpstr>(二) 文件的组织结构</vt:lpstr>
      <vt:lpstr>PowerPoint 演示文稿</vt:lpstr>
      <vt:lpstr>PowerPoint 演示文稿</vt:lpstr>
      <vt:lpstr>逻辑记录和物理记录(块)的关系</vt:lpstr>
      <vt:lpstr>PowerPoint 演示文稿</vt:lpstr>
      <vt:lpstr>PowerPoint 演示文稿</vt:lpstr>
      <vt:lpstr>PowerPoint 演示文稿</vt:lpstr>
      <vt:lpstr>PowerPoint 演示文稿</vt:lpstr>
      <vt:lpstr>PowerPoint 演示文稿</vt:lpstr>
      <vt:lpstr>PowerPoint 演示文稿</vt:lpstr>
      <vt:lpstr>2、文件的存取方法</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串联文件－文件映照</vt:lpstr>
      <vt:lpstr>FAT 文件系统磁盘</vt:lpstr>
      <vt:lpstr>FAT：文件分配表</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几种文件物理结构的比较</vt:lpstr>
      <vt:lpstr>PowerPoint 演示文稿</vt:lpstr>
      <vt:lpstr>PowerPoint 演示文稿</vt:lpstr>
      <vt:lpstr>课后习题9 - 7，8，9，10</vt:lpstr>
      <vt:lpstr>文件存储空间的管理</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文件目录结构</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利用符号链实现文件共享（软链接）</vt:lpstr>
      <vt:lpstr>基于索引结点的共享方式（硬链接）</vt:lpstr>
      <vt:lpstr>PowerPoint 演示文稿</vt:lpstr>
      <vt:lpstr>PowerPoint 演示文稿</vt:lpstr>
      <vt:lpstr>PowerPoint 演示文稿</vt:lpstr>
      <vt:lpstr>PowerPoint 演示文稿</vt:lpstr>
      <vt:lpstr>3.验证用户存取权限的方法</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hust</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!leaf</dc:creator>
  <cp:lastModifiedBy>zjie</cp:lastModifiedBy>
  <cp:revision>1153</cp:revision>
  <dcterms:created xsi:type="dcterms:W3CDTF">2023-12-05T01:04:59Z</dcterms:created>
  <dcterms:modified xsi:type="dcterms:W3CDTF">2023-12-05T01:04:59Z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2052-11.1.0.11704</vt:lpwstr>
  </property>
  <property fmtid="{D5CDD505-2E9C-101B-9397-08002B2CF9AE}" pid="3" name="ICV">
    <vt:lpwstr/>
  </property>
</Properties>
</file>