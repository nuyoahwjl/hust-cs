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73" r:id="rId4"/>
    <p:sldMasterId id="2147483685" r:id="rId5"/>
    <p:sldMasterId id="2147483697" r:id="rId6"/>
    <p:sldMasterId id="2147483710" r:id="rId7"/>
    <p:sldMasterId id="2147483723" r:id="rId8"/>
  </p:sldMasterIdLst>
  <p:notesMasterIdLst>
    <p:notesMasterId r:id="rId16"/>
  </p:notesMasterIdLst>
  <p:handoutMasterIdLst>
    <p:handoutMasterId r:id="rId37"/>
  </p:handoutMasterIdLst>
  <p:sldIdLst>
    <p:sldId id="256" r:id="rId9"/>
    <p:sldId id="635" r:id="rId10"/>
    <p:sldId id="834" r:id="rId11"/>
    <p:sldId id="835" r:id="rId12"/>
    <p:sldId id="1624" r:id="rId13"/>
    <p:sldId id="1521" r:id="rId14"/>
    <p:sldId id="1522" r:id="rId15"/>
    <p:sldId id="1523" r:id="rId17"/>
    <p:sldId id="823" r:id="rId18"/>
    <p:sldId id="602" r:id="rId19"/>
    <p:sldId id="603" r:id="rId20"/>
    <p:sldId id="911" r:id="rId21"/>
    <p:sldId id="825" r:id="rId22"/>
    <p:sldId id="759" r:id="rId23"/>
    <p:sldId id="1440" r:id="rId24"/>
    <p:sldId id="1441" r:id="rId25"/>
    <p:sldId id="822" r:id="rId26"/>
    <p:sldId id="1127" r:id="rId27"/>
    <p:sldId id="1612" r:id="rId28"/>
    <p:sldId id="1674" r:id="rId29"/>
    <p:sldId id="1613" r:id="rId30"/>
    <p:sldId id="1614" r:id="rId31"/>
    <p:sldId id="1615" r:id="rId32"/>
    <p:sldId id="1620" r:id="rId33"/>
    <p:sldId id="1671" r:id="rId34"/>
    <p:sldId id="1622" r:id="rId35"/>
    <p:sldId id="1623" r:id="rId36"/>
  </p:sldIdLst>
  <p:sldSz cx="9144000" cy="6858000" type="screen4x3"/>
  <p:notesSz cx="6858000" cy="9144000"/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3200" b="1" i="0" u="none" kern="1200" baseline="0">
        <a:solidFill>
          <a:srgbClr val="4138FA"/>
        </a:solidFill>
        <a:latin typeface="Arial" panose="020B0604020202020204" pitchFamily="34" charset="0"/>
        <a:ea typeface="宋体" panose="02010600030101010101" pitchFamily="2" charset="-122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3200" b="1" i="0" u="none" kern="1200" baseline="0">
        <a:solidFill>
          <a:srgbClr val="4138FA"/>
        </a:solidFill>
        <a:latin typeface="Arial" panose="020B0604020202020204" pitchFamily="34" charset="0"/>
        <a:ea typeface="宋体" panose="02010600030101010101" pitchFamily="2" charset="-122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3200" b="1" i="0" u="none" kern="1200" baseline="0">
        <a:solidFill>
          <a:srgbClr val="4138FA"/>
        </a:solidFill>
        <a:latin typeface="Arial" panose="020B0604020202020204" pitchFamily="34" charset="0"/>
        <a:ea typeface="宋体" panose="02010600030101010101" pitchFamily="2" charset="-122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3200" b="1" i="0" u="none" kern="1200" baseline="0">
        <a:solidFill>
          <a:srgbClr val="4138FA"/>
        </a:solidFill>
        <a:latin typeface="Arial" panose="020B0604020202020204" pitchFamily="34" charset="0"/>
        <a:ea typeface="宋体" panose="02010600030101010101" pitchFamily="2" charset="-122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3200" b="1" i="0" u="none" kern="1200" baseline="0">
        <a:solidFill>
          <a:srgbClr val="4138FA"/>
        </a:solidFill>
        <a:latin typeface="Arial" panose="020B0604020202020204" pitchFamily="34" charset="0"/>
        <a:ea typeface="宋体" panose="02010600030101010101" pitchFamily="2" charset="-122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3200" b="1" i="0" u="none" kern="1200" baseline="0">
        <a:solidFill>
          <a:srgbClr val="4138FA"/>
        </a:solidFill>
        <a:latin typeface="Arial" panose="020B0604020202020204" pitchFamily="34" charset="0"/>
        <a:ea typeface="宋体" panose="02010600030101010101" pitchFamily="2" charset="-122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3200" b="1" i="0" u="none" kern="1200" baseline="0">
        <a:solidFill>
          <a:srgbClr val="4138FA"/>
        </a:solidFill>
        <a:latin typeface="Arial" panose="020B0604020202020204" pitchFamily="34" charset="0"/>
        <a:ea typeface="宋体" panose="02010600030101010101" pitchFamily="2" charset="-122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3200" b="1" i="0" u="none" kern="1200" baseline="0">
        <a:solidFill>
          <a:srgbClr val="4138FA"/>
        </a:solidFill>
        <a:latin typeface="Arial" panose="020B0604020202020204" pitchFamily="34" charset="0"/>
        <a:ea typeface="宋体" panose="02010600030101010101" pitchFamily="2" charset="-122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3200" b="1" i="0" u="none" kern="1200" baseline="0">
        <a:solidFill>
          <a:srgbClr val="4138FA"/>
        </a:solidFill>
        <a:latin typeface="Arial" panose="020B0604020202020204" pitchFamily="34" charset="0"/>
        <a:ea typeface="宋体" panose="02010600030101010101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108" userDrawn="1">
          <p15:clr>
            <a:srgbClr val="A4A3A4"/>
          </p15:clr>
        </p15:guide>
        <p15:guide id="2" pos="28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38FA"/>
    <a:srgbClr val="000066"/>
    <a:srgbClr val="990000"/>
    <a:srgbClr val="663300"/>
    <a:srgbClr val="CC6600"/>
    <a:srgbClr val="660066"/>
    <a:srgbClr val="800000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howGuides="1">
      <p:cViewPr varScale="1">
        <p:scale>
          <a:sx n="69" d="100"/>
          <a:sy n="69" d="100"/>
        </p:scale>
        <p:origin x="-138" y="-102"/>
      </p:cViewPr>
      <p:guideLst>
        <p:guide orient="horz" pos="2108"/>
        <p:guide pos="2874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0" Type="http://schemas.openxmlformats.org/officeDocument/2006/relationships/tableStyles" Target="tableStyles.xml"/><Relationship Id="rId4" Type="http://schemas.openxmlformats.org/officeDocument/2006/relationships/slideMaster" Target="slideMasters/slideMaster3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handoutMaster" Target="handoutMasters/handoutMaster1.xml"/><Relationship Id="rId36" Type="http://schemas.openxmlformats.org/officeDocument/2006/relationships/slide" Target="slides/slide27.xml"/><Relationship Id="rId35" Type="http://schemas.openxmlformats.org/officeDocument/2006/relationships/slide" Target="slides/slide26.xml"/><Relationship Id="rId34" Type="http://schemas.openxmlformats.org/officeDocument/2006/relationships/slide" Target="slides/slide25.xml"/><Relationship Id="rId33" Type="http://schemas.openxmlformats.org/officeDocument/2006/relationships/slide" Target="slides/slide24.xml"/><Relationship Id="rId32" Type="http://schemas.openxmlformats.org/officeDocument/2006/relationships/slide" Target="slides/slide23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0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0" Type="http://schemas.openxmlformats.org/officeDocument/2006/relationships/slide" Target="slides/slide11.xml"/><Relationship Id="rId2" Type="http://schemas.openxmlformats.org/officeDocument/2006/relationships/theme" Target="theme/theme1.xml"/><Relationship Id="rId19" Type="http://schemas.openxmlformats.org/officeDocument/2006/relationships/slide" Target="slides/slide10.xml"/><Relationship Id="rId18" Type="http://schemas.openxmlformats.org/officeDocument/2006/relationships/slide" Target="slides/slide9.xml"/><Relationship Id="rId17" Type="http://schemas.openxmlformats.org/officeDocument/2006/relationships/slide" Target="slides/slide8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页眉占位符 921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0213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91613" tIns="45807" rIns="91613" bIns="45807"/>
          <a:p>
            <a:pPr lvl="0" defTabSz="916305" fontAlgn="base"/>
            <a:endParaRPr lang="zh-CN" altLang="en-US" sz="1200" b="0" strike="noStrike" noProof="1" dirty="0"/>
          </a:p>
        </p:txBody>
      </p:sp>
      <p:sp>
        <p:nvSpPr>
          <p:cNvPr id="7171" name="日期占位符 9218"/>
          <p:cNvSpPr>
            <a:spLocks noGrp="1"/>
          </p:cNvSpPr>
          <p:nvPr>
            <p:ph type="dt"/>
          </p:nvPr>
        </p:nvSpPr>
        <p:spPr>
          <a:xfrm>
            <a:off x="3883025" y="0"/>
            <a:ext cx="29718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91613" tIns="45807" rIns="91613" bIns="45807"/>
          <a:p>
            <a:pPr lvl="0" algn="r" defTabSz="916305" fontAlgn="base"/>
            <a:endParaRPr lang="zh-CN" altLang="en-US" sz="1200" b="0" strike="noStrike" noProof="1" dirty="0"/>
          </a:p>
        </p:txBody>
      </p:sp>
      <p:sp>
        <p:nvSpPr>
          <p:cNvPr id="7172" name="幻灯片图像占位符 9219"/>
          <p:cNvSpPr>
            <a:spLocks noGrp="1" noRot="1"/>
          </p:cNvSpPr>
          <p:nvPr>
            <p:ph type="sldImg"/>
          </p:nvPr>
        </p:nvSpPr>
        <p:spPr>
          <a:xfrm>
            <a:off x="927100" y="685800"/>
            <a:ext cx="5002213" cy="3427413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7173" name="文本占位符 9220"/>
          <p:cNvSpPr>
            <a:spLocks noGrp="1" noRot="1"/>
          </p:cNvSpPr>
          <p:nvPr>
            <p:ph type="body" sz="quarter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91613" tIns="45807" rIns="91613" bIns="45807"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0"/>
            <a:r>
              <a:rPr lang="zh-CN" altLang="en-US" dirty="0"/>
              <a:t>第二级</a:t>
            </a:r>
            <a:endParaRPr lang="zh-CN" altLang="en-US" dirty="0"/>
          </a:p>
          <a:p>
            <a:pPr lvl="2" indent="0"/>
            <a:r>
              <a:rPr lang="zh-CN" altLang="en-US" dirty="0"/>
              <a:t>第三级</a:t>
            </a:r>
            <a:endParaRPr lang="zh-CN" altLang="en-US" dirty="0"/>
          </a:p>
          <a:p>
            <a:pPr lvl="3" indent="0"/>
            <a:r>
              <a:rPr lang="zh-CN" altLang="en-US" dirty="0"/>
              <a:t>第四级</a:t>
            </a:r>
            <a:endParaRPr lang="zh-CN" altLang="en-US" dirty="0"/>
          </a:p>
          <a:p>
            <a:pPr lvl="4" indent="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174" name="页脚占位符 9221"/>
          <p:cNvSpPr>
            <a:spLocks noGrp="1"/>
          </p:cNvSpPr>
          <p:nvPr>
            <p:ph type="ftr" sz="quarter"/>
          </p:nvPr>
        </p:nvSpPr>
        <p:spPr>
          <a:xfrm>
            <a:off x="0" y="8683625"/>
            <a:ext cx="2970213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91613" tIns="45807" rIns="91613" bIns="45807" anchor="b"/>
          <a:p>
            <a:pPr lvl="0" defTabSz="916305" fontAlgn="base"/>
            <a:endParaRPr lang="zh-CN" altLang="en-US" sz="1200" b="0" strike="noStrike" noProof="1" dirty="0"/>
          </a:p>
        </p:txBody>
      </p:sp>
      <p:sp>
        <p:nvSpPr>
          <p:cNvPr id="7175" name="灯片编号占位符 9222"/>
          <p:cNvSpPr>
            <a:spLocks noGrp="1"/>
          </p:cNvSpPr>
          <p:nvPr>
            <p:ph type="sldNum" sz="quarter"/>
          </p:nvPr>
        </p:nvSpPr>
        <p:spPr>
          <a:xfrm>
            <a:off x="3883025" y="8683625"/>
            <a:ext cx="29718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91613" tIns="45807" rIns="91613" bIns="45807" anchor="b"/>
          <a:p>
            <a:pPr lvl="0" algn="r" defTabSz="916305" fontAlgn="base"/>
            <a:fld id="{9A0DB2DC-4C9A-4742-B13C-FB6460FD3503}" type="slidenum">
              <a:rPr lang="zh-CN" altLang="en-US" sz="1200" b="0" strike="noStrike" noProof="1" dirty="0">
                <a:latin typeface="DejaVu Sans" panose="020B0606030804020204" charset="0"/>
                <a:ea typeface="方正书宋_GBK" panose="02000000000000000000" charset="-122"/>
                <a:cs typeface="方正书宋_GBK" panose="02000000000000000000" charset="-122"/>
              </a:rPr>
            </a:fld>
            <a:endParaRPr lang="en-US" altLang="x-none" sz="1200" b="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Font typeface="Arial" panose="020B0604020202020204" pitchFamily="34" charset="0"/>
      <a:buNone/>
      <a:defRPr sz="1200" b="0" i="0" u="none" kern="1200" baseline="0">
        <a:solidFill>
          <a:schemeClr val="tx1"/>
        </a:solidFill>
        <a:latin typeface="DejaVu Sans" panose="020B0606030804020204" charset="0"/>
        <a:ea typeface="方正书宋_GBK" panose="02000000000000000000" charset="-122"/>
        <a:cs typeface="DejaVu Sans" panose="020B0606030804020204" charset="0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Font typeface="Arial" panose="020B0604020202020204" pitchFamily="34" charset="0"/>
      <a:buNone/>
      <a:defRPr sz="1200" b="0" i="0" u="none" kern="1200" baseline="0">
        <a:solidFill>
          <a:schemeClr val="tx1"/>
        </a:solidFill>
        <a:latin typeface="DejaVu Sans" panose="020B0606030804020204" charset="0"/>
        <a:ea typeface="方正书宋_GBK" panose="02000000000000000000" charset="-122"/>
        <a:cs typeface="DejaVu Sans" panose="020B0606030804020204" charset="0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Font typeface="Arial" panose="020B0604020202020204" pitchFamily="34" charset="0"/>
      <a:buNone/>
      <a:defRPr sz="1200" b="0" i="0" u="none" kern="1200" baseline="0">
        <a:solidFill>
          <a:schemeClr val="tx1"/>
        </a:solidFill>
        <a:latin typeface="DejaVu Sans" panose="020B0606030804020204" charset="0"/>
        <a:ea typeface="方正书宋_GBK" panose="02000000000000000000" charset="-122"/>
        <a:cs typeface="DejaVu Sans" panose="020B0606030804020204" charset="0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Font typeface="Arial" panose="020B0604020202020204" pitchFamily="34" charset="0"/>
      <a:buNone/>
      <a:defRPr sz="1200" b="0" i="0" u="none" kern="1200" baseline="0">
        <a:solidFill>
          <a:schemeClr val="tx1"/>
        </a:solidFill>
        <a:latin typeface="DejaVu Sans" panose="020B0606030804020204" charset="0"/>
        <a:ea typeface="方正书宋_GBK" panose="02000000000000000000" charset="-122"/>
        <a:cs typeface="DejaVu Sans" panose="020B0606030804020204" charset="0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Font typeface="Arial" panose="020B0604020202020204" pitchFamily="34" charset="0"/>
      <a:buNone/>
      <a:defRPr sz="1200" b="0" i="0" u="none" kern="1200" baseline="0">
        <a:solidFill>
          <a:schemeClr val="tx1"/>
        </a:solidFill>
        <a:latin typeface="DejaVu Sans" panose="020B0606030804020204" charset="0"/>
        <a:ea typeface="方正书宋_GBK" panose="02000000000000000000" charset="-122"/>
        <a:cs typeface="DejaVu Sans" panose="020B0606030804020204" charset="0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Font typeface="Arial" panose="020B0604020202020204" pitchFamily="34" charset="0"/>
      <a:buNone/>
      <a:defRPr sz="1200" b="0" i="0" u="none" kern="1200" baseline="0">
        <a:solidFill>
          <a:schemeClr val="tx1"/>
        </a:solidFill>
        <a:latin typeface="+mn-lt"/>
        <a:ea typeface="+mn-ea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Font typeface="Arial" panose="020B0604020202020204" pitchFamily="34" charset="0"/>
      <a:buNone/>
      <a:defRPr sz="1200" b="0" i="0" u="none" kern="1200" baseline="0">
        <a:solidFill>
          <a:schemeClr val="tx1"/>
        </a:solidFill>
        <a:latin typeface="+mn-lt"/>
        <a:ea typeface="+mn-ea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Font typeface="Arial" panose="020B0604020202020204" pitchFamily="34" charset="0"/>
      <a:buNone/>
      <a:defRPr sz="1200" b="0" i="0" u="none" kern="1200" baseline="0">
        <a:solidFill>
          <a:schemeClr val="tx1"/>
        </a:solidFill>
        <a:latin typeface="+mn-lt"/>
        <a:ea typeface="+mn-ea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Font typeface="Arial" panose="020B0604020202020204" pitchFamily="34" charset="0"/>
      <a:buNone/>
      <a:defRPr sz="1200" b="0" i="0" u="none" kern="1200" baseline="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5" Type="http://schemas.openxmlformats.org/officeDocument/2006/relationships/hyperlink" Target="http://jump2.bdimg.com/safecheck/index?url=rN3wPs8te/pL4AOY0zAwhz3wi8AXlR5gsMEbyYdIw61+CYUlqENLiixE5eobGHqSIopxvdlDdu23pfKJtUWCTh9ssyDK1SDlnhDg47fRGLxIC1WNLHU2MljwrjhG0RrIxYU7rEro9xYTCzKEvR82J/QZRPTI894Llf4t13lF+H5M9RC6vYFMHv6anb5V2i7QsMq5Xg69RHBV92TAmoWV0zA8Zu4mdgY0" TargetMode="External"/><Relationship Id="rId4" Type="http://schemas.openxmlformats.org/officeDocument/2006/relationships/hyperlink" Target="http://jump2.bdimg.com/safecheck/index?url=rN3wPs8te/pL4AOY0zAwhz3wi8AXlR5gsMEbyYdIw63VPJxOk3PQAq6SwsSlvUFjImOuUl9obIdesUqvhcRz+hXSuwz9b96EragWmZ1jer1XQuxoOXhQse67YcLj84Z/pzfw/Ek57dPZUoIfoeghvYElhKuezEBl8jwN7ENUG2ILWaKzg2ewuFtrUyRuVwNM9pbyxxR6mKx2Pah4egTNMg==" TargetMode="External"/><Relationship Id="rId3" Type="http://schemas.openxmlformats.org/officeDocument/2006/relationships/hyperlink" Target="http://jump2.bdimg.com/safecheck/index?url=rN3wPs8te/pL4AOY0zAwhz3wi8AXlR5gsMEbyYdIw63ugqOjaXTDHUVC573ys1WRImOuUl9obIdesUqvhcRz+hXSuwz9b96EragWmZ1jer1XQuxoOXhQse67YcLj84Z/pzfw/Ek57dPZUoIfoeghvYElhKuezEBl8jwN7ENUG2ILWaKzg2ewuFtrUyRuVwNM9pbyxxR6mKx2Pah4egTNMg==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使用国外的操作系统可能带来安全隐患：引用案例</a:t>
            </a:r>
            <a:endParaRPr lang="en-US" altLang="zh-CN" dirty="0"/>
          </a:p>
          <a:p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卡扎菲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从西方国家进口的高价防空系统，控制的核心芯片和操作系统都是美国等西方国家生产的，其中有很大一部分就是美国生产的。来自美国的芯片和操作系统，根据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斯诺登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的爆料，都被美国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情报机构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植入监控软件，这些监控软件，把卡扎菲防空系统和军事的信息，源源不断地发往美国军方的计算机。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针对这个问题：中国国产操作系统推动者倪光南院士就表示：“如果不使用我国自主研发的操作系统，系统的后门钥匙始终掌握在别人手里，那么我国的信息安全就没有保障，客观上也为‘棱镜门’之类的监控计划留下了机会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https://baike.baidu.com/item/%E5%9B%BD%E4%BA%A7%E6%93%8D%E4%BD%9C%E7%B3%BB%E7%BB%9F/3633307?fr=Aladdin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http://news.mydrivers.com/1/532/532081.htm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F04191-FF48-4CDD-8286-365EB3C7CC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803400"/>
            <a:ext cx="4110292" cy="2209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9059" y="1803400"/>
            <a:ext cx="4110292" cy="2209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897" y="595313"/>
            <a:ext cx="2101453" cy="3417887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63538" y="595313"/>
            <a:ext cx="6182536" cy="3417887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63538" y="595313"/>
            <a:ext cx="8405812" cy="342265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803400"/>
            <a:ext cx="4110292" cy="2209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9059" y="1803400"/>
            <a:ext cx="4110292" cy="2209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897" y="595313"/>
            <a:ext cx="2101453" cy="3417887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63538" y="595313"/>
            <a:ext cx="6182536" cy="3417887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803400"/>
            <a:ext cx="4110292" cy="2209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9059" y="1803400"/>
            <a:ext cx="4110292" cy="2209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897" y="595313"/>
            <a:ext cx="2101453" cy="3417887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63538" y="595313"/>
            <a:ext cx="6182536" cy="3417887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803400"/>
            <a:ext cx="4110292" cy="2209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9059" y="1803400"/>
            <a:ext cx="4110292" cy="2209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897" y="595313"/>
            <a:ext cx="2101453" cy="3417887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63538" y="595313"/>
            <a:ext cx="6182536" cy="3417887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803400"/>
            <a:ext cx="4110292" cy="2209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9059" y="1803400"/>
            <a:ext cx="4110292" cy="2209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897" y="595313"/>
            <a:ext cx="2101453" cy="3417887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63538" y="595313"/>
            <a:ext cx="6182536" cy="3417887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63538" y="595313"/>
            <a:ext cx="8405812" cy="342265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803400"/>
            <a:ext cx="4110292" cy="2209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9059" y="1803400"/>
            <a:ext cx="4110292" cy="2209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897" y="595313"/>
            <a:ext cx="2101453" cy="3417887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63538" y="595313"/>
            <a:ext cx="6182536" cy="3417887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63538" y="595313"/>
            <a:ext cx="8405812" cy="342265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803400"/>
            <a:ext cx="4110292" cy="2209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9059" y="1803400"/>
            <a:ext cx="4110292" cy="2209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897" y="595313"/>
            <a:ext cx="2101453" cy="3417887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63538" y="595313"/>
            <a:ext cx="6182536" cy="3417887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3" Type="http://schemas.openxmlformats.org/officeDocument/2006/relationships/image" Target="../media/image3.png"/><Relationship Id="rId12" Type="http://schemas.openxmlformats.org/officeDocument/2006/relationships/image" Target="../media/image4.jpeg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5" Type="http://schemas.openxmlformats.org/officeDocument/2006/relationships/theme" Target="../theme/theme3.xml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5" Type="http://schemas.openxmlformats.org/officeDocument/2006/relationships/theme" Target="../theme/theme4.xml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35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9.xml"/><Relationship Id="rId3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7.xml"/><Relationship Id="rId16" Type="http://schemas.openxmlformats.org/officeDocument/2006/relationships/theme" Target="../theme/theme5.xml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5.xml"/><Relationship Id="rId1" Type="http://schemas.openxmlformats.org/officeDocument/2006/relationships/slideLayout" Target="../slideLayouts/slideLayout46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9.xml"/><Relationship Id="rId16" Type="http://schemas.openxmlformats.org/officeDocument/2006/relationships/theme" Target="../theme/theme6.xml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7.xml"/><Relationship Id="rId1" Type="http://schemas.openxmlformats.org/officeDocument/2006/relationships/slideLayout" Target="../slideLayouts/slideLayout58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2.xml"/><Relationship Id="rId2" Type="http://schemas.openxmlformats.org/officeDocument/2006/relationships/slideLayout" Target="../slideLayouts/slideLayout71.xml"/><Relationship Id="rId15" Type="http://schemas.openxmlformats.org/officeDocument/2006/relationships/theme" Target="../theme/theme7.xml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363538" y="595313"/>
            <a:ext cx="8393112" cy="7493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0"/>
            <a:r>
              <a:rPr lang="en-US" altLang="zh-CN"/>
              <a:t>Click to edit Title Slide</a:t>
            </a:r>
            <a:endParaRPr lang="en-US" altLang="zh-CN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381000" y="1803400"/>
            <a:ext cx="8388350" cy="22098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 indent="-455295"/>
            <a:r>
              <a:rPr lang="en-US" altLang="zh-CN"/>
              <a:t>Second level</a:t>
            </a:r>
            <a:endParaRPr lang="en-US" altLang="zh-CN"/>
          </a:p>
          <a:p>
            <a:pPr lvl="2" indent="-398145"/>
            <a:r>
              <a:rPr lang="en-US" altLang="zh-CN"/>
              <a:t>Third level</a:t>
            </a:r>
            <a:endParaRPr lang="en-US" altLang="zh-CN"/>
          </a:p>
          <a:p>
            <a:pPr lvl="3" indent="-321945"/>
            <a:r>
              <a:rPr lang="en-US" altLang="zh-CN"/>
              <a:t>Fourth level</a:t>
            </a:r>
            <a:endParaRPr lang="en-US" altLang="zh-CN"/>
          </a:p>
          <a:p>
            <a:pPr lvl="4" indent="-337820"/>
            <a:r>
              <a:rPr lang="en-US" altLang="zh-CN"/>
              <a:t>Fifth level</a:t>
            </a:r>
            <a:endParaRPr lang="en-US" altLang="zh-CN"/>
          </a:p>
        </p:txBody>
      </p:sp>
      <p:sp>
        <p:nvSpPr>
          <p:cNvPr id="1028" name="文本框 1027"/>
          <p:cNvSpPr txBox="1"/>
          <p:nvPr userDrawn="1"/>
        </p:nvSpPr>
        <p:spPr>
          <a:xfrm>
            <a:off x="2312988" y="4505325"/>
            <a:ext cx="1752600" cy="420688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2" indent="0" algn="l">
              <a:lnSpc>
                <a:spcPct val="120000"/>
              </a:lnSpc>
              <a:spcBef>
                <a:spcPct val="50000"/>
              </a:spcBef>
              <a:buClr>
                <a:schemeClr val="tx2"/>
              </a:buClr>
              <a:buSzPct val="95000"/>
              <a:buNone/>
            </a:pPr>
            <a:endParaRPr lang="zh-CN" altLang="en-US" sz="1800" b="0" dirty="0">
              <a:latin typeface="DejaVu Sans" panose="020B0606030804020204" charset="0"/>
              <a:ea typeface="方正书宋_GBK" panose="02000000000000000000" charset="-122"/>
            </a:endParaRPr>
          </a:p>
        </p:txBody>
      </p:sp>
      <p:pic>
        <p:nvPicPr>
          <p:cNvPr id="1029" name="对象 1028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0"/>
            <a:ext cx="838200" cy="517525"/>
          </a:xfrm>
          <a:prstGeom prst="rect">
            <a:avLst/>
          </a:prstGeom>
          <a:noFill/>
          <a:ln w="9525">
            <a:noFill/>
            <a:miter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sldNum="0" hdr="0" ftr="0" dt="0"/>
  <p:txStyles>
    <p:titleStyle>
      <a:lvl1pPr marL="0" lvl="0" indent="0" algn="l" defTabSz="914400" eaLnBrk="1" fontAlgn="base" latinLnBrk="0" hangingPunct="1">
        <a:lnSpc>
          <a:spcPct val="9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4800" b="1" i="0" u="none" kern="1200" baseline="0">
          <a:solidFill>
            <a:schemeClr val="tx2"/>
          </a:solidFill>
          <a:latin typeface="DejaVu Sans" panose="020B0606030804020204" charset="0"/>
          <a:ea typeface="+mj-ea"/>
          <a:cs typeface="DejaVu Sans" panose="020B0606030804020204" charset="0"/>
        </a:defRPr>
      </a:lvl1pPr>
    </p:titleStyle>
    <p:bodyStyle>
      <a:lvl1pPr marL="571500" lvl="0" indent="-571500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chemeClr val="bg2"/>
          </a:solidFill>
          <a:latin typeface="DejaVu Sans" panose="020B0606030804020204" charset="0"/>
          <a:ea typeface="+mn-ea"/>
          <a:cs typeface="DejaVu Sans" panose="020B0606030804020204" charset="0"/>
        </a:defRPr>
      </a:lvl1pPr>
      <a:lvl2pPr marL="1028700" lvl="1" indent="-455295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5"/>
        </a:buBlip>
        <a:defRPr sz="2800" b="0" i="0" u="none" kern="1200" baseline="0">
          <a:solidFill>
            <a:schemeClr val="bg2"/>
          </a:solidFill>
          <a:latin typeface="DejaVu Sans" panose="020B0606030804020204" charset="0"/>
          <a:ea typeface="+mn-ea"/>
          <a:cs typeface="DejaVu Sans" panose="020B0606030804020204" charset="0"/>
        </a:defRPr>
      </a:lvl2pPr>
      <a:lvl3pPr marL="1428750" lvl="2" indent="-398145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5"/>
        </a:buBlip>
        <a:defRPr sz="2400" b="0" i="0" u="none" kern="1200" baseline="0">
          <a:solidFill>
            <a:schemeClr val="bg2"/>
          </a:solidFill>
          <a:latin typeface="DejaVu Sans" panose="020B0606030804020204" charset="0"/>
          <a:ea typeface="+mn-ea"/>
          <a:cs typeface="DejaVu Sans" panose="020B0606030804020204" charset="0"/>
        </a:defRPr>
      </a:lvl3pPr>
      <a:lvl4pPr marL="1752600" lvl="3" indent="-321945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5"/>
        </a:buBlip>
        <a:defRPr sz="2000" b="0" i="0" u="none" kern="1200" baseline="0">
          <a:solidFill>
            <a:schemeClr val="bg2"/>
          </a:solidFill>
          <a:latin typeface="DejaVu Sans" panose="020B0606030804020204" charset="0"/>
          <a:ea typeface="+mn-ea"/>
          <a:cs typeface="DejaVu Sans" panose="020B0606030804020204" charset="0"/>
        </a:defRPr>
      </a:lvl4pPr>
      <a:lvl5pPr marL="2092325" lvl="4" indent="-337820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5"/>
        </a:buBlip>
        <a:defRPr sz="2000" b="0" i="0" u="none" kern="1200" baseline="0">
          <a:solidFill>
            <a:schemeClr val="bg2"/>
          </a:solidFill>
          <a:latin typeface="DejaVu Sans" panose="020B0606030804020204" charset="0"/>
          <a:ea typeface="+mn-ea"/>
          <a:cs typeface="DejaVu Sans" panose="020B0606030804020204" charset="0"/>
        </a:defRPr>
      </a:lvl5pPr>
      <a:lvl6pPr marL="2514600" lvl="5" indent="-51206400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5"/>
        </a:buBlip>
        <a:defRPr sz="2000" b="0" i="0" u="none" kern="1200" baseline="0">
          <a:solidFill>
            <a:schemeClr val="bg2"/>
          </a:solidFill>
          <a:latin typeface="+mn-lt"/>
          <a:ea typeface="+mn-ea"/>
          <a:cs typeface="+mn-cs"/>
        </a:defRPr>
      </a:lvl6pPr>
      <a:lvl7pPr marL="2971800" lvl="6" indent="-51206400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5"/>
        </a:buBlip>
        <a:defRPr sz="2000" b="0" i="0" u="none" kern="1200" baseline="0">
          <a:solidFill>
            <a:schemeClr val="bg2"/>
          </a:solidFill>
          <a:latin typeface="+mn-lt"/>
          <a:ea typeface="+mn-ea"/>
          <a:cs typeface="+mn-cs"/>
        </a:defRPr>
      </a:lvl7pPr>
      <a:lvl8pPr marL="3429000" lvl="7" indent="-51206400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5"/>
        </a:buBlip>
        <a:defRPr sz="2000" b="0" i="0" u="none" kern="1200" baseline="0">
          <a:solidFill>
            <a:schemeClr val="bg2"/>
          </a:solidFill>
          <a:latin typeface="+mn-lt"/>
          <a:ea typeface="+mn-ea"/>
          <a:cs typeface="+mn-cs"/>
        </a:defRPr>
      </a:lvl8pPr>
      <a:lvl9pPr marL="3886200" lvl="8" indent="-51206400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5"/>
        </a:buBlip>
        <a:defRPr sz="2000" b="0" i="0" u="none" kern="1200" baseline="0">
          <a:solidFill>
            <a:schemeClr val="bg2"/>
          </a:solidFill>
          <a:latin typeface="+mn-lt"/>
          <a:ea typeface="+mn-ea"/>
          <a:cs typeface="+mn-cs"/>
        </a:defRPr>
      </a:lvl9pPr>
    </p:bodyStyle>
    <p:other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122" name="标题 1025"/>
          <p:cNvSpPr>
            <a:spLocks noGrp="1"/>
          </p:cNvSpPr>
          <p:nvPr>
            <p:ph type="title"/>
          </p:nvPr>
        </p:nvSpPr>
        <p:spPr>
          <a:xfrm>
            <a:off x="363538" y="595313"/>
            <a:ext cx="8393112" cy="7493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0"/>
            <a:r>
              <a:rPr lang="en-US" altLang="zh-CN"/>
              <a:t>Click to edit Title Slide</a:t>
            </a:r>
            <a:endParaRPr lang="en-US" altLang="zh-CN"/>
          </a:p>
        </p:txBody>
      </p:sp>
      <p:sp>
        <p:nvSpPr>
          <p:cNvPr id="5123" name="文本占位符 1026"/>
          <p:cNvSpPr>
            <a:spLocks noGrp="1"/>
          </p:cNvSpPr>
          <p:nvPr>
            <p:ph type="body"/>
          </p:nvPr>
        </p:nvSpPr>
        <p:spPr>
          <a:xfrm>
            <a:off x="381000" y="1803400"/>
            <a:ext cx="8388350" cy="22098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 indent="-455295"/>
            <a:r>
              <a:rPr lang="en-US" altLang="zh-CN"/>
              <a:t>Second level</a:t>
            </a:r>
            <a:endParaRPr lang="en-US" altLang="zh-CN"/>
          </a:p>
          <a:p>
            <a:pPr lvl="2" indent="-398145"/>
            <a:r>
              <a:rPr lang="en-US" altLang="zh-CN"/>
              <a:t>Third level</a:t>
            </a:r>
            <a:endParaRPr lang="en-US" altLang="zh-CN"/>
          </a:p>
          <a:p>
            <a:pPr lvl="3" indent="-321945"/>
            <a:r>
              <a:rPr lang="en-US" altLang="zh-CN"/>
              <a:t>Fourth level</a:t>
            </a:r>
            <a:endParaRPr lang="en-US" altLang="zh-CN"/>
          </a:p>
          <a:p>
            <a:pPr lvl="4" indent="-337820"/>
            <a:r>
              <a:rPr lang="en-US" altLang="zh-CN"/>
              <a:t>Fifth level</a:t>
            </a: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sldNum="0" hdr="0" ftr="0" dt="0"/>
  <p:txStyles>
    <p:titleStyle>
      <a:lvl1pPr marL="0" lvl="0" indent="0" algn="l" defTabSz="914400" eaLnBrk="1" fontAlgn="base" latinLnBrk="0" hangingPunct="1">
        <a:lnSpc>
          <a:spcPct val="9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4800" b="1" i="0" u="none" kern="1200" baseline="0">
          <a:solidFill>
            <a:schemeClr val="tx2"/>
          </a:solidFill>
          <a:latin typeface="DejaVu Sans" panose="020B0606030804020204" charset="0"/>
          <a:ea typeface="+mj-ea"/>
          <a:cs typeface="DejaVu Sans" panose="020B0606030804020204" charset="0"/>
        </a:defRPr>
      </a:lvl1pPr>
    </p:titleStyle>
    <p:bodyStyle>
      <a:lvl1pPr marL="571500" lvl="0" indent="-571500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3"/>
        </a:buBlip>
        <a:defRPr sz="3200" b="0" i="0" u="none" kern="1200" baseline="0">
          <a:solidFill>
            <a:schemeClr val="bg2"/>
          </a:solidFill>
          <a:latin typeface="DejaVu Sans" panose="020B0606030804020204" charset="0"/>
          <a:ea typeface="+mn-ea"/>
          <a:cs typeface="DejaVu Sans" panose="020B0606030804020204" charset="0"/>
        </a:defRPr>
      </a:lvl1pPr>
      <a:lvl2pPr marL="1028700" lvl="1" indent="-455295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3"/>
        </a:buBlip>
        <a:defRPr sz="2800" b="0" i="0" u="none" kern="1200" baseline="0">
          <a:solidFill>
            <a:schemeClr val="bg2"/>
          </a:solidFill>
          <a:latin typeface="DejaVu Sans" panose="020B0606030804020204" charset="0"/>
          <a:ea typeface="+mn-ea"/>
          <a:cs typeface="DejaVu Sans" panose="020B0606030804020204" charset="0"/>
        </a:defRPr>
      </a:lvl2pPr>
      <a:lvl3pPr marL="1428750" lvl="2" indent="-398145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3"/>
        </a:buBlip>
        <a:defRPr sz="2400" b="0" i="0" u="none" kern="1200" baseline="0">
          <a:solidFill>
            <a:schemeClr val="bg2"/>
          </a:solidFill>
          <a:latin typeface="DejaVu Sans" panose="020B0606030804020204" charset="0"/>
          <a:ea typeface="+mn-ea"/>
          <a:cs typeface="DejaVu Sans" panose="020B0606030804020204" charset="0"/>
        </a:defRPr>
      </a:lvl3pPr>
      <a:lvl4pPr marL="1752600" lvl="3" indent="-321945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3"/>
        </a:buBlip>
        <a:defRPr sz="2000" b="0" i="0" u="none" kern="1200" baseline="0">
          <a:solidFill>
            <a:schemeClr val="bg2"/>
          </a:solidFill>
          <a:latin typeface="DejaVu Sans" panose="020B0606030804020204" charset="0"/>
          <a:ea typeface="+mn-ea"/>
          <a:cs typeface="DejaVu Sans" panose="020B0606030804020204" charset="0"/>
        </a:defRPr>
      </a:lvl4pPr>
      <a:lvl5pPr marL="2092325" lvl="4" indent="-337820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3"/>
        </a:buBlip>
        <a:defRPr sz="2000" b="0" i="0" u="none" kern="1200" baseline="0">
          <a:solidFill>
            <a:schemeClr val="bg2"/>
          </a:solidFill>
          <a:latin typeface="DejaVu Sans" panose="020B0606030804020204" charset="0"/>
          <a:ea typeface="+mn-ea"/>
          <a:cs typeface="DejaVu Sans" panose="020B0606030804020204" charset="0"/>
        </a:defRPr>
      </a:lvl5pPr>
      <a:lvl6pPr marL="2514600" lvl="5" indent="-51206400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3"/>
        </a:buBlip>
        <a:defRPr sz="2000" b="0" i="0" u="none" kern="1200" baseline="0">
          <a:solidFill>
            <a:schemeClr val="bg2"/>
          </a:solidFill>
          <a:latin typeface="+mn-lt"/>
          <a:ea typeface="+mn-ea"/>
          <a:cs typeface="+mn-cs"/>
        </a:defRPr>
      </a:lvl6pPr>
      <a:lvl7pPr marL="2971800" lvl="6" indent="-51206400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3"/>
        </a:buBlip>
        <a:defRPr sz="2000" b="0" i="0" u="none" kern="1200" baseline="0">
          <a:solidFill>
            <a:schemeClr val="bg2"/>
          </a:solidFill>
          <a:latin typeface="+mn-lt"/>
          <a:ea typeface="+mn-ea"/>
          <a:cs typeface="+mn-cs"/>
        </a:defRPr>
      </a:lvl7pPr>
      <a:lvl8pPr marL="3429000" lvl="7" indent="-51206400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3"/>
        </a:buBlip>
        <a:defRPr sz="2000" b="0" i="0" u="none" kern="1200" baseline="0">
          <a:solidFill>
            <a:schemeClr val="bg2"/>
          </a:solidFill>
          <a:latin typeface="+mn-lt"/>
          <a:ea typeface="+mn-ea"/>
          <a:cs typeface="+mn-cs"/>
        </a:defRPr>
      </a:lvl8pPr>
      <a:lvl9pPr marL="3886200" lvl="8" indent="-51206400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3"/>
        </a:buBlip>
        <a:defRPr sz="2000" b="0" i="0" u="none" kern="1200" baseline="0">
          <a:solidFill>
            <a:schemeClr val="bg2"/>
          </a:solidFill>
          <a:latin typeface="+mn-lt"/>
          <a:ea typeface="+mn-ea"/>
          <a:cs typeface="+mn-cs"/>
        </a:defRPr>
      </a:lvl9pPr>
    </p:bodyStyle>
    <p:other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6146" name="标题 1025"/>
          <p:cNvSpPr>
            <a:spLocks noGrp="1"/>
          </p:cNvSpPr>
          <p:nvPr>
            <p:ph type="title"/>
          </p:nvPr>
        </p:nvSpPr>
        <p:spPr>
          <a:xfrm>
            <a:off x="363538" y="595313"/>
            <a:ext cx="8393112" cy="7493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0"/>
            <a:r>
              <a:rPr lang="en-US" altLang="zh-CN"/>
              <a:t>Click to edit Title Slide</a:t>
            </a:r>
            <a:endParaRPr lang="en-US" altLang="zh-CN"/>
          </a:p>
        </p:txBody>
      </p:sp>
      <p:sp>
        <p:nvSpPr>
          <p:cNvPr id="6147" name="文本占位符 1026"/>
          <p:cNvSpPr>
            <a:spLocks noGrp="1"/>
          </p:cNvSpPr>
          <p:nvPr>
            <p:ph type="body"/>
          </p:nvPr>
        </p:nvSpPr>
        <p:spPr>
          <a:xfrm>
            <a:off x="381000" y="1803400"/>
            <a:ext cx="8388350" cy="22098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 indent="-455295"/>
            <a:r>
              <a:rPr lang="en-US" altLang="zh-CN"/>
              <a:t>Second level</a:t>
            </a:r>
            <a:endParaRPr lang="en-US" altLang="zh-CN"/>
          </a:p>
          <a:p>
            <a:pPr lvl="2" indent="-398145"/>
            <a:r>
              <a:rPr lang="en-US" altLang="zh-CN"/>
              <a:t>Third level</a:t>
            </a:r>
            <a:endParaRPr lang="en-US" altLang="zh-CN"/>
          </a:p>
          <a:p>
            <a:pPr lvl="3" indent="-321945"/>
            <a:r>
              <a:rPr lang="en-US" altLang="zh-CN"/>
              <a:t>Fourth level</a:t>
            </a:r>
            <a:endParaRPr lang="en-US" altLang="zh-CN"/>
          </a:p>
          <a:p>
            <a:pPr lvl="4" indent="-337820"/>
            <a:r>
              <a:rPr lang="en-US" altLang="zh-CN"/>
              <a:t>Fifth level</a:t>
            </a:r>
            <a:endParaRPr lang="en-US" altLang="zh-CN"/>
          </a:p>
        </p:txBody>
      </p:sp>
      <p:sp>
        <p:nvSpPr>
          <p:cNvPr id="6148" name="文本框 1027"/>
          <p:cNvSpPr txBox="1"/>
          <p:nvPr userDrawn="1"/>
        </p:nvSpPr>
        <p:spPr>
          <a:xfrm>
            <a:off x="2312988" y="4505325"/>
            <a:ext cx="1752600" cy="420688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2" indent="0" algn="l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Arial" panose="020B0604020202020204" pitchFamily="34" charset="0"/>
              <a:buNone/>
            </a:pPr>
            <a:endParaRPr lang="zh-CN" altLang="en-US" sz="1800" b="0" u="none" baseline="0" dirty="0">
              <a:solidFill>
                <a:srgbClr val="4138FA"/>
              </a:solidFill>
              <a:latin typeface="DejaVu Sans" panose="020B0606030804020204" charset="0"/>
              <a:ea typeface="方正书宋_GBK" panose="02000000000000000000" charset="-122"/>
            </a:endParaRPr>
          </a:p>
        </p:txBody>
      </p:sp>
      <p:pic>
        <p:nvPicPr>
          <p:cNvPr id="6149" name="对象 1028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838200" cy="517525"/>
          </a:xfrm>
          <a:prstGeom prst="rect">
            <a:avLst/>
          </a:prstGeom>
          <a:noFill/>
          <a:ln w="9525">
            <a:noFill/>
            <a:miter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sldNum="0" hdr="0" ftr="0" dt="0"/>
  <p:txStyles>
    <p:titleStyle>
      <a:lvl1pPr marL="0" lvl="0" indent="0" algn="l" defTabSz="914400" eaLnBrk="1" fontAlgn="base" latinLnBrk="0" hangingPunct="1">
        <a:lnSpc>
          <a:spcPct val="9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4800" b="1" i="0" u="none" kern="1200" baseline="0">
          <a:solidFill>
            <a:schemeClr val="tx2"/>
          </a:solidFill>
          <a:latin typeface="DejaVu Sans" panose="020B0606030804020204" charset="0"/>
          <a:ea typeface="+mj-ea"/>
          <a:cs typeface="DejaVu Sans" panose="020B0606030804020204" charset="0"/>
        </a:defRPr>
      </a:lvl1pPr>
    </p:titleStyle>
    <p:bodyStyle>
      <a:lvl1pPr marL="571500" lvl="0" indent="-571500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4"/>
        </a:buBlip>
        <a:defRPr sz="3200" b="0" i="0" u="none" kern="1200" baseline="0">
          <a:solidFill>
            <a:schemeClr val="bg2"/>
          </a:solidFill>
          <a:latin typeface="DejaVu Sans" panose="020B0606030804020204" charset="0"/>
          <a:ea typeface="+mn-ea"/>
          <a:cs typeface="DejaVu Sans" panose="020B0606030804020204" charset="0"/>
        </a:defRPr>
      </a:lvl1pPr>
      <a:lvl2pPr marL="1028700" lvl="1" indent="-455295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4"/>
        </a:buBlip>
        <a:defRPr sz="2800" b="0" i="0" u="none" kern="1200" baseline="0">
          <a:solidFill>
            <a:schemeClr val="bg2"/>
          </a:solidFill>
          <a:latin typeface="DejaVu Sans" panose="020B0606030804020204" charset="0"/>
          <a:ea typeface="+mn-ea"/>
          <a:cs typeface="DejaVu Sans" panose="020B0606030804020204" charset="0"/>
        </a:defRPr>
      </a:lvl2pPr>
      <a:lvl3pPr marL="1428750" lvl="2" indent="-398145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4"/>
        </a:buBlip>
        <a:defRPr sz="2400" b="0" i="0" u="none" kern="1200" baseline="0">
          <a:solidFill>
            <a:schemeClr val="bg2"/>
          </a:solidFill>
          <a:latin typeface="DejaVu Sans" panose="020B0606030804020204" charset="0"/>
          <a:ea typeface="+mn-ea"/>
          <a:cs typeface="DejaVu Sans" panose="020B0606030804020204" charset="0"/>
        </a:defRPr>
      </a:lvl3pPr>
      <a:lvl4pPr marL="1752600" lvl="3" indent="-321945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4"/>
        </a:buBlip>
        <a:defRPr sz="2000" b="0" i="0" u="none" kern="1200" baseline="0">
          <a:solidFill>
            <a:schemeClr val="bg2"/>
          </a:solidFill>
          <a:latin typeface="DejaVu Sans" panose="020B0606030804020204" charset="0"/>
          <a:ea typeface="+mn-ea"/>
          <a:cs typeface="DejaVu Sans" panose="020B0606030804020204" charset="0"/>
        </a:defRPr>
      </a:lvl4pPr>
      <a:lvl5pPr marL="2092325" lvl="4" indent="-337820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4"/>
        </a:buBlip>
        <a:defRPr sz="2000" b="0" i="0" u="none" kern="1200" baseline="0">
          <a:solidFill>
            <a:schemeClr val="bg2"/>
          </a:solidFill>
          <a:latin typeface="DejaVu Sans" panose="020B0606030804020204" charset="0"/>
          <a:ea typeface="+mn-ea"/>
          <a:cs typeface="DejaVu Sans" panose="020B0606030804020204" charset="0"/>
        </a:defRPr>
      </a:lvl5pPr>
      <a:lvl6pPr marL="2514600" lvl="5" indent="-51206400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4"/>
        </a:buBlip>
        <a:defRPr sz="2000" b="0" i="0" u="none" kern="1200" baseline="0">
          <a:solidFill>
            <a:schemeClr val="bg2"/>
          </a:solidFill>
          <a:latin typeface="+mn-lt"/>
          <a:ea typeface="+mn-ea"/>
          <a:cs typeface="+mn-cs"/>
        </a:defRPr>
      </a:lvl6pPr>
      <a:lvl7pPr marL="2971800" lvl="6" indent="-51206400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4"/>
        </a:buBlip>
        <a:defRPr sz="2000" b="0" i="0" u="none" kern="1200" baseline="0">
          <a:solidFill>
            <a:schemeClr val="bg2"/>
          </a:solidFill>
          <a:latin typeface="+mn-lt"/>
          <a:ea typeface="+mn-ea"/>
          <a:cs typeface="+mn-cs"/>
        </a:defRPr>
      </a:lvl7pPr>
      <a:lvl8pPr marL="3429000" lvl="7" indent="-51206400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4"/>
        </a:buBlip>
        <a:defRPr sz="2000" b="0" i="0" u="none" kern="1200" baseline="0">
          <a:solidFill>
            <a:schemeClr val="bg2"/>
          </a:solidFill>
          <a:latin typeface="+mn-lt"/>
          <a:ea typeface="+mn-ea"/>
          <a:cs typeface="+mn-cs"/>
        </a:defRPr>
      </a:lvl8pPr>
      <a:lvl9pPr marL="3886200" lvl="8" indent="-51206400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4"/>
        </a:buBlip>
        <a:defRPr sz="2000" b="0" i="0" u="none" kern="1200" baseline="0">
          <a:solidFill>
            <a:schemeClr val="bg2"/>
          </a:solidFill>
          <a:latin typeface="+mn-lt"/>
          <a:ea typeface="+mn-ea"/>
          <a:cs typeface="+mn-cs"/>
        </a:defRPr>
      </a:lvl9pPr>
    </p:bodyStyle>
    <p:other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363538" y="595313"/>
            <a:ext cx="8393112" cy="7493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0"/>
            <a:r>
              <a:rPr lang="en-US" altLang="zh-CN"/>
              <a:t>Click to edit Title Slide</a:t>
            </a:r>
            <a:endParaRPr lang="en-US" altLang="zh-CN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381000" y="1803400"/>
            <a:ext cx="8388350" cy="22098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 indent="-455295"/>
            <a:r>
              <a:rPr lang="en-US" altLang="zh-CN"/>
              <a:t>Second level</a:t>
            </a:r>
            <a:endParaRPr lang="en-US" altLang="zh-CN"/>
          </a:p>
          <a:p>
            <a:pPr lvl="2" indent="-398145"/>
            <a:r>
              <a:rPr lang="en-US" altLang="zh-CN"/>
              <a:t>Third level</a:t>
            </a:r>
            <a:endParaRPr lang="en-US" altLang="zh-CN"/>
          </a:p>
          <a:p>
            <a:pPr lvl="3" indent="-321945"/>
            <a:r>
              <a:rPr lang="en-US" altLang="zh-CN"/>
              <a:t>Fourth level</a:t>
            </a:r>
            <a:endParaRPr lang="en-US" altLang="zh-CN"/>
          </a:p>
          <a:p>
            <a:pPr lvl="4" indent="-337820"/>
            <a:r>
              <a:rPr lang="en-US" altLang="zh-CN"/>
              <a:t>Fifth level</a:t>
            </a:r>
            <a:endParaRPr lang="en-US" altLang="zh-CN"/>
          </a:p>
        </p:txBody>
      </p:sp>
      <p:sp>
        <p:nvSpPr>
          <p:cNvPr id="1028" name="文本框 1027"/>
          <p:cNvSpPr txBox="1"/>
          <p:nvPr userDrawn="1"/>
        </p:nvSpPr>
        <p:spPr>
          <a:xfrm>
            <a:off x="2312988" y="4505325"/>
            <a:ext cx="1752600" cy="420688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2" indent="0" algn="l">
              <a:lnSpc>
                <a:spcPct val="120000"/>
              </a:lnSpc>
              <a:spcBef>
                <a:spcPct val="50000"/>
              </a:spcBef>
              <a:buClr>
                <a:schemeClr val="tx2"/>
              </a:buClr>
              <a:buSzPct val="95000"/>
              <a:buNone/>
            </a:pPr>
            <a:endParaRPr lang="zh-CN" altLang="en-US" sz="1800" b="0" dirty="0">
              <a:latin typeface="DejaVu Sans" panose="020B0606030804020204" charset="0"/>
              <a:ea typeface="方正书宋_GBK" panose="02000000000000000000" charset="-122"/>
            </a:endParaRPr>
          </a:p>
        </p:txBody>
      </p:sp>
      <p:pic>
        <p:nvPicPr>
          <p:cNvPr id="1029" name="对象 1028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838200" cy="517525"/>
          </a:xfrm>
          <a:prstGeom prst="rect">
            <a:avLst/>
          </a:prstGeom>
          <a:noFill/>
          <a:ln w="9525">
            <a:noFill/>
            <a:miter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sldNum="0" hdr="0" ftr="0" dt="0"/>
  <p:txStyles>
    <p:titleStyle>
      <a:lvl1pPr marL="0" lvl="0" indent="0" algn="l" defTabSz="914400" eaLnBrk="1" fontAlgn="base" latinLnBrk="0" hangingPunct="1">
        <a:lnSpc>
          <a:spcPct val="9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4800" b="1" i="0" u="none" kern="1200" baseline="0">
          <a:solidFill>
            <a:schemeClr val="tx2"/>
          </a:solidFill>
          <a:latin typeface="DejaVu Sans" panose="020B0606030804020204" charset="0"/>
          <a:ea typeface="+mj-ea"/>
          <a:cs typeface="DejaVu Sans" panose="020B0606030804020204" charset="0"/>
        </a:defRPr>
      </a:lvl1pPr>
    </p:titleStyle>
    <p:bodyStyle>
      <a:lvl1pPr marL="571500" lvl="0" indent="-571500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4"/>
        </a:buBlip>
        <a:defRPr sz="3200" b="0" i="0" u="none" kern="1200" baseline="0">
          <a:solidFill>
            <a:schemeClr val="bg2"/>
          </a:solidFill>
          <a:latin typeface="DejaVu Sans" panose="020B0606030804020204" charset="0"/>
          <a:ea typeface="+mn-ea"/>
          <a:cs typeface="DejaVu Sans" panose="020B0606030804020204" charset="0"/>
        </a:defRPr>
      </a:lvl1pPr>
      <a:lvl2pPr marL="1028700" lvl="1" indent="-455295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4"/>
        </a:buBlip>
        <a:defRPr sz="2800" b="0" i="0" u="none" kern="1200" baseline="0">
          <a:solidFill>
            <a:schemeClr val="bg2"/>
          </a:solidFill>
          <a:latin typeface="DejaVu Sans" panose="020B0606030804020204" charset="0"/>
          <a:ea typeface="+mn-ea"/>
          <a:cs typeface="DejaVu Sans" panose="020B0606030804020204" charset="0"/>
        </a:defRPr>
      </a:lvl2pPr>
      <a:lvl3pPr marL="1428750" lvl="2" indent="-398145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4"/>
        </a:buBlip>
        <a:defRPr sz="2400" b="0" i="0" u="none" kern="1200" baseline="0">
          <a:solidFill>
            <a:schemeClr val="bg2"/>
          </a:solidFill>
          <a:latin typeface="DejaVu Sans" panose="020B0606030804020204" charset="0"/>
          <a:ea typeface="+mn-ea"/>
          <a:cs typeface="DejaVu Sans" panose="020B0606030804020204" charset="0"/>
        </a:defRPr>
      </a:lvl3pPr>
      <a:lvl4pPr marL="1752600" lvl="3" indent="-321945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4"/>
        </a:buBlip>
        <a:defRPr sz="2000" b="0" i="0" u="none" kern="1200" baseline="0">
          <a:solidFill>
            <a:schemeClr val="bg2"/>
          </a:solidFill>
          <a:latin typeface="DejaVu Sans" panose="020B0606030804020204" charset="0"/>
          <a:ea typeface="+mn-ea"/>
          <a:cs typeface="DejaVu Sans" panose="020B0606030804020204" charset="0"/>
        </a:defRPr>
      </a:lvl4pPr>
      <a:lvl5pPr marL="2092325" lvl="4" indent="-337820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4"/>
        </a:buBlip>
        <a:defRPr sz="2000" b="0" i="0" u="none" kern="1200" baseline="0">
          <a:solidFill>
            <a:schemeClr val="bg2"/>
          </a:solidFill>
          <a:latin typeface="DejaVu Sans" panose="020B0606030804020204" charset="0"/>
          <a:ea typeface="+mn-ea"/>
          <a:cs typeface="DejaVu Sans" panose="020B0606030804020204" charset="0"/>
        </a:defRPr>
      </a:lvl5pPr>
      <a:lvl6pPr marL="2514600" lvl="5" indent="-51206400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4"/>
        </a:buBlip>
        <a:defRPr sz="2000" b="0" i="0" u="none" kern="1200" baseline="0">
          <a:solidFill>
            <a:schemeClr val="bg2"/>
          </a:solidFill>
          <a:latin typeface="+mn-lt"/>
          <a:ea typeface="+mn-ea"/>
          <a:cs typeface="+mn-cs"/>
        </a:defRPr>
      </a:lvl6pPr>
      <a:lvl7pPr marL="2971800" lvl="6" indent="-51206400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4"/>
        </a:buBlip>
        <a:defRPr sz="2000" b="0" i="0" u="none" kern="1200" baseline="0">
          <a:solidFill>
            <a:schemeClr val="bg2"/>
          </a:solidFill>
          <a:latin typeface="+mn-lt"/>
          <a:ea typeface="+mn-ea"/>
          <a:cs typeface="+mn-cs"/>
        </a:defRPr>
      </a:lvl7pPr>
      <a:lvl8pPr marL="3429000" lvl="7" indent="-51206400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4"/>
        </a:buBlip>
        <a:defRPr sz="2000" b="0" i="0" u="none" kern="1200" baseline="0">
          <a:solidFill>
            <a:schemeClr val="bg2"/>
          </a:solidFill>
          <a:latin typeface="+mn-lt"/>
          <a:ea typeface="+mn-ea"/>
          <a:cs typeface="+mn-cs"/>
        </a:defRPr>
      </a:lvl8pPr>
      <a:lvl9pPr marL="3886200" lvl="8" indent="-51206400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4"/>
        </a:buBlip>
        <a:defRPr sz="2000" b="0" i="0" u="none" kern="1200" baseline="0">
          <a:solidFill>
            <a:schemeClr val="bg2"/>
          </a:solidFill>
          <a:latin typeface="+mn-lt"/>
          <a:ea typeface="+mn-ea"/>
          <a:cs typeface="+mn-cs"/>
        </a:defRPr>
      </a:lvl9pPr>
    </p:bodyStyle>
    <p:other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363538" y="595313"/>
            <a:ext cx="8393112" cy="7493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0"/>
            <a:r>
              <a:rPr lang="en-US" altLang="zh-CN"/>
              <a:t>Click to edit Title Slide</a:t>
            </a:r>
            <a:endParaRPr lang="en-US" altLang="zh-CN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381000" y="1803400"/>
            <a:ext cx="8388350" cy="22098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 indent="-455295"/>
            <a:r>
              <a:rPr lang="en-US" altLang="zh-CN"/>
              <a:t>Second level</a:t>
            </a:r>
            <a:endParaRPr lang="en-US" altLang="zh-CN"/>
          </a:p>
          <a:p>
            <a:pPr lvl="2" indent="-398145"/>
            <a:r>
              <a:rPr lang="en-US" altLang="zh-CN"/>
              <a:t>Third level</a:t>
            </a:r>
            <a:endParaRPr lang="en-US" altLang="zh-CN"/>
          </a:p>
          <a:p>
            <a:pPr lvl="3" indent="-321945"/>
            <a:r>
              <a:rPr lang="en-US" altLang="zh-CN"/>
              <a:t>Fourth level</a:t>
            </a:r>
            <a:endParaRPr lang="en-US" altLang="zh-CN"/>
          </a:p>
          <a:p>
            <a:pPr lvl="4" indent="-337820"/>
            <a:r>
              <a:rPr lang="en-US" altLang="zh-CN"/>
              <a:t>Fifth level</a:t>
            </a:r>
            <a:endParaRPr lang="en-US" altLang="zh-CN"/>
          </a:p>
        </p:txBody>
      </p:sp>
      <p:sp>
        <p:nvSpPr>
          <p:cNvPr id="1028" name="文本框 1027"/>
          <p:cNvSpPr txBox="1"/>
          <p:nvPr userDrawn="1"/>
        </p:nvSpPr>
        <p:spPr>
          <a:xfrm>
            <a:off x="2312988" y="4505325"/>
            <a:ext cx="1752600" cy="420688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2" indent="0" algn="l">
              <a:lnSpc>
                <a:spcPct val="120000"/>
              </a:lnSpc>
              <a:spcBef>
                <a:spcPct val="50000"/>
              </a:spcBef>
              <a:buClr>
                <a:schemeClr val="tx2"/>
              </a:buClr>
              <a:buSzPct val="95000"/>
              <a:buNone/>
            </a:pPr>
            <a:endParaRPr lang="zh-CN" altLang="en-US" sz="1800" b="0" dirty="0">
              <a:latin typeface="DejaVu Sans" panose="020B0606030804020204" charset="0"/>
              <a:ea typeface="方正书宋_GBK" panose="02000000000000000000" charset="-122"/>
            </a:endParaRPr>
          </a:p>
        </p:txBody>
      </p:sp>
      <p:pic>
        <p:nvPicPr>
          <p:cNvPr id="1029" name="对象 1028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0"/>
            <a:ext cx="838200" cy="517525"/>
          </a:xfrm>
          <a:prstGeom prst="rect">
            <a:avLst/>
          </a:prstGeom>
          <a:noFill/>
          <a:ln w="9525">
            <a:noFill/>
            <a:miter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sldNum="0" hdr="0" ftr="0" dt="0"/>
  <p:txStyles>
    <p:titleStyle>
      <a:lvl1pPr marL="0" lvl="0" indent="0" algn="l" defTabSz="914400" eaLnBrk="1" fontAlgn="base" latinLnBrk="0" hangingPunct="1">
        <a:lnSpc>
          <a:spcPct val="9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4800" b="1" i="0" u="none" kern="1200" baseline="0">
          <a:solidFill>
            <a:schemeClr val="tx2"/>
          </a:solidFill>
          <a:latin typeface="DejaVu Sans" panose="020B0606030804020204" charset="0"/>
          <a:ea typeface="+mj-ea"/>
          <a:cs typeface="DejaVu Sans" panose="020B0606030804020204" charset="0"/>
        </a:defRPr>
      </a:lvl1pPr>
    </p:titleStyle>
    <p:bodyStyle>
      <a:lvl1pPr marL="571500" lvl="0" indent="-571500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chemeClr val="bg2"/>
          </a:solidFill>
          <a:latin typeface="DejaVu Sans" panose="020B0606030804020204" charset="0"/>
          <a:ea typeface="+mn-ea"/>
          <a:cs typeface="DejaVu Sans" panose="020B0606030804020204" charset="0"/>
        </a:defRPr>
      </a:lvl1pPr>
      <a:lvl2pPr marL="1028700" lvl="1" indent="-455295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5"/>
        </a:buBlip>
        <a:defRPr sz="2800" b="0" i="0" u="none" kern="1200" baseline="0">
          <a:solidFill>
            <a:schemeClr val="bg2"/>
          </a:solidFill>
          <a:latin typeface="DejaVu Sans" panose="020B0606030804020204" charset="0"/>
          <a:ea typeface="+mn-ea"/>
          <a:cs typeface="DejaVu Sans" panose="020B0606030804020204" charset="0"/>
        </a:defRPr>
      </a:lvl2pPr>
      <a:lvl3pPr marL="1428750" lvl="2" indent="-398145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5"/>
        </a:buBlip>
        <a:defRPr sz="2400" b="0" i="0" u="none" kern="1200" baseline="0">
          <a:solidFill>
            <a:schemeClr val="bg2"/>
          </a:solidFill>
          <a:latin typeface="DejaVu Sans" panose="020B0606030804020204" charset="0"/>
          <a:ea typeface="+mn-ea"/>
          <a:cs typeface="DejaVu Sans" panose="020B0606030804020204" charset="0"/>
        </a:defRPr>
      </a:lvl3pPr>
      <a:lvl4pPr marL="1752600" lvl="3" indent="-321945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5"/>
        </a:buBlip>
        <a:defRPr sz="2000" b="0" i="0" u="none" kern="1200" baseline="0">
          <a:solidFill>
            <a:schemeClr val="bg2"/>
          </a:solidFill>
          <a:latin typeface="DejaVu Sans" panose="020B0606030804020204" charset="0"/>
          <a:ea typeface="+mn-ea"/>
          <a:cs typeface="DejaVu Sans" panose="020B0606030804020204" charset="0"/>
        </a:defRPr>
      </a:lvl4pPr>
      <a:lvl5pPr marL="2092325" lvl="4" indent="-337820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5"/>
        </a:buBlip>
        <a:defRPr sz="2000" b="0" i="0" u="none" kern="1200" baseline="0">
          <a:solidFill>
            <a:schemeClr val="bg2"/>
          </a:solidFill>
          <a:latin typeface="DejaVu Sans" panose="020B0606030804020204" charset="0"/>
          <a:ea typeface="+mn-ea"/>
          <a:cs typeface="DejaVu Sans" panose="020B0606030804020204" charset="0"/>
        </a:defRPr>
      </a:lvl5pPr>
      <a:lvl6pPr marL="2514600" lvl="5" indent="-51206400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5"/>
        </a:buBlip>
        <a:defRPr sz="2000" b="0" i="0" u="none" kern="1200" baseline="0">
          <a:solidFill>
            <a:schemeClr val="bg2"/>
          </a:solidFill>
          <a:latin typeface="+mn-lt"/>
          <a:ea typeface="+mn-ea"/>
          <a:cs typeface="+mn-cs"/>
        </a:defRPr>
      </a:lvl6pPr>
      <a:lvl7pPr marL="2971800" lvl="6" indent="-51206400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5"/>
        </a:buBlip>
        <a:defRPr sz="2000" b="0" i="0" u="none" kern="1200" baseline="0">
          <a:solidFill>
            <a:schemeClr val="bg2"/>
          </a:solidFill>
          <a:latin typeface="+mn-lt"/>
          <a:ea typeface="+mn-ea"/>
          <a:cs typeface="+mn-cs"/>
        </a:defRPr>
      </a:lvl7pPr>
      <a:lvl8pPr marL="3429000" lvl="7" indent="-51206400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5"/>
        </a:buBlip>
        <a:defRPr sz="2000" b="0" i="0" u="none" kern="1200" baseline="0">
          <a:solidFill>
            <a:schemeClr val="bg2"/>
          </a:solidFill>
          <a:latin typeface="+mn-lt"/>
          <a:ea typeface="+mn-ea"/>
          <a:cs typeface="+mn-cs"/>
        </a:defRPr>
      </a:lvl8pPr>
      <a:lvl9pPr marL="3886200" lvl="8" indent="-51206400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5"/>
        </a:buBlip>
        <a:defRPr sz="2000" b="0" i="0" u="none" kern="1200" baseline="0">
          <a:solidFill>
            <a:schemeClr val="bg2"/>
          </a:solidFill>
          <a:latin typeface="+mn-lt"/>
          <a:ea typeface="+mn-ea"/>
          <a:cs typeface="+mn-cs"/>
        </a:defRPr>
      </a:lvl9pPr>
    </p:bodyStyle>
    <p:other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363538" y="595313"/>
            <a:ext cx="8393112" cy="7493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0"/>
            <a:r>
              <a:rPr lang="en-US" altLang="zh-CN"/>
              <a:t>Click to edit Title Slide</a:t>
            </a:r>
            <a:endParaRPr lang="en-US" altLang="zh-CN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381000" y="1803400"/>
            <a:ext cx="8388350" cy="22098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 indent="-455295"/>
            <a:r>
              <a:rPr lang="en-US" altLang="zh-CN"/>
              <a:t>Second level</a:t>
            </a:r>
            <a:endParaRPr lang="en-US" altLang="zh-CN"/>
          </a:p>
          <a:p>
            <a:pPr lvl="2" indent="-398145"/>
            <a:r>
              <a:rPr lang="en-US" altLang="zh-CN"/>
              <a:t>Third level</a:t>
            </a:r>
            <a:endParaRPr lang="en-US" altLang="zh-CN"/>
          </a:p>
          <a:p>
            <a:pPr lvl="3" indent="-321945"/>
            <a:r>
              <a:rPr lang="en-US" altLang="zh-CN"/>
              <a:t>Fourth level</a:t>
            </a:r>
            <a:endParaRPr lang="en-US" altLang="zh-CN"/>
          </a:p>
          <a:p>
            <a:pPr lvl="4" indent="-337820"/>
            <a:r>
              <a:rPr lang="en-US" altLang="zh-CN"/>
              <a:t>Fifth level</a:t>
            </a:r>
            <a:endParaRPr lang="en-US" altLang="zh-CN"/>
          </a:p>
        </p:txBody>
      </p:sp>
      <p:sp>
        <p:nvSpPr>
          <p:cNvPr id="1028" name="文本框 1027"/>
          <p:cNvSpPr txBox="1"/>
          <p:nvPr userDrawn="1"/>
        </p:nvSpPr>
        <p:spPr>
          <a:xfrm>
            <a:off x="2312988" y="4505325"/>
            <a:ext cx="1752600" cy="420688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2" indent="0" algn="l">
              <a:lnSpc>
                <a:spcPct val="120000"/>
              </a:lnSpc>
              <a:spcBef>
                <a:spcPct val="50000"/>
              </a:spcBef>
              <a:buClr>
                <a:schemeClr val="tx2"/>
              </a:buClr>
              <a:buSzPct val="95000"/>
              <a:buNone/>
            </a:pPr>
            <a:endParaRPr lang="zh-CN" altLang="en-US" sz="1800" b="0" dirty="0">
              <a:latin typeface="DejaVu Sans" panose="020B0606030804020204" charset="0"/>
              <a:ea typeface="方正书宋_GBK" panose="02000000000000000000" charset="-122"/>
            </a:endParaRPr>
          </a:p>
        </p:txBody>
      </p:sp>
      <p:pic>
        <p:nvPicPr>
          <p:cNvPr id="1029" name="对象 1028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0"/>
            <a:ext cx="838200" cy="517525"/>
          </a:xfrm>
          <a:prstGeom prst="rect">
            <a:avLst/>
          </a:prstGeom>
          <a:noFill/>
          <a:ln w="9525">
            <a:noFill/>
            <a:miter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sldNum="0" hdr="0" ftr="0" dt="0"/>
  <p:txStyles>
    <p:titleStyle>
      <a:lvl1pPr marL="0" lvl="0" indent="0" algn="l" defTabSz="914400" eaLnBrk="1" fontAlgn="base" latinLnBrk="0" hangingPunct="1">
        <a:lnSpc>
          <a:spcPct val="9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4800" b="1" i="0" u="none" kern="1200" baseline="0">
          <a:solidFill>
            <a:schemeClr val="tx2"/>
          </a:solidFill>
          <a:latin typeface="DejaVu Sans" panose="020B0606030804020204" charset="0"/>
          <a:ea typeface="+mj-ea"/>
          <a:cs typeface="DejaVu Sans" panose="020B0606030804020204" charset="0"/>
        </a:defRPr>
      </a:lvl1pPr>
    </p:titleStyle>
    <p:bodyStyle>
      <a:lvl1pPr marL="571500" lvl="0" indent="-571500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chemeClr val="bg2"/>
          </a:solidFill>
          <a:latin typeface="DejaVu Sans" panose="020B0606030804020204" charset="0"/>
          <a:ea typeface="+mn-ea"/>
          <a:cs typeface="DejaVu Sans" panose="020B0606030804020204" charset="0"/>
        </a:defRPr>
      </a:lvl1pPr>
      <a:lvl2pPr marL="1028700" lvl="1" indent="-455295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5"/>
        </a:buBlip>
        <a:defRPr sz="2800" b="0" i="0" u="none" kern="1200" baseline="0">
          <a:solidFill>
            <a:schemeClr val="bg2"/>
          </a:solidFill>
          <a:latin typeface="DejaVu Sans" panose="020B0606030804020204" charset="0"/>
          <a:ea typeface="+mn-ea"/>
          <a:cs typeface="DejaVu Sans" panose="020B0606030804020204" charset="0"/>
        </a:defRPr>
      </a:lvl2pPr>
      <a:lvl3pPr marL="1428750" lvl="2" indent="-398145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5"/>
        </a:buBlip>
        <a:defRPr sz="2400" b="0" i="0" u="none" kern="1200" baseline="0">
          <a:solidFill>
            <a:schemeClr val="bg2"/>
          </a:solidFill>
          <a:latin typeface="DejaVu Sans" panose="020B0606030804020204" charset="0"/>
          <a:ea typeface="+mn-ea"/>
          <a:cs typeface="DejaVu Sans" panose="020B0606030804020204" charset="0"/>
        </a:defRPr>
      </a:lvl3pPr>
      <a:lvl4pPr marL="1752600" lvl="3" indent="-321945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5"/>
        </a:buBlip>
        <a:defRPr sz="2000" b="0" i="0" u="none" kern="1200" baseline="0">
          <a:solidFill>
            <a:schemeClr val="bg2"/>
          </a:solidFill>
          <a:latin typeface="DejaVu Sans" panose="020B0606030804020204" charset="0"/>
          <a:ea typeface="+mn-ea"/>
          <a:cs typeface="DejaVu Sans" panose="020B0606030804020204" charset="0"/>
        </a:defRPr>
      </a:lvl4pPr>
      <a:lvl5pPr marL="2092325" lvl="4" indent="-337820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5"/>
        </a:buBlip>
        <a:defRPr sz="2000" b="0" i="0" u="none" kern="1200" baseline="0">
          <a:solidFill>
            <a:schemeClr val="bg2"/>
          </a:solidFill>
          <a:latin typeface="DejaVu Sans" panose="020B0606030804020204" charset="0"/>
          <a:ea typeface="+mn-ea"/>
          <a:cs typeface="DejaVu Sans" panose="020B0606030804020204" charset="0"/>
        </a:defRPr>
      </a:lvl5pPr>
      <a:lvl6pPr marL="2514600" lvl="5" indent="-51206400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5"/>
        </a:buBlip>
        <a:defRPr sz="2000" b="0" i="0" u="none" kern="1200" baseline="0">
          <a:solidFill>
            <a:schemeClr val="bg2"/>
          </a:solidFill>
          <a:latin typeface="+mn-lt"/>
          <a:ea typeface="+mn-ea"/>
          <a:cs typeface="+mn-cs"/>
        </a:defRPr>
      </a:lvl6pPr>
      <a:lvl7pPr marL="2971800" lvl="6" indent="-51206400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5"/>
        </a:buBlip>
        <a:defRPr sz="2000" b="0" i="0" u="none" kern="1200" baseline="0">
          <a:solidFill>
            <a:schemeClr val="bg2"/>
          </a:solidFill>
          <a:latin typeface="+mn-lt"/>
          <a:ea typeface="+mn-ea"/>
          <a:cs typeface="+mn-cs"/>
        </a:defRPr>
      </a:lvl7pPr>
      <a:lvl8pPr marL="3429000" lvl="7" indent="-51206400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5"/>
        </a:buBlip>
        <a:defRPr sz="2000" b="0" i="0" u="none" kern="1200" baseline="0">
          <a:solidFill>
            <a:schemeClr val="bg2"/>
          </a:solidFill>
          <a:latin typeface="+mn-lt"/>
          <a:ea typeface="+mn-ea"/>
          <a:cs typeface="+mn-cs"/>
        </a:defRPr>
      </a:lvl8pPr>
      <a:lvl9pPr marL="3886200" lvl="8" indent="-51206400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5"/>
        </a:buBlip>
        <a:defRPr sz="2000" b="0" i="0" u="none" kern="1200" baseline="0">
          <a:solidFill>
            <a:schemeClr val="bg2"/>
          </a:solidFill>
          <a:latin typeface="+mn-lt"/>
          <a:ea typeface="+mn-ea"/>
          <a:cs typeface="+mn-cs"/>
        </a:defRPr>
      </a:lvl9pPr>
    </p:bodyStyle>
    <p:other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363538" y="595313"/>
            <a:ext cx="8393112" cy="7493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0"/>
            <a:r>
              <a:rPr lang="en-US" altLang="zh-CN"/>
              <a:t>Click to edit Title Slide</a:t>
            </a:r>
            <a:endParaRPr lang="en-US" altLang="zh-CN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381000" y="1803400"/>
            <a:ext cx="8388350" cy="22098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 indent="-455295"/>
            <a:r>
              <a:rPr lang="en-US" altLang="zh-CN"/>
              <a:t>Second level</a:t>
            </a:r>
            <a:endParaRPr lang="en-US" altLang="zh-CN"/>
          </a:p>
          <a:p>
            <a:pPr lvl="2" indent="-398145"/>
            <a:r>
              <a:rPr lang="en-US" altLang="zh-CN"/>
              <a:t>Third level</a:t>
            </a:r>
            <a:endParaRPr lang="en-US" altLang="zh-CN"/>
          </a:p>
          <a:p>
            <a:pPr lvl="3" indent="-321945"/>
            <a:r>
              <a:rPr lang="en-US" altLang="zh-CN"/>
              <a:t>Fourth level</a:t>
            </a:r>
            <a:endParaRPr lang="en-US" altLang="zh-CN"/>
          </a:p>
          <a:p>
            <a:pPr lvl="4" indent="-337820"/>
            <a:r>
              <a:rPr lang="en-US" altLang="zh-CN"/>
              <a:t>Fifth level</a:t>
            </a:r>
            <a:endParaRPr lang="en-US" altLang="zh-CN"/>
          </a:p>
        </p:txBody>
      </p:sp>
      <p:sp>
        <p:nvSpPr>
          <p:cNvPr id="1028" name="文本框 1027"/>
          <p:cNvSpPr txBox="1"/>
          <p:nvPr userDrawn="1"/>
        </p:nvSpPr>
        <p:spPr>
          <a:xfrm>
            <a:off x="2312988" y="4505325"/>
            <a:ext cx="1752600" cy="420688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2" indent="0" algn="l">
              <a:lnSpc>
                <a:spcPct val="120000"/>
              </a:lnSpc>
              <a:spcBef>
                <a:spcPct val="50000"/>
              </a:spcBef>
              <a:buClr>
                <a:schemeClr val="tx2"/>
              </a:buClr>
              <a:buSzPct val="95000"/>
              <a:buNone/>
            </a:pPr>
            <a:endParaRPr lang="zh-CN" altLang="en-US" sz="1800" b="0" dirty="0">
              <a:latin typeface="DejaVu Sans" panose="020B0606030804020204" charset="0"/>
              <a:ea typeface="方正书宋_GBK" panose="02000000000000000000" charset="-122"/>
            </a:endParaRPr>
          </a:p>
        </p:txBody>
      </p:sp>
      <p:pic>
        <p:nvPicPr>
          <p:cNvPr id="1029" name="对象 1028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838200" cy="517525"/>
          </a:xfrm>
          <a:prstGeom prst="rect">
            <a:avLst/>
          </a:prstGeom>
          <a:noFill/>
          <a:ln w="9525">
            <a:noFill/>
            <a:miter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sldNum="0" hdr="0" ftr="0" dt="0"/>
  <p:txStyles>
    <p:titleStyle>
      <a:lvl1pPr marL="0" lvl="0" indent="0" algn="l" defTabSz="914400" eaLnBrk="1" fontAlgn="base" latinLnBrk="0" hangingPunct="1">
        <a:lnSpc>
          <a:spcPct val="9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4800" b="1" i="0" u="none" kern="1200" baseline="0">
          <a:solidFill>
            <a:schemeClr val="tx2"/>
          </a:solidFill>
          <a:latin typeface="DejaVu Sans" panose="020B0606030804020204" charset="0"/>
          <a:ea typeface="+mj-ea"/>
          <a:cs typeface="DejaVu Sans" panose="020B0606030804020204" charset="0"/>
        </a:defRPr>
      </a:lvl1pPr>
    </p:titleStyle>
    <p:bodyStyle>
      <a:lvl1pPr marL="571500" lvl="0" indent="-571500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4"/>
        </a:buBlip>
        <a:defRPr sz="3200" b="0" i="0" u="none" kern="1200" baseline="0">
          <a:solidFill>
            <a:schemeClr val="bg2"/>
          </a:solidFill>
          <a:latin typeface="DejaVu Sans" panose="020B0606030804020204" charset="0"/>
          <a:ea typeface="+mn-ea"/>
          <a:cs typeface="DejaVu Sans" panose="020B0606030804020204" charset="0"/>
        </a:defRPr>
      </a:lvl1pPr>
      <a:lvl2pPr marL="1028700" lvl="1" indent="-455295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4"/>
        </a:buBlip>
        <a:defRPr sz="2800" b="0" i="0" u="none" kern="1200" baseline="0">
          <a:solidFill>
            <a:schemeClr val="bg2"/>
          </a:solidFill>
          <a:latin typeface="DejaVu Sans" panose="020B0606030804020204" charset="0"/>
          <a:ea typeface="+mn-ea"/>
          <a:cs typeface="DejaVu Sans" panose="020B0606030804020204" charset="0"/>
        </a:defRPr>
      </a:lvl2pPr>
      <a:lvl3pPr marL="1428750" lvl="2" indent="-398145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4"/>
        </a:buBlip>
        <a:defRPr sz="2400" b="0" i="0" u="none" kern="1200" baseline="0">
          <a:solidFill>
            <a:schemeClr val="bg2"/>
          </a:solidFill>
          <a:latin typeface="DejaVu Sans" panose="020B0606030804020204" charset="0"/>
          <a:ea typeface="+mn-ea"/>
          <a:cs typeface="DejaVu Sans" panose="020B0606030804020204" charset="0"/>
        </a:defRPr>
      </a:lvl3pPr>
      <a:lvl4pPr marL="1752600" lvl="3" indent="-321945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4"/>
        </a:buBlip>
        <a:defRPr sz="2000" b="0" i="0" u="none" kern="1200" baseline="0">
          <a:solidFill>
            <a:schemeClr val="bg2"/>
          </a:solidFill>
          <a:latin typeface="DejaVu Sans" panose="020B0606030804020204" charset="0"/>
          <a:ea typeface="+mn-ea"/>
          <a:cs typeface="DejaVu Sans" panose="020B0606030804020204" charset="0"/>
        </a:defRPr>
      </a:lvl4pPr>
      <a:lvl5pPr marL="2092325" lvl="4" indent="-337820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4"/>
        </a:buBlip>
        <a:defRPr sz="2000" b="0" i="0" u="none" kern="1200" baseline="0">
          <a:solidFill>
            <a:schemeClr val="bg2"/>
          </a:solidFill>
          <a:latin typeface="DejaVu Sans" panose="020B0606030804020204" charset="0"/>
          <a:ea typeface="+mn-ea"/>
          <a:cs typeface="DejaVu Sans" panose="020B0606030804020204" charset="0"/>
        </a:defRPr>
      </a:lvl5pPr>
      <a:lvl6pPr marL="2514600" lvl="5" indent="-51206400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4"/>
        </a:buBlip>
        <a:defRPr sz="2000" b="0" i="0" u="none" kern="1200" baseline="0">
          <a:solidFill>
            <a:schemeClr val="bg2"/>
          </a:solidFill>
          <a:latin typeface="+mn-lt"/>
          <a:ea typeface="+mn-ea"/>
          <a:cs typeface="+mn-cs"/>
        </a:defRPr>
      </a:lvl6pPr>
      <a:lvl7pPr marL="2971800" lvl="6" indent="-51206400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4"/>
        </a:buBlip>
        <a:defRPr sz="2000" b="0" i="0" u="none" kern="1200" baseline="0">
          <a:solidFill>
            <a:schemeClr val="bg2"/>
          </a:solidFill>
          <a:latin typeface="+mn-lt"/>
          <a:ea typeface="+mn-ea"/>
          <a:cs typeface="+mn-cs"/>
        </a:defRPr>
      </a:lvl7pPr>
      <a:lvl8pPr marL="3429000" lvl="7" indent="-51206400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4"/>
        </a:buBlip>
        <a:defRPr sz="2000" b="0" i="0" u="none" kern="1200" baseline="0">
          <a:solidFill>
            <a:schemeClr val="bg2"/>
          </a:solidFill>
          <a:latin typeface="+mn-lt"/>
          <a:ea typeface="+mn-ea"/>
          <a:cs typeface="+mn-cs"/>
        </a:defRPr>
      </a:lvl8pPr>
      <a:lvl9pPr marL="3886200" lvl="8" indent="-51206400" algn="l" defTabSz="914400" eaLnBrk="1" fontAlgn="base" latinLnBrk="0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Blip>
          <a:blip r:embed="rId14"/>
        </a:buBlip>
        <a:defRPr sz="2000" b="0" i="0" u="none" kern="1200" baseline="0">
          <a:solidFill>
            <a:schemeClr val="bg2"/>
          </a:solidFill>
          <a:latin typeface="+mn-lt"/>
          <a:ea typeface="+mn-ea"/>
          <a:cs typeface="+mn-cs"/>
        </a:defRPr>
      </a:lvl9pPr>
    </p:bodyStyle>
    <p:other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3200" b="1" i="0" u="none" kern="1200" baseline="0">
          <a:solidFill>
            <a:srgbClr val="4138FA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2.png"/><Relationship Id="rId1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9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GI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0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2.png"/><Relationship Id="rId1" Type="http://schemas.openxmlformats.org/officeDocument/2006/relationships/oleObject" Target="../embeddings/oleObject1.bin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2.png"/><Relationship Id="rId1" Type="http://schemas.openxmlformats.org/officeDocument/2006/relationships/oleObject" Target="../embeddings/oleObject2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1.xml"/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6.xml"/><Relationship Id="rId2" Type="http://schemas.openxmlformats.org/officeDocument/2006/relationships/hyperlink" Target="https://www.educoder.net/" TargetMode="External"/><Relationship Id="rId1" Type="http://schemas.openxmlformats.org/officeDocument/2006/relationships/image" Target="../media/image2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6.xml"/><Relationship Id="rId2" Type="http://schemas.openxmlformats.org/officeDocument/2006/relationships/image" Target="../media/image25.jpeg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6.xml"/><Relationship Id="rId1" Type="http://schemas.openxmlformats.org/officeDocument/2006/relationships/tags" Target="../tags/tag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6.xml"/><Relationship Id="rId2" Type="http://schemas.openxmlformats.org/officeDocument/2006/relationships/tags" Target="../tags/tag2.xml"/><Relationship Id="rId1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6.xml"/><Relationship Id="rId2" Type="http://schemas.openxmlformats.org/officeDocument/2006/relationships/tags" Target="../tags/tag3.xml"/><Relationship Id="rId1" Type="http://schemas.openxmlformats.org/officeDocument/2006/relationships/image" Target="../media/image27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6.xml"/><Relationship Id="rId1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8194" name="矩形 10241"/>
          <p:cNvSpPr/>
          <p:nvPr/>
        </p:nvSpPr>
        <p:spPr>
          <a:xfrm>
            <a:off x="2413000" y="476250"/>
            <a:ext cx="4284663" cy="579438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p>
            <a:pPr lvl="0" algn="ctr" fontAlgn="base"/>
            <a:r>
              <a:rPr lang="en-US" altLang="x-none" strike="noStrike" noProof="1" dirty="0">
                <a:solidFill>
                  <a:srgbClr val="FF33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 </a:t>
            </a:r>
            <a:r>
              <a:rPr lang="zh-CN" altLang="en-US" strike="noStrike" noProof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计算机本科</a:t>
            </a:r>
            <a:r>
              <a:rPr lang="zh-CN" altLang="en-US" strike="noStrike" noProof="1" dirty="0">
                <a:solidFill>
                  <a:srgbClr val="FF33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 </a:t>
            </a:r>
            <a:endParaRPr lang="zh-CN" altLang="en-US" strike="noStrike" noProof="1" dirty="0">
              <a:solidFill>
                <a:srgbClr val="FF3300"/>
              </a:solidFill>
              <a:effectLst>
                <a:outerShdw blurRad="38100" dist="38100" dir="2700000">
                  <a:srgbClr val="000000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</p:txBody>
      </p:sp>
      <p:sp>
        <p:nvSpPr>
          <p:cNvPr id="8195" name="矩形 10242"/>
          <p:cNvSpPr/>
          <p:nvPr/>
        </p:nvSpPr>
        <p:spPr>
          <a:xfrm>
            <a:off x="88900" y="1637348"/>
            <a:ext cx="8772525" cy="903605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p>
            <a:pPr marL="914400" lvl="1" indent="-457200" algn="ctr" fontAlgn="base">
              <a:lnSpc>
                <a:spcPct val="120000"/>
              </a:lnSpc>
            </a:pPr>
            <a:r>
              <a:rPr lang="zh-CN" altLang="en-US" sz="4400" i="1" strike="noStrike" noProof="1" dirty="0">
                <a:solidFill>
                  <a:schemeClr val="tx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操作系统原理</a:t>
            </a:r>
            <a:endParaRPr lang="en-US" altLang="zh-CN" sz="4400" i="1" strike="noStrike" noProof="1" dirty="0">
              <a:solidFill>
                <a:schemeClr val="tx2"/>
              </a:solidFill>
              <a:effectLst>
                <a:outerShdw blurRad="38100" dist="38100" dir="2700000">
                  <a:srgbClr val="000000"/>
                </a:outerShdw>
              </a:effectLst>
              <a:latin typeface="DejaVu Sans" panose="020B0606030804020204" charset="0"/>
              <a:ea typeface="方正书宋_GBK" panose="02000000000000000000" charset="-122"/>
              <a:cs typeface="+mn-ea"/>
            </a:endParaRPr>
          </a:p>
        </p:txBody>
      </p:sp>
      <p:sp>
        <p:nvSpPr>
          <p:cNvPr id="8196" name="副标题 10243"/>
          <p:cNvSpPr>
            <a:spLocks noGrp="1"/>
          </p:cNvSpPr>
          <p:nvPr>
            <p:ph type="subTitle"/>
          </p:nvPr>
        </p:nvSpPr>
        <p:spPr>
          <a:xfrm>
            <a:off x="1617663" y="2479041"/>
            <a:ext cx="6010275" cy="1979295"/>
          </a:xfrm>
        </p:spPr>
        <p:txBody>
          <a:bodyPr wrap="square" anchor="ctr">
            <a:spAutoFit/>
          </a:bodyPr>
          <a:lstStyle>
            <a:lvl1pPr marL="0" lvl="0" indent="0" algn="ctr">
              <a:defRPr kern="1200"/>
            </a:lvl1pPr>
            <a:lvl2pPr marL="457200" lvl="1" indent="-457200" algn="ctr">
              <a:defRPr kern="1200"/>
            </a:lvl2pPr>
            <a:lvl3pPr marL="914400" lvl="2" indent="-914400" algn="ctr">
              <a:defRPr kern="1200"/>
            </a:lvl3pPr>
            <a:lvl4pPr marL="1371600" lvl="3" indent="-1371600" algn="ctr">
              <a:defRPr kern="1200"/>
            </a:lvl4pPr>
            <a:lvl5pPr marL="1828800" lvl="4" indent="-1828800" algn="ctr">
              <a:defRPr kern="1200"/>
            </a:lvl5pPr>
          </a:lstStyle>
          <a:p>
            <a:pPr marL="0" lvl="0" indent="0" algn="ctr">
              <a:lnSpc>
                <a:spcPct val="130000"/>
              </a:lnSpc>
              <a:buNone/>
            </a:pPr>
            <a:r>
              <a:rPr lang="zh-CN" altLang="en-US" b="1" dirty="0">
                <a:solidFill>
                  <a:srgbClr val="800000"/>
                </a:solidFill>
              </a:rPr>
              <a:t>华中科技大学</a:t>
            </a:r>
            <a:endParaRPr lang="zh-CN" altLang="en-US" b="1" dirty="0">
              <a:solidFill>
                <a:srgbClr val="800000"/>
              </a:solidFill>
            </a:endParaRPr>
          </a:p>
          <a:p>
            <a:pPr marL="0" lvl="0" indent="0" algn="ctr">
              <a:lnSpc>
                <a:spcPct val="130000"/>
              </a:lnSpc>
              <a:buNone/>
            </a:pPr>
            <a:r>
              <a:rPr lang="zh-CN" altLang="en-US" sz="2800" b="1" dirty="0">
                <a:solidFill>
                  <a:srgbClr val="800000"/>
                </a:solidFill>
              </a:rPr>
              <a:t> 张杰（</a:t>
            </a:r>
            <a:r>
              <a:rPr lang="en-US" altLang="zh-CN" sz="2800" b="1" dirty="0">
                <a:solidFill>
                  <a:srgbClr val="800000"/>
                </a:solidFill>
              </a:rPr>
              <a:t>18995600296</a:t>
            </a:r>
            <a:r>
              <a:rPr lang="zh-CN" altLang="en-US" sz="2800" b="1" dirty="0">
                <a:solidFill>
                  <a:srgbClr val="800000"/>
                </a:solidFill>
              </a:rPr>
              <a:t>） (tozhangjie@hust.edu.cn)</a:t>
            </a:r>
            <a:endParaRPr lang="zh-CN" altLang="en-US" sz="2800" b="1" dirty="0">
              <a:solidFill>
                <a:srgbClr val="800000"/>
              </a:solidFill>
            </a:endParaRPr>
          </a:p>
        </p:txBody>
      </p:sp>
      <p:pic>
        <p:nvPicPr>
          <p:cNvPr id="8197" name="对象 102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8" y="17463"/>
            <a:ext cx="963612" cy="47625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8198" name="文本框 10245"/>
          <p:cNvSpPr txBox="1"/>
          <p:nvPr/>
        </p:nvSpPr>
        <p:spPr>
          <a:xfrm>
            <a:off x="1833563" y="4162425"/>
            <a:ext cx="5487988" cy="57785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ctr">
            <a:spAutoFit/>
          </a:bodyPr>
          <a:p>
            <a:pPr lvl="0" algn="ctr" fontAlgn="base"/>
            <a:endParaRPr lang="zh-CN" altLang="en-US" strike="noStrike" noProof="1" dirty="0">
              <a:effectLst>
                <a:outerShdw blurRad="38100" dist="38100" dir="2700000">
                  <a:srgbClr val="FFFFFF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</p:txBody>
      </p:sp>
      <p:sp>
        <p:nvSpPr>
          <p:cNvPr id="8199" name="文本框 10246"/>
          <p:cNvSpPr txBox="1"/>
          <p:nvPr/>
        </p:nvSpPr>
        <p:spPr>
          <a:xfrm>
            <a:off x="106363" y="4549299"/>
            <a:ext cx="8974138" cy="1568450"/>
          </a:xfrm>
          <a:prstGeom prst="rect">
            <a:avLst/>
          </a:prstGeom>
          <a:solidFill>
            <a:schemeClr val="accent1"/>
          </a:solidFill>
          <a:ln w="9525">
            <a:noFill/>
            <a:miter/>
          </a:ln>
        </p:spPr>
        <p:txBody>
          <a:bodyPr anchor="ctr">
            <a:spAutoFit/>
          </a:bodyPr>
          <a:p>
            <a:pPr lvl="0" algn="ctr" fontAlgn="base"/>
            <a:r>
              <a:rPr lang="zh-CN" altLang="en-US" strike="noStrike" noProof="1" dirty="0"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教材：计算机操作系统（第</a:t>
            </a:r>
            <a:r>
              <a:rPr lang="en-US" altLang="zh-CN" strike="noStrike" noProof="1" dirty="0"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3</a:t>
            </a:r>
            <a:r>
              <a:rPr lang="zh-CN" altLang="en-US" strike="noStrike" noProof="1" dirty="0"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版） 庞丽萍 阳富民</a:t>
            </a:r>
            <a:endParaRPr lang="zh-CN" altLang="en-US" strike="noStrike" noProof="1" dirty="0">
              <a:effectLst>
                <a:outerShdw blurRad="38100" dist="38100" dir="2700000">
                  <a:srgbClr val="FFFFFF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  <a:p>
            <a:pPr lvl="0" algn="l" fontAlgn="base"/>
            <a:r>
              <a:rPr lang="zh-CN" altLang="en-US" strike="noStrike" noProof="1" dirty="0"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课时：课堂</a:t>
            </a:r>
            <a:r>
              <a:rPr lang="en-US" altLang="zh-CN" strike="noStrike" noProof="1" dirty="0"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48</a:t>
            </a:r>
            <a:r>
              <a:rPr lang="zh-CN" altLang="en-US" strike="noStrike" noProof="1" dirty="0"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学时；实验1</a:t>
            </a:r>
            <a:r>
              <a:rPr lang="en-US" altLang="x-none" strike="noStrike" noProof="1" dirty="0"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6</a:t>
            </a:r>
            <a:r>
              <a:rPr lang="zh-CN" altLang="en-US" strike="noStrike" noProof="1" dirty="0"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学时 </a:t>
            </a:r>
            <a:endParaRPr lang="zh-CN" altLang="en-US" strike="noStrike" noProof="1" dirty="0">
              <a:effectLst>
                <a:outerShdw blurRad="38100" dist="38100" dir="2700000">
                  <a:srgbClr val="FFFFFF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  <a:p>
            <a:pPr lvl="0" algn="l" fontAlgn="base"/>
            <a:r>
              <a:rPr lang="zh-CN" altLang="en-US" strike="noStrike" noProof="1" dirty="0"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成绩：卷面考试＋平时成绩；实验成绩 </a:t>
            </a:r>
            <a:endParaRPr lang="zh-CN" altLang="en-US" strike="noStrike" noProof="1" dirty="0">
              <a:effectLst>
                <a:outerShdw blurRad="38100" dist="38100" dir="2700000">
                  <a:srgbClr val="FFFFFF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8195" grpId="0"/>
      <p:bldP spid="8196" grpId="0" uiExpand="1" build="p"/>
      <p:bldP spid="8199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矩形 11265"/>
          <p:cNvSpPr/>
          <p:nvPr/>
        </p:nvSpPr>
        <p:spPr>
          <a:xfrm>
            <a:off x="992188" y="1318260"/>
            <a:ext cx="7129463" cy="3634740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p>
            <a:pPr marL="533400" lvl="0" indent="-533400" algn="ctr" fontAlgn="base">
              <a:lnSpc>
                <a:spcPct val="120000"/>
              </a:lnSpc>
              <a:buClr>
                <a:schemeClr val="tx2"/>
              </a:buClr>
              <a:buSzPct val="95000"/>
            </a:pPr>
            <a:r>
              <a:rPr lang="zh-CN" altLang="en-US" sz="4800" strike="noStrike" noProof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前  言</a:t>
            </a:r>
            <a:endParaRPr lang="zh-CN" altLang="en-US" sz="4800" strike="noStrike" noProof="1" dirty="0">
              <a:solidFill>
                <a:srgbClr val="CC0000"/>
              </a:solidFill>
              <a:effectLst>
                <a:outerShdw blurRad="38100" dist="38100" dir="2700000">
                  <a:srgbClr val="000000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  <a:p>
            <a:pPr marL="914400" lvl="1" indent="-457200" algn="l" fontAlgn="base">
              <a:lnSpc>
                <a:spcPct val="120000"/>
              </a:lnSpc>
              <a:buClr>
                <a:schemeClr val="tx2"/>
              </a:buClr>
              <a:buSzPct val="95000"/>
              <a:buChar char="Ø"/>
            </a:pPr>
            <a:r>
              <a:rPr lang="zh-CN" altLang="en-US" sz="3600" b="0" i="1" strike="noStrike" noProof="1" dirty="0">
                <a:solidFill>
                  <a:srgbClr val="99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认识操作系统及其重要性</a:t>
            </a:r>
            <a:endParaRPr lang="zh-CN" altLang="en-US" sz="3600" b="0" i="1" strike="noStrike" noProof="1" dirty="0">
              <a:solidFill>
                <a:srgbClr val="990000"/>
              </a:solidFill>
              <a:effectLst>
                <a:outerShdw blurRad="38100" dist="38100" dir="2700000">
                  <a:srgbClr val="000000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  <a:p>
            <a:pPr marL="914400" lvl="1" indent="-457200" algn="l" fontAlgn="base">
              <a:lnSpc>
                <a:spcPct val="120000"/>
              </a:lnSpc>
              <a:buClr>
                <a:schemeClr val="tx2"/>
              </a:buClr>
              <a:buSzPct val="95000"/>
              <a:buChar char="Ø"/>
            </a:pPr>
            <a:r>
              <a:rPr lang="zh-CN" altLang="en-US" sz="3600" b="0" i="1" strike="noStrike" noProof="1" dirty="0">
                <a:solidFill>
                  <a:srgbClr val="99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如何学习操作系统</a:t>
            </a:r>
            <a:endParaRPr lang="zh-CN" altLang="en-US" sz="3600" b="0" i="1" strike="noStrike" noProof="1" dirty="0">
              <a:solidFill>
                <a:srgbClr val="990000"/>
              </a:solidFill>
              <a:effectLst>
                <a:outerShdw blurRad="38100" dist="38100" dir="2700000">
                  <a:srgbClr val="000000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  <a:p>
            <a:pPr marL="914400" lvl="1" indent="-457200" algn="l" fontAlgn="base">
              <a:lnSpc>
                <a:spcPct val="120000"/>
              </a:lnSpc>
              <a:buClr>
                <a:schemeClr val="tx2"/>
              </a:buClr>
              <a:buSzPct val="95000"/>
              <a:buChar char="Ø"/>
            </a:pPr>
            <a:r>
              <a:rPr lang="zh-CN" altLang="en-US" sz="3600" b="0" i="1" strike="noStrike" noProof="1" dirty="0">
                <a:solidFill>
                  <a:srgbClr val="99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操作系统课程的内容结构</a:t>
            </a:r>
            <a:endParaRPr lang="zh-CN" altLang="en-US" sz="3600" b="0" i="1" strike="noStrike" noProof="1" dirty="0">
              <a:solidFill>
                <a:srgbClr val="990000"/>
              </a:solidFill>
              <a:effectLst>
                <a:outerShdw blurRad="38100" dist="38100" dir="2700000">
                  <a:srgbClr val="000000"/>
                </a:outerShdw>
              </a:effectLst>
              <a:latin typeface="DejaVu Sans" panose="020B0606030804020204" charset="0"/>
              <a:ea typeface="方正书宋_GBK" panose="02000000000000000000" charset="-122"/>
              <a:cs typeface="+mn-ea"/>
            </a:endParaRPr>
          </a:p>
          <a:p>
            <a:pPr marL="914400" lvl="1" indent="-457200" algn="l" fontAlgn="base">
              <a:lnSpc>
                <a:spcPct val="120000"/>
              </a:lnSpc>
              <a:buClr>
                <a:schemeClr val="tx2"/>
              </a:buClr>
              <a:buSzPct val="95000"/>
              <a:buChar char="Ø"/>
            </a:pPr>
            <a:r>
              <a:rPr lang="zh-CN" altLang="en-US" sz="3600" b="0" i="1" dirty="0">
                <a:solidFill>
                  <a:srgbClr val="99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  <a:sym typeface="+mn-ea"/>
              </a:rPr>
              <a:t>操作系统</a:t>
            </a:r>
            <a:r>
              <a:rPr lang="zh-CN" altLang="en-US" sz="3600" b="0" i="1" strike="noStrike" noProof="1" dirty="0">
                <a:solidFill>
                  <a:srgbClr val="99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DejaVu Sans" panose="020B0606030804020204" charset="0"/>
                <a:ea typeface="方正书宋_GBK" panose="02000000000000000000" charset="-122"/>
              </a:rPr>
              <a:t>实验内容</a:t>
            </a:r>
            <a:endParaRPr lang="zh-CN" altLang="en-US" sz="3600" b="0" i="1" strike="noStrike" noProof="1" dirty="0">
              <a:solidFill>
                <a:srgbClr val="990000"/>
              </a:solidFill>
              <a:effectLst>
                <a:outerShdw blurRad="38100" dist="38100" dir="2700000">
                  <a:srgbClr val="000000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</p:txBody>
      </p:sp>
      <p:pic>
        <p:nvPicPr>
          <p:cNvPr id="2" name="内容占位符 11266"/>
          <p:cNvPicPr>
            <a:picLocks noGrp="1" noChangeAspect="1"/>
          </p:cNvPicPr>
          <p:nvPr>
            <p:ph idx="2147483647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838200" cy="517525"/>
          </a:xfrm>
        </p:spPr>
      </p:pic>
      <p:sp>
        <p:nvSpPr>
          <p:cNvPr id="9220" name="矩形 11267"/>
          <p:cNvSpPr/>
          <p:nvPr/>
        </p:nvSpPr>
        <p:spPr>
          <a:xfrm>
            <a:off x="381000" y="42863"/>
            <a:ext cx="8393113" cy="420688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p>
            <a:pPr lvl="0" algn="r" fontAlgn="base">
              <a:lnSpc>
                <a:spcPct val="90000"/>
              </a:lnSpc>
            </a:pPr>
            <a:r>
              <a:rPr lang="zh-CN" altLang="en-US" sz="2400" strike="noStrike" noProof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前言</a:t>
            </a:r>
            <a:endParaRPr lang="zh-CN" altLang="en-US" sz="2400" strike="noStrike" noProof="1" dirty="0">
              <a:solidFill>
                <a:srgbClr val="CC0000"/>
              </a:solidFill>
              <a:effectLst>
                <a:outerShdw blurRad="38100" dist="38100" dir="2700000">
                  <a:srgbClr val="000000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9218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矩形 23553"/>
          <p:cNvSpPr/>
          <p:nvPr/>
        </p:nvSpPr>
        <p:spPr>
          <a:xfrm>
            <a:off x="398463" y="901700"/>
            <a:ext cx="5265738" cy="676275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p>
            <a:pPr marL="533400" lvl="0" indent="-533400" algn="l" fontAlgn="base">
              <a:lnSpc>
                <a:spcPct val="120000"/>
              </a:lnSpc>
              <a:buClr>
                <a:schemeClr val="tx2"/>
              </a:buClr>
              <a:buSzPct val="95000"/>
            </a:pPr>
            <a:r>
              <a:rPr lang="zh-CN" altLang="en-US" strike="noStrike" noProof="1" dirty="0">
                <a:solidFill>
                  <a:srgbClr val="0033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各种各样的操作系统</a:t>
            </a:r>
            <a:endParaRPr lang="zh-CN" altLang="en-US" strike="noStrike" noProof="1" dirty="0">
              <a:solidFill>
                <a:srgbClr val="003399"/>
              </a:solidFill>
              <a:effectLst>
                <a:outerShdw blurRad="38100" dist="38100" dir="2700000">
                  <a:srgbClr val="000000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</p:txBody>
      </p:sp>
      <p:pic>
        <p:nvPicPr>
          <p:cNvPr id="2" name="内容占位符 23554"/>
          <p:cNvPicPr>
            <a:picLocks noGrp="1" noChangeAspect="1"/>
          </p:cNvPicPr>
          <p:nvPr>
            <p:ph idx="2147483647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838200" cy="517525"/>
          </a:xfrm>
        </p:spPr>
      </p:pic>
      <p:sp>
        <p:nvSpPr>
          <p:cNvPr id="10244" name="矩形 23555"/>
          <p:cNvSpPr/>
          <p:nvPr/>
        </p:nvSpPr>
        <p:spPr>
          <a:xfrm>
            <a:off x="381000" y="42863"/>
            <a:ext cx="8393113" cy="423545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p>
            <a:pPr lvl="0" algn="r" fontAlgn="base">
              <a:lnSpc>
                <a:spcPct val="90000"/>
              </a:lnSpc>
            </a:pPr>
            <a:r>
              <a:rPr lang="zh-CN" altLang="en-US" sz="2400" strike="noStrike" noProof="1" dirty="0">
                <a:solidFill>
                  <a:schemeClr val="tx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操作系统在计算机系统中的地位</a:t>
            </a:r>
            <a:endParaRPr lang="zh-CN" altLang="en-US" sz="2400" strike="noStrike" noProof="1" dirty="0">
              <a:solidFill>
                <a:schemeClr val="tx2"/>
              </a:solidFill>
              <a:effectLst>
                <a:outerShdw blurRad="38100" dist="38100" dir="2700000">
                  <a:srgbClr val="000000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</p:txBody>
      </p:sp>
      <p:sp>
        <p:nvSpPr>
          <p:cNvPr id="10245" name="矩形 10244"/>
          <p:cNvSpPr/>
          <p:nvPr/>
        </p:nvSpPr>
        <p:spPr>
          <a:xfrm>
            <a:off x="398780" y="1844675"/>
            <a:ext cx="7720965" cy="437832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/>
          <a:p>
            <a:pPr marL="1028700" lvl="1" indent="-455295" algn="l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Char char="Ø"/>
            </a:pPr>
            <a:endParaRPr lang="zh-CN" altLang="en-US" sz="900" b="0" i="1" u="none" baseline="0" dirty="0">
              <a:solidFill>
                <a:schemeClr val="bg2"/>
              </a:solidFill>
              <a:latin typeface="DejaVu Sans" panose="020B0606030804020204" charset="0"/>
              <a:ea typeface="方正书宋_GBK" panose="02000000000000000000" charset="-122"/>
            </a:endParaRPr>
          </a:p>
          <a:p>
            <a:pPr marL="571500" lvl="0" indent="-571500">
              <a:lnSpc>
                <a:spcPct val="90000"/>
              </a:lnSpc>
              <a:spcBef>
                <a:spcPct val="30000"/>
              </a:spcBef>
              <a:spcAft>
                <a:spcPct val="2000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Char char="l"/>
            </a:pPr>
            <a:r>
              <a:rPr lang="zh-CN" altLang="en-US" b="0" dirty="0">
                <a:solidFill>
                  <a:schemeClr val="tx1"/>
                </a:solidFill>
                <a:latin typeface="DejaVu Sans" panose="020B0606030804020204" charset="0"/>
                <a:ea typeface="方正书宋_GBK" panose="02000000000000000000" charset="-122"/>
              </a:rPr>
              <a:t>DOS（1979）</a:t>
            </a:r>
            <a:endParaRPr lang="zh-CN" altLang="en-US" b="0" dirty="0">
              <a:solidFill>
                <a:schemeClr val="tx1"/>
              </a:solidFill>
              <a:latin typeface="DejaVu Sans" panose="020B0606030804020204" charset="0"/>
              <a:ea typeface="方正书宋_GBK" panose="02000000000000000000" charset="-122"/>
            </a:endParaRPr>
          </a:p>
          <a:p>
            <a:pPr marL="571500" lvl="0" indent="-571500">
              <a:lnSpc>
                <a:spcPct val="90000"/>
              </a:lnSpc>
              <a:spcBef>
                <a:spcPct val="30000"/>
              </a:spcBef>
              <a:spcAft>
                <a:spcPct val="2000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Char char="l"/>
            </a:pPr>
            <a:r>
              <a:rPr lang="zh-CN" altLang="en-US" b="0" dirty="0">
                <a:solidFill>
                  <a:schemeClr val="tx1"/>
                </a:solidFill>
                <a:latin typeface="DejaVu Sans" panose="020B0606030804020204" charset="0"/>
                <a:ea typeface="方正书宋_GBK" panose="02000000000000000000" charset="-122"/>
              </a:rPr>
              <a:t>windows（1985，</a:t>
            </a:r>
            <a:r>
              <a:rPr lang="en-US" altLang="zh-CN" b="0" dirty="0">
                <a:solidFill>
                  <a:schemeClr val="tx1"/>
                </a:solidFill>
                <a:latin typeface="DejaVu Sans" panose="020B0606030804020204" charset="0"/>
                <a:ea typeface="方正书宋_GBK" panose="02000000000000000000" charset="-122"/>
              </a:rPr>
              <a:t>2000</a:t>
            </a:r>
            <a:r>
              <a:rPr lang="zh-CN" altLang="en-US" b="0" dirty="0">
                <a:solidFill>
                  <a:schemeClr val="tx1"/>
                </a:solidFill>
                <a:latin typeface="DejaVu Sans" panose="020B0606030804020204" charset="0"/>
                <a:ea typeface="方正书宋_GBK" panose="02000000000000000000" charset="-122"/>
              </a:rPr>
              <a:t>）</a:t>
            </a:r>
            <a:endParaRPr lang="zh-CN" altLang="en-US" b="0" dirty="0">
              <a:solidFill>
                <a:schemeClr val="tx1"/>
              </a:solidFill>
              <a:latin typeface="DejaVu Sans" panose="020B0606030804020204" charset="0"/>
              <a:ea typeface="方正书宋_GBK" panose="02000000000000000000" charset="-122"/>
            </a:endParaRPr>
          </a:p>
          <a:p>
            <a:pPr marL="571500" lvl="0" indent="-571500">
              <a:lnSpc>
                <a:spcPct val="90000"/>
              </a:lnSpc>
              <a:spcBef>
                <a:spcPct val="30000"/>
              </a:spcBef>
              <a:spcAft>
                <a:spcPct val="2000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/>
                </a:solidFill>
                <a:latin typeface="DejaVu Sans" panose="020B0606030804020204" charset="0"/>
                <a:ea typeface="方正书宋_GBK" panose="02000000000000000000" charset="-122"/>
              </a:rPr>
              <a:t>UNIX（1969，197</a:t>
            </a:r>
            <a:r>
              <a:rPr lang="zh-CN" altLang="zh-CN" dirty="0">
                <a:solidFill>
                  <a:schemeClr val="tx1"/>
                </a:solidFill>
                <a:latin typeface="DejaVu Sans" panose="020B0606030804020204" charset="0"/>
                <a:ea typeface="方正书宋_GBK" panose="02000000000000000000" charset="-122"/>
              </a:rPr>
              <a:t>4</a:t>
            </a:r>
            <a:r>
              <a:rPr lang="zh-CN" altLang="en-US" dirty="0">
                <a:solidFill>
                  <a:schemeClr val="tx1"/>
                </a:solidFill>
                <a:latin typeface="DejaVu Sans" panose="020B0606030804020204" charset="0"/>
                <a:ea typeface="方正书宋_GBK" panose="02000000000000000000" charset="-122"/>
              </a:rPr>
              <a:t>）</a:t>
            </a:r>
            <a:endParaRPr lang="zh-CN" altLang="en-US" b="0" dirty="0">
              <a:solidFill>
                <a:schemeClr val="tx1"/>
              </a:solidFill>
              <a:latin typeface="DejaVu Sans" panose="020B0606030804020204" charset="0"/>
              <a:ea typeface="方正书宋_GBK" panose="02000000000000000000" charset="-122"/>
            </a:endParaRPr>
          </a:p>
          <a:p>
            <a:pPr marL="571500" lvl="0" indent="-571500">
              <a:lnSpc>
                <a:spcPct val="90000"/>
              </a:lnSpc>
              <a:spcBef>
                <a:spcPct val="30000"/>
              </a:spcBef>
              <a:spcAft>
                <a:spcPct val="2000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Char char="l"/>
            </a:pPr>
            <a:r>
              <a:rPr lang="zh-CN" altLang="en-US" b="0" dirty="0">
                <a:solidFill>
                  <a:schemeClr val="tx1"/>
                </a:solidFill>
                <a:latin typeface="DejaVu Sans" panose="020B0606030804020204" charset="0"/>
                <a:ea typeface="方正书宋_GBK" panose="02000000000000000000" charset="-122"/>
              </a:rPr>
              <a:t>FreeBSD（1993）</a:t>
            </a:r>
            <a:endParaRPr lang="zh-CN" altLang="en-US" b="0" dirty="0">
              <a:solidFill>
                <a:schemeClr val="tx1"/>
              </a:solidFill>
              <a:latin typeface="DejaVu Sans" panose="020B0606030804020204" charset="0"/>
              <a:ea typeface="方正书宋_GBK" panose="02000000000000000000" charset="-122"/>
            </a:endParaRPr>
          </a:p>
          <a:p>
            <a:pPr marL="571500" lvl="0" indent="-571500">
              <a:lnSpc>
                <a:spcPct val="90000"/>
              </a:lnSpc>
              <a:spcBef>
                <a:spcPct val="30000"/>
              </a:spcBef>
              <a:spcAft>
                <a:spcPct val="2000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Char char="l"/>
            </a:pPr>
            <a:r>
              <a:rPr lang="zh-CN" altLang="en-US" b="0" dirty="0">
                <a:solidFill>
                  <a:schemeClr val="tx1"/>
                </a:solidFill>
                <a:latin typeface="DejaVu Sans" panose="020B0606030804020204" charset="0"/>
                <a:ea typeface="方正书宋_GBK" panose="02000000000000000000" charset="-122"/>
              </a:rPr>
              <a:t>Linux（1991）</a:t>
            </a:r>
            <a:endParaRPr lang="zh-CN" altLang="en-US" b="0" dirty="0">
              <a:solidFill>
                <a:schemeClr val="tx1"/>
              </a:solidFill>
              <a:latin typeface="DejaVu Sans" panose="020B0606030804020204" charset="0"/>
              <a:ea typeface="方正书宋_GBK" panose="02000000000000000000" charset="-122"/>
            </a:endParaRPr>
          </a:p>
          <a:p>
            <a:pPr marL="571500" lvl="0" indent="-571500">
              <a:lnSpc>
                <a:spcPct val="90000"/>
              </a:lnSpc>
              <a:spcBef>
                <a:spcPct val="30000"/>
              </a:spcBef>
              <a:spcAft>
                <a:spcPct val="2000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Char char="l"/>
            </a:pPr>
            <a:r>
              <a:rPr lang="zh-CN" altLang="en-US" b="0" dirty="0">
                <a:solidFill>
                  <a:schemeClr val="tx1"/>
                </a:solidFill>
                <a:latin typeface="DejaVu Sans" panose="020B0606030804020204" charset="0"/>
                <a:ea typeface="方正书宋_GBK" panose="02000000000000000000" charset="-122"/>
              </a:rPr>
              <a:t>Mac OS（1984，2000）</a:t>
            </a:r>
            <a:endParaRPr lang="zh-CN" altLang="en-US" sz="2400" b="0" dirty="0">
              <a:solidFill>
                <a:schemeClr val="tx1"/>
              </a:solidFill>
              <a:latin typeface="DejaVu Sans" panose="020B0606030804020204" charset="0"/>
              <a:ea typeface="方正书宋_GBK" panose="020000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1024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265" name="内容占位符 23554"/>
          <p:cNvPicPr>
            <a:picLocks noGrp="1" noChangeAspect="1"/>
          </p:cNvPicPr>
          <p:nvPr>
            <p:ph idx="2147483647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838200" cy="517525"/>
          </a:xfrm>
        </p:spPr>
      </p:pic>
      <p:sp>
        <p:nvSpPr>
          <p:cNvPr id="11267" name="矩形 23555"/>
          <p:cNvSpPr/>
          <p:nvPr/>
        </p:nvSpPr>
        <p:spPr>
          <a:xfrm>
            <a:off x="381000" y="42863"/>
            <a:ext cx="8393113" cy="423545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p>
            <a:pPr lvl="0" algn="r" fontAlgn="base">
              <a:lnSpc>
                <a:spcPct val="90000"/>
              </a:lnSpc>
            </a:pPr>
            <a:r>
              <a:rPr lang="zh-CN" altLang="en-US" sz="2400" strike="noStrike" noProof="1" dirty="0">
                <a:solidFill>
                  <a:schemeClr val="tx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操作系统在计算机系统中的地位</a:t>
            </a:r>
            <a:endParaRPr lang="zh-CN" altLang="en-US" sz="2400" strike="noStrike" noProof="1" dirty="0">
              <a:solidFill>
                <a:schemeClr val="tx2"/>
              </a:solidFill>
              <a:effectLst>
                <a:outerShdw blurRad="38100" dist="38100" dir="2700000">
                  <a:srgbClr val="000000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</p:txBody>
      </p:sp>
      <p:sp>
        <p:nvSpPr>
          <p:cNvPr id="11268" name="矩形 23553"/>
          <p:cNvSpPr/>
          <p:nvPr/>
        </p:nvSpPr>
        <p:spPr>
          <a:xfrm>
            <a:off x="398463" y="901700"/>
            <a:ext cx="5265738" cy="676275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p>
            <a:pPr marL="533400" lvl="0" indent="-533400" algn="l" fontAlgn="base">
              <a:lnSpc>
                <a:spcPct val="120000"/>
              </a:lnSpc>
              <a:buClr>
                <a:schemeClr val="tx2"/>
              </a:buClr>
              <a:buSzPct val="95000"/>
            </a:pPr>
            <a:r>
              <a:rPr lang="zh-CN" altLang="en-US" strike="noStrike" noProof="1" dirty="0">
                <a:solidFill>
                  <a:srgbClr val="0033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各种各样的操作系统</a:t>
            </a:r>
            <a:endParaRPr lang="zh-CN" altLang="en-US" strike="noStrike" noProof="1" dirty="0">
              <a:solidFill>
                <a:srgbClr val="003399"/>
              </a:solidFill>
              <a:effectLst>
                <a:outerShdw blurRad="38100" dist="38100" dir="2700000">
                  <a:srgbClr val="000000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</p:txBody>
      </p:sp>
      <p:sp>
        <p:nvSpPr>
          <p:cNvPr id="2" name="矩形 11268"/>
          <p:cNvSpPr/>
          <p:nvPr/>
        </p:nvSpPr>
        <p:spPr>
          <a:xfrm>
            <a:off x="146685" y="1545590"/>
            <a:ext cx="8833485" cy="487045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/>
          <a:p>
            <a:pPr marL="1028700" lvl="1" indent="-455295" algn="l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Char char="Ø"/>
            </a:pPr>
            <a:endParaRPr lang="zh-CN" altLang="en-US" sz="1200" b="0" i="1" u="none" baseline="0" dirty="0">
              <a:solidFill>
                <a:schemeClr val="bg2"/>
              </a:solidFill>
              <a:latin typeface="DejaVu Sans" panose="020B0606030804020204" charset="0"/>
              <a:ea typeface="方正书宋_GBK" panose="02000000000000000000" charset="-122"/>
            </a:endParaRPr>
          </a:p>
          <a:p>
            <a:pPr marL="571500" lvl="0" indent="-571500">
              <a:lnSpc>
                <a:spcPct val="90000"/>
              </a:lnSpc>
              <a:spcBef>
                <a:spcPct val="30000"/>
              </a:spcBef>
              <a:spcAft>
                <a:spcPct val="2000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Char char="l"/>
            </a:pPr>
            <a:r>
              <a:rPr lang="zh-CN" altLang="en-US" sz="4000" b="0" dirty="0">
                <a:solidFill>
                  <a:schemeClr val="bg2"/>
                </a:solidFill>
                <a:latin typeface="DejaVu Sans" panose="020B0606030804020204" charset="0"/>
                <a:ea typeface="方正书宋_GBK" panose="02000000000000000000" charset="-122"/>
              </a:rPr>
              <a:t> </a:t>
            </a:r>
            <a:r>
              <a:rPr lang="zh-CN" altLang="en-US" b="0" dirty="0">
                <a:solidFill>
                  <a:schemeClr val="tx1"/>
                </a:solidFill>
                <a:latin typeface="DejaVu Sans" panose="020B0606030804020204" charset="0"/>
                <a:ea typeface="方正书宋_GBK" panose="02000000000000000000" charset="-122"/>
              </a:rPr>
              <a:t>嵌入式操作系统</a:t>
            </a:r>
            <a:endParaRPr lang="zh-CN" altLang="en-US" b="0" dirty="0">
              <a:solidFill>
                <a:schemeClr val="tx1"/>
              </a:solidFill>
              <a:latin typeface="DejaVu Sans" panose="020B0606030804020204" charset="0"/>
              <a:ea typeface="方正书宋_GBK" panose="02000000000000000000" charset="-122"/>
            </a:endParaRPr>
          </a:p>
          <a:p>
            <a:pPr marL="1028700" lvl="1" indent="-455295" algn="l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2000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Char char="Ø"/>
            </a:pPr>
            <a:r>
              <a:rPr lang="zh-CN" altLang="en-US" sz="2800" b="0" i="1" u="none" baseline="0" dirty="0">
                <a:solidFill>
                  <a:schemeClr val="tx1"/>
                </a:solidFill>
                <a:latin typeface="DejaVu Sans" panose="020B0606030804020204" charset="0"/>
                <a:ea typeface="方正书宋_GBK" panose="02000000000000000000" charset="-122"/>
              </a:rPr>
              <a:t>Linux、uClinux、WinCE、PalmOS、Symbian、eCos、uCOS-II、</a:t>
            </a:r>
            <a:r>
              <a:rPr lang="zh-CN" altLang="en-US" sz="2800" b="0" i="1" dirty="0">
                <a:solidFill>
                  <a:schemeClr val="tx1"/>
                </a:solidFill>
                <a:latin typeface="DejaVu Sans" panose="020B0606030804020204" charset="0"/>
                <a:ea typeface="方正书宋_GBK" panose="02000000000000000000" charset="-122"/>
                <a:sym typeface="+mn-ea"/>
              </a:rPr>
              <a:t>uCOS-II</a:t>
            </a:r>
            <a:r>
              <a:rPr lang="x-none" altLang="zh-CN" sz="2800" b="0" i="1" dirty="0">
                <a:solidFill>
                  <a:schemeClr val="tx1"/>
                </a:solidFill>
                <a:latin typeface="DejaVu Sans" panose="020B0606030804020204" charset="0"/>
                <a:ea typeface="方正书宋_GBK" panose="02000000000000000000" charset="-122"/>
                <a:sym typeface="+mn-ea"/>
              </a:rPr>
              <a:t>I、</a:t>
            </a:r>
            <a:r>
              <a:rPr lang="zh-CN" altLang="en-US" sz="2800" b="0" i="1" u="none" baseline="0" dirty="0">
                <a:solidFill>
                  <a:schemeClr val="tx1"/>
                </a:solidFill>
                <a:latin typeface="DejaVu Sans" panose="020B0606030804020204" charset="0"/>
                <a:ea typeface="方正书宋_GBK" panose="02000000000000000000" charset="-122"/>
              </a:rPr>
              <a:t>VxWorks、pSOS、Nucleus、ThreadX 、Rtems 、QNX、INTEGRITY</a:t>
            </a:r>
            <a:r>
              <a:rPr lang="x-none" altLang="zh-CN" sz="2800" b="0" i="1" u="none" baseline="0" dirty="0">
                <a:solidFill>
                  <a:schemeClr val="tx1"/>
                </a:solidFill>
                <a:latin typeface="DejaVu Sans" panose="020B0606030804020204" charset="0"/>
                <a:ea typeface="方正书宋_GBK" panose="02000000000000000000" charset="-122"/>
              </a:rPr>
              <a:t>、</a:t>
            </a:r>
            <a:r>
              <a:rPr lang="zh-CN" altLang="en-US" sz="2800" b="0" i="1" u="none" baseline="0" dirty="0">
                <a:solidFill>
                  <a:schemeClr val="tx1"/>
                </a:solidFill>
                <a:latin typeface="DejaVu Sans" panose="020B0606030804020204" charset="0"/>
                <a:ea typeface="方正书宋_GBK" panose="02000000000000000000" charset="-122"/>
              </a:rPr>
              <a:t>FreeRTOS</a:t>
            </a:r>
            <a:r>
              <a:rPr lang="x-none" altLang="zh-CN" sz="2800" b="0" i="1" u="none" baseline="0" dirty="0">
                <a:solidFill>
                  <a:schemeClr val="tx1"/>
                </a:solidFill>
                <a:latin typeface="DejaVu Sans" panose="020B0606030804020204" charset="0"/>
                <a:ea typeface="方正书宋_GBK" panose="02000000000000000000" charset="-122"/>
              </a:rPr>
              <a:t>、RTOS</a:t>
            </a:r>
            <a:endParaRPr lang="x-none" altLang="zh-CN" sz="2800" b="0" i="1" u="none" baseline="0" dirty="0">
              <a:solidFill>
                <a:schemeClr val="tx1"/>
              </a:solidFill>
              <a:latin typeface="DejaVu Sans" panose="020B0606030804020204" charset="0"/>
              <a:ea typeface="方正书宋_GBK" panose="02000000000000000000" charset="-122"/>
            </a:endParaRPr>
          </a:p>
          <a:p>
            <a:pPr marL="1028700" lvl="1" indent="-455295" algn="l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2000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Char char="Ø"/>
            </a:pPr>
            <a:r>
              <a:rPr lang="zh-CN" altLang="en-US" sz="2800" b="0" i="1" dirty="0">
                <a:solidFill>
                  <a:schemeClr val="tx1"/>
                </a:solidFill>
                <a:latin typeface="DejaVu Sans" panose="020B0606030804020204" charset="0"/>
                <a:ea typeface="方正书宋_GBK" panose="02000000000000000000" charset="-122"/>
                <a:sym typeface="+mn-ea"/>
              </a:rPr>
              <a:t>djyOS、RT-Thread</a:t>
            </a:r>
            <a:r>
              <a:rPr lang="x-none" altLang="zh-CN" sz="2800" b="0" i="1" dirty="0">
                <a:solidFill>
                  <a:schemeClr val="tx1"/>
                </a:solidFill>
                <a:latin typeface="DejaVu Sans" panose="020B0606030804020204" charset="0"/>
                <a:ea typeface="方正书宋_GBK" panose="02000000000000000000" charset="-122"/>
                <a:sym typeface="+mn-ea"/>
              </a:rPr>
              <a:t>、SylixOS</a:t>
            </a:r>
            <a:r>
              <a:rPr lang="zh-CN" altLang="x-none" sz="2800" b="0" i="1" dirty="0">
                <a:solidFill>
                  <a:schemeClr val="tx1"/>
                </a:solidFill>
                <a:latin typeface="DejaVu Sans" panose="020B0606030804020204" charset="0"/>
                <a:ea typeface="方正书宋_GBK" panose="02000000000000000000" charset="-122"/>
                <a:sym typeface="+mn-ea"/>
              </a:rPr>
              <a:t>、</a:t>
            </a:r>
            <a:br>
              <a:rPr lang="zh-CN" altLang="x-none" sz="2800" b="0" i="1" dirty="0">
                <a:solidFill>
                  <a:schemeClr val="tx1"/>
                </a:solidFill>
                <a:latin typeface="DejaVu Sans" panose="020B0606030804020204" charset="0"/>
                <a:ea typeface="方正书宋_GBK" panose="02000000000000000000" charset="-122"/>
                <a:sym typeface="+mn-ea"/>
              </a:rPr>
            </a:br>
            <a:r>
              <a:rPr lang="zh-CN" altLang="x-none" sz="2800" b="0" i="1" dirty="0">
                <a:solidFill>
                  <a:schemeClr val="tx1"/>
                </a:solidFill>
                <a:latin typeface="DejaVu Sans" panose="020B0606030804020204" charset="0"/>
                <a:ea typeface="方正书宋_GBK" panose="02000000000000000000" charset="-122"/>
                <a:sym typeface="+mn-ea"/>
              </a:rPr>
              <a:t>Huawei LiteOS（</a:t>
            </a:r>
            <a:r>
              <a:rPr lang="en-US" altLang="zh-CN" sz="2800" b="0" i="1" dirty="0">
                <a:solidFill>
                  <a:schemeClr val="tx1"/>
                </a:solidFill>
                <a:latin typeface="DejaVu Sans" panose="020B0606030804020204" charset="0"/>
                <a:ea typeface="方正书宋_GBK" panose="02000000000000000000" charset="-122"/>
                <a:sym typeface="+mn-ea"/>
              </a:rPr>
              <a:t>Harmony OS</a:t>
            </a:r>
            <a:r>
              <a:rPr lang="zh-CN" altLang="en-US" sz="2800" b="0" i="1" dirty="0">
                <a:solidFill>
                  <a:schemeClr val="tx1"/>
                </a:solidFill>
                <a:latin typeface="DejaVu Sans" panose="020B0606030804020204" charset="0"/>
                <a:ea typeface="方正书宋_GBK" panose="02000000000000000000" charset="-122"/>
                <a:sym typeface="+mn-ea"/>
              </a:rPr>
              <a:t>）</a:t>
            </a:r>
            <a:endParaRPr lang="zh-CN" altLang="en-US" sz="2800" b="0" i="1" dirty="0">
              <a:solidFill>
                <a:schemeClr val="tx1"/>
              </a:solidFill>
              <a:latin typeface="DejaVu Sans" panose="020B0606030804020204" charset="0"/>
              <a:ea typeface="方正书宋_GBK" panose="02000000000000000000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Windows Logo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985" y="1652429"/>
            <a:ext cx="1783556" cy="1248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Linux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591" y="1531144"/>
            <a:ext cx="2477216" cy="1820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ttp://www.marketing-professionnel.fr/wp-content/uploads/2012/01/android-googl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5358" y="3625691"/>
            <a:ext cx="1984058" cy="1984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age result for ios logo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1261" y="3780949"/>
            <a:ext cx="18288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rcRect l="32751" r="31981"/>
          <a:stretch>
            <a:fillRect/>
          </a:stretch>
        </p:blipFill>
        <p:spPr>
          <a:xfrm>
            <a:off x="6555740" y="1459230"/>
            <a:ext cx="1775460" cy="21272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010" y="746125"/>
            <a:ext cx="4410710" cy="534035"/>
          </a:xfrm>
          <a:prstGeom prst="rect">
            <a:avLst/>
          </a:prstGeom>
        </p:spPr>
        <p:txBody>
          <a:bodyPr wrap="square"/>
          <a:lstStyle/>
          <a:p>
            <a:r>
              <a:rPr lang="zh-CN" altLang="en-US" sz="3200" b="0" dirty="0">
                <a:solidFill>
                  <a:srgbClr val="003399"/>
                </a:solidFill>
                <a:effectLst>
                  <a:outerShdw blurRad="38100" dist="38100" dir="2700000">
                    <a:srgbClr val="000000"/>
                  </a:outerShdw>
                </a:effectLst>
                <a:ea typeface="方正书宋_GBK" panose="02000000000000000000" charset="-122"/>
                <a:cs typeface="+mn-ea"/>
              </a:rPr>
              <a:t>国产操作系统</a:t>
            </a:r>
            <a:endParaRPr lang="zh-CN" altLang="en-US" dirty="0"/>
          </a:p>
        </p:txBody>
      </p:sp>
      <p:pic>
        <p:nvPicPr>
          <p:cNvPr id="2050" name="Picture 2" descr="https://bkimg.cdn.bcebos.com/pic/a8014c086e061d950a7b01907fa61dd162d9f2d35c43?x-bce-process=image/watermark,image_d2F0ZXIvYmFpa2UxODA=,g_7,xp_5,yp_5/format,f_auto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686" y="1395727"/>
            <a:ext cx="2497585" cy="2047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https://img0.baidu.com/it/u=459188300,1428005793&amp;fm=253&amp;fmt=auto&amp;app=138&amp;f=PNG?w=500&amp;h=3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718" y="1395885"/>
            <a:ext cx="2167055" cy="1352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https://img1.baidu.com/it/u=1597290681,4240280609&amp;fm=253&amp;fmt=auto&amp;app=138&amp;f=JPEG?w=500&amp;h=3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482" y="1395832"/>
            <a:ext cx="2088505" cy="1641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https://img2.baidu.com/it/u=2768360277,1796427358&amp;fm=253&amp;fmt=auto&amp;app=138&amp;f=JPEG?w=500&amp;h=2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199" y="3443080"/>
            <a:ext cx="2986794" cy="126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https://img2.baidu.com/it/u=227744693,1534500646&amp;fm=253&amp;fmt=auto&amp;app=120&amp;f=JPEG?w=800&amp;h=26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182" y="3253829"/>
            <a:ext cx="2806775" cy="936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https://img1.baidu.com/it/u=2593363135,1940198686&amp;fm=253&amp;fmt=auto&amp;app=138&amp;f=JPEG?w=600&amp;h=41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570" y="3253552"/>
            <a:ext cx="2401550" cy="1645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“地球”的图片搜索结果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408" y="4006943"/>
            <a:ext cx="919491" cy="919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zh-CN" altLang="en-US" sz="2700" dirty="0"/>
              <a:t>自主知识产权操作系统的重要性</a:t>
            </a:r>
            <a:endParaRPr lang="zh-CN" altLang="en-US" sz="2700" dirty="0"/>
          </a:p>
        </p:txBody>
      </p:sp>
      <p:sp>
        <p:nvSpPr>
          <p:cNvPr id="39" name="同心圆 38"/>
          <p:cNvSpPr/>
          <p:nvPr/>
        </p:nvSpPr>
        <p:spPr>
          <a:xfrm>
            <a:off x="979157" y="3423396"/>
            <a:ext cx="2071992" cy="2086583"/>
          </a:xfrm>
          <a:prstGeom prst="donu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FCD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</a:endParaRPr>
          </a:p>
        </p:txBody>
      </p:sp>
      <p:pic>
        <p:nvPicPr>
          <p:cNvPr id="3080" name="Picture 8" descr="“安卓”的图片搜索结果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231" y="4380811"/>
            <a:ext cx="934338" cy="934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“windows logo”的图片搜索结果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197" y="2977004"/>
            <a:ext cx="657911" cy="657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“苹果logo无背景”的图片搜索结果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4899" y="4350017"/>
            <a:ext cx="948445" cy="948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矩形 40"/>
          <p:cNvSpPr/>
          <p:nvPr/>
        </p:nvSpPr>
        <p:spPr>
          <a:xfrm>
            <a:off x="320675" y="1600200"/>
            <a:ext cx="4134485" cy="1861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800" dirty="0"/>
              <a:t>操作系统市场占比</a:t>
            </a:r>
            <a:endParaRPr lang="zh-CN" altLang="en-US" sz="1800" dirty="0"/>
          </a:p>
          <a:p>
            <a:pPr lvl="0">
              <a:lnSpc>
                <a:spcPct val="200000"/>
              </a:lnSpc>
            </a:pPr>
            <a:r>
              <a:rPr lang="zh-CN" altLang="en-US" sz="1600" dirty="0">
                <a:sym typeface="+mn-ea"/>
              </a:rPr>
              <a:t>微软凭借</a:t>
            </a:r>
            <a:r>
              <a:rPr lang="en-US" altLang="zh-CN" sz="1600" dirty="0">
                <a:sym typeface="+mn-ea"/>
              </a:rPr>
              <a:t>Windows</a:t>
            </a:r>
            <a:r>
              <a:rPr lang="zh-CN" altLang="en-US" sz="1600" dirty="0">
                <a:sym typeface="+mn-ea"/>
              </a:rPr>
              <a:t>几乎垄断</a:t>
            </a:r>
            <a:r>
              <a:rPr lang="en-US" altLang="zh-CN" sz="1600" dirty="0">
                <a:sym typeface="+mn-ea"/>
              </a:rPr>
              <a:t>PC</a:t>
            </a:r>
            <a:r>
              <a:rPr lang="zh-CN" altLang="en-US" sz="1600" dirty="0">
                <a:sym typeface="+mn-ea"/>
              </a:rPr>
              <a:t>操作系统</a:t>
            </a:r>
            <a:endParaRPr lang="en-US" altLang="zh-CN" sz="1600" dirty="0"/>
          </a:p>
          <a:p>
            <a:pPr lvl="0">
              <a:lnSpc>
                <a:spcPct val="200000"/>
              </a:lnSpc>
            </a:pPr>
            <a:r>
              <a:rPr lang="zh-CN" altLang="en-US" sz="1600" dirty="0">
                <a:sym typeface="+mn-ea"/>
              </a:rPr>
              <a:t>苹果和谷歌</a:t>
            </a:r>
            <a:r>
              <a:rPr lang="zh-CN" altLang="en-US" sz="1600" dirty="0">
                <a:sym typeface="+mn-ea"/>
              </a:rPr>
              <a:t>几乎</a:t>
            </a:r>
            <a:r>
              <a:rPr lang="zh-CN" altLang="en-US" sz="1600" dirty="0">
                <a:sym typeface="+mn-ea"/>
              </a:rPr>
              <a:t>瓜分了移动操作系统市场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endParaRPr lang="en-US" altLang="zh-CN" sz="1600" dirty="0"/>
          </a:p>
        </p:txBody>
      </p:sp>
      <p:sp>
        <p:nvSpPr>
          <p:cNvPr id="42" name="矩形 41"/>
          <p:cNvSpPr/>
          <p:nvPr/>
        </p:nvSpPr>
        <p:spPr>
          <a:xfrm>
            <a:off x="3865134" y="3355654"/>
            <a:ext cx="4829697" cy="3276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/>
              <a:t>国家安全</a:t>
            </a:r>
            <a:endParaRPr lang="en-US" altLang="zh-CN" sz="1000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操作系统是整个计算机的核心所在，能完全控制全部软硬件 </a:t>
            </a:r>
            <a:r>
              <a:rPr lang="en-US" altLang="zh-CN" sz="1600" dirty="0"/>
              <a:t>--- </a:t>
            </a:r>
            <a:r>
              <a:rPr lang="zh-CN" altLang="en-US" sz="1600" dirty="0"/>
              <a:t>棱镜门事件</a:t>
            </a:r>
            <a:endParaRPr lang="en-US" altLang="zh-CN" sz="1600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操作系统不安全，服务</a:t>
            </a:r>
            <a:r>
              <a:rPr lang="en-US" altLang="zh-CN" sz="1600" dirty="0"/>
              <a:t>/</a:t>
            </a:r>
            <a:r>
              <a:rPr lang="zh-CN" altLang="en-US" sz="1600" dirty="0"/>
              <a:t>数据</a:t>
            </a:r>
            <a:r>
              <a:rPr lang="en-US" altLang="zh-CN" sz="1600" dirty="0"/>
              <a:t>/</a:t>
            </a:r>
            <a:r>
              <a:rPr lang="zh-CN" altLang="en-US" sz="1600" dirty="0"/>
              <a:t>计算等就都不安全</a:t>
            </a:r>
            <a:endParaRPr lang="en-US" altLang="zh-CN" sz="1600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由于操作系统关系到国家的信息安全，俄罗斯、德国等国家已经推行，在政府部门的电脑中，采用本国的操作系统软件</a:t>
            </a:r>
            <a:endParaRPr lang="zh-CN" altLang="en-US" sz="1600" dirty="0"/>
          </a:p>
        </p:txBody>
      </p:sp>
      <p:sp>
        <p:nvSpPr>
          <p:cNvPr id="54" name="圆角矩形 53"/>
          <p:cNvSpPr/>
          <p:nvPr/>
        </p:nvSpPr>
        <p:spPr>
          <a:xfrm>
            <a:off x="320549" y="1552130"/>
            <a:ext cx="3720582" cy="4156357"/>
          </a:xfrm>
          <a:prstGeom prst="roundRect">
            <a:avLst>
              <a:gd name="adj" fmla="val 6192"/>
            </a:avLst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45" name="矩形 44"/>
          <p:cNvSpPr/>
          <p:nvPr/>
        </p:nvSpPr>
        <p:spPr>
          <a:xfrm>
            <a:off x="4041131" y="1599980"/>
            <a:ext cx="368681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800" dirty="0"/>
              <a:t>操作系统在国计民生中的重要性</a:t>
            </a:r>
            <a:endParaRPr lang="en-US" altLang="zh-CN" sz="1800" dirty="0"/>
          </a:p>
        </p:txBody>
      </p:sp>
      <p:sp>
        <p:nvSpPr>
          <p:cNvPr id="46" name="矩形 45"/>
          <p:cNvSpPr/>
          <p:nvPr/>
        </p:nvSpPr>
        <p:spPr>
          <a:xfrm>
            <a:off x="3865134" y="1959118"/>
            <a:ext cx="4829697" cy="15144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000" dirty="0"/>
              <a:t>产业价值</a:t>
            </a:r>
            <a:endParaRPr lang="en-US" altLang="zh-CN" sz="1000" dirty="0"/>
          </a:p>
          <a:p>
            <a:pPr marL="1200150" lvl="2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政府</a:t>
            </a:r>
            <a:r>
              <a:rPr lang="en-US" altLang="zh-CN" sz="1600" dirty="0"/>
              <a:t>/</a:t>
            </a:r>
            <a:r>
              <a:rPr lang="zh-CN" altLang="en-US" sz="1600" dirty="0"/>
              <a:t>企业</a:t>
            </a:r>
            <a:r>
              <a:rPr lang="en-US" altLang="zh-CN" sz="1600" dirty="0"/>
              <a:t>/</a:t>
            </a:r>
            <a:r>
              <a:rPr lang="zh-CN" altLang="en-US" sz="1600" dirty="0"/>
              <a:t>事业单位的正版软件采购，每年需要向微软支付百亿级的巨款</a:t>
            </a:r>
            <a:endParaRPr lang="en-US" altLang="zh-CN" sz="1600" dirty="0"/>
          </a:p>
          <a:p>
            <a:pPr marL="1200150" lvl="2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优秀的国产操作系统能够打通产业链，大量国内软件企业将受益</a:t>
            </a:r>
            <a:endParaRPr lang="zh-CN" altLang="en-US" sz="1600" dirty="0"/>
          </a:p>
        </p:txBody>
      </p:sp>
      <p:sp>
        <p:nvSpPr>
          <p:cNvPr id="59" name="矩形 58"/>
          <p:cNvSpPr/>
          <p:nvPr/>
        </p:nvSpPr>
        <p:spPr>
          <a:xfrm>
            <a:off x="251" y="1019727"/>
            <a:ext cx="160012" cy="4171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5" tIns="34287" rIns="68575" bIns="34287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sz="1400">
              <a:solidFill>
                <a:srgbClr val="E7E6E6">
                  <a:lumMod val="50000"/>
                </a:srgbClr>
              </a:solidFill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/>
          <p:cNvSpPr/>
          <p:nvPr/>
        </p:nvSpPr>
        <p:spPr>
          <a:xfrm>
            <a:off x="251" y="1019727"/>
            <a:ext cx="160012" cy="4171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5" tIns="34287" rIns="68575" bIns="34287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sz="1400">
              <a:solidFill>
                <a:srgbClr val="E7E6E6">
                  <a:lumMod val="50000"/>
                </a:srgbClr>
              </a:solidFill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9" name="Shape 2012"/>
          <p:cNvSpPr/>
          <p:nvPr/>
        </p:nvSpPr>
        <p:spPr>
          <a:xfrm>
            <a:off x="4929174" y="1900121"/>
            <a:ext cx="3664425" cy="1717773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3085" tIns="13085" rIns="13085" bIns="13085" anchor="ctr"/>
          <a:lstStyle/>
          <a:p>
            <a:pPr lvl="0">
              <a:lnSpc>
                <a:spcPct val="120000"/>
              </a:lnSpc>
            </a:pPr>
            <a:endParaRPr sz="1200"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0" name="Shape 2013"/>
          <p:cNvSpPr/>
          <p:nvPr/>
        </p:nvSpPr>
        <p:spPr>
          <a:xfrm>
            <a:off x="4929174" y="3785395"/>
            <a:ext cx="3664425" cy="1945839"/>
          </a:xfrm>
          <a:prstGeom prst="roundRect">
            <a:avLst>
              <a:gd name="adj" fmla="val 6925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3085" tIns="13085" rIns="13085" bIns="13085" anchor="ctr"/>
          <a:lstStyle/>
          <a:p>
            <a:pPr lvl="0">
              <a:lnSpc>
                <a:spcPct val="120000"/>
              </a:lnSpc>
            </a:pPr>
            <a:endParaRPr sz="1200"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1" name="Shape 2014"/>
          <p:cNvSpPr/>
          <p:nvPr/>
        </p:nvSpPr>
        <p:spPr>
          <a:xfrm>
            <a:off x="668414" y="3784784"/>
            <a:ext cx="3665258" cy="1946450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3085" tIns="13085" rIns="13085" bIns="13085" anchor="ctr"/>
          <a:lstStyle/>
          <a:p>
            <a:pPr lvl="0">
              <a:lnSpc>
                <a:spcPct val="120000"/>
              </a:lnSpc>
            </a:pPr>
            <a:endParaRPr sz="1200"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2" name="Shape 2015"/>
          <p:cNvSpPr/>
          <p:nvPr/>
        </p:nvSpPr>
        <p:spPr>
          <a:xfrm>
            <a:off x="668414" y="1900121"/>
            <a:ext cx="3665258" cy="1717773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3085" tIns="13085" rIns="13085" bIns="13085" anchor="ctr"/>
          <a:lstStyle/>
          <a:p>
            <a:pPr lvl="0">
              <a:lnSpc>
                <a:spcPct val="120000"/>
              </a:lnSpc>
            </a:pPr>
            <a:endParaRPr sz="1200"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Shape 2016"/>
          <p:cNvSpPr/>
          <p:nvPr/>
        </p:nvSpPr>
        <p:spPr>
          <a:xfrm>
            <a:off x="3343247" y="2300859"/>
            <a:ext cx="2575520" cy="26417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17446" tIns="17446" rIns="17446" bIns="17446" anchor="ctr"/>
          <a:lstStyle/>
          <a:p>
            <a:pPr lvl="0">
              <a:lnSpc>
                <a:spcPct val="120000"/>
              </a:lnSpc>
            </a:pPr>
            <a:endParaRPr sz="1200"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52" name="Group 2031"/>
          <p:cNvGrpSpPr/>
          <p:nvPr/>
        </p:nvGrpSpPr>
        <p:grpSpPr>
          <a:xfrm>
            <a:off x="340268" y="1553126"/>
            <a:ext cx="656293" cy="656293"/>
            <a:chOff x="0" y="0"/>
            <a:chExt cx="1910968" cy="1910968"/>
          </a:xfrm>
          <a:solidFill>
            <a:schemeClr val="accent1">
              <a:lumMod val="50000"/>
            </a:schemeClr>
          </a:solidFill>
        </p:grpSpPr>
        <p:sp>
          <p:nvSpPr>
            <p:cNvPr id="53" name="Shape 2029"/>
            <p:cNvSpPr/>
            <p:nvPr/>
          </p:nvSpPr>
          <p:spPr>
            <a:xfrm>
              <a:off x="0" y="0"/>
              <a:ext cx="1910969" cy="19109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3262" tIns="23262" rIns="23262" bIns="23262" numCol="1" anchor="ctr">
              <a:noAutofit/>
            </a:bodyPr>
            <a:lstStyle/>
            <a:p>
              <a:pPr lvl="0">
                <a:lnSpc>
                  <a:spcPct val="120000"/>
                </a:lnSpc>
              </a:pPr>
              <a:endParaRPr sz="1200"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54" name="Shape 2030"/>
            <p:cNvSpPr/>
            <p:nvPr/>
          </p:nvSpPr>
          <p:spPr>
            <a:xfrm>
              <a:off x="553362" y="560070"/>
              <a:ext cx="804244" cy="7069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071" y="8035"/>
                  </a:moveTo>
                  <a:lnTo>
                    <a:pt x="11327" y="9235"/>
                  </a:lnTo>
                  <a:lnTo>
                    <a:pt x="14583" y="4904"/>
                  </a:lnTo>
                  <a:lnTo>
                    <a:pt x="15088" y="4330"/>
                  </a:lnTo>
                  <a:lnTo>
                    <a:pt x="17289" y="6157"/>
                  </a:lnTo>
                  <a:lnTo>
                    <a:pt x="17289" y="3078"/>
                  </a:lnTo>
                  <a:lnTo>
                    <a:pt x="17289" y="0"/>
                  </a:lnTo>
                  <a:lnTo>
                    <a:pt x="14583" y="626"/>
                  </a:lnTo>
                  <a:lnTo>
                    <a:pt x="11878" y="1200"/>
                  </a:lnTo>
                  <a:lnTo>
                    <a:pt x="14033" y="3704"/>
                  </a:lnTo>
                  <a:lnTo>
                    <a:pt x="10777" y="7409"/>
                  </a:lnTo>
                  <a:lnTo>
                    <a:pt x="7567" y="6157"/>
                  </a:lnTo>
                  <a:lnTo>
                    <a:pt x="5411" y="10487"/>
                  </a:lnTo>
                  <a:lnTo>
                    <a:pt x="2155" y="9235"/>
                  </a:lnTo>
                  <a:lnTo>
                    <a:pt x="550" y="14817"/>
                  </a:lnTo>
                  <a:lnTo>
                    <a:pt x="0" y="16017"/>
                  </a:lnTo>
                  <a:lnTo>
                    <a:pt x="1055" y="16643"/>
                  </a:lnTo>
                  <a:lnTo>
                    <a:pt x="2706" y="11113"/>
                  </a:lnTo>
                  <a:lnTo>
                    <a:pt x="5916" y="12313"/>
                  </a:lnTo>
                  <a:lnTo>
                    <a:pt x="8071" y="8035"/>
                  </a:lnTo>
                  <a:lnTo>
                    <a:pt x="8071" y="8035"/>
                  </a:lnTo>
                  <a:close/>
                  <a:moveTo>
                    <a:pt x="6466" y="21600"/>
                  </a:moveTo>
                  <a:lnTo>
                    <a:pt x="6466" y="16643"/>
                  </a:lnTo>
                  <a:lnTo>
                    <a:pt x="3761" y="16643"/>
                  </a:lnTo>
                  <a:lnTo>
                    <a:pt x="3761" y="21600"/>
                  </a:lnTo>
                  <a:lnTo>
                    <a:pt x="6466" y="21600"/>
                  </a:lnTo>
                  <a:lnTo>
                    <a:pt x="6466" y="21600"/>
                  </a:lnTo>
                  <a:close/>
                  <a:moveTo>
                    <a:pt x="10227" y="21600"/>
                  </a:moveTo>
                  <a:lnTo>
                    <a:pt x="7567" y="21600"/>
                  </a:lnTo>
                  <a:lnTo>
                    <a:pt x="7567" y="14817"/>
                  </a:lnTo>
                  <a:lnTo>
                    <a:pt x="10227" y="14817"/>
                  </a:lnTo>
                  <a:lnTo>
                    <a:pt x="10227" y="21600"/>
                  </a:lnTo>
                  <a:lnTo>
                    <a:pt x="10227" y="21600"/>
                  </a:lnTo>
                  <a:close/>
                  <a:moveTo>
                    <a:pt x="14033" y="21600"/>
                  </a:moveTo>
                  <a:lnTo>
                    <a:pt x="11327" y="21600"/>
                  </a:lnTo>
                  <a:lnTo>
                    <a:pt x="11327" y="12313"/>
                  </a:lnTo>
                  <a:lnTo>
                    <a:pt x="14033" y="12313"/>
                  </a:lnTo>
                  <a:lnTo>
                    <a:pt x="14033" y="21600"/>
                  </a:lnTo>
                  <a:lnTo>
                    <a:pt x="14033" y="21600"/>
                  </a:lnTo>
                  <a:close/>
                  <a:moveTo>
                    <a:pt x="17794" y="21600"/>
                  </a:moveTo>
                  <a:lnTo>
                    <a:pt x="15088" y="21600"/>
                  </a:lnTo>
                  <a:lnTo>
                    <a:pt x="15088" y="9861"/>
                  </a:lnTo>
                  <a:lnTo>
                    <a:pt x="17794" y="9861"/>
                  </a:lnTo>
                  <a:lnTo>
                    <a:pt x="17794" y="21600"/>
                  </a:lnTo>
                  <a:lnTo>
                    <a:pt x="17794" y="21600"/>
                  </a:lnTo>
                  <a:close/>
                  <a:moveTo>
                    <a:pt x="18894" y="6783"/>
                  </a:moveTo>
                  <a:lnTo>
                    <a:pt x="18894" y="21600"/>
                  </a:lnTo>
                  <a:lnTo>
                    <a:pt x="21600" y="21600"/>
                  </a:lnTo>
                  <a:lnTo>
                    <a:pt x="21600" y="6783"/>
                  </a:lnTo>
                  <a:lnTo>
                    <a:pt x="18894" y="6783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>
                <a:lnSpc>
                  <a:spcPct val="120000"/>
                </a:lnSpc>
              </a:pPr>
              <a:endParaRPr sz="1200"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55" name="Group 2034"/>
          <p:cNvGrpSpPr/>
          <p:nvPr/>
        </p:nvGrpSpPr>
        <p:grpSpPr>
          <a:xfrm>
            <a:off x="278772" y="3689732"/>
            <a:ext cx="652628" cy="652628"/>
            <a:chOff x="0" y="0"/>
            <a:chExt cx="1900299" cy="1900299"/>
          </a:xfrm>
          <a:solidFill>
            <a:schemeClr val="tx2">
              <a:lumMod val="75000"/>
            </a:schemeClr>
          </a:solidFill>
        </p:grpSpPr>
        <p:sp>
          <p:nvSpPr>
            <p:cNvPr id="56" name="Shape 2032"/>
            <p:cNvSpPr/>
            <p:nvPr/>
          </p:nvSpPr>
          <p:spPr>
            <a:xfrm>
              <a:off x="0" y="0"/>
              <a:ext cx="1900300" cy="19003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23262" tIns="23262" rIns="23262" bIns="23262" numCol="1" anchor="ctr">
              <a:noAutofit/>
            </a:bodyPr>
            <a:lstStyle/>
            <a:p>
              <a:pPr lvl="0">
                <a:lnSpc>
                  <a:spcPct val="120000"/>
                </a:lnSpc>
              </a:pPr>
              <a:endParaRPr sz="1200"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57" name="Shape 2033"/>
            <p:cNvSpPr/>
            <p:nvPr/>
          </p:nvSpPr>
          <p:spPr>
            <a:xfrm rot="10800000" flipH="1">
              <a:off x="548028" y="596692"/>
              <a:ext cx="804244" cy="7069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071" y="8035"/>
                  </a:moveTo>
                  <a:lnTo>
                    <a:pt x="11327" y="9235"/>
                  </a:lnTo>
                  <a:lnTo>
                    <a:pt x="14583" y="4904"/>
                  </a:lnTo>
                  <a:lnTo>
                    <a:pt x="15088" y="4330"/>
                  </a:lnTo>
                  <a:lnTo>
                    <a:pt x="17289" y="6157"/>
                  </a:lnTo>
                  <a:lnTo>
                    <a:pt x="17289" y="3078"/>
                  </a:lnTo>
                  <a:lnTo>
                    <a:pt x="17289" y="0"/>
                  </a:lnTo>
                  <a:lnTo>
                    <a:pt x="14583" y="626"/>
                  </a:lnTo>
                  <a:lnTo>
                    <a:pt x="11878" y="1200"/>
                  </a:lnTo>
                  <a:lnTo>
                    <a:pt x="14033" y="3704"/>
                  </a:lnTo>
                  <a:lnTo>
                    <a:pt x="10777" y="7409"/>
                  </a:lnTo>
                  <a:lnTo>
                    <a:pt x="7567" y="6157"/>
                  </a:lnTo>
                  <a:lnTo>
                    <a:pt x="5411" y="10487"/>
                  </a:lnTo>
                  <a:lnTo>
                    <a:pt x="2155" y="9235"/>
                  </a:lnTo>
                  <a:lnTo>
                    <a:pt x="550" y="14817"/>
                  </a:lnTo>
                  <a:lnTo>
                    <a:pt x="0" y="16017"/>
                  </a:lnTo>
                  <a:lnTo>
                    <a:pt x="1055" y="16643"/>
                  </a:lnTo>
                  <a:lnTo>
                    <a:pt x="2706" y="11113"/>
                  </a:lnTo>
                  <a:lnTo>
                    <a:pt x="5916" y="12313"/>
                  </a:lnTo>
                  <a:lnTo>
                    <a:pt x="8071" y="8035"/>
                  </a:lnTo>
                  <a:lnTo>
                    <a:pt x="8071" y="8035"/>
                  </a:lnTo>
                  <a:close/>
                  <a:moveTo>
                    <a:pt x="6466" y="21600"/>
                  </a:moveTo>
                  <a:lnTo>
                    <a:pt x="6466" y="16643"/>
                  </a:lnTo>
                  <a:lnTo>
                    <a:pt x="3761" y="16643"/>
                  </a:lnTo>
                  <a:lnTo>
                    <a:pt x="3761" y="21600"/>
                  </a:lnTo>
                  <a:lnTo>
                    <a:pt x="6466" y="21600"/>
                  </a:lnTo>
                  <a:lnTo>
                    <a:pt x="6466" y="21600"/>
                  </a:lnTo>
                  <a:close/>
                  <a:moveTo>
                    <a:pt x="10227" y="21600"/>
                  </a:moveTo>
                  <a:lnTo>
                    <a:pt x="7567" y="21600"/>
                  </a:lnTo>
                  <a:lnTo>
                    <a:pt x="7567" y="14817"/>
                  </a:lnTo>
                  <a:lnTo>
                    <a:pt x="10227" y="14817"/>
                  </a:lnTo>
                  <a:lnTo>
                    <a:pt x="10227" y="21600"/>
                  </a:lnTo>
                  <a:lnTo>
                    <a:pt x="10227" y="21600"/>
                  </a:lnTo>
                  <a:close/>
                  <a:moveTo>
                    <a:pt x="14033" y="21600"/>
                  </a:moveTo>
                  <a:lnTo>
                    <a:pt x="11327" y="21600"/>
                  </a:lnTo>
                  <a:lnTo>
                    <a:pt x="11327" y="12313"/>
                  </a:lnTo>
                  <a:lnTo>
                    <a:pt x="14033" y="12313"/>
                  </a:lnTo>
                  <a:lnTo>
                    <a:pt x="14033" y="21600"/>
                  </a:lnTo>
                  <a:lnTo>
                    <a:pt x="14033" y="21600"/>
                  </a:lnTo>
                  <a:close/>
                  <a:moveTo>
                    <a:pt x="17794" y="21600"/>
                  </a:moveTo>
                  <a:lnTo>
                    <a:pt x="15088" y="21600"/>
                  </a:lnTo>
                  <a:lnTo>
                    <a:pt x="15088" y="9861"/>
                  </a:lnTo>
                  <a:lnTo>
                    <a:pt x="17794" y="9861"/>
                  </a:lnTo>
                  <a:lnTo>
                    <a:pt x="17794" y="21600"/>
                  </a:lnTo>
                  <a:lnTo>
                    <a:pt x="17794" y="21600"/>
                  </a:lnTo>
                  <a:close/>
                  <a:moveTo>
                    <a:pt x="18894" y="6783"/>
                  </a:moveTo>
                  <a:lnTo>
                    <a:pt x="18894" y="21600"/>
                  </a:lnTo>
                  <a:lnTo>
                    <a:pt x="21600" y="21600"/>
                  </a:lnTo>
                  <a:lnTo>
                    <a:pt x="21600" y="6783"/>
                  </a:lnTo>
                  <a:lnTo>
                    <a:pt x="18894" y="6783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>
                <a:lnSpc>
                  <a:spcPct val="120000"/>
                </a:lnSpc>
              </a:pPr>
              <a:endParaRPr sz="1200"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58" name="Shape 2035"/>
          <p:cNvSpPr/>
          <p:nvPr/>
        </p:nvSpPr>
        <p:spPr>
          <a:xfrm>
            <a:off x="8128396" y="3583052"/>
            <a:ext cx="652629" cy="6526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17446" tIns="17446" rIns="17446" bIns="17446" numCol="1" anchor="ctr">
            <a:noAutofit/>
          </a:bodyPr>
          <a:lstStyle/>
          <a:p>
            <a:pPr lvl="0">
              <a:lnSpc>
                <a:spcPct val="120000"/>
              </a:lnSpc>
            </a:pPr>
            <a:endParaRPr sz="1200"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2" name="Text Placeholder 5"/>
          <p:cNvSpPr txBox="1"/>
          <p:nvPr/>
        </p:nvSpPr>
        <p:spPr>
          <a:xfrm>
            <a:off x="3984917" y="3483698"/>
            <a:ext cx="1320713" cy="43528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750" kern="1200">
                <a:solidFill>
                  <a:schemeClr val="tx1"/>
                </a:solidFill>
                <a:latin typeface="Open Sans" panose="020B0306030504020204" pitchFamily="34" charset="0"/>
                <a:ea typeface="Open Sans" panose="020B0306030504020204" pitchFamily="34" charset="0"/>
                <a:cs typeface="Open Sans" panose="020B03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306030504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306030504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306030504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306030504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33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国产操作系统</a:t>
            </a:r>
            <a:endParaRPr lang="en-GB" altLang="zh-CN" sz="33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3" name="Shape 2036"/>
          <p:cNvSpPr/>
          <p:nvPr/>
        </p:nvSpPr>
        <p:spPr>
          <a:xfrm>
            <a:off x="8330577" y="3736655"/>
            <a:ext cx="276205" cy="2946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53" h="21260" extrusionOk="0">
                <a:moveTo>
                  <a:pt x="11752" y="11733"/>
                </a:moveTo>
                <a:lnTo>
                  <a:pt x="9401" y="11733"/>
                </a:lnTo>
                <a:lnTo>
                  <a:pt x="9401" y="5975"/>
                </a:lnTo>
                <a:lnTo>
                  <a:pt x="11752" y="5975"/>
                </a:lnTo>
                <a:cubicBezTo>
                  <a:pt x="11752" y="5975"/>
                  <a:pt x="11752" y="11733"/>
                  <a:pt x="11752" y="11733"/>
                </a:cubicBezTo>
                <a:close/>
                <a:moveTo>
                  <a:pt x="11752" y="15276"/>
                </a:moveTo>
                <a:lnTo>
                  <a:pt x="9401" y="15276"/>
                </a:lnTo>
                <a:lnTo>
                  <a:pt x="9401" y="12951"/>
                </a:lnTo>
                <a:lnTo>
                  <a:pt x="11752" y="12951"/>
                </a:lnTo>
                <a:cubicBezTo>
                  <a:pt x="11752" y="12951"/>
                  <a:pt x="11752" y="15276"/>
                  <a:pt x="11752" y="15276"/>
                </a:cubicBezTo>
                <a:close/>
                <a:moveTo>
                  <a:pt x="20789" y="13227"/>
                </a:moveTo>
                <a:lnTo>
                  <a:pt x="18761" y="11523"/>
                </a:lnTo>
                <a:cubicBezTo>
                  <a:pt x="18172" y="11029"/>
                  <a:pt x="18172" y="10223"/>
                  <a:pt x="18761" y="9729"/>
                </a:cubicBezTo>
                <a:lnTo>
                  <a:pt x="20789" y="8025"/>
                </a:lnTo>
                <a:cubicBezTo>
                  <a:pt x="21376" y="7532"/>
                  <a:pt x="21220" y="7072"/>
                  <a:pt x="20441" y="7001"/>
                </a:cubicBezTo>
                <a:lnTo>
                  <a:pt x="17751" y="6761"/>
                </a:lnTo>
                <a:cubicBezTo>
                  <a:pt x="16971" y="6692"/>
                  <a:pt x="16552" y="6061"/>
                  <a:pt x="16819" y="5360"/>
                </a:cubicBezTo>
                <a:lnTo>
                  <a:pt x="18247" y="1615"/>
                </a:lnTo>
                <a:cubicBezTo>
                  <a:pt x="18515" y="912"/>
                  <a:pt x="18188" y="656"/>
                  <a:pt x="17520" y="1047"/>
                </a:cubicBezTo>
                <a:lnTo>
                  <a:pt x="14346" y="2896"/>
                </a:lnTo>
                <a:cubicBezTo>
                  <a:pt x="13678" y="3285"/>
                  <a:pt x="12815" y="3072"/>
                  <a:pt x="12430" y="2423"/>
                </a:cubicBezTo>
                <a:lnTo>
                  <a:pt x="11279" y="489"/>
                </a:lnTo>
                <a:cubicBezTo>
                  <a:pt x="10893" y="-160"/>
                  <a:pt x="10255" y="-164"/>
                  <a:pt x="9860" y="481"/>
                </a:cubicBezTo>
                <a:lnTo>
                  <a:pt x="8793" y="2232"/>
                </a:lnTo>
                <a:cubicBezTo>
                  <a:pt x="8398" y="2877"/>
                  <a:pt x="7493" y="3153"/>
                  <a:pt x="6781" y="2844"/>
                </a:cubicBezTo>
                <a:lnTo>
                  <a:pt x="4900" y="2031"/>
                </a:lnTo>
                <a:cubicBezTo>
                  <a:pt x="4188" y="1723"/>
                  <a:pt x="3639" y="2080"/>
                  <a:pt x="3682" y="2825"/>
                </a:cubicBezTo>
                <a:lnTo>
                  <a:pt x="3784" y="4615"/>
                </a:lnTo>
                <a:cubicBezTo>
                  <a:pt x="3826" y="5360"/>
                  <a:pt x="3242" y="6128"/>
                  <a:pt x="2486" y="6320"/>
                </a:cubicBezTo>
                <a:lnTo>
                  <a:pt x="670" y="6780"/>
                </a:lnTo>
                <a:cubicBezTo>
                  <a:pt x="-85" y="6972"/>
                  <a:pt x="-224" y="7532"/>
                  <a:pt x="365" y="8025"/>
                </a:cubicBezTo>
                <a:lnTo>
                  <a:pt x="2394" y="9729"/>
                </a:lnTo>
                <a:cubicBezTo>
                  <a:pt x="2981" y="10223"/>
                  <a:pt x="2981" y="11029"/>
                  <a:pt x="2394" y="11523"/>
                </a:cubicBezTo>
                <a:lnTo>
                  <a:pt x="365" y="13225"/>
                </a:lnTo>
                <a:cubicBezTo>
                  <a:pt x="-224" y="13720"/>
                  <a:pt x="-68" y="14196"/>
                  <a:pt x="709" y="14285"/>
                </a:cubicBezTo>
                <a:lnTo>
                  <a:pt x="3171" y="14567"/>
                </a:lnTo>
                <a:cubicBezTo>
                  <a:pt x="3948" y="14656"/>
                  <a:pt x="4381" y="15309"/>
                  <a:pt x="4133" y="16017"/>
                </a:cubicBezTo>
                <a:lnTo>
                  <a:pt x="2869" y="19625"/>
                </a:lnTo>
                <a:cubicBezTo>
                  <a:pt x="2622" y="20333"/>
                  <a:pt x="2976" y="20609"/>
                  <a:pt x="3655" y="20240"/>
                </a:cubicBezTo>
                <a:lnTo>
                  <a:pt x="6549" y="18661"/>
                </a:lnTo>
                <a:cubicBezTo>
                  <a:pt x="7229" y="18291"/>
                  <a:pt x="8143" y="18495"/>
                  <a:pt x="8581" y="19113"/>
                </a:cubicBezTo>
                <a:lnTo>
                  <a:pt x="9782" y="20816"/>
                </a:lnTo>
                <a:cubicBezTo>
                  <a:pt x="10219" y="21436"/>
                  <a:pt x="10875" y="21403"/>
                  <a:pt x="11240" y="20741"/>
                </a:cubicBezTo>
                <a:lnTo>
                  <a:pt x="12297" y="18823"/>
                </a:lnTo>
                <a:cubicBezTo>
                  <a:pt x="12660" y="18160"/>
                  <a:pt x="13532" y="17891"/>
                  <a:pt x="14234" y="18221"/>
                </a:cubicBezTo>
                <a:lnTo>
                  <a:pt x="16272" y="19181"/>
                </a:lnTo>
                <a:cubicBezTo>
                  <a:pt x="16974" y="19511"/>
                  <a:pt x="17514" y="19172"/>
                  <a:pt x="17472" y="18427"/>
                </a:cubicBezTo>
                <a:lnTo>
                  <a:pt x="17370" y="16637"/>
                </a:lnTo>
                <a:cubicBezTo>
                  <a:pt x="17327" y="15891"/>
                  <a:pt x="17912" y="15124"/>
                  <a:pt x="18668" y="14932"/>
                </a:cubicBezTo>
                <a:lnTo>
                  <a:pt x="20482" y="14472"/>
                </a:lnTo>
                <a:cubicBezTo>
                  <a:pt x="21239" y="14280"/>
                  <a:pt x="21376" y="13720"/>
                  <a:pt x="20789" y="13227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>
              <a:lnSpc>
                <a:spcPct val="120000"/>
              </a:lnSpc>
            </a:pPr>
            <a:endParaRPr sz="1200"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4" name="Shape 2021"/>
          <p:cNvSpPr/>
          <p:nvPr/>
        </p:nvSpPr>
        <p:spPr>
          <a:xfrm>
            <a:off x="493395" y="2281555"/>
            <a:ext cx="3512820" cy="1292225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>
            <a:lvl1pPr algn="l">
              <a:lnSpc>
                <a:spcPct val="120000"/>
              </a:lnSpc>
              <a:spcBef>
                <a:spcPts val="2500"/>
              </a:spcBef>
              <a:defRPr sz="2000">
                <a:solidFill>
                  <a:srgbClr val="53585F"/>
                </a:solidFill>
              </a:defRPr>
            </a:lvl1pPr>
          </a:lstStyle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/>
                </a:solidFill>
              </a:rPr>
              <a:t>完全自主研发的操作系统：形成完整应用生态的还没有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/>
                </a:solidFill>
              </a:rPr>
              <a:t>修改开源系统</a:t>
            </a:r>
            <a:r>
              <a:rPr lang="zh-CN" altLang="en-US" sz="1400" dirty="0">
                <a:solidFill>
                  <a:schemeClr val="tx1"/>
                </a:solidFill>
                <a:sym typeface="Wingdings" panose="05000000000000000000" pitchFamily="2" charset="2"/>
              </a:rPr>
              <a:t>：</a:t>
            </a:r>
            <a:r>
              <a:rPr lang="zh-CN" altLang="en-US" sz="1400" dirty="0">
                <a:solidFill>
                  <a:schemeClr val="tx1"/>
                </a:solidFill>
              </a:rPr>
              <a:t>麒麟、红旗、</a:t>
            </a:r>
            <a:r>
              <a:rPr lang="en-US" altLang="zh-CN" sz="1400" dirty="0" err="1">
                <a:solidFill>
                  <a:schemeClr val="tx1"/>
                </a:solidFill>
              </a:rPr>
              <a:t>Deepin</a:t>
            </a:r>
            <a:r>
              <a:rPr lang="zh-CN" altLang="en-US" sz="1400" dirty="0">
                <a:solidFill>
                  <a:schemeClr val="tx1"/>
                </a:solidFill>
              </a:rPr>
              <a:t>等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65" name="Shape 2022"/>
          <p:cNvSpPr/>
          <p:nvPr/>
        </p:nvSpPr>
        <p:spPr>
          <a:xfrm>
            <a:off x="1042438" y="1941263"/>
            <a:ext cx="2611121" cy="27686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ctr">
            <a:spAutoFit/>
          </a:bodyPr>
          <a:lstStyle>
            <a:lvl1pPr algn="l">
              <a:lnSpc>
                <a:spcPct val="120000"/>
              </a:lnSpc>
              <a:defRPr sz="3500">
                <a:solidFill>
                  <a:srgbClr val="53585F"/>
                </a:solidFill>
              </a:defRPr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500" dirty="0">
                <a:solidFill>
                  <a:schemeClr val="tx1"/>
                </a:solidFill>
                <a:latin typeface="方正黑体_GBK" panose="02000000000000000000" charset="-122"/>
                <a:ea typeface="方正黑体_GBK" panose="02000000000000000000" charset="-122"/>
              </a:rPr>
              <a:t>国产操作系统的发展现状</a:t>
            </a:r>
            <a:endParaRPr lang="en-US" altLang="zh-CN" sz="1500" dirty="0">
              <a:solidFill>
                <a:schemeClr val="tx1"/>
              </a:solidFill>
              <a:latin typeface="方正黑体_GBK" panose="02000000000000000000" charset="-122"/>
              <a:ea typeface="方正黑体_GBK" panose="02000000000000000000" charset="-122"/>
            </a:endParaRPr>
          </a:p>
        </p:txBody>
      </p:sp>
      <p:sp>
        <p:nvSpPr>
          <p:cNvPr id="66" name="Shape 2021"/>
          <p:cNvSpPr/>
          <p:nvPr/>
        </p:nvSpPr>
        <p:spPr>
          <a:xfrm>
            <a:off x="5466715" y="2309495"/>
            <a:ext cx="3127375" cy="1153795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>
            <a:lvl1pPr algn="l">
              <a:lnSpc>
                <a:spcPct val="120000"/>
              </a:lnSpc>
              <a:spcBef>
                <a:spcPts val="2500"/>
              </a:spcBef>
              <a:defRPr sz="2000">
                <a:solidFill>
                  <a:srgbClr val="53585F"/>
                </a:solidFill>
              </a:defRPr>
            </a:lvl1pPr>
          </a:lstStyle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500" dirty="0">
                <a:solidFill>
                  <a:schemeClr val="tx1"/>
                </a:solidFill>
              </a:rPr>
              <a:t>使用范围小</a:t>
            </a:r>
            <a:endParaRPr lang="en-US" altLang="zh-CN" sz="1500" dirty="0">
              <a:solidFill>
                <a:schemeClr val="tx1"/>
              </a:solidFill>
            </a:endParaRP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500" dirty="0">
                <a:solidFill>
                  <a:schemeClr val="tx1"/>
                </a:solidFill>
              </a:rPr>
              <a:t>未形成完整生态</a:t>
            </a:r>
            <a:endParaRPr lang="en-US" altLang="zh-CN" sz="1500" dirty="0">
              <a:solidFill>
                <a:schemeClr val="tx1"/>
              </a:solidFill>
            </a:endParaRP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500" dirty="0">
                <a:solidFill>
                  <a:schemeClr val="tx1"/>
                </a:solidFill>
              </a:rPr>
              <a:t>核心修改较少，主要是界面与用户操作行为方面的优化</a:t>
            </a:r>
            <a:endParaRPr lang="zh-CN" altLang="en-US" sz="1500" dirty="0">
              <a:solidFill>
                <a:schemeClr val="tx1"/>
              </a:solidFill>
            </a:endParaRPr>
          </a:p>
        </p:txBody>
      </p:sp>
      <p:sp>
        <p:nvSpPr>
          <p:cNvPr id="67" name="Shape 2022"/>
          <p:cNvSpPr/>
          <p:nvPr/>
        </p:nvSpPr>
        <p:spPr>
          <a:xfrm>
            <a:off x="5108971" y="1964938"/>
            <a:ext cx="2125371" cy="27686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ctr">
            <a:spAutoFit/>
          </a:bodyPr>
          <a:lstStyle>
            <a:lvl1pPr algn="l">
              <a:lnSpc>
                <a:spcPct val="120000"/>
              </a:lnSpc>
              <a:defRPr sz="3500">
                <a:solidFill>
                  <a:srgbClr val="53585F"/>
                </a:solidFill>
              </a:defRPr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500" b="1" dirty="0">
                <a:solidFill>
                  <a:schemeClr val="tx1"/>
                </a:solidFill>
                <a:latin typeface="方正黑体_GBK" panose="02000000000000000000" charset="-122"/>
                <a:ea typeface="方正黑体_GBK" panose="02000000000000000000" charset="-122"/>
              </a:rPr>
              <a:t>国产操作系统的不足</a:t>
            </a:r>
            <a:endParaRPr lang="en-US" altLang="zh-CN" sz="1500" b="1" dirty="0">
              <a:solidFill>
                <a:schemeClr val="tx1"/>
              </a:solidFill>
              <a:latin typeface="方正黑体_GBK" panose="02000000000000000000" charset="-122"/>
              <a:ea typeface="方正黑体_GBK" panose="02000000000000000000" charset="-122"/>
            </a:endParaRPr>
          </a:p>
        </p:txBody>
      </p:sp>
      <p:sp>
        <p:nvSpPr>
          <p:cNvPr id="68" name="Shape 2022"/>
          <p:cNvSpPr/>
          <p:nvPr/>
        </p:nvSpPr>
        <p:spPr>
          <a:xfrm>
            <a:off x="1039411" y="3894727"/>
            <a:ext cx="2262019" cy="27686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ctr">
            <a:spAutoFit/>
          </a:bodyPr>
          <a:lstStyle>
            <a:lvl1pPr algn="l">
              <a:lnSpc>
                <a:spcPct val="120000"/>
              </a:lnSpc>
              <a:defRPr sz="3500">
                <a:solidFill>
                  <a:srgbClr val="53585F"/>
                </a:solidFill>
              </a:defRPr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500" b="1" dirty="0">
                <a:solidFill>
                  <a:schemeClr val="tx1"/>
                </a:solidFill>
                <a:latin typeface="方正黑体_GBK" panose="02000000000000000000" charset="-122"/>
                <a:ea typeface="方正黑体_GBK" panose="02000000000000000000" charset="-122"/>
              </a:rPr>
              <a:t>国产操作系统的机遇</a:t>
            </a:r>
            <a:endParaRPr lang="en-US" altLang="zh-CN" sz="1500" b="1" dirty="0">
              <a:solidFill>
                <a:schemeClr val="tx1"/>
              </a:solidFill>
              <a:latin typeface="方正黑体_GBK" panose="02000000000000000000" charset="-122"/>
              <a:ea typeface="方正黑体_GBK" panose="020000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0365" y="4243070"/>
            <a:ext cx="3604895" cy="1599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/>
                </a:solidFill>
              </a:rPr>
              <a:t>自主知识产权操作系统的重要性得到广泛认可，政策支持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/>
                </a:solidFill>
              </a:rPr>
              <a:t>前期的积累，正处在高速发展的进程中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/>
                </a:solidFill>
              </a:rPr>
              <a:t>国产</a:t>
            </a:r>
            <a:r>
              <a:rPr lang="en-US" altLang="zh-CN" sz="1400" dirty="0">
                <a:solidFill>
                  <a:schemeClr val="tx1"/>
                </a:solidFill>
              </a:rPr>
              <a:t>CPU/</a:t>
            </a:r>
            <a:r>
              <a:rPr lang="zh-CN" altLang="en-US" sz="1400" dirty="0">
                <a:solidFill>
                  <a:schemeClr val="tx1"/>
                </a:solidFill>
              </a:rPr>
              <a:t>芯片等的发展将进一步推动国产操作系统的发展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285750" indent="-285750"/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5834380" y="3939540"/>
            <a:ext cx="1737995" cy="321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500" b="1" dirty="0">
                <a:solidFill>
                  <a:schemeClr val="tx1"/>
                </a:solidFill>
                <a:latin typeface="方正黑体_GBK" panose="02000000000000000000" charset="-122"/>
                <a:ea typeface="方正黑体_GBK" panose="02000000000000000000" charset="-122"/>
              </a:rPr>
              <a:t>急需人才</a:t>
            </a:r>
            <a:endParaRPr lang="zh-CN" altLang="en-US" sz="1500" b="1" dirty="0">
              <a:solidFill>
                <a:schemeClr val="tx1"/>
              </a:solidFill>
              <a:latin typeface="方正黑体_GBK" panose="02000000000000000000" charset="-122"/>
              <a:ea typeface="方正黑体_GBK" panose="02000000000000000000" charset="-122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5229225" y="4304030"/>
            <a:ext cx="3364865" cy="1383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/>
                </a:solidFill>
              </a:rPr>
              <a:t>国产操作系统尚处在发展前期，急需广大青年才俊加入国产操作系统的研究中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/>
                </a:solidFill>
              </a:rPr>
              <a:t>学习操作系统，提升技能，为操作系统安全</a:t>
            </a:r>
            <a:r>
              <a:rPr lang="en-US" altLang="zh-CN" sz="1400" dirty="0">
                <a:solidFill>
                  <a:schemeClr val="tx1"/>
                </a:solidFill>
              </a:rPr>
              <a:t>/</a:t>
            </a:r>
            <a:r>
              <a:rPr lang="zh-CN" altLang="en-US" sz="1400" dirty="0">
                <a:solidFill>
                  <a:schemeClr val="tx1"/>
                </a:solidFill>
              </a:rPr>
              <a:t>信息安全</a:t>
            </a:r>
            <a:r>
              <a:rPr lang="en-US" altLang="zh-CN" sz="1400" dirty="0">
                <a:solidFill>
                  <a:schemeClr val="tx1"/>
                </a:solidFill>
              </a:rPr>
              <a:t>/</a:t>
            </a:r>
            <a:r>
              <a:rPr lang="zh-CN" altLang="en-US" sz="1400" dirty="0">
                <a:solidFill>
                  <a:schemeClr val="tx1"/>
                </a:solidFill>
              </a:rPr>
              <a:t>国家安全贡献力量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81107" y="826642"/>
            <a:ext cx="7191312" cy="386486"/>
          </a:xfrm>
        </p:spPr>
        <p:txBody>
          <a:bodyPr>
            <a:normAutofit fontScale="90000"/>
          </a:bodyPr>
          <a:lstStyle/>
          <a:p>
            <a:pPr algn="l">
              <a:buClrTx/>
              <a:buSzTx/>
            </a:pPr>
            <a:r>
              <a:rPr lang="zh-CN" altLang="en-US" sz="3200" b="0" dirty="0">
                <a:solidFill>
                  <a:srgbClr val="003399"/>
                </a:solidFill>
                <a:effectLst>
                  <a:outerShdw blurRad="38100" dist="38100" dir="2700000">
                    <a:srgbClr val="000000"/>
                  </a:outerShdw>
                </a:effectLst>
                <a:ea typeface="方正书宋_GBK" panose="02000000000000000000" charset="-122"/>
                <a:cs typeface="+mn-ea"/>
              </a:rPr>
              <a:t>自主知识产权操作系统 – 任重而道远</a:t>
            </a:r>
            <a:endParaRPr lang="zh-CN" altLang="en-US" sz="3200" b="0" dirty="0">
              <a:solidFill>
                <a:srgbClr val="003399"/>
              </a:solidFill>
              <a:effectLst>
                <a:outerShdw blurRad="38100" dist="38100" dir="2700000">
                  <a:srgbClr val="000000"/>
                </a:outerShdw>
              </a:effectLst>
              <a:ea typeface="方正书宋_GBK" panose="02000000000000000000" charset="-122"/>
              <a:cs typeface="+mn-ea"/>
            </a:endParaRPr>
          </a:p>
        </p:txBody>
      </p:sp>
      <p:grpSp>
        <p:nvGrpSpPr>
          <p:cNvPr id="10" name="Group 2034"/>
          <p:cNvGrpSpPr/>
          <p:nvPr/>
        </p:nvGrpSpPr>
        <p:grpSpPr>
          <a:xfrm>
            <a:off x="8236585" y="1477010"/>
            <a:ext cx="669290" cy="654050"/>
            <a:chOff x="0" y="0"/>
            <a:chExt cx="1900299" cy="1900299"/>
          </a:xfrm>
        </p:grpSpPr>
        <p:sp>
          <p:nvSpPr>
            <p:cNvPr id="11" name="Shape 2032"/>
            <p:cNvSpPr/>
            <p:nvPr/>
          </p:nvSpPr>
          <p:spPr>
            <a:xfrm>
              <a:off x="0" y="0"/>
              <a:ext cx="1900300" cy="19003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31016" tIns="31016" rIns="31016" bIns="31016" numCol="1" anchor="ctr">
              <a:noAutofit/>
            </a:bodyPr>
            <a:p>
              <a:pPr lvl="0">
                <a:lnSpc>
                  <a:spcPct val="120000"/>
                </a:lnSpc>
              </a:pPr>
              <a:endParaRPr sz="1600"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2" name="Shape 2033"/>
            <p:cNvSpPr/>
            <p:nvPr/>
          </p:nvSpPr>
          <p:spPr>
            <a:xfrm rot="10800000" flipH="1">
              <a:off x="548028" y="596692"/>
              <a:ext cx="804244" cy="7069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071" y="8035"/>
                  </a:moveTo>
                  <a:lnTo>
                    <a:pt x="11327" y="9235"/>
                  </a:lnTo>
                  <a:lnTo>
                    <a:pt x="14583" y="4904"/>
                  </a:lnTo>
                  <a:lnTo>
                    <a:pt x="15088" y="4330"/>
                  </a:lnTo>
                  <a:lnTo>
                    <a:pt x="17289" y="6157"/>
                  </a:lnTo>
                  <a:lnTo>
                    <a:pt x="17289" y="3078"/>
                  </a:lnTo>
                  <a:lnTo>
                    <a:pt x="17289" y="0"/>
                  </a:lnTo>
                  <a:lnTo>
                    <a:pt x="14583" y="626"/>
                  </a:lnTo>
                  <a:lnTo>
                    <a:pt x="11878" y="1200"/>
                  </a:lnTo>
                  <a:lnTo>
                    <a:pt x="14033" y="3704"/>
                  </a:lnTo>
                  <a:lnTo>
                    <a:pt x="10777" y="7409"/>
                  </a:lnTo>
                  <a:lnTo>
                    <a:pt x="7567" y="6157"/>
                  </a:lnTo>
                  <a:lnTo>
                    <a:pt x="5411" y="10487"/>
                  </a:lnTo>
                  <a:lnTo>
                    <a:pt x="2155" y="9235"/>
                  </a:lnTo>
                  <a:lnTo>
                    <a:pt x="550" y="14817"/>
                  </a:lnTo>
                  <a:lnTo>
                    <a:pt x="0" y="16017"/>
                  </a:lnTo>
                  <a:lnTo>
                    <a:pt x="1055" y="16643"/>
                  </a:lnTo>
                  <a:lnTo>
                    <a:pt x="2706" y="11113"/>
                  </a:lnTo>
                  <a:lnTo>
                    <a:pt x="5916" y="12313"/>
                  </a:lnTo>
                  <a:lnTo>
                    <a:pt x="8071" y="8035"/>
                  </a:lnTo>
                  <a:lnTo>
                    <a:pt x="8071" y="8035"/>
                  </a:lnTo>
                  <a:close/>
                  <a:moveTo>
                    <a:pt x="6466" y="21600"/>
                  </a:moveTo>
                  <a:lnTo>
                    <a:pt x="6466" y="16643"/>
                  </a:lnTo>
                  <a:lnTo>
                    <a:pt x="3761" y="16643"/>
                  </a:lnTo>
                  <a:lnTo>
                    <a:pt x="3761" y="21600"/>
                  </a:lnTo>
                  <a:lnTo>
                    <a:pt x="6466" y="21600"/>
                  </a:lnTo>
                  <a:lnTo>
                    <a:pt x="6466" y="21600"/>
                  </a:lnTo>
                  <a:close/>
                  <a:moveTo>
                    <a:pt x="10227" y="21600"/>
                  </a:moveTo>
                  <a:lnTo>
                    <a:pt x="7567" y="21600"/>
                  </a:lnTo>
                  <a:lnTo>
                    <a:pt x="7567" y="14817"/>
                  </a:lnTo>
                  <a:lnTo>
                    <a:pt x="10227" y="14817"/>
                  </a:lnTo>
                  <a:lnTo>
                    <a:pt x="10227" y="21600"/>
                  </a:lnTo>
                  <a:lnTo>
                    <a:pt x="10227" y="21600"/>
                  </a:lnTo>
                  <a:close/>
                  <a:moveTo>
                    <a:pt x="14033" y="21600"/>
                  </a:moveTo>
                  <a:lnTo>
                    <a:pt x="11327" y="21600"/>
                  </a:lnTo>
                  <a:lnTo>
                    <a:pt x="11327" y="12313"/>
                  </a:lnTo>
                  <a:lnTo>
                    <a:pt x="14033" y="12313"/>
                  </a:lnTo>
                  <a:lnTo>
                    <a:pt x="14033" y="21600"/>
                  </a:lnTo>
                  <a:lnTo>
                    <a:pt x="14033" y="21600"/>
                  </a:lnTo>
                  <a:close/>
                  <a:moveTo>
                    <a:pt x="17794" y="21600"/>
                  </a:moveTo>
                  <a:lnTo>
                    <a:pt x="15088" y="21600"/>
                  </a:lnTo>
                  <a:lnTo>
                    <a:pt x="15088" y="9861"/>
                  </a:lnTo>
                  <a:lnTo>
                    <a:pt x="17794" y="9861"/>
                  </a:lnTo>
                  <a:lnTo>
                    <a:pt x="17794" y="21600"/>
                  </a:lnTo>
                  <a:lnTo>
                    <a:pt x="17794" y="21600"/>
                  </a:lnTo>
                  <a:close/>
                  <a:moveTo>
                    <a:pt x="18894" y="6783"/>
                  </a:moveTo>
                  <a:lnTo>
                    <a:pt x="18894" y="21600"/>
                  </a:lnTo>
                  <a:lnTo>
                    <a:pt x="21600" y="21600"/>
                  </a:lnTo>
                  <a:lnTo>
                    <a:pt x="21600" y="6783"/>
                  </a:lnTo>
                  <a:lnTo>
                    <a:pt x="18894" y="6783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p>
              <a:pPr lvl="0">
                <a:lnSpc>
                  <a:spcPct val="120000"/>
                </a:lnSpc>
              </a:pPr>
              <a:endParaRPr sz="1600"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313" name="内容占位符 12290"/>
          <p:cNvPicPr>
            <a:picLocks noGrp="1" noChangeAspect="1"/>
          </p:cNvPicPr>
          <p:nvPr>
            <p:ph idx="2147483647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838200" cy="517525"/>
          </a:xfrm>
        </p:spPr>
      </p:pic>
      <p:sp>
        <p:nvSpPr>
          <p:cNvPr id="13316" name="矩形 12292"/>
          <p:cNvSpPr/>
          <p:nvPr/>
        </p:nvSpPr>
        <p:spPr>
          <a:xfrm>
            <a:off x="381000" y="1595755"/>
            <a:ext cx="5888355" cy="3046095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>
            <a:spAutoFit/>
          </a:bodyPr>
          <a:p>
            <a:pPr lvl="0" algn="l" fontAlgn="base"/>
            <a:r>
              <a:rPr lang="zh-CN" altLang="en-US" sz="2400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操作系统是计算机系统中的核心基础软件。   </a:t>
            </a:r>
            <a:endParaRPr lang="zh-CN" altLang="en-US" sz="2400" strike="noStrike" noProof="1" dirty="0">
              <a:solidFill>
                <a:schemeClr val="tx1"/>
              </a:solidFill>
              <a:effectLst>
                <a:outerShdw blurRad="38100" dist="38100" dir="2700000">
                  <a:srgbClr val="FFFFFF"/>
                </a:outerShdw>
              </a:effectLst>
              <a:latin typeface="DejaVu Sans" panose="020B0606030804020204" charset="0"/>
              <a:ea typeface="方正书宋_GBK" panose="02000000000000000000" charset="-122"/>
              <a:cs typeface="+mn-ea"/>
            </a:endParaRPr>
          </a:p>
          <a:p>
            <a:pPr lvl="0" algn="l" fontAlgn="base"/>
            <a:r>
              <a:rPr lang="zh-CN" altLang="en-US" sz="2400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   </a:t>
            </a:r>
            <a:endParaRPr lang="zh-CN" altLang="en-US" sz="2400" strike="noStrike" noProof="1" dirty="0">
              <a:solidFill>
                <a:schemeClr val="tx1"/>
              </a:solidFill>
              <a:effectLst>
                <a:outerShdw blurRad="38100" dist="38100" dir="2700000">
                  <a:srgbClr val="FFFFFF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  <a:p>
            <a:pPr lvl="0" algn="l" fontAlgn="base"/>
            <a:r>
              <a:rPr lang="zh-CN" altLang="en-US" sz="2400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操作</a:t>
            </a:r>
            <a:r>
              <a:rPr lang="x-none" altLang="zh-CN" sz="2400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系统</a:t>
            </a:r>
            <a:r>
              <a:rPr lang="zh-CN" altLang="en-US" sz="2400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负责控制和协调使用整个计算机的所有资源，使计算机系统高效的工作。</a:t>
            </a:r>
            <a:endParaRPr lang="zh-CN" altLang="en-US" sz="2400" strike="noStrike" noProof="1" dirty="0">
              <a:solidFill>
                <a:schemeClr val="tx1"/>
              </a:solidFill>
              <a:effectLst>
                <a:outerShdw blurRad="38100" dist="38100" dir="2700000">
                  <a:srgbClr val="FFFFFF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  <a:p>
            <a:pPr lvl="0" algn="l" fontAlgn="base"/>
            <a:endParaRPr lang="zh-CN" altLang="en-US" sz="2400" strike="noStrike" noProof="1" dirty="0">
              <a:solidFill>
                <a:schemeClr val="tx1"/>
              </a:solidFill>
              <a:effectLst>
                <a:outerShdw blurRad="38100" dist="38100" dir="2700000">
                  <a:srgbClr val="FFFFFF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  <a:p>
            <a:pPr lvl="0" algn="l" fontAlgn="base"/>
            <a:r>
              <a:rPr lang="zh-CN" altLang="en-US" sz="2400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要开发正确高效的系统软件和应用软件，必须深入了解操作系统的内部实现机制。</a:t>
            </a:r>
            <a:endParaRPr lang="zh-CN" altLang="en-US" sz="2400" strike="noStrike" noProof="1" dirty="0">
              <a:solidFill>
                <a:schemeClr val="tx1"/>
              </a:solidFill>
              <a:effectLst>
                <a:outerShdw blurRad="38100" dist="38100" dir="2700000">
                  <a:srgbClr val="FFFFFF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  <a:p>
            <a:pPr lvl="0" algn="l" fontAlgn="base"/>
            <a:endParaRPr lang="zh-CN" altLang="en-US" sz="2400" strike="noStrike" noProof="1" dirty="0">
              <a:solidFill>
                <a:schemeClr val="tx1"/>
              </a:solidFill>
              <a:effectLst>
                <a:outerShdw blurRad="38100" dist="38100" dir="2700000">
                  <a:srgbClr val="FFFFFF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</p:txBody>
      </p:sp>
      <p:sp>
        <p:nvSpPr>
          <p:cNvPr id="13317" name="矩形 12315"/>
          <p:cNvSpPr/>
          <p:nvPr/>
        </p:nvSpPr>
        <p:spPr>
          <a:xfrm>
            <a:off x="381000" y="42863"/>
            <a:ext cx="8393113" cy="420688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p>
            <a:pPr lvl="0" algn="r" fontAlgn="base">
              <a:lnSpc>
                <a:spcPct val="90000"/>
              </a:lnSpc>
            </a:pPr>
            <a:r>
              <a:rPr lang="zh-CN" altLang="en-US" sz="2400" strike="noStrike" noProof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前言</a:t>
            </a:r>
            <a:endParaRPr lang="zh-CN" altLang="en-US" sz="2400" strike="noStrike" noProof="1" dirty="0">
              <a:solidFill>
                <a:srgbClr val="CC0000"/>
              </a:solidFill>
              <a:effectLst>
                <a:outerShdw blurRad="38100" dist="38100" dir="2700000">
                  <a:srgbClr val="000000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</p:txBody>
      </p:sp>
      <p:grpSp>
        <p:nvGrpSpPr>
          <p:cNvPr id="12297" name="组合 12296"/>
          <p:cNvGrpSpPr/>
          <p:nvPr/>
        </p:nvGrpSpPr>
        <p:grpSpPr>
          <a:xfrm>
            <a:off x="6068695" y="1768475"/>
            <a:ext cx="2907665" cy="3310029"/>
            <a:chOff x="0" y="0"/>
            <a:chExt cx="2267" cy="2631"/>
          </a:xfrm>
        </p:grpSpPr>
        <p:grpSp>
          <p:nvGrpSpPr>
            <p:cNvPr id="3" name="组合 12297"/>
            <p:cNvGrpSpPr/>
            <p:nvPr/>
          </p:nvGrpSpPr>
          <p:grpSpPr>
            <a:xfrm>
              <a:off x="0" y="0"/>
              <a:ext cx="2267" cy="2267"/>
              <a:chOff x="0" y="0"/>
              <a:chExt cx="2267" cy="2267"/>
            </a:xfrm>
          </p:grpSpPr>
          <p:sp>
            <p:nvSpPr>
              <p:cNvPr id="12298" name="椭圆 12298"/>
              <p:cNvSpPr/>
              <p:nvPr/>
            </p:nvSpPr>
            <p:spPr>
              <a:xfrm>
                <a:off x="0" y="0"/>
                <a:ext cx="2267" cy="2267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 algn="ctr"/>
                <a:endParaRPr lang="zh-CN" altLang="en-US" dirty="0">
                  <a:latin typeface="DejaVu Sans" panose="020B0606030804020204" charset="0"/>
                  <a:ea typeface="方正书宋_GBK" panose="02000000000000000000" charset="-122"/>
                </a:endParaRPr>
              </a:p>
            </p:txBody>
          </p:sp>
          <p:sp>
            <p:nvSpPr>
              <p:cNvPr id="12299" name="椭圆 12299"/>
              <p:cNvSpPr/>
              <p:nvPr/>
            </p:nvSpPr>
            <p:spPr>
              <a:xfrm>
                <a:off x="473" y="521"/>
                <a:ext cx="1328" cy="1200"/>
              </a:xfrm>
              <a:prstGeom prst="ellipse">
                <a:avLst/>
              </a:prstGeom>
              <a:solidFill>
                <a:srgbClr val="CCFFCC"/>
              </a:solidFill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 algn="ctr"/>
                <a:endParaRPr lang="zh-CN" altLang="en-US" dirty="0">
                  <a:latin typeface="DejaVu Sans" panose="020B0606030804020204" charset="0"/>
                  <a:ea typeface="方正书宋_GBK" panose="02000000000000000000" charset="-122"/>
                </a:endParaRPr>
              </a:p>
            </p:txBody>
          </p:sp>
          <p:sp>
            <p:nvSpPr>
              <p:cNvPr id="12300" name="椭圆 12300"/>
              <p:cNvSpPr/>
              <p:nvPr/>
            </p:nvSpPr>
            <p:spPr>
              <a:xfrm>
                <a:off x="874" y="842"/>
                <a:ext cx="567" cy="567"/>
              </a:xfrm>
              <a:prstGeom prst="ellipse">
                <a:avLst/>
              </a:prstGeom>
              <a:solidFill>
                <a:srgbClr val="CCFFCC"/>
              </a:solidFill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 algn="ctr"/>
                <a:endParaRPr lang="zh-CN" altLang="en-US" dirty="0">
                  <a:latin typeface="DejaVu Sans" panose="020B0606030804020204" charset="0"/>
                  <a:ea typeface="方正书宋_GBK" panose="02000000000000000000" charset="-122"/>
                </a:endParaRPr>
              </a:p>
            </p:txBody>
          </p:sp>
          <p:sp>
            <p:nvSpPr>
              <p:cNvPr id="12301" name="文本框 12301"/>
              <p:cNvSpPr txBox="1"/>
              <p:nvPr/>
            </p:nvSpPr>
            <p:spPr>
              <a:xfrm>
                <a:off x="993" y="1006"/>
                <a:ext cx="403" cy="254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anchor="t"/>
              <a:p>
                <a:pPr lvl="0" algn="just"/>
                <a:r>
                  <a:rPr lang="zh-CN" altLang="en-US" sz="1400" dirty="0">
                    <a:solidFill>
                      <a:srgbClr val="000000"/>
                    </a:solidFill>
                    <a:latin typeface="DejaVu Sans" panose="020B0606030804020204" charset="0"/>
                    <a:ea typeface="方正书宋_GBK" panose="02000000000000000000" charset="-122"/>
                  </a:rPr>
                  <a:t>裸机</a:t>
                </a:r>
                <a:endParaRPr lang="zh-CN" altLang="en-US" sz="1400" dirty="0">
                  <a:solidFill>
                    <a:srgbClr val="000000"/>
                  </a:solidFill>
                  <a:latin typeface="DejaVu Sans" panose="020B0606030804020204" charset="0"/>
                  <a:ea typeface="方正书宋_GBK" panose="02000000000000000000" charset="-122"/>
                </a:endParaRPr>
              </a:p>
            </p:txBody>
          </p:sp>
          <p:sp>
            <p:nvSpPr>
              <p:cNvPr id="12302" name="文本框 12302"/>
              <p:cNvSpPr txBox="1"/>
              <p:nvPr/>
            </p:nvSpPr>
            <p:spPr>
              <a:xfrm>
                <a:off x="1274" y="639"/>
                <a:ext cx="204" cy="204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anchor="t"/>
              <a:p>
                <a:pPr lvl="0" algn="just"/>
                <a:r>
                  <a:rPr lang="zh-CN" altLang="en-US" sz="1400" dirty="0">
                    <a:solidFill>
                      <a:srgbClr val="000000"/>
                    </a:solidFill>
                    <a:latin typeface="DejaVu Sans" panose="020B0606030804020204" charset="0"/>
                    <a:ea typeface="方正书宋_GBK" panose="02000000000000000000" charset="-122"/>
                  </a:rPr>
                  <a:t>作</a:t>
                </a:r>
                <a:endParaRPr lang="zh-CN" altLang="en-US" sz="1400" dirty="0">
                  <a:solidFill>
                    <a:srgbClr val="000000"/>
                  </a:solidFill>
                  <a:latin typeface="DejaVu Sans" panose="020B0606030804020204" charset="0"/>
                  <a:ea typeface="方正书宋_GBK" panose="02000000000000000000" charset="-122"/>
                </a:endParaRPr>
              </a:p>
            </p:txBody>
          </p:sp>
          <p:sp>
            <p:nvSpPr>
              <p:cNvPr id="12303" name="文本框 12303"/>
              <p:cNvSpPr txBox="1"/>
              <p:nvPr/>
            </p:nvSpPr>
            <p:spPr>
              <a:xfrm>
                <a:off x="1314" y="1384"/>
                <a:ext cx="204" cy="204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anchor="t"/>
              <a:p>
                <a:pPr lvl="0" algn="just"/>
                <a:r>
                  <a:rPr lang="zh-CN" altLang="en-US" sz="1400" dirty="0">
                    <a:solidFill>
                      <a:srgbClr val="000000"/>
                    </a:solidFill>
                    <a:latin typeface="DejaVu Sans" panose="020B0606030804020204" charset="0"/>
                    <a:ea typeface="方正书宋_GBK" panose="02000000000000000000" charset="-122"/>
                  </a:rPr>
                  <a:t>系</a:t>
                </a:r>
                <a:endParaRPr lang="zh-CN" altLang="en-US" sz="1400" dirty="0">
                  <a:solidFill>
                    <a:srgbClr val="000000"/>
                  </a:solidFill>
                  <a:latin typeface="DejaVu Sans" panose="020B0606030804020204" charset="0"/>
                  <a:ea typeface="方正书宋_GBK" panose="02000000000000000000" charset="-122"/>
                </a:endParaRPr>
              </a:p>
            </p:txBody>
          </p:sp>
          <p:sp>
            <p:nvSpPr>
              <p:cNvPr id="12304" name="文本框 12304"/>
              <p:cNvSpPr txBox="1"/>
              <p:nvPr/>
            </p:nvSpPr>
            <p:spPr>
              <a:xfrm>
                <a:off x="802" y="1393"/>
                <a:ext cx="204" cy="204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anchor="t"/>
              <a:p>
                <a:pPr lvl="0" algn="just"/>
                <a:r>
                  <a:rPr lang="zh-CN" altLang="en-US" sz="1400" dirty="0">
                    <a:solidFill>
                      <a:srgbClr val="000000"/>
                    </a:solidFill>
                    <a:latin typeface="DejaVu Sans" panose="020B0606030804020204" charset="0"/>
                    <a:ea typeface="方正书宋_GBK" panose="02000000000000000000" charset="-122"/>
                  </a:rPr>
                  <a:t>统</a:t>
                </a:r>
                <a:endParaRPr lang="zh-CN" altLang="en-US" sz="1400" dirty="0">
                  <a:solidFill>
                    <a:srgbClr val="000000"/>
                  </a:solidFill>
                  <a:latin typeface="DejaVu Sans" panose="020B0606030804020204" charset="0"/>
                  <a:ea typeface="方正书宋_GBK" panose="02000000000000000000" charset="-122"/>
                </a:endParaRPr>
              </a:p>
            </p:txBody>
          </p:sp>
          <p:sp>
            <p:nvSpPr>
              <p:cNvPr id="12305" name="文本框 12305"/>
              <p:cNvSpPr txBox="1"/>
              <p:nvPr/>
            </p:nvSpPr>
            <p:spPr>
              <a:xfrm>
                <a:off x="351" y="399"/>
                <a:ext cx="204" cy="204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anchor="t"/>
              <a:p>
                <a:pPr lvl="0" algn="just"/>
                <a:r>
                  <a:rPr lang="zh-CN" altLang="en-US" sz="1400" dirty="0">
                    <a:solidFill>
                      <a:srgbClr val="000000"/>
                    </a:solidFill>
                    <a:latin typeface="DejaVu Sans" panose="020B0606030804020204" charset="0"/>
                    <a:ea typeface="方正书宋_GBK" panose="02000000000000000000" charset="-122"/>
                  </a:rPr>
                  <a:t>应</a:t>
                </a:r>
                <a:endParaRPr lang="zh-CN" altLang="en-US" sz="1400" dirty="0">
                  <a:solidFill>
                    <a:srgbClr val="000000"/>
                  </a:solidFill>
                  <a:latin typeface="DejaVu Sans" panose="020B0606030804020204" charset="0"/>
                  <a:ea typeface="方正书宋_GBK" panose="02000000000000000000" charset="-122"/>
                </a:endParaRPr>
              </a:p>
            </p:txBody>
          </p:sp>
          <p:sp>
            <p:nvSpPr>
              <p:cNvPr id="12306" name="文本框 12306"/>
              <p:cNvSpPr txBox="1"/>
              <p:nvPr/>
            </p:nvSpPr>
            <p:spPr>
              <a:xfrm>
                <a:off x="1256" y="163"/>
                <a:ext cx="204" cy="204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anchor="t"/>
              <a:p>
                <a:pPr lvl="0" algn="just"/>
                <a:r>
                  <a:rPr lang="zh-CN" altLang="en-US" sz="1400" dirty="0">
                    <a:solidFill>
                      <a:srgbClr val="000000"/>
                    </a:solidFill>
                    <a:latin typeface="DejaVu Sans" panose="020B0606030804020204" charset="0"/>
                    <a:ea typeface="方正书宋_GBK" panose="02000000000000000000" charset="-122"/>
                  </a:rPr>
                  <a:t>程</a:t>
                </a:r>
                <a:endParaRPr lang="zh-CN" altLang="en-US" sz="1400" dirty="0">
                  <a:solidFill>
                    <a:srgbClr val="000000"/>
                  </a:solidFill>
                  <a:latin typeface="DejaVu Sans" panose="020B0606030804020204" charset="0"/>
                  <a:ea typeface="方正书宋_GBK" panose="02000000000000000000" charset="-122"/>
                </a:endParaRPr>
              </a:p>
            </p:txBody>
          </p:sp>
          <p:sp>
            <p:nvSpPr>
              <p:cNvPr id="12307" name="文本框 12307"/>
              <p:cNvSpPr txBox="1"/>
              <p:nvPr/>
            </p:nvSpPr>
            <p:spPr>
              <a:xfrm>
                <a:off x="1675" y="455"/>
                <a:ext cx="204" cy="204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anchor="t"/>
              <a:p>
                <a:pPr lvl="0" algn="just"/>
                <a:r>
                  <a:rPr lang="zh-CN" altLang="en-US" sz="1400" dirty="0">
                    <a:solidFill>
                      <a:srgbClr val="000000"/>
                    </a:solidFill>
                    <a:latin typeface="DejaVu Sans" panose="020B0606030804020204" charset="0"/>
                    <a:ea typeface="方正书宋_GBK" panose="02000000000000000000" charset="-122"/>
                  </a:rPr>
                  <a:t>序</a:t>
                </a:r>
                <a:endParaRPr lang="zh-CN" altLang="en-US" sz="1400" dirty="0">
                  <a:solidFill>
                    <a:srgbClr val="000000"/>
                  </a:solidFill>
                  <a:latin typeface="DejaVu Sans" panose="020B0606030804020204" charset="0"/>
                  <a:ea typeface="方正书宋_GBK" panose="02000000000000000000" charset="-122"/>
                </a:endParaRPr>
              </a:p>
            </p:txBody>
          </p:sp>
          <p:sp>
            <p:nvSpPr>
              <p:cNvPr id="12308" name="文本框 12308"/>
              <p:cNvSpPr txBox="1"/>
              <p:nvPr/>
            </p:nvSpPr>
            <p:spPr>
              <a:xfrm>
                <a:off x="791" y="163"/>
                <a:ext cx="204" cy="204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anchor="t"/>
              <a:p>
                <a:pPr lvl="0" algn="just"/>
                <a:r>
                  <a:rPr lang="zh-CN" altLang="en-US" sz="1400" dirty="0">
                    <a:solidFill>
                      <a:srgbClr val="000000"/>
                    </a:solidFill>
                    <a:latin typeface="DejaVu Sans" panose="020B0606030804020204" charset="0"/>
                    <a:ea typeface="方正书宋_GBK" panose="02000000000000000000" charset="-122"/>
                  </a:rPr>
                  <a:t>用</a:t>
                </a:r>
                <a:endParaRPr lang="zh-CN" altLang="en-US" sz="1400" dirty="0">
                  <a:solidFill>
                    <a:srgbClr val="000000"/>
                  </a:solidFill>
                  <a:latin typeface="DejaVu Sans" panose="020B0606030804020204" charset="0"/>
                  <a:ea typeface="方正书宋_GBK" panose="02000000000000000000" charset="-122"/>
                </a:endParaRPr>
              </a:p>
            </p:txBody>
          </p:sp>
          <p:sp>
            <p:nvSpPr>
              <p:cNvPr id="12309" name="文本框 12309"/>
              <p:cNvSpPr txBox="1"/>
              <p:nvPr/>
            </p:nvSpPr>
            <p:spPr>
              <a:xfrm>
                <a:off x="1712" y="1552"/>
                <a:ext cx="204" cy="204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anchor="t"/>
              <a:p>
                <a:pPr lvl="0" algn="just"/>
                <a:r>
                  <a:rPr lang="zh-CN" altLang="en-US" sz="1400" dirty="0">
                    <a:solidFill>
                      <a:srgbClr val="000000"/>
                    </a:solidFill>
                    <a:latin typeface="DejaVu Sans" panose="020B0606030804020204" charset="0"/>
                    <a:ea typeface="方正书宋_GBK" panose="02000000000000000000" charset="-122"/>
                  </a:rPr>
                  <a:t>序</a:t>
                </a:r>
                <a:endParaRPr lang="zh-CN" altLang="en-US" sz="1400" dirty="0">
                  <a:solidFill>
                    <a:srgbClr val="000000"/>
                  </a:solidFill>
                  <a:latin typeface="DejaVu Sans" panose="020B0606030804020204" charset="0"/>
                  <a:ea typeface="方正书宋_GBK" panose="02000000000000000000" charset="-122"/>
                </a:endParaRPr>
              </a:p>
            </p:txBody>
          </p:sp>
          <p:sp>
            <p:nvSpPr>
              <p:cNvPr id="12310" name="文本框 12310"/>
              <p:cNvSpPr txBox="1"/>
              <p:nvPr/>
            </p:nvSpPr>
            <p:spPr>
              <a:xfrm>
                <a:off x="1302" y="1844"/>
                <a:ext cx="204" cy="204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anchor="t"/>
              <a:p>
                <a:pPr lvl="0" algn="just"/>
                <a:r>
                  <a:rPr lang="zh-CN" altLang="en-US" sz="1400" dirty="0">
                    <a:solidFill>
                      <a:srgbClr val="000000"/>
                    </a:solidFill>
                    <a:latin typeface="DejaVu Sans" panose="020B0606030804020204" charset="0"/>
                    <a:ea typeface="方正书宋_GBK" panose="02000000000000000000" charset="-122"/>
                  </a:rPr>
                  <a:t>程</a:t>
                </a:r>
                <a:endParaRPr lang="zh-CN" altLang="en-US" sz="1400" dirty="0">
                  <a:solidFill>
                    <a:srgbClr val="000000"/>
                  </a:solidFill>
                  <a:latin typeface="DejaVu Sans" panose="020B0606030804020204" charset="0"/>
                  <a:ea typeface="方正书宋_GBK" panose="02000000000000000000" charset="-122"/>
                </a:endParaRPr>
              </a:p>
            </p:txBody>
          </p:sp>
          <p:sp>
            <p:nvSpPr>
              <p:cNvPr id="12311" name="文本框 12311"/>
              <p:cNvSpPr txBox="1"/>
              <p:nvPr/>
            </p:nvSpPr>
            <p:spPr>
              <a:xfrm>
                <a:off x="398" y="1654"/>
                <a:ext cx="204" cy="204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anchor="t"/>
              <a:p>
                <a:pPr lvl="0" algn="just"/>
                <a:r>
                  <a:rPr lang="zh-CN" altLang="en-US" sz="1400" dirty="0">
                    <a:solidFill>
                      <a:srgbClr val="000000"/>
                    </a:solidFill>
                    <a:latin typeface="DejaVu Sans" panose="020B0606030804020204" charset="0"/>
                    <a:ea typeface="方正书宋_GBK" panose="02000000000000000000" charset="-122"/>
                  </a:rPr>
                  <a:t>用</a:t>
                </a:r>
                <a:endParaRPr lang="zh-CN" altLang="en-US" sz="1400" dirty="0">
                  <a:solidFill>
                    <a:srgbClr val="000000"/>
                  </a:solidFill>
                  <a:latin typeface="DejaVu Sans" panose="020B0606030804020204" charset="0"/>
                  <a:ea typeface="方正书宋_GBK" panose="02000000000000000000" charset="-122"/>
                </a:endParaRPr>
              </a:p>
            </p:txBody>
          </p:sp>
          <p:sp>
            <p:nvSpPr>
              <p:cNvPr id="12312" name="文本框 12312"/>
              <p:cNvSpPr txBox="1"/>
              <p:nvPr/>
            </p:nvSpPr>
            <p:spPr>
              <a:xfrm>
                <a:off x="810" y="1837"/>
                <a:ext cx="204" cy="204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anchor="t"/>
              <a:p>
                <a:pPr lvl="0" algn="just"/>
                <a:r>
                  <a:rPr lang="zh-CN" altLang="en-US" sz="1400" dirty="0">
                    <a:solidFill>
                      <a:srgbClr val="000000"/>
                    </a:solidFill>
                    <a:latin typeface="DejaVu Sans" panose="020B0606030804020204" charset="0"/>
                    <a:ea typeface="方正书宋_GBK" panose="02000000000000000000" charset="-122"/>
                  </a:rPr>
                  <a:t>户</a:t>
                </a:r>
                <a:endParaRPr lang="zh-CN" altLang="en-US" sz="1400" dirty="0">
                  <a:solidFill>
                    <a:srgbClr val="000000"/>
                  </a:solidFill>
                  <a:latin typeface="DejaVu Sans" panose="020B0606030804020204" charset="0"/>
                  <a:ea typeface="方正书宋_GBK" panose="02000000000000000000" charset="-122"/>
                </a:endParaRPr>
              </a:p>
            </p:txBody>
          </p:sp>
          <p:sp>
            <p:nvSpPr>
              <p:cNvPr id="12313" name="文本框 12313"/>
              <p:cNvSpPr txBox="1"/>
              <p:nvPr/>
            </p:nvSpPr>
            <p:spPr>
              <a:xfrm>
                <a:off x="781" y="658"/>
                <a:ext cx="204" cy="204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anchor="t"/>
              <a:p>
                <a:pPr lvl="0" algn="just"/>
                <a:r>
                  <a:rPr lang="zh-CN" altLang="en-US" sz="1400" dirty="0">
                    <a:solidFill>
                      <a:srgbClr val="000000"/>
                    </a:solidFill>
                    <a:latin typeface="DejaVu Sans" panose="020B0606030804020204" charset="0"/>
                    <a:ea typeface="方正书宋_GBK" panose="02000000000000000000" charset="-122"/>
                  </a:rPr>
                  <a:t>操</a:t>
                </a:r>
                <a:endParaRPr lang="zh-CN" altLang="en-US" sz="1400" dirty="0">
                  <a:solidFill>
                    <a:srgbClr val="000000"/>
                  </a:solidFill>
                  <a:latin typeface="DejaVu Sans" panose="020B0606030804020204" charset="0"/>
                  <a:ea typeface="方正书宋_GBK" panose="02000000000000000000" charset="-122"/>
                </a:endParaRPr>
              </a:p>
            </p:txBody>
          </p:sp>
        </p:grpSp>
        <p:sp>
          <p:nvSpPr>
            <p:cNvPr id="12315" name="矩形 12314"/>
            <p:cNvSpPr/>
            <p:nvPr/>
          </p:nvSpPr>
          <p:spPr>
            <a:xfrm>
              <a:off x="138" y="2304"/>
              <a:ext cx="2129" cy="327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square">
              <a:spAutoFit/>
            </a:bodyPr>
            <a:p>
              <a:pPr marL="914400" lvl="1" indent="-457200" algn="l" fontAlgn="base">
                <a:lnSpc>
                  <a:spcPct val="13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</a:pPr>
              <a:r>
                <a:rPr lang="zh-CN" altLang="en-US" sz="1600" b="0" i="1" strike="noStrike" noProof="1" dirty="0">
                  <a:solidFill>
                    <a:schemeClr val="tx1"/>
                  </a:solidFill>
                  <a:effectLst>
                    <a:outerShdw blurRad="38100" dist="38100" dir="2700000">
                      <a:srgbClr val="FFFFFF"/>
                    </a:outerShdw>
                  </a:effectLst>
                  <a:latin typeface="DejaVu Sans" panose="020B0606030804020204" charset="0"/>
                  <a:ea typeface="方正书宋_GBK" panose="02000000000000000000" charset="-122"/>
                  <a:cs typeface="+mn-ea"/>
                </a:rPr>
                <a:t>计算机系统的组成</a:t>
              </a:r>
              <a:endParaRPr lang="zh-CN" altLang="en-US" sz="1600" b="0" i="1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27635" y="729615"/>
            <a:ext cx="767207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lvl="0" algn="l" fontAlgn="base"/>
            <a:r>
              <a:rPr lang="en-US" altLang="x-none" sz="2800" dirty="0">
                <a:solidFill>
                  <a:srgbClr val="A50021"/>
                </a:solidFill>
                <a:effectLst/>
                <a:latin typeface="DejaVu Sans" panose="020B0606030804020204" charset="0"/>
                <a:ea typeface="方正书宋_GBK" panose="02000000000000000000" charset="-122"/>
                <a:cs typeface="+mn-ea"/>
                <a:sym typeface="+mn-ea"/>
              </a:rPr>
              <a:t>(1) </a:t>
            </a:r>
            <a:r>
              <a:rPr lang="zh-CN" altLang="en-US" sz="2800" dirty="0">
                <a:solidFill>
                  <a:srgbClr val="A50021"/>
                </a:solidFill>
                <a:effectLst/>
                <a:latin typeface="DejaVu Sans" panose="020B0606030804020204" charset="0"/>
                <a:ea typeface="方正书宋_GBK" panose="02000000000000000000" charset="-122"/>
                <a:cs typeface="+mn-ea"/>
                <a:sym typeface="+mn-ea"/>
              </a:rPr>
              <a:t>操作系统的重要性，为什么要学习操作系统</a:t>
            </a:r>
            <a:endParaRPr lang="zh-CN" altLang="en-US" sz="2800" dirty="0">
              <a:solidFill>
                <a:srgbClr val="A50021"/>
              </a:solidFill>
              <a:effectLst/>
              <a:latin typeface="DejaVu Sans" panose="020B0606030804020204" charset="0"/>
              <a:ea typeface="方正书宋_GBK" panose="02000000000000000000" charset="-122"/>
              <a:cs typeface="+mn-ea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133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385" name="内容占位符 19457"/>
          <p:cNvPicPr>
            <a:picLocks noGrp="1" noChangeAspect="1"/>
          </p:cNvPicPr>
          <p:nvPr>
            <p:ph idx="2147483647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838200" cy="517525"/>
          </a:xfrm>
        </p:spPr>
      </p:pic>
      <p:sp>
        <p:nvSpPr>
          <p:cNvPr id="16388" name="矩形 19459"/>
          <p:cNvSpPr/>
          <p:nvPr/>
        </p:nvSpPr>
        <p:spPr>
          <a:xfrm>
            <a:off x="365760" y="1355090"/>
            <a:ext cx="8408035" cy="518160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p>
            <a:pPr marL="571500" lvl="0" indent="-571500" algn="l" fontAlgn="base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SzPct val="95000"/>
            </a:pPr>
            <a:r>
              <a:rPr lang="en-US" altLang="x-none" sz="2400" strike="noStrike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①</a:t>
            </a:r>
            <a:r>
              <a:rPr lang="zh-CN" altLang="en-US" sz="2400" strike="noStrike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内容庞杂、涉及面广</a:t>
            </a:r>
            <a:endParaRPr lang="zh-CN" altLang="en-US" sz="2400" strike="noStrike" noProof="1" dirty="0">
              <a:solidFill>
                <a:srgbClr val="000099"/>
              </a:solidFill>
              <a:effectLst>
                <a:outerShdw blurRad="38100" dist="38100" dir="2700000">
                  <a:srgbClr val="000000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  <a:p>
            <a:pPr marL="1028700" lvl="1" indent="-455295" algn="l" fontAlgn="base">
              <a:lnSpc>
                <a:spcPct val="130000"/>
              </a:lnSpc>
              <a:buChar char="Ø"/>
            </a:pPr>
            <a:r>
              <a:rPr lang="zh-CN" altLang="en-US" sz="2000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管理、控制所有硬件</a:t>
            </a:r>
            <a:endParaRPr lang="zh-CN" altLang="en-US" sz="2000" strike="noStrike" noProof="1" dirty="0">
              <a:solidFill>
                <a:schemeClr val="tx1"/>
              </a:solidFill>
              <a:effectLst>
                <a:outerShdw blurRad="38100" dist="38100" dir="2700000">
                  <a:srgbClr val="FFFFFF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  <a:p>
            <a:pPr marL="1028700" lvl="1" indent="-455295" algn="l" fontAlgn="base">
              <a:lnSpc>
                <a:spcPct val="130000"/>
              </a:lnSpc>
              <a:buChar char="Ø"/>
            </a:pPr>
            <a:r>
              <a:rPr lang="zh-CN" altLang="en-US" sz="2000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</a:rPr>
              <a:t>管理所有软件，控制</a:t>
            </a:r>
            <a:br>
              <a:rPr lang="zh-CN" altLang="en-US" sz="2000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</a:rPr>
            </a:br>
            <a:r>
              <a:rPr lang="zh-CN" altLang="en-US" sz="2000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</a:rPr>
              <a:t>程序的执行</a:t>
            </a:r>
            <a:endParaRPr lang="zh-CN" altLang="en-US" sz="2000" strike="noStrike" noProof="1" dirty="0">
              <a:solidFill>
                <a:schemeClr val="tx1"/>
              </a:solidFill>
              <a:effectLst>
                <a:outerShdw blurRad="38100" dist="38100" dir="2700000">
                  <a:srgbClr val="FFFFFF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  <a:p>
            <a:pPr marL="1028700" lvl="1" indent="-455295" algn="l" fontAlgn="base">
              <a:lnSpc>
                <a:spcPct val="130000"/>
              </a:lnSpc>
              <a:buChar char="Ø"/>
            </a:pPr>
            <a:r>
              <a:rPr lang="zh-CN" altLang="en-US" sz="2000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为用户提供良好的接口</a:t>
            </a:r>
            <a:endParaRPr lang="zh-CN" altLang="en-US" sz="2000" strike="noStrike" noProof="1" dirty="0">
              <a:solidFill>
                <a:schemeClr val="tx1"/>
              </a:solidFill>
              <a:effectLst>
                <a:outerShdw blurRad="38100" dist="38100" dir="2700000">
                  <a:srgbClr val="FFFFFF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  <a:p>
            <a:pPr marL="571500" lvl="0" indent="-571500" algn="l" fontAlgn="base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SzPct val="95000"/>
            </a:pPr>
            <a:r>
              <a:rPr lang="en-US" altLang="x-none" sz="2400" strike="noStrike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②</a:t>
            </a:r>
            <a:r>
              <a:rPr lang="zh-CN" altLang="en-US" sz="2400" strike="noStrike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方正书宋_GBK" panose="02000000000000000000" charset="-122"/>
                <a:ea typeface="方正书宋_GBK" panose="02000000000000000000" charset="-122"/>
                <a:cs typeface="+mn-ea"/>
              </a:rPr>
              <a:t>注重原理、</a:t>
            </a:r>
            <a:r>
              <a:rPr lang="zh-CN" altLang="en-US" sz="2400" strike="noStrike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实践性强</a:t>
            </a:r>
            <a:endParaRPr lang="zh-CN" altLang="en-US" sz="2400" strike="noStrike" noProof="1" dirty="0">
              <a:solidFill>
                <a:srgbClr val="000099"/>
              </a:solidFill>
              <a:effectLst>
                <a:outerShdw blurRad="38100" dist="38100" dir="2700000">
                  <a:srgbClr val="000000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  <a:p>
            <a:pPr marL="571500" lvl="0" indent="-571500" algn="l" fontAlgn="base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SzPct val="95000"/>
            </a:pPr>
            <a:r>
              <a:rPr lang="zh-CN" altLang="en-US" sz="2000" b="0" strike="noStrike" noProof="1" dirty="0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      </a:t>
            </a:r>
            <a:r>
              <a:rPr lang="zh-CN" altLang="en-US" sz="2000" b="0" strike="noStrike" noProof="1" dirty="0">
                <a:solidFill>
                  <a:schemeClr val="tx1"/>
                </a:solidFill>
                <a:effectLst/>
                <a:latin typeface="DejaVu Sans" panose="020B0606030804020204" charset="0"/>
                <a:ea typeface="方正书宋_GBK" panose="02000000000000000000" charset="-122"/>
                <a:cs typeface="+mn-ea"/>
              </a:rPr>
              <a:t>在操作系统的各个研究领域都有很多算法和模型（</a:t>
            </a:r>
            <a:r>
              <a:rPr lang="en-US" altLang="zh-CN" sz="2000" b="0" strike="noStrike" noProof="1" dirty="0">
                <a:solidFill>
                  <a:schemeClr val="tx1"/>
                </a:solidFill>
                <a:effectLst/>
                <a:latin typeface="DejaVu Sans" panose="020B0606030804020204" charset="0"/>
                <a:ea typeface="方正书宋_GBK" panose="02000000000000000000" charset="-122"/>
                <a:cs typeface="+mn-ea"/>
              </a:rPr>
              <a:t>CPU</a:t>
            </a:r>
            <a:r>
              <a:rPr lang="zh-CN" altLang="en-US" sz="2000" b="0" strike="noStrike" noProof="1" dirty="0">
                <a:solidFill>
                  <a:schemeClr val="tx1"/>
                </a:solidFill>
                <a:effectLst/>
                <a:latin typeface="DejaVu Sans" panose="020B0606030804020204" charset="0"/>
                <a:ea typeface="方正书宋_GBK" panose="02000000000000000000" charset="-122"/>
                <a:cs typeface="+mn-ea"/>
              </a:rPr>
              <a:t>调度、内存分配、文件存储、并行处理等等）。操作系统的理论只有在实践中验证并应用才有意义，才能更好的理解这些知识，才能提出更优秀的理论</a:t>
            </a:r>
            <a:endParaRPr lang="zh-CN" altLang="en-US" sz="2000" strike="noStrike" noProof="1" dirty="0">
              <a:solidFill>
                <a:schemeClr val="tx1"/>
              </a:solidFill>
              <a:effectLst>
                <a:outerShdw blurRad="38100" dist="38100" dir="2700000">
                  <a:srgbClr val="FFFFFF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  <a:p>
            <a:pPr marL="571500" lvl="0" indent="-571500" algn="l" fontAlgn="base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SzPct val="95000"/>
            </a:pPr>
            <a:r>
              <a:rPr lang="en-US" altLang="x-none" sz="2400" strike="noStrike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③</a:t>
            </a:r>
            <a:r>
              <a:rPr lang="zh-CN" altLang="en-US" sz="2400" strike="noStrike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技术发展快</a:t>
            </a:r>
            <a:endParaRPr lang="zh-CN" altLang="en-US" sz="2400" strike="noStrike" noProof="1" dirty="0">
              <a:solidFill>
                <a:srgbClr val="000099"/>
              </a:solidFill>
              <a:effectLst>
                <a:outerShdw blurRad="38100" dist="38100" dir="2700000">
                  <a:srgbClr val="000000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  <a:p>
            <a:pPr marL="571500" lvl="0" indent="-571500" algn="l" fontAlgn="base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SzPct val="95000"/>
            </a:pPr>
            <a:r>
              <a:rPr lang="zh-CN" altLang="en-US" sz="2000" b="0" strike="noStrike" noProof="1" dirty="0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      </a:t>
            </a:r>
            <a:r>
              <a:rPr lang="zh-CN" altLang="en-US" sz="2000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基础性和先进性的关系</a:t>
            </a:r>
            <a:endParaRPr lang="zh-CN" altLang="en-US" sz="2000" strike="noStrike" noProof="1" dirty="0">
              <a:solidFill>
                <a:schemeClr val="tx1"/>
              </a:solidFill>
              <a:effectLst>
                <a:outerShdw blurRad="38100" dist="38100" dir="2700000">
                  <a:srgbClr val="FFFFFF"/>
                </a:outerShdw>
              </a:effectLst>
              <a:latin typeface="DejaVu Sans" panose="020B0606030804020204" charset="0"/>
              <a:ea typeface="方正书宋_GBK" panose="02000000000000000000" charset="-122"/>
              <a:cs typeface="+mn-ea"/>
            </a:endParaRPr>
          </a:p>
        </p:txBody>
      </p:sp>
      <p:sp>
        <p:nvSpPr>
          <p:cNvPr id="16389" name="矩形 19460"/>
          <p:cNvSpPr/>
          <p:nvPr/>
        </p:nvSpPr>
        <p:spPr>
          <a:xfrm>
            <a:off x="253048" y="652145"/>
            <a:ext cx="4459288" cy="607695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p>
            <a:pPr marL="533400" lvl="0" indent="-533400" algn="l" fontAlgn="base">
              <a:lnSpc>
                <a:spcPct val="120000"/>
              </a:lnSpc>
              <a:spcBef>
                <a:spcPct val="30000"/>
              </a:spcBef>
              <a:buClr>
                <a:schemeClr val="tx2"/>
              </a:buClr>
              <a:buSzPct val="95000"/>
            </a:pPr>
            <a:r>
              <a:rPr lang="en-US" altLang="x-none" sz="2800" strike="noStrike" noProof="1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(2) </a:t>
            </a:r>
            <a:r>
              <a:rPr lang="zh-CN" altLang="en-US" sz="2800" strike="noStrike" noProof="1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操作系统课程的特点</a:t>
            </a:r>
            <a:endParaRPr lang="zh-CN" altLang="en-US" sz="2800" strike="noStrike" noProof="1" dirty="0">
              <a:solidFill>
                <a:srgbClr val="A50021"/>
              </a:solidFill>
              <a:effectLst>
                <a:outerShdw blurRad="38100" dist="38100" dir="2700000">
                  <a:srgbClr val="000000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</p:txBody>
      </p:sp>
      <p:grpSp>
        <p:nvGrpSpPr>
          <p:cNvPr id="16390" name="组合 16389"/>
          <p:cNvGrpSpPr/>
          <p:nvPr/>
        </p:nvGrpSpPr>
        <p:grpSpPr>
          <a:xfrm>
            <a:off x="5578475" y="626110"/>
            <a:ext cx="3187065" cy="3576436"/>
            <a:chOff x="0" y="0"/>
            <a:chExt cx="2267" cy="2554"/>
          </a:xfrm>
        </p:grpSpPr>
        <p:grpSp>
          <p:nvGrpSpPr>
            <p:cNvPr id="2" name="组合 16390"/>
            <p:cNvGrpSpPr/>
            <p:nvPr/>
          </p:nvGrpSpPr>
          <p:grpSpPr>
            <a:xfrm>
              <a:off x="0" y="0"/>
              <a:ext cx="2267" cy="2267"/>
              <a:chOff x="0" y="0"/>
              <a:chExt cx="2267" cy="2267"/>
            </a:xfrm>
          </p:grpSpPr>
          <p:sp>
            <p:nvSpPr>
              <p:cNvPr id="16391" name="椭圆 19463"/>
              <p:cNvSpPr/>
              <p:nvPr/>
            </p:nvSpPr>
            <p:spPr>
              <a:xfrm>
                <a:off x="0" y="0"/>
                <a:ext cx="2267" cy="2267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 algn="ctr"/>
                <a:endParaRPr lang="zh-CN" altLang="en-US" dirty="0">
                  <a:latin typeface="DejaVu Sans" panose="020B0606030804020204" charset="0"/>
                  <a:ea typeface="方正书宋_GBK" panose="02000000000000000000" charset="-122"/>
                </a:endParaRPr>
              </a:p>
            </p:txBody>
          </p:sp>
          <p:sp>
            <p:nvSpPr>
              <p:cNvPr id="16392" name="椭圆 19464"/>
              <p:cNvSpPr/>
              <p:nvPr/>
            </p:nvSpPr>
            <p:spPr>
              <a:xfrm>
                <a:off x="473" y="521"/>
                <a:ext cx="1328" cy="1200"/>
              </a:xfrm>
              <a:prstGeom prst="ellipse">
                <a:avLst/>
              </a:prstGeom>
              <a:solidFill>
                <a:srgbClr val="CCFFCC"/>
              </a:solidFill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 algn="ctr"/>
                <a:endParaRPr lang="zh-CN" altLang="en-US" dirty="0">
                  <a:latin typeface="DejaVu Sans" panose="020B0606030804020204" charset="0"/>
                  <a:ea typeface="方正书宋_GBK" panose="02000000000000000000" charset="-122"/>
                </a:endParaRPr>
              </a:p>
            </p:txBody>
          </p:sp>
          <p:sp>
            <p:nvSpPr>
              <p:cNvPr id="16393" name="椭圆 19465"/>
              <p:cNvSpPr/>
              <p:nvPr/>
            </p:nvSpPr>
            <p:spPr>
              <a:xfrm>
                <a:off x="874" y="842"/>
                <a:ext cx="567" cy="567"/>
              </a:xfrm>
              <a:prstGeom prst="ellipse">
                <a:avLst/>
              </a:prstGeom>
              <a:solidFill>
                <a:srgbClr val="CCFFCC"/>
              </a:solidFill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pPr lvl="0" algn="ctr"/>
                <a:endParaRPr lang="zh-CN" altLang="en-US" dirty="0">
                  <a:latin typeface="DejaVu Sans" panose="020B0606030804020204" charset="0"/>
                  <a:ea typeface="方正书宋_GBK" panose="02000000000000000000" charset="-122"/>
                </a:endParaRPr>
              </a:p>
            </p:txBody>
          </p:sp>
          <p:sp>
            <p:nvSpPr>
              <p:cNvPr id="16394" name="文本框 19466"/>
              <p:cNvSpPr txBox="1"/>
              <p:nvPr/>
            </p:nvSpPr>
            <p:spPr>
              <a:xfrm>
                <a:off x="993" y="1006"/>
                <a:ext cx="403" cy="254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anchor="t"/>
              <a:p>
                <a:pPr lvl="0" algn="just"/>
                <a:r>
                  <a:rPr lang="zh-CN" altLang="en-US" sz="1400" dirty="0">
                    <a:solidFill>
                      <a:srgbClr val="000000"/>
                    </a:solidFill>
                    <a:latin typeface="DejaVu Sans" panose="020B0606030804020204" charset="0"/>
                    <a:ea typeface="方正书宋_GBK" panose="02000000000000000000" charset="-122"/>
                  </a:rPr>
                  <a:t>裸机</a:t>
                </a:r>
                <a:endParaRPr lang="zh-CN" altLang="en-US" sz="1400" dirty="0">
                  <a:solidFill>
                    <a:srgbClr val="000000"/>
                  </a:solidFill>
                  <a:latin typeface="DejaVu Sans" panose="020B0606030804020204" charset="0"/>
                  <a:ea typeface="方正书宋_GBK" panose="02000000000000000000" charset="-122"/>
                </a:endParaRPr>
              </a:p>
            </p:txBody>
          </p:sp>
          <p:sp>
            <p:nvSpPr>
              <p:cNvPr id="16395" name="文本框 19467"/>
              <p:cNvSpPr txBox="1"/>
              <p:nvPr/>
            </p:nvSpPr>
            <p:spPr>
              <a:xfrm>
                <a:off x="1274" y="639"/>
                <a:ext cx="204" cy="204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anchor="t"/>
              <a:p>
                <a:pPr lvl="0" algn="just"/>
                <a:r>
                  <a:rPr lang="zh-CN" altLang="en-US" sz="1400" dirty="0">
                    <a:solidFill>
                      <a:srgbClr val="000000"/>
                    </a:solidFill>
                    <a:latin typeface="DejaVu Sans" panose="020B0606030804020204" charset="0"/>
                    <a:ea typeface="方正书宋_GBK" panose="02000000000000000000" charset="-122"/>
                  </a:rPr>
                  <a:t>作</a:t>
                </a:r>
                <a:endParaRPr lang="zh-CN" altLang="en-US" sz="1400" dirty="0">
                  <a:solidFill>
                    <a:srgbClr val="000000"/>
                  </a:solidFill>
                  <a:latin typeface="DejaVu Sans" panose="020B0606030804020204" charset="0"/>
                  <a:ea typeface="方正书宋_GBK" panose="02000000000000000000" charset="-122"/>
                </a:endParaRPr>
              </a:p>
            </p:txBody>
          </p:sp>
          <p:sp>
            <p:nvSpPr>
              <p:cNvPr id="16396" name="文本框 19468"/>
              <p:cNvSpPr txBox="1"/>
              <p:nvPr/>
            </p:nvSpPr>
            <p:spPr>
              <a:xfrm>
                <a:off x="1314" y="1384"/>
                <a:ext cx="204" cy="204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anchor="t"/>
              <a:p>
                <a:pPr lvl="0" algn="just"/>
                <a:r>
                  <a:rPr lang="zh-CN" altLang="en-US" sz="1400" dirty="0">
                    <a:solidFill>
                      <a:srgbClr val="000000"/>
                    </a:solidFill>
                    <a:latin typeface="DejaVu Sans" panose="020B0606030804020204" charset="0"/>
                    <a:ea typeface="方正书宋_GBK" panose="02000000000000000000" charset="-122"/>
                  </a:rPr>
                  <a:t>系</a:t>
                </a:r>
                <a:endParaRPr lang="zh-CN" altLang="en-US" sz="1400" dirty="0">
                  <a:solidFill>
                    <a:srgbClr val="000000"/>
                  </a:solidFill>
                  <a:latin typeface="DejaVu Sans" panose="020B0606030804020204" charset="0"/>
                  <a:ea typeface="方正书宋_GBK" panose="02000000000000000000" charset="-122"/>
                </a:endParaRPr>
              </a:p>
            </p:txBody>
          </p:sp>
          <p:sp>
            <p:nvSpPr>
              <p:cNvPr id="16397" name="文本框 19469"/>
              <p:cNvSpPr txBox="1"/>
              <p:nvPr/>
            </p:nvSpPr>
            <p:spPr>
              <a:xfrm>
                <a:off x="802" y="1393"/>
                <a:ext cx="204" cy="204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anchor="t"/>
              <a:p>
                <a:pPr lvl="0" algn="just"/>
                <a:r>
                  <a:rPr lang="zh-CN" altLang="en-US" sz="1400" dirty="0">
                    <a:solidFill>
                      <a:srgbClr val="000000"/>
                    </a:solidFill>
                    <a:latin typeface="DejaVu Sans" panose="020B0606030804020204" charset="0"/>
                    <a:ea typeface="方正书宋_GBK" panose="02000000000000000000" charset="-122"/>
                  </a:rPr>
                  <a:t>统</a:t>
                </a:r>
                <a:endParaRPr lang="zh-CN" altLang="en-US" sz="1400" dirty="0">
                  <a:solidFill>
                    <a:srgbClr val="000000"/>
                  </a:solidFill>
                  <a:latin typeface="DejaVu Sans" panose="020B0606030804020204" charset="0"/>
                  <a:ea typeface="方正书宋_GBK" panose="02000000000000000000" charset="-122"/>
                </a:endParaRPr>
              </a:p>
            </p:txBody>
          </p:sp>
          <p:sp>
            <p:nvSpPr>
              <p:cNvPr id="16398" name="文本框 19470"/>
              <p:cNvSpPr txBox="1"/>
              <p:nvPr/>
            </p:nvSpPr>
            <p:spPr>
              <a:xfrm>
                <a:off x="351" y="399"/>
                <a:ext cx="204" cy="204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anchor="t"/>
              <a:p>
                <a:pPr lvl="0" algn="just"/>
                <a:r>
                  <a:rPr lang="zh-CN" altLang="en-US" sz="1400" dirty="0">
                    <a:solidFill>
                      <a:srgbClr val="000000"/>
                    </a:solidFill>
                    <a:latin typeface="DejaVu Sans" panose="020B0606030804020204" charset="0"/>
                    <a:ea typeface="方正书宋_GBK" panose="02000000000000000000" charset="-122"/>
                  </a:rPr>
                  <a:t>应</a:t>
                </a:r>
                <a:endParaRPr lang="zh-CN" altLang="en-US" sz="1400" dirty="0">
                  <a:solidFill>
                    <a:srgbClr val="000000"/>
                  </a:solidFill>
                  <a:latin typeface="DejaVu Sans" panose="020B0606030804020204" charset="0"/>
                  <a:ea typeface="方正书宋_GBK" panose="02000000000000000000" charset="-122"/>
                </a:endParaRPr>
              </a:p>
            </p:txBody>
          </p:sp>
          <p:sp>
            <p:nvSpPr>
              <p:cNvPr id="16399" name="文本框 19471"/>
              <p:cNvSpPr txBox="1"/>
              <p:nvPr/>
            </p:nvSpPr>
            <p:spPr>
              <a:xfrm>
                <a:off x="1256" y="163"/>
                <a:ext cx="204" cy="204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anchor="t"/>
              <a:p>
                <a:pPr lvl="0" algn="just"/>
                <a:r>
                  <a:rPr lang="zh-CN" altLang="en-US" sz="1400" dirty="0">
                    <a:solidFill>
                      <a:srgbClr val="000000"/>
                    </a:solidFill>
                    <a:latin typeface="DejaVu Sans" panose="020B0606030804020204" charset="0"/>
                    <a:ea typeface="方正书宋_GBK" panose="02000000000000000000" charset="-122"/>
                  </a:rPr>
                  <a:t>程</a:t>
                </a:r>
                <a:endParaRPr lang="zh-CN" altLang="en-US" sz="1400" dirty="0">
                  <a:solidFill>
                    <a:srgbClr val="000000"/>
                  </a:solidFill>
                  <a:latin typeface="DejaVu Sans" panose="020B0606030804020204" charset="0"/>
                  <a:ea typeface="方正书宋_GBK" panose="02000000000000000000" charset="-122"/>
                </a:endParaRPr>
              </a:p>
            </p:txBody>
          </p:sp>
          <p:sp>
            <p:nvSpPr>
              <p:cNvPr id="16400" name="文本框 19472"/>
              <p:cNvSpPr txBox="1"/>
              <p:nvPr/>
            </p:nvSpPr>
            <p:spPr>
              <a:xfrm>
                <a:off x="1675" y="455"/>
                <a:ext cx="204" cy="204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anchor="t"/>
              <a:p>
                <a:pPr lvl="0" algn="just"/>
                <a:r>
                  <a:rPr lang="zh-CN" altLang="en-US" sz="1400" dirty="0">
                    <a:solidFill>
                      <a:srgbClr val="000000"/>
                    </a:solidFill>
                    <a:latin typeface="DejaVu Sans" panose="020B0606030804020204" charset="0"/>
                    <a:ea typeface="方正书宋_GBK" panose="02000000000000000000" charset="-122"/>
                  </a:rPr>
                  <a:t>序</a:t>
                </a:r>
                <a:endParaRPr lang="zh-CN" altLang="en-US" sz="1400" dirty="0">
                  <a:solidFill>
                    <a:srgbClr val="000000"/>
                  </a:solidFill>
                  <a:latin typeface="DejaVu Sans" panose="020B0606030804020204" charset="0"/>
                  <a:ea typeface="方正书宋_GBK" panose="02000000000000000000" charset="-122"/>
                </a:endParaRPr>
              </a:p>
            </p:txBody>
          </p:sp>
          <p:sp>
            <p:nvSpPr>
              <p:cNvPr id="16401" name="文本框 19473"/>
              <p:cNvSpPr txBox="1"/>
              <p:nvPr/>
            </p:nvSpPr>
            <p:spPr>
              <a:xfrm>
                <a:off x="791" y="163"/>
                <a:ext cx="204" cy="204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anchor="t"/>
              <a:p>
                <a:pPr lvl="0" algn="just"/>
                <a:r>
                  <a:rPr lang="zh-CN" altLang="en-US" sz="1400" dirty="0">
                    <a:solidFill>
                      <a:srgbClr val="000000"/>
                    </a:solidFill>
                    <a:latin typeface="DejaVu Sans" panose="020B0606030804020204" charset="0"/>
                    <a:ea typeface="方正书宋_GBK" panose="02000000000000000000" charset="-122"/>
                  </a:rPr>
                  <a:t>用</a:t>
                </a:r>
                <a:endParaRPr lang="zh-CN" altLang="en-US" sz="1400" dirty="0">
                  <a:solidFill>
                    <a:srgbClr val="000000"/>
                  </a:solidFill>
                  <a:latin typeface="DejaVu Sans" panose="020B0606030804020204" charset="0"/>
                  <a:ea typeface="方正书宋_GBK" panose="02000000000000000000" charset="-122"/>
                </a:endParaRPr>
              </a:p>
            </p:txBody>
          </p:sp>
          <p:sp>
            <p:nvSpPr>
              <p:cNvPr id="16402" name="文本框 19474"/>
              <p:cNvSpPr txBox="1"/>
              <p:nvPr/>
            </p:nvSpPr>
            <p:spPr>
              <a:xfrm>
                <a:off x="1712" y="1552"/>
                <a:ext cx="204" cy="204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anchor="t"/>
              <a:p>
                <a:pPr lvl="0" algn="just"/>
                <a:r>
                  <a:rPr lang="zh-CN" altLang="en-US" sz="1400" dirty="0">
                    <a:solidFill>
                      <a:srgbClr val="000000"/>
                    </a:solidFill>
                    <a:latin typeface="DejaVu Sans" panose="020B0606030804020204" charset="0"/>
                    <a:ea typeface="方正书宋_GBK" panose="02000000000000000000" charset="-122"/>
                  </a:rPr>
                  <a:t>序</a:t>
                </a:r>
                <a:endParaRPr lang="zh-CN" altLang="en-US" sz="1400" dirty="0">
                  <a:solidFill>
                    <a:srgbClr val="000000"/>
                  </a:solidFill>
                  <a:latin typeface="DejaVu Sans" panose="020B0606030804020204" charset="0"/>
                  <a:ea typeface="方正书宋_GBK" panose="02000000000000000000" charset="-122"/>
                </a:endParaRPr>
              </a:p>
            </p:txBody>
          </p:sp>
          <p:sp>
            <p:nvSpPr>
              <p:cNvPr id="16403" name="文本框 19475"/>
              <p:cNvSpPr txBox="1"/>
              <p:nvPr/>
            </p:nvSpPr>
            <p:spPr>
              <a:xfrm>
                <a:off x="1302" y="1844"/>
                <a:ext cx="204" cy="204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anchor="t"/>
              <a:p>
                <a:pPr lvl="0" algn="just"/>
                <a:r>
                  <a:rPr lang="zh-CN" altLang="en-US" sz="1400" dirty="0">
                    <a:solidFill>
                      <a:srgbClr val="000000"/>
                    </a:solidFill>
                    <a:latin typeface="DejaVu Sans" panose="020B0606030804020204" charset="0"/>
                    <a:ea typeface="方正书宋_GBK" panose="02000000000000000000" charset="-122"/>
                  </a:rPr>
                  <a:t>程</a:t>
                </a:r>
                <a:endParaRPr lang="zh-CN" altLang="en-US" sz="1400" dirty="0">
                  <a:solidFill>
                    <a:srgbClr val="000000"/>
                  </a:solidFill>
                  <a:latin typeface="DejaVu Sans" panose="020B0606030804020204" charset="0"/>
                  <a:ea typeface="方正书宋_GBK" panose="02000000000000000000" charset="-122"/>
                </a:endParaRPr>
              </a:p>
            </p:txBody>
          </p:sp>
          <p:sp>
            <p:nvSpPr>
              <p:cNvPr id="16404" name="文本框 19476"/>
              <p:cNvSpPr txBox="1"/>
              <p:nvPr/>
            </p:nvSpPr>
            <p:spPr>
              <a:xfrm>
                <a:off x="398" y="1654"/>
                <a:ext cx="204" cy="204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anchor="t"/>
              <a:p>
                <a:pPr lvl="0" algn="just"/>
                <a:r>
                  <a:rPr lang="zh-CN" altLang="en-US" sz="1400" dirty="0">
                    <a:solidFill>
                      <a:srgbClr val="000000"/>
                    </a:solidFill>
                    <a:latin typeface="DejaVu Sans" panose="020B0606030804020204" charset="0"/>
                    <a:ea typeface="方正书宋_GBK" panose="02000000000000000000" charset="-122"/>
                  </a:rPr>
                  <a:t>用</a:t>
                </a:r>
                <a:endParaRPr lang="zh-CN" altLang="en-US" sz="1400" dirty="0">
                  <a:solidFill>
                    <a:srgbClr val="000000"/>
                  </a:solidFill>
                  <a:latin typeface="DejaVu Sans" panose="020B0606030804020204" charset="0"/>
                  <a:ea typeface="方正书宋_GBK" panose="02000000000000000000" charset="-122"/>
                </a:endParaRPr>
              </a:p>
            </p:txBody>
          </p:sp>
          <p:sp>
            <p:nvSpPr>
              <p:cNvPr id="16405" name="文本框 19477"/>
              <p:cNvSpPr txBox="1"/>
              <p:nvPr/>
            </p:nvSpPr>
            <p:spPr>
              <a:xfrm>
                <a:off x="810" y="1837"/>
                <a:ext cx="204" cy="204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anchor="t"/>
              <a:p>
                <a:pPr lvl="0" algn="just"/>
                <a:r>
                  <a:rPr lang="zh-CN" altLang="en-US" sz="1400" dirty="0">
                    <a:solidFill>
                      <a:srgbClr val="000000"/>
                    </a:solidFill>
                    <a:latin typeface="DejaVu Sans" panose="020B0606030804020204" charset="0"/>
                    <a:ea typeface="方正书宋_GBK" panose="02000000000000000000" charset="-122"/>
                  </a:rPr>
                  <a:t>户</a:t>
                </a:r>
                <a:endParaRPr lang="zh-CN" altLang="en-US" sz="1400" dirty="0">
                  <a:solidFill>
                    <a:srgbClr val="000000"/>
                  </a:solidFill>
                  <a:latin typeface="DejaVu Sans" panose="020B0606030804020204" charset="0"/>
                  <a:ea typeface="方正书宋_GBK" panose="02000000000000000000" charset="-122"/>
                </a:endParaRPr>
              </a:p>
            </p:txBody>
          </p:sp>
          <p:sp>
            <p:nvSpPr>
              <p:cNvPr id="16406" name="文本框 19478"/>
              <p:cNvSpPr txBox="1"/>
              <p:nvPr/>
            </p:nvSpPr>
            <p:spPr>
              <a:xfrm>
                <a:off x="781" y="658"/>
                <a:ext cx="204" cy="204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anchor="t"/>
              <a:p>
                <a:pPr lvl="0" algn="just"/>
                <a:r>
                  <a:rPr lang="zh-CN" altLang="en-US" sz="1400" dirty="0">
                    <a:solidFill>
                      <a:srgbClr val="000000"/>
                    </a:solidFill>
                    <a:latin typeface="DejaVu Sans" panose="020B0606030804020204" charset="0"/>
                    <a:ea typeface="方正书宋_GBK" panose="02000000000000000000" charset="-122"/>
                  </a:rPr>
                  <a:t>操</a:t>
                </a:r>
                <a:endParaRPr lang="zh-CN" altLang="en-US" sz="1400" dirty="0">
                  <a:solidFill>
                    <a:srgbClr val="000000"/>
                  </a:solidFill>
                  <a:latin typeface="DejaVu Sans" panose="020B0606030804020204" charset="0"/>
                  <a:ea typeface="方正书宋_GBK" panose="02000000000000000000" charset="-122"/>
                </a:endParaRPr>
              </a:p>
            </p:txBody>
          </p:sp>
        </p:grpSp>
        <p:sp>
          <p:nvSpPr>
            <p:cNvPr id="16408" name="矩形 19479"/>
            <p:cNvSpPr/>
            <p:nvPr/>
          </p:nvSpPr>
          <p:spPr>
            <a:xfrm>
              <a:off x="223" y="2261"/>
              <a:ext cx="1755" cy="293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>
              <a:spAutoFit/>
            </a:bodyPr>
            <a:p>
              <a:pPr marL="914400" lvl="1" indent="-457200" algn="l" fontAlgn="base">
                <a:lnSpc>
                  <a:spcPct val="13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</a:pPr>
              <a:r>
                <a:rPr lang="zh-CN" altLang="en-US" sz="1600" b="0" i="1" strike="noStrike" noProof="1" dirty="0">
                  <a:solidFill>
                    <a:schemeClr val="tx1"/>
                  </a:solidFill>
                  <a:effectLst>
                    <a:outerShdw blurRad="38100" dist="38100" dir="2700000">
                      <a:srgbClr val="FFFFFF"/>
                    </a:outerShdw>
                  </a:effectLst>
                  <a:latin typeface="DejaVu Sans" panose="020B0606030804020204" charset="0"/>
                  <a:ea typeface="方正书宋_GBK" panose="02000000000000000000" charset="-122"/>
                  <a:cs typeface="+mn-ea"/>
                </a:rPr>
                <a:t>计算机系统的组成</a:t>
              </a:r>
              <a:endParaRPr lang="zh-CN" altLang="en-US" sz="1600" b="0" i="1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</a:endParaRPr>
            </a:p>
          </p:txBody>
        </p:sp>
      </p:grpSp>
      <p:sp>
        <p:nvSpPr>
          <p:cNvPr id="16409" name="矩形 19480"/>
          <p:cNvSpPr/>
          <p:nvPr/>
        </p:nvSpPr>
        <p:spPr>
          <a:xfrm>
            <a:off x="381000" y="42863"/>
            <a:ext cx="8393113" cy="420688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p>
            <a:pPr lvl="0" algn="r" fontAlgn="base">
              <a:lnSpc>
                <a:spcPct val="90000"/>
              </a:lnSpc>
            </a:pPr>
            <a:r>
              <a:rPr lang="zh-CN" altLang="en-US" sz="2400" strike="noStrike" noProof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前言</a:t>
            </a:r>
            <a:endParaRPr lang="zh-CN" altLang="en-US" sz="2400" strike="noStrike" noProof="1" dirty="0">
              <a:solidFill>
                <a:srgbClr val="CC0000"/>
              </a:solidFill>
              <a:effectLst>
                <a:outerShdw blurRad="38100" dist="38100" dir="2700000">
                  <a:srgbClr val="000000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16389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矩形 20481"/>
          <p:cNvSpPr/>
          <p:nvPr/>
        </p:nvSpPr>
        <p:spPr>
          <a:xfrm>
            <a:off x="113665" y="1257300"/>
            <a:ext cx="6446520" cy="4700270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>
            <a:spAutoFit/>
          </a:bodyPr>
          <a:p>
            <a:pPr marL="914400" lvl="1" indent="-457200" algn="l" fontAlgn="base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SzPct val="95000"/>
            </a:pPr>
            <a:r>
              <a:rPr lang="en-US" altLang="x-none" sz="2400" b="0" strike="noStrike" noProof="1" dirty="0">
                <a:solidFill>
                  <a:srgbClr val="000099"/>
                </a:solidFill>
                <a:effectLst/>
                <a:latin typeface="DejaVu Sans" panose="020B0606030804020204" charset="0"/>
                <a:ea typeface="方正书宋_GBK" panose="02000000000000000000" charset="-122"/>
                <a:cs typeface="+mn-ea"/>
              </a:rPr>
              <a:t>①</a:t>
            </a:r>
            <a:r>
              <a:rPr lang="en-US" altLang="x-none" sz="2400" b="0" strike="noStrike" noProof="1" dirty="0">
                <a:solidFill>
                  <a:srgbClr val="000099"/>
                </a:solidFill>
                <a:effectLst/>
                <a:latin typeface="方正书宋_GBK" panose="02000000000000000000" charset="-122"/>
                <a:ea typeface="方正书宋_GBK" panose="02000000000000000000" charset="-122"/>
                <a:cs typeface="+mn-ea"/>
              </a:rPr>
              <a:t> </a:t>
            </a:r>
            <a:r>
              <a:rPr lang="zh-CN" altLang="en-US" sz="2400" b="0" strike="noStrike" noProof="1" dirty="0">
                <a:solidFill>
                  <a:srgbClr val="000099"/>
                </a:solidFill>
                <a:effectLst/>
                <a:latin typeface="DejaVu Sans" panose="020B0606030804020204" charset="0"/>
                <a:ea typeface="方正书宋_GBK" panose="02000000000000000000" charset="-122"/>
                <a:cs typeface="+mn-ea"/>
              </a:rPr>
              <a:t>了解操作系统的本质特性和实现的功能</a:t>
            </a:r>
            <a:endParaRPr lang="zh-CN" altLang="en-US" sz="2400" b="0" strike="noStrike" noProof="1" dirty="0">
              <a:solidFill>
                <a:schemeClr val="tx1"/>
              </a:solidFill>
              <a:effectLst/>
              <a:latin typeface="DejaVu Sans" panose="020B0606030804020204" charset="0"/>
              <a:ea typeface="方正书宋_GBK" panose="02000000000000000000" charset="-122"/>
            </a:endParaRPr>
          </a:p>
          <a:p>
            <a:pPr marL="914400" lvl="1" indent="-457200" algn="l" fontAlgn="base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SzPct val="95000"/>
            </a:pPr>
            <a:r>
              <a:rPr lang="en-US" altLang="x-none" sz="2400" b="0" strike="noStrike" noProof="1" dirty="0">
                <a:solidFill>
                  <a:srgbClr val="000099"/>
                </a:solidFill>
                <a:effectLst/>
                <a:latin typeface="DejaVu Sans" panose="020B0606030804020204" charset="0"/>
                <a:ea typeface="方正书宋_GBK" panose="02000000000000000000" charset="-122"/>
                <a:cs typeface="+mn-ea"/>
              </a:rPr>
              <a:t>②</a:t>
            </a:r>
            <a:r>
              <a:rPr lang="en-US" altLang="x-none" sz="2400" b="0" strike="noStrike" noProof="1" dirty="0">
                <a:solidFill>
                  <a:srgbClr val="000099"/>
                </a:solidFill>
                <a:effectLst/>
                <a:latin typeface="方正书宋_GBK" panose="02000000000000000000" charset="-122"/>
                <a:ea typeface="方正书宋_GBK" panose="02000000000000000000" charset="-122"/>
                <a:cs typeface="+mn-ea"/>
              </a:rPr>
              <a:t> </a:t>
            </a:r>
            <a:r>
              <a:rPr lang="zh-CN" altLang="en-US" sz="2400" b="0" strike="noStrike" noProof="1" dirty="0">
                <a:solidFill>
                  <a:srgbClr val="000099"/>
                </a:solidFill>
                <a:effectLst/>
                <a:latin typeface="DejaVu Sans" panose="020B0606030804020204" charset="0"/>
                <a:ea typeface="方正书宋_GBK" panose="02000000000000000000" charset="-122"/>
                <a:cs typeface="+mn-ea"/>
              </a:rPr>
              <a:t>掌握操作系统功能实现的基本原理</a:t>
            </a:r>
            <a:endParaRPr lang="zh-CN" altLang="en-US" sz="2400" b="0" strike="noStrike" noProof="1" dirty="0">
              <a:solidFill>
                <a:srgbClr val="000099"/>
              </a:solidFill>
              <a:effectLst/>
              <a:latin typeface="DejaVu Sans" panose="020B0606030804020204" charset="0"/>
              <a:ea typeface="方正书宋_GBK" panose="02000000000000000000" charset="-122"/>
            </a:endParaRPr>
          </a:p>
          <a:p>
            <a:pPr marL="914400" lvl="1" indent="-457200" algn="l" fontAlgn="base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SzPct val="95000"/>
            </a:pPr>
            <a:r>
              <a:rPr lang="en-US" altLang="x-none" sz="2400" b="0" strike="noStrike" noProof="1" dirty="0">
                <a:solidFill>
                  <a:srgbClr val="000099"/>
                </a:solidFill>
                <a:effectLst/>
                <a:latin typeface="DejaVu Sans" panose="020B0606030804020204" charset="0"/>
                <a:ea typeface="方正书宋_GBK" panose="02000000000000000000" charset="-122"/>
                <a:cs typeface="+mn-ea"/>
              </a:rPr>
              <a:t>③</a:t>
            </a:r>
            <a:r>
              <a:rPr lang="en-US" altLang="x-none" sz="2400" b="0" strike="noStrike" noProof="1" dirty="0">
                <a:solidFill>
                  <a:srgbClr val="000099"/>
                </a:solidFill>
                <a:effectLst/>
                <a:latin typeface="方正书宋_GBK" panose="02000000000000000000" charset="-122"/>
                <a:ea typeface="方正书宋_GBK" panose="02000000000000000000" charset="-122"/>
                <a:cs typeface="+mn-ea"/>
              </a:rPr>
              <a:t> </a:t>
            </a:r>
            <a:r>
              <a:rPr lang="zh-CN" altLang="en-US" sz="2400" b="0" strike="noStrike" noProof="1" dirty="0">
                <a:solidFill>
                  <a:srgbClr val="000099"/>
                </a:solidFill>
                <a:effectLst/>
                <a:latin typeface="DejaVu Sans" panose="020B0606030804020204" charset="0"/>
                <a:ea typeface="方正书宋_GBK" panose="02000000000000000000" charset="-122"/>
                <a:cs typeface="+mn-ea"/>
              </a:rPr>
              <a:t>理论与实际的结合</a:t>
            </a:r>
            <a:endParaRPr lang="zh-CN" altLang="en-US" sz="2400" b="0" strike="noStrike" noProof="1" dirty="0">
              <a:solidFill>
                <a:srgbClr val="000099"/>
              </a:solidFill>
              <a:effectLst/>
              <a:latin typeface="DejaVu Sans" panose="020B0606030804020204" charset="0"/>
              <a:ea typeface="方正书宋_GBK" panose="02000000000000000000" charset="-122"/>
            </a:endParaRPr>
          </a:p>
          <a:p>
            <a:pPr marL="914400" lvl="1" indent="-457200" algn="l" fontAlgn="base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SzPct val="95000"/>
            </a:pPr>
            <a:r>
              <a:rPr lang="zh-CN" altLang="en-US" sz="2400" b="0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  操作系统实例分析</a:t>
            </a:r>
            <a:r>
              <a:rPr lang="x-none" altLang="zh-CN" sz="2400" b="0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:</a:t>
            </a:r>
            <a:endParaRPr lang="x-none" altLang="zh-CN" sz="2400" b="0" strike="noStrike" noProof="1" dirty="0">
              <a:solidFill>
                <a:schemeClr val="tx1"/>
              </a:solidFill>
              <a:effectLst>
                <a:outerShdw blurRad="38100" dist="38100" dir="2700000">
                  <a:srgbClr val="FFFFFF"/>
                </a:outerShdw>
              </a:effectLst>
              <a:latin typeface="DejaVu Sans" panose="020B0606030804020204" charset="0"/>
              <a:ea typeface="方正书宋_GBK" panose="02000000000000000000" charset="-122"/>
              <a:cs typeface="+mn-ea"/>
            </a:endParaRPr>
          </a:p>
          <a:p>
            <a:pPr marL="914400" lvl="1" indent="-457200" algn="l" fontAlgn="base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SzPct val="95000"/>
            </a:pPr>
            <a:r>
              <a:rPr lang="en-US" altLang="x-none" sz="2400" b="0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	</a:t>
            </a:r>
            <a:r>
              <a:rPr lang="x-none" altLang="zh-CN" sz="2400" b="0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Linux</a:t>
            </a:r>
            <a:r>
              <a:rPr lang="zh-CN" altLang="x-none" sz="2400" b="0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，</a:t>
            </a:r>
            <a:r>
              <a:rPr lang="x-none" altLang="zh-CN" sz="2400" b="0" strike="sng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uFillTx/>
                <a:latin typeface="DejaVu Sans" panose="020B0606030804020204" charset="0"/>
                <a:ea typeface="方正书宋_GBK" panose="02000000000000000000" charset="-122"/>
                <a:cs typeface="+mn-ea"/>
              </a:rPr>
              <a:t>mit-jos</a:t>
            </a:r>
            <a:r>
              <a:rPr lang="zh-CN" altLang="x-none" sz="2400" b="0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，riscv-pke</a:t>
            </a:r>
            <a:endParaRPr lang="zh-CN" altLang="x-none" sz="2400" b="0" strike="noStrike" noProof="1" dirty="0">
              <a:solidFill>
                <a:schemeClr val="tx1"/>
              </a:solidFill>
              <a:effectLst>
                <a:outerShdw blurRad="38100" dist="38100" dir="2700000">
                  <a:srgbClr val="FFFFFF"/>
                </a:outerShdw>
              </a:effectLst>
              <a:latin typeface="DejaVu Sans" panose="020B0606030804020204" charset="0"/>
              <a:ea typeface="方正书宋_GBK" panose="02000000000000000000" charset="-122"/>
              <a:cs typeface="+mn-ea"/>
            </a:endParaRPr>
          </a:p>
          <a:p>
            <a:pPr marL="914400" lvl="1" indent="-457200" algn="l" fontAlgn="base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SzPct val="95000"/>
            </a:pPr>
            <a:r>
              <a:rPr lang="zh-CN" altLang="en-US" sz="2400" b="0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  </a:t>
            </a:r>
            <a:r>
              <a:rPr lang="x-none" altLang="zh-CN" sz="2400" b="0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动手</a:t>
            </a:r>
            <a:r>
              <a:rPr lang="zh-CN" altLang="en-US" sz="2400" b="0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实现操作系统</a:t>
            </a:r>
            <a:r>
              <a:rPr lang="x-none" altLang="zh-CN" sz="2400" b="0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主要</a:t>
            </a:r>
            <a:r>
              <a:rPr lang="zh-CN" altLang="en-US" sz="2400" b="0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功能</a:t>
            </a:r>
            <a:endParaRPr lang="zh-CN" altLang="en-US" sz="2400" b="0" strike="noStrike" noProof="1" dirty="0">
              <a:solidFill>
                <a:schemeClr val="tx1"/>
              </a:solidFill>
              <a:effectLst>
                <a:outerShdw blurRad="38100" dist="38100" dir="2700000">
                  <a:srgbClr val="FFFFFF"/>
                </a:outerShdw>
              </a:effectLst>
              <a:latin typeface="DejaVu Sans" panose="020B0606030804020204" charset="0"/>
              <a:ea typeface="方正书宋_GBK" panose="02000000000000000000" charset="-122"/>
              <a:cs typeface="+mn-ea"/>
            </a:endParaRPr>
          </a:p>
          <a:p>
            <a:pPr marL="914400" lvl="1" indent="-457200" algn="l" fontAlgn="base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SzPct val="95000"/>
            </a:pPr>
            <a:r>
              <a:rPr lang="x-none" altLang="zh-CN" sz="2400" b="0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  </a:t>
            </a:r>
            <a:r>
              <a:rPr lang="zh-CN" altLang="en-US" sz="2400" b="0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sym typeface="+mn-ea"/>
              </a:rPr>
              <a:t>硬件平台：</a:t>
            </a:r>
            <a:r>
              <a:rPr lang="en-US" altLang="zh-CN" sz="2400" b="0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sym typeface="+mn-ea"/>
              </a:rPr>
              <a:t>x86</a:t>
            </a:r>
            <a:r>
              <a:rPr lang="zh-CN" altLang="en-US" sz="2400" b="0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sym typeface="+mn-ea"/>
              </a:rPr>
              <a:t>，</a:t>
            </a:r>
            <a:r>
              <a:rPr lang="en-US" altLang="zh-CN" sz="2400" b="0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sym typeface="+mn-ea"/>
              </a:rPr>
              <a:t>arm</a:t>
            </a:r>
            <a:r>
              <a:rPr lang="zh-CN" altLang="en-US" sz="2400" b="0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sym typeface="+mn-ea"/>
              </a:rPr>
              <a:t>，</a:t>
            </a:r>
            <a:r>
              <a:rPr lang="en-US" altLang="zh-CN" sz="2400" b="0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sym typeface="+mn-ea"/>
              </a:rPr>
              <a:t>risc-v</a:t>
            </a:r>
            <a:r>
              <a:rPr lang="x-none" altLang="zh-CN" sz="2400" b="0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  </a:t>
            </a:r>
            <a:endParaRPr lang="x-none" altLang="zh-CN" sz="2400" b="0" strike="noStrike" noProof="1" dirty="0">
              <a:solidFill>
                <a:schemeClr val="tx1"/>
              </a:solidFill>
              <a:effectLst>
                <a:outerShdw blurRad="38100" dist="38100" dir="2700000">
                  <a:srgbClr val="FFFFFF"/>
                </a:outerShdw>
              </a:effectLst>
              <a:latin typeface="DejaVu Sans" panose="020B0606030804020204" charset="0"/>
              <a:ea typeface="方正书宋_GBK" panose="02000000000000000000" charset="-122"/>
              <a:cs typeface="+mn-ea"/>
            </a:endParaRPr>
          </a:p>
          <a:p>
            <a:pPr marL="914400" lvl="1" indent="-457200" algn="l" fontAlgn="base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SzPct val="95000"/>
            </a:pPr>
            <a:r>
              <a:rPr lang="zh-CN" altLang="x-none" sz="2400" b="0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  软件</a:t>
            </a:r>
            <a:r>
              <a:rPr lang="x-none" altLang="zh-CN" sz="2400" b="0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环境：</a:t>
            </a:r>
            <a:r>
              <a:rPr lang="zh-CN" altLang="x-none" sz="2400" b="0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熟练掌握</a:t>
            </a:r>
            <a:r>
              <a:rPr lang="en-US" altLang="zh-CN" sz="2400" b="0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 </a:t>
            </a:r>
            <a:r>
              <a:rPr lang="x-none" altLang="zh-CN" sz="2400" b="0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Linux + C语言</a:t>
            </a:r>
            <a:r>
              <a:rPr lang="zh-CN" altLang="en-US" sz="2400" b="0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</a:rPr>
              <a:t>  </a:t>
            </a:r>
            <a:endParaRPr lang="en-US" altLang="zh-CN" sz="2400" b="0" strike="noStrike" noProof="1" dirty="0">
              <a:solidFill>
                <a:schemeClr val="tx1"/>
              </a:solidFill>
              <a:effectLst>
                <a:outerShdw blurRad="38100" dist="38100" dir="2700000">
                  <a:srgbClr val="FFFFFF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</p:txBody>
      </p:sp>
      <p:pic>
        <p:nvPicPr>
          <p:cNvPr id="2" name="内容占位符 20482"/>
          <p:cNvPicPr>
            <a:picLocks noGrp="1" noChangeAspect="1"/>
          </p:cNvPicPr>
          <p:nvPr>
            <p:ph idx="2147483647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838200" cy="517525"/>
          </a:xfrm>
        </p:spPr>
      </p:pic>
      <p:sp>
        <p:nvSpPr>
          <p:cNvPr id="17432" name="矩形 20503"/>
          <p:cNvSpPr/>
          <p:nvPr/>
        </p:nvSpPr>
        <p:spPr>
          <a:xfrm>
            <a:off x="442913" y="604838"/>
            <a:ext cx="4459288" cy="607695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p>
            <a:pPr marL="533400" lvl="0" indent="-533400" algn="l" fontAlgn="base">
              <a:lnSpc>
                <a:spcPct val="120000"/>
              </a:lnSpc>
              <a:spcBef>
                <a:spcPct val="30000"/>
              </a:spcBef>
              <a:buClr>
                <a:schemeClr val="tx2"/>
              </a:buClr>
              <a:buSzPct val="95000"/>
            </a:pPr>
            <a:r>
              <a:rPr lang="en-US" altLang="x-none" sz="2800" strike="noStrike" noProof="1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(3) </a:t>
            </a:r>
            <a:r>
              <a:rPr lang="zh-CN" altLang="en-US" sz="2800" strike="noStrike" noProof="1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如何学习操作系统</a:t>
            </a:r>
            <a:endParaRPr lang="zh-CN" altLang="en-US" sz="2800" strike="noStrike" noProof="1" dirty="0">
              <a:solidFill>
                <a:srgbClr val="A50021"/>
              </a:solidFill>
              <a:effectLst>
                <a:outerShdw blurRad="38100" dist="38100" dir="2700000">
                  <a:srgbClr val="000000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</p:txBody>
      </p:sp>
      <p:sp>
        <p:nvSpPr>
          <p:cNvPr id="17433" name="矩形 20504"/>
          <p:cNvSpPr/>
          <p:nvPr/>
        </p:nvSpPr>
        <p:spPr>
          <a:xfrm>
            <a:off x="381000" y="42863"/>
            <a:ext cx="8393113" cy="420688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p>
            <a:pPr lvl="0" algn="r" fontAlgn="base">
              <a:lnSpc>
                <a:spcPct val="90000"/>
              </a:lnSpc>
            </a:pPr>
            <a:r>
              <a:rPr lang="zh-CN" altLang="en-US" sz="2400" strike="noStrike" noProof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前言</a:t>
            </a:r>
            <a:endParaRPr lang="zh-CN" altLang="en-US" sz="2400" strike="noStrike" noProof="1" dirty="0">
              <a:solidFill>
                <a:srgbClr val="CC0000"/>
              </a:solidFill>
              <a:effectLst>
                <a:outerShdw blurRad="38100" dist="38100" dir="2700000">
                  <a:srgbClr val="000000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1743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矩形 14337"/>
          <p:cNvSpPr/>
          <p:nvPr/>
        </p:nvSpPr>
        <p:spPr>
          <a:xfrm>
            <a:off x="66675" y="1895475"/>
            <a:ext cx="8621395" cy="2930525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>
            <a:spAutoFit/>
          </a:bodyPr>
          <a:p>
            <a:pPr marL="914400" lvl="1" indent="-457200" algn="l" fontAlgn="base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SzPct val="95000"/>
            </a:pPr>
            <a:r>
              <a:rPr lang="zh-CN" altLang="en-US" sz="2400" b="0" i="1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多用户、多任务同时执行</a:t>
            </a:r>
            <a:r>
              <a:rPr lang="en-US" altLang="x-none" sz="2400" b="0" i="1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(</a:t>
            </a:r>
            <a:r>
              <a:rPr lang="zh-CN" altLang="en-US" sz="2400" b="0" i="1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并发执行</a:t>
            </a:r>
            <a:r>
              <a:rPr lang="en-US" altLang="x-none" sz="2400" b="0" i="1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)     </a:t>
            </a:r>
            <a:endParaRPr lang="en-US" altLang="x-none" sz="2400" b="0" i="1" strike="noStrike" noProof="1" dirty="0">
              <a:solidFill>
                <a:schemeClr val="tx1"/>
              </a:solidFill>
              <a:effectLst>
                <a:outerShdw blurRad="38100" dist="38100" dir="2700000">
                  <a:srgbClr val="FFFFFF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  <a:p>
            <a:pPr marL="1295400" lvl="2" indent="-381000" algn="l" fontAlgn="base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SzPct val="95000"/>
              <a:buChar char="§"/>
            </a:pPr>
            <a:r>
              <a:rPr lang="zh-CN" altLang="en-US" sz="2400" b="0" i="1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如何描述任务                    </a:t>
            </a:r>
            <a:r>
              <a:rPr lang="zh-CN" altLang="en-US" sz="2400" dirty="0">
                <a:solidFill>
                  <a:srgbClr val="000099"/>
                </a:solidFill>
                <a:latin typeface="DejaVu Sans" panose="020B0606030804020204" charset="0"/>
                <a:ea typeface="方正书宋_GBK" panose="02000000000000000000" charset="-122"/>
                <a:sym typeface="+mn-ea"/>
              </a:rPr>
              <a:t>进程的引入与进程概念</a:t>
            </a:r>
            <a:endParaRPr lang="zh-CN" altLang="en-US" sz="2400" b="0" i="1" strike="noStrike" noProof="1" dirty="0">
              <a:solidFill>
                <a:schemeClr val="tx1"/>
              </a:solidFill>
              <a:effectLst>
                <a:outerShdw blurRad="38100" dist="38100" dir="2700000">
                  <a:srgbClr val="FFFFFF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  <a:p>
            <a:pPr marL="1295400" lvl="2" indent="-381000" algn="l" fontAlgn="base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SzPct val="95000"/>
              <a:buChar char="§"/>
            </a:pPr>
            <a:r>
              <a:rPr lang="zh-CN" altLang="en-US" sz="2400" b="0" i="1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如何控制任务状态的变化    </a:t>
            </a:r>
            <a:r>
              <a:rPr lang="zh-CN" altLang="en-US" sz="2400" dirty="0">
                <a:solidFill>
                  <a:srgbClr val="000099"/>
                </a:solidFill>
                <a:latin typeface="DejaVu Sans" panose="020B0606030804020204" charset="0"/>
                <a:ea typeface="方正书宋_GBK" panose="02000000000000000000" charset="-122"/>
                <a:sym typeface="+mn-ea"/>
              </a:rPr>
              <a:t>进程状态及控制</a:t>
            </a:r>
            <a:endParaRPr lang="zh-CN" altLang="en-US" sz="2400" b="0" i="1" strike="noStrike" noProof="1" dirty="0">
              <a:solidFill>
                <a:schemeClr val="tx1"/>
              </a:solidFill>
              <a:effectLst>
                <a:outerShdw blurRad="38100" dist="38100" dir="2700000">
                  <a:srgbClr val="FFFFFF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  <a:p>
            <a:pPr marL="1295400" lvl="2" indent="-381000" algn="l" fontAlgn="base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SzPct val="95000"/>
              <a:buChar char="§"/>
            </a:pPr>
            <a:r>
              <a:rPr lang="zh-CN" altLang="en-US" sz="2400" b="0" i="1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多任务关系如何协调           </a:t>
            </a:r>
            <a:r>
              <a:rPr lang="zh-CN" altLang="en-US" sz="2400" dirty="0">
                <a:solidFill>
                  <a:srgbClr val="000099"/>
                </a:solidFill>
                <a:latin typeface="DejaVu Sans" panose="020B0606030804020204" charset="0"/>
                <a:ea typeface="方正书宋_GBK" panose="02000000000000000000" charset="-122"/>
                <a:sym typeface="+mn-ea"/>
              </a:rPr>
              <a:t>同步与互斥</a:t>
            </a:r>
            <a:r>
              <a:rPr lang="zh-CN" altLang="en-US" sz="2400" b="0" i="1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        </a:t>
            </a:r>
            <a:endParaRPr lang="zh-CN" altLang="en-US" sz="2400" b="0" i="1" strike="noStrike" noProof="1" dirty="0">
              <a:solidFill>
                <a:schemeClr val="tx1"/>
              </a:solidFill>
              <a:effectLst>
                <a:outerShdw blurRad="38100" dist="38100" dir="2700000">
                  <a:srgbClr val="FFFFFF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  <a:p>
            <a:pPr marL="1295400" lvl="2" indent="-381000" algn="l" fontAlgn="base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SzPct val="95000"/>
              <a:buChar char="§"/>
            </a:pPr>
            <a:r>
              <a:rPr lang="zh-CN" altLang="en-US" sz="2400" b="0" i="1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多任务如何调度</a:t>
            </a:r>
            <a:r>
              <a:rPr lang="zh-CN" altLang="en-US" sz="2000" b="0" i="1" strike="noStrike" noProof="1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                     </a:t>
            </a:r>
            <a:r>
              <a:rPr lang="zh-CN" altLang="en-US" sz="2400" dirty="0">
                <a:solidFill>
                  <a:srgbClr val="000099"/>
                </a:solidFill>
                <a:latin typeface="DejaVu Sans" panose="020B0606030804020204" charset="0"/>
                <a:ea typeface="方正书宋_GBK" panose="02000000000000000000" charset="-122"/>
                <a:sym typeface="+mn-ea"/>
              </a:rPr>
              <a:t>进程调度</a:t>
            </a:r>
            <a:r>
              <a:rPr lang="zh-CN" altLang="en-US" sz="2000" b="0" i="1" strike="noStrike" noProof="1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            </a:t>
            </a:r>
            <a:r>
              <a:rPr lang="zh-CN" altLang="en-US" sz="2000" b="0" i="1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 </a:t>
            </a:r>
            <a:r>
              <a:rPr lang="zh-CN" altLang="en-US" sz="2000" b="0" i="1" strike="noStrike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   </a:t>
            </a:r>
            <a:endParaRPr lang="zh-CN" altLang="en-US" sz="2000" b="0" i="1" strike="noStrike" noProof="1" dirty="0">
              <a:solidFill>
                <a:srgbClr val="000099"/>
              </a:solidFill>
              <a:effectLst>
                <a:outerShdw blurRad="38100" dist="38100" dir="2700000">
                  <a:srgbClr val="000000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</p:txBody>
      </p:sp>
      <p:pic>
        <p:nvPicPr>
          <p:cNvPr id="19458" name="内容占位符 14338"/>
          <p:cNvPicPr>
            <a:picLocks noGrp="1" noChangeAspect="1"/>
          </p:cNvPicPr>
          <p:nvPr>
            <p:ph idx="2147483647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838200" cy="517525"/>
          </a:xfrm>
        </p:spPr>
      </p:pic>
      <p:sp>
        <p:nvSpPr>
          <p:cNvPr id="18441" name="矩形 14344"/>
          <p:cNvSpPr/>
          <p:nvPr/>
        </p:nvSpPr>
        <p:spPr>
          <a:xfrm>
            <a:off x="381000" y="42863"/>
            <a:ext cx="8393113" cy="420688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p>
            <a:pPr lvl="0" algn="r" fontAlgn="base">
              <a:lnSpc>
                <a:spcPct val="90000"/>
              </a:lnSpc>
            </a:pPr>
            <a:r>
              <a:rPr lang="zh-CN" altLang="en-US" sz="2400" strike="noStrike" noProof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前言</a:t>
            </a:r>
            <a:endParaRPr lang="zh-CN" altLang="en-US" sz="2400" strike="noStrike" noProof="1" dirty="0">
              <a:solidFill>
                <a:srgbClr val="CC0000"/>
              </a:solidFill>
              <a:effectLst>
                <a:outerShdw blurRad="38100" dist="38100" dir="2700000">
                  <a:srgbClr val="000000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</p:txBody>
      </p:sp>
      <p:sp>
        <p:nvSpPr>
          <p:cNvPr id="19465" name="标题 21505"/>
          <p:cNvSpPr/>
          <p:nvPr/>
        </p:nvSpPr>
        <p:spPr>
          <a:xfrm>
            <a:off x="354013" y="679450"/>
            <a:ext cx="6919912" cy="113728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0" algn="l">
              <a:lnSpc>
                <a:spcPct val="100000"/>
              </a:lnSpc>
            </a:pPr>
            <a:r>
              <a:rPr lang="zh-CN" altLang="en-US" sz="3200" dirty="0">
                <a:solidFill>
                  <a:srgbClr val="990000"/>
                </a:solidFill>
                <a:effectLst/>
                <a:latin typeface="DejaVu Sans" panose="020B0606030804020204" charset="0"/>
                <a:ea typeface="方正书宋_GBK" panose="02000000000000000000" charset="-122"/>
                <a:cs typeface="+mn-ea"/>
              </a:rPr>
              <a:t>3 操作系统课程的内容结构</a:t>
            </a:r>
            <a:br>
              <a:rPr lang="zh-CN" altLang="en-US" sz="3600" b="0" dirty="0">
                <a:solidFill>
                  <a:srgbClr val="990000"/>
                </a:solidFill>
                <a:latin typeface="DejaVu Sans" panose="020B0606030804020204" charset="0"/>
                <a:ea typeface="方正书宋_GBK" panose="02000000000000000000" charset="-122"/>
              </a:rPr>
            </a:br>
            <a:r>
              <a:rPr lang="zh-CN" altLang="en-US" sz="3600" b="0" dirty="0">
                <a:solidFill>
                  <a:srgbClr val="990000"/>
                </a:solidFill>
                <a:latin typeface="DejaVu Sans" panose="020B0606030804020204" charset="0"/>
                <a:ea typeface="方正书宋_GBK" panose="02000000000000000000" charset="-122"/>
              </a:rPr>
              <a:t>	</a:t>
            </a:r>
            <a:r>
              <a:rPr lang="zh-CN" altLang="en-US" sz="2800" b="0" dirty="0">
                <a:solidFill>
                  <a:schemeClr val="tx1"/>
                </a:solidFill>
                <a:latin typeface="DejaVu Sans" panose="020B0606030804020204" charset="0"/>
                <a:ea typeface="方正书宋_GBK" panose="02000000000000000000" charset="-122"/>
              </a:rPr>
              <a:t>操作系统的主要特征是</a:t>
            </a:r>
            <a:r>
              <a:rPr lang="zh-CN" altLang="en-US" sz="2800" dirty="0">
                <a:solidFill>
                  <a:srgbClr val="C00000"/>
                </a:solidFill>
                <a:latin typeface="DejaVu Sans" panose="020B0606030804020204" charset="0"/>
                <a:ea typeface="方正书宋_GBK" panose="02000000000000000000" charset="-122"/>
              </a:rPr>
              <a:t>并发</a:t>
            </a:r>
            <a:r>
              <a:rPr lang="zh-CN" altLang="en-US" sz="2800" b="0" dirty="0">
                <a:solidFill>
                  <a:srgbClr val="C00000"/>
                </a:solidFill>
                <a:latin typeface="DejaVu Sans" panose="020B0606030804020204" charset="0"/>
                <a:ea typeface="方正书宋_GBK" panose="02000000000000000000" charset="-122"/>
              </a:rPr>
              <a:t>和</a:t>
            </a:r>
            <a:r>
              <a:rPr lang="zh-CN" altLang="en-US" sz="2800" dirty="0">
                <a:solidFill>
                  <a:srgbClr val="C00000"/>
                </a:solidFill>
                <a:latin typeface="DejaVu Sans" panose="020B0606030804020204" charset="0"/>
                <a:ea typeface="方正书宋_GBK" panose="02000000000000000000" charset="-122"/>
              </a:rPr>
              <a:t>共享</a:t>
            </a:r>
            <a:endParaRPr lang="zh-CN" altLang="en-US" sz="2800" dirty="0">
              <a:solidFill>
                <a:srgbClr val="C00000"/>
              </a:solidFill>
              <a:latin typeface="DejaVu Sans" panose="020B0606030804020204" charset="0"/>
              <a:ea typeface="方正书宋_GBK" panose="020000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矩形 15361"/>
          <p:cNvSpPr/>
          <p:nvPr/>
        </p:nvSpPr>
        <p:spPr>
          <a:xfrm>
            <a:off x="534988" y="617538"/>
            <a:ext cx="3757613" cy="5186680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p>
            <a:pPr marL="533400" lvl="0" indent="-533400" algn="l" fontAlgn="base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SzPct val="95000"/>
            </a:pPr>
            <a:r>
              <a:rPr lang="en-US" altLang="x-none" sz="2800" strike="noStrike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方正书宋_GBK" panose="02000000000000000000" charset="-122"/>
                <a:ea typeface="方正书宋_GBK" panose="02000000000000000000" charset="-122"/>
                <a:cs typeface="+mn-ea"/>
              </a:rPr>
              <a:t> </a:t>
            </a:r>
            <a:r>
              <a:rPr lang="zh-CN" altLang="en-US" sz="2400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系统资源共享</a:t>
            </a:r>
            <a:endParaRPr lang="zh-CN" altLang="en-US" sz="2400" strike="noStrike" noProof="1" dirty="0">
              <a:solidFill>
                <a:schemeClr val="tx1"/>
              </a:solidFill>
              <a:effectLst>
                <a:outerShdw blurRad="38100" dist="38100" dir="2700000">
                  <a:srgbClr val="FFFFFF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  <a:p>
            <a:pPr marL="914400" lvl="1" indent="-457200" algn="l" fontAlgn="base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SzPct val="95000"/>
              <a:buChar char="Ø"/>
            </a:pPr>
            <a:r>
              <a:rPr lang="zh-CN" altLang="en-US" sz="2400" b="0" i="1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处理机如何共享     </a:t>
            </a:r>
            <a:endParaRPr lang="zh-CN" altLang="en-US" sz="2400" b="0" i="1" strike="noStrike" noProof="1" dirty="0">
              <a:solidFill>
                <a:schemeClr val="tx1"/>
              </a:solidFill>
              <a:effectLst>
                <a:outerShdw blurRad="38100" dist="38100" dir="2700000">
                  <a:srgbClr val="FFFFFF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  <a:p>
            <a:pPr marL="914400" lvl="1" indent="-457200" algn="l" fontAlgn="base">
              <a:lnSpc>
                <a:spcPct val="130000"/>
              </a:lnSpc>
              <a:spcBef>
                <a:spcPct val="80000"/>
              </a:spcBef>
              <a:buClr>
                <a:schemeClr val="tx2"/>
              </a:buClr>
              <a:buSzPct val="95000"/>
              <a:buChar char="Ø"/>
            </a:pPr>
            <a:r>
              <a:rPr lang="zh-CN" altLang="en-US" sz="2400" b="0" i="1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存储器如何共享  </a:t>
            </a:r>
            <a:endParaRPr lang="zh-CN" altLang="en-US" sz="2400" b="0" i="1" strike="noStrike" noProof="1" dirty="0">
              <a:solidFill>
                <a:schemeClr val="tx1"/>
              </a:solidFill>
              <a:effectLst>
                <a:outerShdw blurRad="38100" dist="38100" dir="2700000">
                  <a:srgbClr val="FFFFFF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  <a:p>
            <a:pPr marL="914400" lvl="1" indent="-457200" algn="l" fontAlgn="base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SzPct val="95000"/>
            </a:pPr>
            <a:r>
              <a:rPr lang="zh-CN" altLang="en-US" sz="2400" b="0" i="1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                           </a:t>
            </a:r>
            <a:endParaRPr lang="zh-CN" altLang="en-US" sz="2400" b="0" i="1" strike="noStrike" noProof="1" dirty="0">
              <a:solidFill>
                <a:schemeClr val="tx1"/>
              </a:solidFill>
              <a:effectLst>
                <a:outerShdw blurRad="38100" dist="38100" dir="2700000">
                  <a:srgbClr val="FFFFFF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  <a:p>
            <a:pPr marL="914400" lvl="1" indent="-457200" algn="l" fontAlgn="base">
              <a:lnSpc>
                <a:spcPct val="130000"/>
              </a:lnSpc>
              <a:spcBef>
                <a:spcPct val="60000"/>
              </a:spcBef>
              <a:buClr>
                <a:schemeClr val="tx2"/>
              </a:buClr>
              <a:buSzPct val="95000"/>
              <a:buChar char="Ø"/>
            </a:pPr>
            <a:r>
              <a:rPr lang="zh-CN" altLang="en-US" sz="2400" b="0" i="1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设备如何共享      </a:t>
            </a:r>
            <a:endParaRPr lang="zh-CN" altLang="en-US" sz="2400" b="0" i="1" strike="noStrike" noProof="1" dirty="0">
              <a:solidFill>
                <a:schemeClr val="tx1"/>
              </a:solidFill>
              <a:effectLst>
                <a:outerShdw blurRad="38100" dist="38100" dir="2700000">
                  <a:srgbClr val="FFFFFF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  <a:p>
            <a:pPr marL="914400" lvl="1" indent="-457200" algn="l" fontAlgn="base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SzPct val="95000"/>
            </a:pPr>
            <a:r>
              <a:rPr lang="zh-CN" altLang="en-US" sz="2400" b="0" i="1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                                       </a:t>
            </a:r>
            <a:endParaRPr lang="zh-CN" altLang="en-US" sz="2400" b="0" i="1" strike="noStrike" noProof="1" dirty="0">
              <a:solidFill>
                <a:schemeClr val="tx1"/>
              </a:solidFill>
              <a:effectLst>
                <a:outerShdw blurRad="38100" dist="38100" dir="2700000">
                  <a:srgbClr val="FFFFFF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  <a:p>
            <a:pPr marL="914400" lvl="1" indent="-457200" algn="l" fontAlgn="base">
              <a:lnSpc>
                <a:spcPct val="130000"/>
              </a:lnSpc>
              <a:spcBef>
                <a:spcPct val="60000"/>
              </a:spcBef>
              <a:buClr>
                <a:schemeClr val="tx2"/>
              </a:buClr>
              <a:buSzPct val="95000"/>
              <a:buChar char="Ø"/>
            </a:pPr>
            <a:r>
              <a:rPr lang="zh-CN" altLang="en-US" sz="2400" b="0" i="1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信息如何共享   </a:t>
            </a:r>
            <a:endParaRPr lang="zh-CN" altLang="en-US" sz="2400" b="0" i="1" strike="noStrike" noProof="1" dirty="0">
              <a:solidFill>
                <a:schemeClr val="tx1"/>
              </a:solidFill>
              <a:effectLst>
                <a:outerShdw blurRad="38100" dist="38100" dir="2700000">
                  <a:srgbClr val="FFFFFF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  <a:p>
            <a:pPr marL="914400" lvl="1" indent="-457200" algn="l" fontAlgn="base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SzPct val="95000"/>
            </a:pPr>
            <a:r>
              <a:rPr lang="zh-CN" altLang="en-US" sz="2400" b="0" i="1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                                </a:t>
            </a:r>
            <a:endParaRPr lang="zh-CN" altLang="en-US" sz="2400" b="0" i="1" strike="noStrike" noProof="1" dirty="0">
              <a:solidFill>
                <a:schemeClr val="tx1"/>
              </a:solidFill>
              <a:effectLst>
                <a:outerShdw blurRad="38100" dist="38100" dir="2700000">
                  <a:srgbClr val="FFFFFF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</p:txBody>
      </p:sp>
      <p:pic>
        <p:nvPicPr>
          <p:cNvPr id="2" name="内容占位符 15362"/>
          <p:cNvPicPr>
            <a:picLocks noGrp="1" noChangeAspect="1"/>
          </p:cNvPicPr>
          <p:nvPr>
            <p:ph idx="2147483647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838200" cy="517525"/>
          </a:xfrm>
        </p:spPr>
      </p:pic>
      <p:sp>
        <p:nvSpPr>
          <p:cNvPr id="20485" name="文本框 15364"/>
          <p:cNvSpPr txBox="1"/>
          <p:nvPr/>
        </p:nvSpPr>
        <p:spPr>
          <a:xfrm>
            <a:off x="3962400" y="2081213"/>
            <a:ext cx="4324350" cy="10414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marL="914400" lvl="0" indent="-340995">
              <a:lnSpc>
                <a:spcPct val="120000"/>
              </a:lnSpc>
              <a:spcBef>
                <a:spcPct val="80000"/>
              </a:spcBef>
              <a:buClr>
                <a:schemeClr val="tx2"/>
              </a:buClr>
              <a:buSzPct val="95000"/>
              <a:buBlip>
                <a:blip r:embed="rId2"/>
              </a:buBlip>
            </a:pPr>
            <a:r>
              <a:rPr lang="zh-CN" altLang="en-US" sz="2400" dirty="0">
                <a:solidFill>
                  <a:srgbClr val="000099"/>
                </a:solidFill>
                <a:latin typeface="DejaVu Sans" panose="020B0606030804020204" charset="0"/>
                <a:ea typeface="方正书宋_GBK" panose="02000000000000000000" charset="-122"/>
              </a:rPr>
              <a:t>存储分配、地址映射、</a:t>
            </a:r>
            <a:endParaRPr lang="zh-CN" altLang="en-US" sz="2400" dirty="0">
              <a:solidFill>
                <a:srgbClr val="000099"/>
              </a:solidFill>
              <a:latin typeface="DejaVu Sans" panose="020B0606030804020204" charset="0"/>
              <a:ea typeface="方正书宋_GBK" panose="02000000000000000000" charset="-122"/>
            </a:endParaRPr>
          </a:p>
          <a:p>
            <a:pPr marL="914400" lvl="0" indent="-340995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Blip>
                <a:blip r:embed="rId2"/>
              </a:buBlip>
            </a:pPr>
            <a:r>
              <a:rPr lang="zh-CN" altLang="en-US" sz="2400" dirty="0">
                <a:solidFill>
                  <a:srgbClr val="000099"/>
                </a:solidFill>
                <a:latin typeface="DejaVu Sans" panose="020B0606030804020204" charset="0"/>
                <a:ea typeface="方正书宋_GBK" panose="02000000000000000000" charset="-122"/>
              </a:rPr>
              <a:t>虚存、存储保护</a:t>
            </a:r>
            <a:endParaRPr lang="zh-CN" altLang="en-US" sz="2400" dirty="0">
              <a:solidFill>
                <a:srgbClr val="000099"/>
              </a:solidFill>
              <a:latin typeface="DejaVu Sans" panose="020B0606030804020204" charset="0"/>
              <a:ea typeface="方正书宋_GBK" panose="02000000000000000000" charset="-122"/>
            </a:endParaRPr>
          </a:p>
        </p:txBody>
      </p:sp>
      <p:sp>
        <p:nvSpPr>
          <p:cNvPr id="20486" name="文本框 15365"/>
          <p:cNvSpPr txBox="1"/>
          <p:nvPr/>
        </p:nvSpPr>
        <p:spPr>
          <a:xfrm>
            <a:off x="3946525" y="1255713"/>
            <a:ext cx="4543425" cy="53022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marL="914400" lvl="0" indent="-340995">
              <a:lnSpc>
                <a:spcPct val="120000"/>
              </a:lnSpc>
              <a:spcBef>
                <a:spcPct val="50000"/>
              </a:spcBef>
              <a:buClr>
                <a:schemeClr val="tx2"/>
              </a:buClr>
              <a:buSzPct val="95000"/>
              <a:buBlip>
                <a:blip r:embed="rId2"/>
              </a:buBlip>
            </a:pPr>
            <a:r>
              <a:rPr lang="zh-CN" altLang="en-US" sz="2400" dirty="0">
                <a:solidFill>
                  <a:srgbClr val="000099"/>
                </a:solidFill>
                <a:latin typeface="DejaVu Sans" panose="020B0606030804020204" charset="0"/>
                <a:ea typeface="方正书宋_GBK" panose="02000000000000000000" charset="-122"/>
              </a:rPr>
              <a:t>策略、调度、处理机分派</a:t>
            </a:r>
            <a:endParaRPr lang="zh-CN" altLang="en-US" sz="2400" dirty="0">
              <a:solidFill>
                <a:srgbClr val="000099"/>
              </a:solidFill>
              <a:latin typeface="DejaVu Sans" panose="020B0606030804020204" charset="0"/>
              <a:ea typeface="方正书宋_GBK" panose="02000000000000000000" charset="-122"/>
            </a:endParaRPr>
          </a:p>
        </p:txBody>
      </p:sp>
      <p:sp>
        <p:nvSpPr>
          <p:cNvPr id="20487" name="文本框 15366"/>
          <p:cNvSpPr txBox="1"/>
          <p:nvPr/>
        </p:nvSpPr>
        <p:spPr>
          <a:xfrm>
            <a:off x="4062413" y="4616450"/>
            <a:ext cx="4627562" cy="155257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lvl="1" indent="0" algn="l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Blip>
                <a:blip r:embed="rId2"/>
              </a:buBlip>
            </a:pPr>
            <a:r>
              <a:rPr lang="en-US" altLang="x-none" sz="2400" dirty="0">
                <a:solidFill>
                  <a:srgbClr val="000099"/>
                </a:solidFill>
                <a:latin typeface="DejaVu Sans" panose="020B0606030804020204" charset="0"/>
                <a:ea typeface="方正书宋_GBK" panose="02000000000000000000" charset="-122"/>
              </a:rPr>
              <a:t> </a:t>
            </a:r>
            <a:r>
              <a:rPr lang="zh-CN" altLang="en-US" sz="2400" dirty="0">
                <a:solidFill>
                  <a:srgbClr val="000099"/>
                </a:solidFill>
                <a:latin typeface="DejaVu Sans" panose="020B0606030804020204" charset="0"/>
                <a:ea typeface="方正书宋_GBK" panose="02000000000000000000" charset="-122"/>
              </a:rPr>
              <a:t>文件结构、存取方法、</a:t>
            </a:r>
            <a:endParaRPr lang="zh-CN" altLang="en-US" sz="2400" dirty="0">
              <a:solidFill>
                <a:srgbClr val="000099"/>
              </a:solidFill>
              <a:latin typeface="DejaVu Sans" panose="020B0606030804020204" charset="0"/>
              <a:ea typeface="方正书宋_GBK" panose="02000000000000000000" charset="-122"/>
            </a:endParaRPr>
          </a:p>
          <a:p>
            <a:pPr lvl="1" indent="0" algn="l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Blip>
                <a:blip r:embed="rId2"/>
              </a:buBlip>
            </a:pPr>
            <a:r>
              <a:rPr lang="zh-CN" altLang="en-US" sz="2400" dirty="0">
                <a:solidFill>
                  <a:srgbClr val="000099"/>
                </a:solidFill>
                <a:latin typeface="DejaVu Sans" panose="020B0606030804020204" charset="0"/>
                <a:ea typeface="方正书宋_GBK" panose="02000000000000000000" charset="-122"/>
              </a:rPr>
              <a:t> 磁盘空间分配、文件共享、</a:t>
            </a:r>
            <a:endParaRPr lang="zh-CN" altLang="en-US" sz="2400" dirty="0">
              <a:solidFill>
                <a:srgbClr val="000099"/>
              </a:solidFill>
              <a:latin typeface="DejaVu Sans" panose="020B0606030804020204" charset="0"/>
              <a:ea typeface="方正书宋_GBK" panose="02000000000000000000" charset="-122"/>
            </a:endParaRPr>
          </a:p>
          <a:p>
            <a:pPr lvl="1" indent="0" algn="l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Blip>
                <a:blip r:embed="rId2"/>
              </a:buBlip>
            </a:pPr>
            <a:r>
              <a:rPr lang="zh-CN" altLang="en-US" sz="2400" dirty="0">
                <a:solidFill>
                  <a:srgbClr val="000099"/>
                </a:solidFill>
                <a:latin typeface="DejaVu Sans" panose="020B0606030804020204" charset="0"/>
                <a:ea typeface="方正书宋_GBK" panose="02000000000000000000" charset="-122"/>
              </a:rPr>
              <a:t> 文件保护、文件完整性</a:t>
            </a:r>
            <a:endParaRPr lang="zh-CN" altLang="en-US" sz="2400" dirty="0">
              <a:solidFill>
                <a:srgbClr val="000099"/>
              </a:solidFill>
              <a:latin typeface="DejaVu Sans" panose="020B0606030804020204" charset="0"/>
              <a:ea typeface="方正书宋_GBK" panose="02000000000000000000" charset="-122"/>
            </a:endParaRPr>
          </a:p>
        </p:txBody>
      </p:sp>
      <p:sp>
        <p:nvSpPr>
          <p:cNvPr id="20488" name="文本框 15367"/>
          <p:cNvSpPr txBox="1"/>
          <p:nvPr/>
        </p:nvSpPr>
        <p:spPr>
          <a:xfrm>
            <a:off x="3959225" y="3354388"/>
            <a:ext cx="4167188" cy="10414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>
            <a:spAutoFit/>
          </a:bodyPr>
          <a:p>
            <a:pPr marL="914400" lvl="0" indent="-340995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Blip>
                <a:blip r:embed="rId2"/>
              </a:buBlip>
            </a:pPr>
            <a:r>
              <a:rPr lang="zh-CN" altLang="en-US" sz="2400" dirty="0">
                <a:solidFill>
                  <a:srgbClr val="000099"/>
                </a:solidFill>
                <a:latin typeface="DejaVu Sans" panose="020B0606030804020204" charset="0"/>
                <a:ea typeface="方正书宋_GBK" panose="02000000000000000000" charset="-122"/>
              </a:rPr>
              <a:t>设备分配、虚拟设备、</a:t>
            </a:r>
            <a:endParaRPr lang="zh-CN" altLang="en-US" sz="2400" dirty="0">
              <a:solidFill>
                <a:srgbClr val="000099"/>
              </a:solidFill>
              <a:latin typeface="DejaVu Sans" panose="020B0606030804020204" charset="0"/>
              <a:ea typeface="方正书宋_GBK" panose="02000000000000000000" charset="-122"/>
            </a:endParaRPr>
          </a:p>
          <a:p>
            <a:pPr marL="914400" lvl="0" indent="-340995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Blip>
                <a:blip r:embed="rId2"/>
              </a:buBlip>
            </a:pPr>
            <a:r>
              <a:rPr lang="zh-CN" altLang="en-US" sz="2400" dirty="0">
                <a:solidFill>
                  <a:srgbClr val="000099"/>
                </a:solidFill>
                <a:latin typeface="DejaVu Sans" panose="020B0606030804020204" charset="0"/>
                <a:ea typeface="方正书宋_GBK" panose="02000000000000000000" charset="-122"/>
              </a:rPr>
              <a:t>设备驱动</a:t>
            </a:r>
            <a:endParaRPr lang="zh-CN" altLang="en-US" sz="2400" dirty="0">
              <a:solidFill>
                <a:srgbClr val="000099"/>
              </a:solidFill>
              <a:latin typeface="DejaVu Sans" panose="020B0606030804020204" charset="0"/>
              <a:ea typeface="方正书宋_GBK" panose="02000000000000000000" charset="-122"/>
            </a:endParaRPr>
          </a:p>
        </p:txBody>
      </p:sp>
      <p:sp>
        <p:nvSpPr>
          <p:cNvPr id="20489" name="矩形 15368"/>
          <p:cNvSpPr/>
          <p:nvPr/>
        </p:nvSpPr>
        <p:spPr>
          <a:xfrm>
            <a:off x="381000" y="42863"/>
            <a:ext cx="8393113" cy="423545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p>
            <a:pPr lvl="0" algn="r" fontAlgn="base">
              <a:lnSpc>
                <a:spcPct val="90000"/>
              </a:lnSpc>
            </a:pPr>
            <a:r>
              <a:rPr lang="zh-CN" altLang="en-US" sz="2400" b="0" dirty="0">
                <a:solidFill>
                  <a:srgbClr val="990000"/>
                </a:solidFill>
                <a:latin typeface="DejaVu Sans" panose="020B0606030804020204" charset="0"/>
                <a:ea typeface="方正书宋_GBK" panose="02000000000000000000" charset="-122"/>
                <a:sym typeface="+mn-ea"/>
              </a:rPr>
              <a:t>3 操作系统内容结构</a:t>
            </a:r>
            <a:endParaRPr lang="zh-CN" altLang="en-US" sz="2400" strike="noStrike" noProof="1" dirty="0">
              <a:solidFill>
                <a:srgbClr val="CC0000"/>
              </a:solidFill>
              <a:effectLst>
                <a:outerShdw blurRad="38100" dist="38100" dir="2700000">
                  <a:srgbClr val="000000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20482" grpId="0" build="p"/>
      <p:bldP spid="20485" grpId="0"/>
      <p:bldP spid="20486" grpId="0"/>
      <p:bldP spid="20487" grpId="0"/>
      <p:bldP spid="2048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文本占位符 21506"/>
          <p:cNvSpPr>
            <a:spLocks noGrp="1"/>
          </p:cNvSpPr>
          <p:nvPr>
            <p:ph type="body"/>
          </p:nvPr>
        </p:nvSpPr>
        <p:spPr>
          <a:xfrm>
            <a:off x="1793875" y="792798"/>
            <a:ext cx="4521200" cy="539750"/>
          </a:xfrm>
          <a:solidFill>
            <a:schemeClr val="accent1"/>
          </a:solidFill>
          <a:ln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  <p:txBody>
          <a:bodyPr wrap="square" anchor="t">
            <a:spAutoFit/>
          </a:bodyPr>
          <a:p>
            <a:pPr lvl="0" algn="ctr">
              <a:buNone/>
            </a:pPr>
            <a:r>
              <a:rPr lang="zh-CN" altLang="en-US" dirty="0">
                <a:solidFill>
                  <a:schemeClr val="accent2"/>
                </a:solidFill>
              </a:rPr>
              <a:t>计算机操作系统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1507" name="矩形 21507"/>
          <p:cNvSpPr>
            <a:spLocks noGrp="1"/>
          </p:cNvSpPr>
          <p:nvPr/>
        </p:nvSpPr>
        <p:spPr>
          <a:xfrm>
            <a:off x="1749425" y="1600835"/>
            <a:ext cx="4519613" cy="5397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p>
            <a:pPr marL="571500" lvl="0" indent="-571500"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</a:pPr>
            <a:r>
              <a:rPr lang="zh-CN" altLang="en-US" b="0" dirty="0">
                <a:solidFill>
                  <a:schemeClr val="accent2"/>
                </a:solidFill>
                <a:latin typeface="DejaVu Sans" panose="020B0606030804020204" charset="0"/>
                <a:ea typeface="方正书宋_GBK" panose="02000000000000000000" charset="-122"/>
              </a:rPr>
              <a:t>操作系统用户界面</a:t>
            </a:r>
            <a:endParaRPr lang="zh-CN" altLang="en-US" b="0" dirty="0">
              <a:solidFill>
                <a:schemeClr val="accent2"/>
              </a:solidFill>
              <a:latin typeface="DejaVu Sans" panose="020B0606030804020204" charset="0"/>
              <a:ea typeface="方正书宋_GBK" panose="02000000000000000000" charset="-122"/>
            </a:endParaRPr>
          </a:p>
        </p:txBody>
      </p:sp>
      <p:sp>
        <p:nvSpPr>
          <p:cNvPr id="21508" name="矩形 21508"/>
          <p:cNvSpPr>
            <a:spLocks noGrp="1"/>
          </p:cNvSpPr>
          <p:nvPr/>
        </p:nvSpPr>
        <p:spPr>
          <a:xfrm>
            <a:off x="563563" y="2510473"/>
            <a:ext cx="3568700" cy="5397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p>
            <a:pPr marL="571500" lvl="0" indent="-571500"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</a:pPr>
            <a:r>
              <a:rPr lang="zh-CN" altLang="en-US" b="0" dirty="0">
                <a:solidFill>
                  <a:schemeClr val="accent2"/>
                </a:solidFill>
                <a:latin typeface="DejaVu Sans" panose="020B0606030804020204" charset="0"/>
                <a:ea typeface="方正书宋_GBK" panose="02000000000000000000" charset="-122"/>
              </a:rPr>
              <a:t>进程及进程管理</a:t>
            </a:r>
            <a:endParaRPr lang="zh-CN" altLang="en-US" b="0" dirty="0">
              <a:solidFill>
                <a:schemeClr val="accent2"/>
              </a:solidFill>
              <a:latin typeface="DejaVu Sans" panose="020B0606030804020204" charset="0"/>
              <a:ea typeface="方正书宋_GBK" panose="02000000000000000000" charset="-122"/>
            </a:endParaRPr>
          </a:p>
        </p:txBody>
      </p:sp>
      <p:sp>
        <p:nvSpPr>
          <p:cNvPr id="21509" name="矩形 21509"/>
          <p:cNvSpPr>
            <a:spLocks noGrp="1"/>
          </p:cNvSpPr>
          <p:nvPr/>
        </p:nvSpPr>
        <p:spPr>
          <a:xfrm>
            <a:off x="5022850" y="2529523"/>
            <a:ext cx="3478213" cy="5397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p>
            <a:pPr marL="571500" lvl="0" indent="-571500"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</a:pPr>
            <a:r>
              <a:rPr lang="zh-CN" altLang="en-US" b="0" dirty="0">
                <a:solidFill>
                  <a:schemeClr val="accent2"/>
                </a:solidFill>
                <a:latin typeface="DejaVu Sans" panose="020B0606030804020204" charset="0"/>
                <a:ea typeface="方正书宋_GBK" panose="02000000000000000000" charset="-122"/>
              </a:rPr>
              <a:t>系统资源管理</a:t>
            </a:r>
            <a:endParaRPr lang="zh-CN" altLang="en-US" b="0" dirty="0">
              <a:solidFill>
                <a:schemeClr val="accent2"/>
              </a:solidFill>
              <a:latin typeface="DejaVu Sans" panose="020B0606030804020204" charset="0"/>
              <a:ea typeface="方正书宋_GBK" panose="02000000000000000000" charset="-122"/>
            </a:endParaRPr>
          </a:p>
        </p:txBody>
      </p:sp>
      <p:sp>
        <p:nvSpPr>
          <p:cNvPr id="21511" name="文本框 21510"/>
          <p:cNvSpPr txBox="1"/>
          <p:nvPr/>
        </p:nvSpPr>
        <p:spPr>
          <a:xfrm>
            <a:off x="530225" y="3489960"/>
            <a:ext cx="681038" cy="1752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anchor="ctr">
            <a:spAutoFit/>
          </a:bodyPr>
          <a:p>
            <a:pPr lvl="0" algn="ctr" fontAlgn="base"/>
            <a:r>
              <a:rPr lang="zh-CN" altLang="en-US" strike="noStrike" noProof="1" dirty="0"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进程引入</a:t>
            </a:r>
            <a:endParaRPr lang="zh-CN" altLang="en-US" strike="noStrike" noProof="1" dirty="0">
              <a:effectLst>
                <a:outerShdw blurRad="38100" dist="38100" dir="2700000">
                  <a:srgbClr val="FFFFFF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</p:txBody>
      </p:sp>
      <p:sp>
        <p:nvSpPr>
          <p:cNvPr id="21512" name="文本框 21511"/>
          <p:cNvSpPr txBox="1"/>
          <p:nvPr/>
        </p:nvSpPr>
        <p:spPr>
          <a:xfrm>
            <a:off x="1374775" y="3512185"/>
            <a:ext cx="681038" cy="1751013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anchor="ctr">
            <a:spAutoFit/>
          </a:bodyPr>
          <a:p>
            <a:pPr lvl="0" algn="ctr" fontAlgn="base"/>
            <a:r>
              <a:rPr lang="zh-CN" altLang="en-US" strike="noStrike" noProof="1" dirty="0"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进程控制</a:t>
            </a:r>
            <a:endParaRPr lang="zh-CN" altLang="en-US" strike="noStrike" noProof="1" dirty="0">
              <a:effectLst>
                <a:outerShdw blurRad="38100" dist="38100" dir="2700000">
                  <a:srgbClr val="FFFFFF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</p:txBody>
      </p:sp>
      <p:sp>
        <p:nvSpPr>
          <p:cNvPr id="21513" name="文本框 21512"/>
          <p:cNvSpPr txBox="1"/>
          <p:nvPr/>
        </p:nvSpPr>
        <p:spPr>
          <a:xfrm>
            <a:off x="2265363" y="3491548"/>
            <a:ext cx="681038" cy="1752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anchor="ctr">
            <a:spAutoFit/>
          </a:bodyPr>
          <a:p>
            <a:pPr lvl="0" algn="ctr" fontAlgn="base"/>
            <a:r>
              <a:rPr lang="zh-CN" altLang="en-US" strike="noStrike" noProof="1" dirty="0"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进程调度</a:t>
            </a:r>
            <a:endParaRPr lang="zh-CN" altLang="en-US" strike="noStrike" noProof="1" dirty="0">
              <a:effectLst>
                <a:outerShdw blurRad="38100" dist="38100" dir="2700000">
                  <a:srgbClr val="FFFFFF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</p:txBody>
      </p:sp>
      <p:sp>
        <p:nvSpPr>
          <p:cNvPr id="21514" name="文本框 21513"/>
          <p:cNvSpPr txBox="1"/>
          <p:nvPr/>
        </p:nvSpPr>
        <p:spPr>
          <a:xfrm>
            <a:off x="3184525" y="3521710"/>
            <a:ext cx="681038" cy="1752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anchor="ctr">
            <a:spAutoFit/>
          </a:bodyPr>
          <a:p>
            <a:pPr lvl="0" algn="ctr" fontAlgn="base"/>
            <a:r>
              <a:rPr lang="zh-CN" altLang="en-US" strike="noStrike" noProof="1" dirty="0"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进程同步</a:t>
            </a:r>
            <a:endParaRPr lang="zh-CN" altLang="en-US" strike="noStrike" noProof="1" dirty="0">
              <a:effectLst>
                <a:outerShdw blurRad="38100" dist="38100" dir="2700000">
                  <a:srgbClr val="FFFFFF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</p:txBody>
      </p:sp>
      <p:sp>
        <p:nvSpPr>
          <p:cNvPr id="21515" name="文本框 21514"/>
          <p:cNvSpPr txBox="1"/>
          <p:nvPr/>
        </p:nvSpPr>
        <p:spPr>
          <a:xfrm>
            <a:off x="6613525" y="3469323"/>
            <a:ext cx="617538" cy="183038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anchor="ctr">
            <a:spAutoFit/>
          </a:bodyPr>
          <a:p>
            <a:pPr lvl="0" algn="ctr" fontAlgn="base"/>
            <a:r>
              <a:rPr lang="zh-CN" altLang="en-US" sz="2800" strike="noStrike" noProof="1" dirty="0"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设备管理</a:t>
            </a:r>
            <a:endParaRPr lang="zh-CN" altLang="en-US" sz="2800" strike="noStrike" noProof="1" dirty="0">
              <a:effectLst>
                <a:outerShdw blurRad="38100" dist="38100" dir="2700000">
                  <a:srgbClr val="FFFFFF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</p:txBody>
      </p:sp>
      <p:sp>
        <p:nvSpPr>
          <p:cNvPr id="21516" name="文本框 21515"/>
          <p:cNvSpPr txBox="1"/>
          <p:nvPr/>
        </p:nvSpPr>
        <p:spPr>
          <a:xfrm>
            <a:off x="5681663" y="3469323"/>
            <a:ext cx="620713" cy="1752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anchor="ctr">
            <a:spAutoFit/>
          </a:bodyPr>
          <a:p>
            <a:pPr lvl="0" algn="ctr" fontAlgn="base"/>
            <a:r>
              <a:rPr lang="zh-CN" altLang="en-US" sz="2800" strike="noStrike" noProof="1" dirty="0"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内存管理</a:t>
            </a:r>
            <a:endParaRPr lang="zh-CN" altLang="en-US" sz="2800" strike="noStrike" noProof="1" dirty="0">
              <a:effectLst>
                <a:outerShdw blurRad="38100" dist="38100" dir="2700000">
                  <a:srgbClr val="FFFFFF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</p:txBody>
      </p:sp>
      <p:sp>
        <p:nvSpPr>
          <p:cNvPr id="21517" name="文本框 21516"/>
          <p:cNvSpPr txBox="1"/>
          <p:nvPr/>
        </p:nvSpPr>
        <p:spPr>
          <a:xfrm>
            <a:off x="4743450" y="3402648"/>
            <a:ext cx="619125" cy="2011363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anchor="t" anchorCtr="1">
            <a:spAutoFit/>
          </a:bodyPr>
          <a:p>
            <a:pPr lvl="0" algn="ctr" fontAlgn="base"/>
            <a:r>
              <a:rPr lang="zh-CN" altLang="en-US" sz="2800" strike="noStrike" noProof="1" dirty="0"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处理器管理</a:t>
            </a:r>
            <a:endParaRPr lang="zh-CN" altLang="en-US" sz="2800" strike="noStrike" noProof="1" dirty="0">
              <a:effectLst>
                <a:outerShdw blurRad="38100" dist="38100" dir="2700000">
                  <a:srgbClr val="FFFFFF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</p:txBody>
      </p:sp>
      <p:sp>
        <p:nvSpPr>
          <p:cNvPr id="21518" name="文本框 21517"/>
          <p:cNvSpPr txBox="1"/>
          <p:nvPr/>
        </p:nvSpPr>
        <p:spPr>
          <a:xfrm>
            <a:off x="7602538" y="3510598"/>
            <a:ext cx="620713" cy="1752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anchor="ctr">
            <a:spAutoFit/>
          </a:bodyPr>
          <a:p>
            <a:pPr lvl="0" algn="ctr" fontAlgn="base"/>
            <a:r>
              <a:rPr lang="zh-CN" altLang="en-US" sz="2800" strike="noStrike" noProof="1" dirty="0">
                <a:effectLst>
                  <a:outerShdw blurRad="38100" dist="38100" dir="2700000">
                    <a:srgbClr val="FFFFFF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文件系统</a:t>
            </a:r>
            <a:endParaRPr lang="zh-CN" altLang="en-US" sz="2800" strike="noStrike" noProof="1" dirty="0">
              <a:effectLst>
                <a:outerShdw blurRad="38100" dist="38100" dir="2700000">
                  <a:srgbClr val="FFFFFF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</p:txBody>
      </p:sp>
      <p:sp>
        <p:nvSpPr>
          <p:cNvPr id="2" name="下箭头 21518"/>
          <p:cNvSpPr/>
          <p:nvPr/>
        </p:nvSpPr>
        <p:spPr>
          <a:xfrm>
            <a:off x="3776663" y="1343660"/>
            <a:ext cx="76200" cy="239713"/>
          </a:xfrm>
          <a:prstGeom prst="downArrow">
            <a:avLst>
              <a:gd name="adj1" fmla="val 50000"/>
              <a:gd name="adj2" fmla="val 78573"/>
            </a:avLst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p>
            <a:pPr lvl="0" algn="ctr"/>
            <a:endParaRPr lang="zh-CN" altLang="en-US" dirty="0">
              <a:latin typeface="DejaVu Sans" panose="020B0606030804020204" charset="0"/>
              <a:ea typeface="方正书宋_GBK" panose="02000000000000000000" charset="-122"/>
            </a:endParaRPr>
          </a:p>
        </p:txBody>
      </p:sp>
      <p:sp>
        <p:nvSpPr>
          <p:cNvPr id="21519" name="直接连接符 21519"/>
          <p:cNvSpPr/>
          <p:nvPr/>
        </p:nvSpPr>
        <p:spPr>
          <a:xfrm>
            <a:off x="2536825" y="2319973"/>
            <a:ext cx="33147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p>
            <a:pPr lvl="0" algn="ctr"/>
            <a:endParaRPr lang="zh-CN" altLang="en-US" dirty="0">
              <a:latin typeface="DejaVu Sans" panose="020B0606030804020204" charset="0"/>
              <a:ea typeface="方正书宋_GBK" panose="02000000000000000000" charset="-122"/>
            </a:endParaRPr>
          </a:p>
        </p:txBody>
      </p:sp>
      <p:sp>
        <p:nvSpPr>
          <p:cNvPr id="21520" name="直接连接符 21520"/>
          <p:cNvSpPr/>
          <p:nvPr/>
        </p:nvSpPr>
        <p:spPr>
          <a:xfrm>
            <a:off x="2517775" y="2319973"/>
            <a:ext cx="0" cy="2016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p>
            <a:pPr lvl="0" algn="ctr"/>
            <a:endParaRPr lang="zh-CN" altLang="en-US" dirty="0">
              <a:latin typeface="DejaVu Sans" panose="020B0606030804020204" charset="0"/>
              <a:ea typeface="方正书宋_GBK" panose="02000000000000000000" charset="-122"/>
            </a:endParaRPr>
          </a:p>
        </p:txBody>
      </p:sp>
      <p:sp>
        <p:nvSpPr>
          <p:cNvPr id="21521" name="直接连接符 21521"/>
          <p:cNvSpPr/>
          <p:nvPr/>
        </p:nvSpPr>
        <p:spPr>
          <a:xfrm>
            <a:off x="5832475" y="2319973"/>
            <a:ext cx="1905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p>
            <a:pPr lvl="0" algn="ctr"/>
            <a:endParaRPr lang="zh-CN" altLang="en-US" dirty="0">
              <a:latin typeface="DejaVu Sans" panose="020B0606030804020204" charset="0"/>
              <a:ea typeface="方正书宋_GBK" panose="02000000000000000000" charset="-122"/>
            </a:endParaRPr>
          </a:p>
        </p:txBody>
      </p:sp>
      <p:sp>
        <p:nvSpPr>
          <p:cNvPr id="21522" name="直接连接符 21522"/>
          <p:cNvSpPr/>
          <p:nvPr/>
        </p:nvSpPr>
        <p:spPr>
          <a:xfrm>
            <a:off x="5851525" y="2319973"/>
            <a:ext cx="0" cy="2016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p>
            <a:pPr lvl="0" algn="ctr"/>
            <a:endParaRPr lang="zh-CN" altLang="en-US" dirty="0">
              <a:latin typeface="DejaVu Sans" panose="020B0606030804020204" charset="0"/>
              <a:ea typeface="方正书宋_GBK" panose="02000000000000000000" charset="-122"/>
            </a:endParaRPr>
          </a:p>
        </p:txBody>
      </p:sp>
      <p:sp>
        <p:nvSpPr>
          <p:cNvPr id="21523" name="下箭头 21523"/>
          <p:cNvSpPr/>
          <p:nvPr/>
        </p:nvSpPr>
        <p:spPr>
          <a:xfrm flipH="1">
            <a:off x="3763963" y="2138998"/>
            <a:ext cx="76200" cy="161925"/>
          </a:xfrm>
          <a:prstGeom prst="downArrow">
            <a:avLst>
              <a:gd name="adj1" fmla="val 50000"/>
              <a:gd name="adj2" fmla="val 53125"/>
            </a:avLst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p>
            <a:pPr lvl="0" algn="ctr"/>
            <a:endParaRPr lang="zh-CN" altLang="en-US" dirty="0">
              <a:latin typeface="DejaVu Sans" panose="020B0606030804020204" charset="0"/>
              <a:ea typeface="方正书宋_GBK" panose="02000000000000000000" charset="-122"/>
            </a:endParaRPr>
          </a:p>
        </p:txBody>
      </p:sp>
      <p:sp>
        <p:nvSpPr>
          <p:cNvPr id="21524" name="直接连接符 21524"/>
          <p:cNvSpPr/>
          <p:nvPr/>
        </p:nvSpPr>
        <p:spPr>
          <a:xfrm>
            <a:off x="898525" y="3297873"/>
            <a:ext cx="250031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p>
            <a:pPr lvl="0" algn="ctr"/>
            <a:endParaRPr lang="zh-CN" altLang="en-US" dirty="0">
              <a:latin typeface="DejaVu Sans" panose="020B0606030804020204" charset="0"/>
              <a:ea typeface="方正书宋_GBK" panose="02000000000000000000" charset="-122"/>
            </a:endParaRPr>
          </a:p>
        </p:txBody>
      </p:sp>
      <p:sp>
        <p:nvSpPr>
          <p:cNvPr id="21525" name="直接连接符 21525"/>
          <p:cNvSpPr/>
          <p:nvPr/>
        </p:nvSpPr>
        <p:spPr>
          <a:xfrm>
            <a:off x="908050" y="3297873"/>
            <a:ext cx="1588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p>
            <a:pPr lvl="0" algn="ctr"/>
            <a:endParaRPr lang="zh-CN" altLang="en-US" dirty="0">
              <a:latin typeface="DejaVu Sans" panose="020B0606030804020204" charset="0"/>
              <a:ea typeface="方正书宋_GBK" panose="02000000000000000000" charset="-122"/>
            </a:endParaRPr>
          </a:p>
        </p:txBody>
      </p:sp>
      <p:sp>
        <p:nvSpPr>
          <p:cNvPr id="21526" name="直接连接符 21526"/>
          <p:cNvSpPr/>
          <p:nvPr/>
        </p:nvSpPr>
        <p:spPr>
          <a:xfrm>
            <a:off x="3398838" y="3307398"/>
            <a:ext cx="1587" cy="228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p>
            <a:pPr lvl="0" algn="ctr"/>
            <a:endParaRPr lang="zh-CN" altLang="en-US" dirty="0">
              <a:latin typeface="DejaVu Sans" panose="020B0606030804020204" charset="0"/>
              <a:ea typeface="方正书宋_GBK" panose="02000000000000000000" charset="-122"/>
            </a:endParaRPr>
          </a:p>
        </p:txBody>
      </p:sp>
      <p:sp>
        <p:nvSpPr>
          <p:cNvPr id="21527" name="下箭头 21527"/>
          <p:cNvSpPr/>
          <p:nvPr/>
        </p:nvSpPr>
        <p:spPr>
          <a:xfrm flipH="1">
            <a:off x="1897063" y="3058160"/>
            <a:ext cx="74612" cy="161925"/>
          </a:xfrm>
          <a:prstGeom prst="downArrow">
            <a:avLst>
              <a:gd name="adj1" fmla="val 50000"/>
              <a:gd name="adj2" fmla="val 54205"/>
            </a:avLst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p>
            <a:pPr lvl="0" algn="ctr"/>
            <a:endParaRPr lang="zh-CN" altLang="en-US" dirty="0">
              <a:latin typeface="DejaVu Sans" panose="020B0606030804020204" charset="0"/>
              <a:ea typeface="方正书宋_GBK" panose="02000000000000000000" charset="-122"/>
            </a:endParaRPr>
          </a:p>
        </p:txBody>
      </p:sp>
      <p:sp>
        <p:nvSpPr>
          <p:cNvPr id="21528" name="直接连接符 21528"/>
          <p:cNvSpPr/>
          <p:nvPr/>
        </p:nvSpPr>
        <p:spPr>
          <a:xfrm>
            <a:off x="5094288" y="3269298"/>
            <a:ext cx="2941637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p>
            <a:pPr lvl="0" algn="ctr"/>
            <a:endParaRPr lang="zh-CN" altLang="en-US" dirty="0">
              <a:latin typeface="DejaVu Sans" panose="020B0606030804020204" charset="0"/>
              <a:ea typeface="方正书宋_GBK" panose="02000000000000000000" charset="-122"/>
            </a:endParaRPr>
          </a:p>
        </p:txBody>
      </p:sp>
      <p:sp>
        <p:nvSpPr>
          <p:cNvPr id="21529" name="直接连接符 21529"/>
          <p:cNvSpPr/>
          <p:nvPr/>
        </p:nvSpPr>
        <p:spPr>
          <a:xfrm>
            <a:off x="8015288" y="3278823"/>
            <a:ext cx="1587" cy="2476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p>
            <a:pPr lvl="0" algn="ctr"/>
            <a:endParaRPr lang="zh-CN" altLang="en-US" dirty="0">
              <a:latin typeface="DejaVu Sans" panose="020B0606030804020204" charset="0"/>
              <a:ea typeface="方正书宋_GBK" panose="02000000000000000000" charset="-122"/>
            </a:endParaRPr>
          </a:p>
        </p:txBody>
      </p:sp>
      <p:sp>
        <p:nvSpPr>
          <p:cNvPr id="21530" name="直接连接符 21530"/>
          <p:cNvSpPr/>
          <p:nvPr/>
        </p:nvSpPr>
        <p:spPr>
          <a:xfrm>
            <a:off x="5103813" y="3269298"/>
            <a:ext cx="1587" cy="1428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p>
            <a:pPr lvl="0" algn="ctr"/>
            <a:endParaRPr lang="zh-CN" altLang="en-US" dirty="0">
              <a:latin typeface="DejaVu Sans" panose="020B0606030804020204" charset="0"/>
              <a:ea typeface="方正书宋_GBK" panose="02000000000000000000" charset="-122"/>
            </a:endParaRPr>
          </a:p>
        </p:txBody>
      </p:sp>
      <p:sp>
        <p:nvSpPr>
          <p:cNvPr id="21531" name="下箭头 21531"/>
          <p:cNvSpPr/>
          <p:nvPr/>
        </p:nvSpPr>
        <p:spPr>
          <a:xfrm>
            <a:off x="6675438" y="3067685"/>
            <a:ext cx="74612" cy="171450"/>
          </a:xfrm>
          <a:prstGeom prst="downArrow">
            <a:avLst>
              <a:gd name="adj1" fmla="val 50000"/>
              <a:gd name="adj2" fmla="val 57394"/>
            </a:avLst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p>
            <a:pPr lvl="0" algn="ctr"/>
            <a:endParaRPr lang="zh-CN" altLang="en-US" dirty="0">
              <a:latin typeface="DejaVu Sans" panose="020B0606030804020204" charset="0"/>
              <a:ea typeface="方正书宋_GBK" panose="02000000000000000000" charset="-122"/>
            </a:endParaRPr>
          </a:p>
        </p:txBody>
      </p:sp>
      <p:sp>
        <p:nvSpPr>
          <p:cNvPr id="21532" name="矩形 21532"/>
          <p:cNvSpPr>
            <a:spLocks noGrp="1"/>
          </p:cNvSpPr>
          <p:nvPr/>
        </p:nvSpPr>
        <p:spPr>
          <a:xfrm>
            <a:off x="2065338" y="5679123"/>
            <a:ext cx="4519612" cy="5397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p>
            <a:pPr marL="571500" lvl="0" indent="-571500"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</a:pPr>
            <a:r>
              <a:rPr lang="zh-CN" altLang="en-US" b="0" dirty="0">
                <a:solidFill>
                  <a:schemeClr val="accent2"/>
                </a:solidFill>
                <a:latin typeface="DejaVu Sans" panose="020B0606030804020204" charset="0"/>
                <a:ea typeface="方正书宋_GBK" panose="02000000000000000000" charset="-122"/>
              </a:rPr>
              <a:t>存储程序式计算机</a:t>
            </a:r>
            <a:endParaRPr lang="zh-CN" altLang="en-US" b="0" dirty="0">
              <a:solidFill>
                <a:schemeClr val="accent2"/>
              </a:solidFill>
              <a:latin typeface="DejaVu Sans" panose="020B0606030804020204" charset="0"/>
              <a:ea typeface="方正书宋_GBK" panose="02000000000000000000" charset="-122"/>
            </a:endParaRPr>
          </a:p>
        </p:txBody>
      </p:sp>
      <p:sp>
        <p:nvSpPr>
          <p:cNvPr id="21533" name="直接连接符 21533"/>
          <p:cNvSpPr/>
          <p:nvPr/>
        </p:nvSpPr>
        <p:spPr>
          <a:xfrm>
            <a:off x="947738" y="5577523"/>
            <a:ext cx="6827837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p>
            <a:pPr lvl="0" algn="ctr"/>
            <a:endParaRPr lang="zh-CN" altLang="en-US" dirty="0">
              <a:latin typeface="DejaVu Sans" panose="020B0606030804020204" charset="0"/>
              <a:ea typeface="方正书宋_GBK" panose="02000000000000000000" charset="-122"/>
            </a:endParaRPr>
          </a:p>
        </p:txBody>
      </p:sp>
      <p:sp>
        <p:nvSpPr>
          <p:cNvPr id="21534" name="直接连接符 21534"/>
          <p:cNvSpPr/>
          <p:nvPr/>
        </p:nvSpPr>
        <p:spPr>
          <a:xfrm flipV="1">
            <a:off x="957263" y="5240973"/>
            <a:ext cx="0" cy="3365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rot="10800000" anchor="t"/>
          <a:p>
            <a:pPr lvl="0" algn="ctr"/>
            <a:endParaRPr lang="zh-CN" altLang="en-US" dirty="0">
              <a:latin typeface="DejaVu Sans" panose="020B0606030804020204" charset="0"/>
              <a:ea typeface="方正书宋_GBK" panose="02000000000000000000" charset="-122"/>
            </a:endParaRPr>
          </a:p>
        </p:txBody>
      </p:sp>
      <p:sp>
        <p:nvSpPr>
          <p:cNvPr id="21535" name="直接连接符 21535"/>
          <p:cNvSpPr/>
          <p:nvPr/>
        </p:nvSpPr>
        <p:spPr>
          <a:xfrm flipV="1">
            <a:off x="7775575" y="5317173"/>
            <a:ext cx="1588" cy="2698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rot="10800000" anchor="t"/>
          <a:p>
            <a:pPr lvl="0" algn="ctr"/>
            <a:endParaRPr lang="zh-CN" altLang="en-US" dirty="0">
              <a:latin typeface="DejaVu Sans" panose="020B0606030804020204" charset="0"/>
              <a:ea typeface="方正书宋_GBK" panose="02000000000000000000" charset="-122"/>
            </a:endParaRPr>
          </a:p>
        </p:txBody>
      </p:sp>
      <p:sp>
        <p:nvSpPr>
          <p:cNvPr id="21536" name="下箭头 21536"/>
          <p:cNvSpPr/>
          <p:nvPr/>
        </p:nvSpPr>
        <p:spPr>
          <a:xfrm>
            <a:off x="4203700" y="5577523"/>
            <a:ext cx="76200" cy="85725"/>
          </a:xfrm>
          <a:prstGeom prst="downArrow">
            <a:avLst>
              <a:gd name="adj1" fmla="val 50000"/>
              <a:gd name="adj2" fmla="val 28125"/>
            </a:avLst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p>
            <a:pPr lvl="0" algn="ctr"/>
            <a:endParaRPr lang="zh-CN" altLang="en-US" dirty="0">
              <a:latin typeface="DejaVu Sans" panose="020B0606030804020204" charset="0"/>
              <a:ea typeface="方正书宋_GBK" panose="02000000000000000000" charset="-122"/>
            </a:endParaRPr>
          </a:p>
        </p:txBody>
      </p:sp>
      <p:sp>
        <p:nvSpPr>
          <p:cNvPr id="20489" name="矩形 15368"/>
          <p:cNvSpPr/>
          <p:nvPr/>
        </p:nvSpPr>
        <p:spPr>
          <a:xfrm>
            <a:off x="381000" y="42863"/>
            <a:ext cx="8393113" cy="423545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p>
            <a:pPr lvl="0" algn="r" fontAlgn="base">
              <a:lnSpc>
                <a:spcPct val="90000"/>
              </a:lnSpc>
            </a:pPr>
            <a:r>
              <a:rPr lang="zh-CN" altLang="en-US" sz="2400" b="0" dirty="0">
                <a:solidFill>
                  <a:srgbClr val="990000"/>
                </a:solidFill>
                <a:latin typeface="DejaVu Sans" panose="020B0606030804020204" charset="0"/>
                <a:ea typeface="方正书宋_GBK" panose="02000000000000000000" charset="-122"/>
                <a:sym typeface="+mn-ea"/>
              </a:rPr>
              <a:t>3 操作系统内容结构</a:t>
            </a:r>
            <a:endParaRPr lang="zh-CN" altLang="en-US" sz="2400" strike="noStrike" noProof="1" dirty="0">
              <a:solidFill>
                <a:srgbClr val="CC0000"/>
              </a:solidFill>
              <a:effectLst>
                <a:outerShdw blurRad="38100" dist="38100" dir="2700000">
                  <a:srgbClr val="000000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2"/>
          <p:cNvSpPr/>
          <p:nvPr/>
        </p:nvSpPr>
        <p:spPr>
          <a:xfrm>
            <a:off x="149225" y="1258888"/>
            <a:ext cx="8691563" cy="48875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533400" marR="0" indent="-53340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95000"/>
              <a:buFont typeface="Arial" panose="020B0604020202020204" pitchFamily="34" charset="0"/>
              <a:buChar char="•"/>
            </a:pPr>
            <a:r>
              <a:rPr kumimoji="0" lang="zh-CN" sz="2400" b="1" i="0" u="none" strike="noStrike" kern="1200" cap="none" spc="0" normalizeH="0" baseline="0" noProof="1" dirty="0">
                <a:solidFill>
                  <a:srgbClr val="000099"/>
                </a:solidFill>
                <a:latin typeface="DejaVu Sans" panose="020B0606030804020204" charset="0"/>
                <a:ea typeface="方正书宋_GBK" panose="02000000000000000000" charset="-122"/>
                <a:cs typeface="DejaVu Sans" panose="020B0606030804020204" charset="0"/>
                <a:sym typeface="Arial" panose="020B0604020202020204" pitchFamily="34" charset="0"/>
              </a:rPr>
              <a:t>目标1：</a:t>
            </a:r>
            <a:r>
              <a:rPr kumimoji="0" 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DejaVu Sans" panose="020B0606030804020204" charset="0"/>
                <a:ea typeface="方正书宋_GBK" panose="02000000000000000000" charset="-122"/>
                <a:cs typeface="DejaVu Sans" panose="020B0606030804020204" charset="0"/>
                <a:sym typeface="Arial" panose="020B0604020202020204" pitchFamily="34" charset="0"/>
              </a:rPr>
              <a:t>使学生系统地了解操作系统的定义、功能、操作系统的类型以及操作系统的结构，理解现代操作系统提供的用户界面，掌握系统功能调用的定义及实现方法，加深学生对计算机软、硬件系统的整体化理解，培养学生对计算机软硬件的系统认知能力。</a:t>
            </a:r>
            <a:endParaRPr kumimoji="0" lang="zh-CN" sz="2400" b="1" i="0" u="none" strike="noStrike" kern="1200" cap="none" spc="0" normalizeH="0" baseline="0" noProof="1" dirty="0">
              <a:solidFill>
                <a:schemeClr val="tx1"/>
              </a:solidFill>
              <a:latin typeface="DejaVu Sans" panose="020B0606030804020204" charset="0"/>
              <a:ea typeface="方正书宋_GBK" panose="02000000000000000000" charset="-122"/>
              <a:cs typeface="DejaVu Sans" panose="020B0606030804020204" charset="0"/>
              <a:sym typeface="Arial" panose="020B0604020202020204" pitchFamily="34" charset="0"/>
            </a:endParaRPr>
          </a:p>
          <a:p>
            <a:pPr marL="533400" marR="0" indent="-53340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95000"/>
              <a:buFont typeface="Arial" panose="020B0604020202020204" pitchFamily="34" charset="0"/>
              <a:buChar char="•"/>
            </a:pPr>
            <a:r>
              <a:rPr kumimoji="0" lang="zh-CN" sz="2400" b="1" i="0" u="none" strike="noStrike" kern="1200" cap="none" spc="0" normalizeH="0" baseline="0" noProof="1" dirty="0">
                <a:solidFill>
                  <a:srgbClr val="000099"/>
                </a:solidFill>
                <a:latin typeface="DejaVu Sans" panose="020B0606030804020204" charset="0"/>
                <a:ea typeface="方正书宋_GBK" panose="02000000000000000000" charset="-122"/>
                <a:cs typeface="DejaVu Sans" panose="020B0606030804020204" charset="0"/>
                <a:sym typeface="Arial" panose="020B0604020202020204" pitchFamily="34" charset="0"/>
              </a:rPr>
              <a:t>目标2：</a:t>
            </a:r>
            <a:r>
              <a:rPr kumimoji="0" 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DejaVu Sans" panose="020B0606030804020204" charset="0"/>
                <a:ea typeface="方正书宋_GBK" panose="02000000000000000000" charset="-122"/>
                <a:cs typeface="DejaVu Sans" panose="020B0606030804020204" charset="0"/>
                <a:sym typeface="Arial" panose="020B0604020202020204" pitchFamily="34" charset="0"/>
              </a:rPr>
              <a:t>使学生理解多道程序设计技术和并发处理的概念，深入理解进程概念，进程状态及变迁，掌握进程控制、进程互斥与同步的基本原理与实现技术，了解进程通信的概念，培养学生的计算思维能力、算法设计与分析能力、程序设计与实现能力。</a:t>
            </a:r>
            <a:endParaRPr kumimoji="0" lang="zh-CN" sz="2400" b="1" i="0" u="none" strike="noStrike" kern="1200" cap="none" spc="0" normalizeH="0" baseline="0" noProof="1" dirty="0">
              <a:solidFill>
                <a:schemeClr val="tx1"/>
              </a:solidFill>
              <a:latin typeface="DejaVu Sans" panose="020B0606030804020204" charset="0"/>
              <a:ea typeface="方正书宋_GBK" panose="02000000000000000000" charset="-122"/>
              <a:cs typeface="DejaVu Sans" panose="020B0606030804020204" charset="0"/>
              <a:sym typeface="Arial" panose="020B0604020202020204" pitchFamily="34" charset="0"/>
            </a:endParaRPr>
          </a:p>
        </p:txBody>
      </p:sp>
      <p:graphicFrame>
        <p:nvGraphicFramePr>
          <p:cNvPr id="3074" name="Object 3"/>
          <p:cNvGraphicFramePr>
            <a:graphicFrameLocks noGrp="1" noChangeAspect="1"/>
          </p:cNvGraphicFramePr>
          <p:nvPr>
            <p:ph idx="4294967295"/>
          </p:nvPr>
        </p:nvGraphicFramePr>
        <p:xfrm>
          <a:off x="0" y="0"/>
          <a:ext cx="8382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838200" imgH="647700" progId="Paint.Picture">
                  <p:embed/>
                </p:oleObj>
              </mc:Choice>
              <mc:Fallback>
                <p:oleObj name="" r:id="rId1" imgW="838200" imgH="647700" progId="Paint.Picture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838200" cy="5175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9" name="Rectangle 5"/>
          <p:cNvSpPr/>
          <p:nvPr/>
        </p:nvSpPr>
        <p:spPr>
          <a:xfrm>
            <a:off x="650875" y="605155"/>
            <a:ext cx="7420610" cy="6076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533400" marR="0" indent="-533400" algn="l" defTabSz="914400" rtl="0" eaLnBrk="1" fontAlgn="base" latinLnBrk="0" hangingPunct="1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None/>
            </a:pPr>
            <a:r>
              <a:rPr kumimoji="0" lang="zh-CN" sz="2800" b="1" i="0" u="none" strike="noStrike" kern="1200" cap="none" spc="0" normalizeH="0" baseline="0" noProof="1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DejaVu Sans" panose="020B0606030804020204" charset="0"/>
              </a:rPr>
              <a:t>操作系统</a:t>
            </a:r>
            <a:r>
              <a:rPr kumimoji="0" lang="x-none" altLang="zh-CN" sz="2800" b="1" i="0" u="none" strike="noStrike" kern="1200" cap="none" spc="0" normalizeH="0" baseline="0" noProof="1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DejaVu Sans" panose="020B0606030804020204" charset="0"/>
              </a:rPr>
              <a:t>这门课程</a:t>
            </a:r>
            <a:r>
              <a:rPr kumimoji="0" lang="zh-CN" sz="2800" b="1" i="0" u="none" strike="noStrike" kern="1200" cap="none" spc="0" normalizeH="0" baseline="0" noProof="1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DejaVu Sans" panose="020B0606030804020204" charset="0"/>
              </a:rPr>
              <a:t>的</a:t>
            </a:r>
            <a:r>
              <a:rPr kumimoji="0" lang="x-none" altLang="zh-CN" sz="2800" b="1" i="0" u="none" strike="noStrike" kern="1200" cap="none" spc="0" normalizeH="0" baseline="0" noProof="1" dirty="0">
                <a:solidFill>
                  <a:srgbClr val="A5002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DejaVu Sans" panose="020B0606030804020204" charset="0"/>
              </a:rPr>
              <a:t>培养目标：</a:t>
            </a:r>
            <a:endParaRPr kumimoji="0" lang="zh-CN" sz="2800" b="1" i="0" u="none" strike="noStrike" kern="1200" cap="none" spc="0" normalizeH="0" baseline="0" noProof="1" dirty="0">
              <a:solidFill>
                <a:srgbClr val="A50021"/>
              </a:solidFill>
              <a:latin typeface="DejaVu Sans" panose="020B0606030804020204" charset="0"/>
              <a:ea typeface="方正书宋_GBK" panose="02000000000000000000" charset="-122"/>
              <a:cs typeface="DejaVu Sans" panose="020B0606030804020204" charset="0"/>
            </a:endParaRPr>
          </a:p>
        </p:txBody>
      </p:sp>
      <p:sp>
        <p:nvSpPr>
          <p:cNvPr id="3077" name="Rectangle 6"/>
          <p:cNvSpPr/>
          <p:nvPr/>
        </p:nvSpPr>
        <p:spPr>
          <a:xfrm>
            <a:off x="381000" y="42863"/>
            <a:ext cx="8393113" cy="4206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indent="0" algn="r">
              <a:lnSpc>
                <a:spcPct val="90000"/>
              </a:lnSpc>
            </a:pPr>
            <a:r>
              <a:rPr lang="zh-CN" altLang="en-US" sz="2400">
                <a:solidFill>
                  <a:srgbClr val="CC0000"/>
                </a:solidFill>
                <a:latin typeface="DejaVu Sans" panose="020B0606030804020204" charset="0"/>
                <a:ea typeface="方正书宋_GBK" panose="02000000000000000000" charset="-122"/>
              </a:rPr>
              <a:t>前言</a:t>
            </a:r>
            <a:endParaRPr lang="zh-CN" altLang="en-US" sz="2400">
              <a:solidFill>
                <a:srgbClr val="CC0000"/>
              </a:solidFill>
              <a:latin typeface="DejaVu Sans" panose="020B0606030804020204" charset="0"/>
              <a:ea typeface="方正书宋_GBK" panose="020000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26629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2"/>
          <p:cNvSpPr/>
          <p:nvPr/>
        </p:nvSpPr>
        <p:spPr>
          <a:xfrm>
            <a:off x="184150" y="1044575"/>
            <a:ext cx="8691563" cy="52590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533400" marR="0" indent="-53340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95000"/>
              <a:buFont typeface="Arial" panose="020B0604020202020204" pitchFamily="34" charset="0"/>
              <a:buChar char="•"/>
            </a:pPr>
            <a:r>
              <a:rPr kumimoji="0" lang="x-none" altLang="zh-CN" sz="2400" b="1" i="0" u="none" strike="noStrike" kern="1200" cap="none" spc="0" normalizeH="0" baseline="0" noProof="1" dirty="0">
                <a:solidFill>
                  <a:srgbClr val="000099"/>
                </a:solidFill>
                <a:latin typeface="DejaVu Sans" panose="020B0606030804020204" charset="0"/>
                <a:ea typeface="方正书宋_GBK" panose="02000000000000000000" charset="-122"/>
                <a:cs typeface="DejaVu Sans" panose="020B0606030804020204" charset="0"/>
                <a:sym typeface="Arial" panose="020B0604020202020204" pitchFamily="34" charset="0"/>
              </a:rPr>
              <a:t>目标3：</a:t>
            </a:r>
            <a:r>
              <a:rPr lang="zh-CN" sz="2400" dirty="0">
                <a:solidFill>
                  <a:schemeClr val="tx1"/>
                </a:solidFill>
                <a:latin typeface="DejaVu Sans" panose="020B0606030804020204" charset="0"/>
                <a:ea typeface="方正书宋_GBK" panose="02000000000000000000" charset="-122"/>
                <a:cs typeface="DejaVu Sans" panose="020B0606030804020204" charset="0"/>
                <a:sym typeface="Arial" panose="020B0604020202020204" pitchFamily="34" charset="0"/>
              </a:rPr>
              <a:t>使学生掌握操作系统资源管理的功能与实现技术，包括：处理机管理、存储管理、设备管理和文件系统，培养学生计算思维能力、算法设计与分析能力、程序设计与实现能力，对计算机软、硬件系统的认知、分析、设计与应用能力，为后续课程打下坚实基础。</a:t>
            </a:r>
            <a:endParaRPr kumimoji="0" lang="zh-CN" sz="2400" b="1" i="0" u="none" strike="noStrike" kern="1200" cap="none" spc="0" normalizeH="0" baseline="0" noProof="1" dirty="0">
              <a:solidFill>
                <a:srgbClr val="000099"/>
              </a:solidFill>
              <a:latin typeface="DejaVu Sans" panose="020B0606030804020204" charset="0"/>
              <a:ea typeface="方正书宋_GBK" panose="02000000000000000000" charset="-122"/>
              <a:cs typeface="DejaVu Sans" panose="020B0606030804020204" charset="0"/>
              <a:sym typeface="Arial" panose="020B0604020202020204" pitchFamily="34" charset="0"/>
            </a:endParaRPr>
          </a:p>
          <a:p>
            <a:pPr marL="533400" marR="0" indent="-53340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95000"/>
              <a:buFont typeface="Arial" panose="020B0604020202020204" pitchFamily="34" charset="0"/>
              <a:buChar char="•"/>
            </a:pPr>
            <a:r>
              <a:rPr kumimoji="0" lang="zh-CN" sz="2400" b="1" i="0" u="none" strike="noStrike" kern="1200" cap="none" spc="0" normalizeH="0" baseline="0" noProof="1" dirty="0">
                <a:solidFill>
                  <a:srgbClr val="000099"/>
                </a:solidFill>
                <a:latin typeface="DejaVu Sans" panose="020B0606030804020204" charset="0"/>
                <a:ea typeface="方正书宋_GBK" panose="02000000000000000000" charset="-122"/>
                <a:cs typeface="DejaVu Sans" panose="020B0606030804020204" charset="0"/>
                <a:sym typeface="Arial" panose="020B0604020202020204" pitchFamily="34" charset="0"/>
              </a:rPr>
              <a:t>目标4：</a:t>
            </a:r>
            <a:r>
              <a:rPr kumimoji="0" 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DejaVu Sans" panose="020B0606030804020204" charset="0"/>
                <a:ea typeface="方正书宋_GBK" panose="02000000000000000000" charset="-122"/>
                <a:cs typeface="DejaVu Sans" panose="020B0606030804020204" charset="0"/>
                <a:sym typeface="Arial" panose="020B0604020202020204" pitchFamily="34" charset="0"/>
              </a:rPr>
              <a:t>通过课后阅读Linux相关部分源码，掌握Linux系统的基本结构、用户界面、进程结构及其管理、存储管理、设备驱动及文件系统等，分析和理解开源操作系统的设计方案，培养专业知识的自学能力及对大型系统软件的设计、开发能力，同时了解工程技术及其应用的发展变化趋势。</a:t>
            </a:r>
            <a:endParaRPr kumimoji="0" lang="zh-CN" sz="2400" b="1" i="0" u="none" strike="noStrike" kern="1200" cap="none" spc="0" normalizeH="0" baseline="0" noProof="1" dirty="0">
              <a:solidFill>
                <a:schemeClr val="tx1"/>
              </a:solidFill>
              <a:latin typeface="DejaVu Sans" panose="020B0606030804020204" charset="0"/>
              <a:ea typeface="方正书宋_GBK" panose="02000000000000000000" charset="-122"/>
              <a:cs typeface="DejaVu Sans" panose="020B0606030804020204" charset="0"/>
              <a:sym typeface="Arial" panose="020B0604020202020204" pitchFamily="34" charset="0"/>
            </a:endParaRPr>
          </a:p>
        </p:txBody>
      </p:sp>
      <p:graphicFrame>
        <p:nvGraphicFramePr>
          <p:cNvPr id="4098" name="Object 3"/>
          <p:cNvGraphicFramePr>
            <a:graphicFrameLocks noGrp="1" noChangeAspect="1"/>
          </p:cNvGraphicFramePr>
          <p:nvPr>
            <p:ph idx="4294967295"/>
          </p:nvPr>
        </p:nvGraphicFramePr>
        <p:xfrm>
          <a:off x="0" y="0"/>
          <a:ext cx="8382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838200" imgH="647700" progId="Paint.Picture">
                  <p:embed/>
                </p:oleObj>
              </mc:Choice>
              <mc:Fallback>
                <p:oleObj name="" r:id="rId1" imgW="838200" imgH="647700" progId="Paint.Picture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838200" cy="5175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0" name="Rectangle 6"/>
          <p:cNvSpPr/>
          <p:nvPr/>
        </p:nvSpPr>
        <p:spPr>
          <a:xfrm>
            <a:off x="381000" y="42863"/>
            <a:ext cx="8393113" cy="4206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indent="0" algn="r">
              <a:lnSpc>
                <a:spcPct val="90000"/>
              </a:lnSpc>
            </a:pPr>
            <a:r>
              <a:rPr lang="zh-CN" altLang="en-US" sz="2400">
                <a:solidFill>
                  <a:srgbClr val="CC0000"/>
                </a:solidFill>
                <a:latin typeface="DejaVu Sans" panose="020B0606030804020204" charset="0"/>
                <a:ea typeface="方正书宋_GBK" panose="02000000000000000000" charset="-122"/>
              </a:rPr>
              <a:t>前言</a:t>
            </a:r>
            <a:endParaRPr lang="zh-CN" altLang="en-US" sz="2400">
              <a:solidFill>
                <a:srgbClr val="CC0000"/>
              </a:solidFill>
              <a:latin typeface="DejaVu Sans" panose="020B0606030804020204" charset="0"/>
              <a:ea typeface="方正书宋_GBK" panose="020000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529" name="内容占位符 23554"/>
          <p:cNvPicPr>
            <a:picLocks noGrp="1" noChangeAspect="1"/>
          </p:cNvPicPr>
          <p:nvPr>
            <p:ph idx="2147483647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838200" cy="517525"/>
          </a:xfrm>
        </p:spPr>
      </p:pic>
      <p:sp>
        <p:nvSpPr>
          <p:cNvPr id="22531" name="矩形 23555"/>
          <p:cNvSpPr/>
          <p:nvPr/>
        </p:nvSpPr>
        <p:spPr>
          <a:xfrm>
            <a:off x="1414463" y="42863"/>
            <a:ext cx="7359650" cy="420688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p>
            <a:pPr lvl="0" algn="r" fontAlgn="base">
              <a:lnSpc>
                <a:spcPct val="90000"/>
              </a:lnSpc>
            </a:pPr>
            <a:r>
              <a:rPr lang="zh-CN" altLang="en-US" sz="2400" strike="noStrike" noProof="1" dirty="0">
                <a:solidFill>
                  <a:schemeClr val="tx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DejaVu Sans" panose="020B0606030804020204" charset="0"/>
                <a:ea typeface="方正书宋_GBK" panose="02000000000000000000" charset="-122"/>
                <a:cs typeface="+mn-ea"/>
              </a:rPr>
              <a:t>课程安排</a:t>
            </a:r>
            <a:endParaRPr lang="zh-CN" altLang="en-US" sz="2400" strike="noStrike" noProof="1" dirty="0">
              <a:solidFill>
                <a:schemeClr val="tx2"/>
              </a:solidFill>
              <a:effectLst>
                <a:outerShdw blurRad="38100" dist="38100" dir="2700000">
                  <a:srgbClr val="000000"/>
                </a:outerShdw>
              </a:effectLst>
              <a:latin typeface="DejaVu Sans" panose="020B0606030804020204" charset="0"/>
              <a:ea typeface="方正书宋_GBK" panose="02000000000000000000" charset="-122"/>
            </a:endParaRPr>
          </a:p>
        </p:txBody>
      </p:sp>
      <p:graphicFrame>
        <p:nvGraphicFramePr>
          <p:cNvPr id="22532" name="表格 22531"/>
          <p:cNvGraphicFramePr/>
          <p:nvPr/>
        </p:nvGraphicFramePr>
        <p:xfrm>
          <a:off x="806450" y="1087438"/>
          <a:ext cx="7704138" cy="5140325"/>
        </p:xfrm>
        <a:graphic>
          <a:graphicData uri="http://schemas.openxmlformats.org/drawingml/2006/table">
            <a:tbl>
              <a:tblPr/>
              <a:tblGrid>
                <a:gridCol w="4989513"/>
                <a:gridCol w="2714625"/>
              </a:tblGrid>
              <a:tr h="598488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2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1028700" lvl="1" indent="-455295">
                        <a:buBlip>
                          <a:blip r:embed="rId2"/>
                        </a:buBlip>
                        <a:defRPr sz="2400" b="0" kern="1200"/>
                      </a:lvl2pPr>
                      <a:lvl3pPr marL="1428750" lvl="2" indent="-398145">
                        <a:buBlip>
                          <a:blip r:embed="rId2"/>
                        </a:buBlip>
                        <a:defRPr sz="2000" b="0" kern="1200"/>
                      </a:lvl3pPr>
                      <a:lvl4pPr marL="1752600" lvl="3" indent="-321945">
                        <a:buBlip>
                          <a:blip r:embed="rId2"/>
                        </a:buBlip>
                        <a:defRPr sz="1800" b="0" kern="1200"/>
                      </a:lvl4pPr>
                      <a:lvl5pPr marL="2092325" lvl="4" indent="-337820">
                        <a:buBlip>
                          <a:blip r:embed="rId2"/>
                        </a:buBlip>
                        <a:defRPr sz="1800" b="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DejaVu Sans" panose="020B0606030804020204" charset="0"/>
                          <a:ea typeface="方正书宋_GBK" panose="02000000000000000000" charset="-122"/>
                          <a:cs typeface="DejaVu Sans" panose="020B0606030804020204" charset="0"/>
                        </a:rPr>
                        <a:t>第1章：绪论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DejaVu Sans" panose="020B0606030804020204" charset="0"/>
                        <a:ea typeface="方正书宋_GBK" panose="02000000000000000000" charset="-122"/>
                        <a:cs typeface="DejaVu Sans" panose="020B0606030804020204" charset="0"/>
                      </a:endParaRPr>
                    </a:p>
                  </a:txBody>
                  <a:tcPr vert="horz" anchor="t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2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1028700" lvl="1" indent="-455295">
                        <a:buBlip>
                          <a:blip r:embed="rId2"/>
                        </a:buBlip>
                        <a:defRPr sz="2400" b="0" kern="1200"/>
                      </a:lvl2pPr>
                      <a:lvl3pPr marL="1428750" lvl="2" indent="-398145">
                        <a:buBlip>
                          <a:blip r:embed="rId2"/>
                        </a:buBlip>
                        <a:defRPr sz="2000" b="0" kern="1200"/>
                      </a:lvl3pPr>
                      <a:lvl4pPr marL="1752600" lvl="3" indent="-321945">
                        <a:buBlip>
                          <a:blip r:embed="rId2"/>
                        </a:buBlip>
                        <a:defRPr sz="1800" b="0" kern="1200"/>
                      </a:lvl4pPr>
                      <a:lvl5pPr marL="2092325" lvl="4" indent="-337820">
                        <a:buBlip>
                          <a:blip r:embed="rId2"/>
                        </a:buBlip>
                        <a:defRPr sz="1800" b="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DejaVu Sans" panose="020B0606030804020204" charset="0"/>
                          <a:ea typeface="方正书宋_GBK" panose="02000000000000000000" charset="-122"/>
                          <a:cs typeface="DejaVu Sans" panose="020B0606030804020204" charset="0"/>
                          <a:sym typeface="Arial" panose="020B0604020202020204" pitchFamily="34" charset="0"/>
                        </a:rPr>
                        <a:t>4</a:t>
                      </a: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DejaVu Sans" panose="020B0606030804020204" charset="0"/>
                          <a:ea typeface="方正书宋_GBK" panose="02000000000000000000" charset="-122"/>
                          <a:cs typeface="DejaVu Sans" panose="020B0606030804020204" charset="0"/>
                          <a:sym typeface="Arial" panose="020B0604020202020204" pitchFamily="34" charset="0"/>
                        </a:rPr>
                        <a:t>课时</a:t>
                      </a:r>
                      <a:endParaRPr lang="zh-CN" altLang="en-US" sz="1800" b="1">
                        <a:solidFill>
                          <a:srgbClr val="000000"/>
                        </a:solidFill>
                        <a:latin typeface="DejaVu Sans" panose="020B0606030804020204" charset="0"/>
                        <a:ea typeface="方正书宋_GBK" panose="02000000000000000000" charset="-122"/>
                        <a:cs typeface="DejaVu Sans" panose="020B0606030804020204" charset="0"/>
                        <a:sym typeface="Arial" panose="020B0604020202020204" pitchFamily="34" charset="0"/>
                      </a:endParaRPr>
                    </a:p>
                  </a:txBody>
                  <a:tcPr vert="horz" anchor="t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</a:tr>
              <a:tr h="404812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2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1028700" lvl="1" indent="-455295">
                        <a:buBlip>
                          <a:blip r:embed="rId2"/>
                        </a:buBlip>
                        <a:defRPr sz="2400" b="0" kern="1200"/>
                      </a:lvl2pPr>
                      <a:lvl3pPr marL="1428750" lvl="2" indent="-398145">
                        <a:buBlip>
                          <a:blip r:embed="rId2"/>
                        </a:buBlip>
                        <a:defRPr sz="2000" b="0" kern="1200"/>
                      </a:lvl3pPr>
                      <a:lvl4pPr marL="1752600" lvl="3" indent="-321945">
                        <a:buBlip>
                          <a:blip r:embed="rId2"/>
                        </a:buBlip>
                        <a:defRPr sz="1800" b="0" kern="1200"/>
                      </a:lvl4pPr>
                      <a:lvl5pPr marL="2092325" lvl="4" indent="-337820">
                        <a:buBlip>
                          <a:blip r:embed="rId2"/>
                        </a:buBlip>
                        <a:defRPr sz="1800" b="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DejaVu Sans" panose="020B0606030804020204" charset="0"/>
                          <a:ea typeface="方正书宋_GBK" panose="02000000000000000000" charset="-122"/>
                          <a:cs typeface="DejaVu Sans" panose="020B0606030804020204" charset="0"/>
                        </a:rPr>
                        <a:t>第2章：结构和硬件支持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DejaVu Sans" panose="020B0606030804020204" charset="0"/>
                        <a:ea typeface="方正书宋_GBK" panose="02000000000000000000" charset="-122"/>
                        <a:cs typeface="DejaVu Sans" panose="020B0606030804020204" charset="0"/>
                      </a:endParaRPr>
                    </a:p>
                  </a:txBody>
                  <a:tcPr vert="horz" anchor="t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2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1028700" lvl="1" indent="-455295">
                        <a:buBlip>
                          <a:blip r:embed="rId2"/>
                        </a:buBlip>
                        <a:defRPr sz="2400" b="0" kern="1200"/>
                      </a:lvl2pPr>
                      <a:lvl3pPr marL="1428750" lvl="2" indent="-398145">
                        <a:buBlip>
                          <a:blip r:embed="rId2"/>
                        </a:buBlip>
                        <a:defRPr sz="2000" b="0" kern="1200"/>
                      </a:lvl3pPr>
                      <a:lvl4pPr marL="1752600" lvl="3" indent="-321945">
                        <a:buBlip>
                          <a:blip r:embed="rId2"/>
                        </a:buBlip>
                        <a:defRPr sz="1800" b="0" kern="1200"/>
                      </a:lvl4pPr>
                      <a:lvl5pPr marL="2092325" lvl="4" indent="-337820">
                        <a:buBlip>
                          <a:blip r:embed="rId2"/>
                        </a:buBlip>
                        <a:defRPr sz="1800" b="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DejaVu Sans" panose="020B0606030804020204" charset="0"/>
                          <a:ea typeface="方正书宋_GBK" panose="02000000000000000000" charset="-122"/>
                          <a:cs typeface="DejaVu Sans" panose="020B0606030804020204" charset="0"/>
                          <a:sym typeface="Arial" panose="020B0604020202020204" pitchFamily="34" charset="0"/>
                        </a:rPr>
                        <a:t>4</a:t>
                      </a: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DejaVu Sans" panose="020B0606030804020204" charset="0"/>
                          <a:ea typeface="方正书宋_GBK" panose="02000000000000000000" charset="-122"/>
                          <a:cs typeface="DejaVu Sans" panose="020B0606030804020204" charset="0"/>
                          <a:sym typeface="Arial" panose="020B0604020202020204" pitchFamily="34" charset="0"/>
                        </a:rPr>
                        <a:t>课时</a:t>
                      </a:r>
                      <a:endParaRPr lang="x-none" altLang="en-US" sz="1800" b="1">
                        <a:solidFill>
                          <a:srgbClr val="000000"/>
                        </a:solidFill>
                        <a:latin typeface="DejaVu Sans" panose="020B0606030804020204" charset="0"/>
                        <a:ea typeface="方正书宋_GBK" panose="02000000000000000000" charset="-122"/>
                        <a:cs typeface="DejaVu Sans" panose="020B0606030804020204" charset="0"/>
                      </a:endParaRPr>
                    </a:p>
                  </a:txBody>
                  <a:tcPr vert="horz" anchor="t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</a:tr>
              <a:tr h="403225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2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1028700" lvl="1" indent="-455295">
                        <a:buBlip>
                          <a:blip r:embed="rId2"/>
                        </a:buBlip>
                        <a:defRPr sz="2400" b="0" kern="1200"/>
                      </a:lvl2pPr>
                      <a:lvl3pPr marL="1428750" lvl="2" indent="-398145">
                        <a:buBlip>
                          <a:blip r:embed="rId2"/>
                        </a:buBlip>
                        <a:defRPr sz="2000" b="0" kern="1200"/>
                      </a:lvl3pPr>
                      <a:lvl4pPr marL="1752600" lvl="3" indent="-321945">
                        <a:buBlip>
                          <a:blip r:embed="rId2"/>
                        </a:buBlip>
                        <a:defRPr sz="1800" b="0" kern="1200"/>
                      </a:lvl4pPr>
                      <a:lvl5pPr marL="2092325" lvl="4" indent="-337820">
                        <a:buBlip>
                          <a:blip r:embed="rId2"/>
                        </a:buBlip>
                        <a:defRPr sz="1800" b="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DejaVu Sans" panose="020B0606030804020204" charset="0"/>
                          <a:ea typeface="方正书宋_GBK" panose="02000000000000000000" charset="-122"/>
                          <a:cs typeface="DejaVu Sans" panose="020B0606030804020204" charset="0"/>
                        </a:rPr>
                        <a:t>第3章：用户接口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DejaVu Sans" panose="020B0606030804020204" charset="0"/>
                        <a:ea typeface="方正书宋_GBK" panose="02000000000000000000" charset="-122"/>
                        <a:cs typeface="DejaVu Sans" panose="020B0606030804020204" charset="0"/>
                      </a:endParaRPr>
                    </a:p>
                  </a:txBody>
                  <a:tcPr vert="horz" anchor="t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2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1028700" lvl="1" indent="-455295">
                        <a:buBlip>
                          <a:blip r:embed="rId2"/>
                        </a:buBlip>
                        <a:defRPr sz="2400" b="0" kern="1200"/>
                      </a:lvl2pPr>
                      <a:lvl3pPr marL="1428750" lvl="2" indent="-398145">
                        <a:buBlip>
                          <a:blip r:embed="rId2"/>
                        </a:buBlip>
                        <a:defRPr sz="2000" b="0" kern="1200"/>
                      </a:lvl3pPr>
                      <a:lvl4pPr marL="1752600" lvl="3" indent="-321945">
                        <a:buBlip>
                          <a:blip r:embed="rId2"/>
                        </a:buBlip>
                        <a:defRPr sz="1800" b="0" kern="1200"/>
                      </a:lvl4pPr>
                      <a:lvl5pPr marL="2092325" lvl="4" indent="-337820">
                        <a:buBlip>
                          <a:blip r:embed="rId2"/>
                        </a:buBlip>
                        <a:defRPr sz="1800" b="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x-none" sz="1800" b="1">
                          <a:solidFill>
                            <a:srgbClr val="000000"/>
                          </a:solidFill>
                          <a:latin typeface="DejaVu Sans" panose="020B0606030804020204" charset="0"/>
                          <a:ea typeface="方正书宋_GBK" panose="02000000000000000000" charset="-122"/>
                          <a:cs typeface="DejaVu Sans" panose="020B0606030804020204" charset="0"/>
                          <a:sym typeface="Arial" panose="020B0604020202020204" pitchFamily="34" charset="0"/>
                        </a:rPr>
                        <a:t>6</a:t>
                      </a: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DejaVu Sans" panose="020B0606030804020204" charset="0"/>
                          <a:ea typeface="方正书宋_GBK" panose="02000000000000000000" charset="-122"/>
                          <a:cs typeface="DejaVu Sans" panose="020B0606030804020204" charset="0"/>
                          <a:sym typeface="Arial" panose="020B0604020202020204" pitchFamily="34" charset="0"/>
                        </a:rPr>
                        <a:t>课时</a:t>
                      </a:r>
                      <a:endParaRPr lang="en-US" altLang="x-none" sz="1800" b="1">
                        <a:solidFill>
                          <a:srgbClr val="000000"/>
                        </a:solidFill>
                        <a:latin typeface="DejaVu Sans" panose="020B0606030804020204" charset="0"/>
                        <a:ea typeface="方正书宋_GBK" panose="02000000000000000000" charset="-122"/>
                        <a:cs typeface="DejaVu Sans" panose="020B0606030804020204" charset="0"/>
                        <a:sym typeface="Arial" panose="020B0604020202020204" pitchFamily="34" charset="0"/>
                      </a:endParaRPr>
                    </a:p>
                  </a:txBody>
                  <a:tcPr vert="horz" anchor="t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</a:tr>
              <a:tr h="404813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2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1028700" lvl="1" indent="-455295">
                        <a:buBlip>
                          <a:blip r:embed="rId2"/>
                        </a:buBlip>
                        <a:defRPr sz="2400" b="0" kern="1200"/>
                      </a:lvl2pPr>
                      <a:lvl3pPr marL="1428750" lvl="2" indent="-398145">
                        <a:buBlip>
                          <a:blip r:embed="rId2"/>
                        </a:buBlip>
                        <a:defRPr sz="2000" b="0" kern="1200"/>
                      </a:lvl3pPr>
                      <a:lvl4pPr marL="1752600" lvl="3" indent="-321945">
                        <a:buBlip>
                          <a:blip r:embed="rId2"/>
                        </a:buBlip>
                        <a:defRPr sz="1800" b="0" kern="1200"/>
                      </a:lvl4pPr>
                      <a:lvl5pPr marL="2092325" lvl="4" indent="-337820">
                        <a:buBlip>
                          <a:blip r:embed="rId2"/>
                        </a:buBlip>
                        <a:defRPr sz="1800" b="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DejaVu Sans" panose="020B0606030804020204" charset="0"/>
                          <a:ea typeface="方正书宋_GBK" panose="02000000000000000000" charset="-122"/>
                          <a:cs typeface="DejaVu Sans" panose="020B0606030804020204" charset="0"/>
                        </a:rPr>
                        <a:t>第4章：进程及进程管理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DejaVu Sans" panose="020B0606030804020204" charset="0"/>
                        <a:ea typeface="方正书宋_GBK" panose="02000000000000000000" charset="-122"/>
                        <a:cs typeface="DejaVu Sans" panose="020B0606030804020204" charset="0"/>
                      </a:endParaRPr>
                    </a:p>
                  </a:txBody>
                  <a:tcPr vert="horz" anchor="t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 rowSpan="3"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2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1028700" lvl="1" indent="-455295">
                        <a:buBlip>
                          <a:blip r:embed="rId2"/>
                        </a:buBlip>
                        <a:defRPr sz="2400" b="0" kern="1200"/>
                      </a:lvl2pPr>
                      <a:lvl3pPr marL="1428750" lvl="2" indent="-398145">
                        <a:buBlip>
                          <a:blip r:embed="rId2"/>
                        </a:buBlip>
                        <a:defRPr sz="2000" b="0" kern="1200"/>
                      </a:lvl3pPr>
                      <a:lvl4pPr marL="1752600" lvl="3" indent="-321945">
                        <a:buBlip>
                          <a:blip r:embed="rId2"/>
                        </a:buBlip>
                        <a:defRPr sz="1800" b="0" kern="1200"/>
                      </a:lvl4pPr>
                      <a:lvl5pPr marL="2092325" lvl="4" indent="-337820">
                        <a:buBlip>
                          <a:blip r:embed="rId2"/>
                        </a:buBlip>
                        <a:defRPr sz="1800" b="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DejaVu Sans" panose="020B0606030804020204" charset="0"/>
                          <a:ea typeface="方正书宋_GBK" panose="02000000000000000000" charset="-122"/>
                          <a:cs typeface="DejaVu Sans" panose="020B0606030804020204" charset="0"/>
                          <a:sym typeface="Arial" panose="020B0604020202020204" pitchFamily="34" charset="0"/>
                        </a:rPr>
                        <a:t>8</a:t>
                      </a: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DejaVu Sans" panose="020B0606030804020204" charset="0"/>
                          <a:ea typeface="方正书宋_GBK" panose="02000000000000000000" charset="-122"/>
                          <a:cs typeface="DejaVu Sans" panose="020B0606030804020204" charset="0"/>
                          <a:sym typeface="Arial" panose="020B0604020202020204" pitchFamily="34" charset="0"/>
                        </a:rPr>
                        <a:t>课时</a:t>
                      </a:r>
                      <a:endParaRPr lang="en-US" altLang="x-none" sz="1800" b="1">
                        <a:solidFill>
                          <a:srgbClr val="000000"/>
                        </a:solidFill>
                        <a:latin typeface="DejaVu Sans" panose="020B0606030804020204" charset="0"/>
                        <a:ea typeface="方正书宋_GBK" panose="02000000000000000000" charset="-122"/>
                        <a:cs typeface="DejaVu Sans" panose="020B0606030804020204" charset="0"/>
                        <a:sym typeface="Arial" panose="020B0604020202020204" pitchFamily="34" charset="0"/>
                      </a:endParaRPr>
                    </a:p>
                  </a:txBody>
                  <a:tcPr vert="horz" anchor="t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</a:tr>
              <a:tr h="404812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2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1028700" lvl="1" indent="-455295">
                        <a:buBlip>
                          <a:blip r:embed="rId2"/>
                        </a:buBlip>
                        <a:defRPr sz="2400" b="0" kern="1200"/>
                      </a:lvl2pPr>
                      <a:lvl3pPr marL="1428750" lvl="2" indent="-398145">
                        <a:buBlip>
                          <a:blip r:embed="rId2"/>
                        </a:buBlip>
                        <a:defRPr sz="2000" b="0" kern="1200"/>
                      </a:lvl3pPr>
                      <a:lvl4pPr marL="1752600" lvl="3" indent="-321945">
                        <a:buBlip>
                          <a:blip r:embed="rId2"/>
                        </a:buBlip>
                        <a:defRPr sz="1800" b="0" kern="1200"/>
                      </a:lvl4pPr>
                      <a:lvl5pPr marL="2092325" lvl="4" indent="-337820">
                        <a:buBlip>
                          <a:blip r:embed="rId2"/>
                        </a:buBlip>
                        <a:defRPr sz="1800" b="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DejaVu Sans" panose="020B0606030804020204" charset="0"/>
                          <a:ea typeface="方正书宋_GBK" panose="02000000000000000000" charset="-122"/>
                          <a:cs typeface="DejaVu Sans" panose="020B0606030804020204" charset="0"/>
                        </a:rPr>
                        <a:t>               同步和互斥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DejaVu Sans" panose="020B0606030804020204" charset="0"/>
                        <a:ea typeface="方正书宋_GBK" panose="02000000000000000000" charset="-122"/>
                        <a:cs typeface="DejaVu Sans" panose="020B0606030804020204" charset="0"/>
                      </a:endParaRPr>
                    </a:p>
                  </a:txBody>
                  <a:tcPr vert="horz" anchor="t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406400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2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1028700" lvl="1" indent="-455295">
                        <a:buBlip>
                          <a:blip r:embed="rId2"/>
                        </a:buBlip>
                        <a:defRPr sz="2400" b="0" kern="1200"/>
                      </a:lvl2pPr>
                      <a:lvl3pPr marL="1428750" lvl="2" indent="-398145">
                        <a:buBlip>
                          <a:blip r:embed="rId2"/>
                        </a:buBlip>
                        <a:defRPr sz="2000" b="0" kern="1200"/>
                      </a:lvl3pPr>
                      <a:lvl4pPr marL="1752600" lvl="3" indent="-321945">
                        <a:buBlip>
                          <a:blip r:embed="rId2"/>
                        </a:buBlip>
                        <a:defRPr sz="1800" b="0" kern="1200"/>
                      </a:lvl4pPr>
                      <a:lvl5pPr marL="2092325" lvl="4" indent="-337820">
                        <a:buBlip>
                          <a:blip r:embed="rId2"/>
                        </a:buBlip>
                        <a:defRPr sz="1800" b="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DejaVu Sans" panose="020B0606030804020204" charset="0"/>
                          <a:ea typeface="方正书宋_GBK" panose="02000000000000000000" charset="-122"/>
                          <a:cs typeface="DejaVu Sans" panose="020B0606030804020204" charset="0"/>
                        </a:rPr>
                        <a:t>               线程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DejaVu Sans" panose="020B0606030804020204" charset="0"/>
                        <a:ea typeface="方正书宋_GBK" panose="02000000000000000000" charset="-122"/>
                        <a:cs typeface="DejaVu Sans" panose="020B0606030804020204" charset="0"/>
                      </a:endParaRPr>
                    </a:p>
                  </a:txBody>
                  <a:tcPr vert="horz" anchor="t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04813">
                <a:tc rowSpan="2"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2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1028700" lvl="1" indent="-455295">
                        <a:buBlip>
                          <a:blip r:embed="rId2"/>
                        </a:buBlip>
                        <a:defRPr sz="2400" b="0" kern="1200"/>
                      </a:lvl2pPr>
                      <a:lvl3pPr marL="1428750" lvl="2" indent="-398145">
                        <a:buBlip>
                          <a:blip r:embed="rId2"/>
                        </a:buBlip>
                        <a:defRPr sz="2000" b="0" kern="1200"/>
                      </a:lvl3pPr>
                      <a:lvl4pPr marL="1752600" lvl="3" indent="-321945">
                        <a:buBlip>
                          <a:blip r:embed="rId2"/>
                        </a:buBlip>
                        <a:defRPr sz="1800" b="0" kern="1200"/>
                      </a:lvl4pPr>
                      <a:lvl5pPr marL="2092325" lvl="4" indent="-337820">
                        <a:buBlip>
                          <a:blip r:embed="rId2"/>
                        </a:buBlip>
                        <a:defRPr sz="1800" b="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DejaVu Sans" panose="020B0606030804020204" charset="0"/>
                          <a:ea typeface="方正书宋_GBK" panose="02000000000000000000" charset="-122"/>
                          <a:cs typeface="DejaVu Sans" panose="020B0606030804020204" charset="0"/>
                          <a:sym typeface="宋体" panose="02010600030101010101" pitchFamily="2" charset="-122"/>
                        </a:rPr>
                        <a:t>第5章：资源分配与调度（死锁问题）</a:t>
                      </a:r>
                      <a:endParaRPr lang="en-US" altLang="zh-CN" sz="1800" b="1" dirty="0">
                        <a:solidFill>
                          <a:srgbClr val="000000"/>
                        </a:solidFill>
                        <a:latin typeface="DejaVu Sans" panose="020B0606030804020204" charset="0"/>
                        <a:ea typeface="方正书宋_GBK" panose="02000000000000000000" charset="-122"/>
                        <a:cs typeface="DejaVu Sans" panose="020B0606030804020204" charset="0"/>
                        <a:sym typeface="宋体" panose="02010600030101010101" pitchFamily="2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2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1028700" lvl="1" indent="-455295">
                        <a:buBlip>
                          <a:blip r:embed="rId2"/>
                        </a:buBlip>
                        <a:defRPr sz="2400" b="0" kern="1200"/>
                      </a:lvl2pPr>
                      <a:lvl3pPr marL="1428750" lvl="2" indent="-398145">
                        <a:buBlip>
                          <a:blip r:embed="rId2"/>
                        </a:buBlip>
                        <a:defRPr sz="2000" b="0" kern="1200"/>
                      </a:lvl3pPr>
                      <a:lvl4pPr marL="1752600" lvl="3" indent="-321945">
                        <a:buBlip>
                          <a:blip r:embed="rId2"/>
                        </a:buBlip>
                        <a:defRPr sz="1800" b="0" kern="1200"/>
                      </a:lvl4pPr>
                      <a:lvl5pPr marL="2092325" lvl="4" indent="-337820">
                        <a:buBlip>
                          <a:blip r:embed="rId2"/>
                        </a:buBlip>
                        <a:defRPr sz="1800" b="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DejaVu Sans" panose="020B0606030804020204" charset="0"/>
                          <a:ea typeface="方正书宋_GBK" panose="02000000000000000000" charset="-122"/>
                          <a:cs typeface="DejaVu Sans" panose="020B0606030804020204" charset="0"/>
                        </a:rPr>
                        <a:t>4</a:t>
                      </a: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DejaVu Sans" panose="020B0606030804020204" charset="0"/>
                          <a:ea typeface="方正书宋_GBK" panose="02000000000000000000" charset="-122"/>
                          <a:cs typeface="DejaVu Sans" panose="020B0606030804020204" charset="0"/>
                          <a:sym typeface="Arial" panose="020B0604020202020204" pitchFamily="34" charset="0"/>
                        </a:rPr>
                        <a:t>课时</a:t>
                      </a:r>
                      <a:endParaRPr lang="en-US" altLang="zh-CN" sz="1800" b="1">
                        <a:solidFill>
                          <a:srgbClr val="000000"/>
                        </a:solidFill>
                        <a:latin typeface="DejaVu Sans" panose="020B0606030804020204" charset="0"/>
                        <a:ea typeface="方正书宋_GBK" panose="02000000000000000000" charset="-122"/>
                        <a:cs typeface="DejaVu Sans" panose="020B0606030804020204" charset="0"/>
                      </a:endParaRPr>
                    </a:p>
                  </a:txBody>
                  <a:tcPr vert="horz" anchor="t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</a:tr>
              <a:tr h="0">
                <a:tc vMerge="1">
                  <a:tcPr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2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1028700" lvl="1" indent="-455295">
                        <a:buBlip>
                          <a:blip r:embed="rId2"/>
                        </a:buBlip>
                        <a:defRPr sz="2400" b="0" kern="1200"/>
                      </a:lvl2pPr>
                      <a:lvl3pPr marL="1428750" lvl="2" indent="-398145">
                        <a:buBlip>
                          <a:blip r:embed="rId2"/>
                        </a:buBlip>
                        <a:defRPr sz="2000" b="0" kern="1200"/>
                      </a:lvl3pPr>
                      <a:lvl4pPr marL="1752600" lvl="3" indent="-321945">
                        <a:buBlip>
                          <a:blip r:embed="rId2"/>
                        </a:buBlip>
                        <a:defRPr sz="1800" b="0" kern="1200"/>
                      </a:lvl4pPr>
                      <a:lvl5pPr marL="2092325" lvl="4" indent="-337820">
                        <a:buBlip>
                          <a:blip r:embed="rId2"/>
                        </a:buBlip>
                        <a:defRPr sz="1800" b="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DejaVu Sans" panose="020B0606030804020204" charset="0"/>
                          <a:ea typeface="方正书宋_GBK" panose="02000000000000000000" charset="-122"/>
                          <a:cs typeface="DejaVu Sans" panose="020B0606030804020204" charset="0"/>
                          <a:sym typeface="Arial" panose="020B0604020202020204" pitchFamily="34" charset="0"/>
                        </a:rPr>
                        <a:t>2</a:t>
                      </a: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DejaVu Sans" panose="020B0606030804020204" charset="0"/>
                          <a:ea typeface="方正书宋_GBK" panose="02000000000000000000" charset="-122"/>
                          <a:cs typeface="DejaVu Sans" panose="020B0606030804020204" charset="0"/>
                          <a:sym typeface="Arial" panose="020B0604020202020204" pitchFamily="34" charset="0"/>
                        </a:rPr>
                        <a:t>课时</a:t>
                      </a:r>
                      <a:endParaRPr lang="en-US" altLang="zh-CN" sz="1800" b="1">
                        <a:solidFill>
                          <a:srgbClr val="000000"/>
                        </a:solidFill>
                        <a:latin typeface="DejaVu Sans" panose="020B0606030804020204" charset="0"/>
                        <a:ea typeface="方正书宋_GBK" panose="02000000000000000000" charset="-122"/>
                        <a:cs typeface="DejaVu Sans" panose="020B0606030804020204" charset="0"/>
                      </a:endParaRPr>
                    </a:p>
                  </a:txBody>
                  <a:tcPr vert="horz" anchor="t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492125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2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1028700" lvl="1" indent="-455295">
                        <a:buBlip>
                          <a:blip r:embed="rId2"/>
                        </a:buBlip>
                        <a:defRPr sz="2400" b="0" kern="1200"/>
                      </a:lvl2pPr>
                      <a:lvl3pPr marL="1428750" lvl="2" indent="-398145">
                        <a:buBlip>
                          <a:blip r:embed="rId2"/>
                        </a:buBlip>
                        <a:defRPr sz="2000" b="0" kern="1200"/>
                      </a:lvl3pPr>
                      <a:lvl4pPr marL="1752600" lvl="3" indent="-321945">
                        <a:buBlip>
                          <a:blip r:embed="rId2"/>
                        </a:buBlip>
                        <a:defRPr sz="1800" b="0" kern="1200"/>
                      </a:lvl4pPr>
                      <a:lvl5pPr marL="2092325" lvl="4" indent="-337820">
                        <a:buBlip>
                          <a:blip r:embed="rId2"/>
                        </a:buBlip>
                        <a:defRPr sz="1800" b="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DejaVu Sans" panose="020B0606030804020204" charset="0"/>
                          <a:ea typeface="方正书宋_GBK" panose="02000000000000000000" charset="-122"/>
                          <a:cs typeface="DejaVu Sans" panose="020B0606030804020204" charset="0"/>
                          <a:sym typeface="+mn-ea"/>
                        </a:rPr>
                        <a:t>第6章：处理机调度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DejaVu Sans" panose="020B0606030804020204" charset="0"/>
                        <a:ea typeface="方正书宋_GBK" panose="02000000000000000000" charset="-122"/>
                        <a:cs typeface="DejaVu Sans" panose="020B0606030804020204" charset="0"/>
                      </a:endParaRPr>
                    </a:p>
                  </a:txBody>
                  <a:tcPr vert="horz" anchor="t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03225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2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1028700" lvl="1" indent="-455295">
                        <a:buBlip>
                          <a:blip r:embed="rId2"/>
                        </a:buBlip>
                        <a:defRPr sz="2400" b="0" kern="1200"/>
                      </a:lvl2pPr>
                      <a:lvl3pPr marL="1428750" lvl="2" indent="-398145">
                        <a:buBlip>
                          <a:blip r:embed="rId2"/>
                        </a:buBlip>
                        <a:defRPr sz="2000" b="0" kern="1200"/>
                      </a:lvl3pPr>
                      <a:lvl4pPr marL="1752600" lvl="3" indent="-321945">
                        <a:buBlip>
                          <a:blip r:embed="rId2"/>
                        </a:buBlip>
                        <a:defRPr sz="1800" b="0" kern="1200"/>
                      </a:lvl4pPr>
                      <a:lvl5pPr marL="2092325" lvl="4" indent="-337820">
                        <a:buBlip>
                          <a:blip r:embed="rId2"/>
                        </a:buBlip>
                        <a:defRPr sz="1800" b="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DejaVu Sans" panose="020B0606030804020204" charset="0"/>
                          <a:ea typeface="方正书宋_GBK" panose="02000000000000000000" charset="-122"/>
                          <a:cs typeface="DejaVu Sans" panose="020B0606030804020204" charset="0"/>
                          <a:sym typeface="+mn-ea"/>
                        </a:rPr>
                        <a:t>第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DejaVu Sans" panose="020B0606030804020204" charset="0"/>
                          <a:ea typeface="方正书宋_GBK" panose="02000000000000000000" charset="-122"/>
                          <a:cs typeface="DejaVu Sans" panose="020B0606030804020204" charset="0"/>
                          <a:sym typeface="+mn-ea"/>
                        </a:rPr>
                        <a:t>7</a:t>
                      </a: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DejaVu Sans" panose="020B0606030804020204" charset="0"/>
                          <a:ea typeface="方正书宋_GBK" panose="02000000000000000000" charset="-122"/>
                          <a:cs typeface="DejaVu Sans" panose="020B0606030804020204" charset="0"/>
                          <a:sym typeface="+mn-ea"/>
                        </a:rPr>
                        <a:t>章：主存管理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DejaVu Sans" panose="020B0606030804020204" charset="0"/>
                        <a:ea typeface="方正书宋_GBK" panose="02000000000000000000" charset="-122"/>
                        <a:cs typeface="DejaVu Sans" panose="020B0606030804020204" charset="0"/>
                      </a:endParaRPr>
                    </a:p>
                  </a:txBody>
                  <a:tcPr vert="horz" anchor="t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2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1028700" lvl="1" indent="-455295">
                        <a:buBlip>
                          <a:blip r:embed="rId2"/>
                        </a:buBlip>
                        <a:defRPr sz="2400" b="0" kern="1200"/>
                      </a:lvl2pPr>
                      <a:lvl3pPr marL="1428750" lvl="2" indent="-398145">
                        <a:buBlip>
                          <a:blip r:embed="rId2"/>
                        </a:buBlip>
                        <a:defRPr sz="2000" b="0" kern="1200"/>
                      </a:lvl3pPr>
                      <a:lvl4pPr marL="1752600" lvl="3" indent="-321945">
                        <a:buBlip>
                          <a:blip r:embed="rId2"/>
                        </a:buBlip>
                        <a:defRPr sz="1800" b="0" kern="1200"/>
                      </a:lvl4pPr>
                      <a:lvl5pPr marL="2092325" lvl="4" indent="-337820">
                        <a:buBlip>
                          <a:blip r:embed="rId2"/>
                        </a:buBlip>
                        <a:defRPr sz="1800" b="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DejaVu Sans" panose="020B0606030804020204" charset="0"/>
                          <a:ea typeface="方正书宋_GBK" panose="02000000000000000000" charset="-122"/>
                          <a:cs typeface="DejaVu Sans" panose="020B0606030804020204" charset="0"/>
                        </a:rPr>
                        <a:t>8</a:t>
                      </a: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DejaVu Sans" panose="020B0606030804020204" charset="0"/>
                          <a:ea typeface="方正书宋_GBK" panose="02000000000000000000" charset="-122"/>
                          <a:cs typeface="DejaVu Sans" panose="020B0606030804020204" charset="0"/>
                          <a:sym typeface="Arial" panose="020B0604020202020204" pitchFamily="34" charset="0"/>
                        </a:rPr>
                        <a:t>课时</a:t>
                      </a:r>
                      <a:endParaRPr lang="en-US" altLang="zh-CN" sz="1800" b="1">
                        <a:solidFill>
                          <a:srgbClr val="000000"/>
                        </a:solidFill>
                        <a:latin typeface="DejaVu Sans" panose="020B0606030804020204" charset="0"/>
                        <a:ea typeface="方正书宋_GBK" panose="02000000000000000000" charset="-122"/>
                        <a:cs typeface="DejaVu Sans" panose="020B0606030804020204" charset="0"/>
                      </a:endParaRPr>
                    </a:p>
                  </a:txBody>
                  <a:tcPr vert="horz" anchor="t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</a:tr>
              <a:tr h="404813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2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1028700" lvl="1" indent="-455295">
                        <a:buBlip>
                          <a:blip r:embed="rId2"/>
                        </a:buBlip>
                        <a:defRPr sz="2400" b="0" kern="1200"/>
                      </a:lvl2pPr>
                      <a:lvl3pPr marL="1428750" lvl="2" indent="-398145">
                        <a:buBlip>
                          <a:blip r:embed="rId2"/>
                        </a:buBlip>
                        <a:defRPr sz="2000" b="0" kern="1200"/>
                      </a:lvl3pPr>
                      <a:lvl4pPr marL="1752600" lvl="3" indent="-321945">
                        <a:buBlip>
                          <a:blip r:embed="rId2"/>
                        </a:buBlip>
                        <a:defRPr sz="1800" b="0" kern="1200"/>
                      </a:lvl4pPr>
                      <a:lvl5pPr marL="2092325" lvl="4" indent="-337820">
                        <a:buBlip>
                          <a:blip r:embed="rId2"/>
                        </a:buBlip>
                        <a:defRPr sz="1800" b="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DejaVu Sans" panose="020B0606030804020204" charset="0"/>
                          <a:ea typeface="方正书宋_GBK" panose="02000000000000000000" charset="-122"/>
                          <a:cs typeface="DejaVu Sans" panose="020B0606030804020204" charset="0"/>
                          <a:sym typeface="+mn-ea"/>
                        </a:rPr>
                        <a:t>第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DejaVu Sans" panose="020B0606030804020204" charset="0"/>
                          <a:ea typeface="方正书宋_GBK" panose="02000000000000000000" charset="-122"/>
                          <a:cs typeface="DejaVu Sans" panose="020B0606030804020204" charset="0"/>
                          <a:sym typeface="+mn-ea"/>
                        </a:rPr>
                        <a:t>8</a:t>
                      </a: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DejaVu Sans" panose="020B0606030804020204" charset="0"/>
                          <a:ea typeface="方正书宋_GBK" panose="02000000000000000000" charset="-122"/>
                          <a:cs typeface="DejaVu Sans" panose="020B0606030804020204" charset="0"/>
                          <a:sym typeface="+mn-ea"/>
                        </a:rPr>
                        <a:t>章：设备管理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DejaVu Sans" panose="020B0606030804020204" charset="0"/>
                        <a:ea typeface="方正书宋_GBK" panose="02000000000000000000" charset="-122"/>
                        <a:cs typeface="DejaVu Sans" panose="020B0606030804020204" charset="0"/>
                      </a:endParaRPr>
                    </a:p>
                  </a:txBody>
                  <a:tcPr vert="horz" anchor="t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2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1028700" lvl="1" indent="-455295">
                        <a:buBlip>
                          <a:blip r:embed="rId2"/>
                        </a:buBlip>
                        <a:defRPr sz="2400" b="0" kern="1200"/>
                      </a:lvl2pPr>
                      <a:lvl3pPr marL="1428750" lvl="2" indent="-398145">
                        <a:buBlip>
                          <a:blip r:embed="rId2"/>
                        </a:buBlip>
                        <a:defRPr sz="2000" b="0" kern="1200"/>
                      </a:lvl3pPr>
                      <a:lvl4pPr marL="1752600" lvl="3" indent="-321945">
                        <a:buBlip>
                          <a:blip r:embed="rId2"/>
                        </a:buBlip>
                        <a:defRPr sz="1800" b="0" kern="1200"/>
                      </a:lvl4pPr>
                      <a:lvl5pPr marL="2092325" lvl="4" indent="-337820">
                        <a:buBlip>
                          <a:blip r:embed="rId2"/>
                        </a:buBlip>
                        <a:defRPr sz="1800" b="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DejaVu Sans" panose="020B0606030804020204" charset="0"/>
                          <a:ea typeface="方正书宋_GBK" panose="02000000000000000000" charset="-122"/>
                          <a:cs typeface="DejaVu Sans" panose="020B0606030804020204" charset="0"/>
                          <a:sym typeface="Arial" panose="020B0604020202020204" pitchFamily="34" charset="0"/>
                        </a:rPr>
                        <a:t>4</a:t>
                      </a: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DejaVu Sans" panose="020B0606030804020204" charset="0"/>
                          <a:ea typeface="方正书宋_GBK" panose="02000000000000000000" charset="-122"/>
                          <a:cs typeface="DejaVu Sans" panose="020B0606030804020204" charset="0"/>
                          <a:sym typeface="Arial" panose="020B0604020202020204" pitchFamily="34" charset="0"/>
                        </a:rPr>
                        <a:t>课时</a:t>
                      </a:r>
                      <a:endParaRPr lang="en-US" altLang="zh-CN" sz="1800" b="1">
                        <a:solidFill>
                          <a:srgbClr val="000000"/>
                        </a:solidFill>
                        <a:latin typeface="DejaVu Sans" panose="020B0606030804020204" charset="0"/>
                        <a:ea typeface="方正书宋_GBK" panose="02000000000000000000" charset="-122"/>
                        <a:cs typeface="DejaVu Sans" panose="020B0606030804020204" charset="0"/>
                        <a:sym typeface="Arial" panose="020B0604020202020204" pitchFamily="34" charset="0"/>
                      </a:endParaRPr>
                    </a:p>
                  </a:txBody>
                  <a:tcPr vert="horz" anchor="t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</a:tr>
              <a:tr h="404812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2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1028700" lvl="1" indent="-455295">
                        <a:buBlip>
                          <a:blip r:embed="rId2"/>
                        </a:buBlip>
                        <a:defRPr sz="2400" b="0" kern="1200"/>
                      </a:lvl2pPr>
                      <a:lvl3pPr marL="1428750" lvl="2" indent="-398145">
                        <a:buBlip>
                          <a:blip r:embed="rId2"/>
                        </a:buBlip>
                        <a:defRPr sz="2000" b="0" kern="1200"/>
                      </a:lvl3pPr>
                      <a:lvl4pPr marL="1752600" lvl="3" indent="-321945">
                        <a:buBlip>
                          <a:blip r:embed="rId2"/>
                        </a:buBlip>
                        <a:defRPr sz="1800" b="0" kern="1200"/>
                      </a:lvl4pPr>
                      <a:lvl5pPr marL="2092325" lvl="4" indent="-337820">
                        <a:buBlip>
                          <a:blip r:embed="rId2"/>
                        </a:buBlip>
                        <a:defRPr sz="1800" b="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DejaVu Sans" panose="020B0606030804020204" charset="0"/>
                          <a:ea typeface="方正书宋_GBK" panose="02000000000000000000" charset="-122"/>
                          <a:cs typeface="DejaVu Sans" panose="020B0606030804020204" charset="0"/>
                          <a:sym typeface="宋体" panose="02010600030101010101" pitchFamily="2" charset="-122"/>
                        </a:rPr>
                        <a:t>第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DejaVu Sans" panose="020B0606030804020204" charset="0"/>
                          <a:ea typeface="方正书宋_GBK" panose="02000000000000000000" charset="-122"/>
                          <a:cs typeface="DejaVu Sans" panose="020B0606030804020204" charset="0"/>
                          <a:sym typeface="宋体" panose="02010600030101010101" pitchFamily="2" charset="-122"/>
                        </a:rPr>
                        <a:t>9</a:t>
                      </a: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DejaVu Sans" panose="020B0606030804020204" charset="0"/>
                          <a:ea typeface="方正书宋_GBK" panose="02000000000000000000" charset="-122"/>
                          <a:cs typeface="DejaVu Sans" panose="020B0606030804020204" charset="0"/>
                          <a:sym typeface="宋体" panose="02010600030101010101" pitchFamily="2" charset="-122"/>
                        </a:rPr>
                        <a:t>章：文件系统</a:t>
                      </a:r>
                      <a:endParaRPr lang="x-none" altLang="en-US" sz="1800" b="1" dirty="0">
                        <a:solidFill>
                          <a:srgbClr val="000000"/>
                        </a:solidFill>
                        <a:latin typeface="+mn-ea"/>
                        <a:ea typeface="方正黑体_GBK" panose="02000000000000000000" charset="-122"/>
                        <a:cs typeface="DejaVu Sans" panose="020B0606030804020204" charset="0"/>
                        <a:sym typeface="+mn-ea"/>
                      </a:endParaRPr>
                    </a:p>
                  </a:txBody>
                  <a:tcPr vert="horz" anchor="t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2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1028700" lvl="1" indent="-455295">
                        <a:buBlip>
                          <a:blip r:embed="rId2"/>
                        </a:buBlip>
                        <a:defRPr sz="2400" b="0" kern="1200"/>
                      </a:lvl2pPr>
                      <a:lvl3pPr marL="1428750" lvl="2" indent="-398145">
                        <a:buBlip>
                          <a:blip r:embed="rId2"/>
                        </a:buBlip>
                        <a:defRPr sz="2000" b="0" kern="1200"/>
                      </a:lvl3pPr>
                      <a:lvl4pPr marL="1752600" lvl="3" indent="-321945">
                        <a:buBlip>
                          <a:blip r:embed="rId2"/>
                        </a:buBlip>
                        <a:defRPr sz="1800" b="0" kern="1200"/>
                      </a:lvl4pPr>
                      <a:lvl5pPr marL="2092325" lvl="4" indent="-337820">
                        <a:buBlip>
                          <a:blip r:embed="rId2"/>
                        </a:buBlip>
                        <a:defRPr sz="1800" b="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DejaVu Sans" panose="020B0606030804020204" charset="0"/>
                          <a:ea typeface="方正书宋_GBK" panose="02000000000000000000" charset="-122"/>
                          <a:cs typeface="DejaVu Sans" panose="020B0606030804020204" charset="0"/>
                        </a:rPr>
                        <a:t>8</a:t>
                      </a: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DejaVu Sans" panose="020B0606030804020204" charset="0"/>
                          <a:ea typeface="方正书宋_GBK" panose="02000000000000000000" charset="-122"/>
                          <a:cs typeface="DejaVu Sans" panose="020B0606030804020204" charset="0"/>
                          <a:sym typeface="Arial" panose="020B0604020202020204" pitchFamily="34" charset="0"/>
                        </a:rPr>
                        <a:t>课时</a:t>
                      </a:r>
                      <a:endParaRPr lang="en-US" sz="1800" b="1">
                        <a:solidFill>
                          <a:srgbClr val="000000"/>
                        </a:solidFill>
                        <a:latin typeface="DejaVu Sans" panose="020B0606030804020204" charset="0"/>
                        <a:ea typeface="方正书宋_GBK" panose="02000000000000000000" charset="-122"/>
                        <a:cs typeface="DejaVu Sans" panose="020B0606030804020204" charset="0"/>
                      </a:endParaRPr>
                    </a:p>
                  </a:txBody>
                  <a:tcPr vert="horz" anchor="t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</a:tr>
              <a:tr h="406400"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2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1028700" lvl="1" indent="-455295">
                        <a:buBlip>
                          <a:blip r:embed="rId2"/>
                        </a:buBlip>
                        <a:defRPr sz="2400" b="0" kern="1200"/>
                      </a:lvl2pPr>
                      <a:lvl3pPr marL="1428750" lvl="2" indent="-398145">
                        <a:buBlip>
                          <a:blip r:embed="rId2"/>
                        </a:buBlip>
                        <a:defRPr sz="2000" b="0" kern="1200"/>
                      </a:lvl3pPr>
                      <a:lvl4pPr marL="1752600" lvl="3" indent="-321945">
                        <a:buBlip>
                          <a:blip r:embed="rId2"/>
                        </a:buBlip>
                        <a:defRPr sz="1800" b="0" kern="1200"/>
                      </a:lvl4pPr>
                      <a:lvl5pPr marL="2092325" lvl="4" indent="-337820">
                        <a:buBlip>
                          <a:blip r:embed="rId2"/>
                        </a:buBlip>
                        <a:defRPr sz="1800" b="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 dirty="0">
                        <a:solidFill>
                          <a:srgbClr val="000000"/>
                        </a:solidFill>
                        <a:latin typeface="DejaVu Sans" panose="020B0606030804020204" charset="0"/>
                        <a:ea typeface="方正书宋_GBK" panose="02000000000000000000" charset="-122"/>
                        <a:cs typeface="DejaVu Sans" panose="020B0606030804020204" charset="0"/>
                      </a:endParaRPr>
                    </a:p>
                  </a:txBody>
                  <a:tcPr vert="horz" anchor="t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571500" lvl="0" indent="-571500" algn="l" defTabSz="91440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Blip>
                          <a:blip r:embed="rId2"/>
                        </a:buBlip>
                        <a:defRPr sz="2800" b="0" i="0" u="none" kern="1200" baseline="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1028700" lvl="1" indent="-455295">
                        <a:buBlip>
                          <a:blip r:embed="rId2"/>
                        </a:buBlip>
                        <a:defRPr sz="2400" b="0" kern="1200"/>
                      </a:lvl2pPr>
                      <a:lvl3pPr marL="1428750" lvl="2" indent="-398145">
                        <a:buBlip>
                          <a:blip r:embed="rId2"/>
                        </a:buBlip>
                        <a:defRPr sz="2000" b="0" kern="1200"/>
                      </a:lvl3pPr>
                      <a:lvl4pPr marL="1752600" lvl="3" indent="-321945">
                        <a:buBlip>
                          <a:blip r:embed="rId2"/>
                        </a:buBlip>
                        <a:defRPr sz="1800" b="0" kern="1200"/>
                      </a:lvl4pPr>
                      <a:lvl5pPr marL="2092325" lvl="4" indent="-337820">
                        <a:buBlip>
                          <a:blip r:embed="rId2"/>
                        </a:buBlip>
                        <a:defRPr sz="1800" b="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b="1" dirty="0">
                        <a:solidFill>
                          <a:srgbClr val="000000"/>
                        </a:solidFill>
                        <a:latin typeface="DejaVu Sans" panose="020B0606030804020204" charset="0"/>
                        <a:ea typeface="方正书宋_GBK" panose="02000000000000000000" charset="-122"/>
                        <a:cs typeface="DejaVu Sans" panose="020B0606030804020204" charset="0"/>
                      </a:endParaRPr>
                    </a:p>
                  </a:txBody>
                  <a:tcPr vert="horz" anchor="t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73355" y="553085"/>
            <a:ext cx="85344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x-none" altLang="zh-CN" sz="2400">
                <a:latin typeface="DejaVu Sans" panose="020B0606030804020204" charset="0"/>
                <a:ea typeface="方正书宋_GBK" panose="02000000000000000000" charset="-122"/>
              </a:rPr>
              <a:t>课件</a:t>
            </a:r>
            <a:r>
              <a:rPr lang="zh-CN" altLang="x-none" sz="2400">
                <a:latin typeface="DejaVu Sans" panose="020B0606030804020204" charset="0"/>
                <a:ea typeface="方正书宋_GBK" panose="02000000000000000000" charset="-122"/>
              </a:rPr>
              <a:t>见</a:t>
            </a:r>
            <a:r>
              <a:rPr lang="en-US" altLang="x-none" sz="2400">
                <a:latin typeface="DejaVu Sans" panose="020B0606030804020204" charset="0"/>
                <a:ea typeface="方正书宋_GBK" panose="02000000000000000000" charset="-122"/>
              </a:rPr>
              <a:t> https://</a:t>
            </a:r>
            <a:r>
              <a:rPr lang="zh-CN" altLang="en-US" sz="2400">
                <a:latin typeface="DejaVu Sans" panose="020B0606030804020204" charset="0"/>
                <a:ea typeface="方正书宋_GBK" panose="02000000000000000000" charset="-122"/>
              </a:rPr>
              <a:t>smartcourse.hust.edu.cn</a:t>
            </a:r>
            <a:r>
              <a:rPr lang="en-US" altLang="zh-CN" sz="2400">
                <a:latin typeface="DejaVu Sans" panose="020B0606030804020204" charset="0"/>
                <a:ea typeface="方正书宋_GBK" panose="02000000000000000000" charset="-122"/>
              </a:rPr>
              <a:t> </a:t>
            </a:r>
            <a:r>
              <a:rPr lang="zh-CN" altLang="en-US" sz="2400">
                <a:latin typeface="DejaVu Sans" panose="020B0606030804020204" charset="0"/>
                <a:ea typeface="方正书宋_GBK" panose="02000000000000000000" charset="-122"/>
              </a:rPr>
              <a:t>课程资料</a:t>
            </a:r>
            <a:endParaRPr lang="zh-CN" altLang="en-US" sz="2400">
              <a:latin typeface="DejaVu Sans" panose="020B0606030804020204" charset="0"/>
              <a:ea typeface="方正书宋_GBK" panose="020000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22530"/>
          <p:cNvPicPr>
            <a:picLocks noGrp="1" noChangeAspect="1"/>
          </p:cNvPicPr>
          <p:nvPr>
            <p:ph idx="2147483647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838200" cy="517525"/>
          </a:xfrm>
        </p:spPr>
      </p:pic>
      <p:pic>
        <p:nvPicPr>
          <p:cNvPr id="3" name="图片 2" descr="867594012"/>
          <p:cNvPicPr>
            <a:picLocks noChangeAspect="1"/>
          </p:cNvPicPr>
          <p:nvPr/>
        </p:nvPicPr>
        <p:blipFill>
          <a:blip r:embed="rId2"/>
          <a:srcRect r="67654" b="564"/>
          <a:stretch>
            <a:fillRect/>
          </a:stretch>
        </p:blipFill>
        <p:spPr>
          <a:xfrm>
            <a:off x="121285" y="1207135"/>
            <a:ext cx="2879090" cy="41732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833245" y="2416810"/>
            <a:ext cx="658495" cy="27559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chemeClr val="tx1"/>
                </a:solidFill>
                <a:latin typeface="DejaVu Sans" panose="020B0606030804020204" charset="0"/>
                <a:ea typeface="方正书宋_GBK" panose="02000000000000000000" charset="-122"/>
              </a:rPr>
              <a:t>第</a:t>
            </a:r>
            <a:r>
              <a:rPr lang="en-US" altLang="zh-CN" sz="1200">
                <a:solidFill>
                  <a:schemeClr val="tx1"/>
                </a:solidFill>
                <a:latin typeface="DejaVu Sans" panose="020B0606030804020204" charset="0"/>
                <a:ea typeface="方正书宋_GBK" panose="02000000000000000000" charset="-122"/>
              </a:rPr>
              <a:t>3</a:t>
            </a:r>
            <a:r>
              <a:rPr lang="zh-CN" altLang="en-US" sz="1200">
                <a:solidFill>
                  <a:schemeClr val="tx1"/>
                </a:solidFill>
                <a:latin typeface="DejaVu Sans" panose="020B0606030804020204" charset="0"/>
                <a:ea typeface="方正书宋_GBK" panose="02000000000000000000" charset="-122"/>
              </a:rPr>
              <a:t>版</a:t>
            </a:r>
            <a:endParaRPr lang="zh-CN" altLang="en-US" sz="1200">
              <a:solidFill>
                <a:schemeClr val="tx1"/>
              </a:solidFill>
              <a:latin typeface="DejaVu Sans" panose="020B0606030804020204" charset="0"/>
              <a:ea typeface="方正书宋_GBK" panose="02000000000000000000" charset="-122"/>
            </a:endParaRPr>
          </a:p>
        </p:txBody>
      </p:sp>
      <p:pic>
        <p:nvPicPr>
          <p:cNvPr id="6" name="Picture 4" descr="https://gimg2.baidu.com/image_search/src=http%3A%2F%2Fpic2.zhimg.com%2Fv2-df8b13f870dcc5adbbf2909b51d8e299_b.jpg&amp;refer=http%3A%2F%2Fpic2.zhimg.com&amp;app=2002&amp;size=f9999,10000&amp;q=a80&amp;n=0&amp;g=0n&amp;fmt=auto?sec=1660111565&amp;t=0b3ba6d9bd3aed93dab8eb9e2125de8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0690" y="1215390"/>
            <a:ext cx="2929890" cy="416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 descr="867594012"/>
          <p:cNvPicPr>
            <a:picLocks noChangeAspect="1"/>
          </p:cNvPicPr>
          <p:nvPr/>
        </p:nvPicPr>
        <p:blipFill>
          <a:blip r:embed="rId2"/>
          <a:srcRect l="65128" b="964"/>
          <a:stretch>
            <a:fillRect/>
          </a:stretch>
        </p:blipFill>
        <p:spPr>
          <a:xfrm>
            <a:off x="5918200" y="1207135"/>
            <a:ext cx="3103880" cy="41738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5925" y="602615"/>
            <a:ext cx="1036955" cy="103695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55905" y="1484630"/>
            <a:ext cx="8521700" cy="36487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10000"/>
              </a:lnSpc>
            </a:pPr>
            <a:r>
              <a:rPr lang="zh-CN" altLang="en-US" sz="2800" dirty="0">
                <a:solidFill>
                  <a:schemeClr val="tx1"/>
                </a:solidFill>
                <a:effectLst/>
                <a:latin typeface="宋体" panose="02010600030101010101" pitchFamily="2" charset="-122"/>
                <a:sym typeface="+mn-ea"/>
              </a:rPr>
              <a:t>riscv-pke(Proxy Kernel for Education</a:t>
            </a:r>
            <a:r>
              <a:rPr lang="en-US" altLang="zh-CN" sz="2800" dirty="0">
                <a:solidFill>
                  <a:schemeClr val="tx1"/>
                </a:solidFill>
                <a:effectLst/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800" dirty="0">
              <a:solidFill>
                <a:schemeClr val="tx1"/>
              </a:solidFill>
              <a:effectLst/>
              <a:latin typeface="宋体" panose="02010600030101010101" pitchFamily="2" charset="-122"/>
              <a:sym typeface="+mn-ea"/>
            </a:endParaRPr>
          </a:p>
          <a:p>
            <a:pPr algn="ctr">
              <a:lnSpc>
                <a:spcPct val="110000"/>
              </a:lnSpc>
            </a:pPr>
            <a:r>
              <a:rPr lang="en-US" altLang="zh-CN" sz="2800" dirty="0">
                <a:solidFill>
                  <a:schemeClr val="tx1"/>
                </a:solidFill>
                <a:sym typeface="+mn-ea"/>
              </a:rPr>
              <a:t>《</a:t>
            </a:r>
            <a:r>
              <a:rPr lang="zh-CN" altLang="en-US" sz="2800" dirty="0">
                <a:solidFill>
                  <a:schemeClr val="tx1"/>
                </a:solidFill>
                <a:sym typeface="+mn-ea"/>
              </a:rPr>
              <a:t>采用</a:t>
            </a:r>
            <a:r>
              <a:rPr lang="en-US" altLang="zh-CN" sz="2800" dirty="0">
                <a:solidFill>
                  <a:schemeClr val="tx1"/>
                </a:solidFill>
                <a:sym typeface="+mn-ea"/>
              </a:rPr>
              <a:t>RISC-V</a:t>
            </a:r>
            <a:r>
              <a:rPr lang="zh-CN" altLang="en-US" sz="2800" dirty="0">
                <a:solidFill>
                  <a:schemeClr val="tx1"/>
                </a:solidFill>
                <a:sym typeface="+mn-ea"/>
              </a:rPr>
              <a:t>代理内核的操作系统和系统能力培养实验</a:t>
            </a:r>
            <a:r>
              <a:rPr lang="en-US" altLang="zh-CN" sz="2800" dirty="0">
                <a:solidFill>
                  <a:schemeClr val="tx1"/>
                </a:solidFill>
                <a:sym typeface="+mn-ea"/>
              </a:rPr>
              <a:t>》</a:t>
            </a:r>
            <a:r>
              <a:rPr lang="en-US" altLang="zh-CN" sz="2800" dirty="0" smtClean="0">
                <a:solidFill>
                  <a:schemeClr val="tx1"/>
                </a:solidFill>
                <a:sym typeface="+mn-ea"/>
              </a:rPr>
              <a:t>lab1~4</a:t>
            </a:r>
            <a:r>
              <a:rPr lang="zh-CN" altLang="en-US" sz="2800" dirty="0" smtClean="0">
                <a:solidFill>
                  <a:schemeClr val="tx1"/>
                </a:solidFill>
                <a:sym typeface="+mn-ea"/>
              </a:rPr>
              <a:t>（操作系统部分）</a:t>
            </a:r>
            <a:endParaRPr lang="zh-CN" altLang="en-US" sz="2800" dirty="0" smtClean="0">
              <a:solidFill>
                <a:schemeClr val="tx1"/>
              </a:solidFill>
              <a:sym typeface="+mn-ea"/>
            </a:endParaRPr>
          </a:p>
          <a:p>
            <a:pPr algn="ctr">
              <a:lnSpc>
                <a:spcPct val="110000"/>
              </a:lnSpc>
            </a:pPr>
            <a:endParaRPr lang="en-US" altLang="zh-CN" sz="2800" dirty="0">
              <a:solidFill>
                <a:schemeClr val="tx1"/>
              </a:solidFill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cs typeface="+mn-ea"/>
                <a:sym typeface="+mn-ea"/>
              </a:rPr>
              <a:t>实验指导：</a:t>
            </a:r>
            <a:r>
              <a:rPr lang="zh-CN" altLang="en-US" sz="24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-apple-system"/>
                <a:sym typeface="+mn-ea"/>
              </a:rPr>
              <a:t>https://gitee.com/hustos/pke-doc</a:t>
            </a:r>
            <a:endParaRPr lang="zh-CN" altLang="en-US" sz="2400" b="0" i="0" u="none" strike="noStrike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-apple-system"/>
              <a:ea typeface="宋体" panose="02010600030101010101" pitchFamily="2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cs typeface="+mn-ea"/>
                <a:sym typeface="+mn-ea"/>
              </a:rPr>
              <a:t>实验代码：</a:t>
            </a:r>
            <a:r>
              <a:rPr lang="zh-CN" altLang="en-US" sz="2400" i="0" u="none" strike="noStrike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-apple-system"/>
                <a:ea typeface="宋体" panose="02010600030101010101" pitchFamily="2" charset="-122"/>
                <a:cs typeface="+mn-ea"/>
              </a:rPr>
              <a:t>http</a:t>
            </a:r>
            <a:r>
              <a:rPr lang="zh-CN" altLang="en-US" sz="24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-apple-system"/>
                <a:cs typeface="+mn-ea"/>
                <a:sym typeface="+mn-ea"/>
              </a:rPr>
              <a:t>s://gitee.com/hustos/riscv-pke</a:t>
            </a:r>
            <a:endParaRPr lang="zh-CN" altLang="en-US" sz="2400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-apple-system"/>
              <a:cs typeface="+mn-ea"/>
              <a:sym typeface="+mn-ea"/>
            </a:endParaRPr>
          </a:p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实验提交（头歌平台）：</a:t>
            </a:r>
            <a:r>
              <a:rPr lang="zh-CN" altLang="en-US" sz="24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-apple-system"/>
                <a:cs typeface="+mn-ea"/>
                <a:sym typeface="+mn-ea"/>
              </a:rPr>
              <a:t>https://www.educoder.net</a:t>
            </a:r>
            <a:endParaRPr lang="zh-CN" altLang="en-US" sz="2400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-apple-system"/>
              <a:cs typeface="+mn-ea"/>
              <a:sym typeface="+mn-ea"/>
              <a:hlinkClick r:id="rId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22530"/>
          <p:cNvPicPr>
            <a:picLocks noGrp="1" noChangeAspect="1"/>
          </p:cNvPicPr>
          <p:nvPr>
            <p:ph idx="2147483647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838200" cy="517525"/>
          </a:xfr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630" y="931545"/>
            <a:ext cx="3955415" cy="39554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1"/>
          <p:cNvSpPr>
            <a:spLocks noGrp="1"/>
          </p:cNvSpPr>
          <p:nvPr/>
        </p:nvSpPr>
        <p:spPr>
          <a:xfrm>
            <a:off x="440055" y="1041559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300" dirty="0">
                <a:solidFill>
                  <a:schemeClr val="tx1"/>
                </a:solidFill>
                <a:effectLst/>
                <a:latin typeface="Times New Roman" panose="02020603050405020304" charset="0"/>
              </a:rPr>
              <a:t>RISC-V</a:t>
            </a:r>
            <a:endParaRPr lang="en-US" altLang="zh-CN" sz="3300" dirty="0">
              <a:solidFill>
                <a:schemeClr val="tx1"/>
              </a:solidFill>
              <a:effectLst/>
              <a:latin typeface="Times New Roman" panose="02020603050405020304" charset="0"/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628650" y="1802130"/>
            <a:ext cx="7886700" cy="3771265"/>
          </a:xfrm>
        </p:spPr>
        <p:txBody>
          <a:bodyPr>
            <a:noAutofit/>
          </a:bodyPr>
          <a:lstStyle/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lang="zh-CN" altLang="en-US" sz="2400" b="0" i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-apple-system"/>
              </a:rPr>
              <a:t>RISC-V是一种典型的精简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-apple-system"/>
                <a:sym typeface="+mn-ea"/>
              </a:rPr>
              <a:t>指令集</a:t>
            </a:r>
            <a:r>
              <a:rPr lang="zh-CN" altLang="en-US" sz="2400" b="0" i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-apple-system"/>
              </a:rPr>
              <a:t>（Reduced Instruction Set Computer，简写为RISC）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-apple-system"/>
              </a:rPr>
              <a:t>，</a:t>
            </a:r>
            <a:r>
              <a:rPr lang="zh-CN" altLang="en-US" sz="2400" b="0" i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-apple-system"/>
              </a:rPr>
              <a:t>开放的指令集。</a:t>
            </a:r>
            <a:endParaRPr lang="zh-CN" altLang="en-US" sz="2400" b="0" i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-apple-system"/>
            </a:endParaRPr>
          </a:p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-apple-system"/>
              </a:rPr>
              <a:t>该项目2010年始于加州大学伯克利分校，但许多贡献者是该大学以外的志愿者和行业工作者。</a:t>
            </a:r>
            <a:endParaRPr lang="zh-CN" altLang="en-US" sz="2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-apple-system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31470" y="963930"/>
            <a:ext cx="5453063" cy="641033"/>
          </a:xfrm>
        </p:spPr>
        <p:txBody>
          <a:bodyPr>
            <a:noAutofit/>
          </a:bodyPr>
          <a:p>
            <a:r>
              <a:rPr lang="en-US" altLang="zh-CN" i="0" dirty="0">
                <a:effectLst/>
                <a:latin typeface="Times New Roman" panose="02020603050405020304" charset="0"/>
              </a:rPr>
              <a:t>代理内核</a:t>
            </a:r>
            <a:endParaRPr lang="zh-CN" altLang="en-US" dirty="0">
              <a:latin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49079" y="1604963"/>
            <a:ext cx="5795963" cy="29997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indent="-228600" algn="l">
              <a:lnSpc>
                <a:spcPct val="15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</a:pPr>
            <a:r>
              <a:rPr lang="en-US" altLang="zh-CN" sz="1800" b="0">
                <a:solidFill>
                  <a:schemeClr val="tx1"/>
                </a:solidFill>
                <a:effectLst/>
                <a:sym typeface="+mn-ea"/>
              </a:rPr>
              <a:t>     </a:t>
            </a:r>
            <a:r>
              <a:rPr lang="zh-CN" altLang="en-US" sz="1800" b="0" dirty="0">
                <a:solidFill>
                  <a:schemeClr val="tx1"/>
                </a:solidFill>
                <a:effectLst/>
                <a:latin typeface="-apple-system"/>
                <a:sym typeface="+mn-ea"/>
              </a:rPr>
              <a:t>不同于传统的需要考虑大量与实际硬件相关问题的操作系统内核。代理内核不是一个完整的操作系统内核，不具有独自的I</a:t>
            </a:r>
            <a:r>
              <a:rPr lang="en-US" altLang="zh-CN" sz="1800" b="0" dirty="0">
                <a:solidFill>
                  <a:schemeClr val="tx1"/>
                </a:solidFill>
                <a:effectLst/>
                <a:latin typeface="-apple-system"/>
                <a:sym typeface="+mn-ea"/>
              </a:rPr>
              <a:t>/O</a:t>
            </a:r>
            <a:r>
              <a:rPr lang="zh-CN" altLang="en-US" sz="1800" b="0" dirty="0">
                <a:solidFill>
                  <a:schemeClr val="tx1"/>
                </a:solidFill>
                <a:effectLst/>
                <a:latin typeface="-apple-system"/>
                <a:sym typeface="+mn-ea"/>
              </a:rPr>
              <a:t>实现，它运行在一个</a:t>
            </a:r>
            <a:r>
              <a:rPr lang="en-US" altLang="zh-CN" sz="1800" b="0" dirty="0">
                <a:solidFill>
                  <a:schemeClr val="tx1"/>
                </a:solidFill>
                <a:effectLst/>
                <a:latin typeface="-apple-system"/>
                <a:sym typeface="+mn-ea"/>
              </a:rPr>
              <a:t>Host</a:t>
            </a:r>
            <a:r>
              <a:rPr lang="zh-CN" altLang="en-US" sz="1800" b="0" dirty="0">
                <a:solidFill>
                  <a:schemeClr val="tx1"/>
                </a:solidFill>
                <a:effectLst/>
                <a:latin typeface="-apple-system"/>
                <a:ea typeface="宋体" panose="02010600030101010101" pitchFamily="2" charset="-122"/>
                <a:sym typeface="+mn-ea"/>
              </a:rPr>
              <a:t>主机的</a:t>
            </a:r>
            <a:r>
              <a:rPr lang="zh-CN" altLang="en-US" sz="1800" b="0" dirty="0">
                <a:solidFill>
                  <a:schemeClr val="tx1"/>
                </a:solidFill>
                <a:effectLst/>
                <a:latin typeface="-apple-system"/>
                <a:sym typeface="+mn-ea"/>
              </a:rPr>
              <a:t>虚拟环境中，并将它的I</a:t>
            </a:r>
            <a:r>
              <a:rPr lang="en-US" altLang="zh-CN" sz="1800" b="0" dirty="0">
                <a:solidFill>
                  <a:schemeClr val="tx1"/>
                </a:solidFill>
                <a:effectLst/>
                <a:latin typeface="-apple-system"/>
                <a:sym typeface="+mn-ea"/>
              </a:rPr>
              <a:t>/</a:t>
            </a:r>
            <a:r>
              <a:rPr lang="zh-CN" altLang="en-US" sz="1800" b="0" dirty="0">
                <a:solidFill>
                  <a:schemeClr val="tx1"/>
                </a:solidFill>
                <a:effectLst/>
                <a:latin typeface="-apple-system"/>
                <a:sym typeface="+mn-ea"/>
              </a:rPr>
              <a:t>O功能代理到Host主机上实现</a:t>
            </a:r>
            <a:r>
              <a:rPr lang="zh-CN" altLang="en-US" sz="1800" b="0" i="0" dirty="0">
                <a:solidFill>
                  <a:schemeClr val="tx1"/>
                </a:solidFill>
                <a:effectLst/>
                <a:latin typeface="-apple-system"/>
              </a:rPr>
              <a:t>。</a:t>
            </a:r>
            <a:r>
              <a:rPr lang="zh-CN" altLang="en-US" sz="1800" b="0" dirty="0">
                <a:solidFill>
                  <a:schemeClr val="tx1"/>
                </a:solidFill>
                <a:effectLst/>
                <a:latin typeface="-apple-system"/>
                <a:sym typeface="+mn-ea"/>
              </a:rPr>
              <a:t>代理内核</a:t>
            </a:r>
            <a:r>
              <a:rPr lang="zh-CN" altLang="en-US" sz="1800" b="0" i="0" dirty="0">
                <a:solidFill>
                  <a:schemeClr val="tx1"/>
                </a:solidFill>
                <a:effectLst/>
                <a:latin typeface="-apple-system"/>
              </a:rPr>
              <a:t>可以被看成是操作系统的一个极小集，为应用提供最基本的操作系统支撑，使得应用可以在只具备核心资源（包括处理器、内存）的机器上运行。</a:t>
            </a:r>
            <a:endParaRPr lang="zh-CN" altLang="en-US" sz="1800" b="0" i="0" dirty="0">
              <a:solidFill>
                <a:schemeClr val="tx1"/>
              </a:solidFill>
              <a:effectLst/>
              <a:latin typeface="-apple-system"/>
            </a:endParaRPr>
          </a:p>
        </p:txBody>
      </p: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6045041" y="1737360"/>
            <a:ext cx="3032760" cy="3141821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765810" y="5076984"/>
            <a:ext cx="3208655" cy="50673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indent="-228600" algn="l">
              <a:lnSpc>
                <a:spcPct val="15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-apple-system"/>
                <a:sym typeface="+mn-ea"/>
              </a:rPr>
              <a:t>spike</a:t>
            </a:r>
            <a:r>
              <a:rPr lang="en-US" altLang="zh-CN" sz="1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-apple-system"/>
                <a:sym typeface="+mn-ea"/>
              </a:rPr>
              <a:t>:</a:t>
            </a:r>
            <a:r>
              <a:rPr lang="zh-CN" altLang="en-US" sz="1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-apple-system"/>
                <a:sym typeface="+mn-ea"/>
              </a:rPr>
              <a:t> 一个</a:t>
            </a:r>
            <a:r>
              <a:rPr lang="en-US" altLang="zh-CN" sz="1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-apple-system"/>
                <a:sym typeface="+mn-ea"/>
              </a:rPr>
              <a:t> RISC-V </a:t>
            </a:r>
            <a:r>
              <a:rPr lang="zh-CN" altLang="en-US" sz="1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-apple-system"/>
                <a:sym typeface="+mn-ea"/>
              </a:rPr>
              <a:t>虚拟机</a:t>
            </a:r>
            <a:endParaRPr lang="zh-CN" altLang="en-US" sz="1800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-apple-system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65810" y="5583555"/>
            <a:ext cx="7169785" cy="8528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-228600" algn="l">
              <a:lnSpc>
                <a:spcPct val="100000"/>
              </a:lnSpc>
              <a:spcBef>
                <a:spcPts val="1000"/>
              </a:spcBef>
              <a:buClrTx/>
              <a:buSzTx/>
            </a:pPr>
            <a:r>
              <a:rPr lang="zh-CN" altLang="en-US" sz="1800" dirty="0">
                <a:effectLst/>
                <a:latin typeface="-apple-system"/>
                <a:cs typeface="+mn-ea"/>
              </a:rPr>
              <a:t>HTIF内存段：对模拟硬件的操纵，如打印字符串到屏幕、访问主机上的文件或设备这些动作。</a:t>
            </a:r>
            <a:endParaRPr lang="zh-CN" altLang="en-US" sz="1800" dirty="0">
              <a:effectLst/>
              <a:latin typeface="-apple-system"/>
              <a:cs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668814"/>
            <a:ext cx="7886700" cy="506730"/>
          </a:xfrm>
        </p:spPr>
        <p:txBody>
          <a:bodyPr/>
          <a:lstStyle/>
          <a:p>
            <a:r>
              <a:rPr lang="zh-CN" altLang="en-US" sz="3000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-apple-system"/>
                <a:sym typeface="+mn-ea"/>
              </a:rPr>
              <a:t>实验</a:t>
            </a:r>
            <a:r>
              <a:rPr lang="zh-CN" altLang="en-US" sz="3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-apple-system"/>
                <a:sym typeface="+mn-ea"/>
              </a:rPr>
              <a:t>环境</a:t>
            </a:r>
            <a:endParaRPr lang="zh-CN" altLang="en-US" sz="3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-apple-system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0975" y="1210945"/>
            <a:ext cx="8678545" cy="5213985"/>
          </a:xfrm>
        </p:spPr>
        <p:txBody>
          <a:bodyPr wrap="square"/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i="0" u="none" strike="noStrike" dirty="0" smtClean="0">
                <a:solidFill>
                  <a:schemeClr val="tx1"/>
                </a:solidFill>
                <a:effectLst/>
                <a:latin typeface="-apple-system"/>
              </a:rPr>
              <a:t>本地实验</a:t>
            </a:r>
            <a:r>
              <a:rPr lang="zh-CN" altLang="en-US" sz="2000" b="1" i="0" u="none" strike="noStrike" dirty="0">
                <a:solidFill>
                  <a:schemeClr val="tx1"/>
                </a:solidFill>
                <a:effectLst/>
                <a:latin typeface="-apple-system"/>
              </a:rPr>
              <a:t>环境安装</a:t>
            </a:r>
            <a:endParaRPr lang="zh-CN" altLang="en-US" sz="2000" b="1" i="0" dirty="0">
              <a:solidFill>
                <a:schemeClr val="tx1"/>
              </a:solidFill>
              <a:effectLst/>
              <a:latin typeface="-apple-system"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b="0" i="0" u="none" strike="noStrike" dirty="0">
                <a:solidFill>
                  <a:schemeClr val="tx1"/>
                </a:solidFill>
                <a:effectLst/>
                <a:latin typeface="方正黑体_GBK" panose="02000000000000000000" charset="-122"/>
                <a:ea typeface="方正黑体_GBK" panose="02000000000000000000" charset="-122"/>
                <a:cs typeface="方正黑体_GBK" panose="02000000000000000000" charset="-122"/>
              </a:rPr>
              <a:t>操作系统环境：</a:t>
            </a:r>
            <a:r>
              <a:rPr lang="en-US" altLang="zh-CN" sz="1800" b="0" i="0" u="none" strike="noStrike" dirty="0">
                <a:solidFill>
                  <a:schemeClr val="tx1"/>
                </a:solidFill>
                <a:effectLst/>
                <a:latin typeface="方正黑体_GBK" panose="02000000000000000000" charset="-122"/>
                <a:ea typeface="方正黑体_GBK" panose="02000000000000000000" charset="-122"/>
                <a:cs typeface="方正黑体_GBK" panose="02000000000000000000" charset="-122"/>
              </a:rPr>
              <a:t>u</a:t>
            </a:r>
            <a:r>
              <a:rPr lang="en-US" altLang="zh-CN" sz="1800" dirty="0">
                <a:solidFill>
                  <a:schemeClr val="tx1"/>
                </a:solidFill>
                <a:latin typeface="方正黑体_GBK" panose="02000000000000000000" charset="-122"/>
                <a:ea typeface="方正黑体_GBK" panose="02000000000000000000" charset="-122"/>
                <a:cs typeface="方正黑体_GBK" panose="02000000000000000000" charset="-122"/>
                <a:sym typeface="+mn-ea"/>
              </a:rPr>
              <a:t>buntu 16.04+  </a:t>
            </a:r>
            <a:r>
              <a:rPr lang="zh-CN" altLang="en-US" sz="1800" dirty="0">
                <a:solidFill>
                  <a:schemeClr val="tx1"/>
                </a:solidFill>
                <a:latin typeface="方正黑体_GBK" panose="02000000000000000000" charset="-122"/>
                <a:ea typeface="方正黑体_GBK" panose="02000000000000000000" charset="-122"/>
                <a:cs typeface="方正黑体_GBK" panose="02000000000000000000" charset="-122"/>
                <a:sym typeface="+mn-ea"/>
              </a:rPr>
              <a:t>或</a:t>
            </a:r>
            <a:r>
              <a:rPr lang="en-US" altLang="zh-CN" sz="1800" dirty="0">
                <a:solidFill>
                  <a:schemeClr val="tx1"/>
                </a:solidFill>
                <a:latin typeface="方正黑体_GBK" panose="02000000000000000000" charset="-122"/>
                <a:ea typeface="方正黑体_GBK" panose="02000000000000000000" charset="-122"/>
                <a:cs typeface="方正黑体_GBK" panose="02000000000000000000" charset="-122"/>
                <a:sym typeface="+mn-ea"/>
              </a:rPr>
              <a:t>  Windows Subsystem for Linux(WSL)</a:t>
            </a:r>
            <a:endParaRPr lang="zh-CN" altLang="en-US" sz="1800" b="0" i="0" dirty="0">
              <a:solidFill>
                <a:schemeClr val="tx1"/>
              </a:solidFill>
              <a:effectLst/>
              <a:latin typeface="方正黑体_GBK" panose="02000000000000000000" charset="-122"/>
              <a:ea typeface="方正黑体_GBK" panose="02000000000000000000" charset="-122"/>
              <a:cs typeface="方正黑体_GBK" panose="02000000000000000000" charset="-122"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b="0" i="0" u="none" strike="noStrike" dirty="0" smtClean="0">
                <a:solidFill>
                  <a:schemeClr val="tx1"/>
                </a:solidFill>
                <a:effectLst/>
                <a:latin typeface="方正黑体_GBK" panose="02000000000000000000" charset="-122"/>
                <a:ea typeface="方正黑体_GBK" panose="02000000000000000000" charset="-122"/>
                <a:cs typeface="方正黑体_GBK" panose="02000000000000000000" charset="-122"/>
              </a:rPr>
              <a:t>安装系统工具</a:t>
            </a:r>
            <a:r>
              <a:rPr lang="zh-CN" altLang="en-US" sz="1800" b="0" i="0" u="none" strike="noStrike" dirty="0">
                <a:solidFill>
                  <a:schemeClr val="tx1"/>
                </a:solidFill>
                <a:effectLst/>
                <a:latin typeface="方正黑体_GBK" panose="02000000000000000000" charset="-122"/>
                <a:ea typeface="方正黑体_GBK" panose="02000000000000000000" charset="-122"/>
                <a:cs typeface="方正黑体_GBK" panose="02000000000000000000" charset="-122"/>
              </a:rPr>
              <a:t>软件：sudo apt-get install autoconf automake autotools-dev curl libmpc-dev libmpfr-dev libgmp-dev gawk build-essential bison flex texinfo gperf libtool patchutils bc zlib1g-dev libexpat-dev device-tree-compiler</a:t>
            </a:r>
            <a:r>
              <a:rPr lang="en-US" altLang="zh-CN" sz="1800" b="0" i="0" u="none" strike="noStrike" dirty="0">
                <a:solidFill>
                  <a:schemeClr val="tx1"/>
                </a:solidFill>
                <a:effectLst/>
                <a:latin typeface="方正黑体_GBK" panose="02000000000000000000" charset="-122"/>
                <a:ea typeface="方正黑体_GBK" panose="02000000000000000000" charset="-122"/>
                <a:cs typeface="方正黑体_GBK" panose="02000000000000000000" charset="-122"/>
              </a:rPr>
              <a:t> libncurses5 libpython2.7</a:t>
            </a:r>
            <a:endParaRPr lang="zh-CN" altLang="en-US" sz="1800" b="0" i="0" u="none" strike="noStrike" dirty="0">
              <a:solidFill>
                <a:schemeClr val="tx1"/>
              </a:solidFill>
              <a:effectLst/>
              <a:latin typeface="方正黑体_GBK" panose="02000000000000000000" charset="-122"/>
              <a:ea typeface="方正黑体_GBK" panose="02000000000000000000" charset="-122"/>
              <a:cs typeface="方正黑体_GBK" panose="02000000000000000000" charset="-122"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olidFill>
                  <a:schemeClr val="tx1"/>
                </a:solidFill>
                <a:effectLst/>
                <a:latin typeface="方正黑体_GBK" panose="02000000000000000000" charset="-122"/>
                <a:ea typeface="方正黑体_GBK" panose="02000000000000000000" charset="-122"/>
                <a:cs typeface="方正黑体_GBK" panose="02000000000000000000" charset="-122"/>
                <a:sym typeface="+mn-ea"/>
              </a:rPr>
              <a:t>获取</a:t>
            </a:r>
            <a:r>
              <a:rPr lang="zh-CN" altLang="en-US" sz="1800" b="0" i="0" u="none" strike="noStrike" dirty="0">
                <a:solidFill>
                  <a:schemeClr val="tx1"/>
                </a:solidFill>
                <a:effectLst/>
                <a:latin typeface="方正黑体_GBK" panose="02000000000000000000" charset="-122"/>
                <a:ea typeface="方正黑体_GBK" panose="02000000000000000000" charset="-122"/>
                <a:cs typeface="方正黑体_GBK" panose="02000000000000000000" charset="-122"/>
              </a:rPr>
              <a:t>交叉编译器</a:t>
            </a:r>
            <a:r>
              <a:rPr lang="en-US" altLang="zh-CN" sz="1800" b="0" i="0" u="none" strike="noStrike" dirty="0">
                <a:solidFill>
                  <a:schemeClr val="tx1"/>
                </a:solidFill>
                <a:effectLst/>
                <a:latin typeface="方正黑体_GBK" panose="02000000000000000000" charset="-122"/>
                <a:ea typeface="方正黑体_GBK" panose="02000000000000000000" charset="-122"/>
                <a:cs typeface="方正黑体_GBK" panose="02000000000000000000" charset="-122"/>
              </a:rPr>
              <a:t>gcc</a:t>
            </a:r>
            <a:r>
              <a:rPr lang="zh-CN" altLang="en-US" sz="1800" b="0" i="0" u="none" strike="noStrike" dirty="0">
                <a:solidFill>
                  <a:schemeClr val="tx1"/>
                </a:solidFill>
                <a:effectLst/>
                <a:latin typeface="方正黑体_GBK" panose="02000000000000000000" charset="-122"/>
                <a:ea typeface="方正黑体_GBK" panose="02000000000000000000" charset="-122"/>
                <a:cs typeface="方正黑体_GBK" panose="02000000000000000000" charset="-122"/>
              </a:rPr>
              <a:t>+和虚拟执行环境</a:t>
            </a:r>
            <a:r>
              <a:rPr lang="en-US" altLang="zh-CN" sz="1800" b="0" i="0" u="none" strike="noStrike" dirty="0">
                <a:solidFill>
                  <a:schemeClr val="tx1"/>
                </a:solidFill>
                <a:effectLst/>
                <a:latin typeface="方正黑体_GBK" panose="02000000000000000000" charset="-122"/>
                <a:ea typeface="方正黑体_GBK" panose="02000000000000000000" charset="-122"/>
                <a:cs typeface="方正黑体_GBK" panose="02000000000000000000" charset="-122"/>
              </a:rPr>
              <a:t>spike</a:t>
            </a:r>
            <a:r>
              <a:rPr lang="zh-CN" altLang="en-US" sz="1800" b="0" i="0" u="none" strike="noStrike" dirty="0">
                <a:solidFill>
                  <a:schemeClr val="tx1"/>
                </a:solidFill>
                <a:effectLst/>
                <a:latin typeface="方正黑体_GBK" panose="02000000000000000000" charset="-122"/>
                <a:ea typeface="方正黑体_GBK" panose="02000000000000000000" charset="-122"/>
                <a:cs typeface="方正黑体_GBK" panose="02000000000000000000" charset="-122"/>
              </a:rPr>
              <a:t>：riscv64-elf-gcc-20210923.tgz</a:t>
            </a:r>
            <a:r>
              <a:rPr lang="en-US" altLang="zh-CN" sz="1800" b="0" i="0" u="none" strike="noStrike" dirty="0">
                <a:solidFill>
                  <a:schemeClr val="tx1"/>
                </a:solidFill>
                <a:effectLst/>
                <a:latin typeface="方正黑体_GBK" panose="02000000000000000000" charset="-122"/>
                <a:ea typeface="方正黑体_GBK" panose="02000000000000000000" charset="-122"/>
                <a:cs typeface="方正黑体_GBK" panose="02000000000000000000" charset="-122"/>
              </a:rPr>
              <a:t> </a:t>
            </a:r>
            <a:endParaRPr lang="en-US" altLang="zh-CN" sz="1800" b="0" i="0" u="none" strike="noStrike" dirty="0">
              <a:solidFill>
                <a:schemeClr val="tx1"/>
              </a:solidFill>
              <a:effectLst/>
              <a:latin typeface="方正黑体_GBK" panose="02000000000000000000" charset="-122"/>
              <a:ea typeface="方正黑体_GBK" panose="02000000000000000000" charset="-122"/>
              <a:cs typeface="方正黑体_GBK" panose="02000000000000000000" charset="-122"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tx1"/>
                </a:solidFill>
                <a:effectLst/>
                <a:latin typeface="方正黑体_GBK" panose="02000000000000000000" charset="-122"/>
                <a:ea typeface="方正黑体_GBK" panose="02000000000000000000" charset="-122"/>
                <a:cs typeface="方正黑体_GBK" panose="02000000000000000000" charset="-122"/>
                <a:sym typeface="+mn-ea"/>
              </a:rPr>
              <a:t>设置环境变量：export </a:t>
            </a:r>
            <a:r>
              <a:rPr lang="en-US" altLang="zh-CN" sz="1800" dirty="0">
                <a:solidFill>
                  <a:schemeClr val="tx1"/>
                </a:solidFill>
                <a:effectLst/>
                <a:latin typeface="方正黑体_GBK" panose="02000000000000000000" charset="-122"/>
                <a:ea typeface="方正黑体_GBK" panose="02000000000000000000" charset="-122"/>
                <a:cs typeface="方正黑体_GBK" panose="02000000000000000000" charset="-122"/>
                <a:sym typeface="+mn-ea"/>
              </a:rPr>
              <a:t>PATH</a:t>
            </a:r>
            <a:r>
              <a:rPr lang="zh-CN" altLang="en-US" sz="1800" dirty="0">
                <a:solidFill>
                  <a:schemeClr val="tx1"/>
                </a:solidFill>
                <a:effectLst/>
                <a:latin typeface="方正黑体_GBK" panose="02000000000000000000" charset="-122"/>
                <a:ea typeface="方正黑体_GBK" panose="02000000000000000000" charset="-122"/>
                <a:cs typeface="方正黑体_GBK" panose="02000000000000000000" charset="-122"/>
                <a:sym typeface="+mn-ea"/>
              </a:rPr>
              <a:t>=</a:t>
            </a:r>
            <a:r>
              <a:rPr lang="en-US" altLang="zh-CN" sz="1800" dirty="0">
                <a:solidFill>
                  <a:schemeClr val="tx1"/>
                </a:solidFill>
                <a:effectLst/>
                <a:latin typeface="方正黑体_GBK" panose="02000000000000000000" charset="-122"/>
                <a:ea typeface="方正黑体_GBK" panose="02000000000000000000" charset="-122"/>
                <a:cs typeface="方正黑体_GBK" panose="02000000000000000000" charset="-122"/>
                <a:sym typeface="+mn-ea"/>
              </a:rPr>
              <a:t>you_path/</a:t>
            </a:r>
            <a:r>
              <a:rPr lang="zh-CN" altLang="en-US" sz="1800" dirty="0">
                <a:solidFill>
                  <a:schemeClr val="tx1"/>
                </a:solidFill>
                <a:effectLst/>
                <a:latin typeface="方正黑体_GBK" panose="02000000000000000000" charset="-122"/>
                <a:ea typeface="方正黑体_GBK" panose="02000000000000000000" charset="-122"/>
                <a:cs typeface="方正黑体_GBK" panose="02000000000000000000" charset="-122"/>
                <a:sym typeface="+mn-ea"/>
              </a:rPr>
              <a:t>riscv64-elf-gcc</a:t>
            </a:r>
            <a:r>
              <a:rPr lang="en-US" altLang="zh-CN" sz="1800" dirty="0">
                <a:solidFill>
                  <a:schemeClr val="tx1"/>
                </a:solidFill>
                <a:effectLst/>
                <a:latin typeface="方正黑体_GBK" panose="02000000000000000000" charset="-122"/>
                <a:ea typeface="方正黑体_GBK" panose="02000000000000000000" charset="-122"/>
                <a:cs typeface="方正黑体_GBK" panose="02000000000000000000" charset="-122"/>
                <a:sym typeface="+mn-ea"/>
              </a:rPr>
              <a:t>/bin:$PATH</a:t>
            </a:r>
            <a:endParaRPr lang="zh-CN" altLang="en-US" sz="1800" b="0" i="0" u="none" strike="noStrike" dirty="0">
              <a:solidFill>
                <a:schemeClr val="tx1"/>
              </a:solidFill>
              <a:effectLst/>
              <a:latin typeface="方正黑体_GBK" panose="02000000000000000000" charset="-122"/>
              <a:ea typeface="方正黑体_GBK" panose="02000000000000000000" charset="-122"/>
              <a:cs typeface="方正黑体_GBK" panose="02000000000000000000" charset="-122"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olidFill>
                  <a:schemeClr val="tx1"/>
                </a:solidFill>
                <a:effectLst/>
                <a:latin typeface="方正黑体_GBK" panose="02000000000000000000" charset="-122"/>
                <a:ea typeface="方正黑体_GBK" panose="02000000000000000000" charset="-122"/>
                <a:cs typeface="方正黑体_GBK" panose="02000000000000000000" charset="-122"/>
                <a:sym typeface="+mn-ea"/>
              </a:rPr>
              <a:t>获取实验代码：git clone https://gitee.com/hustos/riscv-pke.git</a:t>
            </a:r>
            <a:endParaRPr lang="zh-CN" altLang="en-US" sz="1800" dirty="0">
              <a:solidFill>
                <a:schemeClr val="tx1"/>
              </a:solidFill>
              <a:effectLst/>
              <a:latin typeface="方正黑体_GBK" panose="02000000000000000000" charset="-122"/>
              <a:ea typeface="方正黑体_GBK" panose="02000000000000000000" charset="-122"/>
              <a:cs typeface="方正黑体_GBK" panose="02000000000000000000" charset="-122"/>
              <a:sym typeface="+mn-ea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i="0" u="none" strike="noStrike" dirty="0">
                <a:solidFill>
                  <a:schemeClr val="tx1"/>
                </a:solidFill>
                <a:effectLst/>
                <a:latin typeface="-apple-system"/>
              </a:rPr>
              <a:t>在线实验</a:t>
            </a:r>
            <a:r>
              <a:rPr lang="zh-CN" altLang="en-US" sz="2000" b="1" dirty="0">
                <a:solidFill>
                  <a:schemeClr val="tx1"/>
                </a:solidFill>
                <a:effectLst/>
                <a:latin typeface="-apple-system"/>
                <a:sym typeface="+mn-ea"/>
              </a:rPr>
              <a:t>环境</a:t>
            </a:r>
            <a:r>
              <a:rPr lang="zh-CN" altLang="en-US" sz="2000" b="0" i="0" u="none" strike="noStrike" dirty="0" smtClean="0">
                <a:solidFill>
                  <a:schemeClr val="tx1"/>
                </a:solidFill>
                <a:effectLst/>
                <a:latin typeface="-apple-system"/>
                <a:ea typeface="宋体" panose="02010600030101010101" pitchFamily="2" charset="-122"/>
              </a:rPr>
              <a:t>：</a:t>
            </a:r>
            <a:r>
              <a:rPr lang="zh-CN" altLang="en-US" sz="2000" b="1" i="0" u="none" strike="noStrike" dirty="0" smtClean="0">
                <a:solidFill>
                  <a:schemeClr val="tx1"/>
                </a:solidFill>
                <a:effectLst/>
                <a:latin typeface="-apple-system"/>
                <a:ea typeface="宋体" panose="02010600030101010101" pitchFamily="2" charset="-122"/>
              </a:rPr>
              <a:t>头歌平台</a:t>
            </a:r>
            <a:r>
              <a:rPr lang="en-US" altLang="zh-CN" sz="2000" b="1" i="0" u="none" strike="noStrike" dirty="0" smtClean="0">
                <a:solidFill>
                  <a:schemeClr val="tx1"/>
                </a:solidFill>
                <a:effectLst/>
                <a:latin typeface="-apple-system"/>
                <a:ea typeface="宋体" panose="02010600030101010101" pitchFamily="2" charset="-122"/>
              </a:rPr>
              <a:t> https://www.educoder.net</a:t>
            </a:r>
            <a:endParaRPr lang="zh-CN" altLang="en-US" sz="2000" b="1" i="0" dirty="0">
              <a:effectLst/>
              <a:latin typeface="-apple-system"/>
            </a:endParaRPr>
          </a:p>
          <a:p>
            <a:endParaRPr lang="zh-CN" altLang="en-US" sz="2000" b="1" i="0" dirty="0">
              <a:effectLst/>
              <a:latin typeface="-apple-syste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0865" y="553244"/>
            <a:ext cx="7886700" cy="627221"/>
          </a:xfrm>
        </p:spPr>
        <p:txBody>
          <a:bodyPr>
            <a:normAutofit fontScale="90000"/>
          </a:bodyPr>
          <a:lstStyle/>
          <a:p>
            <a:r>
              <a:rPr lang="en-US" altLang="zh-CN" b="1" i="0" dirty="0">
                <a:solidFill>
                  <a:srgbClr val="40485B"/>
                </a:solidFill>
                <a:effectLst/>
                <a:latin typeface="-apple-system"/>
              </a:rPr>
              <a:t>riscv-pke</a:t>
            </a:r>
            <a:r>
              <a:rPr lang="zh-CN" altLang="en-US" sz="3675" b="1" i="0" dirty="0">
                <a:solidFill>
                  <a:srgbClr val="40485B"/>
                </a:solidFill>
                <a:effectLst/>
                <a:latin typeface="-apple-system"/>
              </a:rPr>
              <a:t>实验的组成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7840" y="1398905"/>
            <a:ext cx="8188325" cy="4953635"/>
          </a:xfrm>
        </p:spPr>
        <p:txBody>
          <a:bodyPr>
            <a:normAutofit fontScale="7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i="0" dirty="0">
                <a:solidFill>
                  <a:srgbClr val="40485B"/>
                </a:solidFill>
                <a:effectLst/>
                <a:latin typeface="-apple-system"/>
              </a:rPr>
              <a:t>PKE</a:t>
            </a:r>
            <a:r>
              <a:rPr lang="zh-CN" altLang="en-US" b="0" i="0" dirty="0">
                <a:solidFill>
                  <a:srgbClr val="40485B"/>
                </a:solidFill>
                <a:effectLst/>
                <a:latin typeface="-apple-system"/>
              </a:rPr>
              <a:t>实验由</a:t>
            </a:r>
            <a:r>
              <a:rPr lang="en-US" altLang="zh-CN" b="0" i="0" dirty="0">
                <a:solidFill>
                  <a:srgbClr val="40485B"/>
                </a:solidFill>
                <a:effectLst/>
                <a:latin typeface="-apple-system"/>
              </a:rPr>
              <a:t>4</a:t>
            </a:r>
            <a:r>
              <a:rPr lang="zh-CN" altLang="en-US" b="0" i="0" dirty="0">
                <a:solidFill>
                  <a:srgbClr val="40485B"/>
                </a:solidFill>
                <a:effectLst/>
                <a:latin typeface="-apple-system"/>
              </a:rPr>
              <a:t>个基础实验以及基础试验后的挑战实验组成：</a:t>
            </a:r>
            <a:endParaRPr lang="en-US" altLang="zh-CN" b="0" i="0" dirty="0">
              <a:solidFill>
                <a:srgbClr val="40485B"/>
              </a:solidFill>
              <a:effectLst/>
              <a:latin typeface="-apple-system"/>
            </a:endParaRP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40485B"/>
                </a:solidFill>
                <a:effectLst/>
                <a:latin typeface="-apple-system"/>
              </a:rPr>
              <a:t>基础实验</a:t>
            </a:r>
            <a:r>
              <a:rPr lang="en-US" altLang="zh-CN" b="1" i="0" dirty="0">
                <a:solidFill>
                  <a:srgbClr val="40485B"/>
                </a:solidFill>
                <a:effectLst/>
                <a:latin typeface="-apple-system"/>
              </a:rPr>
              <a:t>:</a:t>
            </a:r>
            <a:endParaRPr lang="en-US" altLang="zh-CN" b="0" i="0" dirty="0">
              <a:solidFill>
                <a:srgbClr val="40485B"/>
              </a:solidFill>
              <a:effectLst/>
              <a:latin typeface="-apple-system"/>
            </a:endParaRPr>
          </a:p>
          <a:p>
            <a:pPr marL="0" indent="0" algn="l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b="0" i="0" dirty="0">
                <a:solidFill>
                  <a:srgbClr val="40485B"/>
                </a:solidFill>
                <a:effectLst/>
                <a:latin typeface="-apple-system"/>
              </a:rPr>
              <a:t>	</a:t>
            </a:r>
            <a:r>
              <a:rPr lang="zh-CN" altLang="en-US" b="0" i="0" dirty="0">
                <a:solidFill>
                  <a:srgbClr val="40485B"/>
                </a:solidFill>
                <a:effectLst/>
                <a:latin typeface="-apple-system"/>
              </a:rPr>
              <a:t>第一个基础实验涉及系统调用、异常和外部中断的知识；</a:t>
            </a:r>
            <a:endParaRPr lang="en-US" altLang="zh-CN" b="0" i="0" dirty="0">
              <a:solidFill>
                <a:srgbClr val="40485B"/>
              </a:solidFill>
              <a:effectLst/>
              <a:latin typeface="-apple-system"/>
            </a:endParaRPr>
          </a:p>
          <a:p>
            <a:pPr marL="0" indent="0" algn="l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b="0" i="0" dirty="0">
                <a:solidFill>
                  <a:srgbClr val="40485B"/>
                </a:solidFill>
                <a:effectLst/>
                <a:latin typeface="-apple-system"/>
              </a:rPr>
              <a:t>	</a:t>
            </a:r>
            <a:r>
              <a:rPr lang="zh-CN" altLang="en-US" b="0" i="0" dirty="0">
                <a:solidFill>
                  <a:srgbClr val="40485B"/>
                </a:solidFill>
                <a:effectLst/>
                <a:latin typeface="-apple-system"/>
              </a:rPr>
              <a:t>第二</a:t>
            </a:r>
            <a:r>
              <a:rPr lang="zh-CN" altLang="en-US" dirty="0">
                <a:solidFill>
                  <a:srgbClr val="40485B"/>
                </a:solidFill>
                <a:effectLst/>
                <a:latin typeface="-apple-system"/>
                <a:sym typeface="+mn-ea"/>
              </a:rPr>
              <a:t>个</a:t>
            </a:r>
            <a:r>
              <a:rPr lang="zh-CN" altLang="en-US" b="0" i="0" dirty="0">
                <a:solidFill>
                  <a:srgbClr val="40485B"/>
                </a:solidFill>
                <a:effectLst/>
                <a:latin typeface="-apple-system"/>
              </a:rPr>
              <a:t>基础实验涉及主存管理方面的知识；</a:t>
            </a:r>
            <a:endParaRPr lang="en-US" altLang="zh-CN" b="0" i="0" dirty="0">
              <a:solidFill>
                <a:srgbClr val="40485B"/>
              </a:solidFill>
              <a:effectLst/>
              <a:latin typeface="-apple-system"/>
            </a:endParaRPr>
          </a:p>
          <a:p>
            <a:pPr marL="0" indent="0" algn="l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b="0" i="0" dirty="0">
                <a:solidFill>
                  <a:srgbClr val="40485B"/>
                </a:solidFill>
                <a:effectLst/>
                <a:latin typeface="-apple-system"/>
              </a:rPr>
              <a:t>	</a:t>
            </a:r>
            <a:r>
              <a:rPr lang="zh-CN" altLang="en-US" b="0" i="0" dirty="0">
                <a:solidFill>
                  <a:srgbClr val="40485B"/>
                </a:solidFill>
                <a:effectLst/>
                <a:latin typeface="-apple-system"/>
              </a:rPr>
              <a:t>第三</a:t>
            </a:r>
            <a:r>
              <a:rPr lang="zh-CN" altLang="en-US" dirty="0">
                <a:solidFill>
                  <a:srgbClr val="40485B"/>
                </a:solidFill>
                <a:effectLst/>
                <a:latin typeface="-apple-system"/>
                <a:sym typeface="+mn-ea"/>
              </a:rPr>
              <a:t>个</a:t>
            </a:r>
            <a:r>
              <a:rPr lang="zh-CN" altLang="en-US" b="0" i="0" dirty="0">
                <a:solidFill>
                  <a:srgbClr val="40485B"/>
                </a:solidFill>
                <a:effectLst/>
                <a:latin typeface="-apple-system"/>
              </a:rPr>
              <a:t>基础实验涉及进程管理方面的知识；</a:t>
            </a:r>
            <a:endParaRPr lang="zh-CN" altLang="en-US" b="0" i="0" dirty="0">
              <a:solidFill>
                <a:srgbClr val="40485B"/>
              </a:solidFill>
              <a:effectLst/>
              <a:latin typeface="-apple-system"/>
            </a:endParaRPr>
          </a:p>
          <a:p>
            <a:pPr marL="0" indent="0" algn="l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40485B"/>
                </a:solidFill>
                <a:effectLst/>
                <a:latin typeface="-apple-system"/>
                <a:sym typeface="+mn-ea"/>
              </a:rPr>
              <a:t>	</a:t>
            </a:r>
            <a:r>
              <a:rPr lang="zh-CN" altLang="en-US" dirty="0">
                <a:solidFill>
                  <a:srgbClr val="40485B"/>
                </a:solidFill>
                <a:effectLst/>
                <a:latin typeface="-apple-system"/>
                <a:sym typeface="+mn-ea"/>
              </a:rPr>
              <a:t>第四个基础实验涉及文件系统方面的知识；</a:t>
            </a:r>
            <a:endParaRPr lang="en-US" altLang="zh-CN" b="0" i="0" dirty="0">
              <a:solidFill>
                <a:srgbClr val="40485B"/>
              </a:solidFill>
              <a:effectLst/>
              <a:latin typeface="-apple-system"/>
            </a:endParaRP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40485B"/>
                </a:solidFill>
                <a:effectLst/>
                <a:latin typeface="-apple-system"/>
              </a:rPr>
              <a:t>挑战实验</a:t>
            </a:r>
            <a:r>
              <a:rPr lang="en-US" altLang="zh-CN" b="1" i="0" dirty="0">
                <a:solidFill>
                  <a:srgbClr val="40485B"/>
                </a:solidFill>
                <a:effectLst/>
                <a:latin typeface="-apple-system"/>
              </a:rPr>
              <a:t>:</a:t>
            </a:r>
            <a:endParaRPr lang="en-US" altLang="zh-CN" b="1" i="0" dirty="0">
              <a:solidFill>
                <a:srgbClr val="40485B"/>
              </a:solidFill>
              <a:effectLst/>
              <a:latin typeface="-apple-system"/>
            </a:endParaRPr>
          </a:p>
          <a:p>
            <a:pPr marL="0" indent="0" algn="l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CN" b="0" i="0" dirty="0">
                <a:solidFill>
                  <a:srgbClr val="40485B"/>
                </a:solidFill>
                <a:effectLst/>
                <a:latin typeface="-apple-system"/>
              </a:rPr>
              <a:t>	</a:t>
            </a:r>
            <a:r>
              <a:rPr lang="zh-CN" altLang="en-US" b="0" i="0" dirty="0">
                <a:solidFill>
                  <a:srgbClr val="40485B"/>
                </a:solidFill>
                <a:effectLst/>
                <a:latin typeface="-apple-system"/>
              </a:rPr>
              <a:t>每一组实验的挑战实验都有</a:t>
            </a:r>
            <a:r>
              <a:rPr lang="en-US" altLang="zh-CN" b="0" i="0" dirty="0">
                <a:solidFill>
                  <a:srgbClr val="40485B"/>
                </a:solidFill>
                <a:effectLst/>
                <a:latin typeface="-apple-system"/>
              </a:rPr>
              <a:t>3</a:t>
            </a:r>
            <a:r>
              <a:rPr lang="zh-CN" altLang="en-US" b="0" i="0" dirty="0">
                <a:solidFill>
                  <a:srgbClr val="40485B"/>
                </a:solidFill>
                <a:effectLst/>
                <a:latin typeface="-apple-system"/>
              </a:rPr>
              <a:t>个挑战实验内容。</a:t>
            </a:r>
            <a:endParaRPr lang="zh-CN" altLang="en-US" b="0" i="0" dirty="0">
              <a:solidFill>
                <a:srgbClr val="40485B"/>
              </a:solidFill>
              <a:effectLst/>
              <a:latin typeface="-apple-system"/>
            </a:endParaRPr>
          </a:p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endParaRPr lang="zh-CN" altLang="en-US" b="1" dirty="0">
              <a:solidFill>
                <a:srgbClr val="4138FA"/>
              </a:solidFill>
            </a:endParaRPr>
          </a:p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4138FA"/>
                </a:solidFill>
              </a:rPr>
              <a:t>基础实验有继承关系，必须完成前面的才能做后面的，</a:t>
            </a:r>
            <a:endParaRPr lang="zh-CN" altLang="en-US" b="1" dirty="0">
              <a:solidFill>
                <a:srgbClr val="4138FA"/>
              </a:solidFill>
            </a:endParaRPr>
          </a:p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4138FA"/>
                </a:solidFill>
              </a:rPr>
              <a:t>挑战实验不用。</a:t>
            </a:r>
            <a:endParaRPr lang="zh-CN" altLang="en-US" b="1" dirty="0">
              <a:solidFill>
                <a:srgbClr val="4138FA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444818" y="1471613"/>
            <a:ext cx="7995285" cy="405193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3855" y="694690"/>
            <a:ext cx="6728460" cy="582295"/>
          </a:xfrm>
        </p:spPr>
        <p:txBody>
          <a:bodyPr>
            <a:normAutofit fontScale="90000"/>
          </a:bodyPr>
          <a:lstStyle/>
          <a:p>
            <a:r>
              <a:rPr lang="en-US" altLang="zh-CN" sz="3000" b="1" dirty="0">
                <a:solidFill>
                  <a:srgbClr val="40485B"/>
                </a:solidFill>
                <a:latin typeface="-apple-system"/>
              </a:rPr>
              <a:t>《</a:t>
            </a:r>
            <a:r>
              <a:rPr lang="zh-CN" altLang="en-US" sz="3000" b="1" dirty="0">
                <a:solidFill>
                  <a:srgbClr val="40485B"/>
                </a:solidFill>
                <a:latin typeface="-apple-system"/>
              </a:rPr>
              <a:t>操作系统</a:t>
            </a:r>
            <a:r>
              <a:rPr lang="en-US" altLang="zh-CN" sz="3000" b="1" dirty="0">
                <a:solidFill>
                  <a:srgbClr val="40485B"/>
                </a:solidFill>
                <a:latin typeface="-apple-system"/>
              </a:rPr>
              <a:t>》</a:t>
            </a:r>
            <a:r>
              <a:rPr lang="zh-CN" altLang="en-US" sz="3000" b="1" dirty="0">
                <a:solidFill>
                  <a:srgbClr val="40485B"/>
                </a:solidFill>
                <a:latin typeface="-apple-system"/>
              </a:rPr>
              <a:t>实验安排</a:t>
            </a:r>
            <a:r>
              <a:rPr lang="en-US" altLang="zh-CN" sz="3000" b="1" dirty="0">
                <a:solidFill>
                  <a:srgbClr val="40485B"/>
                </a:solidFill>
                <a:latin typeface="-apple-system"/>
              </a:rPr>
              <a:t>2025</a:t>
            </a:r>
            <a:r>
              <a:rPr lang="zh-CN" altLang="en-US" sz="3000" dirty="0">
                <a:solidFill>
                  <a:srgbClr val="40485B"/>
                </a:solidFill>
                <a:latin typeface="-apple-system"/>
                <a:sym typeface="+mn-ea"/>
              </a:rPr>
              <a:t>（16学时）</a:t>
            </a:r>
            <a:endParaRPr lang="en-US" altLang="zh-CN" sz="3000" b="1" dirty="0">
              <a:solidFill>
                <a:srgbClr val="40485B"/>
              </a:solidFill>
              <a:latin typeface="-apple-system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2115" y="1177925"/>
            <a:ext cx="6911340" cy="2343150"/>
          </a:xfrm>
        </p:spPr>
        <p:txBody>
          <a:bodyPr wrap="square"/>
          <a:lstStyle/>
          <a:p>
            <a:pPr lvl="0">
              <a:lnSpc>
                <a:spcPct val="110000"/>
              </a:lnSpc>
            </a:pPr>
            <a:r>
              <a:rPr lang="zh-CN" altLang="en-US" sz="2285" dirty="0" smtClean="0">
                <a:solidFill>
                  <a:schemeClr val="tx1"/>
                </a:solidFill>
                <a:sym typeface="+mn-ea"/>
              </a:rPr>
              <a:t>完成</a:t>
            </a:r>
            <a:r>
              <a:rPr lang="en-US" altLang="zh-CN" sz="2285" dirty="0" smtClean="0">
                <a:solidFill>
                  <a:schemeClr val="tx1"/>
                </a:solidFill>
                <a:sym typeface="+mn-ea"/>
              </a:rPr>
              <a:t>lab1~4</a:t>
            </a:r>
            <a:r>
              <a:rPr lang="zh-CN" altLang="en-US" sz="2285" dirty="0" smtClean="0">
                <a:solidFill>
                  <a:schemeClr val="tx1"/>
                </a:solidFill>
                <a:sym typeface="+mn-ea"/>
              </a:rPr>
              <a:t>的基础实验</a:t>
            </a:r>
            <a:r>
              <a:rPr lang="en-US" altLang="zh-CN" sz="2285" dirty="0" smtClean="0">
                <a:solidFill>
                  <a:schemeClr val="tx1"/>
                </a:solidFill>
                <a:sym typeface="+mn-ea"/>
              </a:rPr>
              <a:t>(12</a:t>
            </a:r>
            <a:r>
              <a:rPr lang="zh-CN" altLang="en-US" sz="2285" dirty="0" smtClean="0">
                <a:solidFill>
                  <a:schemeClr val="tx1"/>
                </a:solidFill>
                <a:sym typeface="+mn-ea"/>
              </a:rPr>
              <a:t>个</a:t>
            </a:r>
            <a:r>
              <a:rPr lang="en-US" altLang="zh-CN" sz="2285" dirty="0" smtClean="0">
                <a:solidFill>
                  <a:schemeClr val="tx1"/>
                </a:solidFill>
                <a:sym typeface="+mn-ea"/>
              </a:rPr>
              <a:t>)</a:t>
            </a:r>
            <a:r>
              <a:rPr lang="zh-CN" altLang="en-US" sz="2285" dirty="0" smtClean="0">
                <a:solidFill>
                  <a:schemeClr val="tx1"/>
                </a:solidFill>
                <a:sym typeface="+mn-ea"/>
              </a:rPr>
              <a:t>：</a:t>
            </a:r>
            <a:r>
              <a:rPr lang="en-US" altLang="zh-CN" sz="2285" dirty="0" smtClean="0">
                <a:solidFill>
                  <a:schemeClr val="tx1"/>
                </a:solidFill>
                <a:sym typeface="+mn-ea"/>
              </a:rPr>
              <a:t>50</a:t>
            </a:r>
            <a:r>
              <a:rPr lang="zh-CN" altLang="en-US" sz="2285" dirty="0" smtClean="0">
                <a:solidFill>
                  <a:schemeClr val="tx1"/>
                </a:solidFill>
                <a:sym typeface="+mn-ea"/>
              </a:rPr>
              <a:t>分</a:t>
            </a:r>
            <a:endParaRPr lang="en-US" altLang="zh-CN" sz="2285" b="0" dirty="0" smtClean="0">
              <a:solidFill>
                <a:schemeClr val="tx1"/>
              </a:solidFill>
            </a:endParaRPr>
          </a:p>
          <a:p>
            <a:pPr lvl="0">
              <a:lnSpc>
                <a:spcPct val="110000"/>
              </a:lnSpc>
            </a:pPr>
            <a:r>
              <a:rPr lang="zh-CN" altLang="en-US" sz="2285" dirty="0" smtClean="0">
                <a:solidFill>
                  <a:schemeClr val="tx1"/>
                </a:solidFill>
                <a:sym typeface="+mn-ea"/>
              </a:rPr>
              <a:t>完成</a:t>
            </a:r>
            <a:r>
              <a:rPr lang="en-US" altLang="zh-CN" sz="2285" dirty="0" smtClean="0">
                <a:solidFill>
                  <a:schemeClr val="tx1"/>
                </a:solidFill>
                <a:sym typeface="+mn-ea"/>
              </a:rPr>
              <a:t>lab1~4</a:t>
            </a:r>
            <a:r>
              <a:rPr lang="zh-CN" altLang="en-US" sz="2285" dirty="0" smtClean="0">
                <a:solidFill>
                  <a:schemeClr val="tx1"/>
                </a:solidFill>
                <a:sym typeface="+mn-ea"/>
              </a:rPr>
              <a:t>的挑战实验</a:t>
            </a:r>
            <a:r>
              <a:rPr lang="en-US" altLang="zh-CN" sz="2285" dirty="0" smtClean="0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 sz="2285" dirty="0" smtClean="0">
                <a:solidFill>
                  <a:schemeClr val="tx1"/>
                </a:solidFill>
                <a:ea typeface="宋体" panose="02010600030101010101" pitchFamily="2" charset="-122"/>
                <a:sym typeface="+mn-ea"/>
              </a:rPr>
              <a:t>：</a:t>
            </a:r>
            <a:r>
              <a:rPr lang="en-US" altLang="zh-CN" sz="2285" dirty="0" smtClean="0">
                <a:solidFill>
                  <a:schemeClr val="tx1"/>
                </a:solidFill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sz="2285" dirty="0" smtClean="0">
                <a:solidFill>
                  <a:schemeClr val="tx1"/>
                </a:solidFill>
                <a:ea typeface="宋体" panose="02010600030101010101" pitchFamily="2" charset="-122"/>
                <a:sym typeface="+mn-ea"/>
              </a:rPr>
              <a:t>每个</a:t>
            </a:r>
            <a:r>
              <a:rPr lang="en-US" altLang="zh-CN" sz="2285" dirty="0" smtClean="0">
                <a:solidFill>
                  <a:schemeClr val="tx1"/>
                </a:solidFill>
                <a:ea typeface="宋体" panose="02010600030101010101" pitchFamily="2" charset="-122"/>
                <a:sym typeface="+mn-ea"/>
              </a:rPr>
              <a:t>10</a:t>
            </a:r>
            <a:r>
              <a:rPr lang="zh-CN" altLang="en-US" sz="2285" dirty="0" smtClean="0">
                <a:solidFill>
                  <a:schemeClr val="tx1"/>
                </a:solidFill>
                <a:sym typeface="+mn-ea"/>
              </a:rPr>
              <a:t>分</a:t>
            </a:r>
            <a:endParaRPr lang="en-US" altLang="zh-CN" sz="2285" dirty="0" smtClean="0">
              <a:solidFill>
                <a:schemeClr val="tx1"/>
              </a:solidFill>
            </a:endParaRPr>
          </a:p>
          <a:p>
            <a:pPr lvl="0">
              <a:lnSpc>
                <a:spcPct val="110000"/>
              </a:lnSpc>
            </a:pPr>
            <a:r>
              <a:rPr lang="zh-CN" altLang="en-US" sz="2285" dirty="0" smtClean="0">
                <a:solidFill>
                  <a:schemeClr val="tx1"/>
                </a:solidFill>
                <a:sym typeface="+mn-ea"/>
              </a:rPr>
              <a:t>修正现有实验</a:t>
            </a:r>
            <a:r>
              <a:rPr lang="en-US" altLang="zh-CN" sz="2285" dirty="0" smtClean="0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2285" dirty="0" smtClean="0">
                <a:solidFill>
                  <a:schemeClr val="tx1"/>
                </a:solidFill>
                <a:sym typeface="+mn-ea"/>
              </a:rPr>
              <a:t>提出新的挑战实验：</a:t>
            </a:r>
            <a:r>
              <a:rPr lang="en-US" altLang="zh-CN" sz="2285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sz="2285" dirty="0" smtClean="0">
                <a:solidFill>
                  <a:schemeClr val="tx1"/>
                </a:solidFill>
                <a:sym typeface="+mn-ea"/>
              </a:rPr>
              <a:t>最高</a:t>
            </a:r>
            <a:r>
              <a:rPr lang="en-US" altLang="zh-CN" sz="2285" dirty="0" smtClean="0">
                <a:solidFill>
                  <a:schemeClr val="tx1"/>
                </a:solidFill>
                <a:sym typeface="+mn-ea"/>
              </a:rPr>
              <a:t>10</a:t>
            </a:r>
            <a:r>
              <a:rPr lang="zh-CN" altLang="en-US" sz="2285" dirty="0" smtClean="0">
                <a:solidFill>
                  <a:schemeClr val="tx1"/>
                </a:solidFill>
                <a:sym typeface="+mn-ea"/>
              </a:rPr>
              <a:t>分</a:t>
            </a:r>
            <a:endParaRPr lang="en-US" altLang="zh-CN" sz="2285" dirty="0" smtClean="0">
              <a:solidFill>
                <a:schemeClr val="tx1"/>
              </a:solidFill>
            </a:endParaRPr>
          </a:p>
          <a:p>
            <a:pPr lvl="0">
              <a:lnSpc>
                <a:spcPct val="110000"/>
              </a:lnSpc>
            </a:pPr>
            <a:r>
              <a:rPr lang="zh-CN" altLang="en-US" sz="2285" dirty="0" smtClean="0">
                <a:solidFill>
                  <a:schemeClr val="tx1"/>
                </a:solidFill>
                <a:sym typeface="+mn-ea"/>
              </a:rPr>
              <a:t>实验报告要求：讨论解题思路、总结调试经验、陈述心得体会。不认真减分</a:t>
            </a:r>
            <a:r>
              <a:rPr lang="zh-CN" altLang="en-US" sz="2285" dirty="0" smtClean="0">
                <a:solidFill>
                  <a:schemeClr val="tx1"/>
                </a:solidFill>
                <a:latin typeface="方正黑体_GBK" panose="02000000000000000000" charset="-122"/>
                <a:ea typeface="方正黑体_GBK" panose="02000000000000000000" charset="-122"/>
                <a:cs typeface="方正黑体_GBK" panose="02000000000000000000" charset="-122"/>
                <a:sym typeface="+mn-ea"/>
              </a:rPr>
              <a:t>。</a:t>
            </a:r>
            <a:endParaRPr lang="zh-CN" altLang="en-US" sz="2285" dirty="0" smtClean="0">
              <a:solidFill>
                <a:schemeClr val="tx1"/>
              </a:solidFill>
              <a:latin typeface="方正黑体_GBK" panose="02000000000000000000" charset="-122"/>
              <a:ea typeface="方正黑体_GBK" panose="02000000000000000000" charset="-122"/>
              <a:cs typeface="方正黑体_GBK" panose="02000000000000000000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0855" y="3891280"/>
            <a:ext cx="8162925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800" dirty="0">
                <a:solidFill>
                  <a:srgbClr val="FF0000"/>
                </a:solidFill>
                <a:effectLst/>
                <a:latin typeface="-apple-system"/>
                <a:sym typeface="+mn-ea"/>
              </a:rPr>
              <a:t>注意：</a:t>
            </a:r>
            <a:endParaRPr lang="zh-CN" altLang="en-US" sz="1800" dirty="0">
              <a:solidFill>
                <a:srgbClr val="FF0000"/>
              </a:solidFill>
              <a:effectLst/>
              <a:latin typeface="-apple-system"/>
              <a:sym typeface="+mn-ea"/>
            </a:endParaRPr>
          </a:p>
          <a:p>
            <a:r>
              <a:rPr lang="en-US" altLang="zh-CN" sz="1800" dirty="0">
                <a:solidFill>
                  <a:schemeClr val="tx1"/>
                </a:solidFill>
                <a:effectLst/>
                <a:latin typeface="-apple-system"/>
                <a:sym typeface="+mn-ea"/>
              </a:rPr>
              <a:t>1 </a:t>
            </a:r>
            <a:r>
              <a:rPr lang="zh-CN" altLang="en-US" sz="1800" dirty="0">
                <a:solidFill>
                  <a:schemeClr val="tx1"/>
                </a:solidFill>
                <a:effectLst/>
                <a:latin typeface="-apple-system"/>
                <a:ea typeface="宋体" panose="02010600030101010101" pitchFamily="2" charset="-122"/>
                <a:sym typeface="+mn-ea"/>
              </a:rPr>
              <a:t>先在本地自己电脑上完成，再提交代码到头歌实验平台。</a:t>
            </a:r>
            <a:endParaRPr lang="zh-CN" altLang="en-US" sz="1800" dirty="0">
              <a:solidFill>
                <a:schemeClr val="tx1"/>
              </a:solidFill>
              <a:effectLst/>
              <a:latin typeface="-apple-system"/>
              <a:ea typeface="宋体" panose="02010600030101010101" pitchFamily="2" charset="-122"/>
              <a:sym typeface="+mn-ea"/>
            </a:endParaRPr>
          </a:p>
          <a:p>
            <a:r>
              <a:rPr lang="en-US" altLang="zh-CN" sz="1800">
                <a:solidFill>
                  <a:schemeClr val="tx1"/>
                </a:solidFill>
              </a:rPr>
              <a:t>2  </a:t>
            </a:r>
            <a:r>
              <a:rPr lang="zh-CN" altLang="en-US" sz="1800">
                <a:solidFill>
                  <a:schemeClr val="tx1"/>
                </a:solidFill>
                <a:ea typeface="宋体" panose="02010600030101010101" pitchFamily="2" charset="-122"/>
              </a:rPr>
              <a:t>头歌</a:t>
            </a:r>
            <a:r>
              <a:rPr lang="zh-CN" altLang="en-US" sz="1800">
                <a:solidFill>
                  <a:schemeClr val="tx1"/>
                </a:solidFill>
                <a:ea typeface="宋体" panose="02010600030101010101" pitchFamily="2" charset="-122"/>
                <a:sym typeface="+mn-ea"/>
              </a:rPr>
              <a:t>实验</a:t>
            </a:r>
            <a:r>
              <a:rPr lang="zh-CN" altLang="en-US" sz="1800">
                <a:solidFill>
                  <a:schemeClr val="tx1"/>
                </a:solidFill>
                <a:ea typeface="宋体" panose="02010600030101010101" pitchFamily="2" charset="-122"/>
              </a:rPr>
              <a:t>平台的各个实验代码是独立的。</a:t>
            </a: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  <a:p>
            <a:r>
              <a:rPr lang="en-US" altLang="zh-CN" sz="1800">
                <a:solidFill>
                  <a:schemeClr val="tx1"/>
                </a:solidFill>
                <a:ea typeface="宋体" panose="02010600030101010101" pitchFamily="2" charset="-122"/>
              </a:rPr>
              <a:t>3  </a:t>
            </a:r>
            <a:r>
              <a:rPr lang="zh-CN" altLang="en-US" sz="1800" dirty="0" smtClean="0">
                <a:sym typeface="+mn-ea"/>
              </a:rPr>
              <a:t>基础实验答案不查重，</a:t>
            </a:r>
            <a:r>
              <a:rPr lang="zh-CN" altLang="en-US" sz="1800" dirty="0" smtClean="0">
                <a:solidFill>
                  <a:srgbClr val="FF0000"/>
                </a:solidFill>
                <a:sym typeface="+mn-ea"/>
              </a:rPr>
              <a:t>挑战实验答案查重！</a:t>
            </a:r>
            <a:endParaRPr lang="zh-CN" altLang="en-US" sz="1800" dirty="0" smtClean="0">
              <a:solidFill>
                <a:srgbClr val="FF0000"/>
              </a:solidFill>
              <a:sym typeface="+mn-ea"/>
            </a:endParaRPr>
          </a:p>
          <a:p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4  </a:t>
            </a:r>
            <a:r>
              <a:rPr lang="zh-CN" altLang="en-US" sz="1800" dirty="0" smtClean="0">
                <a:sym typeface="+mn-ea"/>
              </a:rPr>
              <a:t>查重范围：全年级，</a:t>
            </a:r>
            <a:r>
              <a:rPr lang="zh-CN" altLang="en-US" sz="1800" dirty="0" smtClean="0">
                <a:sym typeface="+mn-ea"/>
              </a:rPr>
              <a:t>提交他人之前提交过的代码（重复度超过</a:t>
            </a:r>
            <a:r>
              <a:rPr lang="en-US" altLang="zh-CN" sz="1800" dirty="0" smtClean="0">
                <a:sym typeface="+mn-ea"/>
              </a:rPr>
              <a:t>90%</a:t>
            </a:r>
            <a:r>
              <a:rPr lang="zh-CN" altLang="en-US" sz="1800" dirty="0" smtClean="0">
                <a:sym typeface="+mn-ea"/>
              </a:rPr>
              <a:t>）</a:t>
            </a:r>
            <a:endParaRPr lang="zh-CN" altLang="en-US" sz="1800" dirty="0" smtClean="0">
              <a:sym typeface="+mn-ea"/>
            </a:endParaRPr>
          </a:p>
          <a:p>
            <a:r>
              <a:rPr lang="en-US" altLang="zh-CN" sz="1800" dirty="0" smtClean="0">
                <a:sym typeface="+mn-ea"/>
              </a:rPr>
              <a:t>(</a:t>
            </a:r>
            <a:r>
              <a:rPr lang="zh-CN" altLang="en-US" sz="1800" dirty="0" smtClean="0">
                <a:sym typeface="+mn-ea"/>
              </a:rPr>
              <a:t>被认定抄袭的，挑战实验不算通过，不加分</a:t>
            </a:r>
            <a:r>
              <a:rPr lang="en-US" altLang="zh-CN" sz="1800" dirty="0" smtClean="0">
                <a:sym typeface="+mn-ea"/>
              </a:rPr>
              <a:t>)</a:t>
            </a: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  <a:p>
            <a:r>
              <a:rPr lang="en-US" altLang="zh-CN" sz="1800" dirty="0" smtClean="0">
                <a:sym typeface="+mn-ea"/>
              </a:rPr>
              <a:t>(</a:t>
            </a:r>
            <a:r>
              <a:rPr lang="zh-CN" altLang="en-US" sz="1800" dirty="0" smtClean="0">
                <a:sym typeface="+mn-ea"/>
              </a:rPr>
              <a:t>可以在网上查资料，但不要在网上找答案并无脑抄袭！</a:t>
            </a:r>
            <a:r>
              <a:rPr lang="en-US" altLang="zh-CN" sz="1800" dirty="0" smtClean="0">
                <a:sym typeface="+mn-ea"/>
              </a:rPr>
              <a:t>)</a:t>
            </a:r>
            <a:endParaRPr lang="en-US" altLang="zh-CN" sz="1800" dirty="0" smtClean="0">
              <a:sym typeface="+mn-ea"/>
            </a:endParaRPr>
          </a:p>
          <a:p>
            <a:r>
              <a:rPr lang="en-US" altLang="zh-CN" sz="1800" dirty="0" smtClean="0">
                <a:sym typeface="+mn-ea"/>
              </a:rPr>
              <a:t>(</a:t>
            </a:r>
            <a:r>
              <a:rPr lang="zh-CN" altLang="en-US" sz="1800" dirty="0" smtClean="0">
                <a:sym typeface="+mn-ea"/>
              </a:rPr>
              <a:t>请保存实验的本地提交、调试记录，作为独立完成的证明</a:t>
            </a:r>
            <a:r>
              <a:rPr lang="en-US" altLang="zh-CN" sz="1800" dirty="0" smtClean="0">
                <a:sym typeface="+mn-ea"/>
              </a:rPr>
              <a:t>)</a:t>
            </a:r>
            <a:endParaRPr lang="en-US" altLang="zh-CN" sz="1800" dirty="0" smtClean="0">
              <a:sym typeface="+mn-ea"/>
            </a:endParaRPr>
          </a:p>
          <a:p>
            <a:r>
              <a:rPr lang="en-US" altLang="zh-CN" sz="1800" dirty="0" smtClean="0">
                <a:sym typeface="+mn-ea"/>
              </a:rPr>
              <a:t>(</a:t>
            </a:r>
            <a:r>
              <a:rPr lang="zh-CN" altLang="en-US" sz="1800" dirty="0" smtClean="0">
                <a:sym typeface="+mn-ea"/>
              </a:rPr>
              <a:t>老师会在评判</a:t>
            </a:r>
            <a:r>
              <a:rPr lang="en-US" altLang="zh-CN" sz="1800" dirty="0" smtClean="0">
                <a:sym typeface="+mn-ea"/>
              </a:rPr>
              <a:t>/</a:t>
            </a:r>
            <a:r>
              <a:rPr lang="zh-CN" altLang="en-US" sz="1800" dirty="0" smtClean="0">
                <a:sym typeface="+mn-ea"/>
              </a:rPr>
              <a:t>打分时综合考虑查重情况，可能会询问</a:t>
            </a:r>
            <a:r>
              <a:rPr lang="en-US" altLang="zh-CN" sz="1800" dirty="0" smtClean="0">
                <a:sym typeface="+mn-ea"/>
              </a:rPr>
              <a:t>/</a:t>
            </a:r>
            <a:r>
              <a:rPr lang="zh-CN" altLang="en-US" sz="1800" dirty="0" smtClean="0">
                <a:sym typeface="+mn-ea"/>
              </a:rPr>
              <a:t>查看独立完成的证明</a:t>
            </a: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354320" y="3234690"/>
            <a:ext cx="354266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/>
            <a:r>
              <a:rPr lang="zh-CN" altLang="en-US" sz="2400" dirty="0" smtClean="0">
                <a:sym typeface="+mn-ea"/>
              </a:rPr>
              <a:t>头歌平台提交截止时间：</a:t>
            </a:r>
            <a:endParaRPr lang="zh-CN" altLang="en-US" sz="2400" dirty="0" smtClean="0">
              <a:sym typeface="+mn-ea"/>
            </a:endParaRPr>
          </a:p>
          <a:p>
            <a:pPr lvl="0" algn="l"/>
            <a:r>
              <a:rPr lang="en-US" altLang="zh-CN" sz="2400" dirty="0" smtClean="0">
                <a:sym typeface="+mn-ea"/>
              </a:rPr>
              <a:t>2025</a:t>
            </a:r>
            <a:r>
              <a:rPr lang="zh-CN" altLang="en-US" sz="2400" dirty="0" smtClean="0">
                <a:sym typeface="+mn-ea"/>
              </a:rPr>
              <a:t>年</a:t>
            </a:r>
            <a:r>
              <a:rPr lang="en-US" altLang="zh-CN" sz="2400" dirty="0" smtClean="0">
                <a:sym typeface="+mn-ea"/>
              </a:rPr>
              <a:t>12</a:t>
            </a:r>
            <a:r>
              <a:rPr lang="zh-CN" altLang="en-US" sz="2400" dirty="0" smtClean="0">
                <a:sym typeface="+mn-ea"/>
              </a:rPr>
              <a:t>月</a:t>
            </a:r>
            <a:r>
              <a:rPr lang="en-US" altLang="zh-CN" sz="2400" dirty="0" smtClean="0">
                <a:sym typeface="+mn-ea"/>
              </a:rPr>
              <a:t>31</a:t>
            </a:r>
            <a:r>
              <a:rPr lang="zh-CN" altLang="en-US" sz="2400" dirty="0" smtClean="0">
                <a:sym typeface="+mn-ea"/>
              </a:rPr>
              <a:t>日</a:t>
            </a:r>
            <a:endParaRPr lang="zh-CN" altLang="en-US" sz="2400" dirty="0" smtClean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757921812036_temp_qrcode_share_9993"/>
          <p:cNvPicPr>
            <a:picLocks noChangeAspect="1"/>
          </p:cNvPicPr>
          <p:nvPr/>
        </p:nvPicPr>
        <p:blipFill>
          <a:blip r:embed="rId1"/>
          <a:srcRect t="16028" b="21852"/>
          <a:stretch>
            <a:fillRect/>
          </a:stretch>
        </p:blipFill>
        <p:spPr>
          <a:xfrm>
            <a:off x="5362575" y="595630"/>
            <a:ext cx="3688715" cy="407352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3538" y="595313"/>
            <a:ext cx="8393112" cy="645160"/>
          </a:xfrm>
        </p:spPr>
        <p:txBody>
          <a:bodyPr/>
          <a:lstStyle/>
          <a:p>
            <a:r>
              <a:rPr lang="zh-CN" altLang="en-US" sz="4000" b="0" dirty="0" smtClean="0">
                <a:solidFill>
                  <a:schemeClr val="tx1"/>
                </a:solidFill>
              </a:rPr>
              <a:t>实验答疑和交流</a:t>
            </a:r>
            <a:endParaRPr lang="zh-CN" altLang="en-US" sz="4000" b="0" dirty="0" smtClean="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2075" y="1362075"/>
            <a:ext cx="5532755" cy="3839210"/>
          </a:xfrm>
        </p:spPr>
        <p:txBody>
          <a:bodyPr wrap="square">
            <a:noAutofit/>
          </a:bodyPr>
          <a:lstStyle/>
          <a:p>
            <a:pPr marL="0" algn="l"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solidFill>
                  <a:schemeClr val="tx1"/>
                </a:solidFill>
              </a:rPr>
              <a:t>加入</a:t>
            </a:r>
            <a:r>
              <a:rPr lang="en-US" altLang="zh-CN" sz="2800" dirty="0" smtClean="0">
                <a:solidFill>
                  <a:schemeClr val="tx1"/>
                </a:solidFill>
              </a:rPr>
              <a:t>QQ</a:t>
            </a:r>
            <a:r>
              <a:rPr lang="zh-CN" altLang="en-US" sz="2800" dirty="0" smtClean="0">
                <a:solidFill>
                  <a:schemeClr val="tx1"/>
                </a:solidFill>
              </a:rPr>
              <a:t>答疑和交流群，备注班级和姓名，</a:t>
            </a:r>
            <a:endParaRPr lang="zh-CN" altLang="en-US" sz="2800" dirty="0" smtClean="0">
              <a:solidFill>
                <a:schemeClr val="tx1"/>
              </a:solidFill>
            </a:endParaRPr>
          </a:p>
          <a:p>
            <a:pPr marL="0" indent="457200" algn="l">
              <a:buFont typeface="Arial" panose="020B0604020202020204" pitchFamily="34" charset="0"/>
              <a:buNone/>
            </a:pPr>
            <a:r>
              <a:rPr lang="zh-CN" altLang="en-US" sz="2800" dirty="0" smtClean="0">
                <a:solidFill>
                  <a:schemeClr val="tx1"/>
                </a:solidFill>
              </a:rPr>
              <a:t>例如“</a:t>
            </a:r>
            <a:r>
              <a:rPr lang="en-US" altLang="zh-CN" sz="2800" dirty="0" smtClean="0">
                <a:solidFill>
                  <a:schemeClr val="tx1"/>
                </a:solidFill>
              </a:rPr>
              <a:t>CS2209-</a:t>
            </a:r>
            <a:r>
              <a:rPr lang="zh-CN" altLang="en-US" sz="2800" dirty="0" smtClean="0">
                <a:solidFill>
                  <a:schemeClr val="tx1"/>
                </a:solidFill>
              </a:rPr>
              <a:t>张三”</a:t>
            </a:r>
            <a:endParaRPr lang="zh-CN" altLang="en-US" sz="2800" dirty="0" smtClean="0">
              <a:solidFill>
                <a:schemeClr val="tx1"/>
              </a:solidFill>
            </a:endParaRPr>
          </a:p>
          <a:p>
            <a:pPr marL="0" lvl="0" indent="0">
              <a:buNone/>
            </a:pPr>
            <a:endParaRPr lang="zh-CN" alt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solidFill>
                  <a:schemeClr val="tx1"/>
                </a:solidFill>
              </a:rPr>
              <a:t>加入头歌平台指定班级邀请码</a:t>
            </a:r>
            <a:endParaRPr lang="en-US" altLang="zh-CN" sz="28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800" dirty="0" smtClean="0">
                <a:solidFill>
                  <a:schemeClr val="tx1"/>
                </a:solidFill>
              </a:rPr>
              <a:t>   CS2307:        UXHPVC</a:t>
            </a:r>
            <a:endParaRPr lang="en-US" altLang="zh-CN" sz="28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800" dirty="0" smtClean="0">
                <a:solidFill>
                  <a:schemeClr val="tx1"/>
                </a:solidFill>
              </a:rPr>
              <a:t>   </a:t>
            </a:r>
            <a:r>
              <a:rPr lang="en-US" altLang="zh-CN" sz="2800" dirty="0" smtClean="0">
                <a:solidFill>
                  <a:schemeClr val="tx1"/>
                </a:solidFill>
                <a:sym typeface="+mn-ea"/>
              </a:rPr>
              <a:t>本硕博2301:   ZKNWEG</a:t>
            </a:r>
            <a:endParaRPr lang="en-US" altLang="zh-CN" sz="2800" dirty="0" smtClean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62575" y="4745355"/>
            <a:ext cx="368871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dirty="0" smtClean="0">
                <a:solidFill>
                  <a:schemeClr val="tx1"/>
                </a:solidFill>
                <a:sym typeface="+mn-ea"/>
              </a:rPr>
              <a:t>加群时要求回答问题</a:t>
            </a:r>
            <a:endParaRPr lang="zh-CN" altLang="en-US" sz="2400" dirty="0" smtClean="0">
              <a:solidFill>
                <a:schemeClr val="tx1"/>
              </a:solidFill>
              <a:sym typeface="+mn-ea"/>
            </a:endParaRPr>
          </a:p>
          <a:p>
            <a:r>
              <a:rPr lang="zh-CN" altLang="en-US" sz="2400" dirty="0" smtClean="0">
                <a:solidFill>
                  <a:schemeClr val="tx1"/>
                </a:solidFill>
                <a:sym typeface="+mn-ea"/>
              </a:rPr>
              <a:t>问题：课程名称是什么？</a:t>
            </a:r>
            <a:endParaRPr lang="zh-CN" altLang="en-US" sz="2400" dirty="0" smtClean="0">
              <a:solidFill>
                <a:schemeClr val="tx1"/>
              </a:solidFill>
              <a:sym typeface="+mn-ea"/>
            </a:endParaRPr>
          </a:p>
          <a:p>
            <a:r>
              <a:rPr lang="zh-CN" altLang="en-US" sz="2400" dirty="0" smtClean="0">
                <a:solidFill>
                  <a:schemeClr val="tx1"/>
                </a:solidFill>
                <a:sym typeface="+mn-ea"/>
              </a:rPr>
              <a:t>回答：操作系统</a:t>
            </a:r>
            <a:r>
              <a:rPr lang="en-US" altLang="zh-CN" sz="2400" dirty="0" smtClean="0">
                <a:solidFill>
                  <a:schemeClr val="tx1"/>
                </a:solidFill>
                <a:sym typeface="+mn-ea"/>
              </a:rPr>
              <a:t>-2025</a:t>
            </a:r>
            <a:endParaRPr lang="en-US" altLang="zh-CN" sz="2400" dirty="0" smtClean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SAF_2004_Template">
  <a:themeElements>
    <a:clrScheme name="">
      <a:dk1>
        <a:srgbClr val="000000"/>
      </a:dk1>
      <a:lt1>
        <a:srgbClr val="FFFFFF"/>
      </a:lt1>
      <a:dk2>
        <a:srgbClr val="FF9900"/>
      </a:dk2>
      <a:lt2>
        <a:srgbClr val="5F5F5F"/>
      </a:lt2>
      <a:accent1>
        <a:srgbClr val="FCEB98"/>
      </a:accent1>
      <a:accent2>
        <a:srgbClr val="000099"/>
      </a:accent2>
      <a:accent3>
        <a:srgbClr val="FFFFFF"/>
      </a:accent3>
      <a:accent4>
        <a:srgbClr val="000000"/>
      </a:accent4>
      <a:accent5>
        <a:srgbClr val="FDF3CA"/>
      </a:accent5>
      <a:accent6>
        <a:srgbClr val="000089"/>
      </a:accent6>
      <a:hlink>
        <a:srgbClr val="66CC66"/>
      </a:hlink>
      <a:folHlink>
        <a:srgbClr val="6699FF"/>
      </a:folHlink>
    </a:clrScheme>
    <a:fontScheme name="">
      <a:majorFont>
        <a:latin typeface="DejaVu Sans"/>
        <a:ea typeface="方正书宋_GBK"/>
        <a:cs typeface=""/>
      </a:majorFont>
      <a:minorFont>
        <a:latin typeface="DejaVu Sans"/>
        <a:ea typeface="方正书宋_GBK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00478E"/>
        </a:lt1>
        <a:dk2>
          <a:srgbClr val="FFCC29"/>
        </a:dk2>
        <a:lt2>
          <a:srgbClr val="000000"/>
        </a:lt2>
        <a:accent1>
          <a:srgbClr val="FCEB98"/>
        </a:accent1>
        <a:accent2>
          <a:srgbClr val="FA7438"/>
        </a:accent2>
        <a:accent3>
          <a:srgbClr val="AAB1C6"/>
        </a:accent3>
        <a:accent4>
          <a:srgbClr val="DCDCDC"/>
        </a:accent4>
        <a:accent5>
          <a:srgbClr val="FDF3CA"/>
        </a:accent5>
        <a:accent6>
          <a:srgbClr val="E06731"/>
        </a:accent6>
        <a:hlink>
          <a:srgbClr val="66CC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FFCC29"/>
        </a:dk2>
        <a:lt2>
          <a:srgbClr val="FFFFCC"/>
        </a:lt2>
        <a:accent1>
          <a:srgbClr val="FCEB98"/>
        </a:accent1>
        <a:accent2>
          <a:srgbClr val="FA7438"/>
        </a:accent2>
        <a:accent3>
          <a:srgbClr val="FFFFFF"/>
        </a:accent3>
        <a:accent4>
          <a:srgbClr val="000000"/>
        </a:accent4>
        <a:accent5>
          <a:srgbClr val="FDF3CA"/>
        </a:accent5>
        <a:accent6>
          <a:srgbClr val="E06731"/>
        </a:accent6>
        <a:hlink>
          <a:srgbClr val="66CC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FFCC29"/>
        </a:dk2>
        <a:lt2>
          <a:srgbClr val="FFFFCC"/>
        </a:lt2>
        <a:accent1>
          <a:srgbClr val="FCEB98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DF3CA"/>
        </a:accent5>
        <a:accent6>
          <a:srgbClr val="0000E5"/>
        </a:accent6>
        <a:hlink>
          <a:srgbClr val="66CC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FFCC29"/>
        </a:dk2>
        <a:lt2>
          <a:srgbClr val="FFFFCC"/>
        </a:lt2>
        <a:accent1>
          <a:srgbClr val="FCEB98"/>
        </a:accent1>
        <a:accent2>
          <a:srgbClr val="000099"/>
        </a:accent2>
        <a:accent3>
          <a:srgbClr val="FFFFFF"/>
        </a:accent3>
        <a:accent4>
          <a:srgbClr val="000000"/>
        </a:accent4>
        <a:accent5>
          <a:srgbClr val="FDF3CA"/>
        </a:accent5>
        <a:accent6>
          <a:srgbClr val="000089"/>
        </a:accent6>
        <a:hlink>
          <a:srgbClr val="66CC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FFCC29"/>
        </a:dk2>
        <a:lt2>
          <a:srgbClr val="5F5F5F"/>
        </a:lt2>
        <a:accent1>
          <a:srgbClr val="FCEB98"/>
        </a:accent1>
        <a:accent2>
          <a:srgbClr val="000099"/>
        </a:accent2>
        <a:accent3>
          <a:srgbClr val="FFFFFF"/>
        </a:accent3>
        <a:accent4>
          <a:srgbClr val="000000"/>
        </a:accent4>
        <a:accent5>
          <a:srgbClr val="FDF3CA"/>
        </a:accent5>
        <a:accent6>
          <a:srgbClr val="000089"/>
        </a:accent6>
        <a:hlink>
          <a:srgbClr val="66CC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FF9900"/>
        </a:dk2>
        <a:lt2>
          <a:srgbClr val="5F5F5F"/>
        </a:lt2>
        <a:accent1>
          <a:srgbClr val="FCEB98"/>
        </a:accent1>
        <a:accent2>
          <a:srgbClr val="000099"/>
        </a:accent2>
        <a:accent3>
          <a:srgbClr val="FFFFFF"/>
        </a:accent3>
        <a:accent4>
          <a:srgbClr val="000000"/>
        </a:accent4>
        <a:accent5>
          <a:srgbClr val="FDF3CA"/>
        </a:accent5>
        <a:accent6>
          <a:srgbClr val="000089"/>
        </a:accent6>
        <a:hlink>
          <a:srgbClr val="66CC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SAF_2004_Template">
  <a:themeElements>
    <a:clrScheme name="">
      <a:dk1>
        <a:srgbClr val="000000"/>
      </a:dk1>
      <a:lt1>
        <a:srgbClr val="FFFFFF"/>
      </a:lt1>
      <a:dk2>
        <a:srgbClr val="FF9900"/>
      </a:dk2>
      <a:lt2>
        <a:srgbClr val="5F5F5F"/>
      </a:lt2>
      <a:accent1>
        <a:srgbClr val="FCEB98"/>
      </a:accent1>
      <a:accent2>
        <a:srgbClr val="000099"/>
      </a:accent2>
      <a:accent3>
        <a:srgbClr val="FFFFFF"/>
      </a:accent3>
      <a:accent4>
        <a:srgbClr val="000000"/>
      </a:accent4>
      <a:accent5>
        <a:srgbClr val="FDF3CA"/>
      </a:accent5>
      <a:accent6>
        <a:srgbClr val="000089"/>
      </a:accent6>
      <a:hlink>
        <a:srgbClr val="66CC66"/>
      </a:hlink>
      <a:folHlink>
        <a:srgbClr val="6699FF"/>
      </a:folHlink>
    </a:clrScheme>
    <a:fontScheme name="">
      <a:majorFont>
        <a:latin typeface="DejaVu Sans"/>
        <a:ea typeface="方正书宋_GBK"/>
        <a:cs typeface=""/>
      </a:majorFont>
      <a:minorFont>
        <a:latin typeface="DejaVu Sans"/>
        <a:ea typeface="方正书宋_GBK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00478E"/>
        </a:lt1>
        <a:dk2>
          <a:srgbClr val="FFCC29"/>
        </a:dk2>
        <a:lt2>
          <a:srgbClr val="000000"/>
        </a:lt2>
        <a:accent1>
          <a:srgbClr val="FCEB98"/>
        </a:accent1>
        <a:accent2>
          <a:srgbClr val="FA7438"/>
        </a:accent2>
        <a:accent3>
          <a:srgbClr val="AAB1C6"/>
        </a:accent3>
        <a:accent4>
          <a:srgbClr val="DCDCDC"/>
        </a:accent4>
        <a:accent5>
          <a:srgbClr val="FDF3CA"/>
        </a:accent5>
        <a:accent6>
          <a:srgbClr val="E06731"/>
        </a:accent6>
        <a:hlink>
          <a:srgbClr val="66CC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FFCC29"/>
        </a:dk2>
        <a:lt2>
          <a:srgbClr val="FFFFCC"/>
        </a:lt2>
        <a:accent1>
          <a:srgbClr val="FCEB98"/>
        </a:accent1>
        <a:accent2>
          <a:srgbClr val="FA7438"/>
        </a:accent2>
        <a:accent3>
          <a:srgbClr val="FFFFFF"/>
        </a:accent3>
        <a:accent4>
          <a:srgbClr val="000000"/>
        </a:accent4>
        <a:accent5>
          <a:srgbClr val="FDF3CA"/>
        </a:accent5>
        <a:accent6>
          <a:srgbClr val="E06731"/>
        </a:accent6>
        <a:hlink>
          <a:srgbClr val="66CC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FFCC29"/>
        </a:dk2>
        <a:lt2>
          <a:srgbClr val="FFFFCC"/>
        </a:lt2>
        <a:accent1>
          <a:srgbClr val="FCEB98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DF3CA"/>
        </a:accent5>
        <a:accent6>
          <a:srgbClr val="0000E5"/>
        </a:accent6>
        <a:hlink>
          <a:srgbClr val="66CC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FFCC29"/>
        </a:dk2>
        <a:lt2>
          <a:srgbClr val="FFFFCC"/>
        </a:lt2>
        <a:accent1>
          <a:srgbClr val="FCEB98"/>
        </a:accent1>
        <a:accent2>
          <a:srgbClr val="000099"/>
        </a:accent2>
        <a:accent3>
          <a:srgbClr val="FFFFFF"/>
        </a:accent3>
        <a:accent4>
          <a:srgbClr val="000000"/>
        </a:accent4>
        <a:accent5>
          <a:srgbClr val="FDF3CA"/>
        </a:accent5>
        <a:accent6>
          <a:srgbClr val="000089"/>
        </a:accent6>
        <a:hlink>
          <a:srgbClr val="66CC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FFCC29"/>
        </a:dk2>
        <a:lt2>
          <a:srgbClr val="5F5F5F"/>
        </a:lt2>
        <a:accent1>
          <a:srgbClr val="FCEB98"/>
        </a:accent1>
        <a:accent2>
          <a:srgbClr val="000099"/>
        </a:accent2>
        <a:accent3>
          <a:srgbClr val="FFFFFF"/>
        </a:accent3>
        <a:accent4>
          <a:srgbClr val="000000"/>
        </a:accent4>
        <a:accent5>
          <a:srgbClr val="FDF3CA"/>
        </a:accent5>
        <a:accent6>
          <a:srgbClr val="000089"/>
        </a:accent6>
        <a:hlink>
          <a:srgbClr val="66CC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FF9900"/>
        </a:dk2>
        <a:lt2>
          <a:srgbClr val="5F5F5F"/>
        </a:lt2>
        <a:accent1>
          <a:srgbClr val="FCEB98"/>
        </a:accent1>
        <a:accent2>
          <a:srgbClr val="000099"/>
        </a:accent2>
        <a:accent3>
          <a:srgbClr val="FFFFFF"/>
        </a:accent3>
        <a:accent4>
          <a:srgbClr val="000000"/>
        </a:accent4>
        <a:accent5>
          <a:srgbClr val="FDF3CA"/>
        </a:accent5>
        <a:accent6>
          <a:srgbClr val="000089"/>
        </a:accent6>
        <a:hlink>
          <a:srgbClr val="66CC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AF_2004_Template">
  <a:themeElements>
    <a:clrScheme name="">
      <a:dk1>
        <a:srgbClr val="000000"/>
      </a:dk1>
      <a:lt1>
        <a:srgbClr val="FFFFFF"/>
      </a:lt1>
      <a:dk2>
        <a:srgbClr val="FF9900"/>
      </a:dk2>
      <a:lt2>
        <a:srgbClr val="5F5F5F"/>
      </a:lt2>
      <a:accent1>
        <a:srgbClr val="FCEB98"/>
      </a:accent1>
      <a:accent2>
        <a:srgbClr val="000099"/>
      </a:accent2>
      <a:accent3>
        <a:srgbClr val="FFFFFF"/>
      </a:accent3>
      <a:accent4>
        <a:srgbClr val="000000"/>
      </a:accent4>
      <a:accent5>
        <a:srgbClr val="FDF3CA"/>
      </a:accent5>
      <a:accent6>
        <a:srgbClr val="000089"/>
      </a:accent6>
      <a:hlink>
        <a:srgbClr val="66CC66"/>
      </a:hlink>
      <a:folHlink>
        <a:srgbClr val="6699FF"/>
      </a:folHlink>
    </a:clrScheme>
    <a:fontScheme name="">
      <a:majorFont>
        <a:latin typeface="DejaVu Sans"/>
        <a:ea typeface="方正书宋_GBK"/>
        <a:cs typeface=""/>
      </a:majorFont>
      <a:minorFont>
        <a:latin typeface="DejaVu Sans"/>
        <a:ea typeface="方正书宋_GBK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00478E"/>
        </a:lt1>
        <a:dk2>
          <a:srgbClr val="FFCC29"/>
        </a:dk2>
        <a:lt2>
          <a:srgbClr val="000000"/>
        </a:lt2>
        <a:accent1>
          <a:srgbClr val="FCEB98"/>
        </a:accent1>
        <a:accent2>
          <a:srgbClr val="FA7438"/>
        </a:accent2>
        <a:accent3>
          <a:srgbClr val="AAB1C6"/>
        </a:accent3>
        <a:accent4>
          <a:srgbClr val="DCDCDC"/>
        </a:accent4>
        <a:accent5>
          <a:srgbClr val="FDF3CA"/>
        </a:accent5>
        <a:accent6>
          <a:srgbClr val="E06731"/>
        </a:accent6>
        <a:hlink>
          <a:srgbClr val="66CC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FFCC29"/>
        </a:dk2>
        <a:lt2>
          <a:srgbClr val="FFFFCC"/>
        </a:lt2>
        <a:accent1>
          <a:srgbClr val="FCEB98"/>
        </a:accent1>
        <a:accent2>
          <a:srgbClr val="FA7438"/>
        </a:accent2>
        <a:accent3>
          <a:srgbClr val="FFFFFF"/>
        </a:accent3>
        <a:accent4>
          <a:srgbClr val="000000"/>
        </a:accent4>
        <a:accent5>
          <a:srgbClr val="FDF3CA"/>
        </a:accent5>
        <a:accent6>
          <a:srgbClr val="E06731"/>
        </a:accent6>
        <a:hlink>
          <a:srgbClr val="66CC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FFCC29"/>
        </a:dk2>
        <a:lt2>
          <a:srgbClr val="FFFFCC"/>
        </a:lt2>
        <a:accent1>
          <a:srgbClr val="FCEB98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DF3CA"/>
        </a:accent5>
        <a:accent6>
          <a:srgbClr val="0000E5"/>
        </a:accent6>
        <a:hlink>
          <a:srgbClr val="66CC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FFCC29"/>
        </a:dk2>
        <a:lt2>
          <a:srgbClr val="FFFFCC"/>
        </a:lt2>
        <a:accent1>
          <a:srgbClr val="FCEB98"/>
        </a:accent1>
        <a:accent2>
          <a:srgbClr val="000099"/>
        </a:accent2>
        <a:accent3>
          <a:srgbClr val="FFFFFF"/>
        </a:accent3>
        <a:accent4>
          <a:srgbClr val="000000"/>
        </a:accent4>
        <a:accent5>
          <a:srgbClr val="FDF3CA"/>
        </a:accent5>
        <a:accent6>
          <a:srgbClr val="000089"/>
        </a:accent6>
        <a:hlink>
          <a:srgbClr val="66CC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FFCC29"/>
        </a:dk2>
        <a:lt2>
          <a:srgbClr val="5F5F5F"/>
        </a:lt2>
        <a:accent1>
          <a:srgbClr val="FCEB98"/>
        </a:accent1>
        <a:accent2>
          <a:srgbClr val="000099"/>
        </a:accent2>
        <a:accent3>
          <a:srgbClr val="FFFFFF"/>
        </a:accent3>
        <a:accent4>
          <a:srgbClr val="000000"/>
        </a:accent4>
        <a:accent5>
          <a:srgbClr val="FDF3CA"/>
        </a:accent5>
        <a:accent6>
          <a:srgbClr val="000089"/>
        </a:accent6>
        <a:hlink>
          <a:srgbClr val="66CC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FF9900"/>
        </a:dk2>
        <a:lt2>
          <a:srgbClr val="5F5F5F"/>
        </a:lt2>
        <a:accent1>
          <a:srgbClr val="FCEB98"/>
        </a:accent1>
        <a:accent2>
          <a:srgbClr val="000099"/>
        </a:accent2>
        <a:accent3>
          <a:srgbClr val="FFFFFF"/>
        </a:accent3>
        <a:accent4>
          <a:srgbClr val="000000"/>
        </a:accent4>
        <a:accent5>
          <a:srgbClr val="FDF3CA"/>
        </a:accent5>
        <a:accent6>
          <a:srgbClr val="000089"/>
        </a:accent6>
        <a:hlink>
          <a:srgbClr val="66CC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SAF_2004_Template">
  <a:themeElements>
    <a:clrScheme name="">
      <a:dk1>
        <a:srgbClr val="000000"/>
      </a:dk1>
      <a:lt1>
        <a:srgbClr val="FFFFFF"/>
      </a:lt1>
      <a:dk2>
        <a:srgbClr val="FF9900"/>
      </a:dk2>
      <a:lt2>
        <a:srgbClr val="5F5F5F"/>
      </a:lt2>
      <a:accent1>
        <a:srgbClr val="FCEB98"/>
      </a:accent1>
      <a:accent2>
        <a:srgbClr val="000099"/>
      </a:accent2>
      <a:accent3>
        <a:srgbClr val="FFFFFF"/>
      </a:accent3>
      <a:accent4>
        <a:srgbClr val="000000"/>
      </a:accent4>
      <a:accent5>
        <a:srgbClr val="FDF3CA"/>
      </a:accent5>
      <a:accent6>
        <a:srgbClr val="000089"/>
      </a:accent6>
      <a:hlink>
        <a:srgbClr val="66CC66"/>
      </a:hlink>
      <a:folHlink>
        <a:srgbClr val="6699FF"/>
      </a:folHlink>
    </a:clrScheme>
    <a:fontScheme name="">
      <a:majorFont>
        <a:latin typeface="DejaVu Sans"/>
        <a:ea typeface="方正书宋_GBK"/>
        <a:cs typeface=""/>
      </a:majorFont>
      <a:minorFont>
        <a:latin typeface="DejaVu Sans"/>
        <a:ea typeface="方正书宋_GBK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00478E"/>
        </a:lt1>
        <a:dk2>
          <a:srgbClr val="FFCC29"/>
        </a:dk2>
        <a:lt2>
          <a:srgbClr val="000000"/>
        </a:lt2>
        <a:accent1>
          <a:srgbClr val="FCEB98"/>
        </a:accent1>
        <a:accent2>
          <a:srgbClr val="FA7438"/>
        </a:accent2>
        <a:accent3>
          <a:srgbClr val="AAB1C6"/>
        </a:accent3>
        <a:accent4>
          <a:srgbClr val="DCDCDC"/>
        </a:accent4>
        <a:accent5>
          <a:srgbClr val="FDF3CA"/>
        </a:accent5>
        <a:accent6>
          <a:srgbClr val="E06731"/>
        </a:accent6>
        <a:hlink>
          <a:srgbClr val="66CC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FFCC29"/>
        </a:dk2>
        <a:lt2>
          <a:srgbClr val="FFFFCC"/>
        </a:lt2>
        <a:accent1>
          <a:srgbClr val="FCEB98"/>
        </a:accent1>
        <a:accent2>
          <a:srgbClr val="FA7438"/>
        </a:accent2>
        <a:accent3>
          <a:srgbClr val="FFFFFF"/>
        </a:accent3>
        <a:accent4>
          <a:srgbClr val="000000"/>
        </a:accent4>
        <a:accent5>
          <a:srgbClr val="FDF3CA"/>
        </a:accent5>
        <a:accent6>
          <a:srgbClr val="E06731"/>
        </a:accent6>
        <a:hlink>
          <a:srgbClr val="66CC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FFCC29"/>
        </a:dk2>
        <a:lt2>
          <a:srgbClr val="FFFFCC"/>
        </a:lt2>
        <a:accent1>
          <a:srgbClr val="FCEB98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DF3CA"/>
        </a:accent5>
        <a:accent6>
          <a:srgbClr val="0000E5"/>
        </a:accent6>
        <a:hlink>
          <a:srgbClr val="66CC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FFCC29"/>
        </a:dk2>
        <a:lt2>
          <a:srgbClr val="FFFFCC"/>
        </a:lt2>
        <a:accent1>
          <a:srgbClr val="FCEB98"/>
        </a:accent1>
        <a:accent2>
          <a:srgbClr val="000099"/>
        </a:accent2>
        <a:accent3>
          <a:srgbClr val="FFFFFF"/>
        </a:accent3>
        <a:accent4>
          <a:srgbClr val="000000"/>
        </a:accent4>
        <a:accent5>
          <a:srgbClr val="FDF3CA"/>
        </a:accent5>
        <a:accent6>
          <a:srgbClr val="000089"/>
        </a:accent6>
        <a:hlink>
          <a:srgbClr val="66CC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FFCC29"/>
        </a:dk2>
        <a:lt2>
          <a:srgbClr val="5F5F5F"/>
        </a:lt2>
        <a:accent1>
          <a:srgbClr val="FCEB98"/>
        </a:accent1>
        <a:accent2>
          <a:srgbClr val="000099"/>
        </a:accent2>
        <a:accent3>
          <a:srgbClr val="FFFFFF"/>
        </a:accent3>
        <a:accent4>
          <a:srgbClr val="000000"/>
        </a:accent4>
        <a:accent5>
          <a:srgbClr val="FDF3CA"/>
        </a:accent5>
        <a:accent6>
          <a:srgbClr val="000089"/>
        </a:accent6>
        <a:hlink>
          <a:srgbClr val="66CC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FF9900"/>
        </a:dk2>
        <a:lt2>
          <a:srgbClr val="5F5F5F"/>
        </a:lt2>
        <a:accent1>
          <a:srgbClr val="FCEB98"/>
        </a:accent1>
        <a:accent2>
          <a:srgbClr val="000099"/>
        </a:accent2>
        <a:accent3>
          <a:srgbClr val="FFFFFF"/>
        </a:accent3>
        <a:accent4>
          <a:srgbClr val="000000"/>
        </a:accent4>
        <a:accent5>
          <a:srgbClr val="FDF3CA"/>
        </a:accent5>
        <a:accent6>
          <a:srgbClr val="000089"/>
        </a:accent6>
        <a:hlink>
          <a:srgbClr val="66CC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4_SAF_2004_Template">
  <a:themeElements>
    <a:clrScheme name="">
      <a:dk1>
        <a:srgbClr val="000000"/>
      </a:dk1>
      <a:lt1>
        <a:srgbClr val="FFFFFF"/>
      </a:lt1>
      <a:dk2>
        <a:srgbClr val="FF9900"/>
      </a:dk2>
      <a:lt2>
        <a:srgbClr val="5F5F5F"/>
      </a:lt2>
      <a:accent1>
        <a:srgbClr val="FCEB98"/>
      </a:accent1>
      <a:accent2>
        <a:srgbClr val="000099"/>
      </a:accent2>
      <a:accent3>
        <a:srgbClr val="FFFFFF"/>
      </a:accent3>
      <a:accent4>
        <a:srgbClr val="000000"/>
      </a:accent4>
      <a:accent5>
        <a:srgbClr val="FDF3CA"/>
      </a:accent5>
      <a:accent6>
        <a:srgbClr val="000089"/>
      </a:accent6>
      <a:hlink>
        <a:srgbClr val="66CC66"/>
      </a:hlink>
      <a:folHlink>
        <a:srgbClr val="6699FF"/>
      </a:folHlink>
    </a:clrScheme>
    <a:fontScheme name="">
      <a:majorFont>
        <a:latin typeface="DejaVu Sans"/>
        <a:ea typeface="方正书宋_GBK"/>
        <a:cs typeface=""/>
      </a:majorFont>
      <a:minorFont>
        <a:latin typeface="DejaVu Sans"/>
        <a:ea typeface="方正书宋_GBK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00478E"/>
        </a:lt1>
        <a:dk2>
          <a:srgbClr val="FFCC29"/>
        </a:dk2>
        <a:lt2>
          <a:srgbClr val="000000"/>
        </a:lt2>
        <a:accent1>
          <a:srgbClr val="FCEB98"/>
        </a:accent1>
        <a:accent2>
          <a:srgbClr val="FA7438"/>
        </a:accent2>
        <a:accent3>
          <a:srgbClr val="AAB1C6"/>
        </a:accent3>
        <a:accent4>
          <a:srgbClr val="DCDCDC"/>
        </a:accent4>
        <a:accent5>
          <a:srgbClr val="FDF3CA"/>
        </a:accent5>
        <a:accent6>
          <a:srgbClr val="E06731"/>
        </a:accent6>
        <a:hlink>
          <a:srgbClr val="66CC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FFCC29"/>
        </a:dk2>
        <a:lt2>
          <a:srgbClr val="FFFFCC"/>
        </a:lt2>
        <a:accent1>
          <a:srgbClr val="FCEB98"/>
        </a:accent1>
        <a:accent2>
          <a:srgbClr val="FA7438"/>
        </a:accent2>
        <a:accent3>
          <a:srgbClr val="FFFFFF"/>
        </a:accent3>
        <a:accent4>
          <a:srgbClr val="000000"/>
        </a:accent4>
        <a:accent5>
          <a:srgbClr val="FDF3CA"/>
        </a:accent5>
        <a:accent6>
          <a:srgbClr val="E06731"/>
        </a:accent6>
        <a:hlink>
          <a:srgbClr val="66CC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FFCC29"/>
        </a:dk2>
        <a:lt2>
          <a:srgbClr val="FFFFCC"/>
        </a:lt2>
        <a:accent1>
          <a:srgbClr val="FCEB98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DF3CA"/>
        </a:accent5>
        <a:accent6>
          <a:srgbClr val="0000E5"/>
        </a:accent6>
        <a:hlink>
          <a:srgbClr val="66CC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FFCC29"/>
        </a:dk2>
        <a:lt2>
          <a:srgbClr val="FFFFCC"/>
        </a:lt2>
        <a:accent1>
          <a:srgbClr val="FCEB98"/>
        </a:accent1>
        <a:accent2>
          <a:srgbClr val="000099"/>
        </a:accent2>
        <a:accent3>
          <a:srgbClr val="FFFFFF"/>
        </a:accent3>
        <a:accent4>
          <a:srgbClr val="000000"/>
        </a:accent4>
        <a:accent5>
          <a:srgbClr val="FDF3CA"/>
        </a:accent5>
        <a:accent6>
          <a:srgbClr val="000089"/>
        </a:accent6>
        <a:hlink>
          <a:srgbClr val="66CC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FFCC29"/>
        </a:dk2>
        <a:lt2>
          <a:srgbClr val="5F5F5F"/>
        </a:lt2>
        <a:accent1>
          <a:srgbClr val="FCEB98"/>
        </a:accent1>
        <a:accent2>
          <a:srgbClr val="000099"/>
        </a:accent2>
        <a:accent3>
          <a:srgbClr val="FFFFFF"/>
        </a:accent3>
        <a:accent4>
          <a:srgbClr val="000000"/>
        </a:accent4>
        <a:accent5>
          <a:srgbClr val="FDF3CA"/>
        </a:accent5>
        <a:accent6>
          <a:srgbClr val="000089"/>
        </a:accent6>
        <a:hlink>
          <a:srgbClr val="66CC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FF9900"/>
        </a:dk2>
        <a:lt2>
          <a:srgbClr val="5F5F5F"/>
        </a:lt2>
        <a:accent1>
          <a:srgbClr val="FCEB98"/>
        </a:accent1>
        <a:accent2>
          <a:srgbClr val="000099"/>
        </a:accent2>
        <a:accent3>
          <a:srgbClr val="FFFFFF"/>
        </a:accent3>
        <a:accent4>
          <a:srgbClr val="000000"/>
        </a:accent4>
        <a:accent5>
          <a:srgbClr val="FDF3CA"/>
        </a:accent5>
        <a:accent6>
          <a:srgbClr val="000089"/>
        </a:accent6>
        <a:hlink>
          <a:srgbClr val="66CC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SAF_2004_Template">
  <a:themeElements>
    <a:clrScheme name="">
      <a:dk1>
        <a:srgbClr val="000000"/>
      </a:dk1>
      <a:lt1>
        <a:srgbClr val="FFFFFF"/>
      </a:lt1>
      <a:dk2>
        <a:srgbClr val="FF9900"/>
      </a:dk2>
      <a:lt2>
        <a:srgbClr val="5F5F5F"/>
      </a:lt2>
      <a:accent1>
        <a:srgbClr val="FCEB98"/>
      </a:accent1>
      <a:accent2>
        <a:srgbClr val="000099"/>
      </a:accent2>
      <a:accent3>
        <a:srgbClr val="FFFFFF"/>
      </a:accent3>
      <a:accent4>
        <a:srgbClr val="000000"/>
      </a:accent4>
      <a:accent5>
        <a:srgbClr val="FDF3CA"/>
      </a:accent5>
      <a:accent6>
        <a:srgbClr val="000089"/>
      </a:accent6>
      <a:hlink>
        <a:srgbClr val="66CC66"/>
      </a:hlink>
      <a:folHlink>
        <a:srgbClr val="6699FF"/>
      </a:folHlink>
    </a:clrScheme>
    <a:fontScheme name="">
      <a:majorFont>
        <a:latin typeface="DejaVu Sans"/>
        <a:ea typeface="方正书宋_GBK"/>
        <a:cs typeface=""/>
      </a:majorFont>
      <a:minorFont>
        <a:latin typeface="DejaVu Sans"/>
        <a:ea typeface="方正书宋_GBK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00478E"/>
        </a:lt1>
        <a:dk2>
          <a:srgbClr val="FFCC29"/>
        </a:dk2>
        <a:lt2>
          <a:srgbClr val="000000"/>
        </a:lt2>
        <a:accent1>
          <a:srgbClr val="FCEB98"/>
        </a:accent1>
        <a:accent2>
          <a:srgbClr val="FA7438"/>
        </a:accent2>
        <a:accent3>
          <a:srgbClr val="AAB1C6"/>
        </a:accent3>
        <a:accent4>
          <a:srgbClr val="DCDCDC"/>
        </a:accent4>
        <a:accent5>
          <a:srgbClr val="FDF3CA"/>
        </a:accent5>
        <a:accent6>
          <a:srgbClr val="E06731"/>
        </a:accent6>
        <a:hlink>
          <a:srgbClr val="66CC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FFCC29"/>
        </a:dk2>
        <a:lt2>
          <a:srgbClr val="FFFFCC"/>
        </a:lt2>
        <a:accent1>
          <a:srgbClr val="FCEB98"/>
        </a:accent1>
        <a:accent2>
          <a:srgbClr val="FA7438"/>
        </a:accent2>
        <a:accent3>
          <a:srgbClr val="FFFFFF"/>
        </a:accent3>
        <a:accent4>
          <a:srgbClr val="000000"/>
        </a:accent4>
        <a:accent5>
          <a:srgbClr val="FDF3CA"/>
        </a:accent5>
        <a:accent6>
          <a:srgbClr val="E06731"/>
        </a:accent6>
        <a:hlink>
          <a:srgbClr val="66CC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FFCC29"/>
        </a:dk2>
        <a:lt2>
          <a:srgbClr val="FFFFCC"/>
        </a:lt2>
        <a:accent1>
          <a:srgbClr val="FCEB98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DF3CA"/>
        </a:accent5>
        <a:accent6>
          <a:srgbClr val="0000E5"/>
        </a:accent6>
        <a:hlink>
          <a:srgbClr val="66CC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FFCC29"/>
        </a:dk2>
        <a:lt2>
          <a:srgbClr val="FFFFCC"/>
        </a:lt2>
        <a:accent1>
          <a:srgbClr val="FCEB98"/>
        </a:accent1>
        <a:accent2>
          <a:srgbClr val="000099"/>
        </a:accent2>
        <a:accent3>
          <a:srgbClr val="FFFFFF"/>
        </a:accent3>
        <a:accent4>
          <a:srgbClr val="000000"/>
        </a:accent4>
        <a:accent5>
          <a:srgbClr val="FDF3CA"/>
        </a:accent5>
        <a:accent6>
          <a:srgbClr val="000089"/>
        </a:accent6>
        <a:hlink>
          <a:srgbClr val="66CC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FFCC29"/>
        </a:dk2>
        <a:lt2>
          <a:srgbClr val="5F5F5F"/>
        </a:lt2>
        <a:accent1>
          <a:srgbClr val="FCEB98"/>
        </a:accent1>
        <a:accent2>
          <a:srgbClr val="000099"/>
        </a:accent2>
        <a:accent3>
          <a:srgbClr val="FFFFFF"/>
        </a:accent3>
        <a:accent4>
          <a:srgbClr val="000000"/>
        </a:accent4>
        <a:accent5>
          <a:srgbClr val="FDF3CA"/>
        </a:accent5>
        <a:accent6>
          <a:srgbClr val="000089"/>
        </a:accent6>
        <a:hlink>
          <a:srgbClr val="66CC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FF9900"/>
        </a:dk2>
        <a:lt2>
          <a:srgbClr val="5F5F5F"/>
        </a:lt2>
        <a:accent1>
          <a:srgbClr val="FCEB98"/>
        </a:accent1>
        <a:accent2>
          <a:srgbClr val="000099"/>
        </a:accent2>
        <a:accent3>
          <a:srgbClr val="FFFFFF"/>
        </a:accent3>
        <a:accent4>
          <a:srgbClr val="000000"/>
        </a:accent4>
        <a:accent5>
          <a:srgbClr val="FDF3CA"/>
        </a:accent5>
        <a:accent6>
          <a:srgbClr val="000089"/>
        </a:accent6>
        <a:hlink>
          <a:srgbClr val="66CC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4_SAF_2004_Template">
  <a:themeElements>
    <a:clrScheme name="">
      <a:dk1>
        <a:srgbClr val="000000"/>
      </a:dk1>
      <a:lt1>
        <a:srgbClr val="FFFFFF"/>
      </a:lt1>
      <a:dk2>
        <a:srgbClr val="FF9900"/>
      </a:dk2>
      <a:lt2>
        <a:srgbClr val="5F5F5F"/>
      </a:lt2>
      <a:accent1>
        <a:srgbClr val="FCEB98"/>
      </a:accent1>
      <a:accent2>
        <a:srgbClr val="000099"/>
      </a:accent2>
      <a:accent3>
        <a:srgbClr val="FFFFFF"/>
      </a:accent3>
      <a:accent4>
        <a:srgbClr val="000000"/>
      </a:accent4>
      <a:accent5>
        <a:srgbClr val="FDF3CA"/>
      </a:accent5>
      <a:accent6>
        <a:srgbClr val="000089"/>
      </a:accent6>
      <a:hlink>
        <a:srgbClr val="66CC66"/>
      </a:hlink>
      <a:folHlink>
        <a:srgbClr val="6699FF"/>
      </a:folHlink>
    </a:clrScheme>
    <a:fontScheme name="">
      <a:majorFont>
        <a:latin typeface="DejaVu Sans"/>
        <a:ea typeface="方正书宋_GBK"/>
        <a:cs typeface=""/>
      </a:majorFont>
      <a:minorFont>
        <a:latin typeface="DejaVu Sans"/>
        <a:ea typeface="方正书宋_GBK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00478E"/>
        </a:lt1>
        <a:dk2>
          <a:srgbClr val="FFCC29"/>
        </a:dk2>
        <a:lt2>
          <a:srgbClr val="000000"/>
        </a:lt2>
        <a:accent1>
          <a:srgbClr val="FCEB98"/>
        </a:accent1>
        <a:accent2>
          <a:srgbClr val="FA7438"/>
        </a:accent2>
        <a:accent3>
          <a:srgbClr val="AAB1C6"/>
        </a:accent3>
        <a:accent4>
          <a:srgbClr val="DCDCDC"/>
        </a:accent4>
        <a:accent5>
          <a:srgbClr val="FDF3CA"/>
        </a:accent5>
        <a:accent6>
          <a:srgbClr val="E06731"/>
        </a:accent6>
        <a:hlink>
          <a:srgbClr val="66CC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FFCC29"/>
        </a:dk2>
        <a:lt2>
          <a:srgbClr val="FFFFCC"/>
        </a:lt2>
        <a:accent1>
          <a:srgbClr val="FCEB98"/>
        </a:accent1>
        <a:accent2>
          <a:srgbClr val="FA7438"/>
        </a:accent2>
        <a:accent3>
          <a:srgbClr val="FFFFFF"/>
        </a:accent3>
        <a:accent4>
          <a:srgbClr val="000000"/>
        </a:accent4>
        <a:accent5>
          <a:srgbClr val="FDF3CA"/>
        </a:accent5>
        <a:accent6>
          <a:srgbClr val="E06731"/>
        </a:accent6>
        <a:hlink>
          <a:srgbClr val="66CC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FFCC29"/>
        </a:dk2>
        <a:lt2>
          <a:srgbClr val="FFFFCC"/>
        </a:lt2>
        <a:accent1>
          <a:srgbClr val="FCEB98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DF3CA"/>
        </a:accent5>
        <a:accent6>
          <a:srgbClr val="0000E5"/>
        </a:accent6>
        <a:hlink>
          <a:srgbClr val="66CC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FFCC29"/>
        </a:dk2>
        <a:lt2>
          <a:srgbClr val="FFFFCC"/>
        </a:lt2>
        <a:accent1>
          <a:srgbClr val="FCEB98"/>
        </a:accent1>
        <a:accent2>
          <a:srgbClr val="000099"/>
        </a:accent2>
        <a:accent3>
          <a:srgbClr val="FFFFFF"/>
        </a:accent3>
        <a:accent4>
          <a:srgbClr val="000000"/>
        </a:accent4>
        <a:accent5>
          <a:srgbClr val="FDF3CA"/>
        </a:accent5>
        <a:accent6>
          <a:srgbClr val="000089"/>
        </a:accent6>
        <a:hlink>
          <a:srgbClr val="66CC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FFCC29"/>
        </a:dk2>
        <a:lt2>
          <a:srgbClr val="5F5F5F"/>
        </a:lt2>
        <a:accent1>
          <a:srgbClr val="FCEB98"/>
        </a:accent1>
        <a:accent2>
          <a:srgbClr val="000099"/>
        </a:accent2>
        <a:accent3>
          <a:srgbClr val="FFFFFF"/>
        </a:accent3>
        <a:accent4>
          <a:srgbClr val="000000"/>
        </a:accent4>
        <a:accent5>
          <a:srgbClr val="FDF3CA"/>
        </a:accent5>
        <a:accent6>
          <a:srgbClr val="000089"/>
        </a:accent6>
        <a:hlink>
          <a:srgbClr val="66CC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FF9900"/>
        </a:dk2>
        <a:lt2>
          <a:srgbClr val="5F5F5F"/>
        </a:lt2>
        <a:accent1>
          <a:srgbClr val="FCEB98"/>
        </a:accent1>
        <a:accent2>
          <a:srgbClr val="000099"/>
        </a:accent2>
        <a:accent3>
          <a:srgbClr val="FFFFFF"/>
        </a:accent3>
        <a:accent4>
          <a:srgbClr val="000000"/>
        </a:accent4>
        <a:accent5>
          <a:srgbClr val="FDF3CA"/>
        </a:accent5>
        <a:accent6>
          <a:srgbClr val="000089"/>
        </a:accent6>
        <a:hlink>
          <a:srgbClr val="66CC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方正书宋_GBK"/>
        <a:font script="Hant" typeface="新細明體"/>
        <a:font script="Arab" typeface="DejaVu Sans"/>
        <a:font script="Hebr" typeface="DejaVu Sans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DejaVu Sans"/>
        <a:font script="Uigh" typeface="Microsoft Uighur"/>
        <a:font script="Geor" typeface="Sylfaen"/>
      </a:majorFont>
      <a:minorFont>
        <a:latin typeface="DejaVu Sans"/>
        <a:ea typeface=""/>
        <a:cs typeface=""/>
        <a:font script="Jpan" typeface="ＭＳ 明朝"/>
        <a:font script="Hang" typeface="맑은 고딕"/>
        <a:font script="Hans" typeface="方正书宋_GBK"/>
        <a:font script="Hant" typeface="新細明體"/>
        <a:font script="Arab" typeface="DejaVu Sans"/>
        <a:font script="Hebr" typeface="DejaVu 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DejaVu Sans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方正书宋_GBK"/>
        <a:font script="Hant" typeface="新細明體"/>
        <a:font script="Arab" typeface="DejaVu Sans"/>
        <a:font script="Hebr" typeface="DejaVu Sans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DejaVu Sans"/>
        <a:font script="Uigh" typeface="Microsoft Uighur"/>
        <a:font script="Geor" typeface="Sylfaen"/>
      </a:majorFont>
      <a:minorFont>
        <a:latin typeface="DejaVu Sans"/>
        <a:ea typeface=""/>
        <a:cs typeface=""/>
        <a:font script="Jpan" typeface="ＭＳ Ｐゴシック"/>
        <a:font script="Hang" typeface="맑은 고딕"/>
        <a:font script="Hans" typeface="方正书宋_GBK"/>
        <a:font script="Hant" typeface="新細明體"/>
        <a:font script="Arab" typeface="DejaVu Sans"/>
        <a:font script="Hebr" typeface="DejaVu 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DejaVu San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IF9-VSTS Hongchao Wang</Template>
  <TotalTime>0</TotalTime>
  <Words>4461</Words>
  <Application>WPS 演示</Application>
  <PresentationFormat>在屏幕上显示</PresentationFormat>
  <Paragraphs>383</Paragraphs>
  <Slides>27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7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49" baseType="lpstr">
      <vt:lpstr>Arial</vt:lpstr>
      <vt:lpstr>宋体</vt:lpstr>
      <vt:lpstr>Wingdings</vt:lpstr>
      <vt:lpstr>DejaVu Sans</vt:lpstr>
      <vt:lpstr>方正书宋_GBK</vt:lpstr>
      <vt:lpstr>微软雅黑</vt:lpstr>
      <vt:lpstr>Arial Unicode MS</vt:lpstr>
      <vt:lpstr>Open Sans</vt:lpstr>
      <vt:lpstr>Open Sans</vt:lpstr>
      <vt:lpstr>方正黑体_GBK</vt:lpstr>
      <vt:lpstr>-apple-system</vt:lpstr>
      <vt:lpstr>Gubbi</vt:lpstr>
      <vt:lpstr>Times New Roman</vt:lpstr>
      <vt:lpstr>SAF_2004_Template</vt:lpstr>
      <vt:lpstr>1_SAF_2004_Template</vt:lpstr>
      <vt:lpstr>SAF_2004_Template</vt:lpstr>
      <vt:lpstr>2_SAF_2004_Template</vt:lpstr>
      <vt:lpstr>14_SAF_2004_Template</vt:lpstr>
      <vt:lpstr>3_SAF_2004_Template</vt:lpstr>
      <vt:lpstr>4_SAF_2004_Template</vt:lpstr>
      <vt:lpstr>Paint.Picture</vt:lpstr>
      <vt:lpstr>Paint.Picture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国产操作系统</vt:lpstr>
      <vt:lpstr>自主知识产权操作系统的重要性</vt:lpstr>
      <vt:lpstr>自主知识产权操作系统 – 任重而道远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代理内核</vt:lpstr>
      <vt:lpstr>实验环境</vt:lpstr>
      <vt:lpstr>riscv-pke实验的组成</vt:lpstr>
      <vt:lpstr>PowerPoint 演示文稿</vt:lpstr>
      <vt:lpstr>《操作系统》实验安排2025（16学时）</vt:lpstr>
      <vt:lpstr>实验答疑和交流</vt:lpstr>
    </vt:vector>
  </TitlesOfParts>
  <Company>hust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!leaf</dc:creator>
  <cp:lastModifiedBy>zjie</cp:lastModifiedBy>
  <cp:revision>1184</cp:revision>
  <dcterms:created xsi:type="dcterms:W3CDTF">2025-09-21T14:44:30Z</dcterms:created>
  <dcterms:modified xsi:type="dcterms:W3CDTF">2025-09-21T14:44:30Z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2052-12.1.0.17900</vt:lpwstr>
  </property>
  <property fmtid="{D5CDD505-2E9C-101B-9397-08002B2CF9AE}" pid="3" name="ICV">
    <vt:lpwstr/>
  </property>
</Properties>
</file>