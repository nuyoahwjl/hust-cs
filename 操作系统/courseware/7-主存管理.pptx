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 id="2147483676" r:id="rId4"/>
    <p:sldMasterId id="2147483690" r:id="rId5"/>
    <p:sldMasterId id="2147483704" r:id="rId6"/>
    <p:sldMasterId id="2147483718" r:id="rId7"/>
    <p:sldMasterId id="2147483732" r:id="rId8"/>
    <p:sldMasterId id="2147483746" r:id="rId9"/>
    <p:sldMasterId id="2147483760" r:id="rId10"/>
    <p:sldMasterId id="2147483774" r:id="rId11"/>
    <p:sldMasterId id="2147483788" r:id="rId12"/>
    <p:sldMasterId id="2147483802" r:id="rId13"/>
    <p:sldMasterId id="2147483816" r:id="rId14"/>
    <p:sldMasterId id="2147483830" r:id="rId15"/>
    <p:sldMasterId id="2147483844" r:id="rId16"/>
    <p:sldMasterId id="2147483858" r:id="rId17"/>
  </p:sldMasterIdLst>
  <p:notesMasterIdLst>
    <p:notesMasterId r:id="rId145"/>
  </p:notesMasterIdLst>
  <p:sldIdLst>
    <p:sldId id="615" r:id="rId18"/>
    <p:sldId id="616" r:id="rId19"/>
    <p:sldId id="870" r:id="rId20"/>
    <p:sldId id="871" r:id="rId21"/>
    <p:sldId id="872" r:id="rId22"/>
    <p:sldId id="873" r:id="rId23"/>
    <p:sldId id="874" r:id="rId24"/>
    <p:sldId id="875" r:id="rId25"/>
    <p:sldId id="878" r:id="rId26"/>
    <p:sldId id="879" r:id="rId27"/>
    <p:sldId id="1577" r:id="rId28"/>
    <p:sldId id="1578" r:id="rId29"/>
    <p:sldId id="882" r:id="rId30"/>
    <p:sldId id="883" r:id="rId31"/>
    <p:sldId id="880" r:id="rId32"/>
    <p:sldId id="881" r:id="rId33"/>
    <p:sldId id="884" r:id="rId34"/>
    <p:sldId id="1293" r:id="rId35"/>
    <p:sldId id="1143" r:id="rId36"/>
    <p:sldId id="598" r:id="rId37"/>
    <p:sldId id="689" r:id="rId38"/>
    <p:sldId id="690" r:id="rId39"/>
    <p:sldId id="1296" r:id="rId40"/>
    <p:sldId id="711" r:id="rId41"/>
    <p:sldId id="600" r:id="rId42"/>
    <p:sldId id="996" r:id="rId43"/>
    <p:sldId id="997" r:id="rId44"/>
    <p:sldId id="998" r:id="rId45"/>
    <p:sldId id="978" r:id="rId46"/>
    <p:sldId id="979" r:id="rId47"/>
    <p:sldId id="980" r:id="rId48"/>
    <p:sldId id="1000" r:id="rId49"/>
    <p:sldId id="1001" r:id="rId50"/>
    <p:sldId id="986" r:id="rId51"/>
    <p:sldId id="987" r:id="rId52"/>
    <p:sldId id="988" r:id="rId53"/>
    <p:sldId id="1002" r:id="rId54"/>
    <p:sldId id="989" r:id="rId55"/>
    <p:sldId id="990" r:id="rId56"/>
    <p:sldId id="994" r:id="rId57"/>
    <p:sldId id="1003" r:id="rId58"/>
    <p:sldId id="995" r:id="rId59"/>
    <p:sldId id="1005" r:id="rId60"/>
    <p:sldId id="1006" r:id="rId61"/>
    <p:sldId id="1007" r:id="rId62"/>
    <p:sldId id="1029" r:id="rId63"/>
    <p:sldId id="1030" r:id="rId64"/>
    <p:sldId id="1010" r:id="rId65"/>
    <p:sldId id="1011" r:id="rId66"/>
    <p:sldId id="1012" r:id="rId67"/>
    <p:sldId id="1013" r:id="rId68"/>
    <p:sldId id="1014" r:id="rId69"/>
    <p:sldId id="1015" r:id="rId70"/>
    <p:sldId id="1016" r:id="rId71"/>
    <p:sldId id="1017" r:id="rId72"/>
    <p:sldId id="1018" r:id="rId73"/>
    <p:sldId id="1019" r:id="rId74"/>
    <p:sldId id="1020" r:id="rId75"/>
    <p:sldId id="1031" r:id="rId76"/>
    <p:sldId id="1033" r:id="rId77"/>
    <p:sldId id="1034" r:id="rId78"/>
    <p:sldId id="1035" r:id="rId79"/>
    <p:sldId id="1396" r:id="rId80"/>
    <p:sldId id="1025" r:id="rId81"/>
    <p:sldId id="1026" r:id="rId82"/>
    <p:sldId id="1037" r:id="rId83"/>
    <p:sldId id="1028" r:id="rId84"/>
    <p:sldId id="1242" r:id="rId85"/>
    <p:sldId id="1694" r:id="rId86"/>
    <p:sldId id="713" r:id="rId87"/>
    <p:sldId id="1452" r:id="rId88"/>
    <p:sldId id="1504" r:id="rId89"/>
    <p:sldId id="790" r:id="rId90"/>
    <p:sldId id="1096" r:id="rId91"/>
    <p:sldId id="1094" r:id="rId92"/>
    <p:sldId id="1095" r:id="rId93"/>
    <p:sldId id="640" r:id="rId94"/>
    <p:sldId id="641" r:id="rId95"/>
    <p:sldId id="642" r:id="rId96"/>
    <p:sldId id="644" r:id="rId97"/>
    <p:sldId id="645" r:id="rId98"/>
    <p:sldId id="1453" r:id="rId99"/>
    <p:sldId id="1243" r:id="rId100"/>
    <p:sldId id="1097" r:id="rId101"/>
    <p:sldId id="646" r:id="rId102"/>
    <p:sldId id="647" r:id="rId103"/>
    <p:sldId id="791" r:id="rId104"/>
    <p:sldId id="793" r:id="rId105"/>
    <p:sldId id="648" r:id="rId106"/>
    <p:sldId id="649" r:id="rId107"/>
    <p:sldId id="650" r:id="rId108"/>
    <p:sldId id="651" r:id="rId109"/>
    <p:sldId id="652" r:id="rId110"/>
    <p:sldId id="1098" r:id="rId111"/>
    <p:sldId id="1099" r:id="rId112"/>
    <p:sldId id="1100" r:id="rId113"/>
    <p:sldId id="692" r:id="rId114"/>
    <p:sldId id="709" r:id="rId115"/>
    <p:sldId id="655" r:id="rId116"/>
    <p:sldId id="656" r:id="rId117"/>
    <p:sldId id="1456" r:id="rId118"/>
    <p:sldId id="657" r:id="rId119"/>
    <p:sldId id="1505" r:id="rId120"/>
    <p:sldId id="658" r:id="rId121"/>
    <p:sldId id="1506" r:id="rId122"/>
    <p:sldId id="660" r:id="rId123"/>
    <p:sldId id="659" r:id="rId124"/>
    <p:sldId id="1558" r:id="rId125"/>
    <p:sldId id="794" r:id="rId126"/>
    <p:sldId id="795" r:id="rId127"/>
    <p:sldId id="796" r:id="rId128"/>
    <p:sldId id="1455" r:id="rId129"/>
    <p:sldId id="714" r:id="rId130"/>
    <p:sldId id="661" r:id="rId131"/>
    <p:sldId id="662" r:id="rId132"/>
    <p:sldId id="663" r:id="rId133"/>
    <p:sldId id="664" r:id="rId134"/>
    <p:sldId id="1761" r:id="rId135"/>
    <p:sldId id="665" r:id="rId136"/>
    <p:sldId id="1752" r:id="rId137"/>
    <p:sldId id="715" r:id="rId138"/>
    <p:sldId id="666" r:id="rId139"/>
    <p:sldId id="668" r:id="rId140"/>
    <p:sldId id="669" r:id="rId141"/>
    <p:sldId id="708" r:id="rId142"/>
    <p:sldId id="1101" r:id="rId143"/>
    <p:sldId id="1102" r:id="rId144"/>
  </p:sldIdLst>
  <p:sldSz cx="9144000" cy="6858000" type="screen4x3"/>
  <p:notesSz cx="6815455" cy="9942830"/>
  <p:defaultTextStyle>
    <a:defPPr>
      <a:defRPr lang="zh-CN"/>
    </a:defPPr>
    <a:lvl1pPr marL="0" lvl="0" indent="0" algn="l" defTabSz="914400" eaLnBrk="1" fontAlgn="base" latinLnBrk="0" hangingPunct="1">
      <a:lnSpc>
        <a:spcPct val="100000"/>
      </a:lnSpc>
      <a:spcBef>
        <a:spcPct val="0"/>
      </a:spcBef>
      <a:spcAft>
        <a:spcPct val="0"/>
      </a:spcAft>
      <a:buNone/>
      <a:defRPr sz="1400" b="1" i="0" u="none" kern="1200" baseline="0">
        <a:solidFill>
          <a:srgbClr val="4138FA"/>
        </a:solidFill>
        <a:latin typeface="Arial" panose="0208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400" b="1" i="0" u="none" kern="1200" baseline="0">
        <a:solidFill>
          <a:srgbClr val="4138FA"/>
        </a:solidFill>
        <a:latin typeface="Arial" panose="0208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400" b="1" i="0" u="none" kern="1200" baseline="0">
        <a:solidFill>
          <a:srgbClr val="4138FA"/>
        </a:solidFill>
        <a:latin typeface="Arial" panose="0208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400" b="1" i="0" u="none" kern="1200" baseline="0">
        <a:solidFill>
          <a:srgbClr val="4138FA"/>
        </a:solidFill>
        <a:latin typeface="Arial" panose="0208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400" b="1" i="0" u="none" kern="1200" baseline="0">
        <a:solidFill>
          <a:srgbClr val="4138FA"/>
        </a:solidFill>
        <a:latin typeface="Arial" panose="02080604020202020204" pitchFamily="34"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400" b="1" i="0" u="none" kern="1200" baseline="0">
        <a:solidFill>
          <a:srgbClr val="4138FA"/>
        </a:solidFill>
        <a:latin typeface="Arial" panose="02080604020202020204" pitchFamily="34"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400" b="1" i="0" u="none" kern="1200" baseline="0">
        <a:solidFill>
          <a:srgbClr val="4138FA"/>
        </a:solidFill>
        <a:latin typeface="Arial" panose="02080604020202020204" pitchFamily="34"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400" b="1" i="0" u="none" kern="1200" baseline="0">
        <a:solidFill>
          <a:srgbClr val="4138FA"/>
        </a:solidFill>
        <a:latin typeface="Arial" panose="02080604020202020204" pitchFamily="34"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400" b="1" i="0" u="none" kern="1200" baseline="0">
        <a:solidFill>
          <a:srgbClr val="4138FA"/>
        </a:solidFill>
        <a:latin typeface="Arial" panose="02080604020202020204" pitchFamily="34" charset="0"/>
        <a:ea typeface="宋体" panose="02010600030101010101" pitchFamily="2" charset="-122"/>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4138FA"/>
    <a:srgbClr val="FFCCFF"/>
    <a:srgbClr val="CCECFF"/>
    <a:srgbClr val="CC0000"/>
    <a:srgbClr val="000099"/>
    <a:srgbClr val="A50021"/>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howGuides="1">
      <p:cViewPr varScale="1">
        <p:scale>
          <a:sx n="88" d="100"/>
          <a:sy n="88" d="100"/>
        </p:scale>
        <p:origin x="-854" y="-72"/>
      </p:cViewPr>
      <p:guideLst>
        <p:guide orient="horz" pos="2198"/>
        <p:guide pos="2884"/>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82.xml"/><Relationship Id="rId98" Type="http://schemas.openxmlformats.org/officeDocument/2006/relationships/slide" Target="slides/slide81.xml"/><Relationship Id="rId97" Type="http://schemas.openxmlformats.org/officeDocument/2006/relationships/slide" Target="slides/slide80.xml"/><Relationship Id="rId96" Type="http://schemas.openxmlformats.org/officeDocument/2006/relationships/slide" Target="slides/slide79.xml"/><Relationship Id="rId95" Type="http://schemas.openxmlformats.org/officeDocument/2006/relationships/slide" Target="slides/slide78.xml"/><Relationship Id="rId94" Type="http://schemas.openxmlformats.org/officeDocument/2006/relationships/slide" Target="slides/slide77.xml"/><Relationship Id="rId93" Type="http://schemas.openxmlformats.org/officeDocument/2006/relationships/slide" Target="slides/slide76.xml"/><Relationship Id="rId92" Type="http://schemas.openxmlformats.org/officeDocument/2006/relationships/slide" Target="slides/slide75.xml"/><Relationship Id="rId91" Type="http://schemas.openxmlformats.org/officeDocument/2006/relationships/slide" Target="slides/slide74.xml"/><Relationship Id="rId90" Type="http://schemas.openxmlformats.org/officeDocument/2006/relationships/slide" Target="slides/slide73.xml"/><Relationship Id="rId9" Type="http://schemas.openxmlformats.org/officeDocument/2006/relationships/slideMaster" Target="slideMasters/slideMaster8.xml"/><Relationship Id="rId89" Type="http://schemas.openxmlformats.org/officeDocument/2006/relationships/slide" Target="slides/slide72.xml"/><Relationship Id="rId88" Type="http://schemas.openxmlformats.org/officeDocument/2006/relationships/slide" Target="slides/slide71.xml"/><Relationship Id="rId87" Type="http://schemas.openxmlformats.org/officeDocument/2006/relationships/slide" Target="slides/slide70.xml"/><Relationship Id="rId86" Type="http://schemas.openxmlformats.org/officeDocument/2006/relationships/slide" Target="slides/slide69.xml"/><Relationship Id="rId85" Type="http://schemas.openxmlformats.org/officeDocument/2006/relationships/slide" Target="slides/slide68.xml"/><Relationship Id="rId84" Type="http://schemas.openxmlformats.org/officeDocument/2006/relationships/slide" Target="slides/slide67.xml"/><Relationship Id="rId83" Type="http://schemas.openxmlformats.org/officeDocument/2006/relationships/slide" Target="slides/slide66.xml"/><Relationship Id="rId82" Type="http://schemas.openxmlformats.org/officeDocument/2006/relationships/slide" Target="slides/slide65.xml"/><Relationship Id="rId81" Type="http://schemas.openxmlformats.org/officeDocument/2006/relationships/slide" Target="slides/slide64.xml"/><Relationship Id="rId80" Type="http://schemas.openxmlformats.org/officeDocument/2006/relationships/slide" Target="slides/slide63.xml"/><Relationship Id="rId8" Type="http://schemas.openxmlformats.org/officeDocument/2006/relationships/slideMaster" Target="slideMasters/slideMaster7.xml"/><Relationship Id="rId79" Type="http://schemas.openxmlformats.org/officeDocument/2006/relationships/slide" Target="slides/slide62.xml"/><Relationship Id="rId78" Type="http://schemas.openxmlformats.org/officeDocument/2006/relationships/slide" Target="slides/slide61.xml"/><Relationship Id="rId77" Type="http://schemas.openxmlformats.org/officeDocument/2006/relationships/slide" Target="slides/slide60.xml"/><Relationship Id="rId76" Type="http://schemas.openxmlformats.org/officeDocument/2006/relationships/slide" Target="slides/slide59.xml"/><Relationship Id="rId75" Type="http://schemas.openxmlformats.org/officeDocument/2006/relationships/slide" Target="slides/slide58.xml"/><Relationship Id="rId74" Type="http://schemas.openxmlformats.org/officeDocument/2006/relationships/slide" Target="slides/slide57.xml"/><Relationship Id="rId73" Type="http://schemas.openxmlformats.org/officeDocument/2006/relationships/slide" Target="slides/slide56.xml"/><Relationship Id="rId72" Type="http://schemas.openxmlformats.org/officeDocument/2006/relationships/slide" Target="slides/slide55.xml"/><Relationship Id="rId71" Type="http://schemas.openxmlformats.org/officeDocument/2006/relationships/slide" Target="slides/slide54.xml"/><Relationship Id="rId70" Type="http://schemas.openxmlformats.org/officeDocument/2006/relationships/slide" Target="slides/slide53.xml"/><Relationship Id="rId7" Type="http://schemas.openxmlformats.org/officeDocument/2006/relationships/slideMaster" Target="slideMasters/slideMaster6.xml"/><Relationship Id="rId69" Type="http://schemas.openxmlformats.org/officeDocument/2006/relationships/slide" Target="slides/slide52.xml"/><Relationship Id="rId68" Type="http://schemas.openxmlformats.org/officeDocument/2006/relationships/slide" Target="slides/slide51.xml"/><Relationship Id="rId67" Type="http://schemas.openxmlformats.org/officeDocument/2006/relationships/slide" Target="slides/slide50.xml"/><Relationship Id="rId66" Type="http://schemas.openxmlformats.org/officeDocument/2006/relationships/slide" Target="slides/slide49.xml"/><Relationship Id="rId65" Type="http://schemas.openxmlformats.org/officeDocument/2006/relationships/slide" Target="slides/slide48.xml"/><Relationship Id="rId64" Type="http://schemas.openxmlformats.org/officeDocument/2006/relationships/slide" Target="slides/slide47.xml"/><Relationship Id="rId63" Type="http://schemas.openxmlformats.org/officeDocument/2006/relationships/slide" Target="slides/slide46.xml"/><Relationship Id="rId62" Type="http://schemas.openxmlformats.org/officeDocument/2006/relationships/slide" Target="slides/slide45.xml"/><Relationship Id="rId61" Type="http://schemas.openxmlformats.org/officeDocument/2006/relationships/slide" Target="slides/slide44.xml"/><Relationship Id="rId60" Type="http://schemas.openxmlformats.org/officeDocument/2006/relationships/slide" Target="slides/slide43.xml"/><Relationship Id="rId6" Type="http://schemas.openxmlformats.org/officeDocument/2006/relationships/slideMaster" Target="slideMasters/slideMaster5.xml"/><Relationship Id="rId59" Type="http://schemas.openxmlformats.org/officeDocument/2006/relationships/slide" Target="slides/slide42.xml"/><Relationship Id="rId58" Type="http://schemas.openxmlformats.org/officeDocument/2006/relationships/slide" Target="slides/slide41.xml"/><Relationship Id="rId57" Type="http://schemas.openxmlformats.org/officeDocument/2006/relationships/slide" Target="slides/slide40.xml"/><Relationship Id="rId56" Type="http://schemas.openxmlformats.org/officeDocument/2006/relationships/slide" Target="slides/slide39.xml"/><Relationship Id="rId55" Type="http://schemas.openxmlformats.org/officeDocument/2006/relationships/slide" Target="slides/slide38.xml"/><Relationship Id="rId54" Type="http://schemas.openxmlformats.org/officeDocument/2006/relationships/slide" Target="slides/slide37.xml"/><Relationship Id="rId53" Type="http://schemas.openxmlformats.org/officeDocument/2006/relationships/slide" Target="slides/slide36.xml"/><Relationship Id="rId52" Type="http://schemas.openxmlformats.org/officeDocument/2006/relationships/slide" Target="slides/slide35.xml"/><Relationship Id="rId51" Type="http://schemas.openxmlformats.org/officeDocument/2006/relationships/slide" Target="slides/slide34.xml"/><Relationship Id="rId50" Type="http://schemas.openxmlformats.org/officeDocument/2006/relationships/slide" Target="slides/slide33.xml"/><Relationship Id="rId5" Type="http://schemas.openxmlformats.org/officeDocument/2006/relationships/slideMaster" Target="slideMasters/slideMaster4.xml"/><Relationship Id="rId49" Type="http://schemas.openxmlformats.org/officeDocument/2006/relationships/slide" Target="slides/slide32.xml"/><Relationship Id="rId48" Type="http://schemas.openxmlformats.org/officeDocument/2006/relationships/slide" Target="slides/slide31.xml"/><Relationship Id="rId47" Type="http://schemas.openxmlformats.org/officeDocument/2006/relationships/slide" Target="slides/slide30.xml"/><Relationship Id="rId46" Type="http://schemas.openxmlformats.org/officeDocument/2006/relationships/slide" Target="slides/slide29.xml"/><Relationship Id="rId45" Type="http://schemas.openxmlformats.org/officeDocument/2006/relationships/slide" Target="slides/slide28.xml"/><Relationship Id="rId44" Type="http://schemas.openxmlformats.org/officeDocument/2006/relationships/slide" Target="slides/slide27.xml"/><Relationship Id="rId43" Type="http://schemas.openxmlformats.org/officeDocument/2006/relationships/slide" Target="slides/slide26.xml"/><Relationship Id="rId42" Type="http://schemas.openxmlformats.org/officeDocument/2006/relationships/slide" Target="slides/slide25.xml"/><Relationship Id="rId41" Type="http://schemas.openxmlformats.org/officeDocument/2006/relationships/slide" Target="slides/slide24.xml"/><Relationship Id="rId40" Type="http://schemas.openxmlformats.org/officeDocument/2006/relationships/slide" Target="slides/slide23.xml"/><Relationship Id="rId4" Type="http://schemas.openxmlformats.org/officeDocument/2006/relationships/slideMaster" Target="slideMasters/slideMaster3.xml"/><Relationship Id="rId39" Type="http://schemas.openxmlformats.org/officeDocument/2006/relationships/slide" Target="slides/slide22.xml"/><Relationship Id="rId38" Type="http://schemas.openxmlformats.org/officeDocument/2006/relationships/slide" Target="slides/slide21.xml"/><Relationship Id="rId37" Type="http://schemas.openxmlformats.org/officeDocument/2006/relationships/slide" Target="slides/slide20.xml"/><Relationship Id="rId36" Type="http://schemas.openxmlformats.org/officeDocument/2006/relationships/slide" Target="slides/slide19.xml"/><Relationship Id="rId35" Type="http://schemas.openxmlformats.org/officeDocument/2006/relationships/slide" Target="slides/slide18.xml"/><Relationship Id="rId34" Type="http://schemas.openxmlformats.org/officeDocument/2006/relationships/slide" Target="slides/slide17.xml"/><Relationship Id="rId33" Type="http://schemas.openxmlformats.org/officeDocument/2006/relationships/slide" Target="slides/slide16.xml"/><Relationship Id="rId32" Type="http://schemas.openxmlformats.org/officeDocument/2006/relationships/slide" Target="slides/slide15.xml"/><Relationship Id="rId31" Type="http://schemas.openxmlformats.org/officeDocument/2006/relationships/slide" Target="slides/slide14.xml"/><Relationship Id="rId30" Type="http://schemas.openxmlformats.org/officeDocument/2006/relationships/slide" Target="slides/slide13.xml"/><Relationship Id="rId3" Type="http://schemas.openxmlformats.org/officeDocument/2006/relationships/slideMaster" Target="slideMasters/slideMaster2.xml"/><Relationship Id="rId29" Type="http://schemas.openxmlformats.org/officeDocument/2006/relationships/slide" Target="slides/slide12.xml"/><Relationship Id="rId28" Type="http://schemas.openxmlformats.org/officeDocument/2006/relationships/slide" Target="slides/slide11.xml"/><Relationship Id="rId27" Type="http://schemas.openxmlformats.org/officeDocument/2006/relationships/slide" Target="slides/slide10.xml"/><Relationship Id="rId26" Type="http://schemas.openxmlformats.org/officeDocument/2006/relationships/slide" Target="slides/slide9.xml"/><Relationship Id="rId25" Type="http://schemas.openxmlformats.org/officeDocument/2006/relationships/slide" Target="slides/slide8.xml"/><Relationship Id="rId24" Type="http://schemas.openxmlformats.org/officeDocument/2006/relationships/slide" Target="slides/slide7.xml"/><Relationship Id="rId23" Type="http://schemas.openxmlformats.org/officeDocument/2006/relationships/slide" Target="slides/slide6.xml"/><Relationship Id="rId22" Type="http://schemas.openxmlformats.org/officeDocument/2006/relationships/slide" Target="slides/slide5.xml"/><Relationship Id="rId21" Type="http://schemas.openxmlformats.org/officeDocument/2006/relationships/slide" Target="slides/slide4.xml"/><Relationship Id="rId20" Type="http://schemas.openxmlformats.org/officeDocument/2006/relationships/slide" Target="slides/slide3.xml"/><Relationship Id="rId2" Type="http://schemas.openxmlformats.org/officeDocument/2006/relationships/theme" Target="theme/theme1.xml"/><Relationship Id="rId19" Type="http://schemas.openxmlformats.org/officeDocument/2006/relationships/slide" Target="slides/slide2.xml"/><Relationship Id="rId18" Type="http://schemas.openxmlformats.org/officeDocument/2006/relationships/slide" Target="slides/slide1.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8" Type="http://schemas.openxmlformats.org/officeDocument/2006/relationships/tableStyles" Target="tableStyles.xml"/><Relationship Id="rId147" Type="http://schemas.openxmlformats.org/officeDocument/2006/relationships/viewProps" Target="viewProps.xml"/><Relationship Id="rId146" Type="http://schemas.openxmlformats.org/officeDocument/2006/relationships/presProps" Target="presProps.xml"/><Relationship Id="rId145" Type="http://schemas.openxmlformats.org/officeDocument/2006/relationships/notesMaster" Target="notesMasters/notesMaster1.xml"/><Relationship Id="rId144" Type="http://schemas.openxmlformats.org/officeDocument/2006/relationships/slide" Target="slides/slide127.xml"/><Relationship Id="rId143" Type="http://schemas.openxmlformats.org/officeDocument/2006/relationships/slide" Target="slides/slide126.xml"/><Relationship Id="rId142" Type="http://schemas.openxmlformats.org/officeDocument/2006/relationships/slide" Target="slides/slide125.xml"/><Relationship Id="rId141" Type="http://schemas.openxmlformats.org/officeDocument/2006/relationships/slide" Target="slides/slide124.xml"/><Relationship Id="rId140" Type="http://schemas.openxmlformats.org/officeDocument/2006/relationships/slide" Target="slides/slide123.xml"/><Relationship Id="rId14" Type="http://schemas.openxmlformats.org/officeDocument/2006/relationships/slideMaster" Target="slideMasters/slideMaster13.xml"/><Relationship Id="rId139" Type="http://schemas.openxmlformats.org/officeDocument/2006/relationships/slide" Target="slides/slide122.xml"/><Relationship Id="rId138" Type="http://schemas.openxmlformats.org/officeDocument/2006/relationships/slide" Target="slides/slide121.xml"/><Relationship Id="rId137" Type="http://schemas.openxmlformats.org/officeDocument/2006/relationships/slide" Target="slides/slide120.xml"/><Relationship Id="rId136" Type="http://schemas.openxmlformats.org/officeDocument/2006/relationships/slide" Target="slides/slide119.xml"/><Relationship Id="rId135" Type="http://schemas.openxmlformats.org/officeDocument/2006/relationships/slide" Target="slides/slide118.xml"/><Relationship Id="rId134" Type="http://schemas.openxmlformats.org/officeDocument/2006/relationships/slide" Target="slides/slide117.xml"/><Relationship Id="rId133" Type="http://schemas.openxmlformats.org/officeDocument/2006/relationships/slide" Target="slides/slide116.xml"/><Relationship Id="rId132" Type="http://schemas.openxmlformats.org/officeDocument/2006/relationships/slide" Target="slides/slide115.xml"/><Relationship Id="rId131" Type="http://schemas.openxmlformats.org/officeDocument/2006/relationships/slide" Target="slides/slide114.xml"/><Relationship Id="rId130" Type="http://schemas.openxmlformats.org/officeDocument/2006/relationships/slide" Target="slides/slide113.xml"/><Relationship Id="rId13" Type="http://schemas.openxmlformats.org/officeDocument/2006/relationships/slideMaster" Target="slideMasters/slideMaster12.xml"/><Relationship Id="rId129" Type="http://schemas.openxmlformats.org/officeDocument/2006/relationships/slide" Target="slides/slide112.xml"/><Relationship Id="rId128" Type="http://schemas.openxmlformats.org/officeDocument/2006/relationships/slide" Target="slides/slide111.xml"/><Relationship Id="rId127" Type="http://schemas.openxmlformats.org/officeDocument/2006/relationships/slide" Target="slides/slide110.xml"/><Relationship Id="rId126" Type="http://schemas.openxmlformats.org/officeDocument/2006/relationships/slide" Target="slides/slide109.xml"/><Relationship Id="rId125" Type="http://schemas.openxmlformats.org/officeDocument/2006/relationships/slide" Target="slides/slide108.xml"/><Relationship Id="rId124" Type="http://schemas.openxmlformats.org/officeDocument/2006/relationships/slide" Target="slides/slide107.xml"/><Relationship Id="rId123" Type="http://schemas.openxmlformats.org/officeDocument/2006/relationships/slide" Target="slides/slide106.xml"/><Relationship Id="rId122" Type="http://schemas.openxmlformats.org/officeDocument/2006/relationships/slide" Target="slides/slide105.xml"/><Relationship Id="rId121" Type="http://schemas.openxmlformats.org/officeDocument/2006/relationships/slide" Target="slides/slide104.xml"/><Relationship Id="rId120" Type="http://schemas.openxmlformats.org/officeDocument/2006/relationships/slide" Target="slides/slide103.xml"/><Relationship Id="rId12" Type="http://schemas.openxmlformats.org/officeDocument/2006/relationships/slideMaster" Target="slideMasters/slideMaster11.xml"/><Relationship Id="rId119" Type="http://schemas.openxmlformats.org/officeDocument/2006/relationships/slide" Target="slides/slide102.xml"/><Relationship Id="rId118" Type="http://schemas.openxmlformats.org/officeDocument/2006/relationships/slide" Target="slides/slide101.xml"/><Relationship Id="rId117" Type="http://schemas.openxmlformats.org/officeDocument/2006/relationships/slide" Target="slides/slide100.xml"/><Relationship Id="rId116" Type="http://schemas.openxmlformats.org/officeDocument/2006/relationships/slide" Target="slides/slide99.xml"/><Relationship Id="rId115" Type="http://schemas.openxmlformats.org/officeDocument/2006/relationships/slide" Target="slides/slide98.xml"/><Relationship Id="rId114" Type="http://schemas.openxmlformats.org/officeDocument/2006/relationships/slide" Target="slides/slide97.xml"/><Relationship Id="rId113" Type="http://schemas.openxmlformats.org/officeDocument/2006/relationships/slide" Target="slides/slide96.xml"/><Relationship Id="rId112" Type="http://schemas.openxmlformats.org/officeDocument/2006/relationships/slide" Target="slides/slide95.xml"/><Relationship Id="rId111" Type="http://schemas.openxmlformats.org/officeDocument/2006/relationships/slide" Target="slides/slide94.xml"/><Relationship Id="rId110" Type="http://schemas.openxmlformats.org/officeDocument/2006/relationships/slide" Target="slides/slide93.xml"/><Relationship Id="rId11" Type="http://schemas.openxmlformats.org/officeDocument/2006/relationships/slideMaster" Target="slideMasters/slideMaster10.xml"/><Relationship Id="rId109" Type="http://schemas.openxmlformats.org/officeDocument/2006/relationships/slide" Target="slides/slide92.xml"/><Relationship Id="rId108" Type="http://schemas.openxmlformats.org/officeDocument/2006/relationships/slide" Target="slides/slide91.xml"/><Relationship Id="rId107" Type="http://schemas.openxmlformats.org/officeDocument/2006/relationships/slide" Target="slides/slide90.xml"/><Relationship Id="rId106" Type="http://schemas.openxmlformats.org/officeDocument/2006/relationships/slide" Target="slides/slide89.xml"/><Relationship Id="rId105" Type="http://schemas.openxmlformats.org/officeDocument/2006/relationships/slide" Target="slides/slide88.xml"/><Relationship Id="rId104" Type="http://schemas.openxmlformats.org/officeDocument/2006/relationships/slide" Target="slides/slide87.xml"/><Relationship Id="rId103" Type="http://schemas.openxmlformats.org/officeDocument/2006/relationships/slide" Target="slides/slide86.xml"/><Relationship Id="rId102" Type="http://schemas.openxmlformats.org/officeDocument/2006/relationships/slide" Target="slides/slide85.xml"/><Relationship Id="rId101" Type="http://schemas.openxmlformats.org/officeDocument/2006/relationships/slide" Target="slides/slide84.xml"/><Relationship Id="rId100" Type="http://schemas.openxmlformats.org/officeDocument/2006/relationships/slide" Target="slides/slide83.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页眉占位符 3073"/>
          <p:cNvSpPr>
            <a:spLocks noGrp="1"/>
          </p:cNvSpPr>
          <p:nvPr>
            <p:ph type="hdr" sz="quarter"/>
          </p:nvPr>
        </p:nvSpPr>
        <p:spPr>
          <a:xfrm>
            <a:off x="0" y="0"/>
            <a:ext cx="2952750" cy="498475"/>
          </a:xfrm>
          <a:prstGeom prst="rect">
            <a:avLst/>
          </a:prstGeom>
          <a:noFill/>
          <a:ln w="9525">
            <a:noFill/>
            <a:miter/>
          </a:ln>
        </p:spPr>
        <p:txBody>
          <a:bodyPr lIns="91613" tIns="45807" rIns="91613" bIns="45807"/>
          <a:p>
            <a:pPr lvl="0" defTabSz="916305" fontAlgn="base"/>
            <a:endParaRPr lang="zh-CN" altLang="en-US" sz="1200" b="0" strike="noStrike" noProof="1"/>
          </a:p>
        </p:txBody>
      </p:sp>
      <p:sp>
        <p:nvSpPr>
          <p:cNvPr id="3075" name="日期占位符 3074"/>
          <p:cNvSpPr>
            <a:spLocks noGrp="1"/>
          </p:cNvSpPr>
          <p:nvPr>
            <p:ph type="dt" idx="1"/>
          </p:nvPr>
        </p:nvSpPr>
        <p:spPr>
          <a:xfrm>
            <a:off x="3860800" y="0"/>
            <a:ext cx="2952750" cy="498475"/>
          </a:xfrm>
          <a:prstGeom prst="rect">
            <a:avLst/>
          </a:prstGeom>
          <a:noFill/>
          <a:ln w="9525">
            <a:noFill/>
            <a:miter/>
          </a:ln>
        </p:spPr>
        <p:txBody>
          <a:bodyPr lIns="91613" tIns="45807" rIns="91613" bIns="45807"/>
          <a:p>
            <a:pPr lvl="0" algn="r" defTabSz="916305" fontAlgn="base"/>
            <a:endParaRPr lang="en-US" altLang="zh-CN" sz="1200" b="0" strike="noStrike" noProof="1" dirty="0"/>
          </a:p>
        </p:txBody>
      </p:sp>
      <p:sp>
        <p:nvSpPr>
          <p:cNvPr id="4100" name="幻灯片图像占位符 3075"/>
          <p:cNvSpPr>
            <a:spLocks noGrp="1" noRot="1"/>
          </p:cNvSpPr>
          <p:nvPr>
            <p:ph type="sldImg"/>
          </p:nvPr>
        </p:nvSpPr>
        <p:spPr>
          <a:xfrm>
            <a:off x="922338" y="746125"/>
            <a:ext cx="4970462" cy="3727450"/>
          </a:xfrm>
          <a:prstGeom prst="rect">
            <a:avLst/>
          </a:prstGeom>
          <a:noFill/>
          <a:ln w="9525">
            <a:noFill/>
            <a:miter/>
          </a:ln>
        </p:spPr>
        <p:txBody>
          <a:bodyPr/>
          <a:p>
            <a:endParaRPr lang="zh-CN" altLang="en-US"/>
          </a:p>
        </p:txBody>
      </p:sp>
      <p:sp>
        <p:nvSpPr>
          <p:cNvPr id="4101" name="文本占位符 3076"/>
          <p:cNvSpPr>
            <a:spLocks noGrp="1" noRot="1"/>
          </p:cNvSpPr>
          <p:nvPr>
            <p:ph type="body" sz="quarter"/>
          </p:nvPr>
        </p:nvSpPr>
        <p:spPr>
          <a:xfrm>
            <a:off x="681038" y="4722813"/>
            <a:ext cx="5453062" cy="4473575"/>
          </a:xfrm>
          <a:prstGeom prst="rect">
            <a:avLst/>
          </a:prstGeom>
          <a:noFill/>
          <a:ln w="9525">
            <a:noFill/>
            <a:miter/>
          </a:ln>
        </p:spPr>
        <p:txBody>
          <a:bodyPr lIns="91613" tIns="45807" rIns="91613" bIns="45807" anchor="ctr"/>
          <a:p>
            <a:pPr lvl="0"/>
            <a:r>
              <a:rPr lang="zh-CN" altLang="en-US"/>
              <a:t>单击此处编辑母版文本样式</a:t>
            </a:r>
            <a:endParaRPr lang="zh-CN" altLang="en-US"/>
          </a:p>
          <a:p>
            <a:pPr lvl="1" indent="0"/>
            <a:r>
              <a:rPr lang="zh-CN" altLang="en-US"/>
              <a:t>第二级</a:t>
            </a:r>
            <a:endParaRPr lang="zh-CN" altLang="en-US"/>
          </a:p>
          <a:p>
            <a:pPr lvl="2" indent="0"/>
            <a:r>
              <a:rPr lang="zh-CN" altLang="en-US"/>
              <a:t>第三级</a:t>
            </a:r>
            <a:endParaRPr lang="zh-CN" altLang="en-US"/>
          </a:p>
          <a:p>
            <a:pPr lvl="3" indent="0"/>
            <a:r>
              <a:rPr lang="zh-CN" altLang="en-US"/>
              <a:t>第四级</a:t>
            </a:r>
            <a:endParaRPr lang="zh-CN" altLang="en-US"/>
          </a:p>
          <a:p>
            <a:pPr lvl="4" indent="0"/>
            <a:r>
              <a:rPr lang="zh-CN" altLang="en-US"/>
              <a:t>第五级</a:t>
            </a:r>
            <a:endParaRPr lang="zh-CN" altLang="en-US"/>
          </a:p>
        </p:txBody>
      </p:sp>
      <p:sp>
        <p:nvSpPr>
          <p:cNvPr id="3078" name="页脚占位符 3077"/>
          <p:cNvSpPr>
            <a:spLocks noGrp="1"/>
          </p:cNvSpPr>
          <p:nvPr>
            <p:ph type="ftr" sz="quarter" idx="4"/>
          </p:nvPr>
        </p:nvSpPr>
        <p:spPr>
          <a:xfrm>
            <a:off x="0" y="9442450"/>
            <a:ext cx="2952750" cy="498475"/>
          </a:xfrm>
          <a:prstGeom prst="rect">
            <a:avLst/>
          </a:prstGeom>
          <a:noFill/>
          <a:ln w="9525">
            <a:noFill/>
            <a:miter/>
          </a:ln>
        </p:spPr>
        <p:txBody>
          <a:bodyPr lIns="91613" tIns="45807" rIns="91613" bIns="45807" anchor="b"/>
          <a:p>
            <a:pPr lvl="0" defTabSz="916305" fontAlgn="base"/>
            <a:endParaRPr lang="en-US" altLang="zh-CN" sz="1200" b="0" strike="noStrike" noProof="1" dirty="0"/>
          </a:p>
        </p:txBody>
      </p:sp>
      <p:sp>
        <p:nvSpPr>
          <p:cNvPr id="3079" name="灯片编号占位符 3078"/>
          <p:cNvSpPr>
            <a:spLocks noGrp="1"/>
          </p:cNvSpPr>
          <p:nvPr>
            <p:ph type="sldNum" sz="quarter" idx="5"/>
          </p:nvPr>
        </p:nvSpPr>
        <p:spPr>
          <a:xfrm>
            <a:off x="3860800" y="9442450"/>
            <a:ext cx="2952750" cy="498475"/>
          </a:xfrm>
          <a:prstGeom prst="rect">
            <a:avLst/>
          </a:prstGeom>
          <a:noFill/>
          <a:ln w="9525">
            <a:noFill/>
            <a:miter/>
          </a:ln>
        </p:spPr>
        <p:txBody>
          <a:bodyPr lIns="91613" tIns="45807" rIns="91613" bIns="45807" anchor="b"/>
          <a:p>
            <a:pPr lvl="0" algn="r" defTabSz="916305" fontAlgn="base"/>
            <a:fld id="{9A0DB2DC-4C9A-4742-B13C-FB6460FD3503}" type="slidenum">
              <a:rPr lang="zh-CN" altLang="en-US" sz="1200" b="0" strike="noStrike" noProof="1" dirty="0">
                <a:latin typeface="Arial" panose="02080604020202020204" pitchFamily="34" charset="0"/>
                <a:ea typeface="宋体" panose="02010600030101010101" pitchFamily="2" charset="-122"/>
                <a:cs typeface="+mn-ea"/>
              </a:rPr>
            </a:fld>
            <a:endParaRPr lang="en-US" altLang="zh-CN" sz="1200" b="0" strike="noStrike" noProof="1" dirty="0"/>
          </a:p>
        </p:txBody>
      </p:sp>
    </p:spTree>
  </p:cSld>
  <p:clrMap bg1="lt1" tx1="dk1" bg2="lt2" tx2="dk2" accent1="accent1" accent2="accent2" accent3="accent3" accent4="accent4" accent5="accent5" accent6="accent6" hlink="hlink" folHlink="folHlink"/>
  <p:hf sldNum="0" hdr="0" ftr="0" dt="0"/>
  <p:notesStyle>
    <a:lvl1pPr marL="0" lvl="0"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8.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9.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0.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1.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2.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3.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4.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4.xml"/></Relationships>
</file>

<file path=ppt/slideLayouts/_rels/slideLayout18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5.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5.xml"/></Relationships>
</file>

<file path=ppt/slideLayouts/_rels/slideLayout19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6.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4175"/>
            <a:ext cx="7772400" cy="1409700"/>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73600"/>
            <a:ext cx="7861300" cy="530225"/>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226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226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226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
        <p:nvSpPr>
          <p:cNvPr id="4" name="日期占位符 3"/>
          <p:cNvSpPr>
            <a:spLocks noGrp="1"/>
          </p:cNvSpPr>
          <p:nvPr>
            <p:ph type="dt" sz="half" idx="10"/>
          </p:nvPr>
        </p:nvSpPr>
        <p:spPr>
          <a:xfrm>
            <a:off x="685800" y="6248400"/>
            <a:ext cx="1905000" cy="457200"/>
          </a:xfrm>
        </p:spPr>
        <p:txBody>
          <a:bodyPr/>
          <a:p>
            <a:pPr lvl="0" fontAlgn="base">
              <a:spcBef>
                <a:spcPct val="50000"/>
              </a:spcBef>
            </a:pPr>
          </a:p>
        </p:txBody>
      </p:sp>
      <p:sp>
        <p:nvSpPr>
          <p:cNvPr id="5" name="页脚占位符 4"/>
          <p:cNvSpPr>
            <a:spLocks noGrp="1"/>
          </p:cNvSpPr>
          <p:nvPr>
            <p:ph type="ftr" sz="quarter" idx="11"/>
          </p:nvPr>
        </p:nvSpPr>
        <p:spPr>
          <a:xfrm>
            <a:off x="3124200" y="6248400"/>
            <a:ext cx="2895600" cy="457200"/>
          </a:xfrm>
        </p:spPr>
        <p:txBody>
          <a:bodyPr/>
          <a:p>
            <a:pPr lvl="0" fontAlgn="base">
              <a:spcBef>
                <a:spcPct val="50000"/>
              </a:spcBef>
            </a:pPr>
            <a:endParaRPr lang="zh-CN" strike="noStrike" noProof="1"/>
          </a:p>
        </p:txBody>
      </p:sp>
      <p:sp>
        <p:nvSpPr>
          <p:cNvPr id="6" name="灯片编号占位符 5"/>
          <p:cNvSpPr>
            <a:spLocks noGrp="1"/>
          </p:cNvSpPr>
          <p:nvPr>
            <p:ph type="sldNum" sz="quarter" idx="12"/>
          </p:nvPr>
        </p:nvSpPr>
        <p:spPr>
          <a:xfrm>
            <a:off x="6553200" y="6248400"/>
            <a:ext cx="1905000" cy="457200"/>
          </a:xfrm>
        </p:spPr>
        <p:txBody>
          <a:bodyPr/>
          <a:p>
            <a:pPr lvl="0" fontAlgn="base">
              <a:spcBef>
                <a:spcPct val="50000"/>
              </a:spcBef>
            </a:pPr>
            <a:fld id="{9A0DB2DC-4C9A-4742-B13C-FB6460FD3503}" type="slidenum">
              <a:rPr lang="zh-CN" strike="noStrike" noProof="1">
                <a:latin typeface="Times New Roman" panose="02020603050405020304" charset="0"/>
                <a:ea typeface="宋体" panose="02010600030101010101" pitchFamily="2" charset="-122"/>
                <a:cs typeface="+mn-ea"/>
              </a:rPr>
            </a:fld>
            <a:endParaRPr 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4175"/>
            <a:ext cx="7772400" cy="1409700"/>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73600"/>
            <a:ext cx="7861300" cy="530225"/>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226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226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226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tbl" preserve="1">
  <p:cSld name="标题和表格">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
        <p:nvSpPr>
          <p:cNvPr id="4" name="日期占位符 3"/>
          <p:cNvSpPr>
            <a:spLocks noGrp="1"/>
          </p:cNvSpPr>
          <p:nvPr>
            <p:ph type="dt" sz="half" idx="10"/>
          </p:nvPr>
        </p:nvSpPr>
        <p:spPr>
          <a:xfrm>
            <a:off x="685800" y="6248400"/>
            <a:ext cx="1905000" cy="457200"/>
          </a:xfrm>
        </p:spPr>
        <p:txBody>
          <a:bodyPr/>
          <a:p>
            <a:pPr lvl="0" fontAlgn="base">
              <a:spcBef>
                <a:spcPct val="50000"/>
              </a:spcBef>
            </a:pPr>
          </a:p>
        </p:txBody>
      </p:sp>
      <p:sp>
        <p:nvSpPr>
          <p:cNvPr id="5" name="页脚占位符 4"/>
          <p:cNvSpPr>
            <a:spLocks noGrp="1"/>
          </p:cNvSpPr>
          <p:nvPr>
            <p:ph type="ftr" sz="quarter" idx="11"/>
          </p:nvPr>
        </p:nvSpPr>
        <p:spPr>
          <a:xfrm>
            <a:off x="3124200" y="6248400"/>
            <a:ext cx="2895600" cy="457200"/>
          </a:xfrm>
        </p:spPr>
        <p:txBody>
          <a:bodyPr/>
          <a:p>
            <a:pPr lvl="0" fontAlgn="base">
              <a:spcBef>
                <a:spcPct val="50000"/>
              </a:spcBef>
            </a:pPr>
            <a:endParaRPr lang="zh-CN" strike="noStrike" noProof="1"/>
          </a:p>
        </p:txBody>
      </p:sp>
      <p:sp>
        <p:nvSpPr>
          <p:cNvPr id="6" name="灯片编号占位符 5"/>
          <p:cNvSpPr>
            <a:spLocks noGrp="1"/>
          </p:cNvSpPr>
          <p:nvPr>
            <p:ph type="sldNum" sz="quarter" idx="12"/>
          </p:nvPr>
        </p:nvSpPr>
        <p:spPr>
          <a:xfrm>
            <a:off x="6553200" y="6248400"/>
            <a:ext cx="1905000" cy="457200"/>
          </a:xfrm>
        </p:spPr>
        <p:txBody>
          <a:bodyPr/>
          <a:p>
            <a:pPr lvl="0" fontAlgn="base">
              <a:spcBef>
                <a:spcPct val="50000"/>
              </a:spcBef>
            </a:pPr>
            <a:fld id="{9A0DB2DC-4C9A-4742-B13C-FB6460FD3503}" type="slidenum">
              <a:rPr lang="zh-CN" strike="noStrike" noProof="1">
                <a:latin typeface="Times New Roman" panose="02020603050405020304" charset="0"/>
                <a:ea typeface="宋体" panose="02010600030101010101" pitchFamily="2" charset="-122"/>
                <a:cs typeface="+mn-ea"/>
              </a:rPr>
            </a:fld>
            <a:endParaRPr 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4175"/>
            <a:ext cx="7772400" cy="1409700"/>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73600"/>
            <a:ext cx="7861300" cy="530225"/>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226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226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226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type="tbl" preserve="1">
  <p:cSld name="标题和表格">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
        <p:nvSpPr>
          <p:cNvPr id="4" name="日期占位符 3"/>
          <p:cNvSpPr>
            <a:spLocks noGrp="1"/>
          </p:cNvSpPr>
          <p:nvPr>
            <p:ph type="dt" sz="half" idx="10"/>
          </p:nvPr>
        </p:nvSpPr>
        <p:spPr>
          <a:xfrm>
            <a:off x="685800" y="6248400"/>
            <a:ext cx="1905000" cy="457200"/>
          </a:xfrm>
        </p:spPr>
        <p:txBody>
          <a:bodyPr/>
          <a:p>
            <a:pPr lvl="0" fontAlgn="base">
              <a:spcBef>
                <a:spcPct val="50000"/>
              </a:spcBef>
            </a:pPr>
          </a:p>
        </p:txBody>
      </p:sp>
      <p:sp>
        <p:nvSpPr>
          <p:cNvPr id="5" name="页脚占位符 4"/>
          <p:cNvSpPr>
            <a:spLocks noGrp="1"/>
          </p:cNvSpPr>
          <p:nvPr>
            <p:ph type="ftr" sz="quarter" idx="11"/>
          </p:nvPr>
        </p:nvSpPr>
        <p:spPr>
          <a:xfrm>
            <a:off x="3124200" y="6248400"/>
            <a:ext cx="2895600" cy="457200"/>
          </a:xfrm>
        </p:spPr>
        <p:txBody>
          <a:bodyPr/>
          <a:p>
            <a:pPr lvl="0" fontAlgn="base">
              <a:spcBef>
                <a:spcPct val="50000"/>
              </a:spcBef>
            </a:pPr>
            <a:endParaRPr lang="zh-CN" strike="noStrike" noProof="1"/>
          </a:p>
        </p:txBody>
      </p:sp>
      <p:sp>
        <p:nvSpPr>
          <p:cNvPr id="6" name="灯片编号占位符 5"/>
          <p:cNvSpPr>
            <a:spLocks noGrp="1"/>
          </p:cNvSpPr>
          <p:nvPr>
            <p:ph type="sldNum" sz="quarter" idx="12"/>
          </p:nvPr>
        </p:nvSpPr>
        <p:spPr>
          <a:xfrm>
            <a:off x="6553200" y="6248400"/>
            <a:ext cx="1905000" cy="457200"/>
          </a:xfrm>
        </p:spPr>
        <p:txBody>
          <a:bodyPr/>
          <a:p>
            <a:pPr lvl="0" fontAlgn="base">
              <a:spcBef>
                <a:spcPct val="50000"/>
              </a:spcBef>
            </a:pPr>
            <a:fld id="{9A0DB2DC-4C9A-4742-B13C-FB6460FD3503}" type="slidenum">
              <a:rPr lang="zh-CN" strike="noStrike" noProof="1">
                <a:latin typeface="Times New Roman" panose="02020603050405020304" charset="0"/>
                <a:ea typeface="宋体" panose="02010600030101010101" pitchFamily="2" charset="-122"/>
                <a:cs typeface="+mn-ea"/>
              </a:rPr>
            </a:fld>
            <a:endParaRPr 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4175"/>
            <a:ext cx="7772400" cy="1409700"/>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73600"/>
            <a:ext cx="7861300" cy="530225"/>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226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226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226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type="tbl" preserve="1">
  <p:cSld name="标题和表格">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
        <p:nvSpPr>
          <p:cNvPr id="4" name="日期占位符 3"/>
          <p:cNvSpPr>
            <a:spLocks noGrp="1"/>
          </p:cNvSpPr>
          <p:nvPr>
            <p:ph type="dt" sz="half" idx="10"/>
          </p:nvPr>
        </p:nvSpPr>
        <p:spPr>
          <a:xfrm>
            <a:off x="685800" y="6248400"/>
            <a:ext cx="1905000" cy="457200"/>
          </a:xfrm>
        </p:spPr>
        <p:txBody>
          <a:bodyPr/>
          <a:p>
            <a:pPr lvl="0" fontAlgn="base">
              <a:spcBef>
                <a:spcPct val="50000"/>
              </a:spcBef>
            </a:pPr>
          </a:p>
        </p:txBody>
      </p:sp>
      <p:sp>
        <p:nvSpPr>
          <p:cNvPr id="5" name="页脚占位符 4"/>
          <p:cNvSpPr>
            <a:spLocks noGrp="1"/>
          </p:cNvSpPr>
          <p:nvPr>
            <p:ph type="ftr" sz="quarter" idx="11"/>
          </p:nvPr>
        </p:nvSpPr>
        <p:spPr>
          <a:xfrm>
            <a:off x="3124200" y="6248400"/>
            <a:ext cx="2895600" cy="457200"/>
          </a:xfrm>
        </p:spPr>
        <p:txBody>
          <a:bodyPr/>
          <a:p>
            <a:pPr lvl="0" fontAlgn="base">
              <a:spcBef>
                <a:spcPct val="50000"/>
              </a:spcBef>
            </a:pPr>
            <a:endParaRPr lang="zh-CN" strike="noStrike" noProof="1"/>
          </a:p>
        </p:txBody>
      </p:sp>
      <p:sp>
        <p:nvSpPr>
          <p:cNvPr id="6" name="灯片编号占位符 5"/>
          <p:cNvSpPr>
            <a:spLocks noGrp="1"/>
          </p:cNvSpPr>
          <p:nvPr>
            <p:ph type="sldNum" sz="quarter" idx="12"/>
          </p:nvPr>
        </p:nvSpPr>
        <p:spPr>
          <a:xfrm>
            <a:off x="6553200" y="6248400"/>
            <a:ext cx="1905000" cy="457200"/>
          </a:xfrm>
        </p:spPr>
        <p:txBody>
          <a:bodyPr/>
          <a:p>
            <a:pPr lvl="0" fontAlgn="base">
              <a:spcBef>
                <a:spcPct val="50000"/>
              </a:spcBef>
            </a:pPr>
            <a:fld id="{9A0DB2DC-4C9A-4742-B13C-FB6460FD3503}" type="slidenum">
              <a:rPr lang="zh-CN" strike="noStrike" noProof="1">
                <a:latin typeface="Times New Roman" panose="02020603050405020304" charset="0"/>
                <a:ea typeface="宋体" panose="02010600030101010101" pitchFamily="2" charset="-122"/>
                <a:cs typeface="+mn-ea"/>
              </a:rPr>
            </a:fld>
            <a:endParaRPr 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4175"/>
            <a:ext cx="7772400" cy="1409700"/>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73600"/>
            <a:ext cx="7861300" cy="530225"/>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226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226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226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type="tbl" preserve="1">
  <p:cSld name="标题和表格">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
        <p:nvSpPr>
          <p:cNvPr id="4" name="日期占位符 3"/>
          <p:cNvSpPr>
            <a:spLocks noGrp="1"/>
          </p:cNvSpPr>
          <p:nvPr>
            <p:ph type="dt" sz="half" idx="10"/>
          </p:nvPr>
        </p:nvSpPr>
        <p:spPr>
          <a:xfrm>
            <a:off x="685800" y="6248400"/>
            <a:ext cx="1905000" cy="457200"/>
          </a:xfrm>
        </p:spPr>
        <p:txBody>
          <a:bodyPr/>
          <a:p>
            <a:pPr lvl="0" fontAlgn="base">
              <a:spcBef>
                <a:spcPct val="50000"/>
              </a:spcBef>
            </a:pPr>
          </a:p>
        </p:txBody>
      </p:sp>
      <p:sp>
        <p:nvSpPr>
          <p:cNvPr id="5" name="页脚占位符 4"/>
          <p:cNvSpPr>
            <a:spLocks noGrp="1"/>
          </p:cNvSpPr>
          <p:nvPr>
            <p:ph type="ftr" sz="quarter" idx="11"/>
          </p:nvPr>
        </p:nvSpPr>
        <p:spPr>
          <a:xfrm>
            <a:off x="3124200" y="6248400"/>
            <a:ext cx="2895600" cy="457200"/>
          </a:xfrm>
        </p:spPr>
        <p:txBody>
          <a:bodyPr/>
          <a:p>
            <a:pPr lvl="0" fontAlgn="base">
              <a:spcBef>
                <a:spcPct val="50000"/>
              </a:spcBef>
            </a:pPr>
            <a:endParaRPr lang="zh-CN" strike="noStrike" noProof="1"/>
          </a:p>
        </p:txBody>
      </p:sp>
      <p:sp>
        <p:nvSpPr>
          <p:cNvPr id="6" name="灯片编号占位符 5"/>
          <p:cNvSpPr>
            <a:spLocks noGrp="1"/>
          </p:cNvSpPr>
          <p:nvPr>
            <p:ph type="sldNum" sz="quarter" idx="12"/>
          </p:nvPr>
        </p:nvSpPr>
        <p:spPr>
          <a:xfrm>
            <a:off x="6553200" y="6248400"/>
            <a:ext cx="1905000" cy="457200"/>
          </a:xfrm>
        </p:spPr>
        <p:txBody>
          <a:bodyPr/>
          <a:p>
            <a:pPr lvl="0" fontAlgn="base">
              <a:spcBef>
                <a:spcPct val="50000"/>
              </a:spcBef>
            </a:pPr>
            <a:fld id="{9A0DB2DC-4C9A-4742-B13C-FB6460FD3503}" type="slidenum">
              <a:rPr lang="zh-CN" strike="noStrike" noProof="1">
                <a:latin typeface="Times New Roman" panose="02020603050405020304" charset="0"/>
                <a:ea typeface="宋体" panose="02010600030101010101" pitchFamily="2" charset="-122"/>
                <a:cs typeface="+mn-ea"/>
              </a:rPr>
            </a:fld>
            <a:endParaRPr 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4175"/>
            <a:ext cx="7772400" cy="1409700"/>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73600"/>
            <a:ext cx="7861300" cy="530225"/>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226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226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226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type="tbl" preserve="1">
  <p:cSld name="标题和表格">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
        <p:nvSpPr>
          <p:cNvPr id="4" name="日期占位符 3"/>
          <p:cNvSpPr>
            <a:spLocks noGrp="1"/>
          </p:cNvSpPr>
          <p:nvPr>
            <p:ph type="dt" sz="half" idx="10"/>
          </p:nvPr>
        </p:nvSpPr>
        <p:spPr>
          <a:xfrm>
            <a:off x="685800" y="6248400"/>
            <a:ext cx="1905000" cy="457200"/>
          </a:xfrm>
        </p:spPr>
        <p:txBody>
          <a:bodyPr/>
          <a:p>
            <a:pPr lvl="0" fontAlgn="base">
              <a:spcBef>
                <a:spcPct val="50000"/>
              </a:spcBef>
            </a:pPr>
          </a:p>
        </p:txBody>
      </p:sp>
      <p:sp>
        <p:nvSpPr>
          <p:cNvPr id="5" name="页脚占位符 4"/>
          <p:cNvSpPr>
            <a:spLocks noGrp="1"/>
          </p:cNvSpPr>
          <p:nvPr>
            <p:ph type="ftr" sz="quarter" idx="11"/>
          </p:nvPr>
        </p:nvSpPr>
        <p:spPr>
          <a:xfrm>
            <a:off x="3124200" y="6248400"/>
            <a:ext cx="2895600" cy="457200"/>
          </a:xfrm>
        </p:spPr>
        <p:txBody>
          <a:bodyPr/>
          <a:p>
            <a:pPr lvl="0" fontAlgn="base">
              <a:spcBef>
                <a:spcPct val="50000"/>
              </a:spcBef>
            </a:pPr>
            <a:endParaRPr lang="zh-CN" strike="noStrike" noProof="1"/>
          </a:p>
        </p:txBody>
      </p:sp>
      <p:sp>
        <p:nvSpPr>
          <p:cNvPr id="6" name="灯片编号占位符 5"/>
          <p:cNvSpPr>
            <a:spLocks noGrp="1"/>
          </p:cNvSpPr>
          <p:nvPr>
            <p:ph type="sldNum" sz="quarter" idx="12"/>
          </p:nvPr>
        </p:nvSpPr>
        <p:spPr>
          <a:xfrm>
            <a:off x="6553200" y="6248400"/>
            <a:ext cx="1905000" cy="457200"/>
          </a:xfrm>
        </p:spPr>
        <p:txBody>
          <a:bodyPr/>
          <a:p>
            <a:pPr lvl="0" fontAlgn="base">
              <a:spcBef>
                <a:spcPct val="50000"/>
              </a:spcBef>
            </a:pPr>
            <a:fld id="{9A0DB2DC-4C9A-4742-B13C-FB6460FD3503}" type="slidenum">
              <a:rPr lang="zh-CN" strike="noStrike" noProof="1">
                <a:latin typeface="Times New Roman" panose="02020603050405020304" charset="0"/>
                <a:ea typeface="宋体" panose="02010600030101010101" pitchFamily="2" charset="-122"/>
                <a:cs typeface="+mn-ea"/>
              </a:rPr>
            </a:fld>
            <a:endParaRPr 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4175"/>
            <a:ext cx="7772400" cy="1409700"/>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73600"/>
            <a:ext cx="7861300" cy="530225"/>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226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226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226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type="tbl" preserve="1">
  <p:cSld name="标题和表格">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
        <p:nvSpPr>
          <p:cNvPr id="4" name="日期占位符 3"/>
          <p:cNvSpPr>
            <a:spLocks noGrp="1"/>
          </p:cNvSpPr>
          <p:nvPr>
            <p:ph type="dt" sz="half" idx="10"/>
          </p:nvPr>
        </p:nvSpPr>
        <p:spPr>
          <a:xfrm>
            <a:off x="685800" y="6248400"/>
            <a:ext cx="1905000" cy="457200"/>
          </a:xfrm>
        </p:spPr>
        <p:txBody>
          <a:bodyPr/>
          <a:p>
            <a:pPr lvl="0" fontAlgn="base">
              <a:spcBef>
                <a:spcPct val="50000"/>
              </a:spcBef>
            </a:pPr>
          </a:p>
        </p:txBody>
      </p:sp>
      <p:sp>
        <p:nvSpPr>
          <p:cNvPr id="5" name="页脚占位符 4"/>
          <p:cNvSpPr>
            <a:spLocks noGrp="1"/>
          </p:cNvSpPr>
          <p:nvPr>
            <p:ph type="ftr" sz="quarter" idx="11"/>
          </p:nvPr>
        </p:nvSpPr>
        <p:spPr>
          <a:xfrm>
            <a:off x="3124200" y="6248400"/>
            <a:ext cx="2895600" cy="457200"/>
          </a:xfrm>
        </p:spPr>
        <p:txBody>
          <a:bodyPr/>
          <a:p>
            <a:pPr lvl="0" fontAlgn="base">
              <a:spcBef>
                <a:spcPct val="50000"/>
              </a:spcBef>
            </a:pPr>
            <a:endParaRPr lang="zh-CN" strike="noStrike" noProof="1"/>
          </a:p>
        </p:txBody>
      </p:sp>
      <p:sp>
        <p:nvSpPr>
          <p:cNvPr id="6" name="灯片编号占位符 5"/>
          <p:cNvSpPr>
            <a:spLocks noGrp="1"/>
          </p:cNvSpPr>
          <p:nvPr>
            <p:ph type="sldNum" sz="quarter" idx="12"/>
          </p:nvPr>
        </p:nvSpPr>
        <p:spPr>
          <a:xfrm>
            <a:off x="6553200" y="6248400"/>
            <a:ext cx="1905000" cy="457200"/>
          </a:xfrm>
        </p:spPr>
        <p:txBody>
          <a:bodyPr/>
          <a:p>
            <a:pPr lvl="0" fontAlgn="base">
              <a:spcBef>
                <a:spcPct val="50000"/>
              </a:spcBef>
            </a:pPr>
            <a:fld id="{9A0DB2DC-4C9A-4742-B13C-FB6460FD3503}" type="slidenum">
              <a:rPr lang="zh-CN" strike="noStrike" noProof="1">
                <a:latin typeface="Times New Roman" panose="02020603050405020304" charset="0"/>
                <a:ea typeface="宋体" panose="02010600030101010101" pitchFamily="2" charset="-122"/>
                <a:cs typeface="+mn-ea"/>
              </a:rPr>
            </a:fld>
            <a:endParaRPr 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4175"/>
            <a:ext cx="7772400" cy="1409700"/>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73600"/>
            <a:ext cx="7861300" cy="530225"/>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226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226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226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type="tbl" preserve="1">
  <p:cSld name="标题和表格">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
        <p:nvSpPr>
          <p:cNvPr id="4" name="日期占位符 3"/>
          <p:cNvSpPr>
            <a:spLocks noGrp="1"/>
          </p:cNvSpPr>
          <p:nvPr>
            <p:ph type="dt" sz="half" idx="10"/>
          </p:nvPr>
        </p:nvSpPr>
        <p:spPr>
          <a:xfrm>
            <a:off x="685800" y="6248400"/>
            <a:ext cx="1905000" cy="457200"/>
          </a:xfrm>
        </p:spPr>
        <p:txBody>
          <a:bodyPr/>
          <a:p>
            <a:pPr lvl="0" fontAlgn="base">
              <a:spcBef>
                <a:spcPct val="50000"/>
              </a:spcBef>
            </a:pPr>
          </a:p>
        </p:txBody>
      </p:sp>
      <p:sp>
        <p:nvSpPr>
          <p:cNvPr id="5" name="页脚占位符 4"/>
          <p:cNvSpPr>
            <a:spLocks noGrp="1"/>
          </p:cNvSpPr>
          <p:nvPr>
            <p:ph type="ftr" sz="quarter" idx="11"/>
          </p:nvPr>
        </p:nvSpPr>
        <p:spPr>
          <a:xfrm>
            <a:off x="3124200" y="6248400"/>
            <a:ext cx="2895600" cy="457200"/>
          </a:xfrm>
        </p:spPr>
        <p:txBody>
          <a:bodyPr/>
          <a:p>
            <a:pPr lvl="0" fontAlgn="base">
              <a:spcBef>
                <a:spcPct val="50000"/>
              </a:spcBef>
            </a:pPr>
            <a:endParaRPr lang="zh-CN" strike="noStrike" noProof="1"/>
          </a:p>
        </p:txBody>
      </p:sp>
      <p:sp>
        <p:nvSpPr>
          <p:cNvPr id="6" name="灯片编号占位符 5"/>
          <p:cNvSpPr>
            <a:spLocks noGrp="1"/>
          </p:cNvSpPr>
          <p:nvPr>
            <p:ph type="sldNum" sz="quarter" idx="12"/>
          </p:nvPr>
        </p:nvSpPr>
        <p:spPr>
          <a:xfrm>
            <a:off x="6553200" y="6248400"/>
            <a:ext cx="1905000" cy="457200"/>
          </a:xfrm>
        </p:spPr>
        <p:txBody>
          <a:bodyPr/>
          <a:p>
            <a:pPr lvl="0" fontAlgn="base">
              <a:spcBef>
                <a:spcPct val="50000"/>
              </a:spcBef>
            </a:pPr>
            <a:fld id="{9A0DB2DC-4C9A-4742-B13C-FB6460FD3503}" type="slidenum">
              <a:rPr lang="zh-CN" strike="noStrike" noProof="1">
                <a:latin typeface="Times New Roman" panose="02020603050405020304" charset="0"/>
                <a:ea typeface="宋体" panose="02010600030101010101" pitchFamily="2" charset="-122"/>
                <a:cs typeface="+mn-ea"/>
              </a:rPr>
            </a:fld>
            <a:endParaRPr 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4175"/>
            <a:ext cx="7772400" cy="1409700"/>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73600"/>
            <a:ext cx="7861300" cy="530225"/>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226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226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226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type="tbl" preserve="1">
  <p:cSld name="标题和表格">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
        <p:nvSpPr>
          <p:cNvPr id="4" name="日期占位符 3"/>
          <p:cNvSpPr>
            <a:spLocks noGrp="1"/>
          </p:cNvSpPr>
          <p:nvPr>
            <p:ph type="dt" sz="half" idx="10"/>
          </p:nvPr>
        </p:nvSpPr>
        <p:spPr>
          <a:xfrm>
            <a:off x="685800" y="6248400"/>
            <a:ext cx="1905000" cy="457200"/>
          </a:xfrm>
        </p:spPr>
        <p:txBody>
          <a:bodyPr/>
          <a:p>
            <a:pPr lvl="0" fontAlgn="base">
              <a:spcBef>
                <a:spcPct val="50000"/>
              </a:spcBef>
            </a:pPr>
          </a:p>
        </p:txBody>
      </p:sp>
      <p:sp>
        <p:nvSpPr>
          <p:cNvPr id="5" name="页脚占位符 4"/>
          <p:cNvSpPr>
            <a:spLocks noGrp="1"/>
          </p:cNvSpPr>
          <p:nvPr>
            <p:ph type="ftr" sz="quarter" idx="11"/>
          </p:nvPr>
        </p:nvSpPr>
        <p:spPr>
          <a:xfrm>
            <a:off x="3124200" y="6248400"/>
            <a:ext cx="2895600" cy="457200"/>
          </a:xfrm>
        </p:spPr>
        <p:txBody>
          <a:bodyPr/>
          <a:p>
            <a:pPr lvl="0" fontAlgn="base">
              <a:spcBef>
                <a:spcPct val="50000"/>
              </a:spcBef>
            </a:pPr>
            <a:endParaRPr lang="zh-CN" strike="noStrike" noProof="1"/>
          </a:p>
        </p:txBody>
      </p:sp>
      <p:sp>
        <p:nvSpPr>
          <p:cNvPr id="6" name="灯片编号占位符 5"/>
          <p:cNvSpPr>
            <a:spLocks noGrp="1"/>
          </p:cNvSpPr>
          <p:nvPr>
            <p:ph type="sldNum" sz="quarter" idx="12"/>
          </p:nvPr>
        </p:nvSpPr>
        <p:spPr>
          <a:xfrm>
            <a:off x="6553200" y="6248400"/>
            <a:ext cx="1905000" cy="457200"/>
          </a:xfrm>
        </p:spPr>
        <p:txBody>
          <a:bodyPr/>
          <a:p>
            <a:pPr lvl="0" fontAlgn="base">
              <a:spcBef>
                <a:spcPct val="50000"/>
              </a:spcBef>
            </a:pPr>
            <a:fld id="{9A0DB2DC-4C9A-4742-B13C-FB6460FD3503}" type="slidenum">
              <a:rPr lang="zh-CN" strike="noStrike" noProof="1">
                <a:latin typeface="Times New Roman" panose="02020603050405020304" charset="0"/>
                <a:ea typeface="宋体" panose="02010600030101010101" pitchFamily="2" charset="-122"/>
                <a:cs typeface="+mn-ea"/>
              </a:rPr>
            </a:fld>
            <a:endParaRPr 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4175"/>
            <a:ext cx="7772400" cy="1409700"/>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73600"/>
            <a:ext cx="7861300" cy="530225"/>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226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226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226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type="tbl" preserve="1">
  <p:cSld name="标题和表格">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
        <p:nvSpPr>
          <p:cNvPr id="4" name="日期占位符 3"/>
          <p:cNvSpPr>
            <a:spLocks noGrp="1"/>
          </p:cNvSpPr>
          <p:nvPr>
            <p:ph type="dt" sz="half" idx="10"/>
          </p:nvPr>
        </p:nvSpPr>
        <p:spPr>
          <a:xfrm>
            <a:off x="685800" y="6248400"/>
            <a:ext cx="1905000" cy="457200"/>
          </a:xfrm>
        </p:spPr>
        <p:txBody>
          <a:bodyPr/>
          <a:p>
            <a:pPr lvl="0" fontAlgn="base">
              <a:spcBef>
                <a:spcPct val="50000"/>
              </a:spcBef>
            </a:pPr>
          </a:p>
        </p:txBody>
      </p:sp>
      <p:sp>
        <p:nvSpPr>
          <p:cNvPr id="5" name="页脚占位符 4"/>
          <p:cNvSpPr>
            <a:spLocks noGrp="1"/>
          </p:cNvSpPr>
          <p:nvPr>
            <p:ph type="ftr" sz="quarter" idx="11"/>
          </p:nvPr>
        </p:nvSpPr>
        <p:spPr>
          <a:xfrm>
            <a:off x="3124200" y="6248400"/>
            <a:ext cx="2895600" cy="457200"/>
          </a:xfrm>
        </p:spPr>
        <p:txBody>
          <a:bodyPr/>
          <a:p>
            <a:pPr lvl="0" fontAlgn="base">
              <a:spcBef>
                <a:spcPct val="50000"/>
              </a:spcBef>
            </a:pPr>
            <a:endParaRPr lang="zh-CN" strike="noStrike" noProof="1"/>
          </a:p>
        </p:txBody>
      </p:sp>
      <p:sp>
        <p:nvSpPr>
          <p:cNvPr id="6" name="灯片编号占位符 5"/>
          <p:cNvSpPr>
            <a:spLocks noGrp="1"/>
          </p:cNvSpPr>
          <p:nvPr>
            <p:ph type="sldNum" sz="quarter" idx="12"/>
          </p:nvPr>
        </p:nvSpPr>
        <p:spPr>
          <a:xfrm>
            <a:off x="6553200" y="6248400"/>
            <a:ext cx="1905000" cy="457200"/>
          </a:xfrm>
        </p:spPr>
        <p:txBody>
          <a:bodyPr/>
          <a:p>
            <a:pPr lvl="0" fontAlgn="base">
              <a:spcBef>
                <a:spcPct val="50000"/>
              </a:spcBef>
            </a:pPr>
            <a:fld id="{9A0DB2DC-4C9A-4742-B13C-FB6460FD3503}" type="slidenum">
              <a:rPr lang="zh-CN" strike="noStrike" noProof="1">
                <a:latin typeface="Times New Roman" panose="02020603050405020304" charset="0"/>
                <a:ea typeface="宋体" panose="02010600030101010101" pitchFamily="2" charset="-122"/>
                <a:cs typeface="+mn-ea"/>
              </a:rPr>
            </a:fld>
            <a:endParaRPr 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4175"/>
            <a:ext cx="7772400" cy="1409700"/>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73600"/>
            <a:ext cx="7861300" cy="530225"/>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226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226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226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type="tbl" preserve="1">
  <p:cSld name="标题和表格">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
        <p:nvSpPr>
          <p:cNvPr id="4" name="日期占位符 3"/>
          <p:cNvSpPr>
            <a:spLocks noGrp="1"/>
          </p:cNvSpPr>
          <p:nvPr>
            <p:ph type="dt" sz="half" idx="10"/>
          </p:nvPr>
        </p:nvSpPr>
        <p:spPr>
          <a:xfrm>
            <a:off x="685800" y="6248400"/>
            <a:ext cx="1905000" cy="457200"/>
          </a:xfrm>
        </p:spPr>
        <p:txBody>
          <a:bodyPr/>
          <a:p>
            <a:pPr lvl="0" fontAlgn="base">
              <a:spcBef>
                <a:spcPct val="50000"/>
              </a:spcBef>
            </a:pPr>
          </a:p>
        </p:txBody>
      </p:sp>
      <p:sp>
        <p:nvSpPr>
          <p:cNvPr id="5" name="页脚占位符 4"/>
          <p:cNvSpPr>
            <a:spLocks noGrp="1"/>
          </p:cNvSpPr>
          <p:nvPr>
            <p:ph type="ftr" sz="quarter" idx="11"/>
          </p:nvPr>
        </p:nvSpPr>
        <p:spPr>
          <a:xfrm>
            <a:off x="3124200" y="6248400"/>
            <a:ext cx="2895600" cy="457200"/>
          </a:xfrm>
        </p:spPr>
        <p:txBody>
          <a:bodyPr/>
          <a:p>
            <a:pPr lvl="0" fontAlgn="base">
              <a:spcBef>
                <a:spcPct val="50000"/>
              </a:spcBef>
            </a:pPr>
            <a:endParaRPr lang="zh-CN" strike="noStrike" noProof="1"/>
          </a:p>
        </p:txBody>
      </p:sp>
      <p:sp>
        <p:nvSpPr>
          <p:cNvPr id="6" name="灯片编号占位符 5"/>
          <p:cNvSpPr>
            <a:spLocks noGrp="1"/>
          </p:cNvSpPr>
          <p:nvPr>
            <p:ph type="sldNum" sz="quarter" idx="12"/>
          </p:nvPr>
        </p:nvSpPr>
        <p:spPr>
          <a:xfrm>
            <a:off x="6553200" y="6248400"/>
            <a:ext cx="1905000" cy="457200"/>
          </a:xfrm>
        </p:spPr>
        <p:txBody>
          <a:bodyPr/>
          <a:p>
            <a:pPr lvl="0" fontAlgn="base">
              <a:spcBef>
                <a:spcPct val="50000"/>
              </a:spcBef>
            </a:pPr>
            <a:fld id="{9A0DB2DC-4C9A-4742-B13C-FB6460FD3503}" type="slidenum">
              <a:rPr lang="zh-CN" strike="noStrike" noProof="1">
                <a:latin typeface="Times New Roman" panose="02020603050405020304" charset="0"/>
                <a:ea typeface="宋体" panose="02010600030101010101" pitchFamily="2" charset="-122"/>
                <a:cs typeface="+mn-ea"/>
              </a:rPr>
            </a:fld>
            <a:endParaRPr 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4175"/>
            <a:ext cx="7772400" cy="1409700"/>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73600"/>
            <a:ext cx="7861300" cy="530225"/>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5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226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226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226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56.xml><?xml version="1.0" encoding="utf-8"?>
<p:sldLayout xmlns:a="http://schemas.openxmlformats.org/drawingml/2006/main" xmlns:r="http://schemas.openxmlformats.org/officeDocument/2006/relationships" xmlns:p="http://schemas.openxmlformats.org/presentationml/2006/main" type="tbl" preserve="1">
  <p:cSld name="标题和表格">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
        <p:nvSpPr>
          <p:cNvPr id="4" name="日期占位符 3"/>
          <p:cNvSpPr>
            <a:spLocks noGrp="1"/>
          </p:cNvSpPr>
          <p:nvPr>
            <p:ph type="dt" sz="half" idx="10"/>
          </p:nvPr>
        </p:nvSpPr>
        <p:spPr>
          <a:xfrm>
            <a:off x="685800" y="6248400"/>
            <a:ext cx="1905000" cy="457200"/>
          </a:xfrm>
        </p:spPr>
        <p:txBody>
          <a:bodyPr/>
          <a:p>
            <a:pPr lvl="0" fontAlgn="base">
              <a:spcBef>
                <a:spcPct val="50000"/>
              </a:spcBef>
            </a:pPr>
          </a:p>
        </p:txBody>
      </p:sp>
      <p:sp>
        <p:nvSpPr>
          <p:cNvPr id="5" name="页脚占位符 4"/>
          <p:cNvSpPr>
            <a:spLocks noGrp="1"/>
          </p:cNvSpPr>
          <p:nvPr>
            <p:ph type="ftr" sz="quarter" idx="11"/>
          </p:nvPr>
        </p:nvSpPr>
        <p:spPr>
          <a:xfrm>
            <a:off x="3124200" y="6248400"/>
            <a:ext cx="2895600" cy="457200"/>
          </a:xfrm>
        </p:spPr>
        <p:txBody>
          <a:bodyPr/>
          <a:p>
            <a:pPr lvl="0" fontAlgn="base">
              <a:spcBef>
                <a:spcPct val="50000"/>
              </a:spcBef>
            </a:pPr>
            <a:endParaRPr lang="zh-CN" strike="noStrike" noProof="1"/>
          </a:p>
        </p:txBody>
      </p:sp>
      <p:sp>
        <p:nvSpPr>
          <p:cNvPr id="6" name="灯片编号占位符 5"/>
          <p:cNvSpPr>
            <a:spLocks noGrp="1"/>
          </p:cNvSpPr>
          <p:nvPr>
            <p:ph type="sldNum" sz="quarter" idx="12"/>
          </p:nvPr>
        </p:nvSpPr>
        <p:spPr>
          <a:xfrm>
            <a:off x="6553200" y="6248400"/>
            <a:ext cx="1905000" cy="457200"/>
          </a:xfrm>
        </p:spPr>
        <p:txBody>
          <a:bodyPr/>
          <a:p>
            <a:pPr lvl="0" fontAlgn="base">
              <a:spcBef>
                <a:spcPct val="50000"/>
              </a:spcBef>
            </a:pPr>
            <a:fld id="{9A0DB2DC-4C9A-4742-B13C-FB6460FD3503}" type="slidenum">
              <a:rPr lang="zh-CN" strike="noStrike" noProof="1">
                <a:latin typeface="Times New Roman" panose="02020603050405020304" charset="0"/>
                <a:ea typeface="宋体" panose="02010600030101010101" pitchFamily="2" charset="-122"/>
                <a:cs typeface="+mn-ea"/>
              </a:rPr>
            </a:fld>
            <a:endParaRPr 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57.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4175"/>
            <a:ext cx="7772400" cy="1409700"/>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73600"/>
            <a:ext cx="7861300" cy="530225"/>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5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7.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226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226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226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9.xml><?xml version="1.0" encoding="utf-8"?>
<p:sldLayout xmlns:a="http://schemas.openxmlformats.org/drawingml/2006/main" xmlns:r="http://schemas.openxmlformats.org/officeDocument/2006/relationships" xmlns:p="http://schemas.openxmlformats.org/presentationml/2006/main" type="tbl" preserve="1">
  <p:cSld name="标题和表格">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
        <p:nvSpPr>
          <p:cNvPr id="4" name="日期占位符 3"/>
          <p:cNvSpPr>
            <a:spLocks noGrp="1"/>
          </p:cNvSpPr>
          <p:nvPr>
            <p:ph type="dt" sz="half" idx="10"/>
          </p:nvPr>
        </p:nvSpPr>
        <p:spPr>
          <a:xfrm>
            <a:off x="685800" y="6248400"/>
            <a:ext cx="1905000" cy="457200"/>
          </a:xfrm>
        </p:spPr>
        <p:txBody>
          <a:bodyPr/>
          <a:p>
            <a:pPr lvl="0" fontAlgn="base">
              <a:spcBef>
                <a:spcPct val="50000"/>
              </a:spcBef>
            </a:pPr>
          </a:p>
        </p:txBody>
      </p:sp>
      <p:sp>
        <p:nvSpPr>
          <p:cNvPr id="5" name="页脚占位符 4"/>
          <p:cNvSpPr>
            <a:spLocks noGrp="1"/>
          </p:cNvSpPr>
          <p:nvPr>
            <p:ph type="ftr" sz="quarter" idx="11"/>
          </p:nvPr>
        </p:nvSpPr>
        <p:spPr>
          <a:xfrm>
            <a:off x="3124200" y="6248400"/>
            <a:ext cx="2895600" cy="457200"/>
          </a:xfrm>
        </p:spPr>
        <p:txBody>
          <a:bodyPr/>
          <a:p>
            <a:pPr lvl="0" fontAlgn="base">
              <a:spcBef>
                <a:spcPct val="50000"/>
              </a:spcBef>
            </a:pPr>
            <a:endParaRPr lang="zh-CN" strike="noStrike" noProof="1"/>
          </a:p>
        </p:txBody>
      </p:sp>
      <p:sp>
        <p:nvSpPr>
          <p:cNvPr id="6" name="灯片编号占位符 5"/>
          <p:cNvSpPr>
            <a:spLocks noGrp="1"/>
          </p:cNvSpPr>
          <p:nvPr>
            <p:ph type="sldNum" sz="quarter" idx="12"/>
          </p:nvPr>
        </p:nvSpPr>
        <p:spPr>
          <a:xfrm>
            <a:off x="6553200" y="6248400"/>
            <a:ext cx="1905000" cy="457200"/>
          </a:xfrm>
        </p:spPr>
        <p:txBody>
          <a:bodyPr/>
          <a:p>
            <a:pPr lvl="0" fontAlgn="base">
              <a:spcBef>
                <a:spcPct val="50000"/>
              </a:spcBef>
            </a:pPr>
            <a:fld id="{9A0DB2DC-4C9A-4742-B13C-FB6460FD3503}" type="slidenum">
              <a:rPr lang="zh-CN" strike="noStrike" noProof="1">
                <a:latin typeface="Times New Roman" panose="02020603050405020304" charset="0"/>
                <a:ea typeface="宋体" panose="02010600030101010101" pitchFamily="2" charset="-122"/>
                <a:cs typeface="+mn-ea"/>
              </a:rPr>
            </a:fld>
            <a:endParaRPr 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0.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4175"/>
            <a:ext cx="7772400" cy="1409700"/>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73600"/>
            <a:ext cx="7861300" cy="530225"/>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226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226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1.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226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2.xml><?xml version="1.0" encoding="utf-8"?>
<p:sldLayout xmlns:a="http://schemas.openxmlformats.org/drawingml/2006/main" xmlns:r="http://schemas.openxmlformats.org/officeDocument/2006/relationships" xmlns:p="http://schemas.openxmlformats.org/presentationml/2006/main" type="tbl" preserve="1">
  <p:cSld name="标题和表格">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
        <p:nvSpPr>
          <p:cNvPr id="4" name="日期占位符 3"/>
          <p:cNvSpPr>
            <a:spLocks noGrp="1"/>
          </p:cNvSpPr>
          <p:nvPr>
            <p:ph type="dt" sz="half" idx="10"/>
          </p:nvPr>
        </p:nvSpPr>
        <p:spPr>
          <a:xfrm>
            <a:off x="685800" y="6248400"/>
            <a:ext cx="1905000" cy="457200"/>
          </a:xfrm>
        </p:spPr>
        <p:txBody>
          <a:bodyPr/>
          <a:p>
            <a:pPr lvl="0" fontAlgn="base">
              <a:spcBef>
                <a:spcPct val="50000"/>
              </a:spcBef>
            </a:pPr>
          </a:p>
        </p:txBody>
      </p:sp>
      <p:sp>
        <p:nvSpPr>
          <p:cNvPr id="5" name="页脚占位符 4"/>
          <p:cNvSpPr>
            <a:spLocks noGrp="1"/>
          </p:cNvSpPr>
          <p:nvPr>
            <p:ph type="ftr" sz="quarter" idx="11"/>
          </p:nvPr>
        </p:nvSpPr>
        <p:spPr>
          <a:xfrm>
            <a:off x="3124200" y="6248400"/>
            <a:ext cx="2895600" cy="457200"/>
          </a:xfrm>
        </p:spPr>
        <p:txBody>
          <a:bodyPr/>
          <a:p>
            <a:pPr lvl="0" fontAlgn="base">
              <a:spcBef>
                <a:spcPct val="50000"/>
              </a:spcBef>
            </a:pPr>
            <a:endParaRPr lang="zh-CN" strike="noStrike" noProof="1"/>
          </a:p>
        </p:txBody>
      </p:sp>
      <p:sp>
        <p:nvSpPr>
          <p:cNvPr id="6" name="灯片编号占位符 5"/>
          <p:cNvSpPr>
            <a:spLocks noGrp="1"/>
          </p:cNvSpPr>
          <p:nvPr>
            <p:ph type="sldNum" sz="quarter" idx="12"/>
          </p:nvPr>
        </p:nvSpPr>
        <p:spPr>
          <a:xfrm>
            <a:off x="6553200" y="6248400"/>
            <a:ext cx="1905000" cy="457200"/>
          </a:xfrm>
        </p:spPr>
        <p:txBody>
          <a:bodyPr/>
          <a:p>
            <a:pPr lvl="0" fontAlgn="base">
              <a:spcBef>
                <a:spcPct val="50000"/>
              </a:spcBef>
            </a:pPr>
            <a:fld id="{9A0DB2DC-4C9A-4742-B13C-FB6460FD3503}" type="slidenum">
              <a:rPr lang="zh-CN" strike="noStrike" noProof="1">
                <a:latin typeface="Times New Roman" panose="02020603050405020304" charset="0"/>
                <a:ea typeface="宋体" panose="02010600030101010101" pitchFamily="2" charset="-122"/>
                <a:cs typeface="+mn-ea"/>
              </a:rPr>
            </a:fld>
            <a:endParaRPr 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3.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4175"/>
            <a:ext cx="7772400" cy="1409700"/>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73600"/>
            <a:ext cx="7861300" cy="530225"/>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9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9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9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9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226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226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9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226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95.xml><?xml version="1.0" encoding="utf-8"?>
<p:sldLayout xmlns:a="http://schemas.openxmlformats.org/drawingml/2006/main" xmlns:r="http://schemas.openxmlformats.org/officeDocument/2006/relationships" xmlns:p="http://schemas.openxmlformats.org/presentationml/2006/main" type="tbl" preserve="1">
  <p:cSld name="标题和表格">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
        <p:nvSpPr>
          <p:cNvPr id="4" name="日期占位符 3"/>
          <p:cNvSpPr>
            <a:spLocks noGrp="1"/>
          </p:cNvSpPr>
          <p:nvPr>
            <p:ph type="dt" sz="half" idx="10"/>
          </p:nvPr>
        </p:nvSpPr>
        <p:spPr>
          <a:xfrm>
            <a:off x="685800" y="6248400"/>
            <a:ext cx="1905000" cy="457200"/>
          </a:xfrm>
        </p:spPr>
        <p:txBody>
          <a:bodyPr/>
          <a:p>
            <a:pPr lvl="0" fontAlgn="base">
              <a:spcBef>
                <a:spcPct val="50000"/>
              </a:spcBef>
            </a:pPr>
          </a:p>
        </p:txBody>
      </p:sp>
      <p:sp>
        <p:nvSpPr>
          <p:cNvPr id="5" name="页脚占位符 4"/>
          <p:cNvSpPr>
            <a:spLocks noGrp="1"/>
          </p:cNvSpPr>
          <p:nvPr>
            <p:ph type="ftr" sz="quarter" idx="11"/>
          </p:nvPr>
        </p:nvSpPr>
        <p:spPr>
          <a:xfrm>
            <a:off x="3124200" y="6248400"/>
            <a:ext cx="2895600" cy="457200"/>
          </a:xfrm>
        </p:spPr>
        <p:txBody>
          <a:bodyPr/>
          <a:p>
            <a:pPr lvl="0" fontAlgn="base">
              <a:spcBef>
                <a:spcPct val="50000"/>
              </a:spcBef>
            </a:pPr>
            <a:endParaRPr lang="zh-CN" strike="noStrike" noProof="1"/>
          </a:p>
        </p:txBody>
      </p:sp>
      <p:sp>
        <p:nvSpPr>
          <p:cNvPr id="6" name="灯片编号占位符 5"/>
          <p:cNvSpPr>
            <a:spLocks noGrp="1"/>
          </p:cNvSpPr>
          <p:nvPr>
            <p:ph type="sldNum" sz="quarter" idx="12"/>
          </p:nvPr>
        </p:nvSpPr>
        <p:spPr>
          <a:xfrm>
            <a:off x="6553200" y="6248400"/>
            <a:ext cx="1905000" cy="457200"/>
          </a:xfrm>
        </p:spPr>
        <p:txBody>
          <a:bodyPr/>
          <a:p>
            <a:pPr lvl="0" fontAlgn="base">
              <a:spcBef>
                <a:spcPct val="50000"/>
              </a:spcBef>
            </a:pPr>
            <a:fld id="{9A0DB2DC-4C9A-4742-B13C-FB6460FD3503}" type="slidenum">
              <a:rPr lang="zh-CN" strike="noStrike" noProof="1">
                <a:latin typeface="Times New Roman" panose="02020603050405020304" charset="0"/>
                <a:ea typeface="宋体" panose="02010600030101010101" pitchFamily="2" charset="-122"/>
                <a:cs typeface="+mn-ea"/>
              </a:rPr>
            </a:fld>
            <a:endParaRPr 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96.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4175"/>
            <a:ext cx="7772400" cy="1409700"/>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73600"/>
            <a:ext cx="7861300" cy="530225"/>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9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9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9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0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0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0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0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0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0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0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226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226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07.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226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08.xml><?xml version="1.0" encoding="utf-8"?>
<p:sldLayout xmlns:a="http://schemas.openxmlformats.org/drawingml/2006/main" xmlns:r="http://schemas.openxmlformats.org/officeDocument/2006/relationships" xmlns:p="http://schemas.openxmlformats.org/presentationml/2006/main" type="tbl" preserve="1">
  <p:cSld name="标题和表格">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
        <p:nvSpPr>
          <p:cNvPr id="4" name="日期占位符 3"/>
          <p:cNvSpPr>
            <a:spLocks noGrp="1"/>
          </p:cNvSpPr>
          <p:nvPr>
            <p:ph type="dt" sz="half" idx="10"/>
          </p:nvPr>
        </p:nvSpPr>
        <p:spPr>
          <a:xfrm>
            <a:off x="685800" y="6248400"/>
            <a:ext cx="1905000" cy="457200"/>
          </a:xfrm>
        </p:spPr>
        <p:txBody>
          <a:bodyPr/>
          <a:p>
            <a:pPr lvl="0" fontAlgn="base">
              <a:spcBef>
                <a:spcPct val="50000"/>
              </a:spcBef>
            </a:pPr>
          </a:p>
        </p:txBody>
      </p:sp>
      <p:sp>
        <p:nvSpPr>
          <p:cNvPr id="5" name="页脚占位符 4"/>
          <p:cNvSpPr>
            <a:spLocks noGrp="1"/>
          </p:cNvSpPr>
          <p:nvPr>
            <p:ph type="ftr" sz="quarter" idx="11"/>
          </p:nvPr>
        </p:nvSpPr>
        <p:spPr>
          <a:xfrm>
            <a:off x="3124200" y="6248400"/>
            <a:ext cx="2895600" cy="457200"/>
          </a:xfrm>
        </p:spPr>
        <p:txBody>
          <a:bodyPr/>
          <a:p>
            <a:pPr lvl="0" fontAlgn="base">
              <a:spcBef>
                <a:spcPct val="50000"/>
              </a:spcBef>
            </a:pPr>
            <a:endParaRPr lang="zh-CN" strike="noStrike" noProof="1"/>
          </a:p>
        </p:txBody>
      </p:sp>
      <p:sp>
        <p:nvSpPr>
          <p:cNvPr id="6" name="灯片编号占位符 5"/>
          <p:cNvSpPr>
            <a:spLocks noGrp="1"/>
          </p:cNvSpPr>
          <p:nvPr>
            <p:ph type="sldNum" sz="quarter" idx="12"/>
          </p:nvPr>
        </p:nvSpPr>
        <p:spPr>
          <a:xfrm>
            <a:off x="6553200" y="6248400"/>
            <a:ext cx="1905000" cy="457200"/>
          </a:xfrm>
        </p:spPr>
        <p:txBody>
          <a:bodyPr/>
          <a:p>
            <a:pPr lvl="0" fontAlgn="base">
              <a:spcBef>
                <a:spcPct val="50000"/>
              </a:spcBef>
            </a:pPr>
            <a:fld id="{9A0DB2DC-4C9A-4742-B13C-FB6460FD3503}" type="slidenum">
              <a:rPr lang="zh-CN" strike="noStrike" noProof="1">
                <a:latin typeface="Times New Roman" panose="02020603050405020304" charset="0"/>
                <a:ea typeface="宋体" panose="02010600030101010101" pitchFamily="2" charset="-122"/>
                <a:cs typeface="+mn-ea"/>
              </a:rPr>
            </a:fld>
            <a:endParaRPr 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vmlDrawing" Target="../drawings/vmlDrawing1.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1.bin"/><Relationship Id="rId14" Type="http://schemas.openxmlformats.org/officeDocument/2006/relationships/image" Target="../media/image2.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9" Type="http://schemas.openxmlformats.org/officeDocument/2006/relationships/theme" Target="../theme/theme2.xml"/><Relationship Id="rId18" Type="http://schemas.openxmlformats.org/officeDocument/2006/relationships/vmlDrawing" Target="../drawings/vmlDrawing2.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2.bin"/><Relationship Id="rId14" Type="http://schemas.openxmlformats.org/officeDocument/2006/relationships/image" Target="../media/image2.jpeg"/><Relationship Id="rId13" Type="http://schemas.openxmlformats.org/officeDocument/2006/relationships/slideLayout" Target="../slideLayouts/slideLayout26.xml"/><Relationship Id="rId12" Type="http://schemas.openxmlformats.org/officeDocument/2006/relationships/slideLayout" Target="../slideLayouts/slideLayout25.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5.xml"/><Relationship Id="rId8" Type="http://schemas.openxmlformats.org/officeDocument/2006/relationships/slideLayout" Target="../slideLayouts/slideLayout34.xml"/><Relationship Id="rId7" Type="http://schemas.openxmlformats.org/officeDocument/2006/relationships/slideLayout" Target="../slideLayouts/slideLayout33.xml"/><Relationship Id="rId6" Type="http://schemas.openxmlformats.org/officeDocument/2006/relationships/slideLayout" Target="../slideLayouts/slideLayout32.xml"/><Relationship Id="rId5" Type="http://schemas.openxmlformats.org/officeDocument/2006/relationships/slideLayout" Target="../slideLayouts/slideLayout31.xml"/><Relationship Id="rId4" Type="http://schemas.openxmlformats.org/officeDocument/2006/relationships/slideLayout" Target="../slideLayouts/slideLayout30.xml"/><Relationship Id="rId3" Type="http://schemas.openxmlformats.org/officeDocument/2006/relationships/slideLayout" Target="../slideLayouts/slideLayout29.xml"/><Relationship Id="rId2" Type="http://schemas.openxmlformats.org/officeDocument/2006/relationships/slideLayout" Target="../slideLayouts/slideLayout28.xml"/><Relationship Id="rId19" Type="http://schemas.openxmlformats.org/officeDocument/2006/relationships/theme" Target="../theme/theme3.xml"/><Relationship Id="rId18" Type="http://schemas.openxmlformats.org/officeDocument/2006/relationships/vmlDrawing" Target="../drawings/vmlDrawing3.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3.bin"/><Relationship Id="rId14" Type="http://schemas.openxmlformats.org/officeDocument/2006/relationships/image" Target="../media/image2.jpeg"/><Relationship Id="rId13" Type="http://schemas.openxmlformats.org/officeDocument/2006/relationships/slideLayout" Target="../slideLayouts/slideLayout39.xml"/><Relationship Id="rId12" Type="http://schemas.openxmlformats.org/officeDocument/2006/relationships/slideLayout" Target="../slideLayouts/slideLayout38.xml"/><Relationship Id="rId11" Type="http://schemas.openxmlformats.org/officeDocument/2006/relationships/slideLayout" Target="../slideLayouts/slideLayout37.xml"/><Relationship Id="rId10" Type="http://schemas.openxmlformats.org/officeDocument/2006/relationships/slideLayout" Target="../slideLayouts/slideLayout36.xml"/><Relationship Id="rId1"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8.xml"/><Relationship Id="rId8" Type="http://schemas.openxmlformats.org/officeDocument/2006/relationships/slideLayout" Target="../slideLayouts/slideLayout47.xml"/><Relationship Id="rId7" Type="http://schemas.openxmlformats.org/officeDocument/2006/relationships/slideLayout" Target="../slideLayouts/slideLayout46.xml"/><Relationship Id="rId6" Type="http://schemas.openxmlformats.org/officeDocument/2006/relationships/slideLayout" Target="../slideLayouts/slideLayout45.xml"/><Relationship Id="rId5" Type="http://schemas.openxmlformats.org/officeDocument/2006/relationships/slideLayout" Target="../slideLayouts/slideLayout44.xml"/><Relationship Id="rId4" Type="http://schemas.openxmlformats.org/officeDocument/2006/relationships/slideLayout" Target="../slideLayouts/slideLayout43.xml"/><Relationship Id="rId3" Type="http://schemas.openxmlformats.org/officeDocument/2006/relationships/slideLayout" Target="../slideLayouts/slideLayout42.xml"/><Relationship Id="rId2" Type="http://schemas.openxmlformats.org/officeDocument/2006/relationships/slideLayout" Target="../slideLayouts/slideLayout41.xml"/><Relationship Id="rId19" Type="http://schemas.openxmlformats.org/officeDocument/2006/relationships/theme" Target="../theme/theme4.xml"/><Relationship Id="rId18" Type="http://schemas.openxmlformats.org/officeDocument/2006/relationships/vmlDrawing" Target="../drawings/vmlDrawing4.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4.bin"/><Relationship Id="rId14" Type="http://schemas.openxmlformats.org/officeDocument/2006/relationships/image" Target="../media/image2.jpeg"/><Relationship Id="rId13" Type="http://schemas.openxmlformats.org/officeDocument/2006/relationships/slideLayout" Target="../slideLayouts/slideLayout52.xml"/><Relationship Id="rId12" Type="http://schemas.openxmlformats.org/officeDocument/2006/relationships/slideLayout" Target="../slideLayouts/slideLayout51.xml"/><Relationship Id="rId11" Type="http://schemas.openxmlformats.org/officeDocument/2006/relationships/slideLayout" Target="../slideLayouts/slideLayout50.xml"/><Relationship Id="rId10" Type="http://schemas.openxmlformats.org/officeDocument/2006/relationships/slideLayout" Target="../slideLayouts/slideLayout49.xml"/><Relationship Id="rId1" Type="http://schemas.openxmlformats.org/officeDocument/2006/relationships/slideLayout" Target="../slideLayouts/slideLayout40.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61.xml"/><Relationship Id="rId8" Type="http://schemas.openxmlformats.org/officeDocument/2006/relationships/slideLayout" Target="../slideLayouts/slideLayout60.xml"/><Relationship Id="rId7" Type="http://schemas.openxmlformats.org/officeDocument/2006/relationships/slideLayout" Target="../slideLayouts/slideLayout59.xml"/><Relationship Id="rId6" Type="http://schemas.openxmlformats.org/officeDocument/2006/relationships/slideLayout" Target="../slideLayouts/slideLayout58.xml"/><Relationship Id="rId5" Type="http://schemas.openxmlformats.org/officeDocument/2006/relationships/slideLayout" Target="../slideLayouts/slideLayout57.xml"/><Relationship Id="rId4" Type="http://schemas.openxmlformats.org/officeDocument/2006/relationships/slideLayout" Target="../slideLayouts/slideLayout56.xml"/><Relationship Id="rId3" Type="http://schemas.openxmlformats.org/officeDocument/2006/relationships/slideLayout" Target="../slideLayouts/slideLayout55.xml"/><Relationship Id="rId2" Type="http://schemas.openxmlformats.org/officeDocument/2006/relationships/slideLayout" Target="../slideLayouts/slideLayout54.xml"/><Relationship Id="rId19" Type="http://schemas.openxmlformats.org/officeDocument/2006/relationships/theme" Target="../theme/theme5.xml"/><Relationship Id="rId18" Type="http://schemas.openxmlformats.org/officeDocument/2006/relationships/vmlDrawing" Target="../drawings/vmlDrawing5.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5.bin"/><Relationship Id="rId14" Type="http://schemas.openxmlformats.org/officeDocument/2006/relationships/image" Target="../media/image2.jpeg"/><Relationship Id="rId13" Type="http://schemas.openxmlformats.org/officeDocument/2006/relationships/slideLayout" Target="../slideLayouts/slideLayout65.xml"/><Relationship Id="rId12" Type="http://schemas.openxmlformats.org/officeDocument/2006/relationships/slideLayout" Target="../slideLayouts/slideLayout64.xml"/><Relationship Id="rId11" Type="http://schemas.openxmlformats.org/officeDocument/2006/relationships/slideLayout" Target="../slideLayouts/slideLayout63.xml"/><Relationship Id="rId10" Type="http://schemas.openxmlformats.org/officeDocument/2006/relationships/slideLayout" Target="../slideLayouts/slideLayout62.xml"/><Relationship Id="rId1"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74.xml"/><Relationship Id="rId8" Type="http://schemas.openxmlformats.org/officeDocument/2006/relationships/slideLayout" Target="../slideLayouts/slideLayout73.xml"/><Relationship Id="rId7" Type="http://schemas.openxmlformats.org/officeDocument/2006/relationships/slideLayout" Target="../slideLayouts/slideLayout72.xml"/><Relationship Id="rId6" Type="http://schemas.openxmlformats.org/officeDocument/2006/relationships/slideLayout" Target="../slideLayouts/slideLayout71.xml"/><Relationship Id="rId5" Type="http://schemas.openxmlformats.org/officeDocument/2006/relationships/slideLayout" Target="../slideLayouts/slideLayout70.xml"/><Relationship Id="rId4" Type="http://schemas.openxmlformats.org/officeDocument/2006/relationships/slideLayout" Target="../slideLayouts/slideLayout69.xml"/><Relationship Id="rId3" Type="http://schemas.openxmlformats.org/officeDocument/2006/relationships/slideLayout" Target="../slideLayouts/slideLayout68.xml"/><Relationship Id="rId2" Type="http://schemas.openxmlformats.org/officeDocument/2006/relationships/slideLayout" Target="../slideLayouts/slideLayout67.xml"/><Relationship Id="rId19" Type="http://schemas.openxmlformats.org/officeDocument/2006/relationships/theme" Target="../theme/theme6.xml"/><Relationship Id="rId18" Type="http://schemas.openxmlformats.org/officeDocument/2006/relationships/vmlDrawing" Target="../drawings/vmlDrawing6.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6.bin"/><Relationship Id="rId14" Type="http://schemas.openxmlformats.org/officeDocument/2006/relationships/image" Target="../media/image2.jpeg"/><Relationship Id="rId13" Type="http://schemas.openxmlformats.org/officeDocument/2006/relationships/slideLayout" Target="../slideLayouts/slideLayout78.xml"/><Relationship Id="rId12" Type="http://schemas.openxmlformats.org/officeDocument/2006/relationships/slideLayout" Target="../slideLayouts/slideLayout77.xml"/><Relationship Id="rId11" Type="http://schemas.openxmlformats.org/officeDocument/2006/relationships/slideLayout" Target="../slideLayouts/slideLayout76.xml"/><Relationship Id="rId10" Type="http://schemas.openxmlformats.org/officeDocument/2006/relationships/slideLayout" Target="../slideLayouts/slideLayout75.xml"/><Relationship Id="rId1" Type="http://schemas.openxmlformats.org/officeDocument/2006/relationships/slideLayout" Target="../slideLayouts/slideLayout6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87.xml"/><Relationship Id="rId8" Type="http://schemas.openxmlformats.org/officeDocument/2006/relationships/slideLayout" Target="../slideLayouts/slideLayout86.xml"/><Relationship Id="rId7" Type="http://schemas.openxmlformats.org/officeDocument/2006/relationships/slideLayout" Target="../slideLayouts/slideLayout85.xml"/><Relationship Id="rId6" Type="http://schemas.openxmlformats.org/officeDocument/2006/relationships/slideLayout" Target="../slideLayouts/slideLayout84.xml"/><Relationship Id="rId5" Type="http://schemas.openxmlformats.org/officeDocument/2006/relationships/slideLayout" Target="../slideLayouts/slideLayout83.xml"/><Relationship Id="rId4" Type="http://schemas.openxmlformats.org/officeDocument/2006/relationships/slideLayout" Target="../slideLayouts/slideLayout82.xml"/><Relationship Id="rId3" Type="http://schemas.openxmlformats.org/officeDocument/2006/relationships/slideLayout" Target="../slideLayouts/slideLayout81.xml"/><Relationship Id="rId2" Type="http://schemas.openxmlformats.org/officeDocument/2006/relationships/slideLayout" Target="../slideLayouts/slideLayout80.xml"/><Relationship Id="rId19" Type="http://schemas.openxmlformats.org/officeDocument/2006/relationships/theme" Target="../theme/theme7.xml"/><Relationship Id="rId18" Type="http://schemas.openxmlformats.org/officeDocument/2006/relationships/vmlDrawing" Target="../drawings/vmlDrawing7.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7.bin"/><Relationship Id="rId14" Type="http://schemas.openxmlformats.org/officeDocument/2006/relationships/image" Target="../media/image2.jpeg"/><Relationship Id="rId13" Type="http://schemas.openxmlformats.org/officeDocument/2006/relationships/slideLayout" Target="../slideLayouts/slideLayout91.xml"/><Relationship Id="rId12" Type="http://schemas.openxmlformats.org/officeDocument/2006/relationships/slideLayout" Target="../slideLayouts/slideLayout90.xml"/><Relationship Id="rId11" Type="http://schemas.openxmlformats.org/officeDocument/2006/relationships/slideLayout" Target="../slideLayouts/slideLayout89.xml"/><Relationship Id="rId10" Type="http://schemas.openxmlformats.org/officeDocument/2006/relationships/slideLayout" Target="../slideLayouts/slideLayout88.xml"/><Relationship Id="rId1" Type="http://schemas.openxmlformats.org/officeDocument/2006/relationships/slideLayout" Target="../slideLayouts/slideLayout79.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100.xml"/><Relationship Id="rId8" Type="http://schemas.openxmlformats.org/officeDocument/2006/relationships/slideLayout" Target="../slideLayouts/slideLayout99.xml"/><Relationship Id="rId7" Type="http://schemas.openxmlformats.org/officeDocument/2006/relationships/slideLayout" Target="../slideLayouts/slideLayout98.xml"/><Relationship Id="rId6" Type="http://schemas.openxmlformats.org/officeDocument/2006/relationships/slideLayout" Target="../slideLayouts/slideLayout97.xml"/><Relationship Id="rId5" Type="http://schemas.openxmlformats.org/officeDocument/2006/relationships/slideLayout" Target="../slideLayouts/slideLayout96.xml"/><Relationship Id="rId4" Type="http://schemas.openxmlformats.org/officeDocument/2006/relationships/slideLayout" Target="../slideLayouts/slideLayout95.xml"/><Relationship Id="rId3" Type="http://schemas.openxmlformats.org/officeDocument/2006/relationships/slideLayout" Target="../slideLayouts/slideLayout94.xml"/><Relationship Id="rId2" Type="http://schemas.openxmlformats.org/officeDocument/2006/relationships/slideLayout" Target="../slideLayouts/slideLayout93.xml"/><Relationship Id="rId19" Type="http://schemas.openxmlformats.org/officeDocument/2006/relationships/theme" Target="../theme/theme8.xml"/><Relationship Id="rId18" Type="http://schemas.openxmlformats.org/officeDocument/2006/relationships/vmlDrawing" Target="../drawings/vmlDrawing8.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8.bin"/><Relationship Id="rId14" Type="http://schemas.openxmlformats.org/officeDocument/2006/relationships/image" Target="../media/image2.jpeg"/><Relationship Id="rId13" Type="http://schemas.openxmlformats.org/officeDocument/2006/relationships/slideLayout" Target="../slideLayouts/slideLayout104.xml"/><Relationship Id="rId12" Type="http://schemas.openxmlformats.org/officeDocument/2006/relationships/slideLayout" Target="../slideLayouts/slideLayout103.xml"/><Relationship Id="rId11" Type="http://schemas.openxmlformats.org/officeDocument/2006/relationships/slideLayout" Target="../slideLayouts/slideLayout102.xml"/><Relationship Id="rId10" Type="http://schemas.openxmlformats.org/officeDocument/2006/relationships/slideLayout" Target="../slideLayouts/slideLayout101.xml"/><Relationship Id="rId1" Type="http://schemas.openxmlformats.org/officeDocument/2006/relationships/slideLayout" Target="../slideLayouts/slideLayout92.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113.xml"/><Relationship Id="rId8" Type="http://schemas.openxmlformats.org/officeDocument/2006/relationships/slideLayout" Target="../slideLayouts/slideLayout112.xml"/><Relationship Id="rId7" Type="http://schemas.openxmlformats.org/officeDocument/2006/relationships/slideLayout" Target="../slideLayouts/slideLayout111.xml"/><Relationship Id="rId6" Type="http://schemas.openxmlformats.org/officeDocument/2006/relationships/slideLayout" Target="../slideLayouts/slideLayout110.xml"/><Relationship Id="rId5" Type="http://schemas.openxmlformats.org/officeDocument/2006/relationships/slideLayout" Target="../slideLayouts/slideLayout109.xml"/><Relationship Id="rId4" Type="http://schemas.openxmlformats.org/officeDocument/2006/relationships/slideLayout" Target="../slideLayouts/slideLayout108.xml"/><Relationship Id="rId3" Type="http://schemas.openxmlformats.org/officeDocument/2006/relationships/slideLayout" Target="../slideLayouts/slideLayout107.xml"/><Relationship Id="rId2" Type="http://schemas.openxmlformats.org/officeDocument/2006/relationships/slideLayout" Target="../slideLayouts/slideLayout106.xml"/><Relationship Id="rId19" Type="http://schemas.openxmlformats.org/officeDocument/2006/relationships/theme" Target="../theme/theme9.xml"/><Relationship Id="rId18" Type="http://schemas.openxmlformats.org/officeDocument/2006/relationships/vmlDrawing" Target="../drawings/vmlDrawing9.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9.bin"/><Relationship Id="rId14" Type="http://schemas.openxmlformats.org/officeDocument/2006/relationships/image" Target="../media/image2.jpeg"/><Relationship Id="rId13" Type="http://schemas.openxmlformats.org/officeDocument/2006/relationships/slideLayout" Target="../slideLayouts/slideLayout117.xml"/><Relationship Id="rId12" Type="http://schemas.openxmlformats.org/officeDocument/2006/relationships/slideLayout" Target="../slideLayouts/slideLayout116.xml"/><Relationship Id="rId11" Type="http://schemas.openxmlformats.org/officeDocument/2006/relationships/slideLayout" Target="../slideLayouts/slideLayout115.xml"/><Relationship Id="rId10" Type="http://schemas.openxmlformats.org/officeDocument/2006/relationships/slideLayout" Target="../slideLayouts/slideLayout114.xml"/><Relationship Id="rId1" Type="http://schemas.openxmlformats.org/officeDocument/2006/relationships/slideLayout" Target="../slideLayouts/slideLayout105.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26.xml"/><Relationship Id="rId8" Type="http://schemas.openxmlformats.org/officeDocument/2006/relationships/slideLayout" Target="../slideLayouts/slideLayout125.xml"/><Relationship Id="rId7" Type="http://schemas.openxmlformats.org/officeDocument/2006/relationships/slideLayout" Target="../slideLayouts/slideLayout124.xml"/><Relationship Id="rId6" Type="http://schemas.openxmlformats.org/officeDocument/2006/relationships/slideLayout" Target="../slideLayouts/slideLayout123.xml"/><Relationship Id="rId5" Type="http://schemas.openxmlformats.org/officeDocument/2006/relationships/slideLayout" Target="../slideLayouts/slideLayout122.xml"/><Relationship Id="rId4" Type="http://schemas.openxmlformats.org/officeDocument/2006/relationships/slideLayout" Target="../slideLayouts/slideLayout121.xml"/><Relationship Id="rId3" Type="http://schemas.openxmlformats.org/officeDocument/2006/relationships/slideLayout" Target="../slideLayouts/slideLayout120.xml"/><Relationship Id="rId2" Type="http://schemas.openxmlformats.org/officeDocument/2006/relationships/slideLayout" Target="../slideLayouts/slideLayout119.xml"/><Relationship Id="rId19" Type="http://schemas.openxmlformats.org/officeDocument/2006/relationships/theme" Target="../theme/theme10.xml"/><Relationship Id="rId18" Type="http://schemas.openxmlformats.org/officeDocument/2006/relationships/vmlDrawing" Target="../drawings/vmlDrawing10.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10.bin"/><Relationship Id="rId14" Type="http://schemas.openxmlformats.org/officeDocument/2006/relationships/image" Target="../media/image2.jpeg"/><Relationship Id="rId13" Type="http://schemas.openxmlformats.org/officeDocument/2006/relationships/slideLayout" Target="../slideLayouts/slideLayout130.xml"/><Relationship Id="rId12" Type="http://schemas.openxmlformats.org/officeDocument/2006/relationships/slideLayout" Target="../slideLayouts/slideLayout129.xml"/><Relationship Id="rId11" Type="http://schemas.openxmlformats.org/officeDocument/2006/relationships/slideLayout" Target="../slideLayouts/slideLayout128.xml"/><Relationship Id="rId10" Type="http://schemas.openxmlformats.org/officeDocument/2006/relationships/slideLayout" Target="../slideLayouts/slideLayout127.xml"/><Relationship Id="rId1" Type="http://schemas.openxmlformats.org/officeDocument/2006/relationships/slideLayout" Target="../slideLayouts/slideLayout118.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39.xml"/><Relationship Id="rId8" Type="http://schemas.openxmlformats.org/officeDocument/2006/relationships/slideLayout" Target="../slideLayouts/slideLayout138.xml"/><Relationship Id="rId7" Type="http://schemas.openxmlformats.org/officeDocument/2006/relationships/slideLayout" Target="../slideLayouts/slideLayout137.xml"/><Relationship Id="rId6" Type="http://schemas.openxmlformats.org/officeDocument/2006/relationships/slideLayout" Target="../slideLayouts/slideLayout136.xml"/><Relationship Id="rId5" Type="http://schemas.openxmlformats.org/officeDocument/2006/relationships/slideLayout" Target="../slideLayouts/slideLayout135.xml"/><Relationship Id="rId4" Type="http://schemas.openxmlformats.org/officeDocument/2006/relationships/slideLayout" Target="../slideLayouts/slideLayout134.xml"/><Relationship Id="rId3" Type="http://schemas.openxmlformats.org/officeDocument/2006/relationships/slideLayout" Target="../slideLayouts/slideLayout133.xml"/><Relationship Id="rId2" Type="http://schemas.openxmlformats.org/officeDocument/2006/relationships/slideLayout" Target="../slideLayouts/slideLayout132.xml"/><Relationship Id="rId19" Type="http://schemas.openxmlformats.org/officeDocument/2006/relationships/theme" Target="../theme/theme11.xml"/><Relationship Id="rId18" Type="http://schemas.openxmlformats.org/officeDocument/2006/relationships/vmlDrawing" Target="../drawings/vmlDrawing11.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11.bin"/><Relationship Id="rId14" Type="http://schemas.openxmlformats.org/officeDocument/2006/relationships/image" Target="../media/image2.jpeg"/><Relationship Id="rId13" Type="http://schemas.openxmlformats.org/officeDocument/2006/relationships/slideLayout" Target="../slideLayouts/slideLayout143.xml"/><Relationship Id="rId12" Type="http://schemas.openxmlformats.org/officeDocument/2006/relationships/slideLayout" Target="../slideLayouts/slideLayout142.xml"/><Relationship Id="rId11" Type="http://schemas.openxmlformats.org/officeDocument/2006/relationships/slideLayout" Target="../slideLayouts/slideLayout141.xml"/><Relationship Id="rId10" Type="http://schemas.openxmlformats.org/officeDocument/2006/relationships/slideLayout" Target="../slideLayouts/slideLayout140.xml"/><Relationship Id="rId1" Type="http://schemas.openxmlformats.org/officeDocument/2006/relationships/slideLayout" Target="../slideLayouts/slideLayout131.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52.xml"/><Relationship Id="rId8" Type="http://schemas.openxmlformats.org/officeDocument/2006/relationships/slideLayout" Target="../slideLayouts/slideLayout151.xml"/><Relationship Id="rId7" Type="http://schemas.openxmlformats.org/officeDocument/2006/relationships/slideLayout" Target="../slideLayouts/slideLayout150.xml"/><Relationship Id="rId6" Type="http://schemas.openxmlformats.org/officeDocument/2006/relationships/slideLayout" Target="../slideLayouts/slideLayout149.xml"/><Relationship Id="rId5" Type="http://schemas.openxmlformats.org/officeDocument/2006/relationships/slideLayout" Target="../slideLayouts/slideLayout148.xml"/><Relationship Id="rId4" Type="http://schemas.openxmlformats.org/officeDocument/2006/relationships/slideLayout" Target="../slideLayouts/slideLayout147.xml"/><Relationship Id="rId3" Type="http://schemas.openxmlformats.org/officeDocument/2006/relationships/slideLayout" Target="../slideLayouts/slideLayout146.xml"/><Relationship Id="rId2" Type="http://schemas.openxmlformats.org/officeDocument/2006/relationships/slideLayout" Target="../slideLayouts/slideLayout145.xml"/><Relationship Id="rId19" Type="http://schemas.openxmlformats.org/officeDocument/2006/relationships/theme" Target="../theme/theme12.xml"/><Relationship Id="rId18" Type="http://schemas.openxmlformats.org/officeDocument/2006/relationships/vmlDrawing" Target="../drawings/vmlDrawing12.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12.bin"/><Relationship Id="rId14" Type="http://schemas.openxmlformats.org/officeDocument/2006/relationships/image" Target="../media/image2.jpeg"/><Relationship Id="rId13" Type="http://schemas.openxmlformats.org/officeDocument/2006/relationships/slideLayout" Target="../slideLayouts/slideLayout156.xml"/><Relationship Id="rId12" Type="http://schemas.openxmlformats.org/officeDocument/2006/relationships/slideLayout" Target="../slideLayouts/slideLayout155.xml"/><Relationship Id="rId11" Type="http://schemas.openxmlformats.org/officeDocument/2006/relationships/slideLayout" Target="../slideLayouts/slideLayout154.xml"/><Relationship Id="rId10" Type="http://schemas.openxmlformats.org/officeDocument/2006/relationships/slideLayout" Target="../slideLayouts/slideLayout153.xml"/><Relationship Id="rId1" Type="http://schemas.openxmlformats.org/officeDocument/2006/relationships/slideLayout" Target="../slideLayouts/slideLayout144.xml"/></Relationships>
</file>

<file path=ppt/slideMasters/_rels/slideMaster13.xml.rels><?xml version="1.0" encoding="UTF-8" standalone="yes"?>
<Relationships xmlns="http://schemas.openxmlformats.org/package/2006/relationships"><Relationship Id="rId9" Type="http://schemas.openxmlformats.org/officeDocument/2006/relationships/slideLayout" Target="../slideLayouts/slideLayout165.xml"/><Relationship Id="rId8" Type="http://schemas.openxmlformats.org/officeDocument/2006/relationships/slideLayout" Target="../slideLayouts/slideLayout164.xml"/><Relationship Id="rId7" Type="http://schemas.openxmlformats.org/officeDocument/2006/relationships/slideLayout" Target="../slideLayouts/slideLayout163.xml"/><Relationship Id="rId6" Type="http://schemas.openxmlformats.org/officeDocument/2006/relationships/slideLayout" Target="../slideLayouts/slideLayout162.xml"/><Relationship Id="rId5" Type="http://schemas.openxmlformats.org/officeDocument/2006/relationships/slideLayout" Target="../slideLayouts/slideLayout161.xml"/><Relationship Id="rId4" Type="http://schemas.openxmlformats.org/officeDocument/2006/relationships/slideLayout" Target="../slideLayouts/slideLayout160.xml"/><Relationship Id="rId3" Type="http://schemas.openxmlformats.org/officeDocument/2006/relationships/slideLayout" Target="../slideLayouts/slideLayout159.xml"/><Relationship Id="rId2" Type="http://schemas.openxmlformats.org/officeDocument/2006/relationships/slideLayout" Target="../slideLayouts/slideLayout158.xml"/><Relationship Id="rId19" Type="http://schemas.openxmlformats.org/officeDocument/2006/relationships/theme" Target="../theme/theme13.xml"/><Relationship Id="rId18" Type="http://schemas.openxmlformats.org/officeDocument/2006/relationships/vmlDrawing" Target="../drawings/vmlDrawing13.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13.bin"/><Relationship Id="rId14" Type="http://schemas.openxmlformats.org/officeDocument/2006/relationships/image" Target="../media/image2.jpeg"/><Relationship Id="rId13" Type="http://schemas.openxmlformats.org/officeDocument/2006/relationships/slideLayout" Target="../slideLayouts/slideLayout169.xml"/><Relationship Id="rId12" Type="http://schemas.openxmlformats.org/officeDocument/2006/relationships/slideLayout" Target="../slideLayouts/slideLayout168.xml"/><Relationship Id="rId11" Type="http://schemas.openxmlformats.org/officeDocument/2006/relationships/slideLayout" Target="../slideLayouts/slideLayout167.xml"/><Relationship Id="rId10" Type="http://schemas.openxmlformats.org/officeDocument/2006/relationships/slideLayout" Target="../slideLayouts/slideLayout166.xml"/><Relationship Id="rId1" Type="http://schemas.openxmlformats.org/officeDocument/2006/relationships/slideLayout" Target="../slideLayouts/slideLayout157.xml"/></Relationships>
</file>

<file path=ppt/slideMasters/_rels/slideMaster14.xml.rels><?xml version="1.0" encoding="UTF-8" standalone="yes"?>
<Relationships xmlns="http://schemas.openxmlformats.org/package/2006/relationships"><Relationship Id="rId9" Type="http://schemas.openxmlformats.org/officeDocument/2006/relationships/slideLayout" Target="../slideLayouts/slideLayout178.xml"/><Relationship Id="rId8" Type="http://schemas.openxmlformats.org/officeDocument/2006/relationships/slideLayout" Target="../slideLayouts/slideLayout177.xml"/><Relationship Id="rId7" Type="http://schemas.openxmlformats.org/officeDocument/2006/relationships/slideLayout" Target="../slideLayouts/slideLayout176.xml"/><Relationship Id="rId6" Type="http://schemas.openxmlformats.org/officeDocument/2006/relationships/slideLayout" Target="../slideLayouts/slideLayout175.xml"/><Relationship Id="rId5" Type="http://schemas.openxmlformats.org/officeDocument/2006/relationships/slideLayout" Target="../slideLayouts/slideLayout174.xml"/><Relationship Id="rId4" Type="http://schemas.openxmlformats.org/officeDocument/2006/relationships/slideLayout" Target="../slideLayouts/slideLayout173.xml"/><Relationship Id="rId3" Type="http://schemas.openxmlformats.org/officeDocument/2006/relationships/slideLayout" Target="../slideLayouts/slideLayout172.xml"/><Relationship Id="rId2" Type="http://schemas.openxmlformats.org/officeDocument/2006/relationships/slideLayout" Target="../slideLayouts/slideLayout171.xml"/><Relationship Id="rId19" Type="http://schemas.openxmlformats.org/officeDocument/2006/relationships/theme" Target="../theme/theme14.xml"/><Relationship Id="rId18" Type="http://schemas.openxmlformats.org/officeDocument/2006/relationships/vmlDrawing" Target="../drawings/vmlDrawing14.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14.bin"/><Relationship Id="rId14" Type="http://schemas.openxmlformats.org/officeDocument/2006/relationships/image" Target="../media/image2.jpeg"/><Relationship Id="rId13" Type="http://schemas.openxmlformats.org/officeDocument/2006/relationships/slideLayout" Target="../slideLayouts/slideLayout182.xml"/><Relationship Id="rId12" Type="http://schemas.openxmlformats.org/officeDocument/2006/relationships/slideLayout" Target="../slideLayouts/slideLayout181.xml"/><Relationship Id="rId11" Type="http://schemas.openxmlformats.org/officeDocument/2006/relationships/slideLayout" Target="../slideLayouts/slideLayout180.xml"/><Relationship Id="rId10" Type="http://schemas.openxmlformats.org/officeDocument/2006/relationships/slideLayout" Target="../slideLayouts/slideLayout179.xml"/><Relationship Id="rId1" Type="http://schemas.openxmlformats.org/officeDocument/2006/relationships/slideLayout" Target="../slideLayouts/slideLayout170.xml"/></Relationships>
</file>

<file path=ppt/slideMasters/_rels/slideMaster15.xml.rels><?xml version="1.0" encoding="UTF-8" standalone="yes"?>
<Relationships xmlns="http://schemas.openxmlformats.org/package/2006/relationships"><Relationship Id="rId9" Type="http://schemas.openxmlformats.org/officeDocument/2006/relationships/slideLayout" Target="../slideLayouts/slideLayout191.xml"/><Relationship Id="rId8" Type="http://schemas.openxmlformats.org/officeDocument/2006/relationships/slideLayout" Target="../slideLayouts/slideLayout190.xml"/><Relationship Id="rId7" Type="http://schemas.openxmlformats.org/officeDocument/2006/relationships/slideLayout" Target="../slideLayouts/slideLayout189.xml"/><Relationship Id="rId6" Type="http://schemas.openxmlformats.org/officeDocument/2006/relationships/slideLayout" Target="../slideLayouts/slideLayout188.xml"/><Relationship Id="rId5" Type="http://schemas.openxmlformats.org/officeDocument/2006/relationships/slideLayout" Target="../slideLayouts/slideLayout187.xml"/><Relationship Id="rId4" Type="http://schemas.openxmlformats.org/officeDocument/2006/relationships/slideLayout" Target="../slideLayouts/slideLayout186.xml"/><Relationship Id="rId3" Type="http://schemas.openxmlformats.org/officeDocument/2006/relationships/slideLayout" Target="../slideLayouts/slideLayout185.xml"/><Relationship Id="rId2" Type="http://schemas.openxmlformats.org/officeDocument/2006/relationships/slideLayout" Target="../slideLayouts/slideLayout184.xml"/><Relationship Id="rId19" Type="http://schemas.openxmlformats.org/officeDocument/2006/relationships/theme" Target="../theme/theme15.xml"/><Relationship Id="rId18" Type="http://schemas.openxmlformats.org/officeDocument/2006/relationships/vmlDrawing" Target="../drawings/vmlDrawing15.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15.bin"/><Relationship Id="rId14" Type="http://schemas.openxmlformats.org/officeDocument/2006/relationships/image" Target="../media/image2.jpeg"/><Relationship Id="rId13" Type="http://schemas.openxmlformats.org/officeDocument/2006/relationships/slideLayout" Target="../slideLayouts/slideLayout195.xml"/><Relationship Id="rId12" Type="http://schemas.openxmlformats.org/officeDocument/2006/relationships/slideLayout" Target="../slideLayouts/slideLayout194.xml"/><Relationship Id="rId11" Type="http://schemas.openxmlformats.org/officeDocument/2006/relationships/slideLayout" Target="../slideLayouts/slideLayout193.xml"/><Relationship Id="rId10" Type="http://schemas.openxmlformats.org/officeDocument/2006/relationships/slideLayout" Target="../slideLayouts/slideLayout192.xml"/><Relationship Id="rId1" Type="http://schemas.openxmlformats.org/officeDocument/2006/relationships/slideLayout" Target="../slideLayouts/slideLayout183.xml"/></Relationships>
</file>

<file path=ppt/slideMasters/_rels/slideMaster16.xml.rels><?xml version="1.0" encoding="UTF-8" standalone="yes"?>
<Relationships xmlns="http://schemas.openxmlformats.org/package/2006/relationships"><Relationship Id="rId9" Type="http://schemas.openxmlformats.org/officeDocument/2006/relationships/slideLayout" Target="../slideLayouts/slideLayout204.xml"/><Relationship Id="rId8" Type="http://schemas.openxmlformats.org/officeDocument/2006/relationships/slideLayout" Target="../slideLayouts/slideLayout203.xml"/><Relationship Id="rId7" Type="http://schemas.openxmlformats.org/officeDocument/2006/relationships/slideLayout" Target="../slideLayouts/slideLayout202.xml"/><Relationship Id="rId6" Type="http://schemas.openxmlformats.org/officeDocument/2006/relationships/slideLayout" Target="../slideLayouts/slideLayout201.xml"/><Relationship Id="rId5" Type="http://schemas.openxmlformats.org/officeDocument/2006/relationships/slideLayout" Target="../slideLayouts/slideLayout200.xml"/><Relationship Id="rId4" Type="http://schemas.openxmlformats.org/officeDocument/2006/relationships/slideLayout" Target="../slideLayouts/slideLayout199.xml"/><Relationship Id="rId3" Type="http://schemas.openxmlformats.org/officeDocument/2006/relationships/slideLayout" Target="../slideLayouts/slideLayout198.xml"/><Relationship Id="rId2" Type="http://schemas.openxmlformats.org/officeDocument/2006/relationships/slideLayout" Target="../slideLayouts/slideLayout197.xml"/><Relationship Id="rId19" Type="http://schemas.openxmlformats.org/officeDocument/2006/relationships/theme" Target="../theme/theme16.xml"/><Relationship Id="rId18" Type="http://schemas.openxmlformats.org/officeDocument/2006/relationships/vmlDrawing" Target="../drawings/vmlDrawing16.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16.bin"/><Relationship Id="rId14" Type="http://schemas.openxmlformats.org/officeDocument/2006/relationships/image" Target="../media/image2.jpeg"/><Relationship Id="rId13" Type="http://schemas.openxmlformats.org/officeDocument/2006/relationships/slideLayout" Target="../slideLayouts/slideLayout208.xml"/><Relationship Id="rId12" Type="http://schemas.openxmlformats.org/officeDocument/2006/relationships/slideLayout" Target="../slideLayouts/slideLayout207.xml"/><Relationship Id="rId11" Type="http://schemas.openxmlformats.org/officeDocument/2006/relationships/slideLayout" Target="../slideLayouts/slideLayout206.xml"/><Relationship Id="rId10" Type="http://schemas.openxmlformats.org/officeDocument/2006/relationships/slideLayout" Target="../slideLayouts/slideLayout205.xml"/><Relationship Id="rId1" Type="http://schemas.openxmlformats.org/officeDocument/2006/relationships/slideLayout" Target="../slideLayouts/slideLayout19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50888"/>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14563"/>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userDrawn="1"/>
        </p:nvSpPr>
        <p:spPr>
          <a:xfrm>
            <a:off x="2312988" y="4505325"/>
            <a:ext cx="1752600" cy="422275"/>
          </a:xfrm>
          <a:prstGeom prst="rect">
            <a:avLst/>
          </a:prstGeom>
          <a:noFill/>
          <a:ln w="9525">
            <a:noFill/>
            <a:miter/>
          </a:ln>
        </p:spPr>
        <p:txBody>
          <a:bodyPr anchor="t">
            <a:spAutoFit/>
          </a:bodyPr>
          <a:p>
            <a:pPr lvl="2" indent="0" algn="l">
              <a:lnSpc>
                <a:spcPct val="120000"/>
              </a:lnSpc>
              <a:spcBef>
                <a:spcPct val="50000"/>
              </a:spcBef>
              <a:buClr>
                <a:schemeClr val="tx2"/>
              </a:buClr>
              <a:buSzPct val="95000"/>
              <a:buFont typeface="Wingdings" panose="05000000000000000000" pitchFamily="2" charset="2"/>
              <a:buNone/>
            </a:pPr>
            <a:endParaRPr lang="zh-CN" altLang="en-US" sz="1800" b="0" dirty="0">
              <a:solidFill>
                <a:srgbClr val="4138FA"/>
              </a:solidFill>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50888"/>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14563"/>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userDrawn="1"/>
        </p:nvSpPr>
        <p:spPr>
          <a:xfrm>
            <a:off x="2312988" y="4505325"/>
            <a:ext cx="1752600" cy="422275"/>
          </a:xfrm>
          <a:prstGeom prst="rect">
            <a:avLst/>
          </a:prstGeom>
          <a:noFill/>
          <a:ln w="9525">
            <a:noFill/>
            <a:miter/>
          </a:ln>
        </p:spPr>
        <p:txBody>
          <a:bodyPr anchor="t">
            <a:spAutoFit/>
          </a:bodyPr>
          <a:p>
            <a:pPr lvl="2" indent="0" algn="l">
              <a:lnSpc>
                <a:spcPct val="120000"/>
              </a:lnSpc>
              <a:spcBef>
                <a:spcPct val="50000"/>
              </a:spcBef>
              <a:buClr>
                <a:schemeClr val="tx2"/>
              </a:buClr>
              <a:buSzPct val="95000"/>
              <a:buFont typeface="Wingdings" panose="05000000000000000000" pitchFamily="2" charset="2"/>
              <a:buNone/>
            </a:pPr>
            <a:endParaRPr lang="zh-CN" altLang="en-US" sz="1800" b="0" dirty="0">
              <a:solidFill>
                <a:srgbClr val="4138FA"/>
              </a:solidFill>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50888"/>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14563"/>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userDrawn="1"/>
        </p:nvSpPr>
        <p:spPr>
          <a:xfrm>
            <a:off x="2312988" y="4505325"/>
            <a:ext cx="1752600" cy="422275"/>
          </a:xfrm>
          <a:prstGeom prst="rect">
            <a:avLst/>
          </a:prstGeom>
          <a:noFill/>
          <a:ln w="9525">
            <a:noFill/>
            <a:miter/>
          </a:ln>
        </p:spPr>
        <p:txBody>
          <a:bodyPr anchor="t">
            <a:spAutoFit/>
          </a:bodyPr>
          <a:p>
            <a:pPr lvl="2" indent="0" algn="l">
              <a:lnSpc>
                <a:spcPct val="120000"/>
              </a:lnSpc>
              <a:spcBef>
                <a:spcPct val="50000"/>
              </a:spcBef>
              <a:buClr>
                <a:schemeClr val="tx2"/>
              </a:buClr>
              <a:buSzPct val="95000"/>
              <a:buFont typeface="Wingdings" panose="05000000000000000000" pitchFamily="2" charset="2"/>
              <a:buNone/>
            </a:pPr>
            <a:endParaRPr lang="zh-CN" altLang="en-US" sz="1800" b="0" dirty="0">
              <a:solidFill>
                <a:srgbClr val="4138FA"/>
              </a:solidFill>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50888"/>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14563"/>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userDrawn="1"/>
        </p:nvSpPr>
        <p:spPr>
          <a:xfrm>
            <a:off x="2312988" y="4505325"/>
            <a:ext cx="1752600" cy="422275"/>
          </a:xfrm>
          <a:prstGeom prst="rect">
            <a:avLst/>
          </a:prstGeom>
          <a:noFill/>
          <a:ln w="9525">
            <a:noFill/>
            <a:miter/>
          </a:ln>
        </p:spPr>
        <p:txBody>
          <a:bodyPr anchor="t">
            <a:spAutoFit/>
          </a:bodyPr>
          <a:p>
            <a:pPr lvl="2" indent="0" algn="l">
              <a:lnSpc>
                <a:spcPct val="120000"/>
              </a:lnSpc>
              <a:spcBef>
                <a:spcPct val="50000"/>
              </a:spcBef>
              <a:buClr>
                <a:schemeClr val="tx2"/>
              </a:buClr>
              <a:buSzPct val="95000"/>
              <a:buFont typeface="Wingdings" panose="05000000000000000000" pitchFamily="2" charset="2"/>
              <a:buNone/>
            </a:pPr>
            <a:endParaRPr lang="zh-CN" altLang="en-US" sz="1800" b="0" dirty="0">
              <a:solidFill>
                <a:srgbClr val="4138FA"/>
              </a:solidFill>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50888"/>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14563"/>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userDrawn="1"/>
        </p:nvSpPr>
        <p:spPr>
          <a:xfrm>
            <a:off x="2312988" y="4505325"/>
            <a:ext cx="1752600" cy="422275"/>
          </a:xfrm>
          <a:prstGeom prst="rect">
            <a:avLst/>
          </a:prstGeom>
          <a:noFill/>
          <a:ln w="9525">
            <a:noFill/>
            <a:miter/>
          </a:ln>
        </p:spPr>
        <p:txBody>
          <a:bodyPr anchor="t">
            <a:spAutoFit/>
          </a:bodyPr>
          <a:p>
            <a:pPr lvl="2" indent="0" algn="l">
              <a:lnSpc>
                <a:spcPct val="120000"/>
              </a:lnSpc>
              <a:spcBef>
                <a:spcPct val="50000"/>
              </a:spcBef>
              <a:buClr>
                <a:schemeClr val="tx2"/>
              </a:buClr>
              <a:buSzPct val="95000"/>
              <a:buFont typeface="Wingdings" panose="05000000000000000000" pitchFamily="2" charset="2"/>
              <a:buNone/>
            </a:pPr>
            <a:endParaRPr lang="zh-CN" altLang="en-US" sz="1800" b="0" dirty="0">
              <a:solidFill>
                <a:srgbClr val="4138FA"/>
              </a:solidFill>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50888"/>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14563"/>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userDrawn="1"/>
        </p:nvSpPr>
        <p:spPr>
          <a:xfrm>
            <a:off x="2312988" y="4505325"/>
            <a:ext cx="1752600" cy="422275"/>
          </a:xfrm>
          <a:prstGeom prst="rect">
            <a:avLst/>
          </a:prstGeom>
          <a:noFill/>
          <a:ln w="9525">
            <a:noFill/>
            <a:miter/>
          </a:ln>
        </p:spPr>
        <p:txBody>
          <a:bodyPr anchor="t">
            <a:spAutoFit/>
          </a:bodyPr>
          <a:p>
            <a:pPr lvl="2" indent="0" algn="l">
              <a:lnSpc>
                <a:spcPct val="120000"/>
              </a:lnSpc>
              <a:spcBef>
                <a:spcPct val="50000"/>
              </a:spcBef>
              <a:buClr>
                <a:schemeClr val="tx2"/>
              </a:buClr>
              <a:buSzPct val="95000"/>
              <a:buFont typeface="Wingdings" panose="05000000000000000000" pitchFamily="2" charset="2"/>
              <a:buNone/>
            </a:pPr>
            <a:endParaRPr lang="zh-CN" altLang="en-US" sz="1800" b="0" dirty="0">
              <a:solidFill>
                <a:srgbClr val="4138FA"/>
              </a:solidFill>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50888"/>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14563"/>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userDrawn="1"/>
        </p:nvSpPr>
        <p:spPr>
          <a:xfrm>
            <a:off x="2312988" y="4505325"/>
            <a:ext cx="1752600" cy="422275"/>
          </a:xfrm>
          <a:prstGeom prst="rect">
            <a:avLst/>
          </a:prstGeom>
          <a:noFill/>
          <a:ln w="9525">
            <a:noFill/>
            <a:miter/>
          </a:ln>
        </p:spPr>
        <p:txBody>
          <a:bodyPr anchor="t">
            <a:spAutoFit/>
          </a:bodyPr>
          <a:p>
            <a:pPr lvl="2" indent="0" algn="l">
              <a:lnSpc>
                <a:spcPct val="120000"/>
              </a:lnSpc>
              <a:spcBef>
                <a:spcPct val="50000"/>
              </a:spcBef>
              <a:buClr>
                <a:schemeClr val="tx2"/>
              </a:buClr>
              <a:buSzPct val="95000"/>
              <a:buFont typeface="Wingdings" panose="05000000000000000000" pitchFamily="2" charset="2"/>
              <a:buNone/>
            </a:pPr>
            <a:endParaRPr lang="zh-CN" altLang="en-US" sz="1800" b="0" dirty="0">
              <a:solidFill>
                <a:srgbClr val="4138FA"/>
              </a:solidFill>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50888"/>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14563"/>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userDrawn="1"/>
        </p:nvSpPr>
        <p:spPr>
          <a:xfrm>
            <a:off x="2312988" y="4505325"/>
            <a:ext cx="1752600" cy="422275"/>
          </a:xfrm>
          <a:prstGeom prst="rect">
            <a:avLst/>
          </a:prstGeom>
          <a:noFill/>
          <a:ln w="9525">
            <a:noFill/>
            <a:miter/>
          </a:ln>
        </p:spPr>
        <p:txBody>
          <a:bodyPr anchor="t">
            <a:spAutoFit/>
          </a:bodyPr>
          <a:p>
            <a:pPr lvl="2" indent="0" algn="l">
              <a:lnSpc>
                <a:spcPct val="120000"/>
              </a:lnSpc>
              <a:spcBef>
                <a:spcPct val="50000"/>
              </a:spcBef>
              <a:buClr>
                <a:schemeClr val="tx2"/>
              </a:buClr>
              <a:buSzPct val="95000"/>
              <a:buFont typeface="Wingdings" panose="05000000000000000000" pitchFamily="2" charset="2"/>
              <a:buNone/>
            </a:pPr>
            <a:endParaRPr lang="zh-CN" altLang="en-US" sz="1800" b="0" dirty="0">
              <a:solidFill>
                <a:srgbClr val="4138FA"/>
              </a:solidFill>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 id="2147483758" r:id="rId12"/>
    <p:sldLayoutId id="2147483759"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50888"/>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14563"/>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userDrawn="1"/>
        </p:nvSpPr>
        <p:spPr>
          <a:xfrm>
            <a:off x="2312988" y="4505325"/>
            <a:ext cx="1752600" cy="422275"/>
          </a:xfrm>
          <a:prstGeom prst="rect">
            <a:avLst/>
          </a:prstGeom>
          <a:noFill/>
          <a:ln w="9525">
            <a:noFill/>
            <a:miter/>
          </a:ln>
        </p:spPr>
        <p:txBody>
          <a:bodyPr anchor="t">
            <a:spAutoFit/>
          </a:bodyPr>
          <a:p>
            <a:pPr lvl="2" indent="0" algn="l">
              <a:lnSpc>
                <a:spcPct val="120000"/>
              </a:lnSpc>
              <a:spcBef>
                <a:spcPct val="50000"/>
              </a:spcBef>
              <a:buClr>
                <a:schemeClr val="tx2"/>
              </a:buClr>
              <a:buSzPct val="95000"/>
              <a:buFont typeface="Wingdings" panose="05000000000000000000" pitchFamily="2" charset="2"/>
              <a:buNone/>
            </a:pPr>
            <a:endParaRPr lang="zh-CN" altLang="en-US" sz="1800" b="0" dirty="0">
              <a:solidFill>
                <a:srgbClr val="4138FA"/>
              </a:solidFill>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 id="2147483772" r:id="rId12"/>
    <p:sldLayoutId id="2147483773"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50888"/>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14563"/>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userDrawn="1"/>
        </p:nvSpPr>
        <p:spPr>
          <a:xfrm>
            <a:off x="2312988" y="4505325"/>
            <a:ext cx="1752600" cy="422275"/>
          </a:xfrm>
          <a:prstGeom prst="rect">
            <a:avLst/>
          </a:prstGeom>
          <a:noFill/>
          <a:ln w="9525">
            <a:noFill/>
            <a:miter/>
          </a:ln>
        </p:spPr>
        <p:txBody>
          <a:bodyPr anchor="t">
            <a:spAutoFit/>
          </a:bodyPr>
          <a:p>
            <a:pPr lvl="2" indent="0" algn="l">
              <a:lnSpc>
                <a:spcPct val="120000"/>
              </a:lnSpc>
              <a:spcBef>
                <a:spcPct val="50000"/>
              </a:spcBef>
              <a:buClr>
                <a:schemeClr val="tx2"/>
              </a:buClr>
              <a:buSzPct val="95000"/>
              <a:buFont typeface="Wingdings" panose="05000000000000000000" pitchFamily="2" charset="2"/>
              <a:buNone/>
            </a:pPr>
            <a:endParaRPr lang="zh-CN" altLang="en-US" sz="1800" b="0" dirty="0">
              <a:solidFill>
                <a:srgbClr val="4138FA"/>
              </a:solidFill>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 id="2147483787"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50888"/>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14563"/>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userDrawn="1"/>
        </p:nvSpPr>
        <p:spPr>
          <a:xfrm>
            <a:off x="2312988" y="4505325"/>
            <a:ext cx="1752600" cy="422275"/>
          </a:xfrm>
          <a:prstGeom prst="rect">
            <a:avLst/>
          </a:prstGeom>
          <a:noFill/>
          <a:ln w="9525">
            <a:noFill/>
            <a:miter/>
          </a:ln>
        </p:spPr>
        <p:txBody>
          <a:bodyPr anchor="t">
            <a:spAutoFit/>
          </a:bodyPr>
          <a:p>
            <a:pPr lvl="2" indent="0" algn="l">
              <a:lnSpc>
                <a:spcPct val="120000"/>
              </a:lnSpc>
              <a:spcBef>
                <a:spcPct val="50000"/>
              </a:spcBef>
              <a:buClr>
                <a:schemeClr val="tx2"/>
              </a:buClr>
              <a:buSzPct val="95000"/>
              <a:buFont typeface="Wingdings" panose="05000000000000000000" pitchFamily="2" charset="2"/>
              <a:buNone/>
            </a:pPr>
            <a:endParaRPr lang="zh-CN" altLang="en-US" sz="1800" b="0" dirty="0">
              <a:solidFill>
                <a:srgbClr val="4138FA"/>
              </a:solidFill>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89" r:id="rId1"/>
    <p:sldLayoutId id="2147483790" r:id="rId2"/>
    <p:sldLayoutId id="2147483791" r:id="rId3"/>
    <p:sldLayoutId id="2147483792" r:id="rId4"/>
    <p:sldLayoutId id="2147483793" r:id="rId5"/>
    <p:sldLayoutId id="2147483794" r:id="rId6"/>
    <p:sldLayoutId id="2147483795" r:id="rId7"/>
    <p:sldLayoutId id="2147483796" r:id="rId8"/>
    <p:sldLayoutId id="2147483797" r:id="rId9"/>
    <p:sldLayoutId id="2147483798" r:id="rId10"/>
    <p:sldLayoutId id="2147483799" r:id="rId11"/>
    <p:sldLayoutId id="2147483800" r:id="rId12"/>
    <p:sldLayoutId id="2147483801"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50888"/>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14563"/>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userDrawn="1"/>
        </p:nvSpPr>
        <p:spPr>
          <a:xfrm>
            <a:off x="2312988" y="4505325"/>
            <a:ext cx="1752600" cy="422275"/>
          </a:xfrm>
          <a:prstGeom prst="rect">
            <a:avLst/>
          </a:prstGeom>
          <a:noFill/>
          <a:ln w="9525">
            <a:noFill/>
            <a:miter/>
          </a:ln>
        </p:spPr>
        <p:txBody>
          <a:bodyPr anchor="t">
            <a:spAutoFit/>
          </a:bodyPr>
          <a:p>
            <a:pPr lvl="2" indent="0" algn="l">
              <a:lnSpc>
                <a:spcPct val="120000"/>
              </a:lnSpc>
              <a:spcBef>
                <a:spcPct val="50000"/>
              </a:spcBef>
              <a:buClr>
                <a:schemeClr val="tx2"/>
              </a:buClr>
              <a:buSzPct val="95000"/>
              <a:buFont typeface="Wingdings" panose="05000000000000000000" pitchFamily="2" charset="2"/>
              <a:buNone/>
            </a:pPr>
            <a:endParaRPr lang="zh-CN" altLang="en-US" sz="1800" b="0" dirty="0">
              <a:solidFill>
                <a:srgbClr val="4138FA"/>
              </a:solidFill>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6" r:id="rId4"/>
    <p:sldLayoutId id="2147483807" r:id="rId5"/>
    <p:sldLayoutId id="2147483808" r:id="rId6"/>
    <p:sldLayoutId id="2147483809" r:id="rId7"/>
    <p:sldLayoutId id="2147483810" r:id="rId8"/>
    <p:sldLayoutId id="2147483811" r:id="rId9"/>
    <p:sldLayoutId id="2147483812" r:id="rId10"/>
    <p:sldLayoutId id="2147483813" r:id="rId11"/>
    <p:sldLayoutId id="2147483814" r:id="rId12"/>
    <p:sldLayoutId id="2147483815"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50888"/>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14563"/>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userDrawn="1"/>
        </p:nvSpPr>
        <p:spPr>
          <a:xfrm>
            <a:off x="2312988" y="4505325"/>
            <a:ext cx="1752600" cy="422275"/>
          </a:xfrm>
          <a:prstGeom prst="rect">
            <a:avLst/>
          </a:prstGeom>
          <a:noFill/>
          <a:ln w="9525">
            <a:noFill/>
            <a:miter/>
          </a:ln>
        </p:spPr>
        <p:txBody>
          <a:bodyPr anchor="t">
            <a:spAutoFit/>
          </a:bodyPr>
          <a:p>
            <a:pPr lvl="2" indent="0" algn="l">
              <a:lnSpc>
                <a:spcPct val="120000"/>
              </a:lnSpc>
              <a:spcBef>
                <a:spcPct val="50000"/>
              </a:spcBef>
              <a:buClr>
                <a:schemeClr val="tx2"/>
              </a:buClr>
              <a:buSzPct val="95000"/>
              <a:buFont typeface="Wingdings" panose="05000000000000000000" pitchFamily="2" charset="2"/>
              <a:buNone/>
            </a:pPr>
            <a:endParaRPr lang="zh-CN" altLang="en-US" sz="1800" b="0" dirty="0">
              <a:solidFill>
                <a:srgbClr val="4138FA"/>
              </a:solidFill>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50888"/>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14563"/>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userDrawn="1"/>
        </p:nvSpPr>
        <p:spPr>
          <a:xfrm>
            <a:off x="2312988" y="4505325"/>
            <a:ext cx="1752600" cy="422275"/>
          </a:xfrm>
          <a:prstGeom prst="rect">
            <a:avLst/>
          </a:prstGeom>
          <a:noFill/>
          <a:ln w="9525">
            <a:noFill/>
            <a:miter/>
          </a:ln>
        </p:spPr>
        <p:txBody>
          <a:bodyPr anchor="t">
            <a:spAutoFit/>
          </a:bodyPr>
          <a:p>
            <a:pPr lvl="2" indent="0" algn="l">
              <a:lnSpc>
                <a:spcPct val="120000"/>
              </a:lnSpc>
              <a:spcBef>
                <a:spcPct val="50000"/>
              </a:spcBef>
              <a:buClr>
                <a:schemeClr val="tx2"/>
              </a:buClr>
              <a:buSzPct val="95000"/>
              <a:buFont typeface="Wingdings" panose="05000000000000000000" pitchFamily="2" charset="2"/>
              <a:buNone/>
            </a:pPr>
            <a:endParaRPr lang="zh-CN" altLang="en-US" sz="1800" b="0" dirty="0">
              <a:solidFill>
                <a:srgbClr val="4138FA"/>
              </a:solidFill>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 id="2147483842" r:id="rId12"/>
    <p:sldLayoutId id="2147483843"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50888"/>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14563"/>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userDrawn="1"/>
        </p:nvSpPr>
        <p:spPr>
          <a:xfrm>
            <a:off x="2312988" y="4505325"/>
            <a:ext cx="1752600" cy="422275"/>
          </a:xfrm>
          <a:prstGeom prst="rect">
            <a:avLst/>
          </a:prstGeom>
          <a:noFill/>
          <a:ln w="9525">
            <a:noFill/>
            <a:miter/>
          </a:ln>
        </p:spPr>
        <p:txBody>
          <a:bodyPr anchor="t">
            <a:spAutoFit/>
          </a:bodyPr>
          <a:p>
            <a:pPr lvl="2" indent="0" algn="l">
              <a:lnSpc>
                <a:spcPct val="120000"/>
              </a:lnSpc>
              <a:spcBef>
                <a:spcPct val="50000"/>
              </a:spcBef>
              <a:buClr>
                <a:schemeClr val="tx2"/>
              </a:buClr>
              <a:buSzPct val="95000"/>
              <a:buFont typeface="Wingdings" panose="05000000000000000000" pitchFamily="2" charset="2"/>
              <a:buNone/>
            </a:pPr>
            <a:endParaRPr lang="zh-CN" altLang="en-US" sz="1800" b="0" dirty="0">
              <a:solidFill>
                <a:srgbClr val="4138FA"/>
              </a:solidFill>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845" r:id="rId1"/>
    <p:sldLayoutId id="2147483846" r:id="rId2"/>
    <p:sldLayoutId id="2147483847" r:id="rId3"/>
    <p:sldLayoutId id="2147483848" r:id="rId4"/>
    <p:sldLayoutId id="2147483849" r:id="rId5"/>
    <p:sldLayoutId id="2147483850" r:id="rId6"/>
    <p:sldLayoutId id="2147483851" r:id="rId7"/>
    <p:sldLayoutId id="2147483852" r:id="rId8"/>
    <p:sldLayoutId id="2147483853" r:id="rId9"/>
    <p:sldLayoutId id="2147483854" r:id="rId10"/>
    <p:sldLayoutId id="2147483855" r:id="rId11"/>
    <p:sldLayoutId id="2147483856" r:id="rId12"/>
    <p:sldLayoutId id="2147483857"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50888"/>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14563"/>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userDrawn="1"/>
        </p:nvSpPr>
        <p:spPr>
          <a:xfrm>
            <a:off x="2312988" y="4505325"/>
            <a:ext cx="1752600" cy="422275"/>
          </a:xfrm>
          <a:prstGeom prst="rect">
            <a:avLst/>
          </a:prstGeom>
          <a:noFill/>
          <a:ln w="9525">
            <a:noFill/>
            <a:miter/>
          </a:ln>
        </p:spPr>
        <p:txBody>
          <a:bodyPr anchor="t">
            <a:spAutoFit/>
          </a:bodyPr>
          <a:p>
            <a:pPr lvl="2" indent="0" algn="l">
              <a:lnSpc>
                <a:spcPct val="120000"/>
              </a:lnSpc>
              <a:spcBef>
                <a:spcPct val="50000"/>
              </a:spcBef>
              <a:buClr>
                <a:schemeClr val="tx2"/>
              </a:buClr>
              <a:buSzPct val="95000"/>
              <a:buFont typeface="Wingdings" panose="05000000000000000000" pitchFamily="2" charset="2"/>
              <a:buNone/>
            </a:pPr>
            <a:endParaRPr lang="zh-CN" altLang="en-US" sz="1800" b="0" dirty="0">
              <a:solidFill>
                <a:srgbClr val="4138FA"/>
              </a:solidFill>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 id="2147483870" r:id="rId12"/>
    <p:sldLayoutId id="2147483871"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vmlDrawing" Target="../drawings/vmlDrawing17.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17.bin"/><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4" Type="http://schemas.openxmlformats.org/officeDocument/2006/relationships/vmlDrawing" Target="../drawings/vmlDrawing18.v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oleObject" Target="../embeddings/oleObject18.bin"/></Relationships>
</file>

<file path=ppt/slides/_rels/slide3.xml.rels><?xml version="1.0" encoding="UTF-8" standalone="yes"?>
<Relationships xmlns="http://schemas.openxmlformats.org/package/2006/relationships"><Relationship Id="rId5" Type="http://schemas.openxmlformats.org/officeDocument/2006/relationships/vmlDrawing" Target="../drawings/vmlDrawing19.vml"/><Relationship Id="rId4" Type="http://schemas.openxmlformats.org/officeDocument/2006/relationships/slideLayout" Target="../slideLayouts/slideLayout2.xml"/><Relationship Id="rId3" Type="http://schemas.openxmlformats.org/officeDocument/2006/relationships/image" Target="../media/image5.jpeg"/><Relationship Id="rId2" Type="http://schemas.openxmlformats.org/officeDocument/2006/relationships/image" Target="../media/image3.png"/><Relationship Id="rId1" Type="http://schemas.openxmlformats.org/officeDocument/2006/relationships/oleObject" Target="../embeddings/oleObject19.bin"/></Relationships>
</file>

<file path=ppt/slides/_rels/slide4.xml.rels><?xml version="1.0" encoding="UTF-8" standalone="yes"?>
<Relationships xmlns="http://schemas.openxmlformats.org/package/2006/relationships"><Relationship Id="rId5" Type="http://schemas.openxmlformats.org/officeDocument/2006/relationships/vmlDrawing" Target="../drawings/vmlDrawing20.vml"/><Relationship Id="rId4" Type="http://schemas.openxmlformats.org/officeDocument/2006/relationships/slideLayout" Target="../slideLayouts/slideLayout2.xml"/><Relationship Id="rId3" Type="http://schemas.openxmlformats.org/officeDocument/2006/relationships/image" Target="../media/image6.jpeg"/><Relationship Id="rId2" Type="http://schemas.openxmlformats.org/officeDocument/2006/relationships/image" Target="../media/image3.png"/><Relationship Id="rId1" Type="http://schemas.openxmlformats.org/officeDocument/2006/relationships/oleObject" Target="../embeddings/oleObject20.bin"/></Relationships>
</file>

<file path=ppt/slides/_rels/slide5.xml.rels><?xml version="1.0" encoding="UTF-8" standalone="yes"?>
<Relationships xmlns="http://schemas.openxmlformats.org/package/2006/relationships"><Relationship Id="rId5" Type="http://schemas.openxmlformats.org/officeDocument/2006/relationships/vmlDrawing" Target="../drawings/vmlDrawing21.vml"/><Relationship Id="rId4" Type="http://schemas.openxmlformats.org/officeDocument/2006/relationships/slideLayout" Target="../slideLayouts/slideLayout2.xml"/><Relationship Id="rId3" Type="http://schemas.openxmlformats.org/officeDocument/2006/relationships/image" Target="../media/image7.jpeg"/><Relationship Id="rId2" Type="http://schemas.openxmlformats.org/officeDocument/2006/relationships/image" Target="../media/image3.png"/><Relationship Id="rId1" Type="http://schemas.openxmlformats.org/officeDocument/2006/relationships/oleObject" Target="../embeddings/oleObject21.bin"/></Relationships>
</file>

<file path=ppt/slides/_rels/slide6.xml.rels><?xml version="1.0" encoding="UTF-8" standalone="yes"?>
<Relationships xmlns="http://schemas.openxmlformats.org/package/2006/relationships"><Relationship Id="rId5" Type="http://schemas.openxmlformats.org/officeDocument/2006/relationships/vmlDrawing" Target="../drawings/vmlDrawing22.vml"/><Relationship Id="rId4" Type="http://schemas.openxmlformats.org/officeDocument/2006/relationships/slideLayout" Target="../slideLayouts/slideLayout2.xml"/><Relationship Id="rId3"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oleObject" Target="../embeddings/oleObject22.bin"/></Relationships>
</file>

<file path=ppt/slides/_rels/slide7.xml.rels><?xml version="1.0" encoding="UTF-8" standalone="yes"?>
<Relationships xmlns="http://schemas.openxmlformats.org/package/2006/relationships"><Relationship Id="rId5" Type="http://schemas.openxmlformats.org/officeDocument/2006/relationships/vmlDrawing" Target="../drawings/vmlDrawing23.vml"/><Relationship Id="rId4" Type="http://schemas.openxmlformats.org/officeDocument/2006/relationships/slideLayout" Target="../slideLayouts/slideLayout2.xml"/><Relationship Id="rId3" Type="http://schemas.openxmlformats.org/officeDocument/2006/relationships/image" Target="../media/image9.jpeg"/><Relationship Id="rId2" Type="http://schemas.openxmlformats.org/officeDocument/2006/relationships/image" Target="../media/image3.png"/><Relationship Id="rId1" Type="http://schemas.openxmlformats.org/officeDocument/2006/relationships/oleObject" Target="../embeddings/oleObject23.bin"/></Relationships>
</file>

<file path=ppt/slides/_rels/slide8.xml.rels><?xml version="1.0" encoding="UTF-8" standalone="yes"?>
<Relationships xmlns="http://schemas.openxmlformats.org/package/2006/relationships"><Relationship Id="rId5" Type="http://schemas.openxmlformats.org/officeDocument/2006/relationships/vmlDrawing" Target="../drawings/vmlDrawing24.vml"/><Relationship Id="rId4" Type="http://schemas.openxmlformats.org/officeDocument/2006/relationships/slideLayout" Target="../slideLayouts/slideLayout2.xml"/><Relationship Id="rId3" Type="http://schemas.openxmlformats.org/officeDocument/2006/relationships/image" Target="../media/image10.jpeg"/><Relationship Id="rId2" Type="http://schemas.openxmlformats.org/officeDocument/2006/relationships/image" Target="../media/image3.png"/><Relationship Id="rId1" Type="http://schemas.openxmlformats.org/officeDocument/2006/relationships/oleObject" Target="../embeddings/oleObject24.bin"/></Relationships>
</file>

<file path=ppt/slides/_rels/slide9.xml.rels><?xml version="1.0" encoding="UTF-8" standalone="yes"?>
<Relationships xmlns="http://schemas.openxmlformats.org/package/2006/relationships"><Relationship Id="rId5" Type="http://schemas.openxmlformats.org/officeDocument/2006/relationships/vmlDrawing" Target="../drawings/vmlDrawing25.vml"/><Relationship Id="rId4" Type="http://schemas.openxmlformats.org/officeDocument/2006/relationships/slideLayout" Target="../slideLayouts/slideLayout2.xml"/><Relationship Id="rId3" Type="http://schemas.openxmlformats.org/officeDocument/2006/relationships/image" Target="../media/image11.jpeg"/><Relationship Id="rId2" Type="http://schemas.openxmlformats.org/officeDocument/2006/relationships/image" Target="../media/image3.png"/><Relationship Id="rId1" Type="http://schemas.openxmlformats.org/officeDocument/2006/relationships/oleObject" Target="../embeddings/oleObject25.bin"/></Relationships>
</file>

<file path=ppt/slides/_rels/slide10.xml.rels><?xml version="1.0" encoding="UTF-8" standalone="yes"?>
<Relationships xmlns="http://schemas.openxmlformats.org/package/2006/relationships"><Relationship Id="rId5" Type="http://schemas.openxmlformats.org/officeDocument/2006/relationships/vmlDrawing" Target="../drawings/vmlDrawing26.vml"/><Relationship Id="rId4" Type="http://schemas.openxmlformats.org/officeDocument/2006/relationships/slideLayout" Target="../slideLayouts/slideLayout2.xml"/><Relationship Id="rId3" Type="http://schemas.openxmlformats.org/officeDocument/2006/relationships/image" Target="../media/image12.jpeg"/><Relationship Id="rId2" Type="http://schemas.openxmlformats.org/officeDocument/2006/relationships/image" Target="../media/image3.png"/><Relationship Id="rId1" Type="http://schemas.openxmlformats.org/officeDocument/2006/relationships/oleObject" Target="../embeddings/oleObject26.bin"/></Relationships>
</file>

<file path=ppt/slides/_rels/slide11.xml.rels><?xml version="1.0" encoding="UTF-8" standalone="yes"?>
<Relationships xmlns="http://schemas.openxmlformats.org/package/2006/relationships"><Relationship Id="rId5" Type="http://schemas.openxmlformats.org/officeDocument/2006/relationships/vmlDrawing" Target="../drawings/vmlDrawing27.vml"/><Relationship Id="rId4" Type="http://schemas.openxmlformats.org/officeDocument/2006/relationships/slideLayout" Target="../slideLayouts/slideLayout158.xml"/><Relationship Id="rId3" Type="http://schemas.openxmlformats.org/officeDocument/2006/relationships/image" Target="../media/image13.jpeg"/><Relationship Id="rId2" Type="http://schemas.openxmlformats.org/officeDocument/2006/relationships/image" Target="../media/image3.png"/><Relationship Id="rId1" Type="http://schemas.openxmlformats.org/officeDocument/2006/relationships/oleObject" Target="../embeddings/oleObject27.bin"/></Relationships>
</file>

<file path=ppt/slides/_rels/slide12.xml.rels><?xml version="1.0" encoding="UTF-8" standalone="yes"?>
<Relationships xmlns="http://schemas.openxmlformats.org/package/2006/relationships"><Relationship Id="rId5" Type="http://schemas.openxmlformats.org/officeDocument/2006/relationships/vmlDrawing" Target="../drawings/vmlDrawing28.vml"/><Relationship Id="rId4" Type="http://schemas.openxmlformats.org/officeDocument/2006/relationships/slideLayout" Target="../slideLayouts/slideLayout158.xml"/><Relationship Id="rId3" Type="http://schemas.openxmlformats.org/officeDocument/2006/relationships/image" Target="../media/image14.jpeg"/><Relationship Id="rId2" Type="http://schemas.openxmlformats.org/officeDocument/2006/relationships/image" Target="../media/image3.png"/><Relationship Id="rId1" Type="http://schemas.openxmlformats.org/officeDocument/2006/relationships/oleObject" Target="../embeddings/oleObject28.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29.v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oleObject" Target="../embeddings/oleObject29.bin"/></Relationships>
</file>

<file path=ppt/slides/_rels/slide16.xml.rels><?xml version="1.0" encoding="UTF-8" standalone="yes"?>
<Relationships xmlns="http://schemas.openxmlformats.org/package/2006/relationships"><Relationship Id="rId5" Type="http://schemas.openxmlformats.org/officeDocument/2006/relationships/vmlDrawing" Target="../drawings/vmlDrawing30.vml"/><Relationship Id="rId4" Type="http://schemas.openxmlformats.org/officeDocument/2006/relationships/slideLayout" Target="../slideLayouts/slideLayout2.xml"/><Relationship Id="rId3" Type="http://schemas.openxmlformats.org/officeDocument/2006/relationships/image" Target="../media/image15.emf"/><Relationship Id="rId2" Type="http://schemas.openxmlformats.org/officeDocument/2006/relationships/image" Target="../media/image3.png"/><Relationship Id="rId1" Type="http://schemas.openxmlformats.org/officeDocument/2006/relationships/oleObject" Target="../embeddings/oleObject30.bin"/></Relationships>
</file>

<file path=ppt/slides/_rels/slide17.xml.rels><?xml version="1.0" encoding="UTF-8" standalone="yes"?>
<Relationships xmlns="http://schemas.openxmlformats.org/package/2006/relationships"><Relationship Id="rId5" Type="http://schemas.openxmlformats.org/officeDocument/2006/relationships/vmlDrawing" Target="../drawings/vmlDrawing31.vml"/><Relationship Id="rId4" Type="http://schemas.openxmlformats.org/officeDocument/2006/relationships/slideLayout" Target="../slideLayouts/slideLayout2.xml"/><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oleObject" Target="../embeddings/oleObject31.bin"/></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32.vml"/><Relationship Id="rId3" Type="http://schemas.openxmlformats.org/officeDocument/2006/relationships/slideLayout" Target="../slideLayouts/slideLayout15.xml"/><Relationship Id="rId2" Type="http://schemas.openxmlformats.org/officeDocument/2006/relationships/image" Target="../media/image3.png"/><Relationship Id="rId1" Type="http://schemas.openxmlformats.org/officeDocument/2006/relationships/oleObject" Target="../embeddings/oleObject32.bin"/></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33.v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oleObject" Target="../embeddings/oleObject33.bin"/></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38.xml"/><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5" Type="http://schemas.openxmlformats.org/officeDocument/2006/relationships/vmlDrawing" Target="../drawings/vmlDrawing34.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34.bin"/><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71.xml"/></Relationships>
</file>

<file path=ppt/slides/_rels/slide70.xml.rels><?xml version="1.0" encoding="UTF-8" standalone="yes"?>
<Relationships xmlns="http://schemas.openxmlformats.org/package/2006/relationships"><Relationship Id="rId5" Type="http://schemas.openxmlformats.org/officeDocument/2006/relationships/vmlDrawing" Target="../drawings/vmlDrawing35.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35.bin"/><Relationship Id="rId1" Type="http://schemas.openxmlformats.org/officeDocument/2006/relationships/image" Target="../media/image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0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77.xml"/><Relationship Id="rId1" Type="http://schemas.openxmlformats.org/officeDocument/2006/relationships/image" Target="../media/image4.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103.xml"/><Relationship Id="rId1" Type="http://schemas.openxmlformats.org/officeDocument/2006/relationships/image" Target="../media/image4.png"/></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129.xml"/><Relationship Id="rId1" Type="http://schemas.openxmlformats.org/officeDocument/2006/relationships/image" Target="../media/image4.png"/></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142.xml"/><Relationship Id="rId1" Type="http://schemas.openxmlformats.org/officeDocument/2006/relationships/image" Target="../media/image4.png"/></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155.xml"/><Relationship Id="rId1" Type="http://schemas.openxmlformats.org/officeDocument/2006/relationships/image" Target="../media/image4.png"/></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90.xml"/><Relationship Id="rId1" Type="http://schemas.openxmlformats.org/officeDocument/2006/relationships/image" Target="../media/image4.png"/></Relationships>
</file>

<file path=ppt/slides/_rels/slide113.xml.rels><?xml version="1.0" encoding="UTF-8" standalone="yes"?>
<Relationships xmlns="http://schemas.openxmlformats.org/package/2006/relationships"><Relationship Id="rId5" Type="http://schemas.openxmlformats.org/officeDocument/2006/relationships/vmlDrawing" Target="../drawings/vmlDrawing36.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36.bin"/><Relationship Id="rId1" Type="http://schemas.openxmlformats.org/officeDocument/2006/relationships/image" Target="../media/image4.png"/></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1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18.xml.rels><?xml version="1.0" encoding="UTF-8" standalone="yes"?>
<Relationships xmlns="http://schemas.openxmlformats.org/package/2006/relationships"><Relationship Id="rId2" Type="http://schemas.openxmlformats.org/officeDocument/2006/relationships/slideLayout" Target="../slideLayouts/slideLayout207.xml"/><Relationship Id="rId1" Type="http://schemas.openxmlformats.org/officeDocument/2006/relationships/image" Target="../media/image17.jpeg"/></Relationships>
</file>

<file path=ppt/slides/_rels/slide11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20.xml.rels><?xml version="1.0" encoding="UTF-8" standalone="yes"?>
<Relationships xmlns="http://schemas.openxmlformats.org/package/2006/relationships"><Relationship Id="rId2" Type="http://schemas.openxmlformats.org/officeDocument/2006/relationships/slideLayout" Target="../slideLayouts/slideLayout194.xml"/><Relationship Id="rId1" Type="http://schemas.openxmlformats.org/officeDocument/2006/relationships/image" Target="../media/image4.png"/></Relationships>
</file>

<file path=ppt/slides/_rels/slide121.xml.rels><?xml version="1.0" encoding="UTF-8" standalone="yes"?>
<Relationships xmlns="http://schemas.openxmlformats.org/package/2006/relationships"><Relationship Id="rId5" Type="http://schemas.openxmlformats.org/officeDocument/2006/relationships/vmlDrawing" Target="../drawings/vmlDrawing37.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37.bin"/><Relationship Id="rId1" Type="http://schemas.openxmlformats.org/officeDocument/2006/relationships/image" Target="../media/image4.png"/></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矩形 4097"/>
          <p:cNvSpPr/>
          <p:nvPr/>
        </p:nvSpPr>
        <p:spPr>
          <a:xfrm>
            <a:off x="992188" y="1562100"/>
            <a:ext cx="7129463" cy="223266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zh-CN" altLang="en-US" sz="2800" b="1" strike="noStrike" noProof="1">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400" b="1" strike="noStrike" noProof="1">
                <a:solidFill>
                  <a:srgbClr val="990000"/>
                </a:solidFill>
                <a:latin typeface="Arial" panose="02080604020202020204" pitchFamily="34" charset="0"/>
                <a:ea typeface="宋体" panose="02010600030101010101" pitchFamily="2" charset="-122"/>
                <a:cs typeface="+mn-ea"/>
              </a:rPr>
              <a:t>第</a:t>
            </a:r>
            <a:r>
              <a:rPr lang="x-none" altLang="zh-CN" sz="4400" b="1" strike="noStrike" noProof="1">
                <a:solidFill>
                  <a:srgbClr val="990000"/>
                </a:solidFill>
                <a:latin typeface="Arial" panose="02080604020202020204" pitchFamily="34" charset="0"/>
                <a:ea typeface="宋体" panose="02010600030101010101" pitchFamily="2" charset="-122"/>
                <a:cs typeface="+mn-ea"/>
              </a:rPr>
              <a:t>7</a:t>
            </a:r>
            <a:r>
              <a:rPr lang="zh-CN" altLang="en-US" sz="4400" b="1" strike="noStrike" noProof="1">
                <a:solidFill>
                  <a:srgbClr val="990000"/>
                </a:solidFill>
                <a:latin typeface="Arial" panose="02080604020202020204" pitchFamily="34" charset="0"/>
                <a:ea typeface="宋体" panose="02010600030101010101" pitchFamily="2" charset="-122"/>
                <a:cs typeface="+mn-ea"/>
              </a:rPr>
              <a:t>章  主存管理</a:t>
            </a:r>
            <a:endParaRPr lang="zh-CN" altLang="en-US" sz="4400" b="1" strike="noStrike" noProof="1">
              <a:solidFill>
                <a:srgbClr val="9900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endParaRPr lang="zh-CN" altLang="en-US" sz="4400" b="1" strike="noStrike" noProof="1">
              <a:solidFill>
                <a:srgbClr val="CC0000"/>
              </a:solidFill>
              <a:ea typeface="宋体" panose="02010600030101010101" pitchFamily="2" charset="-122"/>
            </a:endParaRPr>
          </a:p>
        </p:txBody>
      </p:sp>
      <p:graphicFrame>
        <p:nvGraphicFramePr>
          <p:cNvPr id="5122" name="内容占位符 4098"/>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8" name="" r:id="rId2" imgW="838200" imgH="647700" progId="Paint.Picture">
                  <p:embed/>
                </p:oleObj>
              </mc:Choice>
              <mc:Fallback>
                <p:oleObj name="" r:id="rId2" imgW="838200" imgH="647700" progId="Paint.Picture">
                  <p:embed/>
                  <p:pic>
                    <p:nvPicPr>
                      <p:cNvPr id="0" name="图片 3077"/>
                      <p:cNvPicPr/>
                      <p:nvPr/>
                    </p:nvPicPr>
                    <p:blipFill>
                      <a:blip r:embed="rId3"/>
                      <a:stretch>
                        <a:fillRect/>
                      </a:stretch>
                    </p:blipFill>
                    <p:spPr>
                      <a:xfrm>
                        <a:off x="0" y="0"/>
                        <a:ext cx="838200" cy="517525"/>
                      </a:xfrm>
                      <a:prstGeom prst="rect">
                        <a:avLst/>
                      </a:prstGeom>
                      <a:noFill/>
                      <a:ln w="38100"/>
                    </p:spPr>
                  </p:pic>
                </p:oleObj>
              </mc:Fallback>
            </mc:AlternateContent>
          </a:graphicData>
        </a:graphic>
      </p:graphicFrame>
      <p:sp>
        <p:nvSpPr>
          <p:cNvPr id="4100" name="矩形 4099"/>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098"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矩形 5121"/>
          <p:cNvSpPr/>
          <p:nvPr/>
        </p:nvSpPr>
        <p:spPr>
          <a:xfrm>
            <a:off x="820738" y="1062038"/>
            <a:ext cx="7129462" cy="3384550"/>
          </a:xfrm>
          <a:prstGeom prst="rect">
            <a:avLst/>
          </a:prstGeom>
          <a:noFill/>
          <a:ln w="9525">
            <a:noFill/>
            <a:miter/>
          </a:ln>
        </p:spPr>
        <p:txBody>
          <a:bodyPr anchor="t">
            <a:spAutoFit/>
          </a:bodyPr>
          <a:p>
            <a:pPr marL="533400" lvl="0" indent="-533400">
              <a:lnSpc>
                <a:spcPct val="130000"/>
              </a:lnSpc>
              <a:spcBef>
                <a:spcPct val="30000"/>
              </a:spcBef>
              <a:buClr>
                <a:schemeClr val="tx2"/>
              </a:buClr>
              <a:buSzPct val="95000"/>
              <a:buFont typeface="Wingdings" panose="05000000000000000000" pitchFamily="2" charset="2"/>
              <a:buChar char="•"/>
            </a:pPr>
            <a:r>
              <a:rPr lang="zh-CN" altLang="en-US" sz="2800">
                <a:solidFill>
                  <a:schemeClr val="tx1"/>
                </a:solidFill>
                <a:latin typeface="Arial" panose="02080604020202020204" pitchFamily="34" charset="0"/>
                <a:ea typeface="宋体" panose="02010600030101010101" pitchFamily="2" charset="-122"/>
              </a:rPr>
              <a:t>主存管理概述</a:t>
            </a:r>
            <a:endParaRPr lang="zh-CN" altLang="en-US" sz="2800">
              <a:solidFill>
                <a:schemeClr val="tx1"/>
              </a:solidFill>
              <a:latin typeface="Arial" panose="02080604020202020204" pitchFamily="34" charset="0"/>
              <a:ea typeface="宋体" panose="02010600030101010101" pitchFamily="2" charset="-122"/>
            </a:endParaRPr>
          </a:p>
          <a:p>
            <a:pPr marL="533400" lvl="0" indent="-533400">
              <a:lnSpc>
                <a:spcPct val="130000"/>
              </a:lnSpc>
              <a:spcBef>
                <a:spcPct val="30000"/>
              </a:spcBef>
              <a:buClr>
                <a:schemeClr val="tx2"/>
              </a:buClr>
              <a:buSzPct val="95000"/>
              <a:buFont typeface="Wingdings" panose="05000000000000000000" pitchFamily="2" charset="2"/>
              <a:buChar char="•"/>
            </a:pPr>
            <a:r>
              <a:rPr lang="zh-CN" altLang="en-US" sz="2800">
                <a:solidFill>
                  <a:schemeClr val="tx1"/>
                </a:solidFill>
                <a:latin typeface="Arial" panose="02080604020202020204" pitchFamily="34" charset="0"/>
                <a:ea typeface="宋体" panose="02010600030101010101" pitchFamily="2" charset="-122"/>
              </a:rPr>
              <a:t>主存管理的功能</a:t>
            </a:r>
            <a:endParaRPr lang="zh-CN" altLang="en-US" sz="2800">
              <a:solidFill>
                <a:schemeClr val="tx1"/>
              </a:solidFill>
              <a:latin typeface="Arial" panose="02080604020202020204" pitchFamily="34" charset="0"/>
              <a:ea typeface="宋体" panose="02010600030101010101" pitchFamily="2" charset="-122"/>
            </a:endParaRPr>
          </a:p>
          <a:p>
            <a:pPr marL="533400" lvl="0" indent="-533400">
              <a:lnSpc>
                <a:spcPct val="130000"/>
              </a:lnSpc>
              <a:spcBef>
                <a:spcPct val="30000"/>
              </a:spcBef>
              <a:buClr>
                <a:schemeClr val="tx2"/>
              </a:buClr>
              <a:buSzPct val="95000"/>
              <a:buFont typeface="Wingdings" panose="05000000000000000000" pitchFamily="2" charset="2"/>
              <a:buChar char="•"/>
            </a:pPr>
            <a:r>
              <a:rPr lang="zh-CN" altLang="en-US" sz="2800">
                <a:solidFill>
                  <a:schemeClr val="tx1"/>
                </a:solidFill>
                <a:latin typeface="Arial" panose="02080604020202020204" pitchFamily="34" charset="0"/>
                <a:ea typeface="宋体" panose="02010600030101010101" pitchFamily="2" charset="-122"/>
              </a:rPr>
              <a:t>分区存储管理</a:t>
            </a:r>
            <a:endParaRPr lang="zh-CN" altLang="en-US" sz="2800">
              <a:solidFill>
                <a:schemeClr val="tx1"/>
              </a:solidFill>
              <a:latin typeface="Arial" panose="02080604020202020204" pitchFamily="34" charset="0"/>
              <a:ea typeface="宋体" panose="02010600030101010101" pitchFamily="2" charset="-122"/>
            </a:endParaRPr>
          </a:p>
          <a:p>
            <a:pPr marL="533400" lvl="0" indent="-533400">
              <a:lnSpc>
                <a:spcPct val="130000"/>
              </a:lnSpc>
              <a:spcBef>
                <a:spcPct val="30000"/>
              </a:spcBef>
              <a:buClr>
                <a:schemeClr val="tx2"/>
              </a:buClr>
              <a:buSzPct val="95000"/>
              <a:buFont typeface="Wingdings" panose="05000000000000000000" pitchFamily="2" charset="2"/>
              <a:buChar char="•"/>
            </a:pPr>
            <a:r>
              <a:rPr lang="zh-CN" altLang="en-US" sz="2800">
                <a:solidFill>
                  <a:schemeClr val="tx1"/>
                </a:solidFill>
                <a:latin typeface="Arial" panose="02080604020202020204" pitchFamily="34" charset="0"/>
                <a:ea typeface="宋体" panose="02010600030101010101" pitchFamily="2" charset="-122"/>
              </a:rPr>
              <a:t>页式存储管理</a:t>
            </a:r>
            <a:endParaRPr lang="zh-CN" altLang="en-US" sz="2800">
              <a:solidFill>
                <a:schemeClr val="tx1"/>
              </a:solidFill>
              <a:latin typeface="Arial" panose="02080604020202020204" pitchFamily="34" charset="0"/>
              <a:ea typeface="宋体" panose="02010600030101010101" pitchFamily="2" charset="-122"/>
            </a:endParaRPr>
          </a:p>
          <a:p>
            <a:pPr marL="533400" lvl="0" indent="-533400">
              <a:lnSpc>
                <a:spcPct val="130000"/>
              </a:lnSpc>
              <a:spcBef>
                <a:spcPct val="30000"/>
              </a:spcBef>
              <a:buClr>
                <a:schemeClr val="tx2"/>
              </a:buClr>
              <a:buSzPct val="95000"/>
              <a:buFont typeface="Wingdings" panose="05000000000000000000" pitchFamily="2" charset="2"/>
              <a:buChar char="•"/>
            </a:pPr>
            <a:r>
              <a:rPr lang="zh-CN" altLang="en-US" sz="2800">
                <a:solidFill>
                  <a:schemeClr val="tx1"/>
                </a:solidFill>
                <a:latin typeface="Arial" panose="02080604020202020204" pitchFamily="34" charset="0"/>
                <a:ea typeface="宋体" panose="02010600030101010101" pitchFamily="2" charset="-122"/>
              </a:rPr>
              <a:t>段式及段页式存储管理</a:t>
            </a:r>
            <a:endParaRPr lang="zh-CN" altLang="en-US" sz="2800">
              <a:solidFill>
                <a:schemeClr val="tx1"/>
              </a:solidFill>
              <a:latin typeface="Arial" panose="02080604020202020204" pitchFamily="34" charset="0"/>
              <a:ea typeface="宋体" panose="02010600030101010101" pitchFamily="2" charset="-122"/>
            </a:endParaRPr>
          </a:p>
        </p:txBody>
      </p:sp>
      <p:graphicFrame>
        <p:nvGraphicFramePr>
          <p:cNvPr id="6146" name="内容占位符 5122"/>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7" name="" r:id="rId1" imgW="838200" imgH="647700" progId="Paint.Picture">
                  <p:embed/>
                </p:oleObj>
              </mc:Choice>
              <mc:Fallback>
                <p:oleObj name="" r:id="rId1" imgW="838200" imgH="647700" progId="Paint.Picture">
                  <p:embed/>
                  <p:pic>
                    <p:nvPicPr>
                      <p:cNvPr id="0" name="图片 3076"/>
                      <p:cNvPicPr/>
                      <p:nvPr/>
                    </p:nvPicPr>
                    <p:blipFill>
                      <a:blip r:embed="rId2"/>
                      <a:stretch>
                        <a:fillRect/>
                      </a:stretch>
                    </p:blipFill>
                    <p:spPr>
                      <a:xfrm>
                        <a:off x="0" y="0"/>
                        <a:ext cx="838200" cy="517525"/>
                      </a:xfrm>
                      <a:prstGeom prst="rect">
                        <a:avLst/>
                      </a:prstGeom>
                      <a:noFill/>
                      <a:ln w="38100"/>
                    </p:spPr>
                  </p:pic>
                </p:oleObj>
              </mc:Fallback>
            </mc:AlternateContent>
          </a:graphicData>
        </a:graphic>
      </p:graphicFrame>
      <p:sp>
        <p:nvSpPr>
          <p:cNvPr id="6147" name="文本框 5123"/>
          <p:cNvSpPr txBox="1"/>
          <p:nvPr/>
        </p:nvSpPr>
        <p:spPr>
          <a:xfrm>
            <a:off x="855027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1</a:t>
            </a:r>
            <a:endParaRPr lang="en-US" altLang="zh-CN" b="0">
              <a:solidFill>
                <a:schemeClr val="tx2"/>
              </a:solidFill>
              <a:latin typeface="Times New Roman" panose="02020603050405020304" charset="0"/>
              <a:ea typeface="宋体" panose="02010600030101010101" pitchFamily="2" charset="-122"/>
            </a:endParaRPr>
          </a:p>
        </p:txBody>
      </p:sp>
      <p:sp>
        <p:nvSpPr>
          <p:cNvPr id="5125" name="矩形 5124"/>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b="0" strike="noStrike" noProof="1">
                <a:latin typeface="Arial" panose="02080604020202020204" pitchFamily="34" charset="0"/>
                <a:ea typeface="宋体" panose="02010600030101010101" pitchFamily="2" charset="-122"/>
                <a:cs typeface="+mn-ea"/>
              </a:rPr>
              <a:t>主存管理</a:t>
            </a:r>
            <a:r>
              <a:rPr lang="en-US" altLang="zh-CN" sz="2400" b="0" strike="noStrike" noProof="1">
                <a:latin typeface="Arial" panose="02080604020202020204" pitchFamily="34" charset="0"/>
                <a:ea typeface="宋体" panose="02010600030101010101" pitchFamily="2" charset="-122"/>
                <a:cs typeface="+mn-ea"/>
              </a:rPr>
              <a:t>——</a:t>
            </a:r>
            <a:r>
              <a:rPr lang="zh-CN" altLang="en-US" sz="2400" b="0" strike="noStrike" noProof="1">
                <a:latin typeface="Arial" panose="02080604020202020204" pitchFamily="34" charset="0"/>
                <a:ea typeface="宋体" panose="02010600030101010101" pitchFamily="2" charset="-122"/>
                <a:cs typeface="+mn-ea"/>
              </a:rPr>
              <a:t>主要内容</a:t>
            </a:r>
            <a:endParaRPr lang="zh-CN" altLang="en-US" sz="2400" b="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7169" name="内容占位符 6146"/>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83" name="" r:id="rId1" imgW="838200" imgH="647700" progId="Paint.Picture">
                  <p:embed/>
                </p:oleObj>
              </mc:Choice>
              <mc:Fallback>
                <p:oleObj name="" r:id="rId1" imgW="838200" imgH="647700" progId="Paint.Picture">
                  <p:embed/>
                  <p:pic>
                    <p:nvPicPr>
                      <p:cNvPr id="0" name="图片 3082"/>
                      <p:cNvPicPr/>
                      <p:nvPr/>
                    </p:nvPicPr>
                    <p:blipFill>
                      <a:blip r:embed="rId2"/>
                      <a:stretch>
                        <a:fillRect/>
                      </a:stretch>
                    </p:blipFill>
                    <p:spPr>
                      <a:xfrm>
                        <a:off x="0" y="0"/>
                        <a:ext cx="838200" cy="517525"/>
                      </a:xfrm>
                      <a:prstGeom prst="rect">
                        <a:avLst/>
                      </a:prstGeom>
                      <a:noFill/>
                      <a:ln w="38100"/>
                    </p:spPr>
                  </p:pic>
                </p:oleObj>
              </mc:Fallback>
            </mc:AlternateContent>
          </a:graphicData>
        </a:graphic>
      </p:graphicFrame>
      <p:sp>
        <p:nvSpPr>
          <p:cNvPr id="6148" name="矩形 614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主存管理概述</a:t>
            </a:r>
            <a:endParaRPr lang="zh-CN" altLang="en-US" sz="2400" strike="noStrike" noProof="1">
              <a:ea typeface="宋体" panose="02010600030101010101" pitchFamily="2" charset="-122"/>
            </a:endParaRPr>
          </a:p>
        </p:txBody>
      </p:sp>
      <p:sp>
        <p:nvSpPr>
          <p:cNvPr id="7171" name="标题 13313"/>
          <p:cNvSpPr>
            <a:spLocks noGrp="1"/>
          </p:cNvSpPr>
          <p:nvPr>
            <p:ph type="title"/>
          </p:nvPr>
        </p:nvSpPr>
        <p:spPr>
          <a:xfrm>
            <a:off x="238125" y="608013"/>
            <a:ext cx="6799263" cy="695325"/>
          </a:xfrm>
        </p:spPr>
        <p:txBody>
          <a:bodyPr wrap="square" anchor="b">
            <a:spAutoFit/>
          </a:bodyPr>
          <a:p>
            <a:pPr fontAlgn="base"/>
            <a:r>
              <a:rPr lang="zh-CN" altLang="en-US" sz="4000" strike="noStrike" noProof="1" dirty="0">
                <a:solidFill>
                  <a:srgbClr val="800000"/>
                </a:solidFill>
              </a:rPr>
              <a:t>计算机存储系统的发展</a:t>
            </a:r>
            <a:endParaRPr lang="zh-CN" altLang="en-US" sz="4000" strike="noStrike" noProof="1" dirty="0">
              <a:solidFill>
                <a:srgbClr val="800000"/>
              </a:solidFill>
            </a:endParaRPr>
          </a:p>
        </p:txBody>
      </p:sp>
      <p:pic>
        <p:nvPicPr>
          <p:cNvPr id="7172" name="图片 13314" descr="1893"/>
          <p:cNvPicPr>
            <a:picLocks noChangeAspect="1"/>
          </p:cNvPicPr>
          <p:nvPr/>
        </p:nvPicPr>
        <p:blipFill>
          <a:blip r:embed="rId3"/>
          <a:stretch>
            <a:fillRect/>
          </a:stretch>
        </p:blipFill>
        <p:spPr>
          <a:xfrm>
            <a:off x="1092200" y="1320800"/>
            <a:ext cx="6746875" cy="5059363"/>
          </a:xfrm>
          <a:prstGeom prst="rect">
            <a:avLst/>
          </a:prstGeom>
          <a:noFill/>
          <a:ln w="9525">
            <a:noFill/>
            <a:miter/>
          </a:ln>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8193" name="内容占位符 6146"/>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82" name="" r:id="rId1" imgW="838200" imgH="647700" progId="Paint.Picture">
                  <p:embed/>
                </p:oleObj>
              </mc:Choice>
              <mc:Fallback>
                <p:oleObj name="" r:id="rId1" imgW="838200" imgH="647700" progId="Paint.Picture">
                  <p:embed/>
                  <p:pic>
                    <p:nvPicPr>
                      <p:cNvPr id="0" name="图片 3081"/>
                      <p:cNvPicPr/>
                      <p:nvPr/>
                    </p:nvPicPr>
                    <p:blipFill>
                      <a:blip r:embed="rId2"/>
                      <a:stretch>
                        <a:fillRect/>
                      </a:stretch>
                    </p:blipFill>
                    <p:spPr>
                      <a:xfrm>
                        <a:off x="0" y="0"/>
                        <a:ext cx="838200" cy="517525"/>
                      </a:xfrm>
                      <a:prstGeom prst="rect">
                        <a:avLst/>
                      </a:prstGeom>
                      <a:noFill/>
                      <a:ln w="38100"/>
                    </p:spPr>
                  </p:pic>
                </p:oleObj>
              </mc:Fallback>
            </mc:AlternateContent>
          </a:graphicData>
        </a:graphic>
      </p:graphicFrame>
      <p:sp>
        <p:nvSpPr>
          <p:cNvPr id="6148" name="矩形 614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主存管理概述</a:t>
            </a:r>
            <a:endParaRPr lang="zh-CN" altLang="en-US" sz="2400" strike="noStrike" noProof="1">
              <a:ea typeface="宋体" panose="02010600030101010101" pitchFamily="2" charset="-122"/>
            </a:endParaRPr>
          </a:p>
        </p:txBody>
      </p:sp>
      <p:pic>
        <p:nvPicPr>
          <p:cNvPr id="8195" name="图片 14338" descr="1951"/>
          <p:cNvPicPr>
            <a:picLocks noChangeAspect="1"/>
          </p:cNvPicPr>
          <p:nvPr/>
        </p:nvPicPr>
        <p:blipFill>
          <a:blip r:embed="rId3"/>
          <a:stretch>
            <a:fillRect/>
          </a:stretch>
        </p:blipFill>
        <p:spPr>
          <a:xfrm>
            <a:off x="827088" y="804863"/>
            <a:ext cx="7224712" cy="5418137"/>
          </a:xfrm>
          <a:prstGeom prst="rect">
            <a:avLst/>
          </a:prstGeom>
          <a:noFill/>
          <a:ln w="9525">
            <a:noFill/>
            <a:miter/>
          </a:ln>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9217" name="内容占位符 6146"/>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81" name="" r:id="rId1" imgW="838200" imgH="647700" progId="Paint.Picture">
                  <p:embed/>
                </p:oleObj>
              </mc:Choice>
              <mc:Fallback>
                <p:oleObj name="" r:id="rId1" imgW="838200" imgH="647700" progId="Paint.Picture">
                  <p:embed/>
                  <p:pic>
                    <p:nvPicPr>
                      <p:cNvPr id="0" name="图片 3080"/>
                      <p:cNvPicPr/>
                      <p:nvPr/>
                    </p:nvPicPr>
                    <p:blipFill>
                      <a:blip r:embed="rId2"/>
                      <a:stretch>
                        <a:fillRect/>
                      </a:stretch>
                    </p:blipFill>
                    <p:spPr>
                      <a:xfrm>
                        <a:off x="0" y="0"/>
                        <a:ext cx="838200" cy="517525"/>
                      </a:xfrm>
                      <a:prstGeom prst="rect">
                        <a:avLst/>
                      </a:prstGeom>
                      <a:noFill/>
                      <a:ln w="38100"/>
                    </p:spPr>
                  </p:pic>
                </p:oleObj>
              </mc:Fallback>
            </mc:AlternateContent>
          </a:graphicData>
        </a:graphic>
      </p:graphicFrame>
      <p:sp>
        <p:nvSpPr>
          <p:cNvPr id="6148" name="矩形 614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主存管理概述</a:t>
            </a:r>
            <a:endParaRPr lang="zh-CN" altLang="en-US" sz="2400" strike="noStrike" noProof="1">
              <a:ea typeface="宋体" panose="02010600030101010101" pitchFamily="2" charset="-122"/>
            </a:endParaRPr>
          </a:p>
        </p:txBody>
      </p:sp>
      <p:pic>
        <p:nvPicPr>
          <p:cNvPr id="9219" name="图片 15362" descr="1956"/>
          <p:cNvPicPr>
            <a:picLocks noChangeAspect="1"/>
          </p:cNvPicPr>
          <p:nvPr/>
        </p:nvPicPr>
        <p:blipFill>
          <a:blip r:embed="rId3"/>
          <a:stretch>
            <a:fillRect/>
          </a:stretch>
        </p:blipFill>
        <p:spPr>
          <a:xfrm>
            <a:off x="1665605" y="556895"/>
            <a:ext cx="5455285" cy="4146550"/>
          </a:xfrm>
          <a:prstGeom prst="rect">
            <a:avLst/>
          </a:prstGeom>
          <a:noFill/>
          <a:ln w="9525">
            <a:noFill/>
            <a:miter/>
          </a:ln>
        </p:spPr>
      </p:pic>
      <p:sp>
        <p:nvSpPr>
          <p:cNvPr id="9220" name="文本框 15363"/>
          <p:cNvSpPr txBox="1"/>
          <p:nvPr/>
        </p:nvSpPr>
        <p:spPr>
          <a:xfrm>
            <a:off x="380365" y="4890135"/>
            <a:ext cx="8470900" cy="1630045"/>
          </a:xfrm>
          <a:prstGeom prst="rect">
            <a:avLst/>
          </a:prstGeom>
          <a:noFill/>
          <a:ln w="9525">
            <a:noFill/>
            <a:miter/>
          </a:ln>
        </p:spPr>
        <p:txBody>
          <a:bodyPr wrap="square" anchor="t">
            <a:spAutoFit/>
          </a:bodyPr>
          <a:p>
            <a:pPr lvl="0" algn="l"/>
            <a:r>
              <a:rPr lang="zh-CN" altLang="en-US" sz="2000" dirty="0">
                <a:latin typeface="Times New Roman" panose="02020603050405020304" charset="0"/>
                <a:ea typeface="宋体" panose="02010600030101010101" pitchFamily="2" charset="-122"/>
              </a:rPr>
              <a:t>1956年，第一台硬盘，</a:t>
            </a:r>
            <a:r>
              <a:rPr lang="en-US" altLang="zh-CN" sz="2000" dirty="0">
                <a:latin typeface="Times New Roman" panose="02020603050405020304" charset="0"/>
                <a:ea typeface="宋体" panose="02010600030101010101" pitchFamily="2" charset="-122"/>
              </a:rPr>
              <a:t>IBM </a:t>
            </a:r>
            <a:r>
              <a:rPr lang="zh-CN" altLang="en-US" sz="2000" dirty="0">
                <a:latin typeface="Times New Roman" panose="02020603050405020304" charset="0"/>
                <a:ea typeface="宋体" panose="02010600030101010101" pitchFamily="2" charset="-122"/>
              </a:rPr>
              <a:t>350，</a:t>
            </a:r>
            <a:r>
              <a:rPr lang="en-US" altLang="zh-CN" sz="2000" dirty="0">
                <a:latin typeface="Times New Roman" panose="02020603050405020304" charset="0"/>
                <a:ea typeface="宋体" panose="02010600030101010101" pitchFamily="2" charset="-122"/>
              </a:rPr>
              <a:t>5MB</a:t>
            </a:r>
            <a:endParaRPr lang="zh-CN" altLang="en-US" sz="2000" dirty="0">
              <a:latin typeface="Times New Roman" panose="02020603050405020304" charset="0"/>
              <a:ea typeface="宋体" panose="02010600030101010101" pitchFamily="2" charset="-122"/>
            </a:endParaRPr>
          </a:p>
          <a:p>
            <a:pPr lvl="0" algn="l"/>
            <a:r>
              <a:rPr lang="zh-CN" altLang="en-US" sz="2000" dirty="0">
                <a:latin typeface="Times New Roman" panose="02020603050405020304" charset="0"/>
                <a:ea typeface="宋体" panose="02010600030101010101" pitchFamily="2" charset="-122"/>
              </a:rPr>
              <a:t>1973年，</a:t>
            </a:r>
            <a:r>
              <a:rPr lang="zh-CN" altLang="en-US" sz="2000" dirty="0">
                <a:latin typeface="Times New Roman" panose="02020603050405020304" charset="0"/>
                <a:sym typeface="+mn-ea"/>
              </a:rPr>
              <a:t>温彻斯特技术，</a:t>
            </a:r>
            <a:r>
              <a:rPr lang="en-US" altLang="zh-CN" sz="2000" dirty="0">
                <a:latin typeface="Times New Roman" panose="02020603050405020304" charset="0"/>
                <a:sym typeface="+mn-ea"/>
              </a:rPr>
              <a:t>IBM </a:t>
            </a:r>
            <a:r>
              <a:rPr lang="zh-CN" altLang="en-US" sz="2000" dirty="0">
                <a:latin typeface="Times New Roman" panose="02020603050405020304" charset="0"/>
                <a:sym typeface="+mn-ea"/>
              </a:rPr>
              <a:t>3340，60M</a:t>
            </a:r>
            <a:r>
              <a:rPr lang="en-US" altLang="zh-CN" sz="2000" dirty="0">
                <a:latin typeface="Times New Roman" panose="02020603050405020304" charset="0"/>
                <a:sym typeface="+mn-ea"/>
              </a:rPr>
              <a:t>B</a:t>
            </a:r>
            <a:endParaRPr lang="zh-CN" altLang="en-US" sz="2000" dirty="0">
              <a:latin typeface="Times New Roman" panose="02020603050405020304" charset="0"/>
              <a:ea typeface="宋体" panose="02010600030101010101" pitchFamily="2" charset="-122"/>
            </a:endParaRPr>
          </a:p>
          <a:p>
            <a:pPr lvl="0" algn="l"/>
            <a:r>
              <a:rPr lang="en-US" altLang="zh-CN" sz="2000" dirty="0">
                <a:latin typeface="Times New Roman" panose="02020603050405020304" charset="0"/>
                <a:ea typeface="宋体" panose="02010600030101010101" pitchFamily="2" charset="-122"/>
              </a:rPr>
              <a:t>1979</a:t>
            </a:r>
            <a:r>
              <a:rPr lang="zh-CN" altLang="en-US" sz="2000" dirty="0">
                <a:latin typeface="Times New Roman" panose="02020603050405020304" charset="0"/>
                <a:ea typeface="宋体" panose="02010600030101010101" pitchFamily="2" charset="-122"/>
              </a:rPr>
              <a:t>年，薄膜磁头，IBM 3370，571MB</a:t>
            </a:r>
            <a:endParaRPr lang="zh-CN" altLang="en-US" sz="2000" dirty="0">
              <a:latin typeface="Times New Roman" panose="02020603050405020304" charset="0"/>
              <a:ea typeface="宋体" panose="02010600030101010101" pitchFamily="2" charset="-122"/>
            </a:endParaRPr>
          </a:p>
          <a:p>
            <a:pPr lvl="0" algn="l"/>
            <a:r>
              <a:rPr lang="zh-CN" altLang="en-US" sz="2000" dirty="0">
                <a:latin typeface="Times New Roman" panose="02020603050405020304" charset="0"/>
                <a:ea typeface="宋体" panose="02010600030101010101" pitchFamily="2" charset="-122"/>
              </a:rPr>
              <a:t>1991年，MR(磁阻)</a:t>
            </a:r>
            <a:r>
              <a:rPr lang="zh-CN" altLang="en-US" sz="2000" dirty="0">
                <a:latin typeface="Times New Roman" panose="02020603050405020304" charset="0"/>
                <a:sym typeface="+mn-ea"/>
              </a:rPr>
              <a:t>磁头</a:t>
            </a:r>
            <a:r>
              <a:rPr lang="zh-CN" altLang="en-US" sz="2000" dirty="0">
                <a:latin typeface="Times New Roman" panose="02020603050405020304" charset="0"/>
                <a:ea typeface="宋体" panose="02010600030101010101" pitchFamily="2" charset="-122"/>
              </a:rPr>
              <a:t>，</a:t>
            </a:r>
            <a:r>
              <a:rPr lang="en-US" altLang="zh-CN" sz="2000" dirty="0">
                <a:latin typeface="Times New Roman" panose="02020603050405020304" charset="0"/>
                <a:ea typeface="宋体" panose="02010600030101010101" pitchFamily="2" charset="-122"/>
              </a:rPr>
              <a:t>IBM </a:t>
            </a:r>
            <a:r>
              <a:rPr lang="zh-CN" altLang="en-US" sz="2000" dirty="0">
                <a:latin typeface="Times New Roman" panose="02020603050405020304" charset="0"/>
                <a:ea typeface="宋体" panose="02010600030101010101" pitchFamily="2" charset="-122"/>
              </a:rPr>
              <a:t>0663-E12，</a:t>
            </a:r>
            <a:r>
              <a:rPr lang="en-US" altLang="zh-CN" sz="2000" dirty="0">
                <a:latin typeface="Times New Roman" panose="02020603050405020304" charset="0"/>
                <a:ea typeface="宋体" panose="02010600030101010101" pitchFamily="2" charset="-122"/>
              </a:rPr>
              <a:t>GB</a:t>
            </a:r>
            <a:endParaRPr lang="en-US" altLang="zh-CN" sz="2000" dirty="0">
              <a:latin typeface="Times New Roman" panose="02020603050405020304" charset="0"/>
              <a:ea typeface="宋体" panose="02010600030101010101" pitchFamily="2" charset="-122"/>
            </a:endParaRPr>
          </a:p>
          <a:p>
            <a:pPr lvl="0" algn="l"/>
            <a:r>
              <a:rPr lang="en-US" altLang="zh-CN" sz="2000" dirty="0">
                <a:latin typeface="Times New Roman" panose="02020603050405020304" charset="0"/>
                <a:ea typeface="宋体" panose="02010600030101010101" pitchFamily="2" charset="-122"/>
              </a:rPr>
              <a:t>1997</a:t>
            </a:r>
            <a:r>
              <a:rPr lang="zh-CN" altLang="en-US" sz="2000" dirty="0">
                <a:latin typeface="Times New Roman" panose="02020603050405020304" charset="0"/>
                <a:ea typeface="宋体" panose="02010600030101010101" pitchFamily="2" charset="-122"/>
              </a:rPr>
              <a:t>年，GMR巨磁阻效应磁头，2007年，垂直存储技术，</a:t>
            </a:r>
            <a:r>
              <a:rPr lang="en-US" altLang="zh-CN" sz="2000" dirty="0">
                <a:latin typeface="Times New Roman" panose="02020603050405020304" charset="0"/>
                <a:ea typeface="宋体" panose="02010600030101010101" pitchFamily="2" charset="-122"/>
              </a:rPr>
              <a:t>TB</a:t>
            </a:r>
            <a:endParaRPr lang="en-US" altLang="zh-CN" sz="2000" dirty="0">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0241" name="内容占位符 6146"/>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84" name="" r:id="rId1" imgW="838200" imgH="647700" progId="Paint.Picture">
                  <p:embed/>
                </p:oleObj>
              </mc:Choice>
              <mc:Fallback>
                <p:oleObj name="" r:id="rId1" imgW="838200" imgH="647700" progId="Paint.Picture">
                  <p:embed/>
                  <p:pic>
                    <p:nvPicPr>
                      <p:cNvPr id="0" name="图片 3083"/>
                      <p:cNvPicPr/>
                      <p:nvPr/>
                    </p:nvPicPr>
                    <p:blipFill>
                      <a:blip r:embed="rId2"/>
                      <a:stretch>
                        <a:fillRect/>
                      </a:stretch>
                    </p:blipFill>
                    <p:spPr>
                      <a:xfrm>
                        <a:off x="0" y="0"/>
                        <a:ext cx="838200" cy="517525"/>
                      </a:xfrm>
                      <a:prstGeom prst="rect">
                        <a:avLst/>
                      </a:prstGeom>
                      <a:noFill/>
                      <a:ln w="38100"/>
                    </p:spPr>
                  </p:pic>
                </p:oleObj>
              </mc:Fallback>
            </mc:AlternateContent>
          </a:graphicData>
        </a:graphic>
      </p:graphicFrame>
      <p:sp>
        <p:nvSpPr>
          <p:cNvPr id="6148" name="矩形 614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主存管理概述</a:t>
            </a:r>
            <a:endParaRPr lang="zh-CN" altLang="en-US" sz="2400" strike="noStrike" noProof="1">
              <a:ea typeface="宋体" panose="02010600030101010101" pitchFamily="2" charset="-122"/>
            </a:endParaRPr>
          </a:p>
        </p:txBody>
      </p:sp>
      <p:pic>
        <p:nvPicPr>
          <p:cNvPr id="10243" name="图片 16386" descr="1953"/>
          <p:cNvPicPr>
            <a:picLocks noChangeAspect="1"/>
          </p:cNvPicPr>
          <p:nvPr/>
        </p:nvPicPr>
        <p:blipFill>
          <a:blip r:embed="rId3"/>
          <a:stretch>
            <a:fillRect/>
          </a:stretch>
        </p:blipFill>
        <p:spPr>
          <a:xfrm>
            <a:off x="935038" y="819150"/>
            <a:ext cx="7200900" cy="5400675"/>
          </a:xfrm>
          <a:prstGeom prst="rect">
            <a:avLst/>
          </a:prstGeom>
          <a:noFill/>
          <a:ln w="9525">
            <a:noFill/>
            <a:miter/>
          </a:ln>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1265" name="内容占位符 6146"/>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85" name="" r:id="rId1" imgW="838200" imgH="647700" progId="Paint.Picture">
                  <p:embed/>
                </p:oleObj>
              </mc:Choice>
              <mc:Fallback>
                <p:oleObj name="" r:id="rId1" imgW="838200" imgH="647700" progId="Paint.Picture">
                  <p:embed/>
                  <p:pic>
                    <p:nvPicPr>
                      <p:cNvPr id="0" name="图片 3084"/>
                      <p:cNvPicPr/>
                      <p:nvPr/>
                    </p:nvPicPr>
                    <p:blipFill>
                      <a:blip r:embed="rId2"/>
                      <a:stretch>
                        <a:fillRect/>
                      </a:stretch>
                    </p:blipFill>
                    <p:spPr>
                      <a:xfrm>
                        <a:off x="0" y="0"/>
                        <a:ext cx="838200" cy="517525"/>
                      </a:xfrm>
                      <a:prstGeom prst="rect">
                        <a:avLst/>
                      </a:prstGeom>
                      <a:noFill/>
                      <a:ln w="38100"/>
                    </p:spPr>
                  </p:pic>
                </p:oleObj>
              </mc:Fallback>
            </mc:AlternateContent>
          </a:graphicData>
        </a:graphic>
      </p:graphicFrame>
      <p:sp>
        <p:nvSpPr>
          <p:cNvPr id="6148" name="矩形 614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主存管理概述</a:t>
            </a:r>
            <a:endParaRPr lang="zh-CN" altLang="en-US" sz="2400" strike="noStrike" noProof="1">
              <a:ea typeface="宋体" panose="02010600030101010101" pitchFamily="2" charset="-122"/>
            </a:endParaRPr>
          </a:p>
        </p:txBody>
      </p:sp>
      <p:pic>
        <p:nvPicPr>
          <p:cNvPr id="11267" name="图片 17410" descr="1964"/>
          <p:cNvPicPr>
            <a:picLocks noChangeAspect="1"/>
          </p:cNvPicPr>
          <p:nvPr/>
        </p:nvPicPr>
        <p:blipFill>
          <a:blip r:embed="rId3"/>
          <a:stretch>
            <a:fillRect/>
          </a:stretch>
        </p:blipFill>
        <p:spPr>
          <a:xfrm>
            <a:off x="1014413" y="854075"/>
            <a:ext cx="7200900" cy="5400675"/>
          </a:xfrm>
          <a:prstGeom prst="rect">
            <a:avLst/>
          </a:prstGeom>
          <a:noFill/>
          <a:ln w="9525">
            <a:noFill/>
            <a:miter/>
          </a:ln>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2289" name="内容占位符 6146"/>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80" name="" r:id="rId1" imgW="838200" imgH="647700" progId="Paint.Picture">
                  <p:embed/>
                </p:oleObj>
              </mc:Choice>
              <mc:Fallback>
                <p:oleObj name="" r:id="rId1" imgW="838200" imgH="647700" progId="Paint.Picture">
                  <p:embed/>
                  <p:pic>
                    <p:nvPicPr>
                      <p:cNvPr id="0" name="图片 3079"/>
                      <p:cNvPicPr/>
                      <p:nvPr/>
                    </p:nvPicPr>
                    <p:blipFill>
                      <a:blip r:embed="rId2"/>
                      <a:stretch>
                        <a:fillRect/>
                      </a:stretch>
                    </p:blipFill>
                    <p:spPr>
                      <a:xfrm>
                        <a:off x="0" y="0"/>
                        <a:ext cx="838200" cy="517525"/>
                      </a:xfrm>
                      <a:prstGeom prst="rect">
                        <a:avLst/>
                      </a:prstGeom>
                      <a:noFill/>
                      <a:ln w="38100"/>
                    </p:spPr>
                  </p:pic>
                </p:oleObj>
              </mc:Fallback>
            </mc:AlternateContent>
          </a:graphicData>
        </a:graphic>
      </p:graphicFrame>
      <p:sp>
        <p:nvSpPr>
          <p:cNvPr id="6148" name="矩形 614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主存管理概述</a:t>
            </a:r>
            <a:endParaRPr lang="zh-CN" altLang="en-US" sz="2400" strike="noStrike" noProof="1">
              <a:ea typeface="宋体" panose="02010600030101010101" pitchFamily="2" charset="-122"/>
            </a:endParaRPr>
          </a:p>
        </p:txBody>
      </p:sp>
      <p:pic>
        <p:nvPicPr>
          <p:cNvPr id="12291" name="图片 18434" descr="1966"/>
          <p:cNvPicPr>
            <a:picLocks noChangeAspect="1"/>
          </p:cNvPicPr>
          <p:nvPr/>
        </p:nvPicPr>
        <p:blipFill>
          <a:blip r:embed="rId3"/>
          <a:stretch>
            <a:fillRect/>
          </a:stretch>
        </p:blipFill>
        <p:spPr>
          <a:xfrm>
            <a:off x="1060450" y="827088"/>
            <a:ext cx="7127875" cy="5345112"/>
          </a:xfrm>
          <a:prstGeom prst="rect">
            <a:avLst/>
          </a:prstGeom>
          <a:noFill/>
          <a:ln w="9525">
            <a:noFill/>
            <a:miter/>
          </a:ln>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5361" name="内容占位符 6146"/>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 imgW="838200" imgH="647700" progId="Paint.Picture">
                  <p:embed/>
                </p:oleObj>
              </mc:Choice>
              <mc:Fallback>
                <p:oleObj name="" r:id="rId1" imgW="838200" imgH="647700" progId="Paint.Picture">
                  <p:embed/>
                  <p:pic>
                    <p:nvPicPr>
                      <p:cNvPr id="0" name="图片 3075"/>
                      <p:cNvPicPr/>
                      <p:nvPr/>
                    </p:nvPicPr>
                    <p:blipFill>
                      <a:blip r:embed="rId2"/>
                      <a:stretch>
                        <a:fillRect/>
                      </a:stretch>
                    </p:blipFill>
                    <p:spPr>
                      <a:xfrm>
                        <a:off x="0" y="0"/>
                        <a:ext cx="838200" cy="517525"/>
                      </a:xfrm>
                      <a:prstGeom prst="rect">
                        <a:avLst/>
                      </a:prstGeom>
                      <a:noFill/>
                      <a:ln w="38100"/>
                    </p:spPr>
                  </p:pic>
                </p:oleObj>
              </mc:Fallback>
            </mc:AlternateContent>
          </a:graphicData>
        </a:graphic>
      </p:graphicFrame>
      <p:sp>
        <p:nvSpPr>
          <p:cNvPr id="6148" name="矩形 614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主存管理概述</a:t>
            </a:r>
            <a:endParaRPr lang="zh-CN" altLang="en-US" sz="2400" strike="noStrike" noProof="1">
              <a:ea typeface="宋体" panose="02010600030101010101" pitchFamily="2" charset="-122"/>
            </a:endParaRPr>
          </a:p>
        </p:txBody>
      </p:sp>
      <p:pic>
        <p:nvPicPr>
          <p:cNvPr id="15363" name="图片 21506" descr="1993"/>
          <p:cNvPicPr>
            <a:picLocks noChangeAspect="1"/>
          </p:cNvPicPr>
          <p:nvPr/>
        </p:nvPicPr>
        <p:blipFill>
          <a:blip r:embed="rId3"/>
          <a:stretch>
            <a:fillRect/>
          </a:stretch>
        </p:blipFill>
        <p:spPr>
          <a:xfrm>
            <a:off x="1127125" y="1020763"/>
            <a:ext cx="6743700" cy="5057775"/>
          </a:xfrm>
          <a:prstGeom prst="rect">
            <a:avLst/>
          </a:prstGeom>
          <a:noFill/>
          <a:ln w="9525">
            <a:noFill/>
            <a:miter/>
          </a:ln>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6385" name="内容占位符 6146"/>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80" name="" r:id="rId1" imgW="838200" imgH="647700" progId="Paint.Picture">
                  <p:embed/>
                </p:oleObj>
              </mc:Choice>
              <mc:Fallback>
                <p:oleObj name="" r:id="rId1" imgW="838200" imgH="647700" progId="Paint.Picture">
                  <p:embed/>
                  <p:pic>
                    <p:nvPicPr>
                      <p:cNvPr id="0" name="图片 3079"/>
                      <p:cNvPicPr/>
                      <p:nvPr/>
                    </p:nvPicPr>
                    <p:blipFill>
                      <a:blip r:embed="rId2"/>
                      <a:stretch>
                        <a:fillRect/>
                      </a:stretch>
                    </p:blipFill>
                    <p:spPr>
                      <a:xfrm>
                        <a:off x="0" y="0"/>
                        <a:ext cx="838200" cy="517525"/>
                      </a:xfrm>
                      <a:prstGeom prst="rect">
                        <a:avLst/>
                      </a:prstGeom>
                      <a:noFill/>
                      <a:ln w="38100"/>
                    </p:spPr>
                  </p:pic>
                </p:oleObj>
              </mc:Fallback>
            </mc:AlternateContent>
          </a:graphicData>
        </a:graphic>
      </p:graphicFrame>
      <p:sp>
        <p:nvSpPr>
          <p:cNvPr id="6148" name="矩形 614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主存管理概述</a:t>
            </a:r>
            <a:endParaRPr lang="zh-CN" altLang="en-US" sz="2400" strike="noStrike" noProof="1">
              <a:ea typeface="宋体" panose="02010600030101010101" pitchFamily="2" charset="-122"/>
            </a:endParaRPr>
          </a:p>
        </p:txBody>
      </p:sp>
      <p:pic>
        <p:nvPicPr>
          <p:cNvPr id="16387" name="图片 22530" descr="1996"/>
          <p:cNvPicPr>
            <a:picLocks noChangeAspect="1"/>
          </p:cNvPicPr>
          <p:nvPr/>
        </p:nvPicPr>
        <p:blipFill>
          <a:blip r:embed="rId3"/>
          <a:stretch>
            <a:fillRect/>
          </a:stretch>
        </p:blipFill>
        <p:spPr>
          <a:xfrm>
            <a:off x="895350" y="781050"/>
            <a:ext cx="7416800" cy="5562600"/>
          </a:xfrm>
          <a:prstGeom prst="rect">
            <a:avLst/>
          </a:prstGeom>
          <a:noFill/>
          <a:ln w="9525">
            <a:noFill/>
            <a:miter/>
          </a:ln>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3313" name="内容占位符 6146"/>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86" name="" r:id="rId1" imgW="838200" imgH="647700" progId="Paint.Picture">
                  <p:embed/>
                </p:oleObj>
              </mc:Choice>
              <mc:Fallback>
                <p:oleObj name="" r:id="rId1" imgW="838200" imgH="647700" progId="Paint.Picture">
                  <p:embed/>
                  <p:pic>
                    <p:nvPicPr>
                      <p:cNvPr id="0" name="图片 3085"/>
                      <p:cNvPicPr/>
                      <p:nvPr/>
                    </p:nvPicPr>
                    <p:blipFill>
                      <a:blip r:embed="rId2"/>
                      <a:stretch>
                        <a:fillRect/>
                      </a:stretch>
                    </p:blipFill>
                    <p:spPr>
                      <a:xfrm>
                        <a:off x="0" y="0"/>
                        <a:ext cx="838200" cy="517525"/>
                      </a:xfrm>
                      <a:prstGeom prst="rect">
                        <a:avLst/>
                      </a:prstGeom>
                      <a:noFill/>
                      <a:ln w="38100"/>
                    </p:spPr>
                  </p:pic>
                </p:oleObj>
              </mc:Fallback>
            </mc:AlternateContent>
          </a:graphicData>
        </a:graphic>
      </p:graphicFrame>
      <p:sp>
        <p:nvSpPr>
          <p:cNvPr id="6148" name="矩形 614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主存管理概述</a:t>
            </a:r>
            <a:endParaRPr lang="zh-CN" altLang="en-US" sz="2400" strike="noStrike" noProof="1">
              <a:ea typeface="宋体" panose="02010600030101010101" pitchFamily="2" charset="-122"/>
            </a:endParaRPr>
          </a:p>
        </p:txBody>
      </p:sp>
      <p:pic>
        <p:nvPicPr>
          <p:cNvPr id="13315" name="图片 19458" descr="1971"/>
          <p:cNvPicPr>
            <a:picLocks noChangeAspect="1"/>
          </p:cNvPicPr>
          <p:nvPr/>
        </p:nvPicPr>
        <p:blipFill>
          <a:blip r:embed="rId3"/>
          <a:stretch>
            <a:fillRect/>
          </a:stretch>
        </p:blipFill>
        <p:spPr>
          <a:xfrm>
            <a:off x="752475" y="777875"/>
            <a:ext cx="7607300" cy="5707063"/>
          </a:xfrm>
          <a:prstGeom prst="rect">
            <a:avLst/>
          </a:prstGeom>
          <a:noFill/>
          <a:ln w="9525">
            <a:noFill/>
            <a:miter/>
          </a:ln>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4337" name="内容占位符 6146"/>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9" name="" r:id="rId1" imgW="838200" imgH="647700" progId="Paint.Picture">
                  <p:embed/>
                </p:oleObj>
              </mc:Choice>
              <mc:Fallback>
                <p:oleObj name="" r:id="rId1" imgW="838200" imgH="647700" progId="Paint.Picture">
                  <p:embed/>
                  <p:pic>
                    <p:nvPicPr>
                      <p:cNvPr id="0" name="图片 3078"/>
                      <p:cNvPicPr/>
                      <p:nvPr/>
                    </p:nvPicPr>
                    <p:blipFill>
                      <a:blip r:embed="rId2"/>
                      <a:stretch>
                        <a:fillRect/>
                      </a:stretch>
                    </p:blipFill>
                    <p:spPr>
                      <a:xfrm>
                        <a:off x="0" y="0"/>
                        <a:ext cx="838200" cy="517525"/>
                      </a:xfrm>
                      <a:prstGeom prst="rect">
                        <a:avLst/>
                      </a:prstGeom>
                      <a:noFill/>
                      <a:ln w="38100"/>
                    </p:spPr>
                  </p:pic>
                </p:oleObj>
              </mc:Fallback>
            </mc:AlternateContent>
          </a:graphicData>
        </a:graphic>
      </p:graphicFrame>
      <p:sp>
        <p:nvSpPr>
          <p:cNvPr id="6148" name="矩形 614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主存管理概述</a:t>
            </a:r>
            <a:endParaRPr lang="zh-CN" altLang="en-US" sz="2400" strike="noStrike" noProof="1">
              <a:ea typeface="宋体" panose="02010600030101010101" pitchFamily="2" charset="-122"/>
            </a:endParaRPr>
          </a:p>
        </p:txBody>
      </p:sp>
      <p:pic>
        <p:nvPicPr>
          <p:cNvPr id="14339" name="图片 20482" descr="1984"/>
          <p:cNvPicPr>
            <a:picLocks noChangeAspect="1"/>
          </p:cNvPicPr>
          <p:nvPr/>
        </p:nvPicPr>
        <p:blipFill>
          <a:blip r:embed="rId3"/>
          <a:stretch>
            <a:fillRect/>
          </a:stretch>
        </p:blipFill>
        <p:spPr>
          <a:xfrm>
            <a:off x="987425" y="995363"/>
            <a:ext cx="6934200" cy="5200650"/>
          </a:xfrm>
          <a:prstGeom prst="rect">
            <a:avLst/>
          </a:prstGeom>
          <a:noFill/>
          <a:ln w="9525">
            <a:noFill/>
            <a:miter/>
          </a:ln>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文本占位符 9217"/>
          <p:cNvSpPr>
            <a:spLocks noGrp="1"/>
          </p:cNvSpPr>
          <p:nvPr>
            <p:ph idx="1"/>
          </p:nvPr>
        </p:nvSpPr>
        <p:spPr>
          <a:xfrm>
            <a:off x="195263" y="923925"/>
            <a:ext cx="8569325" cy="5159375"/>
          </a:xfrm>
        </p:spPr>
        <p:txBody>
          <a:bodyPr wrap="square" anchor="t">
            <a:spAutoFit/>
          </a:bodyPr>
          <a:p>
            <a:pPr lvl="0">
              <a:lnSpc>
                <a:spcPct val="80000"/>
              </a:lnSpc>
              <a:buNone/>
            </a:pPr>
            <a:r>
              <a:rPr lang="zh-CN" altLang="en-US" sz="4000" b="1" dirty="0">
                <a:solidFill>
                  <a:srgbClr val="CC0000"/>
                </a:solidFill>
                <a:effectLst/>
              </a:rPr>
              <a:t>RAM</a:t>
            </a:r>
            <a:r>
              <a:rPr lang="zh-CN" altLang="en-US" b="1" dirty="0">
                <a:solidFill>
                  <a:schemeClr val="tx1"/>
                </a:solidFill>
                <a:effectLst/>
              </a:rPr>
              <a:t>（随机存取存储器）RAM -random access memory 随机存储器</a:t>
            </a:r>
            <a:endParaRPr lang="zh-CN" altLang="en-US" b="1" dirty="0">
              <a:solidFill>
                <a:schemeClr val="tx1"/>
              </a:solidFill>
              <a:effectLst/>
            </a:endParaRPr>
          </a:p>
          <a:p>
            <a:pPr lvl="0">
              <a:lnSpc>
                <a:spcPct val="80000"/>
              </a:lnSpc>
              <a:buClr>
                <a:schemeClr val="tx1"/>
              </a:buClr>
              <a:buChar char="•"/>
            </a:pPr>
            <a:r>
              <a:rPr lang="zh-CN" altLang="en-US" sz="2800" dirty="0">
                <a:solidFill>
                  <a:schemeClr val="tx1"/>
                </a:solidFill>
                <a:effectLst/>
              </a:rPr>
              <a:t>静态存储单元（SRAM）速度快、使用简单、不需刷新、静态功耗极低；常用作Cache </a:t>
            </a:r>
            <a:endParaRPr lang="zh-CN" altLang="en-US" sz="2800" dirty="0">
              <a:solidFill>
                <a:schemeClr val="tx1"/>
              </a:solidFill>
              <a:effectLst/>
            </a:endParaRPr>
          </a:p>
          <a:p>
            <a:pPr lvl="0">
              <a:lnSpc>
                <a:spcPct val="80000"/>
              </a:lnSpc>
              <a:buClr>
                <a:schemeClr val="tx1"/>
              </a:buClr>
              <a:buChar char="•"/>
            </a:pPr>
            <a:r>
              <a:rPr lang="zh-CN" altLang="en-US" sz="2800" dirty="0">
                <a:solidFill>
                  <a:schemeClr val="tx1"/>
                </a:solidFill>
                <a:effectLst/>
              </a:rPr>
              <a:t>动态存储单元（DRAM）定期进行刷新</a:t>
            </a:r>
            <a:r>
              <a:rPr lang="zh-CN" altLang="en-US" sz="2800" dirty="0">
                <a:solidFill>
                  <a:schemeClr val="tx1"/>
                </a:solidFill>
                <a:effectLst/>
                <a:ea typeface="宋体" panose="02010600030101010101" pitchFamily="2" charset="-122"/>
              </a:rPr>
              <a:t>，集成度远高于SRAM、功耗低，价格也低</a:t>
            </a:r>
            <a:endParaRPr lang="zh-CN" altLang="en-US" sz="2800" dirty="0">
              <a:solidFill>
                <a:schemeClr val="tx1"/>
              </a:solidFill>
              <a:effectLst/>
              <a:ea typeface="宋体" panose="02010600030101010101" pitchFamily="2" charset="-122"/>
            </a:endParaRPr>
          </a:p>
          <a:p>
            <a:pPr lvl="0">
              <a:lnSpc>
                <a:spcPct val="80000"/>
              </a:lnSpc>
              <a:buNone/>
            </a:pPr>
            <a:r>
              <a:rPr lang="zh-CN" altLang="en-US" sz="2800" dirty="0">
                <a:solidFill>
                  <a:schemeClr val="tx1"/>
                </a:solidFill>
                <a:effectLst/>
                <a:ea typeface="宋体" panose="02010600030101010101" pitchFamily="2" charset="-122"/>
              </a:rPr>
              <a:t>SDRAM:Synchronous Dynamic Random Access Memory，同步动态随机存储器，同步是指 Memory工作需要同步时钟</a:t>
            </a:r>
            <a:endParaRPr lang="zh-CN" altLang="en-US" sz="2800" dirty="0">
              <a:solidFill>
                <a:schemeClr val="tx1"/>
              </a:solidFill>
              <a:effectLst/>
              <a:ea typeface="宋体" panose="02010600030101010101" pitchFamily="2" charset="-122"/>
            </a:endParaRPr>
          </a:p>
          <a:p>
            <a:pPr lvl="0">
              <a:lnSpc>
                <a:spcPct val="80000"/>
              </a:lnSpc>
              <a:buNone/>
            </a:pPr>
            <a:r>
              <a:rPr lang="zh-CN" altLang="en-US" sz="2800" dirty="0">
                <a:solidFill>
                  <a:schemeClr val="tx1"/>
                </a:solidFill>
                <a:effectLst/>
                <a:ea typeface="宋体" panose="02010600030101010101" pitchFamily="2" charset="-122"/>
              </a:rPr>
              <a:t>SDRAM从发展到现在已经经历了四代，分别是：第一代SDR SDRAM，第二代DDR SDRAM，第三代DDR2 SDRAM，第四代DDR3 SDRAM.(显卡上的DDR已经发展到DDR5)</a:t>
            </a:r>
            <a:r>
              <a:rPr lang="zh-CN" altLang="en-US" sz="2800" dirty="0">
                <a:solidFill>
                  <a:schemeClr val="tx1"/>
                </a:solidFill>
                <a:ea typeface="宋体" panose="02010600030101010101" pitchFamily="2" charset="-122"/>
              </a:rPr>
              <a:t> </a:t>
            </a:r>
            <a:endParaRPr lang="zh-CN" altLang="en-US" sz="2800" dirty="0">
              <a:solidFill>
                <a:schemeClr val="tx1"/>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文本占位符 10241"/>
          <p:cNvSpPr>
            <a:spLocks noGrp="1"/>
          </p:cNvSpPr>
          <p:nvPr>
            <p:ph idx="1"/>
          </p:nvPr>
        </p:nvSpPr>
        <p:spPr>
          <a:xfrm>
            <a:off x="200025" y="641350"/>
            <a:ext cx="8626475" cy="4413885"/>
          </a:xfrm>
        </p:spPr>
        <p:txBody>
          <a:bodyPr wrap="square" anchor="t">
            <a:spAutoFit/>
          </a:bodyPr>
          <a:p>
            <a:pPr fontAlgn="base">
              <a:lnSpc>
                <a:spcPct val="80000"/>
              </a:lnSpc>
              <a:buNone/>
            </a:pPr>
            <a:r>
              <a:rPr lang="zh-CN" altLang="en-US" sz="4000" b="1" strike="noStrike" noProof="1" dirty="0">
                <a:solidFill>
                  <a:srgbClr val="CC0000"/>
                </a:solidFill>
                <a:effectLst/>
                <a:latin typeface="+mn-ea"/>
                <a:cs typeface="+mn-ea"/>
              </a:rPr>
              <a:t>ROM</a:t>
            </a:r>
            <a:r>
              <a:rPr lang="zh-CN" altLang="en-US" sz="3600" b="1" strike="noStrike" noProof="1" dirty="0">
                <a:solidFill>
                  <a:schemeClr val="tx1"/>
                </a:solidFill>
                <a:effectLst/>
                <a:latin typeface="+mn-ea"/>
                <a:cs typeface="+mn-ea"/>
              </a:rPr>
              <a:t> （Read-Only Memory）只读存储器</a:t>
            </a:r>
            <a:endParaRPr lang="zh-CN" altLang="en-US" sz="3600" b="1" strike="noStrike" noProof="1" dirty="0">
              <a:solidFill>
                <a:schemeClr val="tx1"/>
              </a:solidFill>
              <a:effectLst/>
              <a:latin typeface="+mn-ea"/>
              <a:cs typeface="+mn-ea"/>
            </a:endParaRPr>
          </a:p>
          <a:p>
            <a:pPr fontAlgn="base">
              <a:lnSpc>
                <a:spcPct val="80000"/>
              </a:lnSpc>
              <a:buNone/>
            </a:pPr>
            <a:r>
              <a:rPr lang="zh-CN" altLang="en-US" sz="2800" strike="noStrike" noProof="1" dirty="0">
                <a:solidFill>
                  <a:schemeClr val="tx1"/>
                </a:solidFill>
                <a:effectLst/>
                <a:latin typeface="+mn-ea"/>
                <a:cs typeface="+mn-ea"/>
              </a:rPr>
              <a:t>可编程只读存储器（PROM）、可擦可编程只读存储器（EPROM）和电可擦可编程只读存储器（EEPROM）</a:t>
            </a:r>
            <a:endParaRPr lang="zh-CN" altLang="en-US" sz="2800" strike="noStrike" noProof="1" dirty="0">
              <a:solidFill>
                <a:schemeClr val="tx1"/>
              </a:solidFill>
              <a:effectLst/>
              <a:latin typeface="+mn-ea"/>
              <a:cs typeface="+mn-ea"/>
            </a:endParaRPr>
          </a:p>
          <a:p>
            <a:pPr fontAlgn="base">
              <a:lnSpc>
                <a:spcPct val="80000"/>
              </a:lnSpc>
              <a:buNone/>
            </a:pPr>
            <a:r>
              <a:rPr lang="zh-CN" altLang="en-US" sz="2800" strike="noStrike" noProof="1" dirty="0">
                <a:solidFill>
                  <a:schemeClr val="tx1"/>
                </a:solidFill>
                <a:effectLst/>
                <a:latin typeface="+mn-ea"/>
                <a:cs typeface="+mn-ea"/>
              </a:rPr>
              <a:t>闪存（Flash Memory）是一种长寿命的非易失性（在断电情况下仍能保持所存储的数据信息）的存储器，数据删除不是以单个的字节为单位而是以固定的区块为单位，区块大小一般为256KB到20MB。闪存是电子可擦除只读存储器（EEPROM）的变种</a:t>
            </a:r>
            <a:endParaRPr lang="zh-CN" altLang="en-US" sz="2800" strike="noStrike" noProof="1" dirty="0">
              <a:solidFill>
                <a:schemeClr val="tx1"/>
              </a:solidFill>
              <a:effectLst/>
              <a:latin typeface="+mn-ea"/>
              <a:cs typeface="+mn-ea"/>
            </a:endParaRPr>
          </a:p>
          <a:p>
            <a:pPr fontAlgn="base">
              <a:lnSpc>
                <a:spcPct val="80000"/>
              </a:lnSpc>
              <a:buNone/>
            </a:pPr>
            <a:r>
              <a:rPr lang="zh-CN" altLang="en-US" sz="2800" strike="noStrike" noProof="1" dirty="0">
                <a:solidFill>
                  <a:schemeClr val="tx1"/>
                </a:solidFill>
                <a:effectLst/>
                <a:latin typeface="+mn-ea"/>
                <a:cs typeface="+mn-ea"/>
              </a:rPr>
              <a:t>闪存卡（Flash Card）是利用闪存（Flash Memory）技术达到存储电子信息的存储器</a:t>
            </a:r>
            <a:endParaRPr lang="zh-CN" altLang="en-US" sz="2800" strike="noStrike" noProof="1" dirty="0">
              <a:solidFill>
                <a:schemeClr val="tx1"/>
              </a:solidFill>
              <a:effectLst/>
              <a:latin typeface="+mn-ea"/>
              <a:cs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9457" name="内容占位符 6146"/>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7" name="" r:id="rId1" imgW="838200" imgH="647700" progId="Paint.Picture">
                  <p:embed/>
                </p:oleObj>
              </mc:Choice>
              <mc:Fallback>
                <p:oleObj name="" r:id="rId1" imgW="838200" imgH="647700" progId="Paint.Picture">
                  <p:embed/>
                  <p:pic>
                    <p:nvPicPr>
                      <p:cNvPr id="0" name="图片 3076"/>
                      <p:cNvPicPr/>
                      <p:nvPr/>
                    </p:nvPicPr>
                    <p:blipFill>
                      <a:blip r:embed="rId2"/>
                      <a:stretch>
                        <a:fillRect/>
                      </a:stretch>
                    </p:blipFill>
                    <p:spPr>
                      <a:xfrm>
                        <a:off x="0" y="0"/>
                        <a:ext cx="838200" cy="517525"/>
                      </a:xfrm>
                      <a:prstGeom prst="rect">
                        <a:avLst/>
                      </a:prstGeom>
                      <a:noFill/>
                      <a:ln w="38100"/>
                    </p:spPr>
                  </p:pic>
                </p:oleObj>
              </mc:Fallback>
            </mc:AlternateContent>
          </a:graphicData>
        </a:graphic>
      </p:graphicFrame>
      <p:sp>
        <p:nvSpPr>
          <p:cNvPr id="6148" name="矩形 614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主存管理概述</a:t>
            </a:r>
            <a:endParaRPr lang="zh-CN" altLang="en-US" sz="2400" strike="noStrike" noProof="1">
              <a:ea typeface="宋体" panose="02010600030101010101" pitchFamily="2" charset="-122"/>
            </a:endParaRPr>
          </a:p>
        </p:txBody>
      </p:sp>
      <p:sp>
        <p:nvSpPr>
          <p:cNvPr id="19459" name="文本占位符 23553"/>
          <p:cNvSpPr>
            <a:spLocks noGrp="1"/>
          </p:cNvSpPr>
          <p:nvPr/>
        </p:nvSpPr>
        <p:spPr>
          <a:xfrm>
            <a:off x="684213" y="1196975"/>
            <a:ext cx="7932737" cy="4797425"/>
          </a:xfrm>
          <a:prstGeom prst="rect">
            <a:avLst/>
          </a:prstGeom>
          <a:noFill/>
          <a:ln w="9525">
            <a:noFill/>
            <a:miter/>
          </a:ln>
        </p:spPr>
        <p:txBody>
          <a:bodyPr anchor="t"/>
          <a:p>
            <a:pPr marL="457200" lvl="0" indent="-457200">
              <a:lnSpc>
                <a:spcPct val="110000"/>
              </a:lnSpc>
              <a:spcBef>
                <a:spcPct val="30000"/>
              </a:spcBef>
              <a:buClr>
                <a:schemeClr val="bg2"/>
              </a:buClr>
              <a:buFont typeface="Arial" panose="02080604020202020204" pitchFamily="34" charset="0"/>
              <a:buChar char="•"/>
            </a:pPr>
            <a:r>
              <a:rPr lang="zh-CN" altLang="en-US" sz="3200">
                <a:solidFill>
                  <a:schemeClr val="tx1"/>
                </a:solidFill>
                <a:latin typeface="Arial" panose="02080604020202020204" pitchFamily="34" charset="0"/>
                <a:ea typeface="方正书宋_GBK" panose="02000000000000000000" charset="-122"/>
              </a:rPr>
              <a:t>存储器的功能是保存数据，</a:t>
            </a:r>
            <a:endParaRPr lang="zh-CN" altLang="en-US" sz="3200">
              <a:solidFill>
                <a:schemeClr val="tx1"/>
              </a:solidFill>
              <a:latin typeface="Arial" panose="02080604020202020204" pitchFamily="34" charset="0"/>
              <a:ea typeface="方正书宋_GBK" panose="02000000000000000000" charset="-122"/>
            </a:endParaRPr>
          </a:p>
          <a:p>
            <a:pPr marL="457200" lvl="0" indent="-457200">
              <a:lnSpc>
                <a:spcPct val="110000"/>
              </a:lnSpc>
              <a:spcBef>
                <a:spcPct val="30000"/>
              </a:spcBef>
              <a:buClr>
                <a:schemeClr val="bg2"/>
              </a:buClr>
              <a:buFont typeface="Arial" panose="02080604020202020204" pitchFamily="34" charset="0"/>
              <a:buChar char="•"/>
            </a:pPr>
            <a:r>
              <a:rPr lang="zh-CN" altLang="en-US" sz="3200">
                <a:solidFill>
                  <a:schemeClr val="tx1"/>
                </a:solidFill>
                <a:latin typeface="Arial" panose="02080604020202020204" pitchFamily="34" charset="0"/>
                <a:ea typeface="方正书宋_GBK" panose="02000000000000000000" charset="-122"/>
              </a:rPr>
              <a:t>存储器的发展方向是高速读写、大容量和小体积。</a:t>
            </a:r>
            <a:endParaRPr lang="zh-CN" altLang="en-US" sz="3200">
              <a:solidFill>
                <a:schemeClr val="tx1"/>
              </a:solidFill>
              <a:latin typeface="Arial" panose="02080604020202020204" pitchFamily="34" charset="0"/>
              <a:ea typeface="方正书宋_GBK" panose="02000000000000000000" charset="-122"/>
            </a:endParaRPr>
          </a:p>
          <a:p>
            <a:pPr marL="914400" lvl="1" indent="-457200" algn="l" eaLnBrk="1" fontAlgn="base" latinLnBrk="0" hangingPunct="1">
              <a:lnSpc>
                <a:spcPct val="110000"/>
              </a:lnSpc>
              <a:spcBef>
                <a:spcPct val="30000"/>
              </a:spcBef>
              <a:spcAft>
                <a:spcPct val="0"/>
              </a:spcAft>
              <a:buClr>
                <a:schemeClr val="bg2"/>
              </a:buClr>
              <a:buSzPct val="50000"/>
              <a:buFont typeface="Arial" panose="02080604020202020204" pitchFamily="34" charset="0"/>
              <a:buChar char="•"/>
            </a:pPr>
            <a:r>
              <a:rPr lang="zh-CN" altLang="en-US" sz="2800" u="none" baseline="0">
                <a:solidFill>
                  <a:schemeClr val="tx1"/>
                </a:solidFill>
                <a:latin typeface="Arial" panose="02080604020202020204" pitchFamily="34" charset="0"/>
                <a:ea typeface="方正书宋_GBK" panose="02000000000000000000" charset="-122"/>
              </a:rPr>
              <a:t>读写速度越快，成本越高，容量就越小；</a:t>
            </a:r>
            <a:endParaRPr lang="zh-CN" altLang="en-US" sz="2800" u="none" baseline="0">
              <a:solidFill>
                <a:schemeClr val="tx1"/>
              </a:solidFill>
              <a:latin typeface="Arial" panose="02080604020202020204" pitchFamily="34" charset="0"/>
              <a:ea typeface="方正书宋_GBK" panose="02000000000000000000" charset="-122"/>
            </a:endParaRPr>
          </a:p>
          <a:p>
            <a:pPr marL="914400" lvl="1" indent="-457200" algn="l" eaLnBrk="1" fontAlgn="base" latinLnBrk="0" hangingPunct="1">
              <a:lnSpc>
                <a:spcPct val="110000"/>
              </a:lnSpc>
              <a:spcBef>
                <a:spcPct val="30000"/>
              </a:spcBef>
              <a:spcAft>
                <a:spcPct val="0"/>
              </a:spcAft>
              <a:buClr>
                <a:schemeClr val="bg2"/>
              </a:buClr>
              <a:buSzPct val="50000"/>
              <a:buFont typeface="Arial" panose="02080604020202020204" pitchFamily="34" charset="0"/>
              <a:buChar char="•"/>
            </a:pPr>
            <a:r>
              <a:rPr lang="zh-CN" altLang="en-US" sz="2800" u="none" baseline="0">
                <a:solidFill>
                  <a:schemeClr val="tx1"/>
                </a:solidFill>
                <a:latin typeface="Arial" panose="02080604020202020204" pitchFamily="34" charset="0"/>
                <a:ea typeface="方正书宋_GBK" panose="02000000000000000000" charset="-122"/>
              </a:rPr>
              <a:t>读取速度越慢，成本越低，容量就越大；</a:t>
            </a:r>
            <a:endParaRPr lang="zh-CN" altLang="en-US" sz="2800" u="none" baseline="0">
              <a:solidFill>
                <a:schemeClr val="tx1"/>
              </a:solidFill>
              <a:latin typeface="Arial" panose="02080604020202020204" pitchFamily="34" charset="0"/>
              <a:ea typeface="方正书宋_GBK" panose="02000000000000000000" charset="-122"/>
            </a:endParaRPr>
          </a:p>
          <a:p>
            <a:pPr marL="457200" lvl="0" indent="-457200">
              <a:lnSpc>
                <a:spcPct val="110000"/>
              </a:lnSpc>
              <a:spcBef>
                <a:spcPct val="30000"/>
              </a:spcBef>
              <a:buClr>
                <a:schemeClr val="bg2"/>
              </a:buClr>
              <a:buFont typeface="Arial" panose="02080604020202020204" pitchFamily="34" charset="0"/>
              <a:buChar char="•"/>
            </a:pPr>
            <a:r>
              <a:rPr lang="zh-CN" altLang="en-US" sz="3200">
                <a:solidFill>
                  <a:schemeClr val="tx1"/>
                </a:solidFill>
                <a:latin typeface="Arial" panose="02080604020202020204" pitchFamily="34" charset="0"/>
                <a:ea typeface="方正书宋_GBK" panose="02000000000000000000" charset="-122"/>
              </a:rPr>
              <a:t>合理的存储结构要依据访问速度的匹配关系、容量要求和价格。</a:t>
            </a:r>
            <a:endParaRPr lang="zh-CN" altLang="en-US" sz="3200">
              <a:solidFill>
                <a:schemeClr val="tx1"/>
              </a:solidFill>
              <a:latin typeface="Arial" panose="02080604020202020204" pitchFamily="3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0481" name="内容占位符 6146"/>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9" name="" r:id="rId1" imgW="838200" imgH="647700" progId="Paint.Picture">
                  <p:embed/>
                </p:oleObj>
              </mc:Choice>
              <mc:Fallback>
                <p:oleObj name="" r:id="rId1" imgW="838200" imgH="647700" progId="Paint.Picture">
                  <p:embed/>
                  <p:pic>
                    <p:nvPicPr>
                      <p:cNvPr id="0" name="图片 3078"/>
                      <p:cNvPicPr/>
                      <p:nvPr/>
                    </p:nvPicPr>
                    <p:blipFill>
                      <a:blip r:embed="rId2"/>
                      <a:stretch>
                        <a:fillRect/>
                      </a:stretch>
                    </p:blipFill>
                    <p:spPr>
                      <a:xfrm>
                        <a:off x="0" y="0"/>
                        <a:ext cx="838200" cy="517525"/>
                      </a:xfrm>
                      <a:prstGeom prst="rect">
                        <a:avLst/>
                      </a:prstGeom>
                      <a:noFill/>
                      <a:ln w="38100"/>
                    </p:spPr>
                  </p:pic>
                </p:oleObj>
              </mc:Fallback>
            </mc:AlternateContent>
          </a:graphicData>
        </a:graphic>
      </p:graphicFrame>
      <p:sp>
        <p:nvSpPr>
          <p:cNvPr id="6148" name="矩形 614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主存管理概述</a:t>
            </a:r>
            <a:endParaRPr lang="zh-CN" altLang="en-US" sz="2400" strike="noStrike" noProof="1">
              <a:ea typeface="宋体" panose="02010600030101010101" pitchFamily="2" charset="-122"/>
            </a:endParaRPr>
          </a:p>
        </p:txBody>
      </p:sp>
      <p:sp>
        <p:nvSpPr>
          <p:cNvPr id="20483" name="标题 24577"/>
          <p:cNvSpPr>
            <a:spLocks noGrp="1"/>
          </p:cNvSpPr>
          <p:nvPr>
            <p:ph type="title"/>
          </p:nvPr>
        </p:nvSpPr>
        <p:spPr>
          <a:xfrm>
            <a:off x="363538" y="650875"/>
            <a:ext cx="8393113" cy="695325"/>
          </a:xfrm>
        </p:spPr>
        <p:txBody>
          <a:bodyPr anchor="b">
            <a:spAutoFit/>
          </a:bodyPr>
          <a:p>
            <a:pPr fontAlgn="base"/>
            <a:r>
              <a:rPr lang="zh-CN" altLang="en-US" sz="4000" strike="noStrike" noProof="1">
                <a:solidFill>
                  <a:srgbClr val="800000"/>
                </a:solidFill>
              </a:rPr>
              <a:t>计算机存储系统的层次结构</a:t>
            </a:r>
            <a:endParaRPr lang="zh-CN" altLang="en-US" sz="4000" strike="noStrike" noProof="1">
              <a:solidFill>
                <a:srgbClr val="800000"/>
              </a:solidFill>
            </a:endParaRPr>
          </a:p>
        </p:txBody>
      </p:sp>
      <p:pic>
        <p:nvPicPr>
          <p:cNvPr id="20484" name="图片 24578"/>
          <p:cNvPicPr>
            <a:picLocks noChangeAspect="1"/>
          </p:cNvPicPr>
          <p:nvPr/>
        </p:nvPicPr>
        <p:blipFill>
          <a:blip r:embed="rId3"/>
          <a:stretch>
            <a:fillRect/>
          </a:stretch>
        </p:blipFill>
        <p:spPr>
          <a:xfrm>
            <a:off x="1447800" y="1403350"/>
            <a:ext cx="5846763" cy="2254250"/>
          </a:xfrm>
          <a:prstGeom prst="rect">
            <a:avLst/>
          </a:prstGeom>
          <a:noFill/>
          <a:ln w="9525">
            <a:noFill/>
            <a:miter/>
          </a:ln>
        </p:spPr>
      </p:pic>
      <p:sp>
        <p:nvSpPr>
          <p:cNvPr id="24580" name="内容占位符 24579"/>
          <p:cNvSpPr>
            <a:spLocks noGrp="1"/>
          </p:cNvSpPr>
          <p:nvPr/>
        </p:nvSpPr>
        <p:spPr>
          <a:xfrm>
            <a:off x="469900" y="3810000"/>
            <a:ext cx="8140700" cy="2590800"/>
          </a:xfrm>
          <a:prstGeom prst="rect">
            <a:avLst/>
          </a:prstGeom>
          <a:noFill/>
          <a:ln w="9525">
            <a:noFill/>
            <a:miter/>
          </a:ln>
        </p:spPr>
        <p:txBody>
          <a:bodyPr anchor="t"/>
          <a:p>
            <a:pPr marL="457200" lvl="0" indent="-457200">
              <a:spcBef>
                <a:spcPct val="20000"/>
              </a:spcBef>
              <a:buClr>
                <a:schemeClr val="bg2"/>
              </a:buClr>
              <a:buFont typeface="Wingdings" panose="05000000000000000000" pitchFamily="2" charset="2"/>
              <a:buChar char=""/>
            </a:pPr>
            <a:r>
              <a:rPr lang="zh-CN" altLang="en-US" sz="2800">
                <a:solidFill>
                  <a:schemeClr val="tx1"/>
                </a:solidFill>
                <a:latin typeface="Arial" panose="02080604020202020204" pitchFamily="34" charset="0"/>
                <a:ea typeface="方正书宋_GBK" panose="02000000000000000000" charset="-122"/>
              </a:rPr>
              <a:t>快速缓存：</a:t>
            </a:r>
            <a:endParaRPr lang="zh-CN" altLang="en-US" sz="2800">
              <a:solidFill>
                <a:schemeClr val="tx1"/>
              </a:solidFill>
              <a:latin typeface="Arial" panose="02080604020202020204" pitchFamily="34" charset="0"/>
              <a:ea typeface="方正书宋_GBK" panose="02000000000000000000" charset="-122"/>
            </a:endParaRPr>
          </a:p>
          <a:p>
            <a:pPr marL="914400" lvl="1" indent="-457200" algn="l" eaLnBrk="1" fontAlgn="base" latinLnBrk="0" hangingPunct="1">
              <a:lnSpc>
                <a:spcPct val="100000"/>
              </a:lnSpc>
              <a:spcBef>
                <a:spcPct val="20000"/>
              </a:spcBef>
              <a:spcAft>
                <a:spcPct val="0"/>
              </a:spcAft>
              <a:buClr>
                <a:schemeClr val="bg2"/>
              </a:buClr>
              <a:buSzPct val="50000"/>
              <a:buFont typeface="Wingdings" panose="05000000000000000000" pitchFamily="2" charset="2"/>
              <a:buChar char=""/>
            </a:pPr>
            <a:r>
              <a:rPr lang="zh-CN" altLang="en-US" sz="2800" u="none" baseline="0">
                <a:solidFill>
                  <a:schemeClr val="tx1"/>
                </a:solidFill>
                <a:latin typeface="Arial" panose="02080604020202020204" pitchFamily="34" charset="0"/>
                <a:ea typeface="方正书宋_GBK" panose="02000000000000000000" charset="-122"/>
              </a:rPr>
              <a:t>数据 </a:t>
            </a:r>
            <a:r>
              <a:rPr lang="en-US" altLang="zh-CN" sz="2800" u="none" baseline="0">
                <a:solidFill>
                  <a:schemeClr val="tx1"/>
                </a:solidFill>
                <a:latin typeface="Arial" panose="02080604020202020204" pitchFamily="34" charset="0"/>
                <a:ea typeface="宋体" panose="02010600030101010101" pitchFamily="2" charset="-122"/>
              </a:rPr>
              <a:t>Cache</a:t>
            </a:r>
            <a:endParaRPr lang="en-US" altLang="zh-CN" sz="2800" u="none" baseline="0">
              <a:solidFill>
                <a:schemeClr val="tx1"/>
              </a:solidFill>
              <a:latin typeface="Arial" panose="02080604020202020204" pitchFamily="34" charset="0"/>
              <a:ea typeface="宋体" panose="02010600030101010101" pitchFamily="2" charset="-122"/>
            </a:endParaRPr>
          </a:p>
          <a:p>
            <a:pPr marL="914400" lvl="1" indent="-457200" algn="l" eaLnBrk="1" fontAlgn="base" latinLnBrk="0" hangingPunct="1">
              <a:lnSpc>
                <a:spcPct val="100000"/>
              </a:lnSpc>
              <a:spcBef>
                <a:spcPct val="20000"/>
              </a:spcBef>
              <a:spcAft>
                <a:spcPct val="0"/>
              </a:spcAft>
              <a:buClr>
                <a:schemeClr val="bg2"/>
              </a:buClr>
              <a:buSzPct val="50000"/>
              <a:buFont typeface="Wingdings" panose="05000000000000000000" pitchFamily="2" charset="2"/>
              <a:buChar char=""/>
            </a:pPr>
            <a:r>
              <a:rPr lang="zh-CN" altLang="en-US" sz="2800" u="none" baseline="0">
                <a:solidFill>
                  <a:schemeClr val="tx1"/>
                </a:solidFill>
                <a:latin typeface="Arial" panose="02080604020202020204" pitchFamily="34" charset="0"/>
                <a:ea typeface="方正书宋_GBK" panose="02000000000000000000" charset="-122"/>
              </a:rPr>
              <a:t>指令 </a:t>
            </a:r>
            <a:r>
              <a:rPr lang="en-US" altLang="zh-CN" sz="2800" u="none" baseline="0">
                <a:solidFill>
                  <a:schemeClr val="tx1"/>
                </a:solidFill>
                <a:latin typeface="Arial" panose="02080604020202020204" pitchFamily="34" charset="0"/>
                <a:ea typeface="宋体" panose="02010600030101010101" pitchFamily="2" charset="-122"/>
              </a:rPr>
              <a:t>Cache</a:t>
            </a:r>
            <a:endParaRPr lang="en-US" altLang="zh-CN" sz="2800" u="none" baseline="0">
              <a:solidFill>
                <a:schemeClr val="tx1"/>
              </a:solidFill>
              <a:latin typeface="Arial" panose="02080604020202020204" pitchFamily="34" charset="0"/>
              <a:ea typeface="宋体" panose="02010600030101010101" pitchFamily="2" charset="-122"/>
            </a:endParaRPr>
          </a:p>
          <a:p>
            <a:pPr marL="457200" lvl="0" indent="-457200">
              <a:spcBef>
                <a:spcPct val="20000"/>
              </a:spcBef>
              <a:buClr>
                <a:schemeClr val="bg2"/>
              </a:buClr>
              <a:buFont typeface="Wingdings" panose="05000000000000000000" pitchFamily="2" charset="2"/>
              <a:buChar char=""/>
            </a:pPr>
            <a:r>
              <a:rPr lang="zh-CN" altLang="en-US" sz="2800">
                <a:solidFill>
                  <a:schemeClr val="tx1"/>
                </a:solidFill>
                <a:latin typeface="Arial" panose="02080604020202020204" pitchFamily="34" charset="0"/>
                <a:ea typeface="方正书宋_GBK" panose="02000000000000000000" charset="-122"/>
              </a:rPr>
              <a:t>内存：</a:t>
            </a:r>
            <a:r>
              <a:rPr lang="en-US" altLang="zh-CN" sz="2800">
                <a:solidFill>
                  <a:schemeClr val="tx1"/>
                </a:solidFill>
                <a:latin typeface="Arial" panose="02080604020202020204" pitchFamily="34" charset="0"/>
                <a:ea typeface="宋体" panose="02010600030101010101" pitchFamily="2" charset="-122"/>
              </a:rPr>
              <a:t>DRAM, SDRAM, DDRAM</a:t>
            </a:r>
            <a:r>
              <a:rPr lang="zh-CN" altLang="en-US" sz="2800">
                <a:solidFill>
                  <a:schemeClr val="tx1"/>
                </a:solidFill>
                <a:latin typeface="Arial" panose="02080604020202020204" pitchFamily="34" charset="0"/>
                <a:ea typeface="方正书宋_GBK" panose="02000000000000000000" charset="-122"/>
              </a:rPr>
              <a:t>等；</a:t>
            </a:r>
            <a:endParaRPr lang="zh-CN" altLang="en-US" sz="2800">
              <a:solidFill>
                <a:schemeClr val="tx1"/>
              </a:solidFill>
              <a:latin typeface="Arial" panose="02080604020202020204" pitchFamily="34" charset="0"/>
              <a:ea typeface="方正书宋_GBK" panose="02000000000000000000" charset="-122"/>
            </a:endParaRPr>
          </a:p>
          <a:p>
            <a:pPr marL="457200" lvl="0" indent="-457200">
              <a:spcBef>
                <a:spcPct val="20000"/>
              </a:spcBef>
              <a:buClr>
                <a:schemeClr val="bg2"/>
              </a:buClr>
              <a:buFont typeface="Wingdings" panose="05000000000000000000" pitchFamily="2" charset="2"/>
              <a:buChar char=""/>
            </a:pPr>
            <a:r>
              <a:rPr lang="zh-CN" altLang="en-US" sz="2800">
                <a:solidFill>
                  <a:schemeClr val="tx1"/>
                </a:solidFill>
                <a:latin typeface="Arial" panose="02080604020202020204" pitchFamily="34" charset="0"/>
                <a:ea typeface="方正书宋_GBK" panose="02000000000000000000" charset="-122"/>
              </a:rPr>
              <a:t>外存：硬盘、光盘、</a:t>
            </a:r>
            <a:r>
              <a:rPr lang="zh-CN" altLang="zh-CN" sz="2800">
                <a:solidFill>
                  <a:schemeClr val="tx1"/>
                </a:solidFill>
                <a:latin typeface="Arial" panose="02080604020202020204" pitchFamily="34" charset="0"/>
                <a:ea typeface="宋体" panose="02010600030101010101" pitchFamily="2" charset="-122"/>
              </a:rPr>
              <a:t>flash、</a:t>
            </a:r>
            <a:r>
              <a:rPr lang="zh-CN" altLang="en-US" sz="2800">
                <a:solidFill>
                  <a:schemeClr val="tx1"/>
                </a:solidFill>
                <a:latin typeface="Arial" panose="02080604020202020204" pitchFamily="34" charset="0"/>
                <a:ea typeface="方正书宋_GBK" panose="02000000000000000000" charset="-122"/>
              </a:rPr>
              <a:t>软盘、磁带等；</a:t>
            </a:r>
            <a:endParaRPr lang="zh-CN" altLang="en-US" sz="2800">
              <a:solidFill>
                <a:schemeClr val="tx1"/>
              </a:solidFill>
              <a:latin typeface="Arial" panose="02080604020202020204" pitchFamily="3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24580"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1505" name="内容占位符 6146"/>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81" name="" r:id="rId1" imgW="838200" imgH="647700" progId="Paint.Picture">
                  <p:embed/>
                </p:oleObj>
              </mc:Choice>
              <mc:Fallback>
                <p:oleObj name="" r:id="rId1" imgW="838200" imgH="647700" progId="Paint.Picture">
                  <p:embed/>
                  <p:pic>
                    <p:nvPicPr>
                      <p:cNvPr id="0" name="图片 3080"/>
                      <p:cNvPicPr/>
                      <p:nvPr/>
                    </p:nvPicPr>
                    <p:blipFill>
                      <a:blip r:embed="rId2"/>
                      <a:stretch>
                        <a:fillRect/>
                      </a:stretch>
                    </p:blipFill>
                    <p:spPr>
                      <a:xfrm>
                        <a:off x="0" y="0"/>
                        <a:ext cx="838200" cy="517525"/>
                      </a:xfrm>
                      <a:prstGeom prst="rect">
                        <a:avLst/>
                      </a:prstGeom>
                      <a:noFill/>
                      <a:ln w="38100"/>
                    </p:spPr>
                  </p:pic>
                </p:oleObj>
              </mc:Fallback>
            </mc:AlternateContent>
          </a:graphicData>
        </a:graphic>
      </p:graphicFrame>
      <p:sp>
        <p:nvSpPr>
          <p:cNvPr id="6148" name="矩形 614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主存管理概述</a:t>
            </a:r>
            <a:endParaRPr lang="zh-CN" altLang="en-US" sz="2400" strike="noStrike" noProof="1">
              <a:ea typeface="宋体" panose="02010600030101010101" pitchFamily="2" charset="-122"/>
            </a:endParaRPr>
          </a:p>
        </p:txBody>
      </p:sp>
      <p:pic>
        <p:nvPicPr>
          <p:cNvPr id="21507" name="图片 26625"/>
          <p:cNvPicPr>
            <a:picLocks noChangeAspect="1"/>
          </p:cNvPicPr>
          <p:nvPr/>
        </p:nvPicPr>
        <p:blipFill>
          <a:blip r:embed="rId3"/>
          <a:stretch>
            <a:fillRect/>
          </a:stretch>
        </p:blipFill>
        <p:spPr>
          <a:xfrm>
            <a:off x="3605213" y="1379538"/>
            <a:ext cx="4495800" cy="4876800"/>
          </a:xfrm>
          <a:prstGeom prst="rect">
            <a:avLst/>
          </a:prstGeom>
          <a:noFill/>
          <a:ln w="9525">
            <a:noFill/>
            <a:miter/>
          </a:ln>
        </p:spPr>
      </p:pic>
      <p:sp>
        <p:nvSpPr>
          <p:cNvPr id="21508" name="矩形 26626"/>
          <p:cNvSpPr/>
          <p:nvPr/>
        </p:nvSpPr>
        <p:spPr>
          <a:xfrm>
            <a:off x="299085" y="590550"/>
            <a:ext cx="8321040" cy="685800"/>
          </a:xfrm>
          <a:prstGeom prst="rect">
            <a:avLst/>
          </a:prstGeom>
          <a:noFill/>
          <a:ln w="9525">
            <a:noFill/>
            <a:miter/>
          </a:ln>
        </p:spPr>
        <p:txBody>
          <a:bodyPr anchor="b"/>
          <a:p>
            <a:pPr lvl="0" algn="ctr"/>
            <a:r>
              <a:rPr lang="zh-CN" altLang="en-US" sz="3600" dirty="0">
                <a:solidFill>
                  <a:srgbClr val="800000"/>
                </a:solidFill>
                <a:latin typeface="Times New Roman" panose="02020603050405020304" charset="0"/>
                <a:ea typeface="宋体" panose="02010600030101010101" pitchFamily="2" charset="-122"/>
              </a:rPr>
              <a:t>这一章研究的是主存(内存)的管理</a:t>
            </a:r>
            <a:endParaRPr lang="zh-CN" altLang="en-US" sz="3600" dirty="0">
              <a:solidFill>
                <a:srgbClr val="800000"/>
              </a:solidFill>
              <a:latin typeface="Times New Roman" panose="02020603050405020304" charset="0"/>
              <a:ea typeface="宋体" panose="02010600030101010101" pitchFamily="2" charset="-122"/>
            </a:endParaRPr>
          </a:p>
        </p:txBody>
      </p:sp>
      <p:sp>
        <p:nvSpPr>
          <p:cNvPr id="26628" name="文本框 26627"/>
          <p:cNvSpPr txBox="1"/>
          <p:nvPr/>
        </p:nvSpPr>
        <p:spPr>
          <a:xfrm>
            <a:off x="977900" y="1960563"/>
            <a:ext cx="2232025" cy="1383665"/>
          </a:xfrm>
          <a:prstGeom prst="rect">
            <a:avLst/>
          </a:prstGeom>
          <a:noFill/>
          <a:ln w="9525">
            <a:noFill/>
            <a:miter/>
          </a:ln>
        </p:spPr>
        <p:txBody>
          <a:bodyPr wrap="square" anchor="t">
            <a:spAutoFit/>
          </a:bodyPr>
          <a:p>
            <a:pPr lvl="0" algn="ctr">
              <a:buChar char="•"/>
            </a:pPr>
            <a:r>
              <a:rPr lang="zh-CN" altLang="en-US" sz="2800">
                <a:latin typeface="Times New Roman" panose="02020603050405020304" charset="0"/>
                <a:sym typeface="+mn-ea"/>
              </a:rPr>
              <a:t>控制总线</a:t>
            </a:r>
            <a:endParaRPr lang="zh-CN" altLang="en-US" sz="2800">
              <a:latin typeface="Times New Roman" panose="02020603050405020304" charset="0"/>
              <a:ea typeface="宋体" panose="02010600030101010101" pitchFamily="2" charset="-122"/>
            </a:endParaRPr>
          </a:p>
          <a:p>
            <a:pPr lvl="0" algn="ctr">
              <a:buChar char="•"/>
            </a:pPr>
            <a:r>
              <a:rPr lang="zh-CN" altLang="en-US" sz="2800">
                <a:latin typeface="Times New Roman" panose="02020603050405020304" charset="0"/>
                <a:ea typeface="宋体" panose="02010600030101010101" pitchFamily="2" charset="-122"/>
              </a:rPr>
              <a:t>地址总线</a:t>
            </a:r>
            <a:endParaRPr lang="zh-CN" altLang="en-US" sz="2800">
              <a:latin typeface="Times New Roman" panose="02020603050405020304" charset="0"/>
              <a:ea typeface="宋体" panose="02010600030101010101" pitchFamily="2" charset="-122"/>
            </a:endParaRPr>
          </a:p>
          <a:p>
            <a:pPr lvl="0" algn="ctr">
              <a:buChar char="•"/>
            </a:pPr>
            <a:r>
              <a:rPr lang="zh-CN" altLang="en-US" sz="2800">
                <a:latin typeface="Times New Roman" panose="02020603050405020304" charset="0"/>
                <a:ea typeface="宋体" panose="02010600030101010101" pitchFamily="2" charset="-122"/>
              </a:rPr>
              <a:t>数据总线</a:t>
            </a:r>
            <a:endParaRPr lang="zh-CN" altLang="en-US" sz="2800">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26628" grpId="0" bldLvl="2"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0481" name="内容占位符 6146"/>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9" name="" r:id="rId1" imgW="838200" imgH="647700" progId="Paint.Picture">
                  <p:embed/>
                </p:oleObj>
              </mc:Choice>
              <mc:Fallback>
                <p:oleObj name="" r:id="rId1" imgW="838200" imgH="647700" progId="Paint.Picture">
                  <p:embed/>
                  <p:pic>
                    <p:nvPicPr>
                      <p:cNvPr id="0" name="图片 3078"/>
                      <p:cNvPicPr/>
                      <p:nvPr/>
                    </p:nvPicPr>
                    <p:blipFill>
                      <a:blip r:embed="rId2"/>
                      <a:stretch>
                        <a:fillRect/>
                      </a:stretch>
                    </p:blipFill>
                    <p:spPr>
                      <a:xfrm>
                        <a:off x="0" y="0"/>
                        <a:ext cx="838200" cy="517525"/>
                      </a:xfrm>
                      <a:prstGeom prst="rect">
                        <a:avLst/>
                      </a:prstGeom>
                      <a:noFill/>
                      <a:ln w="38100"/>
                    </p:spPr>
                  </p:pic>
                </p:oleObj>
              </mc:Fallback>
            </mc:AlternateContent>
          </a:graphicData>
        </a:graphic>
      </p:graphicFrame>
      <p:sp>
        <p:nvSpPr>
          <p:cNvPr id="6148" name="矩形 614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主存管理概述</a:t>
            </a:r>
            <a:endParaRPr lang="zh-CN" altLang="en-US" sz="2400" strike="noStrike" noProof="1">
              <a:ea typeface="宋体" panose="02010600030101010101" pitchFamily="2" charset="-122"/>
            </a:endParaRPr>
          </a:p>
        </p:txBody>
      </p:sp>
      <p:sp>
        <p:nvSpPr>
          <p:cNvPr id="24580" name="内容占位符 24579"/>
          <p:cNvSpPr>
            <a:spLocks noGrp="1"/>
          </p:cNvSpPr>
          <p:nvPr/>
        </p:nvSpPr>
        <p:spPr>
          <a:xfrm>
            <a:off x="381635" y="755015"/>
            <a:ext cx="8392160" cy="5127625"/>
          </a:xfrm>
          <a:prstGeom prst="rect">
            <a:avLst/>
          </a:prstGeom>
          <a:noFill/>
          <a:ln w="9525">
            <a:noFill/>
            <a:miter/>
          </a:ln>
        </p:spPr>
        <p:txBody>
          <a:bodyPr anchor="t"/>
          <a:p>
            <a:pPr lvl="0">
              <a:spcBef>
                <a:spcPct val="20000"/>
              </a:spcBef>
              <a:buClr>
                <a:schemeClr val="bg2"/>
              </a:buClr>
              <a:buFont typeface="Wingdings" panose="05000000000000000000" pitchFamily="2" charset="2"/>
            </a:pPr>
            <a:r>
              <a:rPr lang="zh-CN" altLang="en-US" sz="2800">
                <a:solidFill>
                  <a:schemeClr val="tx1"/>
                </a:solidFill>
                <a:latin typeface="Arial" panose="02080604020202020204" pitchFamily="34" charset="0"/>
                <a:ea typeface="方正书宋_GBK" panose="02000000000000000000" charset="-122"/>
              </a:rPr>
              <a:t>推荐看看“每个程序员都应该了解的内存知识”（英文，在http://www.oschina.net有部分翻译）</a:t>
            </a:r>
            <a:endParaRPr lang="zh-CN" altLang="en-US" sz="2800">
              <a:solidFill>
                <a:schemeClr val="tx1"/>
              </a:solidFill>
              <a:latin typeface="Arial" panose="02080604020202020204" pitchFamily="34" charset="0"/>
              <a:ea typeface="方正书宋_GBK" panose="02000000000000000000" charset="-122"/>
            </a:endParaRPr>
          </a:p>
          <a:p>
            <a:pPr marL="342900" lvl="0" indent="-342900">
              <a:spcBef>
                <a:spcPct val="20000"/>
              </a:spcBef>
              <a:buClr>
                <a:schemeClr val="bg2"/>
              </a:buClr>
              <a:buFont typeface="Arial" panose="02080604020202020204" pitchFamily="34" charset="0"/>
              <a:buChar char="•"/>
            </a:pPr>
            <a:r>
              <a:rPr lang="zh-CN" altLang="en-US" sz="2400">
                <a:solidFill>
                  <a:schemeClr val="tx1"/>
                </a:solidFill>
                <a:latin typeface="Arial" panose="02080604020202020204" pitchFamily="34" charset="0"/>
                <a:ea typeface="方正书宋_GBK" panose="02000000000000000000" charset="-122"/>
              </a:rPr>
              <a:t>第1节: RAM</a:t>
            </a:r>
            <a:endParaRPr lang="zh-CN" altLang="en-US" sz="2400">
              <a:solidFill>
                <a:schemeClr val="tx1"/>
              </a:solidFill>
              <a:latin typeface="Arial" panose="02080604020202020204" pitchFamily="34" charset="0"/>
              <a:ea typeface="方正书宋_GBK" panose="02000000000000000000" charset="-122"/>
            </a:endParaRPr>
          </a:p>
          <a:p>
            <a:pPr marL="342900" lvl="0" indent="-342900">
              <a:spcBef>
                <a:spcPct val="20000"/>
              </a:spcBef>
              <a:buClr>
                <a:schemeClr val="bg2"/>
              </a:buClr>
              <a:buFont typeface="Arial" panose="02080604020202020204" pitchFamily="34" charset="0"/>
              <a:buChar char="•"/>
            </a:pPr>
            <a:r>
              <a:rPr lang="zh-CN" altLang="en-US" sz="2400">
                <a:solidFill>
                  <a:schemeClr val="tx1"/>
                </a:solidFill>
                <a:latin typeface="Arial" panose="02080604020202020204" pitchFamily="34" charset="0"/>
                <a:ea typeface="方正书宋_GBK" panose="02000000000000000000" charset="-122"/>
              </a:rPr>
              <a:t>第2节: CPU的高速缓存 </a:t>
            </a:r>
            <a:endParaRPr lang="zh-CN" altLang="en-US" sz="2400">
              <a:solidFill>
                <a:schemeClr val="tx1"/>
              </a:solidFill>
              <a:latin typeface="Arial" panose="02080604020202020204" pitchFamily="34" charset="0"/>
              <a:ea typeface="方正书宋_GBK" panose="02000000000000000000" charset="-122"/>
            </a:endParaRPr>
          </a:p>
          <a:p>
            <a:pPr marL="342900" lvl="0" indent="-342900">
              <a:spcBef>
                <a:spcPct val="20000"/>
              </a:spcBef>
              <a:buClr>
                <a:schemeClr val="bg2"/>
              </a:buClr>
              <a:buFont typeface="Arial" panose="02080604020202020204" pitchFamily="34" charset="0"/>
              <a:buChar char="•"/>
            </a:pPr>
            <a:r>
              <a:rPr lang="zh-CN" altLang="en-US" sz="2400">
                <a:solidFill>
                  <a:schemeClr val="tx1"/>
                </a:solidFill>
                <a:latin typeface="Arial" panose="02080604020202020204" pitchFamily="34" charset="0"/>
                <a:ea typeface="方正书宋_GBK" panose="02000000000000000000" charset="-122"/>
              </a:rPr>
              <a:t>第3节: 虚拟内存 </a:t>
            </a:r>
            <a:endParaRPr lang="zh-CN" altLang="en-US" sz="2400">
              <a:solidFill>
                <a:schemeClr val="tx1"/>
              </a:solidFill>
              <a:latin typeface="Arial" panose="02080604020202020204" pitchFamily="34" charset="0"/>
              <a:ea typeface="方正书宋_GBK" panose="02000000000000000000" charset="-122"/>
            </a:endParaRPr>
          </a:p>
          <a:p>
            <a:pPr marL="342900" lvl="0" indent="-342900">
              <a:spcBef>
                <a:spcPct val="20000"/>
              </a:spcBef>
              <a:buClr>
                <a:schemeClr val="bg2"/>
              </a:buClr>
              <a:buFont typeface="Arial" panose="02080604020202020204" pitchFamily="34" charset="0"/>
              <a:buChar char="•"/>
            </a:pPr>
            <a:r>
              <a:rPr lang="zh-CN" altLang="en-US" sz="2400">
                <a:solidFill>
                  <a:schemeClr val="tx1"/>
                </a:solidFill>
                <a:latin typeface="Arial" panose="02080604020202020204" pitchFamily="34" charset="0"/>
                <a:ea typeface="方正书宋_GBK" panose="02000000000000000000" charset="-122"/>
              </a:rPr>
              <a:t>第4节: NUMA系统 （非统一内存访问架构）</a:t>
            </a:r>
            <a:endParaRPr lang="zh-CN" altLang="en-US" sz="2400">
              <a:solidFill>
                <a:schemeClr val="tx1"/>
              </a:solidFill>
              <a:latin typeface="Arial" panose="02080604020202020204" pitchFamily="34" charset="0"/>
              <a:ea typeface="方正书宋_GBK" panose="02000000000000000000" charset="-122"/>
            </a:endParaRPr>
          </a:p>
          <a:p>
            <a:pPr marL="342900" lvl="0" indent="-342900">
              <a:spcBef>
                <a:spcPct val="20000"/>
              </a:spcBef>
              <a:buClr>
                <a:schemeClr val="bg2"/>
              </a:buClr>
              <a:buFont typeface="Arial" panose="02080604020202020204" pitchFamily="34" charset="0"/>
              <a:buChar char="•"/>
            </a:pPr>
            <a:r>
              <a:rPr lang="zh-CN" altLang="en-US" sz="2400">
                <a:solidFill>
                  <a:schemeClr val="tx1"/>
                </a:solidFill>
                <a:latin typeface="Arial" panose="02080604020202020204" pitchFamily="34" charset="0"/>
                <a:ea typeface="方正书宋_GBK" panose="02000000000000000000" charset="-122"/>
              </a:rPr>
              <a:t>第5节: 程序员可以做什么 - 高速缓存的优化 </a:t>
            </a:r>
            <a:endParaRPr lang="zh-CN" altLang="en-US" sz="2400">
              <a:solidFill>
                <a:schemeClr val="tx1"/>
              </a:solidFill>
              <a:latin typeface="Arial" panose="02080604020202020204" pitchFamily="34" charset="0"/>
              <a:ea typeface="方正书宋_GBK" panose="02000000000000000000" charset="-122"/>
            </a:endParaRPr>
          </a:p>
          <a:p>
            <a:pPr marL="342900" lvl="0" indent="-342900">
              <a:spcBef>
                <a:spcPct val="20000"/>
              </a:spcBef>
              <a:buClr>
                <a:schemeClr val="bg2"/>
              </a:buClr>
              <a:buFont typeface="Arial" panose="02080604020202020204" pitchFamily="34" charset="0"/>
              <a:buChar char="•"/>
            </a:pPr>
            <a:r>
              <a:rPr lang="zh-CN" altLang="en-US" sz="2400">
                <a:solidFill>
                  <a:schemeClr val="tx1"/>
                </a:solidFill>
                <a:latin typeface="Arial" panose="02080604020202020204" pitchFamily="34" charset="0"/>
                <a:ea typeface="方正书宋_GBK" panose="02000000000000000000" charset="-122"/>
              </a:rPr>
              <a:t>第6节: 程序员可以做什么 - 多线程的优化 </a:t>
            </a:r>
            <a:endParaRPr lang="zh-CN" altLang="en-US" sz="2400">
              <a:solidFill>
                <a:schemeClr val="tx1"/>
              </a:solidFill>
              <a:latin typeface="Arial" panose="02080604020202020204" pitchFamily="34" charset="0"/>
              <a:ea typeface="方正书宋_GBK" panose="02000000000000000000" charset="-122"/>
            </a:endParaRPr>
          </a:p>
          <a:p>
            <a:pPr marL="342900" lvl="0" indent="-342900">
              <a:spcBef>
                <a:spcPct val="20000"/>
              </a:spcBef>
              <a:buClr>
                <a:schemeClr val="bg2"/>
              </a:buClr>
              <a:buFont typeface="Arial" panose="02080604020202020204" pitchFamily="34" charset="0"/>
              <a:buChar char="•"/>
            </a:pPr>
            <a:r>
              <a:rPr lang="zh-CN" altLang="en-US" sz="2400">
                <a:solidFill>
                  <a:schemeClr val="tx1"/>
                </a:solidFill>
                <a:latin typeface="Arial" panose="02080604020202020204" pitchFamily="34" charset="0"/>
                <a:ea typeface="方正书宋_GBK" panose="02000000000000000000" charset="-122"/>
              </a:rPr>
              <a:t>第7节: 内存性能工具 </a:t>
            </a:r>
            <a:endParaRPr lang="zh-CN" altLang="en-US" sz="2400">
              <a:solidFill>
                <a:schemeClr val="tx1"/>
              </a:solidFill>
              <a:latin typeface="Arial" panose="02080604020202020204" pitchFamily="34" charset="0"/>
              <a:ea typeface="方正书宋_GBK" panose="02000000000000000000" charset="-122"/>
            </a:endParaRPr>
          </a:p>
          <a:p>
            <a:pPr marL="342900" lvl="0" indent="-342900">
              <a:spcBef>
                <a:spcPct val="20000"/>
              </a:spcBef>
              <a:buClr>
                <a:schemeClr val="bg2"/>
              </a:buClr>
              <a:buFont typeface="Arial" panose="02080604020202020204" pitchFamily="34" charset="0"/>
              <a:buChar char="•"/>
            </a:pPr>
            <a:r>
              <a:rPr lang="zh-CN" altLang="en-US" sz="2400">
                <a:solidFill>
                  <a:schemeClr val="tx1"/>
                </a:solidFill>
                <a:latin typeface="Arial" panose="02080604020202020204" pitchFamily="34" charset="0"/>
                <a:ea typeface="方正书宋_GBK" panose="02000000000000000000" charset="-122"/>
              </a:rPr>
              <a:t>第8节: 未来的技术 </a:t>
            </a:r>
            <a:endParaRPr lang="zh-CN" altLang="en-US" sz="2400">
              <a:solidFill>
                <a:schemeClr val="tx1"/>
              </a:solidFill>
              <a:latin typeface="Arial" panose="02080604020202020204" pitchFamily="34" charset="0"/>
              <a:ea typeface="方正书宋_GBK" panose="02000000000000000000" charset="-122"/>
            </a:endParaRPr>
          </a:p>
          <a:p>
            <a:pPr marL="342900" lvl="0" indent="-342900">
              <a:spcBef>
                <a:spcPct val="20000"/>
              </a:spcBef>
              <a:buClr>
                <a:schemeClr val="bg2"/>
              </a:buClr>
              <a:buFont typeface="Arial" panose="02080604020202020204" pitchFamily="34" charset="0"/>
              <a:buChar char="•"/>
            </a:pPr>
            <a:r>
              <a:rPr lang="zh-CN" altLang="en-US" sz="2400">
                <a:solidFill>
                  <a:schemeClr val="tx1"/>
                </a:solidFill>
                <a:latin typeface="Arial" panose="02080604020202020204" pitchFamily="34" charset="0"/>
                <a:ea typeface="方正书宋_GBK" panose="02000000000000000000" charset="-122"/>
              </a:rPr>
              <a:t>第9节: 附录与参考书目</a:t>
            </a:r>
            <a:endParaRPr lang="zh-CN" altLang="en-US" sz="2400">
              <a:solidFill>
                <a:schemeClr val="tx1"/>
              </a:solidFill>
              <a:latin typeface="Arial" panose="02080604020202020204" pitchFamily="3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24580"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2529" name="内容占位符 6146"/>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8" name="" r:id="rId1" imgW="838200" imgH="647700" progId="Paint.Picture">
                  <p:embed/>
                </p:oleObj>
              </mc:Choice>
              <mc:Fallback>
                <p:oleObj name="" r:id="rId1" imgW="838200" imgH="647700" progId="Paint.Picture">
                  <p:embed/>
                  <p:pic>
                    <p:nvPicPr>
                      <p:cNvPr id="0" name="图片 3077"/>
                      <p:cNvPicPr/>
                      <p:nvPr/>
                    </p:nvPicPr>
                    <p:blipFill>
                      <a:blip r:embed="rId2"/>
                      <a:stretch>
                        <a:fillRect/>
                      </a:stretch>
                    </p:blipFill>
                    <p:spPr>
                      <a:xfrm>
                        <a:off x="0" y="0"/>
                        <a:ext cx="838200" cy="517525"/>
                      </a:xfrm>
                      <a:prstGeom prst="rect">
                        <a:avLst/>
                      </a:prstGeom>
                      <a:noFill/>
                      <a:ln w="38100"/>
                    </p:spPr>
                  </p:pic>
                </p:oleObj>
              </mc:Fallback>
            </mc:AlternateContent>
          </a:graphicData>
        </a:graphic>
      </p:graphicFrame>
      <p:sp>
        <p:nvSpPr>
          <p:cNvPr id="6148" name="矩形 614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主存管理概述</a:t>
            </a:r>
            <a:endParaRPr lang="zh-CN" altLang="en-US" sz="2400" strike="noStrike" noProof="1">
              <a:ea typeface="宋体" panose="02010600030101010101" pitchFamily="2" charset="-122"/>
            </a:endParaRPr>
          </a:p>
        </p:txBody>
      </p:sp>
      <p:sp>
        <p:nvSpPr>
          <p:cNvPr id="12291" name="内容占位符 12290"/>
          <p:cNvSpPr>
            <a:spLocks noGrp="1"/>
          </p:cNvSpPr>
          <p:nvPr/>
        </p:nvSpPr>
        <p:spPr>
          <a:xfrm>
            <a:off x="704850" y="1282700"/>
            <a:ext cx="7696200" cy="4479925"/>
          </a:xfrm>
          <a:prstGeom prst="rect">
            <a:avLst/>
          </a:prstGeom>
          <a:noFill/>
          <a:ln w="9525">
            <a:noFill/>
            <a:miter/>
          </a:ln>
        </p:spPr>
        <p:txBody>
          <a:bodyPr anchor="t"/>
          <a:p>
            <a:pPr marL="342900" lvl="0" indent="-342900">
              <a:lnSpc>
                <a:spcPct val="90000"/>
              </a:lnSpc>
              <a:spcBef>
                <a:spcPct val="50000"/>
              </a:spcBef>
              <a:buClr>
                <a:schemeClr val="bg2"/>
              </a:buClr>
              <a:buFont typeface="Monotype Sorts" pitchFamily="2" charset="2"/>
              <a:buNone/>
            </a:pPr>
            <a:r>
              <a:rPr lang="zh-CN" altLang="en-US" sz="2800" dirty="0">
                <a:solidFill>
                  <a:srgbClr val="000000"/>
                </a:solidFill>
                <a:latin typeface="Arial" panose="02080604020202020204" pitchFamily="34" charset="0"/>
                <a:ea typeface="方正书宋_GBK" panose="02000000000000000000" charset="-122"/>
              </a:rPr>
              <a:t>	    主存储器（内存）与中央处理器一样是计算机系统的重要资源（空间和时间）。任何程序的执行最终都要从内存中存取指令和数据。因为多个进程对内存的共享，所以操作系统需要研究内存的管理。主要内容包括：</a:t>
            </a:r>
            <a:endParaRPr lang="zh-CN" altLang="en-US" sz="2800" dirty="0">
              <a:solidFill>
                <a:srgbClr val="000000"/>
              </a:solidFill>
              <a:latin typeface="Arial" panose="02080604020202020204" pitchFamily="34" charset="0"/>
              <a:ea typeface="方正书宋_GBK" panose="02000000000000000000" charset="-122"/>
            </a:endParaRPr>
          </a:p>
          <a:p>
            <a:pPr marL="342900" lvl="0" indent="-342900">
              <a:lnSpc>
                <a:spcPct val="90000"/>
              </a:lnSpc>
              <a:spcBef>
                <a:spcPct val="50000"/>
              </a:spcBef>
              <a:buClr>
                <a:schemeClr val="bg2"/>
              </a:buClr>
              <a:buFont typeface="Monotype Sorts" pitchFamily="2" charset="2"/>
              <a:buNone/>
            </a:pPr>
            <a:r>
              <a:rPr lang="en-US" altLang="zh-CN" sz="2800" dirty="0">
                <a:solidFill>
                  <a:srgbClr val="000000"/>
                </a:solidFill>
                <a:ea typeface="方正书宋_GBK" panose="02000000000000000000" charset="-122"/>
                <a:sym typeface="+mn-ea"/>
              </a:rPr>
              <a:t>		1</a:t>
            </a:r>
            <a:r>
              <a:rPr lang="zh-CN" altLang="en-US" sz="2800" dirty="0">
                <a:solidFill>
                  <a:srgbClr val="000000"/>
                </a:solidFill>
                <a:ea typeface="方正书宋_GBK" panose="02000000000000000000" charset="-122"/>
                <a:sym typeface="+mn-ea"/>
              </a:rPr>
              <a:t>、内存地址映射</a:t>
            </a:r>
            <a:r>
              <a:rPr lang="zh-CN" altLang="en-US" sz="2800" dirty="0">
                <a:solidFill>
                  <a:srgbClr val="000000"/>
                </a:solidFill>
                <a:latin typeface="Arial" panose="02080604020202020204" pitchFamily="34" charset="0"/>
                <a:ea typeface="方正书宋_GBK" panose="02000000000000000000" charset="-122"/>
              </a:rPr>
              <a:t>	</a:t>
            </a:r>
            <a:endParaRPr lang="zh-CN" altLang="en-US" sz="2800" dirty="0">
              <a:solidFill>
                <a:srgbClr val="000000"/>
              </a:solidFill>
              <a:latin typeface="Arial" panose="02080604020202020204" pitchFamily="34" charset="0"/>
              <a:ea typeface="方正书宋_GBK" panose="02000000000000000000" charset="-122"/>
            </a:endParaRPr>
          </a:p>
          <a:p>
            <a:pPr marL="342900" lvl="0" indent="-342900">
              <a:lnSpc>
                <a:spcPct val="90000"/>
              </a:lnSpc>
              <a:spcBef>
                <a:spcPct val="50000"/>
              </a:spcBef>
              <a:buClr>
                <a:schemeClr val="bg2"/>
              </a:buClr>
              <a:buFont typeface="Monotype Sorts" pitchFamily="2" charset="2"/>
              <a:buNone/>
            </a:pPr>
            <a:r>
              <a:rPr lang="en-US" altLang="zh-CN" sz="2800" dirty="0">
                <a:solidFill>
                  <a:srgbClr val="000000"/>
                </a:solidFill>
                <a:latin typeface="Arial" panose="02080604020202020204" pitchFamily="34" charset="0"/>
                <a:ea typeface="方正书宋_GBK" panose="02000000000000000000" charset="-122"/>
              </a:rPr>
              <a:t>		2</a:t>
            </a:r>
            <a:r>
              <a:rPr lang="zh-CN" altLang="en-US" sz="2800" dirty="0">
                <a:solidFill>
                  <a:srgbClr val="000000"/>
                </a:solidFill>
                <a:latin typeface="Arial" panose="02080604020202020204" pitchFamily="34" charset="0"/>
                <a:ea typeface="方正书宋_GBK" panose="02000000000000000000" charset="-122"/>
              </a:rPr>
              <a:t>、内存的分配</a:t>
            </a:r>
            <a:endParaRPr lang="zh-CN" altLang="en-US" sz="2800" dirty="0">
              <a:solidFill>
                <a:srgbClr val="000000"/>
              </a:solidFill>
              <a:latin typeface="Arial" panose="02080604020202020204" pitchFamily="34" charset="0"/>
              <a:ea typeface="方正书宋_GBK" panose="02000000000000000000" charset="-122"/>
            </a:endParaRPr>
          </a:p>
          <a:p>
            <a:pPr marL="342900" lvl="0" indent="-342900">
              <a:lnSpc>
                <a:spcPct val="90000"/>
              </a:lnSpc>
              <a:spcBef>
                <a:spcPct val="50000"/>
              </a:spcBef>
              <a:buClr>
                <a:schemeClr val="bg2"/>
              </a:buClr>
              <a:buFont typeface="Monotype Sorts" pitchFamily="2" charset="2"/>
              <a:buNone/>
            </a:pPr>
            <a:r>
              <a:rPr lang="en-US" altLang="zh-CN" sz="2800" dirty="0">
                <a:solidFill>
                  <a:srgbClr val="000000"/>
                </a:solidFill>
                <a:latin typeface="Arial" panose="02080604020202020204" pitchFamily="34" charset="0"/>
                <a:ea typeface="方正书宋_GBK" panose="02000000000000000000" charset="-122"/>
              </a:rPr>
              <a:t>		3</a:t>
            </a:r>
            <a:r>
              <a:rPr lang="zh-CN" altLang="en-US" sz="2800" dirty="0">
                <a:solidFill>
                  <a:srgbClr val="000000"/>
                </a:solidFill>
                <a:latin typeface="Arial" panose="02080604020202020204" pitchFamily="34" charset="0"/>
                <a:ea typeface="方正书宋_GBK" panose="02000000000000000000" charset="-122"/>
              </a:rPr>
              <a:t>、内存的保护</a:t>
            </a:r>
            <a:endParaRPr lang="zh-CN" altLang="en-US" sz="2800" dirty="0">
              <a:solidFill>
                <a:srgbClr val="000000"/>
              </a:solidFill>
              <a:latin typeface="Arial" panose="02080604020202020204" pitchFamily="34" charset="0"/>
              <a:ea typeface="方正书宋_GBK" panose="02000000000000000000" charset="-122"/>
            </a:endParaRPr>
          </a:p>
          <a:p>
            <a:pPr marL="342900" lvl="0" indent="-342900">
              <a:lnSpc>
                <a:spcPct val="90000"/>
              </a:lnSpc>
              <a:spcBef>
                <a:spcPct val="50000"/>
              </a:spcBef>
              <a:buClr>
                <a:schemeClr val="bg2"/>
              </a:buClr>
              <a:buFont typeface="Monotype Sorts" pitchFamily="2" charset="2"/>
              <a:buNone/>
            </a:pPr>
            <a:r>
              <a:rPr lang="en-US" altLang="zh-CN" sz="2800" dirty="0">
                <a:solidFill>
                  <a:srgbClr val="000000"/>
                </a:solidFill>
                <a:latin typeface="Arial" panose="02080604020202020204" pitchFamily="34" charset="0"/>
                <a:ea typeface="方正书宋_GBK" panose="02000000000000000000" charset="-122"/>
              </a:rPr>
              <a:t>		4</a:t>
            </a:r>
            <a:r>
              <a:rPr lang="zh-CN" altLang="en-US" sz="2800" dirty="0">
                <a:solidFill>
                  <a:srgbClr val="000000"/>
                </a:solidFill>
                <a:latin typeface="Arial" panose="02080604020202020204" pitchFamily="34" charset="0"/>
                <a:ea typeface="方正书宋_GBK" panose="02000000000000000000" charset="-122"/>
              </a:rPr>
              <a:t>、内存的扩充</a:t>
            </a:r>
            <a:endParaRPr lang="zh-CN" altLang="en-US" sz="2800" dirty="0">
              <a:solidFill>
                <a:srgbClr val="000000"/>
              </a:solidFill>
              <a:latin typeface="Arial" panose="02080604020202020204" pitchFamily="34" charset="0"/>
              <a:ea typeface="方正书宋_GBK" panose="02000000000000000000" charset="-122"/>
            </a:endParaRPr>
          </a:p>
          <a:p>
            <a:pPr marL="342900" lvl="0" indent="-342900">
              <a:lnSpc>
                <a:spcPct val="90000"/>
              </a:lnSpc>
              <a:spcBef>
                <a:spcPct val="50000"/>
              </a:spcBef>
              <a:buClr>
                <a:schemeClr val="bg2"/>
              </a:buClr>
              <a:buFont typeface="Monotype Sorts" pitchFamily="2" charset="2"/>
              <a:buNone/>
            </a:pPr>
            <a:r>
              <a:rPr lang="zh-CN" altLang="en-US" sz="2800" dirty="0">
                <a:solidFill>
                  <a:srgbClr val="000000"/>
                </a:solidFill>
                <a:latin typeface="Arial" panose="02080604020202020204" pitchFamily="34" charset="0"/>
                <a:ea typeface="方正书宋_GBK" panose="02000000000000000000" charset="-122"/>
              </a:rPr>
              <a:t>	</a:t>
            </a:r>
            <a:endParaRPr lang="zh-CN" altLang="en-US" sz="2800" dirty="0">
              <a:solidFill>
                <a:srgbClr val="000000"/>
              </a:solidFill>
              <a:latin typeface="Arial" panose="02080604020202020204" pitchFamily="3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2291" grpId="0" bldLvl="2"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文本框 1536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5</a:t>
            </a:r>
            <a:endParaRPr lang="en-US" altLang="zh-CN" b="0">
              <a:solidFill>
                <a:schemeClr val="tx2"/>
              </a:solidFill>
              <a:latin typeface="Times New Roman" panose="02020603050405020304" charset="0"/>
              <a:ea typeface="宋体" panose="02010600030101010101" pitchFamily="2" charset="-122"/>
            </a:endParaRPr>
          </a:p>
        </p:txBody>
      </p:sp>
      <p:sp>
        <p:nvSpPr>
          <p:cNvPr id="15363" name="矩形 15362"/>
          <p:cNvSpPr/>
          <p:nvPr/>
        </p:nvSpPr>
        <p:spPr>
          <a:xfrm>
            <a:off x="171450" y="587375"/>
            <a:ext cx="8796338" cy="516001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1.  </a:t>
            </a:r>
            <a:r>
              <a:rPr lang="zh-CN" altLang="en-US" b="1" strike="noStrike" noProof="1">
                <a:solidFill>
                  <a:srgbClr val="990000"/>
                </a:solidFill>
                <a:latin typeface="Times New Roman" panose="02020603050405020304" charset="0"/>
                <a:ea typeface="宋体" panose="02010600030101010101" pitchFamily="2" charset="-122"/>
                <a:cs typeface="+mn-ea"/>
              </a:rPr>
              <a:t>几个概念</a:t>
            </a:r>
            <a:endParaRPr lang="zh-CN" altLang="en-US" b="1" strike="noStrike" noProof="1">
              <a:solidFill>
                <a:srgbClr val="990000"/>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物理地址 </a:t>
            </a:r>
            <a:r>
              <a:rPr lang="en-US" altLang="zh-CN" sz="2800" b="1" strike="noStrike" noProof="1">
                <a:solidFill>
                  <a:srgbClr val="A50021"/>
                </a:solidFill>
                <a:latin typeface="Times New Roman" panose="02020603050405020304" charset="0"/>
                <a:ea typeface="宋体" panose="02010600030101010101" pitchFamily="2" charset="-122"/>
                <a:cs typeface="+mn-ea"/>
              </a:rPr>
              <a:t>(</a:t>
            </a:r>
            <a:r>
              <a:rPr lang="zh-CN" altLang="en-US" sz="2800" b="1" strike="noStrike" noProof="1">
                <a:solidFill>
                  <a:srgbClr val="A50021"/>
                </a:solidFill>
                <a:latin typeface="Times New Roman" panose="02020603050405020304" charset="0"/>
                <a:ea typeface="宋体" panose="02010600030101010101" pitchFamily="2" charset="-122"/>
                <a:cs typeface="+mn-ea"/>
              </a:rPr>
              <a:t>实地址</a:t>
            </a:r>
            <a:r>
              <a:rPr lang="en-US" altLang="zh-CN" sz="2800" b="1" strike="noStrike" noProof="1">
                <a:solidFill>
                  <a:srgbClr val="A50021"/>
                </a:solidFill>
                <a:latin typeface="Times New Roman" panose="02020603050405020304" charset="0"/>
                <a:ea typeface="宋体" panose="02010600030101010101" pitchFamily="2" charset="-122"/>
                <a:cs typeface="+mn-ea"/>
              </a:rPr>
              <a:t>) </a:t>
            </a:r>
            <a:endParaRPr lang="en-US" altLang="zh-CN"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en-US" altLang="zh-CN" sz="2400" strike="noStrike" noProof="1">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物理地址是计算机主存单元的真实地址，又称为实地址。</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(2) </a:t>
            </a:r>
            <a:r>
              <a:rPr lang="zh-CN" altLang="en-US" sz="2800" b="1" strike="noStrike" noProof="1">
                <a:solidFill>
                  <a:srgbClr val="A50021"/>
                </a:solidFill>
                <a:latin typeface="Times New Roman" panose="02020603050405020304" charset="0"/>
                <a:ea typeface="宋体" panose="02010600030101010101" pitchFamily="2" charset="-122"/>
                <a:cs typeface="+mn-ea"/>
              </a:rPr>
              <a:t>主存空间 </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物理地址的集合所对应的空间组成了主存空间。</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(3) </a:t>
            </a:r>
            <a:r>
              <a:rPr lang="zh-CN" altLang="en-US" sz="2800" b="1" strike="noStrike" noProof="1">
                <a:solidFill>
                  <a:srgbClr val="A50021"/>
                </a:solidFill>
                <a:latin typeface="Times New Roman" panose="02020603050405020304" charset="0"/>
                <a:ea typeface="宋体" panose="02010600030101010101" pitchFamily="2" charset="-122"/>
                <a:cs typeface="+mn-ea"/>
              </a:rPr>
              <a:t>逻辑地址</a:t>
            </a:r>
            <a:endParaRPr lang="en-US" altLang="zh-CN"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en-US" altLang="zh-CN" sz="24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用户的程序地址 </a:t>
            </a:r>
            <a:r>
              <a:rPr lang="en-US" altLang="zh-CN" sz="2400" strike="noStrike" noProof="1">
                <a:solidFill>
                  <a:schemeClr val="tx1"/>
                </a:solidFill>
                <a:latin typeface="Times New Roman" panose="02020603050405020304" charset="0"/>
                <a:ea typeface="宋体" panose="02010600030101010101" pitchFamily="2" charset="-122"/>
                <a:cs typeface="+mn-ea"/>
              </a:rPr>
              <a:t>(</a:t>
            </a:r>
            <a:r>
              <a:rPr lang="zh-CN" altLang="en-US" sz="2400" strike="noStrike" noProof="1">
                <a:solidFill>
                  <a:schemeClr val="tx1"/>
                </a:solidFill>
                <a:latin typeface="Times New Roman" panose="02020603050405020304" charset="0"/>
                <a:ea typeface="宋体" panose="02010600030101010101" pitchFamily="2" charset="-122"/>
                <a:cs typeface="+mn-ea"/>
              </a:rPr>
              <a:t>指令地址或操作数地址</a:t>
            </a:r>
            <a:r>
              <a:rPr lang="en-US" altLang="zh-CN" sz="2400" strike="noStrike" noProof="1">
                <a:solidFill>
                  <a:schemeClr val="tx1"/>
                </a:solidFill>
                <a:latin typeface="Times New Roman" panose="02020603050405020304" charset="0"/>
                <a:ea typeface="宋体" panose="02010600030101010101" pitchFamily="2" charset="-122"/>
                <a:cs typeface="+mn-ea"/>
              </a:rPr>
              <a:t>)</a:t>
            </a:r>
            <a:r>
              <a:rPr lang="zh-CN" altLang="en-US" sz="2400" strike="noStrike" noProof="1">
                <a:solidFill>
                  <a:schemeClr val="tx1"/>
                </a:solidFill>
                <a:latin typeface="Times New Roman" panose="02020603050405020304" charset="0"/>
                <a:ea typeface="宋体" panose="02010600030101010101" pitchFamily="2" charset="-122"/>
                <a:cs typeface="+mn-ea"/>
              </a:rPr>
              <a:t>均为逻辑地址。</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(4) </a:t>
            </a:r>
            <a:r>
              <a:rPr lang="zh-CN" altLang="en-US" sz="2800" b="1" strike="noStrike" noProof="1">
                <a:solidFill>
                  <a:srgbClr val="A50021"/>
                </a:solidFill>
                <a:latin typeface="Times New Roman" panose="02020603050405020304" charset="0"/>
                <a:ea typeface="宋体" panose="02010600030101010101" pitchFamily="2" charset="-122"/>
                <a:cs typeface="+mn-ea"/>
              </a:rPr>
              <a:t>程序地址空间 </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用户程序所有的逻辑地址集合对应的空间。</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15364" name="矩形 15363"/>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主存管理功能</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536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1" name="矩形 12290"/>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主存管理概述</a:t>
            </a:r>
            <a:endParaRPr lang="zh-CN" altLang="en-US" sz="2400" strike="noStrike" noProof="1">
              <a:ea typeface="宋体" panose="02010600030101010101" pitchFamily="2" charset="-122"/>
            </a:endParaRPr>
          </a:p>
        </p:txBody>
      </p:sp>
      <p:sp>
        <p:nvSpPr>
          <p:cNvPr id="12292" name="矩形 12291"/>
          <p:cNvSpPr/>
          <p:nvPr/>
        </p:nvSpPr>
        <p:spPr>
          <a:xfrm>
            <a:off x="171450" y="658813"/>
            <a:ext cx="5843588" cy="366903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b="1" strike="noStrike" noProof="1" dirty="0">
                <a:solidFill>
                  <a:srgbClr val="990000"/>
                </a:solidFill>
                <a:latin typeface="Times New Roman" panose="02020603050405020304" charset="0"/>
                <a:ea typeface="宋体" panose="02010600030101010101" pitchFamily="2" charset="-122"/>
                <a:cs typeface="+mn-ea"/>
              </a:rPr>
              <a:t>程序的</a:t>
            </a:r>
            <a:r>
              <a:rPr lang="x-none" altLang="zh-CN" b="1" strike="noStrike" noProof="1" dirty="0">
                <a:solidFill>
                  <a:srgbClr val="990000"/>
                </a:solidFill>
                <a:latin typeface="Times New Roman" panose="02020603050405020304" charset="0"/>
                <a:ea typeface="宋体" panose="02010600030101010101" pitchFamily="2" charset="-122"/>
                <a:cs typeface="+mn-ea"/>
              </a:rPr>
              <a:t>内存</a:t>
            </a:r>
            <a:r>
              <a:rPr lang="zh-CN" altLang="en-US" b="1" strike="noStrike" noProof="1" dirty="0">
                <a:solidFill>
                  <a:srgbClr val="990000"/>
                </a:solidFill>
                <a:latin typeface="Times New Roman" panose="02020603050405020304" charset="0"/>
                <a:ea typeface="宋体" panose="02010600030101010101" pitchFamily="2" charset="-122"/>
                <a:cs typeface="+mn-ea"/>
              </a:rPr>
              <a:t>组织</a:t>
            </a:r>
            <a:r>
              <a:rPr lang="x-none" altLang="zh-CN" b="1" strike="noStrike" noProof="1" dirty="0">
                <a:solidFill>
                  <a:srgbClr val="990000"/>
                </a:solidFill>
                <a:latin typeface="Times New Roman" panose="02020603050405020304" charset="0"/>
                <a:ea typeface="宋体" panose="02010600030101010101" pitchFamily="2" charset="-122"/>
                <a:cs typeface="+mn-ea"/>
              </a:rPr>
              <a:t>(逻辑地址空间)</a:t>
            </a:r>
            <a:endParaRPr lang="zh-CN" altLang="en-US" b="1" strike="noStrike" noProof="1" dirty="0">
              <a:solidFill>
                <a:srgbClr val="990000"/>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800" b="1" strike="noStrike" noProof="1" dirty="0">
                <a:solidFill>
                  <a:srgbClr val="A50021"/>
                </a:solidFill>
                <a:latin typeface="Times New Roman" panose="02020603050405020304" charset="0"/>
                <a:ea typeface="宋体" panose="02010600030101010101" pitchFamily="2" charset="-122"/>
                <a:cs typeface="+mn-ea"/>
              </a:rPr>
              <a:t>    (1) 一维地址结构</a:t>
            </a:r>
            <a:endParaRPr lang="zh-CN" altLang="en-US" sz="2800" b="1" strike="noStrike" noProof="1" dirty="0">
              <a:solidFill>
                <a:srgbClr val="A50021"/>
              </a:solidFill>
              <a:latin typeface="Times New Roman" panose="02020603050405020304" charset="0"/>
              <a:ea typeface="宋体" panose="02010600030101010101" pitchFamily="2" charset="-122"/>
            </a:endParaRPr>
          </a:p>
          <a:p>
            <a:pPr marL="914400" lvl="1" indent="-457200" fontAlgn="base">
              <a:lnSpc>
                <a:spcPct val="130000"/>
              </a:lnSpc>
            </a:pPr>
            <a:r>
              <a:rPr lang="zh-CN" altLang="en-US" sz="2400" strike="noStrike" noProof="1" dirty="0">
                <a:solidFill>
                  <a:schemeClr val="tx1"/>
                </a:solidFill>
                <a:effectLst/>
                <a:latin typeface="Times New Roman" panose="02020603050405020304" charset="0"/>
                <a:ea typeface="宋体" panose="02010600030101010101" pitchFamily="2" charset="-122"/>
                <a:cs typeface="+mn-cs"/>
                <a:sym typeface="+mn-ea"/>
              </a:rPr>
              <a:t>程序和数据经编译、连接后成一个连续的地址空间；</a:t>
            </a:r>
            <a:endParaRPr lang="zh-CN" altLang="en-US" sz="2400" strike="noStrike" noProof="1" dirty="0">
              <a:solidFill>
                <a:schemeClr val="tx1"/>
              </a:solidFill>
              <a:effectLst/>
              <a:latin typeface="Times New Roman" panose="02020603050405020304" charset="0"/>
              <a:ea typeface="宋体" panose="02010600030101010101" pitchFamily="2" charset="-122"/>
              <a:cs typeface="+mn-cs"/>
            </a:endParaRPr>
          </a:p>
          <a:p>
            <a:pPr marL="914400" lvl="1" indent="-457200" fontAlgn="base">
              <a:lnSpc>
                <a:spcPct val="130000"/>
              </a:lnSpc>
            </a:pPr>
            <a:r>
              <a:rPr lang="zh-CN" altLang="en-US" sz="2400" strike="noStrike" noProof="1" dirty="0">
                <a:solidFill>
                  <a:schemeClr val="tx1"/>
                </a:solidFill>
                <a:effectLst/>
                <a:latin typeface="Times New Roman" panose="02020603050405020304" charset="0"/>
                <a:ea typeface="宋体" panose="02010600030101010101" pitchFamily="2" charset="-122"/>
                <a:cs typeface="+mn-cs"/>
                <a:sym typeface="Symbol" panose="05050102010706020507" pitchFamily="18" charset="2"/>
              </a:rPr>
              <a:t>确定逻辑地址空间中的指令地址</a:t>
            </a:r>
            <a:endParaRPr lang="zh-CN" altLang="en-US" sz="2400" strike="noStrike" noProof="1" dirty="0">
              <a:solidFill>
                <a:schemeClr val="tx1"/>
              </a:solidFill>
              <a:effectLst/>
              <a:latin typeface="Times New Roman" panose="02020603050405020304" charset="0"/>
              <a:ea typeface="宋体" panose="02010600030101010101" pitchFamily="2" charset="-122"/>
              <a:sym typeface="Symbol" panose="05050102010706020507" pitchFamily="18" charset="2"/>
            </a:endParaRPr>
          </a:p>
          <a:p>
            <a:pPr marL="914400" lvl="1" indent="-457200" fontAlgn="base">
              <a:lnSpc>
                <a:spcPct val="130000"/>
              </a:lnSpc>
              <a:buNone/>
            </a:pPr>
            <a:r>
              <a:rPr lang="zh-CN" altLang="en-US" sz="2400" strike="noStrike" noProof="1" dirty="0">
                <a:solidFill>
                  <a:schemeClr val="tx1"/>
                </a:solidFill>
                <a:effectLst/>
                <a:latin typeface="Times New Roman" panose="02020603050405020304" charset="0"/>
                <a:ea typeface="宋体" panose="02010600030101010101" pitchFamily="2" charset="-122"/>
                <a:cs typeface="+mn-cs"/>
                <a:sym typeface="Symbol" panose="05050102010706020507" pitchFamily="18" charset="2"/>
              </a:rPr>
              <a:t>     或操作数地址只需要一个信息。</a:t>
            </a:r>
            <a:r>
              <a:rPr lang="zh-CN" altLang="en-US" sz="2400" strike="noStrike" noProof="1" dirty="0">
                <a:solidFill>
                  <a:schemeClr val="tx1"/>
                </a:solidFill>
                <a:latin typeface="Times New Roman" panose="02020603050405020304" charset="0"/>
                <a:ea typeface="宋体" panose="02010600030101010101" pitchFamily="2" charset="-122"/>
                <a:cs typeface="+mn-cs"/>
                <a:sym typeface="Symbol" panose="05050102010706020507" pitchFamily="18" charset="2"/>
              </a:rPr>
              <a:t> </a:t>
            </a:r>
            <a:endParaRPr lang="zh-CN" altLang="en-US" sz="2400" strike="noStrike" noProof="1" dirty="0">
              <a:solidFill>
                <a:schemeClr val="tx1"/>
              </a:solidFill>
              <a:latin typeface="Times New Roman" panose="02020603050405020304" charset="0"/>
              <a:ea typeface="宋体" panose="02010600030101010101" pitchFamily="2" charset="-122"/>
              <a:sym typeface="Symbol" panose="05050102010706020507" pitchFamily="18" charset="2"/>
            </a:endParaRPr>
          </a:p>
        </p:txBody>
      </p:sp>
      <p:sp>
        <p:nvSpPr>
          <p:cNvPr id="12293" name="文本框 12292"/>
          <p:cNvSpPr txBox="1"/>
          <p:nvPr/>
        </p:nvSpPr>
        <p:spPr>
          <a:xfrm>
            <a:off x="6921500" y="4583113"/>
            <a:ext cx="1476375" cy="654050"/>
          </a:xfrm>
          <a:prstGeom prst="rect">
            <a:avLst/>
          </a:prstGeom>
          <a:noFill/>
          <a:ln w="9525">
            <a:noFill/>
            <a:miter/>
          </a:ln>
        </p:spPr>
        <p:txBody>
          <a:bodyPr anchor="t">
            <a:spAutoFit/>
          </a:bodyPr>
          <a:p>
            <a:pPr lvl="0">
              <a:spcBef>
                <a:spcPct val="30000"/>
              </a:spcBef>
            </a:pPr>
            <a:r>
              <a:rPr lang="zh-CN" altLang="en-US" sz="1600" b="0">
                <a:solidFill>
                  <a:schemeClr val="tx1"/>
                </a:solidFill>
                <a:latin typeface="Times New Roman" panose="02020603050405020304" charset="0"/>
                <a:ea typeface="宋体" panose="02010600030101010101" pitchFamily="2" charset="-122"/>
              </a:rPr>
              <a:t>程序地址空间</a:t>
            </a:r>
            <a:endParaRPr lang="zh-CN" altLang="en-US" sz="1600" b="0">
              <a:solidFill>
                <a:schemeClr val="tx1"/>
              </a:solidFill>
              <a:latin typeface="Times New Roman" panose="02020603050405020304" charset="0"/>
              <a:ea typeface="宋体" panose="02010600030101010101" pitchFamily="2" charset="-122"/>
            </a:endParaRPr>
          </a:p>
          <a:p>
            <a:pPr lvl="0">
              <a:spcBef>
                <a:spcPct val="30000"/>
              </a:spcBef>
            </a:pPr>
            <a:r>
              <a:rPr lang="zh-CN" altLang="en-US" sz="1600" b="0">
                <a:solidFill>
                  <a:schemeClr val="tx1"/>
                </a:solidFill>
                <a:latin typeface="Times New Roman" panose="02020603050405020304" charset="0"/>
                <a:ea typeface="宋体" panose="02010600030101010101" pitchFamily="2" charset="-122"/>
              </a:rPr>
              <a:t>一维地址结构</a:t>
            </a:r>
            <a:endParaRPr lang="zh-CN" altLang="en-US" sz="1600" b="0">
              <a:solidFill>
                <a:schemeClr val="tx1"/>
              </a:solidFill>
              <a:latin typeface="Times New Roman" panose="02020603050405020304" charset="0"/>
              <a:ea typeface="宋体" panose="02010600030101010101" pitchFamily="2" charset="-122"/>
            </a:endParaRPr>
          </a:p>
        </p:txBody>
      </p:sp>
      <p:grpSp>
        <p:nvGrpSpPr>
          <p:cNvPr id="12294" name="组合 12293"/>
          <p:cNvGrpSpPr/>
          <p:nvPr/>
        </p:nvGrpSpPr>
        <p:grpSpPr>
          <a:xfrm>
            <a:off x="6184900" y="1408113"/>
            <a:ext cx="2205038" cy="3067050"/>
            <a:chOff x="0" y="89"/>
            <a:chExt cx="1389" cy="1932"/>
          </a:xfrm>
        </p:grpSpPr>
        <p:sp>
          <p:nvSpPr>
            <p:cNvPr id="12295" name="矩形 12294"/>
            <p:cNvSpPr/>
            <p:nvPr/>
          </p:nvSpPr>
          <p:spPr>
            <a:xfrm>
              <a:off x="337" y="89"/>
              <a:ext cx="1052" cy="192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spAutoFit/>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12296" name="矩形 12295"/>
            <p:cNvSpPr/>
            <p:nvPr/>
          </p:nvSpPr>
          <p:spPr>
            <a:xfrm>
              <a:off x="518" y="953"/>
              <a:ext cx="692" cy="219"/>
            </a:xfrm>
            <a:prstGeom prst="rect">
              <a:avLst/>
            </a:prstGeom>
            <a:noFill/>
            <a:ln w="9525">
              <a:noFill/>
              <a:miter/>
            </a:ln>
          </p:spPr>
          <p:txBody>
            <a:bodyPr wrap="none" anchor="ctr">
              <a:spAutoFit/>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24584" name="直接连接符 12296"/>
            <p:cNvSpPr/>
            <p:nvPr/>
          </p:nvSpPr>
          <p:spPr>
            <a:xfrm>
              <a:off x="346" y="303"/>
              <a:ext cx="1036"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24585" name="直接连接符 12297"/>
            <p:cNvSpPr/>
            <p:nvPr/>
          </p:nvSpPr>
          <p:spPr>
            <a:xfrm>
              <a:off x="346" y="548"/>
              <a:ext cx="1036"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24586" name="直接连接符 12298"/>
            <p:cNvSpPr/>
            <p:nvPr/>
          </p:nvSpPr>
          <p:spPr>
            <a:xfrm>
              <a:off x="346" y="793"/>
              <a:ext cx="1036"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24587" name="直接连接符 12299"/>
            <p:cNvSpPr/>
            <p:nvPr/>
          </p:nvSpPr>
          <p:spPr>
            <a:xfrm>
              <a:off x="346" y="1559"/>
              <a:ext cx="1036"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24588" name="直接连接符 12300"/>
            <p:cNvSpPr/>
            <p:nvPr/>
          </p:nvSpPr>
          <p:spPr>
            <a:xfrm>
              <a:off x="346" y="1795"/>
              <a:ext cx="1036"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24589" name="文本框 12301"/>
            <p:cNvSpPr txBox="1"/>
            <p:nvPr/>
          </p:nvSpPr>
          <p:spPr>
            <a:xfrm>
              <a:off x="129" y="90"/>
              <a:ext cx="217"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24590" name="文本框 12302"/>
            <p:cNvSpPr txBox="1"/>
            <p:nvPr/>
          </p:nvSpPr>
          <p:spPr>
            <a:xfrm>
              <a:off x="129" y="316"/>
              <a:ext cx="217"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24591" name="文本框 12303"/>
            <p:cNvSpPr txBox="1"/>
            <p:nvPr/>
          </p:nvSpPr>
          <p:spPr>
            <a:xfrm>
              <a:off x="0" y="1809"/>
              <a:ext cx="518"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n-1</a:t>
              </a:r>
              <a:endParaRPr lang="en-US" altLang="zh-CN" sz="1600">
                <a:solidFill>
                  <a:schemeClr val="tx1"/>
                </a:solidFill>
                <a:latin typeface="Times New Roman" panose="02020603050405020304" charset="0"/>
                <a:ea typeface="宋体" panose="02010600030101010101" pitchFamily="2" charset="-122"/>
              </a:endParaRPr>
            </a:p>
          </p:txBody>
        </p:sp>
        <p:sp>
          <p:nvSpPr>
            <p:cNvPr id="24592" name="文本框 12304"/>
            <p:cNvSpPr txBox="1"/>
            <p:nvPr/>
          </p:nvSpPr>
          <p:spPr>
            <a:xfrm>
              <a:off x="789" y="1002"/>
              <a:ext cx="280" cy="212"/>
            </a:xfrm>
            <a:prstGeom prst="rect">
              <a:avLst/>
            </a:prstGeom>
            <a:noFill/>
            <a:ln w="9525">
              <a:noFill/>
              <a:miter/>
            </a:ln>
          </p:spPr>
          <p:txBody>
            <a:bodyPr anchor="t">
              <a:spAutoFit/>
            </a:bodyPr>
            <a:p>
              <a:pPr lvl="0" algn="ctr">
                <a:spcBef>
                  <a:spcPct val="50000"/>
                </a:spcBef>
              </a:pPr>
              <a:r>
                <a:rPr lang="en-US" altLang="zh-CN" sz="1600">
                  <a:solidFill>
                    <a:schemeClr val="tx1"/>
                  </a:solidFill>
                  <a:latin typeface="Times New Roman" panose="02020603050405020304" charset="0"/>
                  <a:ea typeface="宋体" panose="02010600030101010101" pitchFamily="2" charset="-122"/>
                </a:rPr>
                <a:t>...</a:t>
              </a:r>
              <a:endPar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endParaRPr>
            </a:p>
          </p:txBody>
        </p:sp>
      </p:grpSp>
      <p:sp>
        <p:nvSpPr>
          <p:cNvPr id="2" name="文本框 1"/>
          <p:cNvSpPr txBox="1"/>
          <p:nvPr/>
        </p:nvSpPr>
        <p:spPr>
          <a:xfrm>
            <a:off x="1290955" y="5419725"/>
            <a:ext cx="5099050" cy="337185"/>
          </a:xfrm>
          <a:prstGeom prst="rect">
            <a:avLst/>
          </a:prstGeom>
          <a:noFill/>
        </p:spPr>
        <p:txBody>
          <a:bodyPr wrap="square" rtlCol="0" anchor="t">
            <a:spAutoFit/>
          </a:bodyPr>
          <a:p>
            <a:r>
              <a:rPr lang="zh-CN" altLang="en-US" sz="1600" dirty="0">
                <a:solidFill>
                  <a:schemeClr val="tx1"/>
                </a:solidFill>
                <a:effectLst/>
                <a:latin typeface="Times New Roman" panose="02020603050405020304" charset="0"/>
                <a:cs typeface="+mn-cs"/>
                <a:sym typeface="Symbol" panose="05050102010706020507" pitchFamily="18" charset="2"/>
              </a:rPr>
              <a:t>示例：</a:t>
            </a:r>
            <a:r>
              <a:rPr lang="en-US" altLang="zh-CN" sz="1600" dirty="0">
                <a:solidFill>
                  <a:schemeClr val="tx1"/>
                </a:solidFill>
                <a:effectLst/>
                <a:latin typeface="Times New Roman" panose="02020603050405020304" charset="0"/>
                <a:cs typeface="+mn-cs"/>
                <a:sym typeface="Symbol" panose="05050102010706020507" pitchFamily="18" charset="2"/>
              </a:rPr>
              <a:t>readelf -a hello &gt; hello.elf.txt</a:t>
            </a:r>
            <a:endParaRPr lang="en-US" altLang="zh-CN" sz="1600" dirty="0">
              <a:solidFill>
                <a:schemeClr val="tx1"/>
              </a:solidFill>
              <a:effectLst/>
              <a:latin typeface="Times New Roman" panose="02020603050405020304" charset="0"/>
              <a:cs typeface="+mn-cs"/>
              <a:sym typeface="Symbol" panose="05050102010706020507" pitchFamily="18" charset="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229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文本框 1331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4</a:t>
            </a:r>
            <a:endParaRPr lang="en-US" altLang="zh-CN" b="0">
              <a:solidFill>
                <a:schemeClr val="tx2"/>
              </a:solidFill>
              <a:latin typeface="Times New Roman" panose="02020603050405020304" charset="0"/>
              <a:ea typeface="宋体" panose="02010600030101010101" pitchFamily="2" charset="-122"/>
            </a:endParaRPr>
          </a:p>
        </p:txBody>
      </p:sp>
      <p:sp>
        <p:nvSpPr>
          <p:cNvPr id="13315" name="矩形 13314"/>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主存管理概述</a:t>
            </a:r>
            <a:endParaRPr lang="zh-CN" altLang="en-US" sz="2400" strike="noStrike" noProof="1">
              <a:ea typeface="宋体" panose="02010600030101010101" pitchFamily="2" charset="-122"/>
            </a:endParaRPr>
          </a:p>
        </p:txBody>
      </p:sp>
      <p:sp>
        <p:nvSpPr>
          <p:cNvPr id="13316" name="矩形 13315"/>
          <p:cNvSpPr/>
          <p:nvPr/>
        </p:nvSpPr>
        <p:spPr>
          <a:xfrm>
            <a:off x="500063" y="458788"/>
            <a:ext cx="8434388" cy="301371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(2) </a:t>
            </a:r>
            <a:r>
              <a:rPr lang="zh-CN" altLang="en-US" sz="2800" b="1" strike="noStrike" noProof="1">
                <a:solidFill>
                  <a:srgbClr val="A50021"/>
                </a:solidFill>
                <a:latin typeface="Times New Roman" panose="02020603050405020304" charset="0"/>
                <a:ea typeface="宋体" panose="02010600030101010101" pitchFamily="2" charset="-122"/>
                <a:cs typeface="+mn-ea"/>
              </a:rPr>
              <a:t>二维地址结构</a:t>
            </a:r>
            <a:endParaRPr lang="zh-CN" altLang="en-US" sz="2800" b="1" strike="noStrike" noProof="1">
              <a:solidFill>
                <a:srgbClr val="A50021"/>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pPr>
            <a:r>
              <a:rPr lang="zh-CN" altLang="en-US" sz="2400" strike="noStrike" noProof="1">
                <a:solidFill>
                  <a:schemeClr val="tx1"/>
                </a:solidFill>
                <a:effectLst/>
                <a:latin typeface="Times New Roman" panose="02020603050405020304" charset="0"/>
                <a:ea typeface="宋体" panose="02010600030101010101" pitchFamily="2" charset="-122"/>
                <a:cs typeface="+mn-cs"/>
              </a:rPr>
              <a:t>一个程序由若干个分段组成，每个分段是一个连续的地址区；</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20000"/>
              </a:lnSpc>
              <a:spcBef>
                <a:spcPct val="20000"/>
              </a:spcBef>
            </a:pPr>
            <a:r>
              <a:rPr lang="zh-CN" altLang="en-US" sz="2400" strike="noStrike" noProof="1">
                <a:solidFill>
                  <a:schemeClr val="tx1"/>
                </a:solidFill>
                <a:effectLst/>
                <a:latin typeface="Times New Roman" panose="02020603050405020304" charset="0"/>
                <a:ea typeface="宋体" panose="02010600030101010101" pitchFamily="2" charset="-122"/>
                <a:cs typeface="+mn-cs"/>
              </a:rPr>
              <a:t>确定逻辑地址空间中的指令地址或操作数地址需要两个信息，一是该信息所在的分段，另一个是该信息在段内的偏移量。</a:t>
            </a:r>
            <a:endParaRPr lang="zh-CN" altLang="en-US" sz="2400" strike="noStrike" noProof="1">
              <a:solidFill>
                <a:schemeClr val="tx1"/>
              </a:solidFill>
              <a:effectLst/>
              <a:latin typeface="Times New Roman" panose="02020603050405020304" charset="0"/>
              <a:ea typeface="宋体" panose="02010600030101010101" pitchFamily="2" charset="-122"/>
            </a:endParaRPr>
          </a:p>
        </p:txBody>
      </p:sp>
      <p:grpSp>
        <p:nvGrpSpPr>
          <p:cNvPr id="13317" name="组合 13316"/>
          <p:cNvGrpSpPr/>
          <p:nvPr/>
        </p:nvGrpSpPr>
        <p:grpSpPr>
          <a:xfrm>
            <a:off x="600075" y="3600450"/>
            <a:ext cx="8026400" cy="2601913"/>
            <a:chOff x="0" y="0"/>
            <a:chExt cx="4050" cy="1639"/>
          </a:xfrm>
        </p:grpSpPr>
        <p:sp>
          <p:nvSpPr>
            <p:cNvPr id="13318" name="矩形 13317"/>
            <p:cNvSpPr/>
            <p:nvPr/>
          </p:nvSpPr>
          <p:spPr>
            <a:xfrm>
              <a:off x="462" y="314"/>
              <a:ext cx="797" cy="1073"/>
            </a:xfrm>
            <a:prstGeom prst="rect">
              <a:avLst/>
            </a:prstGeom>
            <a:noFill/>
            <a:ln w="12700" cap="flat" cmpd="sng">
              <a:solidFill>
                <a:srgbClr val="000000"/>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25606" name="文本框 13318"/>
            <p:cNvSpPr txBox="1"/>
            <p:nvPr/>
          </p:nvSpPr>
          <p:spPr>
            <a:xfrm>
              <a:off x="222" y="49"/>
              <a:ext cx="773"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code_addr</a:t>
              </a:r>
              <a:endParaRPr lang="en-US" altLang="zh-CN" sz="1600">
                <a:solidFill>
                  <a:schemeClr val="tx1"/>
                </a:solidFill>
                <a:latin typeface="Times New Roman" panose="02020603050405020304" charset="0"/>
                <a:ea typeface="宋体" panose="02010600030101010101" pitchFamily="2" charset="-122"/>
              </a:endParaRPr>
            </a:p>
          </p:txBody>
        </p:sp>
        <p:sp>
          <p:nvSpPr>
            <p:cNvPr id="25607" name="文本框 13319"/>
            <p:cNvSpPr txBox="1"/>
            <p:nvPr/>
          </p:nvSpPr>
          <p:spPr>
            <a:xfrm>
              <a:off x="0" y="1223"/>
              <a:ext cx="524"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4KB-1</a:t>
              </a:r>
              <a:endParaRPr lang="en-US" altLang="zh-CN" sz="1600">
                <a:solidFill>
                  <a:schemeClr val="tx1"/>
                </a:solidFill>
                <a:latin typeface="Times New Roman" panose="02020603050405020304" charset="0"/>
                <a:ea typeface="宋体" panose="02010600030101010101" pitchFamily="2" charset="-122"/>
              </a:endParaRPr>
            </a:p>
          </p:txBody>
        </p:sp>
        <p:sp>
          <p:nvSpPr>
            <p:cNvPr id="25608" name="文本框 13320"/>
            <p:cNvSpPr txBox="1"/>
            <p:nvPr/>
          </p:nvSpPr>
          <p:spPr>
            <a:xfrm>
              <a:off x="306" y="226"/>
              <a:ext cx="160"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25609" name="文本框 13321"/>
            <p:cNvSpPr txBox="1"/>
            <p:nvPr/>
          </p:nvSpPr>
          <p:spPr>
            <a:xfrm>
              <a:off x="581" y="1427"/>
              <a:ext cx="638"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代码分段</a:t>
              </a:r>
              <a:endParaRPr lang="zh-CN" altLang="en-US" sz="1600">
                <a:solidFill>
                  <a:schemeClr val="tx1"/>
                </a:solidFill>
                <a:latin typeface="Times New Roman" panose="02020603050405020304" charset="0"/>
                <a:ea typeface="宋体" panose="02010600030101010101" pitchFamily="2" charset="-122"/>
              </a:endParaRPr>
            </a:p>
          </p:txBody>
        </p:sp>
        <p:sp>
          <p:nvSpPr>
            <p:cNvPr id="13323" name="矩形 13322"/>
            <p:cNvSpPr/>
            <p:nvPr/>
          </p:nvSpPr>
          <p:spPr>
            <a:xfrm>
              <a:off x="1817" y="274"/>
              <a:ext cx="798" cy="795"/>
            </a:xfrm>
            <a:prstGeom prst="rect">
              <a:avLst/>
            </a:prstGeom>
            <a:noFill/>
            <a:ln w="12700" cap="flat" cmpd="sng">
              <a:solidFill>
                <a:srgbClr val="000000"/>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25611" name="文本框 13323"/>
            <p:cNvSpPr txBox="1"/>
            <p:nvPr/>
          </p:nvSpPr>
          <p:spPr>
            <a:xfrm>
              <a:off x="1578" y="0"/>
              <a:ext cx="791"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data_addr</a:t>
              </a:r>
              <a:endParaRPr lang="en-US" altLang="zh-CN" sz="1600">
                <a:solidFill>
                  <a:schemeClr val="tx1"/>
                </a:solidFill>
                <a:latin typeface="Times New Roman" panose="02020603050405020304" charset="0"/>
                <a:ea typeface="宋体" panose="02010600030101010101" pitchFamily="2" charset="-122"/>
              </a:endParaRPr>
            </a:p>
          </p:txBody>
        </p:sp>
        <p:sp>
          <p:nvSpPr>
            <p:cNvPr id="25612" name="文本框 13324"/>
            <p:cNvSpPr txBox="1"/>
            <p:nvPr/>
          </p:nvSpPr>
          <p:spPr>
            <a:xfrm>
              <a:off x="1365" y="904"/>
              <a:ext cx="606"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3KB-1</a:t>
              </a:r>
              <a:endParaRPr lang="en-US" altLang="zh-CN" sz="1600">
                <a:solidFill>
                  <a:schemeClr val="tx1"/>
                </a:solidFill>
                <a:latin typeface="Times New Roman" panose="02020603050405020304" charset="0"/>
                <a:ea typeface="宋体" panose="02010600030101010101" pitchFamily="2" charset="-122"/>
              </a:endParaRPr>
            </a:p>
          </p:txBody>
        </p:sp>
        <p:sp>
          <p:nvSpPr>
            <p:cNvPr id="25613" name="文本框 13325"/>
            <p:cNvSpPr txBox="1"/>
            <p:nvPr/>
          </p:nvSpPr>
          <p:spPr>
            <a:xfrm>
              <a:off x="1671" y="195"/>
              <a:ext cx="159"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25614" name="文本框 13326"/>
            <p:cNvSpPr txBox="1"/>
            <p:nvPr/>
          </p:nvSpPr>
          <p:spPr>
            <a:xfrm>
              <a:off x="1937" y="1109"/>
              <a:ext cx="638"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数据分段</a:t>
              </a:r>
              <a:endParaRPr lang="zh-CN" altLang="en-US" sz="1600">
                <a:solidFill>
                  <a:schemeClr val="tx1"/>
                </a:solidFill>
                <a:latin typeface="Times New Roman" panose="02020603050405020304" charset="0"/>
                <a:ea typeface="宋体" panose="02010600030101010101" pitchFamily="2" charset="-122"/>
              </a:endParaRPr>
            </a:p>
          </p:txBody>
        </p:sp>
        <p:sp>
          <p:nvSpPr>
            <p:cNvPr id="13328" name="矩形 13327"/>
            <p:cNvSpPr/>
            <p:nvPr/>
          </p:nvSpPr>
          <p:spPr>
            <a:xfrm>
              <a:off x="3253" y="274"/>
              <a:ext cx="797" cy="438"/>
            </a:xfrm>
            <a:prstGeom prst="rect">
              <a:avLst/>
            </a:prstGeom>
            <a:noFill/>
            <a:ln w="12700" cap="flat" cmpd="sng">
              <a:solidFill>
                <a:srgbClr val="000000"/>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25616" name="文本框 13328"/>
            <p:cNvSpPr txBox="1"/>
            <p:nvPr/>
          </p:nvSpPr>
          <p:spPr>
            <a:xfrm>
              <a:off x="3013" y="0"/>
              <a:ext cx="758"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stack_addr</a:t>
              </a:r>
              <a:endParaRPr lang="en-US" altLang="zh-CN" sz="1600">
                <a:solidFill>
                  <a:schemeClr val="tx1"/>
                </a:solidFill>
                <a:latin typeface="Times New Roman" panose="02020603050405020304" charset="0"/>
                <a:ea typeface="宋体" panose="02010600030101010101" pitchFamily="2" charset="-122"/>
              </a:endParaRPr>
            </a:p>
          </p:txBody>
        </p:sp>
        <p:sp>
          <p:nvSpPr>
            <p:cNvPr id="25617" name="文本框 13329"/>
            <p:cNvSpPr txBox="1"/>
            <p:nvPr/>
          </p:nvSpPr>
          <p:spPr>
            <a:xfrm>
              <a:off x="2809" y="596"/>
              <a:ext cx="560"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2KB-1</a:t>
              </a:r>
              <a:endParaRPr lang="en-US" altLang="zh-CN" sz="1600">
                <a:solidFill>
                  <a:schemeClr val="tx1"/>
                </a:solidFill>
                <a:latin typeface="Times New Roman" panose="02020603050405020304" charset="0"/>
                <a:ea typeface="宋体" panose="02010600030101010101" pitchFamily="2" charset="-122"/>
              </a:endParaRPr>
            </a:p>
          </p:txBody>
        </p:sp>
        <p:sp>
          <p:nvSpPr>
            <p:cNvPr id="25618" name="文本框 13330"/>
            <p:cNvSpPr txBox="1"/>
            <p:nvPr/>
          </p:nvSpPr>
          <p:spPr>
            <a:xfrm>
              <a:off x="3106" y="195"/>
              <a:ext cx="159"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25619" name="文本框 13331"/>
            <p:cNvSpPr txBox="1"/>
            <p:nvPr/>
          </p:nvSpPr>
          <p:spPr>
            <a:xfrm>
              <a:off x="3452" y="751"/>
              <a:ext cx="439"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栈段</a:t>
              </a:r>
              <a:endParaRPr lang="zh-CN" altLang="en-US" sz="1600">
                <a:solidFill>
                  <a:schemeClr val="tx1"/>
                </a:solidFill>
                <a:latin typeface="Times New Roman" panose="02020603050405020304" charset="0"/>
                <a:ea typeface="宋体" panose="02010600030101010101" pitchFamily="2" charset="-122"/>
              </a:endParaRPr>
            </a:p>
          </p:txBody>
        </p:sp>
        <p:sp>
          <p:nvSpPr>
            <p:cNvPr id="25620" name="直接连接符 13332"/>
            <p:cNvSpPr/>
            <p:nvPr/>
          </p:nvSpPr>
          <p:spPr>
            <a:xfrm>
              <a:off x="462" y="450"/>
              <a:ext cx="798"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25621" name="直接连接符 13333"/>
            <p:cNvSpPr/>
            <p:nvPr/>
          </p:nvSpPr>
          <p:spPr>
            <a:xfrm>
              <a:off x="463" y="604"/>
              <a:ext cx="798"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25622" name="直接连接符 13334"/>
            <p:cNvSpPr/>
            <p:nvPr/>
          </p:nvSpPr>
          <p:spPr>
            <a:xfrm>
              <a:off x="463" y="1252"/>
              <a:ext cx="798"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25623" name="直接连接符 13335"/>
            <p:cNvSpPr/>
            <p:nvPr/>
          </p:nvSpPr>
          <p:spPr>
            <a:xfrm>
              <a:off x="1815" y="395"/>
              <a:ext cx="798"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25624" name="直接连接符 13336"/>
            <p:cNvSpPr/>
            <p:nvPr/>
          </p:nvSpPr>
          <p:spPr>
            <a:xfrm>
              <a:off x="1815" y="541"/>
              <a:ext cx="798"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25625" name="直接连接符 13337"/>
            <p:cNvSpPr/>
            <p:nvPr/>
          </p:nvSpPr>
          <p:spPr>
            <a:xfrm>
              <a:off x="1815" y="943"/>
              <a:ext cx="798"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25626" name="直接连接符 13338"/>
            <p:cNvSpPr/>
            <p:nvPr/>
          </p:nvSpPr>
          <p:spPr>
            <a:xfrm>
              <a:off x="3250" y="377"/>
              <a:ext cx="798"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25627" name="直接连接符 13339"/>
            <p:cNvSpPr/>
            <p:nvPr/>
          </p:nvSpPr>
          <p:spPr>
            <a:xfrm>
              <a:off x="3250" y="596"/>
              <a:ext cx="798"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25628" name="文本框 13340"/>
            <p:cNvSpPr txBox="1"/>
            <p:nvPr/>
          </p:nvSpPr>
          <p:spPr>
            <a:xfrm>
              <a:off x="307" y="407"/>
              <a:ext cx="160"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25629" name="文本框 13341"/>
            <p:cNvSpPr txBox="1"/>
            <p:nvPr/>
          </p:nvSpPr>
          <p:spPr>
            <a:xfrm>
              <a:off x="1669" y="352"/>
              <a:ext cx="160"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25630" name="文本框 13342"/>
            <p:cNvSpPr txBox="1"/>
            <p:nvPr/>
          </p:nvSpPr>
          <p:spPr>
            <a:xfrm>
              <a:off x="746" y="782"/>
              <a:ext cx="205" cy="212"/>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rPr>
                <a:t>...</a:t>
              </a:r>
              <a:endPar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endParaRPr>
            </a:p>
          </p:txBody>
        </p:sp>
        <p:sp>
          <p:nvSpPr>
            <p:cNvPr id="25631" name="文本框 13343"/>
            <p:cNvSpPr txBox="1"/>
            <p:nvPr/>
          </p:nvSpPr>
          <p:spPr>
            <a:xfrm>
              <a:off x="2126" y="618"/>
              <a:ext cx="209" cy="212"/>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rPr>
                <a:t>...</a:t>
              </a:r>
              <a:endPar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endParaRPr>
            </a:p>
          </p:txBody>
        </p:sp>
        <p:sp>
          <p:nvSpPr>
            <p:cNvPr id="25632" name="文本框 13344"/>
            <p:cNvSpPr txBox="1"/>
            <p:nvPr/>
          </p:nvSpPr>
          <p:spPr>
            <a:xfrm>
              <a:off x="3534" y="389"/>
              <a:ext cx="237" cy="212"/>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rPr>
                <a:t>...</a:t>
              </a:r>
              <a:endPar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endParaRPr>
            </a:p>
          </p:txBody>
        </p:sp>
      </p:grpSp>
      <p:sp>
        <p:nvSpPr>
          <p:cNvPr id="13346" name="文本框 13345"/>
          <p:cNvSpPr txBox="1"/>
          <p:nvPr/>
        </p:nvSpPr>
        <p:spPr>
          <a:xfrm>
            <a:off x="3930650" y="6134100"/>
            <a:ext cx="3059113" cy="336550"/>
          </a:xfrm>
          <a:prstGeom prst="rect">
            <a:avLst/>
          </a:prstGeom>
          <a:noFill/>
          <a:ln w="9525">
            <a:noFill/>
            <a:miter/>
          </a:ln>
        </p:spPr>
        <p:txBody>
          <a:bodyPr anchor="t">
            <a:spAutoFit/>
          </a:bodyPr>
          <a:p>
            <a:pPr lvl="0">
              <a:spcBef>
                <a:spcPct val="30000"/>
              </a:spcBef>
            </a:pPr>
            <a:r>
              <a:rPr lang="zh-CN" altLang="en-US" sz="1600" b="0">
                <a:solidFill>
                  <a:schemeClr val="tx1"/>
                </a:solidFill>
                <a:latin typeface="Times New Roman" panose="02020603050405020304" charset="0"/>
                <a:ea typeface="宋体" panose="02010600030101010101" pitchFamily="2" charset="-122"/>
              </a:rPr>
              <a:t>程序地址空间</a:t>
            </a:r>
            <a:r>
              <a:rPr lang="en-US" altLang="zh-CN" sz="1600" b="0">
                <a:solidFill>
                  <a:schemeClr val="tx1"/>
                </a:solidFill>
                <a:latin typeface="Times New Roman" panose="02020603050405020304" charset="0"/>
                <a:ea typeface="宋体" panose="02010600030101010101" pitchFamily="2" charset="-122"/>
              </a:rPr>
              <a:t>——</a:t>
            </a:r>
            <a:r>
              <a:rPr lang="zh-CN" altLang="en-US" sz="1600" b="0">
                <a:solidFill>
                  <a:schemeClr val="tx1"/>
                </a:solidFill>
                <a:latin typeface="Times New Roman" panose="02020603050405020304" charset="0"/>
                <a:ea typeface="宋体" panose="02010600030101010101" pitchFamily="2" charset="-122"/>
              </a:rPr>
              <a:t>二维地址结构</a:t>
            </a:r>
            <a:endParaRPr lang="zh-CN" altLang="en-US" sz="1600" b="0">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334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5" name="矩形 13314"/>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主存管理概述</a:t>
            </a:r>
            <a:endParaRPr lang="zh-CN" altLang="en-US" sz="2400" strike="noStrike" noProof="1">
              <a:ea typeface="宋体" panose="02010600030101010101" pitchFamily="2" charset="-122"/>
            </a:endParaRPr>
          </a:p>
        </p:txBody>
      </p:sp>
      <p:sp>
        <p:nvSpPr>
          <p:cNvPr id="13316" name="矩形 13315"/>
          <p:cNvSpPr/>
          <p:nvPr/>
        </p:nvSpPr>
        <p:spPr>
          <a:xfrm>
            <a:off x="191135" y="549910"/>
            <a:ext cx="8743950" cy="522859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(2) </a:t>
            </a:r>
            <a:r>
              <a:rPr lang="zh-CN" altLang="en-US" sz="2800" b="1" strike="noStrike" noProof="1">
                <a:solidFill>
                  <a:srgbClr val="A50021"/>
                </a:solidFill>
                <a:latin typeface="Times New Roman" panose="02020603050405020304" charset="0"/>
                <a:ea typeface="宋体" panose="02010600030101010101" pitchFamily="2" charset="-122"/>
                <a:cs typeface="+mn-ea"/>
              </a:rPr>
              <a:t>二维地址结构</a:t>
            </a:r>
            <a:endParaRPr lang="zh-CN" altLang="en-US" sz="2800" b="1" strike="noStrike" noProof="1">
              <a:solidFill>
                <a:srgbClr val="A50021"/>
              </a:solidFill>
              <a:latin typeface="Times New Roman" panose="02020603050405020304" charset="0"/>
              <a:ea typeface="宋体" panose="02010600030101010101" pitchFamily="2" charset="-122"/>
            </a:endParaRPr>
          </a:p>
          <a:p>
            <a:pPr marL="457200" lvl="1" indent="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rPr>
              <a:t>示例：x86实模式下的内存管理</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457200" lvl="1" indent="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rPr>
              <a:t>实模式8086处理器的</a:t>
            </a:r>
            <a:r>
              <a:rPr lang="x-none" altLang="zh-CN" sz="2400" strike="noStrike" noProof="1">
                <a:solidFill>
                  <a:schemeClr val="tx1"/>
                </a:solidFill>
                <a:effectLst/>
                <a:latin typeface="Times New Roman" panose="02020603050405020304" charset="0"/>
                <a:ea typeface="宋体" panose="02010600030101010101" pitchFamily="2" charset="-122"/>
              </a:rPr>
              <a:t>内存</a:t>
            </a:r>
            <a:r>
              <a:rPr lang="zh-CN" altLang="en-US" sz="2400" strike="noStrike" noProof="1">
                <a:solidFill>
                  <a:schemeClr val="tx1"/>
                </a:solidFill>
                <a:effectLst/>
                <a:latin typeface="Times New Roman" panose="02020603050405020304" charset="0"/>
                <a:ea typeface="宋体" panose="02010600030101010101" pitchFamily="2" charset="-122"/>
              </a:rPr>
              <a:t>寻址空间</a:t>
            </a:r>
            <a:r>
              <a:rPr lang="x-none" altLang="zh-CN" sz="2400" strike="noStrike" noProof="1">
                <a:solidFill>
                  <a:schemeClr val="tx1"/>
                </a:solidFill>
                <a:effectLst/>
                <a:latin typeface="Times New Roman" panose="02020603050405020304" charset="0"/>
                <a:ea typeface="宋体" panose="02010600030101010101" pitchFamily="2" charset="-122"/>
              </a:rPr>
              <a:t>是</a:t>
            </a:r>
            <a:r>
              <a:rPr lang="zh-CN" altLang="en-US" sz="2400" strike="noStrike" noProof="1">
                <a:solidFill>
                  <a:schemeClr val="tx1"/>
                </a:solidFill>
                <a:effectLst/>
                <a:latin typeface="Times New Roman" panose="02020603050405020304" charset="0"/>
                <a:ea typeface="宋体" panose="02010600030101010101" pitchFamily="2" charset="-122"/>
              </a:rPr>
              <a:t>1MB</a:t>
            </a:r>
            <a:r>
              <a:rPr lang="x-none" altLang="zh-CN" sz="2400" strike="noStrike" noProof="1">
                <a:solidFill>
                  <a:schemeClr val="tx1"/>
                </a:solidFill>
                <a:effectLst/>
                <a:latin typeface="Times New Roman" panose="02020603050405020304" charset="0"/>
                <a:ea typeface="宋体" panose="02010600030101010101" pitchFamily="2" charset="-122"/>
              </a:rPr>
              <a:t>（20根地址线），</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457200" lvl="1" indent="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rPr>
              <a:t>硬件寻址方式：</a:t>
            </a:r>
            <a:r>
              <a:rPr lang="x-none" altLang="zh-CN" sz="2400" strike="noStrike" noProof="1">
                <a:solidFill>
                  <a:schemeClr val="tx1"/>
                </a:solidFill>
                <a:effectLst/>
                <a:latin typeface="Times New Roman" panose="02020603050405020304" charset="0"/>
                <a:ea typeface="宋体" panose="02010600030101010101" pitchFamily="2" charset="-122"/>
              </a:rPr>
              <a:t>(</a:t>
            </a:r>
            <a:r>
              <a:rPr lang="x-none" altLang="zh-CN" sz="2400">
                <a:solidFill>
                  <a:schemeClr val="tx1"/>
                </a:solidFill>
                <a:effectLst/>
                <a:latin typeface="Times New Roman" panose="02020603050405020304" charset="0"/>
                <a:ea typeface="宋体" panose="02010600030101010101" pitchFamily="2" charset="-122"/>
                <a:sym typeface="+mn-ea"/>
              </a:rPr>
              <a:t>段寄存器&lt;&lt;4) + 偏移值</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457200" lvl="1" indent="0" fontAlgn="base">
              <a:lnSpc>
                <a:spcPct val="120000"/>
              </a:lnSpc>
              <a:spcBef>
                <a:spcPct val="20000"/>
              </a:spcBef>
              <a:buNone/>
            </a:pPr>
            <a:r>
              <a:rPr lang="x-none" altLang="zh-CN" sz="2400" strike="noStrike" noProof="1">
                <a:solidFill>
                  <a:schemeClr val="tx1"/>
                </a:solidFill>
                <a:effectLst/>
                <a:latin typeface="Times New Roman" panose="02020603050405020304" charset="0"/>
                <a:ea typeface="宋体" panose="02010600030101010101" pitchFamily="2" charset="-122"/>
              </a:rPr>
              <a:t>	段寄存器(16bits)：</a:t>
            </a:r>
            <a:r>
              <a:rPr lang="zh-CN" altLang="en-US" sz="2400" strike="noStrike" noProof="1">
                <a:solidFill>
                  <a:schemeClr val="tx1"/>
                </a:solidFill>
                <a:effectLst/>
                <a:latin typeface="Times New Roman" panose="02020603050405020304" charset="0"/>
                <a:ea typeface="宋体" panose="02010600030101010101" pitchFamily="2" charset="-122"/>
              </a:rPr>
              <a:t>CS,DS,SS,ES</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457200" lvl="1" indent="0" fontAlgn="base">
              <a:lnSpc>
                <a:spcPct val="120000"/>
              </a:lnSpc>
              <a:spcBef>
                <a:spcPct val="20000"/>
              </a:spcBef>
              <a:buNone/>
            </a:pPr>
            <a:r>
              <a:rPr lang="x-none" altLang="zh-CN" sz="2400" strike="noStrike" noProof="1">
                <a:solidFill>
                  <a:schemeClr val="tx1"/>
                </a:solidFill>
                <a:effectLst/>
                <a:latin typeface="Times New Roman" panose="02020603050405020304" charset="0"/>
                <a:ea typeface="宋体" panose="02010600030101010101" pitchFamily="2" charset="-122"/>
              </a:rPr>
              <a:t>	</a:t>
            </a:r>
            <a:r>
              <a:rPr lang="x-none" altLang="zh-CN" sz="2400">
                <a:solidFill>
                  <a:schemeClr val="tx1"/>
                </a:solidFill>
                <a:effectLst/>
                <a:latin typeface="Times New Roman" panose="02020603050405020304" charset="0"/>
                <a:ea typeface="宋体" panose="02010600030101010101" pitchFamily="2" charset="-122"/>
                <a:sym typeface="+mn-ea"/>
              </a:rPr>
              <a:t>偏移值(通用寄存器16bits):</a:t>
            </a:r>
            <a:r>
              <a:rPr lang="zh-CN" altLang="en-US" sz="2400" strike="noStrike" noProof="1">
                <a:solidFill>
                  <a:schemeClr val="tx1"/>
                </a:solidFill>
                <a:effectLst/>
                <a:latin typeface="Times New Roman" panose="02020603050405020304" charset="0"/>
                <a:ea typeface="宋体" panose="02010600030101010101" pitchFamily="2" charset="-122"/>
              </a:rPr>
              <a:t>  DI，SI，BP，SP</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457200" lvl="1" indent="0" fontAlgn="base">
              <a:lnSpc>
                <a:spcPct val="120000"/>
              </a:lnSpc>
              <a:spcBef>
                <a:spcPct val="20000"/>
              </a:spcBef>
              <a:buNone/>
            </a:pPr>
            <a:endParaRPr lang="x-none" altLang="zh-CN" sz="2400" strike="noStrike" noProof="1">
              <a:solidFill>
                <a:srgbClr val="FF0000"/>
              </a:solidFill>
              <a:effectLst/>
              <a:latin typeface="Times New Roman" panose="02020603050405020304" charset="0"/>
              <a:ea typeface="宋体" panose="02010600030101010101" pitchFamily="2" charset="-122"/>
            </a:endParaRPr>
          </a:p>
          <a:p>
            <a:pPr marL="457200" lvl="1" indent="0" fontAlgn="base">
              <a:lnSpc>
                <a:spcPct val="120000"/>
              </a:lnSpc>
              <a:spcBef>
                <a:spcPct val="20000"/>
              </a:spcBef>
              <a:buNone/>
            </a:pPr>
            <a:r>
              <a:rPr lang="x-none" altLang="zh-CN" sz="2400" strike="noStrike" noProof="1">
                <a:solidFill>
                  <a:srgbClr val="FF0000"/>
                </a:solidFill>
                <a:effectLst/>
                <a:latin typeface="Times New Roman" panose="02020603050405020304" charset="0"/>
                <a:ea typeface="宋体" panose="02010600030101010101" pitchFamily="2" charset="-122"/>
              </a:rPr>
              <a:t>二维地址结构的优缺点？</a:t>
            </a:r>
            <a:endParaRPr lang="x-none" altLang="zh-CN" sz="2400" strike="noStrike" noProof="1">
              <a:solidFill>
                <a:srgbClr val="FF0000"/>
              </a:solidFill>
              <a:effectLst/>
              <a:latin typeface="Times New Roman" panose="02020603050405020304" charset="0"/>
              <a:ea typeface="宋体" panose="02010600030101010101" pitchFamily="2" charset="-122"/>
            </a:endParaRPr>
          </a:p>
          <a:p>
            <a:pPr marL="457200" lvl="1" indent="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rPr>
              <a:t>1 符合人们习惯，2</a:t>
            </a:r>
            <a:r>
              <a:rPr lang="x-none" altLang="zh-CN" sz="2400" strike="noStrike" noProof="1">
                <a:solidFill>
                  <a:schemeClr val="tx1"/>
                </a:solidFill>
                <a:effectLst/>
                <a:latin typeface="Times New Roman" panose="02020603050405020304" charset="0"/>
                <a:ea typeface="宋体" panose="02010600030101010101" pitchFamily="2" charset="-122"/>
              </a:rPr>
              <a:t> </a:t>
            </a:r>
            <a:r>
              <a:rPr lang="zh-CN" altLang="en-US" sz="2400" strike="noStrike" noProof="1">
                <a:solidFill>
                  <a:schemeClr val="tx1"/>
                </a:solidFill>
                <a:effectLst/>
                <a:latin typeface="Times New Roman" panose="02020603050405020304" charset="0"/>
                <a:ea typeface="宋体" panose="02010600030101010101" pitchFamily="2" charset="-122"/>
              </a:rPr>
              <a:t>不同段实现不同的保护，3</a:t>
            </a:r>
            <a:r>
              <a:rPr lang="x-none" altLang="zh-CN" sz="2400" strike="noStrike" noProof="1">
                <a:solidFill>
                  <a:schemeClr val="tx1"/>
                </a:solidFill>
                <a:effectLst/>
                <a:latin typeface="Times New Roman" panose="02020603050405020304" charset="0"/>
                <a:ea typeface="宋体" panose="02010600030101010101" pitchFamily="2" charset="-122"/>
              </a:rPr>
              <a:t> </a:t>
            </a:r>
            <a:r>
              <a:rPr lang="zh-CN" altLang="en-US" sz="2400" strike="noStrike" noProof="1">
                <a:solidFill>
                  <a:schemeClr val="tx1"/>
                </a:solidFill>
                <a:effectLst/>
                <a:latin typeface="Times New Roman" panose="02020603050405020304" charset="0"/>
                <a:ea typeface="宋体" panose="02010600030101010101" pitchFamily="2" charset="-122"/>
              </a:rPr>
              <a:t>可以实现动态链接，按需要调用分段时。</a:t>
            </a:r>
            <a:endParaRPr lang="x-none" altLang="zh-CN" sz="2400" strike="noStrike" noProof="1">
              <a:solidFill>
                <a:srgbClr val="FF0000"/>
              </a:solidFill>
              <a:effectLst/>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矩形 14337"/>
          <p:cNvSpPr/>
          <p:nvPr/>
        </p:nvSpPr>
        <p:spPr>
          <a:xfrm>
            <a:off x="1006475" y="1562100"/>
            <a:ext cx="7696200" cy="213995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zh-CN" altLang="en-US" sz="2800" b="1" strike="noStrike" noProof="1">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000" b="1" strike="noStrike" noProof="1">
                <a:solidFill>
                  <a:srgbClr val="663300"/>
                </a:solidFill>
                <a:latin typeface="Arial" panose="02080604020202020204" pitchFamily="34" charset="0"/>
                <a:ea typeface="宋体" panose="02010600030101010101" pitchFamily="2" charset="-122"/>
                <a:cs typeface="+mn-ea"/>
              </a:rPr>
              <a:t>主存管理功能</a:t>
            </a:r>
            <a:endParaRPr lang="zh-CN" altLang="en-US" sz="4000" b="1" strike="noStrike" noProof="1">
              <a:solidFill>
                <a:srgbClr val="6633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endParaRPr lang="zh-CN" altLang="en-US" sz="4400" b="1" strike="noStrike" noProof="1">
              <a:solidFill>
                <a:schemeClr val="tx2"/>
              </a:solidFill>
              <a:ea typeface="宋体" panose="02010600030101010101" pitchFamily="2" charset="-122"/>
            </a:endParaRPr>
          </a:p>
        </p:txBody>
      </p:sp>
      <p:graphicFrame>
        <p:nvGraphicFramePr>
          <p:cNvPr id="27650" name="内容占位符 14338"/>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82" name="" r:id="rId2" imgW="838200" imgH="647700" progId="Paint.Picture">
                  <p:embed/>
                </p:oleObj>
              </mc:Choice>
              <mc:Fallback>
                <p:oleObj name="" r:id="rId2" imgW="838200" imgH="647700" progId="Paint.Picture">
                  <p:embed/>
                  <p:pic>
                    <p:nvPicPr>
                      <p:cNvPr id="0" name="图片 3081"/>
                      <p:cNvPicPr/>
                      <p:nvPr/>
                    </p:nvPicPr>
                    <p:blipFill>
                      <a:blip r:embed="rId3"/>
                      <a:stretch>
                        <a:fillRect/>
                      </a:stretch>
                    </p:blipFill>
                    <p:spPr>
                      <a:xfrm>
                        <a:off x="0" y="0"/>
                        <a:ext cx="838200" cy="517525"/>
                      </a:xfrm>
                      <a:prstGeom prst="rect">
                        <a:avLst/>
                      </a:prstGeom>
                      <a:noFill/>
                      <a:ln w="38100"/>
                    </p:spPr>
                  </p:pic>
                </p:oleObj>
              </mc:Fallback>
            </mc:AlternateContent>
          </a:graphicData>
        </a:graphic>
      </p:graphicFrame>
      <p:sp>
        <p:nvSpPr>
          <p:cNvPr id="14340" name="矩形 14339"/>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主存管理功能</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4338"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文本框 17409"/>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7</a:t>
            </a:r>
            <a:endParaRPr lang="en-US" altLang="zh-CN" b="0">
              <a:solidFill>
                <a:schemeClr val="tx2"/>
              </a:solidFill>
              <a:latin typeface="Times New Roman" panose="02020603050405020304" charset="0"/>
              <a:ea typeface="宋体" panose="02010600030101010101" pitchFamily="2" charset="-122"/>
            </a:endParaRPr>
          </a:p>
        </p:txBody>
      </p:sp>
      <p:sp>
        <p:nvSpPr>
          <p:cNvPr id="17411" name="矩形 17410"/>
          <p:cNvSpPr/>
          <p:nvPr/>
        </p:nvSpPr>
        <p:spPr>
          <a:xfrm>
            <a:off x="596900" y="8731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主存管理功能</a:t>
            </a:r>
            <a:endParaRPr lang="zh-CN" altLang="en-US" sz="2400" strike="noStrike" noProof="1">
              <a:ea typeface="宋体" panose="02010600030101010101" pitchFamily="2" charset="-122"/>
            </a:endParaRPr>
          </a:p>
        </p:txBody>
      </p:sp>
      <p:sp>
        <p:nvSpPr>
          <p:cNvPr id="17412" name="矩形 17411"/>
          <p:cNvSpPr/>
          <p:nvPr/>
        </p:nvSpPr>
        <p:spPr>
          <a:xfrm>
            <a:off x="185738" y="730250"/>
            <a:ext cx="8375650" cy="72548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2.  </a:t>
            </a:r>
            <a:r>
              <a:rPr lang="zh-CN" altLang="en-US" b="1" strike="noStrike" noProof="1">
                <a:solidFill>
                  <a:srgbClr val="990000"/>
                </a:solidFill>
                <a:latin typeface="Times New Roman" panose="02020603050405020304" charset="0"/>
                <a:ea typeface="宋体" panose="02010600030101010101" pitchFamily="2" charset="-122"/>
                <a:cs typeface="+mn-ea"/>
              </a:rPr>
              <a:t>主存管理功能</a:t>
            </a:r>
            <a:endParaRPr lang="zh-CN" altLang="en-US" b="1" strike="noStrike" noProof="1">
              <a:solidFill>
                <a:srgbClr val="990000"/>
              </a:solidFill>
              <a:latin typeface="Times New Roman" panose="02020603050405020304" charset="0"/>
              <a:ea typeface="宋体" panose="02010600030101010101" pitchFamily="2" charset="-122"/>
            </a:endParaRPr>
          </a:p>
        </p:txBody>
      </p:sp>
      <p:sp>
        <p:nvSpPr>
          <p:cNvPr id="17413" name="矩形 17412"/>
          <p:cNvSpPr/>
          <p:nvPr/>
        </p:nvSpPr>
        <p:spPr>
          <a:xfrm>
            <a:off x="673100" y="1660525"/>
            <a:ext cx="7364413" cy="3065463"/>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pPr>
            <a:r>
              <a:rPr lang="zh-CN" altLang="en-US" b="1" strike="noStrike" noProof="1">
                <a:solidFill>
                  <a:srgbClr val="000099"/>
                </a:solidFill>
                <a:effectLst/>
                <a:latin typeface="Times New Roman" panose="02020603050405020304" charset="0"/>
                <a:ea typeface="宋体" panose="02010600030101010101" pitchFamily="2" charset="-122"/>
                <a:cs typeface="+mn-ea"/>
              </a:rPr>
              <a:t>地址映射</a:t>
            </a:r>
            <a:r>
              <a:rPr lang="x-none" altLang="zh-CN" b="1" strike="noStrike" noProof="1">
                <a:solidFill>
                  <a:srgbClr val="000099"/>
                </a:solidFill>
                <a:effectLst/>
                <a:latin typeface="Times New Roman" panose="02020603050405020304" charset="0"/>
                <a:ea typeface="宋体" panose="02010600030101010101" pitchFamily="2" charset="-122"/>
                <a:cs typeface="+mn-ea"/>
              </a:rPr>
              <a:t>（</a:t>
            </a:r>
            <a:r>
              <a:rPr lang="zh-CN" altLang="en-US" b="1" strike="noStrike" noProof="1">
                <a:solidFill>
                  <a:srgbClr val="000099"/>
                </a:solidFill>
                <a:effectLst/>
                <a:latin typeface="Times New Roman" panose="02020603050405020304" charset="0"/>
                <a:ea typeface="宋体" panose="02010600030101010101" pitchFamily="2" charset="-122"/>
                <a:cs typeface="+mn-ea"/>
                <a:sym typeface="+mn-ea"/>
              </a:rPr>
              <a:t>逻辑地址 </a:t>
            </a:r>
            <a:r>
              <a:rPr lang="x-none" altLang="zh-CN" b="1" strike="noStrike" noProof="1">
                <a:solidFill>
                  <a:srgbClr val="000099"/>
                </a:solidFill>
                <a:effectLst/>
                <a:latin typeface="Times New Roman" panose="02020603050405020304" charset="0"/>
                <a:ea typeface="宋体" panose="02010600030101010101" pitchFamily="2" charset="-122"/>
                <a:cs typeface="+mn-ea"/>
                <a:sym typeface="+mn-ea"/>
              </a:rPr>
              <a:t>--&gt; </a:t>
            </a:r>
            <a:r>
              <a:rPr lang="zh-CN" altLang="en-US" b="1" strike="noStrike" noProof="1">
                <a:solidFill>
                  <a:srgbClr val="000099"/>
                </a:solidFill>
                <a:effectLst/>
                <a:latin typeface="Times New Roman" panose="02020603050405020304" charset="0"/>
                <a:ea typeface="宋体" panose="02010600030101010101" pitchFamily="2" charset="-122"/>
                <a:cs typeface="+mn-ea"/>
                <a:sym typeface="+mn-ea"/>
              </a:rPr>
              <a:t>物理主存</a:t>
            </a:r>
            <a:r>
              <a:rPr lang="x-none" altLang="zh-CN" b="1" strike="noStrike" noProof="1">
                <a:solidFill>
                  <a:srgbClr val="000099"/>
                </a:solidFill>
                <a:effectLst/>
                <a:latin typeface="Times New Roman" panose="02020603050405020304" charset="0"/>
                <a:ea typeface="宋体" panose="02010600030101010101" pitchFamily="2" charset="-122"/>
                <a:cs typeface="+mn-ea"/>
              </a:rPr>
              <a:t>）</a:t>
            </a:r>
            <a:endParaRPr lang="x-none" altLang="zh-CN" b="1" strike="noStrike" noProof="1">
              <a:solidFill>
                <a:srgbClr val="000099"/>
              </a:solidFill>
              <a:effectLst/>
              <a:latin typeface="Times New Roman" panose="02020603050405020304" charset="0"/>
              <a:ea typeface="宋体" panose="02010600030101010101" pitchFamily="2" charset="-122"/>
              <a:cs typeface="+mn-ea"/>
            </a:endParaRPr>
          </a:p>
          <a:p>
            <a:pPr marL="533400" lvl="0" indent="-533400" fontAlgn="base">
              <a:lnSpc>
                <a:spcPct val="130000"/>
              </a:lnSpc>
            </a:pPr>
            <a:r>
              <a:rPr lang="zh-CN" altLang="en-US" b="1" strike="noStrike" noProof="1">
                <a:solidFill>
                  <a:srgbClr val="000099"/>
                </a:solidFill>
                <a:effectLst/>
                <a:latin typeface="Times New Roman" panose="02020603050405020304" charset="0"/>
                <a:ea typeface="宋体" panose="02010600030101010101" pitchFamily="2" charset="-122"/>
                <a:cs typeface="+mn-ea"/>
              </a:rPr>
              <a:t>主存分配 </a:t>
            </a:r>
            <a:endParaRPr lang="zh-CN" altLang="en-US" b="1" strike="noStrike" noProof="1">
              <a:solidFill>
                <a:srgbClr val="000099"/>
              </a:solidFill>
              <a:effectLst/>
              <a:latin typeface="Times New Roman" panose="02020603050405020304" charset="0"/>
              <a:ea typeface="宋体" panose="02010600030101010101" pitchFamily="2" charset="-122"/>
              <a:cs typeface="+mn-ea"/>
            </a:endParaRPr>
          </a:p>
          <a:p>
            <a:pPr marL="533400" lvl="0" indent="-533400" fontAlgn="base">
              <a:lnSpc>
                <a:spcPct val="130000"/>
              </a:lnSpc>
            </a:pPr>
            <a:r>
              <a:rPr lang="zh-CN" altLang="en-US" b="1" strike="noStrike" noProof="1">
                <a:solidFill>
                  <a:srgbClr val="000099"/>
                </a:solidFill>
                <a:effectLst/>
                <a:latin typeface="Times New Roman" panose="02020603050405020304" charset="0"/>
                <a:ea typeface="宋体" panose="02010600030101010101" pitchFamily="2" charset="-122"/>
                <a:cs typeface="+mn-ea"/>
                <a:sym typeface="+mn-ea"/>
              </a:rPr>
              <a:t>主存</a:t>
            </a:r>
            <a:r>
              <a:rPr lang="zh-CN" altLang="en-US" b="1" strike="noStrike" noProof="1">
                <a:solidFill>
                  <a:srgbClr val="000099"/>
                </a:solidFill>
                <a:effectLst/>
                <a:latin typeface="Times New Roman" panose="02020603050405020304" charset="0"/>
                <a:ea typeface="宋体" panose="02010600030101010101" pitchFamily="2" charset="-122"/>
                <a:cs typeface="+mn-ea"/>
              </a:rPr>
              <a:t>保护</a:t>
            </a:r>
            <a:endParaRPr lang="zh-CN" altLang="en-US" b="1" strike="noStrike" noProof="1">
              <a:solidFill>
                <a:srgbClr val="000099"/>
              </a:solidFill>
              <a:effectLst/>
              <a:latin typeface="Times New Roman" panose="02020603050405020304" charset="0"/>
              <a:ea typeface="宋体" panose="02010600030101010101" pitchFamily="2" charset="-122"/>
              <a:cs typeface="+mn-ea"/>
            </a:endParaRPr>
          </a:p>
          <a:p>
            <a:pPr marL="533400" lvl="0" indent="-533400" fontAlgn="base">
              <a:lnSpc>
                <a:spcPct val="130000"/>
              </a:lnSpc>
            </a:pPr>
            <a:r>
              <a:rPr lang="zh-CN" altLang="en-US" b="1" strike="noStrike" noProof="1">
                <a:solidFill>
                  <a:srgbClr val="000099"/>
                </a:solidFill>
                <a:effectLst/>
                <a:latin typeface="Times New Roman" panose="02020603050405020304" charset="0"/>
                <a:ea typeface="宋体" panose="02010600030101010101" pitchFamily="2" charset="-122"/>
                <a:cs typeface="+mn-ea"/>
              </a:rPr>
              <a:t>主存扩充 </a:t>
            </a:r>
            <a:r>
              <a:rPr lang="zh-CN" altLang="en-US" sz="2800" b="1" strike="noStrike" noProof="1">
                <a:solidFill>
                  <a:srgbClr val="000099"/>
                </a:solidFill>
                <a:latin typeface="Times New Roman" panose="02020603050405020304" charset="0"/>
                <a:ea typeface="宋体" panose="02010600030101010101" pitchFamily="2" charset="-122"/>
                <a:cs typeface="+mn-ea"/>
              </a:rPr>
              <a:t>   </a:t>
            </a:r>
            <a:endParaRPr lang="zh-CN" altLang="en-US" sz="2800" b="1" strike="noStrike" noProof="1">
              <a:solidFill>
                <a:srgbClr val="000099"/>
              </a:solidFill>
              <a:latin typeface="Times New Roman" panose="02020603050405020304" charset="0"/>
              <a:ea typeface="宋体" panose="02010600030101010101" pitchFamily="2"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7412"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文本框 1843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8</a:t>
            </a:r>
            <a:endParaRPr lang="en-US" altLang="zh-CN" b="0">
              <a:solidFill>
                <a:schemeClr val="tx2"/>
              </a:solidFill>
              <a:latin typeface="Times New Roman" panose="02020603050405020304" charset="0"/>
              <a:ea typeface="宋体" panose="02010600030101010101" pitchFamily="2" charset="-122"/>
            </a:endParaRPr>
          </a:p>
        </p:txBody>
      </p:sp>
      <p:sp>
        <p:nvSpPr>
          <p:cNvPr id="18435" name="矩形 18434"/>
          <p:cNvSpPr/>
          <p:nvPr/>
        </p:nvSpPr>
        <p:spPr>
          <a:xfrm>
            <a:off x="88265" y="469900"/>
            <a:ext cx="8956675" cy="356616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3.  </a:t>
            </a:r>
            <a:r>
              <a:rPr lang="zh-CN" altLang="en-US" b="1" strike="noStrike" noProof="1">
                <a:solidFill>
                  <a:srgbClr val="990000"/>
                </a:solidFill>
                <a:latin typeface="Times New Roman" panose="02020603050405020304" charset="0"/>
                <a:ea typeface="宋体" panose="02010600030101010101" pitchFamily="2" charset="-122"/>
                <a:cs typeface="+mn-ea"/>
              </a:rPr>
              <a:t>地址映射</a:t>
            </a:r>
            <a:endParaRPr lang="zh-CN" altLang="en-US" b="1" strike="noStrike" noProof="1">
              <a:solidFill>
                <a:srgbClr val="990000"/>
              </a:solidFill>
              <a:latin typeface="Times New Roman" panose="02020603050405020304" charset="0"/>
              <a:ea typeface="宋体" panose="02010600030101010101" pitchFamily="2" charset="-122"/>
            </a:endParaRPr>
          </a:p>
          <a:p>
            <a:pPr fontAlgn="base">
              <a:spcBef>
                <a:spcPct val="10000"/>
              </a:spcBef>
              <a:buNone/>
            </a:pPr>
            <a:r>
              <a:rPr lang="x-none" altLang="zh-CN" sz="2800" b="1" strike="noStrike" noProof="1">
                <a:solidFill>
                  <a:srgbClr val="A50021"/>
                </a:solidFill>
                <a:latin typeface="Times New Roman" panose="02020603050405020304" charset="0"/>
                <a:ea typeface="宋体" panose="02010600030101010101" pitchFamily="2" charset="-122"/>
                <a:cs typeface="+mn-ea"/>
                <a:sym typeface="+mn-ea"/>
              </a:rPr>
              <a:t>(1)</a:t>
            </a:r>
            <a:r>
              <a:rPr lang="zh-CN" altLang="en-US" sz="2800" b="1" strike="noStrike" noProof="1">
                <a:solidFill>
                  <a:srgbClr val="A50021"/>
                </a:solidFill>
                <a:latin typeface="Times New Roman" panose="02020603050405020304" charset="0"/>
                <a:ea typeface="宋体" panose="02010600030101010101" pitchFamily="2" charset="-122"/>
                <a:cs typeface="+mn-ea"/>
                <a:sym typeface="+mn-ea"/>
              </a:rPr>
              <a:t>为什么要进行地址映射</a:t>
            </a:r>
            <a:endParaRPr lang="zh-CN" altLang="en-US" sz="2800" b="1" strike="noStrike" noProof="1">
              <a:effectLst/>
            </a:endParaRPr>
          </a:p>
          <a:p>
            <a:pPr fontAlgn="base">
              <a:spcBef>
                <a:spcPct val="10000"/>
              </a:spcBef>
              <a:buNone/>
            </a:pPr>
            <a:r>
              <a:rPr lang="zh-CN" altLang="en-US" sz="2400" strike="noStrike" noProof="1">
                <a:effectLst/>
                <a:latin typeface="Arial" panose="02080604020202020204" pitchFamily="34" charset="0"/>
                <a:ea typeface="宋体" panose="02010600030101010101" pitchFamily="2" charset="-122"/>
                <a:cs typeface="+mn-ea"/>
                <a:sym typeface="+mn-ea"/>
              </a:rPr>
              <a:t> 	</a:t>
            </a:r>
            <a:r>
              <a:rPr lang="zh-CN" altLang="en-US" sz="2400" strike="noStrike" noProof="1">
                <a:solidFill>
                  <a:schemeClr val="tx1"/>
                </a:solidFill>
                <a:effectLst>
                  <a:outerShdw blurRad="38100" dist="38100" dir="2700000" algn="tl">
                    <a:srgbClr val="000000">
                      <a:alpha val="43137"/>
                    </a:srgbClr>
                  </a:outerShdw>
                </a:effectLst>
                <a:latin typeface="Arial" panose="02080604020202020204" pitchFamily="34" charset="0"/>
                <a:ea typeface="宋体" panose="02010600030101010101" pitchFamily="2" charset="-122"/>
                <a:cs typeface="+mn-ea"/>
                <a:sym typeface="+mn-ea"/>
              </a:rPr>
              <a:t>作业的相应进程在处理机上运行时，所要访问的指令和数据的实际</a:t>
            </a:r>
            <a:r>
              <a:rPr lang="x-none" altLang="zh-CN" sz="2400" strike="noStrike" noProof="1">
                <a:solidFill>
                  <a:schemeClr val="tx1"/>
                </a:solidFill>
                <a:effectLst>
                  <a:outerShdw blurRad="38100" dist="38100" dir="2700000" algn="tl">
                    <a:srgbClr val="000000">
                      <a:alpha val="43137"/>
                    </a:srgbClr>
                  </a:outerShdw>
                </a:effectLst>
                <a:latin typeface="Arial" panose="02080604020202020204" pitchFamily="34" charset="0"/>
                <a:ea typeface="宋体" panose="02010600030101010101" pitchFamily="2" charset="-122"/>
                <a:cs typeface="+mn-ea"/>
                <a:sym typeface="+mn-ea"/>
              </a:rPr>
              <a:t>物理</a:t>
            </a:r>
            <a:r>
              <a:rPr lang="zh-CN" altLang="en-US" sz="2400" strike="noStrike" noProof="1">
                <a:solidFill>
                  <a:schemeClr val="tx1"/>
                </a:solidFill>
                <a:effectLst>
                  <a:outerShdw blurRad="38100" dist="38100" dir="2700000" algn="tl">
                    <a:srgbClr val="000000">
                      <a:alpha val="43137"/>
                    </a:srgbClr>
                  </a:outerShdw>
                </a:effectLst>
                <a:latin typeface="Arial" panose="02080604020202020204" pitchFamily="34" charset="0"/>
                <a:ea typeface="宋体" panose="02010600030101010101" pitchFamily="2" charset="-122"/>
                <a:cs typeface="+mn-ea"/>
                <a:sym typeface="+mn-ea"/>
              </a:rPr>
              <a:t>地址和</a:t>
            </a:r>
            <a:r>
              <a:rPr lang="x-none" altLang="zh-CN" sz="2400" strike="noStrike" noProof="1">
                <a:solidFill>
                  <a:schemeClr val="tx1"/>
                </a:solidFill>
                <a:effectLst>
                  <a:outerShdw blurRad="38100" dist="38100" dir="2700000" algn="tl">
                    <a:srgbClr val="000000">
                      <a:alpha val="43137"/>
                    </a:srgbClr>
                  </a:outerShdw>
                </a:effectLst>
                <a:latin typeface="Arial" panose="02080604020202020204" pitchFamily="34" charset="0"/>
                <a:ea typeface="宋体" panose="02010600030101010101" pitchFamily="2" charset="-122"/>
                <a:cs typeface="+mn-ea"/>
                <a:sym typeface="+mn-ea"/>
              </a:rPr>
              <a:t>逻辑</a:t>
            </a:r>
            <a:r>
              <a:rPr lang="zh-CN" altLang="en-US" sz="2400" strike="noStrike" noProof="1">
                <a:solidFill>
                  <a:schemeClr val="tx1"/>
                </a:solidFill>
                <a:effectLst>
                  <a:outerShdw blurRad="38100" dist="38100" dir="2700000" algn="tl">
                    <a:srgbClr val="000000">
                      <a:alpha val="43137"/>
                    </a:srgbClr>
                  </a:outerShdw>
                </a:effectLst>
                <a:latin typeface="Arial" panose="02080604020202020204" pitchFamily="34" charset="0"/>
                <a:ea typeface="宋体" panose="02010600030101010101" pitchFamily="2" charset="-122"/>
                <a:cs typeface="+mn-ea"/>
                <a:sym typeface="+mn-ea"/>
              </a:rPr>
              <a:t>地址空间中的地址是不同的。</a:t>
            </a:r>
            <a:r>
              <a:rPr lang="zh-CN" altLang="en-US" sz="2800" b="1" strike="noStrike" noProof="1">
                <a:solidFill>
                  <a:srgbClr val="A50021"/>
                </a:solidFill>
                <a:latin typeface="Times New Roman" panose="02020603050405020304" charset="0"/>
                <a:ea typeface="宋体" panose="02010600030101010101" pitchFamily="2" charset="-122"/>
                <a:cs typeface="+mn-ea"/>
              </a:rPr>
              <a:t>      </a:t>
            </a:r>
            <a:endParaRPr lang="zh-CN" altLang="en-US" sz="2800" b="1" strike="noStrike" noProof="1">
              <a:solidFill>
                <a:srgbClr val="A50021"/>
              </a:solidFill>
              <a:latin typeface="Times New Roman" panose="02020603050405020304" charset="0"/>
              <a:ea typeface="宋体" panose="02010600030101010101" pitchFamily="2" charset="-122"/>
              <a:cs typeface="+mn-ea"/>
            </a:endParaRPr>
          </a:p>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a:t>
            </a:r>
            <a:r>
              <a:rPr lang="x-none" altLang="en-US" sz="2800" b="1" strike="noStrike" noProof="1">
                <a:solidFill>
                  <a:srgbClr val="A50021"/>
                </a:solidFill>
                <a:latin typeface="Times New Roman" panose="02020603050405020304" charset="0"/>
                <a:ea typeface="宋体" panose="02010600030101010101" pitchFamily="2" charset="-122"/>
                <a:cs typeface="+mn-ea"/>
              </a:rPr>
              <a:t>2</a:t>
            </a:r>
            <a:r>
              <a:rPr lang="en-US" altLang="zh-CN" sz="2800" b="1" strike="noStrike" noProof="1">
                <a:solidFill>
                  <a:srgbClr val="A50021"/>
                </a:solidFill>
                <a:latin typeface="Times New Roman" panose="02020603050405020304" charset="0"/>
                <a:ea typeface="宋体" panose="02010600030101010101" pitchFamily="2" charset="-122"/>
                <a:cs typeface="+mn-ea"/>
              </a:rPr>
              <a:t>) </a:t>
            </a:r>
            <a:r>
              <a:rPr lang="zh-CN" altLang="en-US" sz="2800" b="1" strike="noStrike" noProof="1">
                <a:solidFill>
                  <a:srgbClr val="A50021"/>
                </a:solidFill>
                <a:latin typeface="Times New Roman" panose="02020603050405020304" charset="0"/>
                <a:ea typeface="宋体" panose="02010600030101010101" pitchFamily="2" charset="-122"/>
                <a:cs typeface="+mn-ea"/>
              </a:rPr>
              <a:t>什么是地址映射</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ea"/>
              </a:rPr>
              <a:t>将程序地址空间中使用的逻辑地址变换成主存中的物理地址的过程，称为地址映射。</a:t>
            </a:r>
            <a:endParaRPr lang="zh-CN" altLang="en-US" sz="2400" strike="noStrike" noProof="1">
              <a:solidFill>
                <a:schemeClr val="tx1"/>
              </a:solidFill>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p:txBody>
      </p:sp>
      <p:sp>
        <p:nvSpPr>
          <p:cNvPr id="18454" name="文本框 18453"/>
          <p:cNvSpPr txBox="1"/>
          <p:nvPr/>
        </p:nvSpPr>
        <p:spPr>
          <a:xfrm>
            <a:off x="2819400" y="6183313"/>
            <a:ext cx="2708275" cy="336550"/>
          </a:xfrm>
          <a:prstGeom prst="rect">
            <a:avLst/>
          </a:prstGeom>
          <a:noFill/>
          <a:ln w="9525">
            <a:noFill/>
            <a:miter/>
          </a:ln>
        </p:spPr>
        <p:txBody>
          <a:bodyPr anchor="t">
            <a:spAutoFit/>
          </a:bodyPr>
          <a:p>
            <a:pPr lvl="0">
              <a:spcBef>
                <a:spcPct val="30000"/>
              </a:spcBef>
            </a:pPr>
            <a:r>
              <a:rPr lang="zh-CN" altLang="en-US" sz="1600" b="0">
                <a:solidFill>
                  <a:schemeClr val="tx1"/>
                </a:solidFill>
                <a:latin typeface="Times New Roman" panose="02020603050405020304" charset="0"/>
                <a:ea typeface="宋体" panose="02010600030101010101" pitchFamily="2" charset="-122"/>
              </a:rPr>
              <a:t>程序地址空间装入主存</a:t>
            </a:r>
            <a:endParaRPr lang="zh-CN" altLang="en-US" sz="1600" b="0">
              <a:solidFill>
                <a:schemeClr val="tx1"/>
              </a:solidFill>
              <a:latin typeface="Times New Roman" panose="02020603050405020304" charset="0"/>
              <a:ea typeface="宋体" panose="02010600030101010101" pitchFamily="2" charset="-122"/>
            </a:endParaRPr>
          </a:p>
        </p:txBody>
      </p:sp>
      <p:sp>
        <p:nvSpPr>
          <p:cNvPr id="18455" name="矩形 18454"/>
          <p:cNvSpPr/>
          <p:nvPr/>
        </p:nvSpPr>
        <p:spPr>
          <a:xfrm>
            <a:off x="596900" y="8731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主存管理功能</a:t>
            </a:r>
            <a:endParaRPr lang="zh-CN" altLang="en-US" sz="2400" strike="noStrike" noProof="1">
              <a:ea typeface="宋体" panose="02010600030101010101" pitchFamily="2" charset="-122"/>
            </a:endParaRPr>
          </a:p>
        </p:txBody>
      </p:sp>
      <p:grpSp>
        <p:nvGrpSpPr>
          <p:cNvPr id="29701" name="组合 1"/>
          <p:cNvGrpSpPr/>
          <p:nvPr/>
        </p:nvGrpSpPr>
        <p:grpSpPr>
          <a:xfrm>
            <a:off x="949325" y="3573463"/>
            <a:ext cx="7237413" cy="2838450"/>
            <a:chOff x="1242" y="5627"/>
            <a:chExt cx="11398" cy="4470"/>
          </a:xfrm>
        </p:grpSpPr>
        <p:grpSp>
          <p:nvGrpSpPr>
            <p:cNvPr id="29702" name="组合 18435"/>
            <p:cNvGrpSpPr/>
            <p:nvPr/>
          </p:nvGrpSpPr>
          <p:grpSpPr>
            <a:xfrm>
              <a:off x="1242" y="5627"/>
              <a:ext cx="11399" cy="4470"/>
              <a:chOff x="0" y="0"/>
              <a:chExt cx="2914" cy="1623"/>
            </a:xfrm>
          </p:grpSpPr>
          <p:sp>
            <p:nvSpPr>
              <p:cNvPr id="29703" name="文本框 18436"/>
              <p:cNvSpPr txBox="1"/>
              <p:nvPr/>
            </p:nvSpPr>
            <p:spPr>
              <a:xfrm>
                <a:off x="311" y="348"/>
                <a:ext cx="777" cy="824"/>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endParaRPr lang="zh-CN" altLang="en-US" sz="1600">
                  <a:solidFill>
                    <a:schemeClr val="tx1"/>
                  </a:solidFill>
                  <a:latin typeface="Times New Roman" panose="02020603050405020304" charset="0"/>
                  <a:ea typeface="宋体" panose="02010600030101010101" pitchFamily="2" charset="-122"/>
                </a:endParaRPr>
              </a:p>
              <a:p>
                <a:pPr lvl="0" algn="just"/>
                <a:r>
                  <a:rPr lang="en-US" altLang="zh-CN" sz="1600">
                    <a:solidFill>
                      <a:schemeClr val="tx1"/>
                    </a:solidFill>
                    <a:latin typeface="Times New Roman" panose="02020603050405020304" charset="0"/>
                    <a:ea typeface="宋体" panose="02010600030101010101" pitchFamily="2" charset="-122"/>
                  </a:rPr>
                  <a:t>mov  r</a:t>
                </a:r>
                <a:r>
                  <a:rPr lang="en-US" altLang="zh-CN" sz="1600" baseline="-25000">
                    <a:solidFill>
                      <a:schemeClr val="tx1"/>
                    </a:solidFill>
                    <a:latin typeface="Times New Roman" panose="02020603050405020304" charset="0"/>
                    <a:ea typeface="宋体" panose="02010600030101010101" pitchFamily="2" charset="-122"/>
                  </a:rPr>
                  <a:t>1</a:t>
                </a:r>
                <a:r>
                  <a:rPr lang="en-US" altLang="zh-CN" sz="1600">
                    <a:solidFill>
                      <a:schemeClr val="tx1"/>
                    </a:solidFill>
                    <a:latin typeface="Times New Roman" panose="02020603050405020304" charset="0"/>
                    <a:ea typeface="宋体" panose="02010600030101010101" pitchFamily="2" charset="-122"/>
                  </a:rPr>
                  <a:t>,[500]</a:t>
                </a:r>
                <a:endParaRPr lang="en-US" altLang="zh-CN" sz="1600">
                  <a:solidFill>
                    <a:schemeClr val="tx1"/>
                  </a:solidFill>
                  <a:latin typeface="Times New Roman" panose="02020603050405020304" charset="0"/>
                  <a:ea typeface="宋体" panose="02010600030101010101" pitchFamily="2" charset="-122"/>
                </a:endParaRPr>
              </a:p>
              <a:p>
                <a:pPr lvl="0" algn="just"/>
                <a:endParaRPr lang="en-US" altLang="zh-CN" sz="1600">
                  <a:solidFill>
                    <a:schemeClr val="tx1"/>
                  </a:solidFill>
                  <a:latin typeface="Times New Roman" panose="02020603050405020304" charset="0"/>
                  <a:ea typeface="宋体" panose="02010600030101010101" pitchFamily="2" charset="-122"/>
                </a:endParaRPr>
              </a:p>
              <a:p>
                <a:pPr lvl="0" algn="just"/>
                <a:r>
                  <a:rPr lang="en-US" altLang="zh-CN" sz="1600">
                    <a:solidFill>
                      <a:schemeClr val="tx1"/>
                    </a:solidFill>
                    <a:latin typeface="Times New Roman" panose="02020603050405020304" charset="0"/>
                    <a:ea typeface="宋体" panose="02010600030101010101" pitchFamily="2" charset="-122"/>
                  </a:rPr>
                  <a:t>123</a:t>
                </a:r>
                <a:endParaRPr lang="en-US" altLang="zh-CN" sz="1600">
                  <a:solidFill>
                    <a:schemeClr val="tx1"/>
                  </a:solidFill>
                  <a:latin typeface="Times New Roman" panose="02020603050405020304" charset="0"/>
                  <a:ea typeface="宋体" panose="02010600030101010101" pitchFamily="2" charset="-122"/>
                </a:endParaRPr>
              </a:p>
            </p:txBody>
          </p:sp>
          <p:sp>
            <p:nvSpPr>
              <p:cNvPr id="29704" name="文本框 18437"/>
              <p:cNvSpPr txBox="1"/>
              <p:nvPr/>
            </p:nvSpPr>
            <p:spPr>
              <a:xfrm>
                <a:off x="155" y="232"/>
                <a:ext cx="195" cy="19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29705" name="文本框 18438"/>
              <p:cNvSpPr txBox="1"/>
              <p:nvPr/>
            </p:nvSpPr>
            <p:spPr>
              <a:xfrm>
                <a:off x="0" y="503"/>
                <a:ext cx="311" cy="19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100</a:t>
                </a:r>
                <a:endParaRPr lang="en-US" altLang="zh-CN" sz="1600">
                  <a:solidFill>
                    <a:schemeClr val="tx1"/>
                  </a:solidFill>
                  <a:latin typeface="Times New Roman" panose="02020603050405020304" charset="0"/>
                  <a:ea typeface="宋体" panose="02010600030101010101" pitchFamily="2" charset="-122"/>
                </a:endParaRPr>
              </a:p>
            </p:txBody>
          </p:sp>
          <p:sp>
            <p:nvSpPr>
              <p:cNvPr id="29706" name="文本框 18439"/>
              <p:cNvSpPr txBox="1"/>
              <p:nvPr/>
            </p:nvSpPr>
            <p:spPr>
              <a:xfrm>
                <a:off x="0" y="774"/>
                <a:ext cx="311" cy="19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500</a:t>
                </a:r>
                <a:endParaRPr lang="en-US" altLang="zh-CN" sz="1600">
                  <a:solidFill>
                    <a:schemeClr val="tx1"/>
                  </a:solidFill>
                  <a:latin typeface="Times New Roman" panose="02020603050405020304" charset="0"/>
                  <a:ea typeface="宋体" panose="02010600030101010101" pitchFamily="2" charset="-122"/>
                </a:endParaRPr>
              </a:p>
            </p:txBody>
          </p:sp>
          <p:sp>
            <p:nvSpPr>
              <p:cNvPr id="29707" name="文本框 18440"/>
              <p:cNvSpPr txBox="1"/>
              <p:nvPr/>
            </p:nvSpPr>
            <p:spPr>
              <a:xfrm>
                <a:off x="0" y="1044"/>
                <a:ext cx="311" cy="19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599</a:t>
                </a:r>
                <a:endParaRPr lang="en-US" altLang="zh-CN" sz="1600">
                  <a:solidFill>
                    <a:schemeClr val="tx1"/>
                  </a:solidFill>
                  <a:latin typeface="Times New Roman" panose="02020603050405020304" charset="0"/>
                  <a:ea typeface="宋体" panose="02010600030101010101" pitchFamily="2" charset="-122"/>
                </a:endParaRPr>
              </a:p>
            </p:txBody>
          </p:sp>
          <p:sp>
            <p:nvSpPr>
              <p:cNvPr id="29708" name="文本框 18441"/>
              <p:cNvSpPr txBox="1"/>
              <p:nvPr/>
            </p:nvSpPr>
            <p:spPr>
              <a:xfrm>
                <a:off x="311" y="1238"/>
                <a:ext cx="932" cy="193"/>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程序地址空间</a:t>
                </a:r>
                <a:endParaRPr lang="zh-CN" altLang="en-US" sz="1600">
                  <a:solidFill>
                    <a:schemeClr val="tx1"/>
                  </a:solidFill>
                  <a:latin typeface="Times New Roman" panose="02020603050405020304" charset="0"/>
                  <a:ea typeface="宋体" panose="02010600030101010101" pitchFamily="2" charset="-122"/>
                </a:endParaRPr>
              </a:p>
            </p:txBody>
          </p:sp>
          <p:grpSp>
            <p:nvGrpSpPr>
              <p:cNvPr id="29709" name="组合 18442"/>
              <p:cNvGrpSpPr/>
              <p:nvPr/>
            </p:nvGrpSpPr>
            <p:grpSpPr>
              <a:xfrm>
                <a:off x="1632" y="0"/>
                <a:ext cx="1282" cy="1623"/>
                <a:chOff x="0" y="0"/>
                <a:chExt cx="1282" cy="1623"/>
              </a:xfrm>
            </p:grpSpPr>
            <p:sp>
              <p:nvSpPr>
                <p:cNvPr id="29710" name="文本框 18443"/>
                <p:cNvSpPr txBox="1"/>
                <p:nvPr/>
              </p:nvSpPr>
              <p:spPr>
                <a:xfrm>
                  <a:off x="422" y="116"/>
                  <a:ext cx="860" cy="1315"/>
                </a:xfrm>
                <a:prstGeom prst="rect">
                  <a:avLst/>
                </a:prstGeom>
                <a:solidFill>
                  <a:srgbClr val="FFFFCC"/>
                </a:solidFill>
                <a:ln w="9525" cap="flat" cmpd="sng">
                  <a:solidFill>
                    <a:schemeClr val="tx1"/>
                  </a:solidFill>
                  <a:prstDash val="solid"/>
                  <a:miter/>
                  <a:headEnd type="none" w="med" len="med"/>
                  <a:tailEnd type="none" w="med" len="med"/>
                </a:ln>
              </p:spPr>
              <p:txBody>
                <a:bodyPr anchor="t"/>
                <a:p>
                  <a:pPr lvl="0" algn="just"/>
                  <a:endParaRPr lang="zh-CN" altLang="en-US" sz="1600">
                    <a:solidFill>
                      <a:schemeClr val="tx1"/>
                    </a:solidFill>
                    <a:latin typeface="Times New Roman" panose="02020603050405020304" charset="0"/>
                    <a:ea typeface="宋体" panose="02010600030101010101" pitchFamily="2" charset="-122"/>
                  </a:endParaRPr>
                </a:p>
                <a:p>
                  <a:pPr lvl="0" algn="just"/>
                  <a:endParaRPr lang="zh-CN" altLang="en-US" sz="1600">
                    <a:solidFill>
                      <a:schemeClr val="tx1"/>
                    </a:solidFill>
                    <a:latin typeface="Times New Roman" panose="02020603050405020304" charset="0"/>
                    <a:ea typeface="宋体" panose="02010600030101010101" pitchFamily="2" charset="-122"/>
                  </a:endParaRPr>
                </a:p>
                <a:p>
                  <a:pPr lvl="0" algn="just">
                    <a:spcBef>
                      <a:spcPct val="20000"/>
                    </a:spcBef>
                  </a:pPr>
                  <a:r>
                    <a:rPr lang="en-US" altLang="zh-CN" sz="1600">
                      <a:solidFill>
                        <a:schemeClr val="tx1"/>
                      </a:solidFill>
                      <a:latin typeface="Times New Roman" panose="02020603050405020304" charset="0"/>
                      <a:ea typeface="宋体" panose="02010600030101010101" pitchFamily="2" charset="-122"/>
                    </a:rPr>
                    <a:t>mov  r</a:t>
                  </a:r>
                  <a:r>
                    <a:rPr lang="en-US" altLang="zh-CN" sz="1600" baseline="-25000">
                      <a:solidFill>
                        <a:schemeClr val="tx1"/>
                      </a:solidFill>
                      <a:latin typeface="Times New Roman" panose="02020603050405020304" charset="0"/>
                      <a:ea typeface="宋体" panose="02010600030101010101" pitchFamily="2" charset="-122"/>
                    </a:rPr>
                    <a:t>1</a:t>
                  </a:r>
                  <a:r>
                    <a:rPr lang="en-US" altLang="zh-CN" sz="1600">
                      <a:solidFill>
                        <a:schemeClr val="tx1"/>
                      </a:solidFill>
                      <a:latin typeface="Times New Roman" panose="02020603050405020304" charset="0"/>
                      <a:ea typeface="宋体" panose="02010600030101010101" pitchFamily="2" charset="-122"/>
                    </a:rPr>
                    <a:t>,[500]</a:t>
                  </a:r>
                  <a:endParaRPr lang="en-US" altLang="zh-CN" sz="1600">
                    <a:solidFill>
                      <a:schemeClr val="tx1"/>
                    </a:solidFill>
                    <a:latin typeface="Times New Roman" panose="02020603050405020304" charset="0"/>
                    <a:ea typeface="宋体" panose="02010600030101010101" pitchFamily="2" charset="-122"/>
                  </a:endParaRPr>
                </a:p>
                <a:p>
                  <a:pPr lvl="0" algn="just"/>
                  <a:endParaRPr lang="en-US" altLang="zh-CN" sz="1600">
                    <a:solidFill>
                      <a:schemeClr val="tx1"/>
                    </a:solidFill>
                    <a:latin typeface="Times New Roman" panose="02020603050405020304" charset="0"/>
                    <a:ea typeface="宋体" panose="02010600030101010101" pitchFamily="2" charset="-122"/>
                  </a:endParaRPr>
                </a:p>
                <a:p>
                  <a:pPr lvl="0" algn="just"/>
                  <a:r>
                    <a:rPr lang="en-US" altLang="zh-CN" sz="1600">
                      <a:solidFill>
                        <a:schemeClr val="tx1"/>
                      </a:solidFill>
                      <a:latin typeface="Times New Roman" panose="02020603050405020304" charset="0"/>
                      <a:ea typeface="宋体" panose="02010600030101010101" pitchFamily="2" charset="-122"/>
                    </a:rPr>
                    <a:t>123</a:t>
                  </a:r>
                  <a:endParaRPr lang="en-US" altLang="zh-CN" sz="1600">
                    <a:solidFill>
                      <a:schemeClr val="tx1"/>
                    </a:solidFill>
                    <a:latin typeface="Times New Roman" panose="02020603050405020304" charset="0"/>
                    <a:ea typeface="宋体" panose="02010600030101010101" pitchFamily="2" charset="-122"/>
                  </a:endParaRPr>
                </a:p>
              </p:txBody>
            </p:sp>
            <p:sp>
              <p:nvSpPr>
                <p:cNvPr id="29711" name="直接连接符 18444"/>
                <p:cNvSpPr/>
                <p:nvPr/>
              </p:nvSpPr>
              <p:spPr>
                <a:xfrm>
                  <a:off x="427" y="387"/>
                  <a:ext cx="85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29712" name="直接连接符 18445"/>
                <p:cNvSpPr/>
                <p:nvPr/>
              </p:nvSpPr>
              <p:spPr>
                <a:xfrm>
                  <a:off x="427" y="928"/>
                  <a:ext cx="85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29713" name="文本框 18446"/>
                <p:cNvSpPr txBox="1"/>
                <p:nvPr/>
              </p:nvSpPr>
              <p:spPr>
                <a:xfrm>
                  <a:off x="273" y="0"/>
                  <a:ext cx="192" cy="19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29714" name="文本框 18447"/>
                <p:cNvSpPr txBox="1"/>
                <p:nvPr/>
              </p:nvSpPr>
              <p:spPr>
                <a:xfrm>
                  <a:off x="116" y="271"/>
                  <a:ext cx="389" cy="19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1000</a:t>
                  </a:r>
                  <a:endParaRPr lang="en-US" altLang="zh-CN" sz="1600">
                    <a:solidFill>
                      <a:schemeClr val="tx1"/>
                    </a:solidFill>
                    <a:latin typeface="Times New Roman" panose="02020603050405020304" charset="0"/>
                    <a:ea typeface="宋体" panose="02010600030101010101" pitchFamily="2" charset="-122"/>
                  </a:endParaRPr>
                </a:p>
              </p:txBody>
            </p:sp>
            <p:sp>
              <p:nvSpPr>
                <p:cNvPr id="29715" name="文本框 18448"/>
                <p:cNvSpPr txBox="1"/>
                <p:nvPr/>
              </p:nvSpPr>
              <p:spPr>
                <a:xfrm>
                  <a:off x="116" y="425"/>
                  <a:ext cx="389" cy="19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1100</a:t>
                  </a:r>
                  <a:endParaRPr lang="en-US" altLang="zh-CN" sz="1600">
                    <a:solidFill>
                      <a:schemeClr val="tx1"/>
                    </a:solidFill>
                    <a:latin typeface="Times New Roman" panose="02020603050405020304" charset="0"/>
                    <a:ea typeface="宋体" panose="02010600030101010101" pitchFamily="2" charset="-122"/>
                  </a:endParaRPr>
                </a:p>
              </p:txBody>
            </p:sp>
            <p:sp>
              <p:nvSpPr>
                <p:cNvPr id="29716" name="文本框 18449"/>
                <p:cNvSpPr txBox="1"/>
                <p:nvPr/>
              </p:nvSpPr>
              <p:spPr>
                <a:xfrm>
                  <a:off x="116" y="683"/>
                  <a:ext cx="389" cy="19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1500</a:t>
                  </a:r>
                  <a:endParaRPr lang="en-US" altLang="zh-CN" sz="1600">
                    <a:solidFill>
                      <a:schemeClr val="tx1"/>
                    </a:solidFill>
                    <a:latin typeface="Times New Roman" panose="02020603050405020304" charset="0"/>
                    <a:ea typeface="宋体" panose="02010600030101010101" pitchFamily="2" charset="-122"/>
                  </a:endParaRPr>
                </a:p>
              </p:txBody>
            </p:sp>
            <p:sp>
              <p:nvSpPr>
                <p:cNvPr id="29717" name="文本框 18450"/>
                <p:cNvSpPr txBox="1"/>
                <p:nvPr/>
              </p:nvSpPr>
              <p:spPr>
                <a:xfrm>
                  <a:off x="116" y="830"/>
                  <a:ext cx="389" cy="19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1599</a:t>
                  </a:r>
                  <a:endParaRPr lang="en-US" altLang="zh-CN" sz="1600">
                    <a:solidFill>
                      <a:schemeClr val="tx1"/>
                    </a:solidFill>
                    <a:latin typeface="Times New Roman" panose="02020603050405020304" charset="0"/>
                    <a:ea typeface="宋体" panose="02010600030101010101" pitchFamily="2" charset="-122"/>
                  </a:endParaRPr>
                </a:p>
              </p:txBody>
            </p:sp>
            <p:sp>
              <p:nvSpPr>
                <p:cNvPr id="29718" name="文本框 18451"/>
                <p:cNvSpPr txBox="1"/>
                <p:nvPr/>
              </p:nvSpPr>
              <p:spPr>
                <a:xfrm>
                  <a:off x="0" y="1276"/>
                  <a:ext cx="505" cy="19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256k-1</a:t>
                  </a:r>
                  <a:endParaRPr lang="en-US" altLang="zh-CN" sz="1600">
                    <a:solidFill>
                      <a:schemeClr val="tx1"/>
                    </a:solidFill>
                    <a:latin typeface="Times New Roman" panose="02020603050405020304" charset="0"/>
                    <a:ea typeface="宋体" panose="02010600030101010101" pitchFamily="2" charset="-122"/>
                  </a:endParaRPr>
                </a:p>
              </p:txBody>
            </p:sp>
            <p:sp>
              <p:nvSpPr>
                <p:cNvPr id="29719" name="文本框 18452"/>
                <p:cNvSpPr txBox="1"/>
                <p:nvPr/>
              </p:nvSpPr>
              <p:spPr>
                <a:xfrm>
                  <a:off x="544" y="1430"/>
                  <a:ext cx="699" cy="193"/>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存储空间</a:t>
                  </a:r>
                  <a:endParaRPr lang="zh-CN" altLang="en-US" sz="1600">
                    <a:solidFill>
                      <a:schemeClr val="tx1"/>
                    </a:solidFill>
                    <a:latin typeface="Times New Roman" panose="02020603050405020304" charset="0"/>
                    <a:ea typeface="宋体" panose="02010600030101010101" pitchFamily="2" charset="-122"/>
                  </a:endParaRPr>
                </a:p>
              </p:txBody>
            </p:sp>
          </p:grpSp>
        </p:grpSp>
        <p:sp>
          <p:nvSpPr>
            <p:cNvPr id="18456" name="右箭头 18455"/>
            <p:cNvSpPr/>
            <p:nvPr/>
          </p:nvSpPr>
          <p:spPr>
            <a:xfrm>
              <a:off x="5845" y="7228"/>
              <a:ext cx="1853" cy="1078"/>
            </a:xfrm>
            <a:prstGeom prst="rightArrow">
              <a:avLst>
                <a:gd name="adj1" fmla="val 50000"/>
                <a:gd name="adj2" fmla="val 228571"/>
              </a:avLst>
            </a:prstGeom>
            <a:solidFill>
              <a:schemeClr val="accent1"/>
            </a:solidFill>
            <a:ln w="9525" cap="flat" cmpd="sng">
              <a:solidFill>
                <a:schemeClr val="tx1"/>
              </a:solidFill>
              <a:prstDash val="solid"/>
              <a:miter/>
              <a:headEnd type="none" w="med" len="med"/>
              <a:tailEnd type="none" w="med" len="med"/>
            </a:ln>
          </p:spPr>
          <p:txBody>
            <a:bodyPr wrap="square" anchor="ctr">
              <a:spAutoFit/>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8435" grpId="0" uiExpand="1" build="p"/>
      <p:bldP spid="1845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文本框 1945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9</a:t>
            </a:r>
            <a:endParaRPr lang="en-US" altLang="zh-CN" b="0">
              <a:solidFill>
                <a:schemeClr val="tx2"/>
              </a:solidFill>
              <a:latin typeface="Times New Roman" panose="02020603050405020304" charset="0"/>
              <a:ea typeface="宋体" panose="02010600030101010101" pitchFamily="2" charset="-122"/>
            </a:endParaRPr>
          </a:p>
        </p:txBody>
      </p:sp>
      <p:grpSp>
        <p:nvGrpSpPr>
          <p:cNvPr id="19460" name="组合 19459"/>
          <p:cNvGrpSpPr/>
          <p:nvPr/>
        </p:nvGrpSpPr>
        <p:grpSpPr>
          <a:xfrm>
            <a:off x="892175" y="3290570"/>
            <a:ext cx="7505700" cy="3186113"/>
            <a:chOff x="0" y="0"/>
            <a:chExt cx="3581" cy="2007"/>
          </a:xfrm>
        </p:grpSpPr>
        <p:sp>
          <p:nvSpPr>
            <p:cNvPr id="30724" name="文本框 19460"/>
            <p:cNvSpPr txBox="1"/>
            <p:nvPr/>
          </p:nvSpPr>
          <p:spPr>
            <a:xfrm>
              <a:off x="318" y="436"/>
              <a:ext cx="859" cy="1033"/>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endParaRPr lang="zh-CN" altLang="en-US" sz="1600">
                <a:solidFill>
                  <a:schemeClr val="tx1"/>
                </a:solidFill>
                <a:latin typeface="Times New Roman" panose="02020603050405020304" charset="0"/>
                <a:ea typeface="宋体" panose="02010600030101010101" pitchFamily="2" charset="-122"/>
              </a:endParaRPr>
            </a:p>
            <a:p>
              <a:pPr lvl="0" algn="just"/>
              <a:r>
                <a:rPr lang="en-US" altLang="zh-CN" sz="1600">
                  <a:solidFill>
                    <a:schemeClr val="tx1"/>
                  </a:solidFill>
                  <a:latin typeface="Times New Roman" panose="02020603050405020304" charset="0"/>
                  <a:ea typeface="宋体" panose="02010600030101010101" pitchFamily="2" charset="-122"/>
                </a:rPr>
                <a:t>mov r</a:t>
              </a:r>
              <a:r>
                <a:rPr lang="en-US" altLang="zh-CN" sz="1600" baseline="-25000">
                  <a:solidFill>
                    <a:schemeClr val="tx1"/>
                  </a:solidFill>
                  <a:latin typeface="Times New Roman" panose="02020603050405020304" charset="0"/>
                  <a:ea typeface="宋体" panose="02010600030101010101" pitchFamily="2" charset="-122"/>
                </a:rPr>
                <a:t>1</a:t>
              </a:r>
              <a:r>
                <a:rPr lang="en-US" altLang="zh-CN" sz="1600">
                  <a:solidFill>
                    <a:schemeClr val="tx1"/>
                  </a:solidFill>
                  <a:latin typeface="Times New Roman" panose="02020603050405020304" charset="0"/>
                  <a:ea typeface="宋体" panose="02010600030101010101" pitchFamily="2" charset="-122"/>
                </a:rPr>
                <a:t>,[500]</a:t>
              </a:r>
              <a:endParaRPr lang="en-US" altLang="zh-CN" sz="1600">
                <a:solidFill>
                  <a:schemeClr val="tx1"/>
                </a:solidFill>
                <a:latin typeface="Times New Roman" panose="02020603050405020304" charset="0"/>
                <a:ea typeface="宋体" panose="02010600030101010101" pitchFamily="2" charset="-122"/>
              </a:endParaRPr>
            </a:p>
            <a:p>
              <a:pPr lvl="0" algn="just"/>
              <a:endParaRPr lang="en-US" altLang="zh-CN" sz="1600">
                <a:solidFill>
                  <a:schemeClr val="tx1"/>
                </a:solidFill>
                <a:latin typeface="Times New Roman" panose="02020603050405020304" charset="0"/>
                <a:ea typeface="宋体" panose="02010600030101010101" pitchFamily="2" charset="-122"/>
              </a:endParaRPr>
            </a:p>
            <a:p>
              <a:pPr lvl="0" algn="just"/>
              <a:endParaRPr lang="en-US" altLang="zh-CN" sz="1600">
                <a:solidFill>
                  <a:schemeClr val="tx1"/>
                </a:solidFill>
                <a:latin typeface="Times New Roman" panose="02020603050405020304" charset="0"/>
                <a:ea typeface="宋体" panose="02010600030101010101" pitchFamily="2" charset="-122"/>
              </a:endParaRPr>
            </a:p>
          </p:txBody>
        </p:sp>
        <p:sp>
          <p:nvSpPr>
            <p:cNvPr id="30725" name="文本框 19461"/>
            <p:cNvSpPr txBox="1"/>
            <p:nvPr/>
          </p:nvSpPr>
          <p:spPr>
            <a:xfrm>
              <a:off x="2545" y="146"/>
              <a:ext cx="1036" cy="1649"/>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endParaRPr lang="zh-CN" altLang="en-US" sz="1600">
                <a:solidFill>
                  <a:schemeClr val="tx1"/>
                </a:solidFill>
                <a:latin typeface="Times New Roman" panose="02020603050405020304" charset="0"/>
                <a:ea typeface="宋体" panose="02010600030101010101" pitchFamily="2" charset="-122"/>
              </a:endParaRPr>
            </a:p>
            <a:p>
              <a:pPr lvl="0" algn="just"/>
              <a:endParaRPr lang="zh-CN" altLang="en-US" sz="1600">
                <a:solidFill>
                  <a:schemeClr val="tx1"/>
                </a:solidFill>
                <a:latin typeface="Times New Roman" panose="02020603050405020304" charset="0"/>
                <a:ea typeface="宋体" panose="02010600030101010101" pitchFamily="2" charset="-122"/>
              </a:endParaRPr>
            </a:p>
            <a:p>
              <a:pPr lvl="0" algn="just">
                <a:spcBef>
                  <a:spcPct val="20000"/>
                </a:spcBef>
              </a:pPr>
              <a:endParaRPr lang="zh-CN" altLang="en-US" sz="1600">
                <a:solidFill>
                  <a:schemeClr val="tx1"/>
                </a:solidFill>
                <a:latin typeface="Times New Roman" panose="02020603050405020304" charset="0"/>
                <a:ea typeface="宋体" panose="02010600030101010101" pitchFamily="2" charset="-122"/>
              </a:endParaRPr>
            </a:p>
            <a:p>
              <a:pPr lvl="0" algn="just">
                <a:spcBef>
                  <a:spcPct val="20000"/>
                </a:spcBef>
              </a:pPr>
              <a:r>
                <a:rPr lang="en-US" altLang="zh-CN" sz="1600">
                  <a:solidFill>
                    <a:schemeClr val="tx1"/>
                  </a:solidFill>
                  <a:latin typeface="Times New Roman" panose="02020603050405020304" charset="0"/>
                  <a:ea typeface="宋体" panose="02010600030101010101" pitchFamily="2" charset="-122"/>
                </a:rPr>
                <a:t>mov r</a:t>
              </a:r>
              <a:r>
                <a:rPr lang="en-US" altLang="zh-CN" sz="1600" baseline="-25000">
                  <a:solidFill>
                    <a:schemeClr val="tx1"/>
                  </a:solidFill>
                  <a:latin typeface="Times New Roman" panose="02020603050405020304" charset="0"/>
                  <a:ea typeface="宋体" panose="02010600030101010101" pitchFamily="2" charset="-122"/>
                </a:rPr>
                <a:t>1</a:t>
              </a:r>
              <a:r>
                <a:rPr lang="en-US" altLang="zh-CN" sz="1600">
                  <a:solidFill>
                    <a:schemeClr val="tx1"/>
                  </a:solidFill>
                  <a:latin typeface="Times New Roman" panose="02020603050405020304" charset="0"/>
                  <a:ea typeface="宋体" panose="02010600030101010101" pitchFamily="2" charset="-122"/>
                </a:rPr>
                <a:t>,[500+m]</a:t>
              </a:r>
              <a:endParaRPr lang="en-US" altLang="zh-CN" sz="1600">
                <a:solidFill>
                  <a:schemeClr val="tx1"/>
                </a:solidFill>
                <a:latin typeface="Times New Roman" panose="02020603050405020304" charset="0"/>
                <a:ea typeface="宋体" panose="02010600030101010101" pitchFamily="2" charset="-122"/>
              </a:endParaRPr>
            </a:p>
            <a:p>
              <a:pPr lvl="0" algn="just"/>
              <a:endParaRPr lang="en-US" altLang="zh-CN" sz="1600">
                <a:solidFill>
                  <a:schemeClr val="tx1"/>
                </a:solidFill>
                <a:latin typeface="Times New Roman" panose="02020603050405020304" charset="0"/>
                <a:ea typeface="宋体" panose="02010600030101010101" pitchFamily="2" charset="-122"/>
              </a:endParaRPr>
            </a:p>
            <a:p>
              <a:pPr lvl="0" algn="just"/>
              <a:endParaRPr lang="en-US" altLang="zh-CN" sz="1600">
                <a:solidFill>
                  <a:schemeClr val="tx1"/>
                </a:solidFill>
                <a:latin typeface="Times New Roman" panose="02020603050405020304" charset="0"/>
                <a:ea typeface="宋体" panose="02010600030101010101" pitchFamily="2" charset="-122"/>
              </a:endParaRPr>
            </a:p>
            <a:p>
              <a:pPr lvl="0" algn="just"/>
              <a:endParaRPr lang="en-US" altLang="zh-CN" sz="1600">
                <a:solidFill>
                  <a:schemeClr val="tx1"/>
                </a:solidFill>
                <a:latin typeface="Times New Roman" panose="02020603050405020304" charset="0"/>
                <a:ea typeface="宋体" panose="02010600030101010101" pitchFamily="2" charset="-122"/>
              </a:endParaRPr>
            </a:p>
          </p:txBody>
        </p:sp>
        <p:sp>
          <p:nvSpPr>
            <p:cNvPr id="30726" name="文本框 19462"/>
            <p:cNvSpPr txBox="1"/>
            <p:nvPr/>
          </p:nvSpPr>
          <p:spPr>
            <a:xfrm>
              <a:off x="146" y="291"/>
              <a:ext cx="215"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30727" name="文本框 19463"/>
            <p:cNvSpPr txBox="1"/>
            <p:nvPr/>
          </p:nvSpPr>
          <p:spPr>
            <a:xfrm>
              <a:off x="17" y="606"/>
              <a:ext cx="343"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100</a:t>
              </a:r>
              <a:endParaRPr lang="en-US" altLang="zh-CN" sz="1600">
                <a:solidFill>
                  <a:schemeClr val="tx1"/>
                </a:solidFill>
                <a:latin typeface="Times New Roman" panose="02020603050405020304" charset="0"/>
                <a:ea typeface="宋体" panose="02010600030101010101" pitchFamily="2" charset="-122"/>
              </a:endParaRPr>
            </a:p>
          </p:txBody>
        </p:sp>
        <p:sp>
          <p:nvSpPr>
            <p:cNvPr id="30728" name="文本框 19464"/>
            <p:cNvSpPr txBox="1"/>
            <p:nvPr/>
          </p:nvSpPr>
          <p:spPr>
            <a:xfrm>
              <a:off x="0" y="1008"/>
              <a:ext cx="343"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500</a:t>
              </a:r>
              <a:endParaRPr lang="en-US" altLang="zh-CN" sz="1600">
                <a:solidFill>
                  <a:schemeClr val="tx1"/>
                </a:solidFill>
                <a:latin typeface="Times New Roman" panose="02020603050405020304" charset="0"/>
                <a:ea typeface="宋体" panose="02010600030101010101" pitchFamily="2" charset="-122"/>
              </a:endParaRPr>
            </a:p>
          </p:txBody>
        </p:sp>
        <p:sp>
          <p:nvSpPr>
            <p:cNvPr id="30729" name="文本框 19465"/>
            <p:cNvSpPr txBox="1"/>
            <p:nvPr/>
          </p:nvSpPr>
          <p:spPr>
            <a:xfrm>
              <a:off x="9" y="1342"/>
              <a:ext cx="343"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599</a:t>
              </a:r>
              <a:endParaRPr lang="en-US" altLang="zh-CN" sz="1600">
                <a:solidFill>
                  <a:schemeClr val="tx1"/>
                </a:solidFill>
                <a:latin typeface="Times New Roman" panose="02020603050405020304" charset="0"/>
                <a:ea typeface="宋体" panose="02010600030101010101" pitchFamily="2" charset="-122"/>
              </a:endParaRPr>
            </a:p>
          </p:txBody>
        </p:sp>
        <p:sp>
          <p:nvSpPr>
            <p:cNvPr id="30730" name="文本框 19466"/>
            <p:cNvSpPr txBox="1"/>
            <p:nvPr/>
          </p:nvSpPr>
          <p:spPr>
            <a:xfrm>
              <a:off x="2379" y="0"/>
              <a:ext cx="214"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30731" name="文本框 19467"/>
            <p:cNvSpPr txBox="1"/>
            <p:nvPr/>
          </p:nvSpPr>
          <p:spPr>
            <a:xfrm>
              <a:off x="2352" y="329"/>
              <a:ext cx="258"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m</a:t>
              </a:r>
              <a:endParaRPr lang="en-US" altLang="zh-CN" sz="1600">
                <a:solidFill>
                  <a:schemeClr val="tx1"/>
                </a:solidFill>
                <a:latin typeface="Times New Roman" panose="02020603050405020304" charset="0"/>
                <a:ea typeface="宋体" panose="02010600030101010101" pitchFamily="2" charset="-122"/>
              </a:endParaRPr>
            </a:p>
          </p:txBody>
        </p:sp>
        <p:sp>
          <p:nvSpPr>
            <p:cNvPr id="30732" name="文本框 19468"/>
            <p:cNvSpPr txBox="1"/>
            <p:nvPr/>
          </p:nvSpPr>
          <p:spPr>
            <a:xfrm>
              <a:off x="2078" y="619"/>
              <a:ext cx="601"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m+100</a:t>
              </a:r>
              <a:endParaRPr lang="en-US" altLang="zh-CN" sz="1600">
                <a:solidFill>
                  <a:schemeClr val="tx1"/>
                </a:solidFill>
                <a:latin typeface="Times New Roman" panose="02020603050405020304" charset="0"/>
                <a:ea typeface="宋体" panose="02010600030101010101" pitchFamily="2" charset="-122"/>
              </a:endParaRPr>
            </a:p>
          </p:txBody>
        </p:sp>
        <p:sp>
          <p:nvSpPr>
            <p:cNvPr id="30733" name="文本框 19469"/>
            <p:cNvSpPr txBox="1"/>
            <p:nvPr/>
          </p:nvSpPr>
          <p:spPr>
            <a:xfrm>
              <a:off x="2078" y="1677"/>
              <a:ext cx="559"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256k-1</a:t>
              </a:r>
              <a:endParaRPr lang="en-US" altLang="zh-CN" sz="1600">
                <a:solidFill>
                  <a:schemeClr val="tx1"/>
                </a:solidFill>
                <a:latin typeface="Times New Roman" panose="02020603050405020304" charset="0"/>
                <a:ea typeface="宋体" panose="02010600030101010101" pitchFamily="2" charset="-122"/>
              </a:endParaRPr>
            </a:p>
          </p:txBody>
        </p:sp>
        <p:sp>
          <p:nvSpPr>
            <p:cNvPr id="30734" name="文本框 19470"/>
            <p:cNvSpPr txBox="1"/>
            <p:nvPr/>
          </p:nvSpPr>
          <p:spPr>
            <a:xfrm>
              <a:off x="318" y="1553"/>
              <a:ext cx="1030"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程序地址空间</a:t>
              </a:r>
              <a:endParaRPr lang="zh-CN" altLang="en-US" sz="1600">
                <a:solidFill>
                  <a:schemeClr val="tx1"/>
                </a:solidFill>
                <a:latin typeface="Times New Roman" panose="02020603050405020304" charset="0"/>
                <a:ea typeface="宋体" panose="02010600030101010101" pitchFamily="2" charset="-122"/>
              </a:endParaRPr>
            </a:p>
          </p:txBody>
        </p:sp>
        <p:sp>
          <p:nvSpPr>
            <p:cNvPr id="30735" name="文本框 19471"/>
            <p:cNvSpPr txBox="1"/>
            <p:nvPr/>
          </p:nvSpPr>
          <p:spPr>
            <a:xfrm>
              <a:off x="2679" y="1795"/>
              <a:ext cx="773"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存储空间</a:t>
              </a:r>
              <a:endParaRPr lang="zh-CN" altLang="en-US" sz="1600">
                <a:solidFill>
                  <a:schemeClr val="tx1"/>
                </a:solidFill>
                <a:latin typeface="Times New Roman" panose="02020603050405020304" charset="0"/>
                <a:ea typeface="宋体" panose="02010600030101010101" pitchFamily="2" charset="-122"/>
              </a:endParaRPr>
            </a:p>
          </p:txBody>
        </p:sp>
        <p:sp>
          <p:nvSpPr>
            <p:cNvPr id="30736" name="文本框 19472"/>
            <p:cNvSpPr txBox="1"/>
            <p:nvPr/>
          </p:nvSpPr>
          <p:spPr>
            <a:xfrm>
              <a:off x="2078" y="951"/>
              <a:ext cx="601"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m+500</a:t>
              </a:r>
              <a:endParaRPr lang="en-US" altLang="zh-CN" sz="1600">
                <a:solidFill>
                  <a:schemeClr val="tx1"/>
                </a:solidFill>
                <a:latin typeface="Times New Roman" panose="02020603050405020304" charset="0"/>
                <a:ea typeface="宋体" panose="02010600030101010101" pitchFamily="2" charset="-122"/>
              </a:endParaRPr>
            </a:p>
          </p:txBody>
        </p:sp>
        <p:sp>
          <p:nvSpPr>
            <p:cNvPr id="30737" name="直接连接符 19473"/>
            <p:cNvSpPr/>
            <p:nvPr/>
          </p:nvSpPr>
          <p:spPr>
            <a:xfrm>
              <a:off x="2550" y="445"/>
              <a:ext cx="103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0738" name="直接连接符 19474"/>
            <p:cNvSpPr/>
            <p:nvPr/>
          </p:nvSpPr>
          <p:spPr>
            <a:xfrm>
              <a:off x="2550" y="1286"/>
              <a:ext cx="103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0739" name="直接连接符 19475"/>
            <p:cNvSpPr/>
            <p:nvPr/>
          </p:nvSpPr>
          <p:spPr>
            <a:xfrm>
              <a:off x="1232" y="857"/>
              <a:ext cx="773" cy="0"/>
            </a:xfrm>
            <a:prstGeom prst="line">
              <a:avLst/>
            </a:prstGeom>
            <a:ln w="3810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0740" name="文本框 19476"/>
            <p:cNvSpPr txBox="1"/>
            <p:nvPr/>
          </p:nvSpPr>
          <p:spPr>
            <a:xfrm>
              <a:off x="1295" y="342"/>
              <a:ext cx="688" cy="381"/>
            </a:xfrm>
            <a:prstGeom prst="rect">
              <a:avLst/>
            </a:prstGeom>
            <a:noFill/>
            <a:ln w="9525">
              <a:noFill/>
              <a:miter/>
            </a:ln>
          </p:spPr>
          <p:txBody>
            <a:bodyPr anchor="t">
              <a:spAutoFit/>
            </a:bodyPr>
            <a:p>
              <a:pPr lvl="0">
                <a:spcBef>
                  <a:spcPct val="10000"/>
                </a:spcBef>
              </a:pPr>
              <a:r>
                <a:rPr lang="zh-CN" altLang="en-US" sz="1600">
                  <a:solidFill>
                    <a:schemeClr val="tx1"/>
                  </a:solidFill>
                  <a:latin typeface="Times New Roman" panose="02020603050405020304" charset="0"/>
                  <a:ea typeface="宋体" panose="02010600030101010101" pitchFamily="2" charset="-122"/>
                </a:rPr>
                <a:t>重定位</a:t>
              </a:r>
              <a:endParaRPr lang="zh-CN" altLang="en-US" sz="1600">
                <a:solidFill>
                  <a:schemeClr val="tx1"/>
                </a:solidFill>
                <a:latin typeface="Times New Roman" panose="02020603050405020304" charset="0"/>
                <a:ea typeface="宋体" panose="02010600030101010101" pitchFamily="2" charset="-122"/>
              </a:endParaRPr>
            </a:p>
            <a:p>
              <a:pPr lvl="0">
                <a:spcBef>
                  <a:spcPct val="10000"/>
                </a:spcBef>
              </a:pPr>
              <a:r>
                <a:rPr lang="zh-CN" altLang="en-US" sz="1600">
                  <a:solidFill>
                    <a:schemeClr val="tx1"/>
                  </a:solidFill>
                  <a:latin typeface="Times New Roman" panose="02020603050405020304" charset="0"/>
                  <a:ea typeface="宋体" panose="02010600030101010101" pitchFamily="2" charset="-122"/>
                </a:rPr>
                <a:t>装入程序</a:t>
              </a:r>
              <a:endParaRPr lang="zh-CN" altLang="en-US" sz="1600">
                <a:solidFill>
                  <a:schemeClr val="tx1"/>
                </a:solidFill>
                <a:latin typeface="Times New Roman" panose="02020603050405020304" charset="0"/>
                <a:ea typeface="宋体" panose="02010600030101010101" pitchFamily="2" charset="-122"/>
              </a:endParaRPr>
            </a:p>
          </p:txBody>
        </p:sp>
        <p:sp>
          <p:nvSpPr>
            <p:cNvPr id="30741" name="文本框 19477"/>
            <p:cNvSpPr txBox="1"/>
            <p:nvPr/>
          </p:nvSpPr>
          <p:spPr>
            <a:xfrm>
              <a:off x="311" y="1003"/>
              <a:ext cx="343"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123</a:t>
              </a:r>
              <a:endParaRPr lang="en-US" altLang="zh-CN" sz="1600">
                <a:solidFill>
                  <a:schemeClr val="tx1"/>
                </a:solidFill>
                <a:latin typeface="Times New Roman" panose="02020603050405020304" charset="0"/>
                <a:ea typeface="宋体" panose="02010600030101010101" pitchFamily="2" charset="-122"/>
              </a:endParaRPr>
            </a:p>
          </p:txBody>
        </p:sp>
        <p:sp>
          <p:nvSpPr>
            <p:cNvPr id="30742" name="文本框 19478"/>
            <p:cNvSpPr txBox="1"/>
            <p:nvPr/>
          </p:nvSpPr>
          <p:spPr>
            <a:xfrm>
              <a:off x="2549" y="951"/>
              <a:ext cx="343"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123</a:t>
              </a:r>
              <a:endParaRPr lang="en-US" altLang="zh-CN" sz="1600">
                <a:solidFill>
                  <a:schemeClr val="tx1"/>
                </a:solidFill>
                <a:latin typeface="Times New Roman" panose="02020603050405020304" charset="0"/>
                <a:ea typeface="宋体" panose="02010600030101010101" pitchFamily="2" charset="-122"/>
              </a:endParaRPr>
            </a:p>
          </p:txBody>
        </p:sp>
      </p:grpSp>
      <p:sp>
        <p:nvSpPr>
          <p:cNvPr id="19480" name="矩形 19479"/>
          <p:cNvSpPr/>
          <p:nvPr/>
        </p:nvSpPr>
        <p:spPr>
          <a:xfrm>
            <a:off x="177800" y="463550"/>
            <a:ext cx="8872538" cy="300609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a:t>
            </a:r>
            <a:r>
              <a:rPr lang="x-none" altLang="en-US" sz="2800" b="1" strike="noStrike" noProof="1">
                <a:solidFill>
                  <a:srgbClr val="A50021"/>
                </a:solidFill>
                <a:latin typeface="Times New Roman" panose="02020603050405020304" charset="0"/>
                <a:ea typeface="宋体" panose="02010600030101010101" pitchFamily="2" charset="-122"/>
                <a:cs typeface="+mn-ea"/>
              </a:rPr>
              <a:t>3</a:t>
            </a:r>
            <a:r>
              <a:rPr lang="en-US" altLang="zh-CN" sz="2800" b="1" strike="noStrike" noProof="1">
                <a:solidFill>
                  <a:srgbClr val="A50021"/>
                </a:solidFill>
                <a:latin typeface="Times New Roman" panose="02020603050405020304" charset="0"/>
                <a:ea typeface="宋体" panose="02010600030101010101" pitchFamily="2" charset="-122"/>
                <a:cs typeface="+mn-ea"/>
              </a:rPr>
              <a:t>) </a:t>
            </a:r>
            <a:r>
              <a:rPr lang="zh-CN" altLang="en-US" sz="2800" b="1" strike="noStrike" noProof="1">
                <a:solidFill>
                  <a:srgbClr val="A50021"/>
                </a:solidFill>
                <a:latin typeface="Times New Roman" panose="02020603050405020304" charset="0"/>
                <a:ea typeface="宋体" panose="02010600030101010101" pitchFamily="2" charset="-122"/>
                <a:cs typeface="+mn-ea"/>
              </a:rPr>
              <a:t>地址映射的时机和类别</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10000"/>
              </a:lnSpc>
              <a:spcBef>
                <a:spcPct val="20000"/>
              </a:spcBef>
              <a:buNone/>
            </a:pPr>
            <a:r>
              <a:rPr lang="zh-CN" altLang="en-US" sz="2400" b="1" strike="noStrike" noProof="1">
                <a:solidFill>
                  <a:srgbClr val="000099"/>
                </a:solidFill>
                <a:effectLst/>
                <a:latin typeface="宋体" panose="02010600030101010101" pitchFamily="2" charset="-122"/>
                <a:ea typeface="宋体" panose="02010600030101010101" pitchFamily="2" charset="-122"/>
                <a:cs typeface="+mn-ea"/>
              </a:rPr>
              <a:t>   ① </a:t>
            </a:r>
            <a:r>
              <a:rPr lang="zh-CN" altLang="en-US" sz="2400" b="1" strike="noStrike" noProof="1">
                <a:solidFill>
                  <a:srgbClr val="000099"/>
                </a:solidFill>
                <a:effectLst/>
                <a:latin typeface="Times New Roman" panose="02020603050405020304" charset="0"/>
                <a:ea typeface="宋体" panose="02010600030101010101" pitchFamily="2" charset="-122"/>
                <a:cs typeface="+mn-ea"/>
              </a:rPr>
              <a:t>编程或编译时确定地址映射关系</a:t>
            </a:r>
            <a:endParaRPr lang="zh-CN" altLang="en-US" sz="2400" b="1" strike="noStrike" noProof="1">
              <a:solidFill>
                <a:srgbClr val="000099"/>
              </a:solidFill>
              <a:effectLst/>
              <a:latin typeface="Times New Roman" panose="02020603050405020304" charset="0"/>
              <a:ea typeface="宋体" panose="02010600030101010101" pitchFamily="2" charset="-122"/>
            </a:endParaRPr>
          </a:p>
          <a:p>
            <a:pPr marL="533400" lvl="0" indent="-533400" fontAlgn="base">
              <a:lnSpc>
                <a:spcPct val="11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在程序编写或程序编译时确定虚、实地址之间的对应关系，结果 是一个不能浮动的程序模块。</a:t>
            </a:r>
            <a:endParaRPr lang="zh-CN" altLang="en-US" sz="2400" strike="noStrike" noProof="1">
              <a:solidFill>
                <a:schemeClr val="tx1"/>
              </a:solidFill>
              <a:effectLst/>
              <a:latin typeface="Times New Roman" panose="02020603050405020304" charset="0"/>
              <a:ea typeface="宋体" panose="02010600030101010101" pitchFamily="2" charset="-122"/>
              <a:cs typeface="+mn-ea"/>
            </a:endParaRPr>
          </a:p>
          <a:p>
            <a:pPr marL="914400" lvl="1" indent="-457200" fontAlgn="base">
              <a:lnSpc>
                <a:spcPct val="120000"/>
              </a:lnSpc>
              <a:buNone/>
            </a:pPr>
            <a:r>
              <a:rPr lang="zh-CN" altLang="en-US" sz="2400" b="1">
                <a:solidFill>
                  <a:srgbClr val="000099"/>
                </a:solidFill>
                <a:effectLst/>
                <a:latin typeface="Times New Roman" panose="02020603050405020304" charset="0"/>
                <a:cs typeface="+mn-cs"/>
                <a:sym typeface="+mn-ea"/>
              </a:rPr>
              <a:t>②</a:t>
            </a:r>
            <a:r>
              <a:rPr lang="zh-CN" altLang="en-US" sz="2400" b="1">
                <a:solidFill>
                  <a:srgbClr val="000099"/>
                </a:solidFill>
                <a:effectLst/>
                <a:latin typeface="宋体" panose="02010600030101010101" pitchFamily="2" charset="-122"/>
                <a:cs typeface="+mn-cs"/>
                <a:sym typeface="+mn-ea"/>
              </a:rPr>
              <a:t> </a:t>
            </a:r>
            <a:r>
              <a:rPr lang="zh-CN" altLang="en-US" sz="2400" b="1">
                <a:solidFill>
                  <a:srgbClr val="000099"/>
                </a:solidFill>
                <a:effectLst/>
                <a:latin typeface="Times New Roman" panose="02020603050405020304" charset="0"/>
                <a:cs typeface="+mn-cs"/>
                <a:sym typeface="+mn-ea"/>
              </a:rPr>
              <a:t>在程序装入时确定地址映射关系</a:t>
            </a:r>
            <a:r>
              <a:rPr lang="zh-CN" altLang="en-US" sz="2400" b="1">
                <a:solidFill>
                  <a:srgbClr val="000099"/>
                </a:solidFill>
                <a:latin typeface="Times New Roman" panose="02020603050405020304" charset="0"/>
                <a:cs typeface="+mn-cs"/>
                <a:sym typeface="+mn-ea"/>
              </a:rPr>
              <a:t> </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10000"/>
              </a:lnSpc>
              <a:spcBef>
                <a:spcPct val="20000"/>
              </a:spcBef>
              <a:buNone/>
            </a:pPr>
            <a:r>
              <a:rPr lang="zh-CN" altLang="en-US" sz="2400">
                <a:solidFill>
                  <a:schemeClr val="tx1"/>
                </a:solidFill>
                <a:effectLst/>
                <a:latin typeface="Times New Roman" panose="02020603050405020304" charset="0"/>
                <a:cs typeface="+mn-ea"/>
                <a:sym typeface="+mn-ea"/>
              </a:rPr>
              <a:t>在程序装入过程中随即进行的地址变换方式称为</a:t>
            </a:r>
            <a:r>
              <a:rPr lang="zh-CN" altLang="en-US" sz="2400" b="1">
                <a:solidFill>
                  <a:schemeClr val="tx1"/>
                </a:solidFill>
                <a:effectLst/>
                <a:latin typeface="Times New Roman" panose="02020603050405020304" charset="0"/>
                <a:cs typeface="+mn-ea"/>
                <a:sym typeface="+mn-ea"/>
              </a:rPr>
              <a:t>静态地址映射</a:t>
            </a:r>
            <a:r>
              <a:rPr lang="zh-CN" altLang="en-US" sz="2400">
                <a:solidFill>
                  <a:schemeClr val="tx1"/>
                </a:solidFill>
                <a:effectLst/>
                <a:latin typeface="Times New Roman" panose="02020603050405020304" charset="0"/>
                <a:cs typeface="+mn-ea"/>
                <a:sym typeface="+mn-ea"/>
              </a:rPr>
              <a:t>。</a:t>
            </a:r>
            <a:endParaRPr lang="zh-CN" altLang="en-US" sz="2400" strike="noStrike" noProof="1">
              <a:solidFill>
                <a:schemeClr val="tx1"/>
              </a:solidFill>
              <a:effectLst/>
              <a:latin typeface="Times New Roman" panose="02020603050405020304" charset="0"/>
              <a:ea typeface="宋体" panose="02010600030101010101" pitchFamily="2" charset="-122"/>
            </a:endParaRPr>
          </a:p>
        </p:txBody>
      </p:sp>
      <p:sp>
        <p:nvSpPr>
          <p:cNvPr id="19481" name="文本框 19480"/>
          <p:cNvSpPr txBox="1"/>
          <p:nvPr/>
        </p:nvSpPr>
        <p:spPr>
          <a:xfrm>
            <a:off x="2687638" y="6191250"/>
            <a:ext cx="2447925" cy="336550"/>
          </a:xfrm>
          <a:prstGeom prst="rect">
            <a:avLst/>
          </a:prstGeom>
          <a:noFill/>
          <a:ln w="9525">
            <a:noFill/>
            <a:miter/>
          </a:ln>
        </p:spPr>
        <p:txBody>
          <a:bodyPr anchor="t">
            <a:spAutoFit/>
          </a:bodyPr>
          <a:p>
            <a:pPr lvl="0">
              <a:spcBef>
                <a:spcPct val="30000"/>
              </a:spcBef>
            </a:pPr>
            <a:r>
              <a:rPr lang="zh-CN" altLang="en-US" sz="1600" b="0">
                <a:solidFill>
                  <a:schemeClr val="tx1"/>
                </a:solidFill>
                <a:latin typeface="Times New Roman" panose="02020603050405020304" charset="0"/>
                <a:ea typeface="宋体" panose="02010600030101010101" pitchFamily="2" charset="-122"/>
              </a:rPr>
              <a:t>静态地址重定位示意图</a:t>
            </a:r>
            <a:endParaRPr lang="zh-CN" altLang="en-US" sz="1600" b="0">
              <a:solidFill>
                <a:schemeClr val="tx1"/>
              </a:solidFill>
              <a:latin typeface="Times New Roman" panose="02020603050405020304" charset="0"/>
              <a:ea typeface="宋体" panose="02010600030101010101" pitchFamily="2" charset="-122"/>
            </a:endParaRPr>
          </a:p>
        </p:txBody>
      </p:sp>
      <p:sp>
        <p:nvSpPr>
          <p:cNvPr id="19482" name="矩形 19481"/>
          <p:cNvSpPr/>
          <p:nvPr/>
        </p:nvSpPr>
        <p:spPr>
          <a:xfrm>
            <a:off x="596900" y="8731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主存管理功能</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948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文本框 2048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10</a:t>
            </a:r>
            <a:endParaRPr lang="en-US" altLang="zh-CN" b="0">
              <a:solidFill>
                <a:schemeClr val="tx2"/>
              </a:solidFill>
              <a:latin typeface="Times New Roman" panose="02020603050405020304" charset="0"/>
              <a:ea typeface="宋体" panose="02010600030101010101" pitchFamily="2" charset="-122"/>
            </a:endParaRPr>
          </a:p>
        </p:txBody>
      </p:sp>
      <p:sp>
        <p:nvSpPr>
          <p:cNvPr id="20483" name="矩形 20482"/>
          <p:cNvSpPr/>
          <p:nvPr/>
        </p:nvSpPr>
        <p:spPr>
          <a:xfrm>
            <a:off x="244475" y="619125"/>
            <a:ext cx="8696325" cy="1554163"/>
          </a:xfrm>
          <a:prstGeom prst="rect">
            <a:avLst/>
          </a:prstGeom>
          <a:noFill/>
          <a:ln w="9525">
            <a:noFill/>
            <a:miter/>
          </a:ln>
        </p:spPr>
        <p:txBody>
          <a:bodyPr wrap="square" anchor="t">
            <a:spAutoFit/>
          </a:bodyPr>
          <a:p>
            <a:pPr marL="914400" lvl="1" indent="-457200" algn="l" eaLnBrk="1" fontAlgn="base" latinLnBrk="0" hangingPunct="1">
              <a:lnSpc>
                <a:spcPct val="120000"/>
              </a:lnSpc>
              <a:spcBef>
                <a:spcPct val="30000"/>
              </a:spcBef>
              <a:spcAft>
                <a:spcPct val="0"/>
              </a:spcAft>
              <a:buClr>
                <a:schemeClr val="tx2"/>
              </a:buClr>
              <a:buSzPct val="95000"/>
              <a:buFont typeface="Wingdings" panose="05000000000000000000" pitchFamily="2" charset="2"/>
              <a:buNone/>
            </a:pPr>
            <a:r>
              <a:rPr lang="zh-CN" altLang="en-US" sz="2400" u="none" baseline="0">
                <a:solidFill>
                  <a:srgbClr val="000099"/>
                </a:solidFill>
                <a:latin typeface="Times New Roman" panose="02020603050405020304" charset="0"/>
                <a:ea typeface="宋体" panose="02010600030101010101" pitchFamily="2" charset="-122"/>
              </a:rPr>
              <a:t>③ 在程序运行时确定地址映射关系 </a:t>
            </a:r>
            <a:endParaRPr lang="zh-CN" altLang="en-US" sz="2400" u="none" baseline="0">
              <a:solidFill>
                <a:srgbClr val="000099"/>
              </a:solidFill>
              <a:latin typeface="Times New Roman" panose="02020603050405020304" charset="0"/>
              <a:ea typeface="宋体" panose="02010600030101010101" pitchFamily="2" charset="-122"/>
            </a:endParaRPr>
          </a:p>
          <a:p>
            <a:pPr marL="533400" lvl="0" indent="-533400">
              <a:lnSpc>
                <a:spcPct val="120000"/>
              </a:lnSpc>
              <a:spcBef>
                <a:spcPct val="20000"/>
              </a:spcBef>
              <a:buClr>
                <a:schemeClr val="tx2"/>
              </a:buClr>
              <a:buSzPct val="95000"/>
              <a:buFont typeface="Wingdings" panose="05000000000000000000" pitchFamily="2" charset="2"/>
              <a:buNone/>
            </a:pPr>
            <a:r>
              <a:rPr lang="zh-CN" altLang="en-US" sz="2000" b="0">
                <a:solidFill>
                  <a:schemeClr val="tx1"/>
                </a:solidFill>
                <a:latin typeface="Times New Roman" panose="02020603050405020304" charset="0"/>
                <a:ea typeface="宋体" panose="02010600030101010101" pitchFamily="2" charset="-122"/>
              </a:rPr>
              <a:t>           </a:t>
            </a:r>
            <a:r>
              <a:rPr lang="zh-CN" altLang="en-US" sz="2400" b="0">
                <a:solidFill>
                  <a:schemeClr val="tx1"/>
                </a:solidFill>
                <a:latin typeface="Times New Roman" panose="02020603050405020304" charset="0"/>
                <a:ea typeface="宋体" panose="02010600030101010101" pitchFamily="2" charset="-122"/>
              </a:rPr>
              <a:t>在程序执行期间，随着每条指令和数据的访问自动地连续</a:t>
            </a:r>
            <a:endParaRPr lang="zh-CN" altLang="en-US" sz="2400" b="0">
              <a:solidFill>
                <a:schemeClr val="tx1"/>
              </a:solidFill>
              <a:latin typeface="Times New Roman" panose="02020603050405020304" charset="0"/>
              <a:ea typeface="宋体" panose="02010600030101010101" pitchFamily="2" charset="-122"/>
            </a:endParaRPr>
          </a:p>
          <a:p>
            <a:pPr marL="533400" lvl="0" indent="-533400">
              <a:lnSpc>
                <a:spcPct val="120000"/>
              </a:lnSpc>
              <a:spcBef>
                <a:spcPct val="20000"/>
              </a:spcBef>
              <a:buClr>
                <a:schemeClr val="tx2"/>
              </a:buClr>
              <a:buSzPct val="95000"/>
              <a:buFont typeface="Wingdings" panose="05000000000000000000" pitchFamily="2" charset="2"/>
              <a:buNone/>
            </a:pPr>
            <a:r>
              <a:rPr lang="zh-CN" altLang="en-US" sz="2400" b="0">
                <a:solidFill>
                  <a:schemeClr val="tx1"/>
                </a:solidFill>
                <a:latin typeface="Times New Roman" panose="02020603050405020304" charset="0"/>
                <a:ea typeface="宋体" panose="02010600030101010101" pitchFamily="2" charset="-122"/>
              </a:rPr>
              <a:t>         地进行地址映射，这种地址变换方式称为</a:t>
            </a:r>
            <a:r>
              <a:rPr lang="zh-CN" altLang="en-US" sz="2400">
                <a:solidFill>
                  <a:schemeClr val="tx1"/>
                </a:solidFill>
                <a:latin typeface="Times New Roman" panose="02020603050405020304" charset="0"/>
                <a:ea typeface="宋体" panose="02010600030101010101" pitchFamily="2" charset="-122"/>
              </a:rPr>
              <a:t>动态地址映射</a:t>
            </a:r>
            <a:r>
              <a:rPr lang="zh-CN" altLang="en-US" sz="2400" b="0">
                <a:solidFill>
                  <a:schemeClr val="tx1"/>
                </a:solidFill>
                <a:latin typeface="Times New Roman" panose="02020603050405020304" charset="0"/>
                <a:ea typeface="宋体" panose="02010600030101010101" pitchFamily="2" charset="-122"/>
              </a:rPr>
              <a:t>。</a:t>
            </a:r>
            <a:endParaRPr lang="zh-CN" altLang="en-US" sz="2400" b="0">
              <a:solidFill>
                <a:schemeClr val="tx1"/>
              </a:solidFill>
              <a:latin typeface="Times New Roman" panose="02020603050405020304" charset="0"/>
              <a:ea typeface="宋体" panose="02010600030101010101" pitchFamily="2" charset="-122"/>
            </a:endParaRPr>
          </a:p>
        </p:txBody>
      </p:sp>
      <p:grpSp>
        <p:nvGrpSpPr>
          <p:cNvPr id="20484" name="组合 20483"/>
          <p:cNvGrpSpPr/>
          <p:nvPr/>
        </p:nvGrpSpPr>
        <p:grpSpPr>
          <a:xfrm>
            <a:off x="379413" y="2441575"/>
            <a:ext cx="8369300" cy="3384550"/>
            <a:chOff x="0" y="0"/>
            <a:chExt cx="4230" cy="2131"/>
          </a:xfrm>
        </p:grpSpPr>
        <p:sp>
          <p:nvSpPr>
            <p:cNvPr id="31748" name="文本框 20484"/>
            <p:cNvSpPr txBox="1"/>
            <p:nvPr/>
          </p:nvSpPr>
          <p:spPr>
            <a:xfrm>
              <a:off x="1736" y="0"/>
              <a:ext cx="957" cy="212"/>
            </a:xfrm>
            <a:prstGeom prst="rect">
              <a:avLst/>
            </a:prstGeom>
            <a:noFill/>
            <a:ln w="9525">
              <a:noFill/>
              <a:miter/>
            </a:ln>
          </p:spPr>
          <p:txBody>
            <a:bodyPr anchor="t">
              <a:spAutoFit/>
            </a:bodyPr>
            <a:p>
              <a:pPr lvl="0">
                <a:spcBef>
                  <a:spcPct val="10000"/>
                </a:spcBef>
              </a:pPr>
              <a:r>
                <a:rPr lang="zh-CN" altLang="en-US" sz="1600">
                  <a:solidFill>
                    <a:schemeClr val="tx1"/>
                  </a:solidFill>
                  <a:latin typeface="Times New Roman" panose="02020603050405020304" charset="0"/>
                  <a:ea typeface="宋体" panose="02010600030101010101" pitchFamily="2" charset="-122"/>
                </a:rPr>
                <a:t>重定位寄存器</a:t>
              </a:r>
              <a:endParaRPr lang="zh-CN" altLang="en-US" sz="1600">
                <a:solidFill>
                  <a:schemeClr val="tx1"/>
                </a:solidFill>
                <a:latin typeface="Times New Roman" panose="02020603050405020304" charset="0"/>
                <a:ea typeface="宋体" panose="02010600030101010101" pitchFamily="2" charset="-122"/>
              </a:endParaRPr>
            </a:p>
          </p:txBody>
        </p:sp>
        <p:sp>
          <p:nvSpPr>
            <p:cNvPr id="31749" name="文本框 20485"/>
            <p:cNvSpPr txBox="1"/>
            <p:nvPr/>
          </p:nvSpPr>
          <p:spPr>
            <a:xfrm>
              <a:off x="1895" y="252"/>
              <a:ext cx="533" cy="211"/>
            </a:xfrm>
            <a:prstGeom prst="rect">
              <a:avLst/>
            </a:prstGeom>
            <a:noFill/>
            <a:ln w="9525" cap="flat" cmpd="sng">
              <a:solidFill>
                <a:schemeClr val="tx1"/>
              </a:solidFill>
              <a:prstDash val="solid"/>
              <a:miter/>
              <a:headEnd type="none" w="med" len="med"/>
              <a:tailEnd type="none" w="med" len="med"/>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1000</a:t>
              </a:r>
              <a:endParaRPr lang="en-US" altLang="zh-CN" sz="1600">
                <a:solidFill>
                  <a:schemeClr val="tx1"/>
                </a:solidFill>
                <a:latin typeface="Times New Roman" panose="02020603050405020304" charset="0"/>
                <a:ea typeface="宋体" panose="02010600030101010101" pitchFamily="2" charset="-122"/>
              </a:endParaRPr>
            </a:p>
          </p:txBody>
        </p:sp>
        <p:sp>
          <p:nvSpPr>
            <p:cNvPr id="31750" name="文本框 20486"/>
            <p:cNvSpPr txBox="1"/>
            <p:nvPr/>
          </p:nvSpPr>
          <p:spPr>
            <a:xfrm>
              <a:off x="1405" y="764"/>
              <a:ext cx="400" cy="211"/>
            </a:xfrm>
            <a:prstGeom prst="rect">
              <a:avLst/>
            </a:prstGeom>
            <a:noFill/>
            <a:ln w="9525" cap="flat" cmpd="sng">
              <a:solidFill>
                <a:schemeClr val="tx1"/>
              </a:solidFill>
              <a:prstDash val="solid"/>
              <a:miter/>
              <a:headEnd type="none" w="med" len="med"/>
              <a:tailEnd type="none" w="med" len="med"/>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500</a:t>
              </a:r>
              <a:endParaRPr lang="en-US" altLang="zh-CN" sz="1600">
                <a:solidFill>
                  <a:schemeClr val="tx1"/>
                </a:solidFill>
                <a:latin typeface="Times New Roman" panose="02020603050405020304" charset="0"/>
                <a:ea typeface="宋体" panose="02010600030101010101" pitchFamily="2" charset="-122"/>
              </a:endParaRPr>
            </a:p>
          </p:txBody>
        </p:sp>
        <p:sp>
          <p:nvSpPr>
            <p:cNvPr id="31751" name="文本框 20487"/>
            <p:cNvSpPr txBox="1"/>
            <p:nvPr/>
          </p:nvSpPr>
          <p:spPr>
            <a:xfrm>
              <a:off x="1324" y="994"/>
              <a:ext cx="683" cy="212"/>
            </a:xfrm>
            <a:prstGeom prst="rect">
              <a:avLst/>
            </a:prstGeom>
            <a:noFill/>
            <a:ln w="9525">
              <a:noFill/>
              <a:miter/>
            </a:ln>
          </p:spPr>
          <p:txBody>
            <a:bodyPr anchor="t">
              <a:spAutoFit/>
            </a:bodyPr>
            <a:p>
              <a:pPr lvl="0">
                <a:spcBef>
                  <a:spcPct val="10000"/>
                </a:spcBef>
              </a:pPr>
              <a:r>
                <a:rPr lang="zh-CN" altLang="en-US" sz="1600" b="0">
                  <a:solidFill>
                    <a:schemeClr val="tx1"/>
                  </a:solidFill>
                  <a:latin typeface="Times New Roman" panose="02020603050405020304" charset="0"/>
                  <a:ea typeface="宋体" panose="02010600030101010101" pitchFamily="2" charset="-122"/>
                </a:rPr>
                <a:t>逻辑地址</a:t>
              </a:r>
              <a:endParaRPr lang="zh-CN" altLang="en-US" sz="1600" b="0">
                <a:solidFill>
                  <a:schemeClr val="tx1"/>
                </a:solidFill>
                <a:latin typeface="Times New Roman" panose="02020603050405020304" charset="0"/>
                <a:ea typeface="宋体" panose="02010600030101010101" pitchFamily="2" charset="-122"/>
              </a:endParaRPr>
            </a:p>
          </p:txBody>
        </p:sp>
        <p:sp>
          <p:nvSpPr>
            <p:cNvPr id="31752" name="直接连接符 20488"/>
            <p:cNvSpPr/>
            <p:nvPr/>
          </p:nvSpPr>
          <p:spPr>
            <a:xfrm>
              <a:off x="1183" y="869"/>
              <a:ext cx="222" cy="0"/>
            </a:xfrm>
            <a:prstGeom prst="line">
              <a:avLst/>
            </a:prstGeom>
            <a:ln w="2857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1753" name="直接连接符 20489"/>
            <p:cNvSpPr/>
            <p:nvPr/>
          </p:nvSpPr>
          <p:spPr>
            <a:xfrm>
              <a:off x="2285" y="871"/>
              <a:ext cx="533" cy="0"/>
            </a:xfrm>
            <a:prstGeom prst="line">
              <a:avLst/>
            </a:prstGeom>
            <a:ln w="2857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1754" name="直接连接符 20490"/>
            <p:cNvSpPr/>
            <p:nvPr/>
          </p:nvSpPr>
          <p:spPr>
            <a:xfrm>
              <a:off x="1805" y="869"/>
              <a:ext cx="267" cy="0"/>
            </a:xfrm>
            <a:prstGeom prst="line">
              <a:avLst/>
            </a:prstGeom>
            <a:ln w="2857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1755" name="椭圆 20491"/>
            <p:cNvSpPr/>
            <p:nvPr/>
          </p:nvSpPr>
          <p:spPr>
            <a:xfrm>
              <a:off x="2063" y="763"/>
              <a:ext cx="200" cy="227"/>
            </a:xfrm>
            <a:prstGeom prst="ellipse">
              <a:avLst/>
            </a:prstGeom>
            <a:solidFill>
              <a:srgbClr val="FFFFFF"/>
            </a:solidFill>
            <a:ln w="9525" cap="flat" cmpd="sng">
              <a:solidFill>
                <a:srgbClr val="000000"/>
              </a:solidFill>
              <a:prstDash val="solid"/>
              <a:round/>
              <a:headEnd type="none" w="med" len="med"/>
              <a:tailEnd type="none" w="med" len="med"/>
            </a:ln>
          </p:spPr>
          <p:txBody>
            <a:bodyPr anchor="t"/>
            <a:p>
              <a:pPr lvl="0" algn="just"/>
              <a:r>
                <a:rPr lang="en-US" altLang="zh-CN" sz="1600">
                  <a:solidFill>
                    <a:schemeClr val="tx1"/>
                  </a:solidFill>
                  <a:latin typeface="Times New Roman" panose="02020603050405020304" charset="0"/>
                  <a:ea typeface="宋体" panose="02010600030101010101" pitchFamily="2" charset="-122"/>
                </a:rPr>
                <a:t>+</a:t>
              </a:r>
              <a:endParaRPr lang="en-US" altLang="zh-CN" sz="1600">
                <a:solidFill>
                  <a:schemeClr val="tx1"/>
                </a:solidFill>
                <a:latin typeface="Times New Roman" panose="02020603050405020304" charset="0"/>
                <a:ea typeface="宋体" panose="02010600030101010101" pitchFamily="2" charset="-122"/>
              </a:endParaRPr>
            </a:p>
          </p:txBody>
        </p:sp>
        <p:sp>
          <p:nvSpPr>
            <p:cNvPr id="31756" name="直接连接符 20492"/>
            <p:cNvSpPr/>
            <p:nvPr/>
          </p:nvSpPr>
          <p:spPr>
            <a:xfrm>
              <a:off x="2161" y="470"/>
              <a:ext cx="0" cy="312"/>
            </a:xfrm>
            <a:prstGeom prst="line">
              <a:avLst/>
            </a:prstGeom>
            <a:ln w="2857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1757" name="文本框 20493"/>
            <p:cNvSpPr txBox="1"/>
            <p:nvPr/>
          </p:nvSpPr>
          <p:spPr>
            <a:xfrm>
              <a:off x="2995" y="30"/>
              <a:ext cx="223"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31758" name="文本框 20494"/>
            <p:cNvSpPr txBox="1"/>
            <p:nvPr/>
          </p:nvSpPr>
          <p:spPr>
            <a:xfrm>
              <a:off x="3157" y="135"/>
              <a:ext cx="1073" cy="1766"/>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endParaRPr lang="zh-CN" altLang="en-US" sz="1600">
                <a:solidFill>
                  <a:schemeClr val="tx1"/>
                </a:solidFill>
                <a:latin typeface="Times New Roman" panose="02020603050405020304" charset="0"/>
                <a:ea typeface="宋体" panose="02010600030101010101" pitchFamily="2" charset="-122"/>
              </a:endParaRPr>
            </a:p>
            <a:p>
              <a:pPr lvl="0" algn="just"/>
              <a:r>
                <a:rPr lang="zh-CN" altLang="en-US" sz="1600">
                  <a:solidFill>
                    <a:schemeClr val="tx1"/>
                  </a:solidFill>
                  <a:latin typeface="Times New Roman" panose="02020603050405020304" charset="0"/>
                  <a:ea typeface="宋体" panose="02010600030101010101" pitchFamily="2" charset="-122"/>
                </a:rPr>
                <a:t> </a:t>
              </a:r>
              <a:endParaRPr lang="zh-CN" altLang="en-US" sz="1600">
                <a:solidFill>
                  <a:schemeClr val="tx1"/>
                </a:solidFill>
                <a:latin typeface="Times New Roman" panose="02020603050405020304" charset="0"/>
                <a:ea typeface="宋体" panose="02010600030101010101" pitchFamily="2" charset="-122"/>
              </a:endParaRPr>
            </a:p>
            <a:p>
              <a:pPr lvl="0" algn="just">
                <a:spcBef>
                  <a:spcPct val="30000"/>
                </a:spcBef>
              </a:pPr>
              <a:r>
                <a:rPr lang="en-US" altLang="zh-CN" sz="1600">
                  <a:solidFill>
                    <a:schemeClr val="tx1"/>
                  </a:solidFill>
                  <a:latin typeface="Times New Roman" panose="02020603050405020304" charset="0"/>
                  <a:ea typeface="宋体" panose="02010600030101010101" pitchFamily="2" charset="-122"/>
                </a:rPr>
                <a:t>mov  r</a:t>
              </a:r>
              <a:r>
                <a:rPr lang="en-US" altLang="zh-CN" sz="1600" baseline="-25000">
                  <a:solidFill>
                    <a:schemeClr val="tx1"/>
                  </a:solidFill>
                  <a:latin typeface="Times New Roman" panose="02020603050405020304" charset="0"/>
                  <a:ea typeface="宋体" panose="02010600030101010101" pitchFamily="2" charset="-122"/>
                </a:rPr>
                <a:t>1 </a:t>
              </a:r>
              <a:r>
                <a:rPr lang="en-US" altLang="zh-CN" sz="1600">
                  <a:solidFill>
                    <a:schemeClr val="tx1"/>
                  </a:solidFill>
                  <a:latin typeface="Times New Roman" panose="02020603050405020304" charset="0"/>
                  <a:ea typeface="宋体" panose="02010600030101010101" pitchFamily="2" charset="-122"/>
                </a:rPr>
                <a:t>, [500]</a:t>
              </a:r>
              <a:endParaRPr lang="en-US" altLang="zh-CN" sz="1600">
                <a:solidFill>
                  <a:schemeClr val="tx1"/>
                </a:solidFill>
                <a:latin typeface="Times New Roman" panose="02020603050405020304" charset="0"/>
                <a:ea typeface="宋体" panose="02010600030101010101" pitchFamily="2" charset="-122"/>
              </a:endParaRPr>
            </a:p>
            <a:p>
              <a:pPr lvl="0" algn="just"/>
              <a:endParaRPr lang="en-US" altLang="zh-CN" sz="1600">
                <a:solidFill>
                  <a:schemeClr val="tx1"/>
                </a:solidFill>
                <a:latin typeface="Times New Roman" panose="02020603050405020304" charset="0"/>
                <a:ea typeface="宋体" panose="02010600030101010101" pitchFamily="2" charset="-122"/>
              </a:endParaRPr>
            </a:p>
            <a:p>
              <a:pPr lvl="0" algn="just"/>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p:txBody>
        </p:sp>
        <p:sp>
          <p:nvSpPr>
            <p:cNvPr id="31759" name="文本框 20495"/>
            <p:cNvSpPr txBox="1"/>
            <p:nvPr/>
          </p:nvSpPr>
          <p:spPr>
            <a:xfrm>
              <a:off x="2806" y="250"/>
              <a:ext cx="387"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1000</a:t>
              </a:r>
              <a:endParaRPr lang="en-US" altLang="zh-CN" sz="1600">
                <a:solidFill>
                  <a:schemeClr val="tx1"/>
                </a:solidFill>
                <a:latin typeface="Times New Roman" panose="02020603050405020304" charset="0"/>
                <a:ea typeface="宋体" panose="02010600030101010101" pitchFamily="2" charset="-122"/>
              </a:endParaRPr>
            </a:p>
          </p:txBody>
        </p:sp>
        <p:sp>
          <p:nvSpPr>
            <p:cNvPr id="31760" name="文本框 20496"/>
            <p:cNvSpPr txBox="1"/>
            <p:nvPr/>
          </p:nvSpPr>
          <p:spPr>
            <a:xfrm>
              <a:off x="2704" y="1796"/>
              <a:ext cx="550"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256k-1</a:t>
              </a:r>
              <a:endParaRPr lang="en-US" altLang="zh-CN" sz="1600">
                <a:solidFill>
                  <a:schemeClr val="tx1"/>
                </a:solidFill>
                <a:latin typeface="Times New Roman" panose="02020603050405020304" charset="0"/>
                <a:ea typeface="宋体" panose="02010600030101010101" pitchFamily="2" charset="-122"/>
              </a:endParaRPr>
            </a:p>
          </p:txBody>
        </p:sp>
        <p:sp>
          <p:nvSpPr>
            <p:cNvPr id="31761" name="文本框 20497"/>
            <p:cNvSpPr txBox="1"/>
            <p:nvPr/>
          </p:nvSpPr>
          <p:spPr>
            <a:xfrm>
              <a:off x="3422" y="1919"/>
              <a:ext cx="728" cy="212"/>
            </a:xfrm>
            <a:prstGeom prst="rect">
              <a:avLst/>
            </a:prstGeom>
            <a:noFill/>
            <a:ln w="9525">
              <a:noFill/>
              <a:miter/>
            </a:ln>
          </p:spPr>
          <p:txBody>
            <a:bodyPr anchor="t">
              <a:spAutoFit/>
            </a:bodyPr>
            <a:p>
              <a:pPr lvl="0">
                <a:spcBef>
                  <a:spcPct val="50000"/>
                </a:spcBef>
              </a:pPr>
              <a:r>
                <a:rPr lang="zh-CN" altLang="en-US" sz="1600" b="0">
                  <a:solidFill>
                    <a:schemeClr val="tx1"/>
                  </a:solidFill>
                  <a:latin typeface="Times New Roman" panose="02020603050405020304" charset="0"/>
                  <a:ea typeface="宋体" panose="02010600030101010101" pitchFamily="2" charset="-122"/>
                </a:rPr>
                <a:t>存储空间</a:t>
              </a:r>
              <a:endParaRPr lang="zh-CN" altLang="en-US" sz="1600" b="0">
                <a:solidFill>
                  <a:schemeClr val="tx1"/>
                </a:solidFill>
                <a:latin typeface="Times New Roman" panose="02020603050405020304" charset="0"/>
                <a:ea typeface="宋体" panose="02010600030101010101" pitchFamily="2" charset="-122"/>
              </a:endParaRPr>
            </a:p>
          </p:txBody>
        </p:sp>
        <p:sp>
          <p:nvSpPr>
            <p:cNvPr id="31762" name="直接连接符 20498"/>
            <p:cNvSpPr/>
            <p:nvPr/>
          </p:nvSpPr>
          <p:spPr>
            <a:xfrm>
              <a:off x="3162" y="358"/>
              <a:ext cx="1068"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1763" name="直接连接符 20499"/>
            <p:cNvSpPr/>
            <p:nvPr/>
          </p:nvSpPr>
          <p:spPr>
            <a:xfrm>
              <a:off x="3162" y="1226"/>
              <a:ext cx="1068"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1764" name="文本框 20500"/>
            <p:cNvSpPr txBox="1"/>
            <p:nvPr/>
          </p:nvSpPr>
          <p:spPr>
            <a:xfrm>
              <a:off x="2806" y="476"/>
              <a:ext cx="406"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1100</a:t>
              </a:r>
              <a:endParaRPr lang="en-US" altLang="zh-CN" sz="1600">
                <a:solidFill>
                  <a:schemeClr val="tx1"/>
                </a:solidFill>
                <a:latin typeface="Times New Roman" panose="02020603050405020304" charset="0"/>
                <a:ea typeface="宋体" panose="02010600030101010101" pitchFamily="2" charset="-122"/>
              </a:endParaRPr>
            </a:p>
          </p:txBody>
        </p:sp>
        <p:sp>
          <p:nvSpPr>
            <p:cNvPr id="31765" name="文本框 20501"/>
            <p:cNvSpPr txBox="1"/>
            <p:nvPr/>
          </p:nvSpPr>
          <p:spPr>
            <a:xfrm>
              <a:off x="2805" y="748"/>
              <a:ext cx="397"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1500</a:t>
              </a:r>
              <a:endParaRPr lang="en-US" altLang="zh-CN" sz="1600">
                <a:solidFill>
                  <a:schemeClr val="tx1"/>
                </a:solidFill>
                <a:latin typeface="Times New Roman" panose="02020603050405020304" charset="0"/>
                <a:ea typeface="宋体" panose="02010600030101010101" pitchFamily="2" charset="-122"/>
              </a:endParaRPr>
            </a:p>
          </p:txBody>
        </p:sp>
        <p:sp>
          <p:nvSpPr>
            <p:cNvPr id="31766" name="文本框 20502"/>
            <p:cNvSpPr txBox="1"/>
            <p:nvPr/>
          </p:nvSpPr>
          <p:spPr>
            <a:xfrm>
              <a:off x="2805" y="1123"/>
              <a:ext cx="434"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1600</a:t>
              </a:r>
              <a:endParaRPr lang="en-US" altLang="zh-CN" sz="1600">
                <a:solidFill>
                  <a:schemeClr val="tx1"/>
                </a:solidFill>
                <a:latin typeface="Times New Roman" panose="02020603050405020304" charset="0"/>
                <a:ea typeface="宋体" panose="02010600030101010101" pitchFamily="2" charset="-122"/>
              </a:endParaRPr>
            </a:p>
          </p:txBody>
        </p:sp>
        <p:sp>
          <p:nvSpPr>
            <p:cNvPr id="31767" name="文本框 20503"/>
            <p:cNvSpPr txBox="1"/>
            <p:nvPr/>
          </p:nvSpPr>
          <p:spPr>
            <a:xfrm>
              <a:off x="3168" y="748"/>
              <a:ext cx="356"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123</a:t>
              </a:r>
              <a:endParaRPr lang="en-US" altLang="zh-CN" sz="1600">
                <a:solidFill>
                  <a:schemeClr val="tx1"/>
                </a:solidFill>
                <a:latin typeface="Times New Roman" panose="02020603050405020304" charset="0"/>
                <a:ea typeface="宋体" panose="02010600030101010101" pitchFamily="2" charset="-122"/>
              </a:endParaRPr>
            </a:p>
          </p:txBody>
        </p:sp>
        <p:sp>
          <p:nvSpPr>
            <p:cNvPr id="31768" name="文本框 20504"/>
            <p:cNvSpPr txBox="1"/>
            <p:nvPr/>
          </p:nvSpPr>
          <p:spPr>
            <a:xfrm>
              <a:off x="293" y="579"/>
              <a:ext cx="890" cy="1106"/>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endParaRPr lang="zh-CN" altLang="en-US" sz="1600">
                <a:solidFill>
                  <a:schemeClr val="tx1"/>
                </a:solidFill>
                <a:latin typeface="Times New Roman" panose="02020603050405020304" charset="0"/>
                <a:ea typeface="宋体" panose="02010600030101010101" pitchFamily="2" charset="-122"/>
              </a:endParaRPr>
            </a:p>
            <a:p>
              <a:pPr lvl="0" algn="just"/>
              <a:r>
                <a:rPr lang="en-US" altLang="zh-CN" sz="1600">
                  <a:solidFill>
                    <a:schemeClr val="tx1"/>
                  </a:solidFill>
                  <a:latin typeface="Times New Roman" panose="02020603050405020304" charset="0"/>
                  <a:ea typeface="宋体" panose="02010600030101010101" pitchFamily="2" charset="-122"/>
                </a:rPr>
                <a:t>mov r</a:t>
              </a:r>
              <a:r>
                <a:rPr lang="en-US" altLang="zh-CN" sz="1600" baseline="-25000">
                  <a:solidFill>
                    <a:schemeClr val="tx1"/>
                  </a:solidFill>
                  <a:latin typeface="Times New Roman" panose="02020603050405020304" charset="0"/>
                  <a:ea typeface="宋体" panose="02010600030101010101" pitchFamily="2" charset="-122"/>
                </a:rPr>
                <a:t>1</a:t>
              </a:r>
              <a:r>
                <a:rPr lang="en-US" altLang="zh-CN" sz="1600">
                  <a:solidFill>
                    <a:schemeClr val="tx1"/>
                  </a:solidFill>
                  <a:latin typeface="Times New Roman" panose="02020603050405020304" charset="0"/>
                  <a:ea typeface="宋体" panose="02010600030101010101" pitchFamily="2" charset="-122"/>
                </a:rPr>
                <a:t>,[500]</a:t>
              </a:r>
              <a:endParaRPr lang="en-US" altLang="zh-CN" sz="1600">
                <a:solidFill>
                  <a:schemeClr val="tx1"/>
                </a:solidFill>
                <a:latin typeface="Times New Roman" panose="02020603050405020304" charset="0"/>
                <a:ea typeface="宋体" panose="02010600030101010101" pitchFamily="2" charset="-122"/>
              </a:endParaRPr>
            </a:p>
            <a:p>
              <a:pPr lvl="0" algn="just"/>
              <a:endParaRPr lang="en-US" altLang="zh-CN" sz="1600">
                <a:solidFill>
                  <a:schemeClr val="tx1"/>
                </a:solidFill>
                <a:latin typeface="Times New Roman" panose="02020603050405020304" charset="0"/>
                <a:ea typeface="宋体" panose="02010600030101010101" pitchFamily="2" charset="-122"/>
              </a:endParaRPr>
            </a:p>
            <a:p>
              <a:pPr lvl="0" algn="just"/>
              <a:endParaRPr lang="en-US" altLang="zh-CN" sz="1600">
                <a:solidFill>
                  <a:schemeClr val="tx1"/>
                </a:solidFill>
                <a:latin typeface="Times New Roman" panose="02020603050405020304" charset="0"/>
                <a:ea typeface="宋体" panose="02010600030101010101" pitchFamily="2" charset="-122"/>
              </a:endParaRPr>
            </a:p>
          </p:txBody>
        </p:sp>
        <p:sp>
          <p:nvSpPr>
            <p:cNvPr id="31769" name="文本框 20505"/>
            <p:cNvSpPr txBox="1"/>
            <p:nvPr/>
          </p:nvSpPr>
          <p:spPr>
            <a:xfrm>
              <a:off x="115" y="423"/>
              <a:ext cx="222"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31770" name="文本框 20506"/>
            <p:cNvSpPr txBox="1"/>
            <p:nvPr/>
          </p:nvSpPr>
          <p:spPr>
            <a:xfrm>
              <a:off x="9" y="733"/>
              <a:ext cx="356"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100</a:t>
              </a:r>
              <a:endParaRPr lang="en-US" altLang="zh-CN" sz="1600">
                <a:solidFill>
                  <a:schemeClr val="tx1"/>
                </a:solidFill>
                <a:latin typeface="Times New Roman" panose="02020603050405020304" charset="0"/>
                <a:ea typeface="宋体" panose="02010600030101010101" pitchFamily="2" charset="-122"/>
              </a:endParaRPr>
            </a:p>
          </p:txBody>
        </p:sp>
        <p:sp>
          <p:nvSpPr>
            <p:cNvPr id="31771" name="文本框 20507"/>
            <p:cNvSpPr txBox="1"/>
            <p:nvPr/>
          </p:nvSpPr>
          <p:spPr>
            <a:xfrm>
              <a:off x="0" y="1131"/>
              <a:ext cx="356"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500</a:t>
              </a:r>
              <a:endParaRPr lang="en-US" altLang="zh-CN" sz="1600">
                <a:solidFill>
                  <a:schemeClr val="tx1"/>
                </a:solidFill>
                <a:latin typeface="Times New Roman" panose="02020603050405020304" charset="0"/>
                <a:ea typeface="宋体" panose="02010600030101010101" pitchFamily="2" charset="-122"/>
              </a:endParaRPr>
            </a:p>
          </p:txBody>
        </p:sp>
        <p:sp>
          <p:nvSpPr>
            <p:cNvPr id="31772" name="文本框 20508"/>
            <p:cNvSpPr txBox="1"/>
            <p:nvPr/>
          </p:nvSpPr>
          <p:spPr>
            <a:xfrm>
              <a:off x="0" y="1558"/>
              <a:ext cx="356"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599</a:t>
              </a:r>
              <a:endParaRPr lang="en-US" altLang="zh-CN" sz="1600">
                <a:solidFill>
                  <a:schemeClr val="tx1"/>
                </a:solidFill>
                <a:latin typeface="Times New Roman" panose="02020603050405020304" charset="0"/>
                <a:ea typeface="宋体" panose="02010600030101010101" pitchFamily="2" charset="-122"/>
              </a:endParaRPr>
            </a:p>
          </p:txBody>
        </p:sp>
        <p:sp>
          <p:nvSpPr>
            <p:cNvPr id="31773" name="文本框 20509"/>
            <p:cNvSpPr txBox="1"/>
            <p:nvPr/>
          </p:nvSpPr>
          <p:spPr>
            <a:xfrm>
              <a:off x="298" y="1698"/>
              <a:ext cx="931" cy="212"/>
            </a:xfrm>
            <a:prstGeom prst="rect">
              <a:avLst/>
            </a:prstGeom>
            <a:noFill/>
            <a:ln w="9525">
              <a:noFill/>
              <a:miter/>
            </a:ln>
          </p:spPr>
          <p:txBody>
            <a:bodyPr anchor="t">
              <a:spAutoFit/>
            </a:bodyPr>
            <a:p>
              <a:pPr lvl="0">
                <a:spcBef>
                  <a:spcPct val="50000"/>
                </a:spcBef>
              </a:pPr>
              <a:r>
                <a:rPr lang="zh-CN" altLang="en-US" sz="1600" b="0">
                  <a:solidFill>
                    <a:schemeClr val="tx1"/>
                  </a:solidFill>
                  <a:latin typeface="Times New Roman" panose="02020603050405020304" charset="0"/>
                  <a:ea typeface="宋体" panose="02010600030101010101" pitchFamily="2" charset="-122"/>
                </a:rPr>
                <a:t>程序地址空间</a:t>
              </a:r>
              <a:endParaRPr lang="zh-CN" altLang="en-US" sz="1600" b="0">
                <a:solidFill>
                  <a:schemeClr val="tx1"/>
                </a:solidFill>
                <a:latin typeface="Times New Roman" panose="02020603050405020304" charset="0"/>
                <a:ea typeface="宋体" panose="02010600030101010101" pitchFamily="2" charset="-122"/>
              </a:endParaRPr>
            </a:p>
          </p:txBody>
        </p:sp>
        <p:sp>
          <p:nvSpPr>
            <p:cNvPr id="31774" name="文本框 20510"/>
            <p:cNvSpPr txBox="1"/>
            <p:nvPr/>
          </p:nvSpPr>
          <p:spPr>
            <a:xfrm>
              <a:off x="296" y="1152"/>
              <a:ext cx="356"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123</a:t>
              </a:r>
              <a:endParaRPr lang="en-US" altLang="zh-CN" sz="1600">
                <a:solidFill>
                  <a:schemeClr val="tx1"/>
                </a:solidFill>
                <a:latin typeface="Times New Roman" panose="02020603050405020304" charset="0"/>
                <a:ea typeface="宋体" panose="02010600030101010101" pitchFamily="2" charset="-122"/>
              </a:endParaRPr>
            </a:p>
          </p:txBody>
        </p:sp>
      </p:grpSp>
      <p:sp>
        <p:nvSpPr>
          <p:cNvPr id="20512" name="文本框 20511"/>
          <p:cNvSpPr txBox="1"/>
          <p:nvPr/>
        </p:nvSpPr>
        <p:spPr>
          <a:xfrm>
            <a:off x="3481388" y="5859463"/>
            <a:ext cx="2447925" cy="336550"/>
          </a:xfrm>
          <a:prstGeom prst="rect">
            <a:avLst/>
          </a:prstGeom>
          <a:noFill/>
          <a:ln w="9525">
            <a:noFill/>
            <a:miter/>
          </a:ln>
        </p:spPr>
        <p:txBody>
          <a:bodyPr anchor="t">
            <a:spAutoFit/>
          </a:bodyPr>
          <a:p>
            <a:pPr lvl="0">
              <a:spcBef>
                <a:spcPct val="30000"/>
              </a:spcBef>
            </a:pPr>
            <a:r>
              <a:rPr lang="zh-CN" altLang="en-US" sz="1600" b="0">
                <a:solidFill>
                  <a:schemeClr val="tx1"/>
                </a:solidFill>
                <a:latin typeface="Times New Roman" panose="02020603050405020304" charset="0"/>
                <a:ea typeface="宋体" panose="02010600030101010101" pitchFamily="2" charset="-122"/>
              </a:rPr>
              <a:t>动态地址重定位示意图</a:t>
            </a:r>
            <a:endParaRPr lang="zh-CN" altLang="en-US" sz="1600" b="0">
              <a:solidFill>
                <a:schemeClr val="tx1"/>
              </a:solidFill>
              <a:latin typeface="Times New Roman" panose="02020603050405020304" charset="0"/>
              <a:ea typeface="宋体" panose="02010600030101010101" pitchFamily="2" charset="-122"/>
            </a:endParaRPr>
          </a:p>
        </p:txBody>
      </p:sp>
      <p:sp>
        <p:nvSpPr>
          <p:cNvPr id="20513" name="矩形 20512"/>
          <p:cNvSpPr/>
          <p:nvPr/>
        </p:nvSpPr>
        <p:spPr>
          <a:xfrm>
            <a:off x="596900" y="8731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主存管理功能</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20483" grpId="0" uiExpand="1" build="p"/>
      <p:bldP spid="2051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矩形 36865"/>
          <p:cNvSpPr/>
          <p:nvPr/>
        </p:nvSpPr>
        <p:spPr>
          <a:xfrm>
            <a:off x="206375" y="992505"/>
            <a:ext cx="8698230" cy="4064000"/>
          </a:xfrm>
          <a:prstGeom prst="rect">
            <a:avLst/>
          </a:prstGeom>
          <a:noFill/>
          <a:ln w="9525">
            <a:noFill/>
            <a:miter/>
          </a:ln>
        </p:spPr>
        <p:txBody>
          <a:bodyPr anchor="t"/>
          <a:p>
            <a:pPr marL="342900" lvl="0" indent="-342900" algn="just" fontAlgn="base">
              <a:spcBef>
                <a:spcPct val="20000"/>
              </a:spcBef>
              <a:buClr>
                <a:schemeClr val="bg2"/>
              </a:buClr>
              <a:buFont typeface="Monotype Sorts" pitchFamily="2" charset="2"/>
              <a:buNone/>
            </a:pPr>
            <a:r>
              <a:rPr lang="zh-CN" altLang="en-US" sz="2800" strike="noStrike" noProof="1">
                <a:latin typeface="Times New Roman" panose="02020603050405020304" charset="0"/>
                <a:ea typeface="宋体" panose="02010600030101010101" pitchFamily="2" charset="-122"/>
                <a:cs typeface="+mn-ea"/>
              </a:rPr>
              <a:t>动态地址映射</a:t>
            </a:r>
            <a:r>
              <a:rPr lang="x-none" altLang="zh-CN" sz="2800" strike="noStrike" noProof="1">
                <a:latin typeface="Times New Roman" panose="02020603050405020304" charset="0"/>
                <a:ea typeface="宋体" panose="02010600030101010101" pitchFamily="2" charset="-122"/>
                <a:cs typeface="+mn-ea"/>
              </a:rPr>
              <a:t>一般由硬件自动完成，变换快，比较灵活，</a:t>
            </a:r>
            <a:r>
              <a:rPr lang="zh-CN" altLang="en-US" sz="2800" strike="noStrike" noProof="1">
                <a:latin typeface="Times New Roman" panose="02020603050405020304" charset="0"/>
                <a:ea typeface="宋体" panose="02010600030101010101" pitchFamily="2" charset="-122"/>
                <a:cs typeface="+mn-ea"/>
              </a:rPr>
              <a:t>能满足以下目标：</a:t>
            </a:r>
            <a:endParaRPr lang="zh-CN" altLang="en-US" sz="2800" strike="noStrike" noProof="1">
              <a:latin typeface="Times New Roman" panose="02020603050405020304" charset="0"/>
              <a:ea typeface="宋体" panose="02010600030101010101" pitchFamily="2" charset="-122"/>
            </a:endParaRPr>
          </a:p>
          <a:p>
            <a:pPr marL="457200" lvl="0" indent="-457200" algn="just" fontAlgn="base">
              <a:spcBef>
                <a:spcPct val="20000"/>
              </a:spcBef>
              <a:buClr>
                <a:schemeClr val="bg2"/>
              </a:buClr>
              <a:buFont typeface="Wingdings" panose="05000000000000000000" pitchFamily="2" charset="2"/>
              <a:buChar char=""/>
            </a:pPr>
            <a:r>
              <a:rPr lang="x-none" altLang="zh-CN" sz="2400" strike="noStrike" noProof="1">
                <a:solidFill>
                  <a:schemeClr val="tx1"/>
                </a:solidFill>
                <a:latin typeface="Times New Roman" panose="02020603050405020304" charset="0"/>
                <a:ea typeface="宋体" panose="02010600030101010101" pitchFamily="2" charset="-122"/>
                <a:cs typeface="+mn-ea"/>
              </a:rPr>
              <a:t>1、</a:t>
            </a:r>
            <a:r>
              <a:rPr lang="zh-CN" altLang="en-US" sz="2400" strike="noStrike" noProof="1">
                <a:solidFill>
                  <a:schemeClr val="tx1"/>
                </a:solidFill>
                <a:latin typeface="Times New Roman" panose="02020603050405020304" charset="0"/>
                <a:ea typeface="宋体" panose="02010600030101010101" pitchFamily="2" charset="-122"/>
                <a:cs typeface="+mn-ea"/>
              </a:rPr>
              <a:t>具有给一个用户程序任意分配内存区的能力</a:t>
            </a:r>
            <a:r>
              <a:rPr lang="x-none" altLang="zh-CN" sz="2400" strike="noStrike" noProof="1">
                <a:solidFill>
                  <a:schemeClr val="tx1"/>
                </a:solidFill>
                <a:latin typeface="Times New Roman" panose="02020603050405020304" charset="0"/>
                <a:ea typeface="宋体" panose="02010600030101010101" pitchFamily="2" charset="-122"/>
                <a:cs typeface="+mn-ea"/>
              </a:rPr>
              <a:t>;</a:t>
            </a:r>
            <a:endParaRPr lang="x-none" altLang="zh-CN" sz="2400" strike="noStrike" noProof="1">
              <a:solidFill>
                <a:schemeClr val="tx1"/>
              </a:solidFill>
              <a:latin typeface="Times New Roman" panose="02020603050405020304" charset="0"/>
              <a:ea typeface="宋体" panose="02010600030101010101" pitchFamily="2" charset="-122"/>
              <a:cs typeface="+mn-ea"/>
            </a:endParaRPr>
          </a:p>
          <a:p>
            <a:pPr marL="457200" lvl="0" indent="-457200" algn="just" fontAlgn="base">
              <a:spcBef>
                <a:spcPct val="20000"/>
              </a:spcBef>
              <a:buClr>
                <a:schemeClr val="bg2"/>
              </a:buClr>
              <a:buFont typeface="Wingdings" panose="05000000000000000000" pitchFamily="2" charset="2"/>
              <a:buChar char=""/>
            </a:pPr>
            <a:r>
              <a:rPr lang="x-none" altLang="zh-CN" sz="2400" strike="noStrike" noProof="1">
                <a:solidFill>
                  <a:schemeClr val="tx1"/>
                </a:solidFill>
                <a:latin typeface="Times New Roman" panose="02020603050405020304" charset="0"/>
                <a:ea typeface="宋体" panose="02010600030101010101" pitchFamily="2" charset="-122"/>
                <a:cs typeface="+mn-ea"/>
              </a:rPr>
              <a:t>2、改变内存地址时，不需要修改用户程序;</a:t>
            </a:r>
            <a:endParaRPr lang="x-none" altLang="zh-CN" sz="2400" strike="noStrike" noProof="1">
              <a:solidFill>
                <a:schemeClr val="tx1"/>
              </a:solidFill>
              <a:latin typeface="Times New Roman" panose="02020603050405020304" charset="0"/>
              <a:ea typeface="宋体" panose="02010600030101010101" pitchFamily="2" charset="-122"/>
            </a:endParaRPr>
          </a:p>
          <a:p>
            <a:pPr marL="457200" lvl="0" indent="-457200" algn="just" fontAlgn="base">
              <a:spcBef>
                <a:spcPct val="20000"/>
              </a:spcBef>
              <a:buClr>
                <a:schemeClr val="bg2"/>
              </a:buClr>
              <a:buFont typeface="Wingdings" panose="05000000000000000000" pitchFamily="2" charset="2"/>
              <a:buChar char=""/>
            </a:pPr>
            <a:r>
              <a:rPr lang="x-none" altLang="zh-CN" sz="2400" strike="noStrike" noProof="1">
                <a:solidFill>
                  <a:schemeClr val="tx1"/>
                </a:solidFill>
                <a:latin typeface="Times New Roman" panose="02020603050405020304" charset="0"/>
                <a:ea typeface="宋体" panose="02010600030101010101" pitchFamily="2" charset="-122"/>
                <a:cs typeface="+mn-ea"/>
              </a:rPr>
              <a:t>3、</a:t>
            </a:r>
            <a:r>
              <a:rPr lang="zh-CN" altLang="en-US" sz="2400" strike="noStrike" noProof="1">
                <a:solidFill>
                  <a:schemeClr val="tx1"/>
                </a:solidFill>
                <a:latin typeface="Times New Roman" panose="02020603050405020304" charset="0"/>
                <a:ea typeface="宋体" panose="02010600030101010101" pitchFamily="2" charset="-122"/>
                <a:cs typeface="+mn-ea"/>
              </a:rPr>
              <a:t>具有重新分配的能力</a:t>
            </a:r>
            <a:r>
              <a:rPr lang="x-none" altLang="zh-CN" sz="2400" strike="noStrike" noProof="1">
                <a:solidFill>
                  <a:schemeClr val="tx1"/>
                </a:solidFill>
                <a:latin typeface="Times New Roman" panose="02020603050405020304" charset="0"/>
                <a:ea typeface="宋体" panose="02010600030101010101" pitchFamily="2" charset="-122"/>
                <a:cs typeface="+mn-ea"/>
              </a:rPr>
              <a:t>;</a:t>
            </a:r>
            <a:endParaRPr lang="x-none" altLang="zh-CN" sz="2400" strike="noStrike" noProof="1">
              <a:solidFill>
                <a:schemeClr val="tx1"/>
              </a:solidFill>
              <a:latin typeface="Times New Roman" panose="02020603050405020304" charset="0"/>
              <a:ea typeface="宋体" panose="02010600030101010101" pitchFamily="2" charset="-122"/>
              <a:cs typeface="+mn-ea"/>
            </a:endParaRPr>
          </a:p>
          <a:p>
            <a:pPr marL="457200" lvl="0" indent="-457200" algn="just" fontAlgn="base">
              <a:spcBef>
                <a:spcPct val="20000"/>
              </a:spcBef>
              <a:buClr>
                <a:schemeClr val="bg2"/>
              </a:buClr>
              <a:buFont typeface="Wingdings" panose="05000000000000000000" pitchFamily="2" charset="2"/>
              <a:buChar char=""/>
            </a:pPr>
            <a:r>
              <a:rPr lang="x-none" altLang="zh-CN" sz="2400" strike="noStrike" noProof="1">
                <a:solidFill>
                  <a:schemeClr val="tx1"/>
                </a:solidFill>
                <a:latin typeface="Times New Roman" panose="02020603050405020304" charset="0"/>
                <a:ea typeface="宋体" panose="02010600030101010101" pitchFamily="2" charset="-122"/>
                <a:cs typeface="+mn-ea"/>
              </a:rPr>
              <a:t>4、具有以间断方式分配主存的能力;</a:t>
            </a:r>
            <a:endParaRPr lang="x-none" altLang="zh-CN" sz="2400" strike="noStrike" noProof="1">
              <a:solidFill>
                <a:schemeClr val="tx1"/>
              </a:solidFill>
              <a:latin typeface="Times New Roman" panose="02020603050405020304" charset="0"/>
              <a:ea typeface="宋体" panose="02010600030101010101" pitchFamily="2" charset="-122"/>
              <a:cs typeface="+mn-ea"/>
            </a:endParaRPr>
          </a:p>
          <a:p>
            <a:pPr marL="457200" lvl="0" indent="-457200" algn="just" fontAlgn="base">
              <a:spcBef>
                <a:spcPct val="20000"/>
              </a:spcBef>
              <a:buClr>
                <a:schemeClr val="bg2"/>
              </a:buClr>
              <a:buFont typeface="Wingdings" panose="05000000000000000000" pitchFamily="2" charset="2"/>
              <a:buChar char=""/>
            </a:pPr>
            <a:r>
              <a:rPr lang="x-none" altLang="zh-CN" sz="2400" strike="noStrike" noProof="1">
                <a:solidFill>
                  <a:schemeClr val="tx1"/>
                </a:solidFill>
                <a:latin typeface="Times New Roman" panose="02020603050405020304" charset="0"/>
                <a:ea typeface="宋体" panose="02010600030101010101" pitchFamily="2" charset="-122"/>
                <a:cs typeface="+mn-ea"/>
              </a:rPr>
              <a:t>5、具有只装入部分代码即可运行的能力;</a:t>
            </a:r>
            <a:endParaRPr lang="x-none" altLang="zh-CN" sz="3200" strike="noStrike" noProof="1">
              <a:solidFill>
                <a:schemeClr val="tx1"/>
              </a:solidFill>
              <a:latin typeface="Times New Roman" panose="02020603050405020304" charset="0"/>
              <a:ea typeface="宋体" panose="02010600030101010101" pitchFamily="2" charset="-122"/>
              <a:cs typeface="+mn-ea"/>
            </a:endParaRPr>
          </a:p>
          <a:p>
            <a:pPr marL="342900" lvl="0" indent="-342900" algn="just" fontAlgn="base">
              <a:spcBef>
                <a:spcPct val="20000"/>
              </a:spcBef>
              <a:buClr>
                <a:schemeClr val="bg2"/>
              </a:buClr>
              <a:buFont typeface="Monotype Sorts" pitchFamily="2" charset="2"/>
              <a:buChar char="§"/>
            </a:pPr>
            <a:endParaRPr lang="x-none" altLang="zh-CN" sz="3200" strike="noStrike" noProof="1">
              <a:solidFill>
                <a:schemeClr val="tx1"/>
              </a:solidFill>
              <a:latin typeface="Times New Roman" panose="02020603050405020304" charset="0"/>
              <a:ea typeface="宋体" panose="02010600030101010101" pitchFamily="2"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6866"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标题 37889"/>
          <p:cNvSpPr>
            <a:spLocks noGrp="1"/>
          </p:cNvSpPr>
          <p:nvPr>
            <p:ph type="title"/>
          </p:nvPr>
        </p:nvSpPr>
        <p:spPr>
          <a:xfrm>
            <a:off x="363538" y="650875"/>
            <a:ext cx="8393113" cy="695325"/>
          </a:xfrm>
        </p:spPr>
        <p:txBody>
          <a:bodyPr anchor="b">
            <a:spAutoFit/>
          </a:bodyPr>
          <a:p>
            <a:pPr fontAlgn="base"/>
            <a:r>
              <a:rPr lang="zh-CN" altLang="en-US" sz="4000" strike="noStrike" noProof="1">
                <a:solidFill>
                  <a:srgbClr val="800000"/>
                </a:solidFill>
              </a:rPr>
              <a:t>静态映射与动态映射的区别</a:t>
            </a:r>
            <a:endParaRPr lang="zh-CN" altLang="en-US" sz="4000" strike="noStrike" noProof="1">
              <a:solidFill>
                <a:srgbClr val="800000"/>
              </a:solidFill>
            </a:endParaRPr>
          </a:p>
        </p:txBody>
      </p:sp>
      <p:graphicFrame>
        <p:nvGraphicFramePr>
          <p:cNvPr id="37891" name="表格 37890"/>
          <p:cNvGraphicFramePr/>
          <p:nvPr/>
        </p:nvGraphicFramePr>
        <p:xfrm>
          <a:off x="685800" y="1484313"/>
          <a:ext cx="7772400" cy="4726305"/>
        </p:xfrm>
        <a:graphic>
          <a:graphicData uri="http://schemas.openxmlformats.org/drawingml/2006/table">
            <a:tbl>
              <a:tblPr/>
              <a:tblGrid>
                <a:gridCol w="3886200"/>
                <a:gridCol w="3886200"/>
              </a:tblGrid>
              <a:tr h="752475">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zh-CN" altLang="en-US" sz="2800" b="1">
                          <a:solidFill>
                            <a:srgbClr val="FF3300"/>
                          </a:solidFill>
                        </a:rPr>
                        <a:t>静态地址映射</a:t>
                      </a:r>
                      <a:endParaRPr lang="zh-CN" altLang="en-US" sz="2800" b="1">
                        <a:solidFill>
                          <a:srgbClr val="FF3300"/>
                        </a:solidFill>
                      </a:endParaRPr>
                    </a:p>
                  </a:txBody>
                  <a:tcPr vert="horz"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zh-CN" altLang="en-US" sz="2800" b="1">
                          <a:solidFill>
                            <a:srgbClr val="FF3300"/>
                          </a:solidFill>
                        </a:rPr>
                        <a:t>动态地址映射</a:t>
                      </a:r>
                      <a:endParaRPr lang="zh-CN" altLang="en-US" sz="2800" b="1">
                        <a:solidFill>
                          <a:srgbClr val="FF3300"/>
                        </a:solidFill>
                      </a:endParaRPr>
                    </a:p>
                  </a:txBody>
                  <a:tcPr vert="horz"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1179830">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zh-CN" altLang="en-US" sz="2400" b="1"/>
                        <a:t>在作业装入过程中</a:t>
                      </a:r>
                      <a:endParaRPr lang="zh-CN" altLang="en-US" sz="2400" b="1"/>
                    </a:p>
                    <a:p>
                      <a:pPr marL="0" lvl="0" indent="0" algn="ctr">
                        <a:buNone/>
                      </a:pPr>
                      <a:r>
                        <a:rPr lang="zh-CN" altLang="en-US" sz="2400" b="1"/>
                        <a:t>进行地址映射 </a:t>
                      </a:r>
                      <a:endParaRPr lang="zh-CN" altLang="en-US" sz="2400" b="1"/>
                    </a:p>
                  </a:txBody>
                  <a:tcPr vert="horz"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zh-CN" altLang="en-US" sz="2400" b="1"/>
                        <a:t>在程序执行期间</a:t>
                      </a:r>
                      <a:endParaRPr lang="zh-CN" altLang="en-US" sz="2400" b="1"/>
                    </a:p>
                    <a:p>
                      <a:pPr marL="0" lvl="0" indent="0" algn="ctr">
                        <a:buNone/>
                      </a:pPr>
                      <a:r>
                        <a:rPr lang="zh-CN" altLang="en-US" sz="2400" b="1"/>
                        <a:t>进行地址映射</a:t>
                      </a:r>
                      <a:endParaRPr lang="zh-CN" altLang="en-US" sz="2400" b="1"/>
                    </a:p>
                  </a:txBody>
                  <a:tcPr vert="horz"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1285875">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zh-CN" altLang="en-US" sz="2400" b="1">
                          <a:sym typeface="Symbol" panose="05050102010706020507" pitchFamily="18" charset="2"/>
                        </a:rPr>
                        <a:t>需软件</a:t>
                      </a:r>
                      <a:endParaRPr lang="zh-CN" altLang="en-US" sz="2400" b="1">
                        <a:sym typeface="Symbol" panose="05050102010706020507" pitchFamily="18" charset="2"/>
                      </a:endParaRPr>
                    </a:p>
                    <a:p>
                      <a:pPr marL="0" lvl="0" indent="0" algn="ctr">
                        <a:buNone/>
                      </a:pPr>
                      <a:r>
                        <a:rPr lang="zh-CN" altLang="en-US" sz="2400" b="1">
                          <a:sym typeface="Symbol" panose="05050102010706020507" pitchFamily="18" charset="2"/>
                        </a:rPr>
                        <a:t>重定位装入程序 </a:t>
                      </a:r>
                      <a:endParaRPr lang="zh-CN" altLang="en-US" sz="2400" b="1">
                        <a:sym typeface="Symbol" panose="05050102010706020507" pitchFamily="18" charset="2"/>
                      </a:endParaRPr>
                    </a:p>
                  </a:txBody>
                  <a:tcPr vert="horz"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zh-CN" altLang="en-US" sz="2400" b="1">
                          <a:sym typeface="Symbol" panose="05050102010706020507" pitchFamily="18" charset="2"/>
                        </a:rPr>
                        <a:t>需硬件地址变换机构</a:t>
                      </a:r>
                      <a:endParaRPr lang="zh-CN" altLang="en-US" sz="2400" b="1">
                        <a:sym typeface="Symbol" panose="05050102010706020507" pitchFamily="18" charset="2"/>
                      </a:endParaRPr>
                    </a:p>
                    <a:p>
                      <a:pPr marL="0" lvl="0" indent="0" algn="ctr">
                        <a:buNone/>
                      </a:pPr>
                      <a:r>
                        <a:rPr lang="zh-CN" altLang="en-US" sz="2400" b="1">
                          <a:sym typeface="Symbol" panose="05050102010706020507" pitchFamily="18" charset="2"/>
                        </a:rPr>
                        <a:t>（重定位寄存器）</a:t>
                      </a:r>
                      <a:endParaRPr lang="zh-CN" altLang="en-US" sz="2400" b="1">
                        <a:sym typeface="Symbol" panose="05050102010706020507" pitchFamily="18" charset="2"/>
                      </a:endParaRPr>
                    </a:p>
                  </a:txBody>
                  <a:tcPr vert="horz"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760412">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zh-CN" altLang="en-US" sz="2400" b="1">
                          <a:sym typeface="Symbol" panose="05050102010706020507" pitchFamily="18" charset="2"/>
                        </a:rPr>
                        <a:t>需花费较多</a:t>
                      </a:r>
                      <a:r>
                        <a:rPr lang="en-US" altLang="zh-CN" sz="2400" b="1">
                          <a:sym typeface="Symbol" panose="05050102010706020507" pitchFamily="18" charset="2"/>
                        </a:rPr>
                        <a:t>CPU</a:t>
                      </a:r>
                      <a:r>
                        <a:rPr lang="zh-CN" altLang="en-US" sz="2400" b="1">
                          <a:sym typeface="Symbol" panose="05050102010706020507" pitchFamily="18" charset="2"/>
                        </a:rPr>
                        <a:t>时间</a:t>
                      </a:r>
                      <a:endParaRPr lang="zh-CN" altLang="en-US" sz="2400" b="1">
                        <a:sym typeface="Symbol" panose="05050102010706020507" pitchFamily="18" charset="2"/>
                      </a:endParaRPr>
                    </a:p>
                  </a:txBody>
                  <a:tcPr vert="horz"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zh-CN" altLang="en-US" sz="2400" b="1">
                          <a:sym typeface="Symbol" panose="05050102010706020507" pitchFamily="18" charset="2"/>
                        </a:rPr>
                        <a:t>地址变换快</a:t>
                      </a:r>
                      <a:endParaRPr lang="zh-CN" altLang="en-US" sz="2400" b="1">
                        <a:sym typeface="Symbol" panose="05050102010706020507" pitchFamily="18" charset="2"/>
                      </a:endParaRPr>
                    </a:p>
                  </a:txBody>
                  <a:tcPr vert="horz"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747713">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zh-CN" altLang="en-US" sz="2400" b="1">
                          <a:sym typeface="Symbol" panose="05050102010706020507" pitchFamily="18" charset="2"/>
                        </a:rPr>
                        <a:t>不灵活</a:t>
                      </a:r>
                      <a:endParaRPr lang="zh-CN" altLang="en-US" sz="2400" b="1">
                        <a:sym typeface="Symbol" panose="05050102010706020507" pitchFamily="18" charset="2"/>
                      </a:endParaRPr>
                    </a:p>
                  </a:txBody>
                  <a:tcPr vert="horz"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zh-CN" altLang="en-US" sz="2400" b="1">
                          <a:sym typeface="Symbol" panose="05050102010706020507" pitchFamily="18" charset="2"/>
                        </a:rPr>
                        <a:t>灵活</a:t>
                      </a:r>
                      <a:endParaRPr lang="zh-CN" altLang="en-US" sz="2400" b="1">
                        <a:sym typeface="Symbol" panose="05050102010706020507" pitchFamily="18" charset="2"/>
                      </a:endParaRPr>
                    </a:p>
                  </a:txBody>
                  <a:tcPr vert="horz"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标题 38913"/>
          <p:cNvSpPr>
            <a:spLocks noGrp="1"/>
          </p:cNvSpPr>
          <p:nvPr>
            <p:ph type="title"/>
          </p:nvPr>
        </p:nvSpPr>
        <p:spPr>
          <a:xfrm>
            <a:off x="685800" y="539750"/>
            <a:ext cx="7772400" cy="800100"/>
          </a:xfrm>
        </p:spPr>
        <p:txBody>
          <a:bodyPr anchor="b">
            <a:spAutoFit/>
          </a:bodyPr>
          <a:p>
            <a:pPr fontAlgn="base"/>
            <a:r>
              <a:rPr lang="zh-CN" altLang="en-US" sz="4000" strike="noStrike" noProof="1">
                <a:solidFill>
                  <a:srgbClr val="800000"/>
                </a:solidFill>
                <a:effectLst/>
              </a:rPr>
              <a:t>存储保护</a:t>
            </a:r>
            <a:r>
              <a:rPr lang="zh-CN" altLang="en-US" strike="noStrike" noProof="1">
                <a:solidFill>
                  <a:srgbClr val="800000"/>
                </a:solidFill>
              </a:rPr>
              <a:t> </a:t>
            </a:r>
            <a:endParaRPr lang="zh-CN" altLang="en-US" strike="noStrike" noProof="1">
              <a:solidFill>
                <a:srgbClr val="800000"/>
              </a:solidFill>
            </a:endParaRPr>
          </a:p>
        </p:txBody>
      </p:sp>
      <p:sp>
        <p:nvSpPr>
          <p:cNvPr id="38915" name="内容占位符 38914"/>
          <p:cNvSpPr>
            <a:spLocks noGrp="1"/>
          </p:cNvSpPr>
          <p:nvPr>
            <p:ph idx="1"/>
          </p:nvPr>
        </p:nvSpPr>
        <p:spPr>
          <a:xfrm>
            <a:off x="685800" y="1371600"/>
            <a:ext cx="7772400" cy="3819525"/>
          </a:xfrm>
        </p:spPr>
        <p:txBody>
          <a:bodyPr anchor="t">
            <a:spAutoFit/>
          </a:bodyPr>
          <a:p>
            <a:pPr fontAlgn="base">
              <a:lnSpc>
                <a:spcPct val="120000"/>
              </a:lnSpc>
              <a:buNone/>
            </a:pPr>
            <a:r>
              <a:rPr lang="en-US" altLang="zh-CN" sz="3600" b="1" strike="noStrike" noProof="1">
                <a:solidFill>
                  <a:schemeClr val="tx1"/>
                </a:solidFill>
                <a:effectLst/>
              </a:rPr>
              <a:t>1. </a:t>
            </a:r>
            <a:r>
              <a:rPr lang="zh-CN" altLang="en-US" sz="3600" b="1" strike="noStrike" noProof="1">
                <a:solidFill>
                  <a:schemeClr val="tx1"/>
                </a:solidFill>
                <a:effectLst/>
              </a:rPr>
              <a:t>什么是存储保护</a:t>
            </a:r>
            <a:endParaRPr lang="zh-CN" altLang="en-US" sz="3600" b="1" strike="noStrike" noProof="1">
              <a:solidFill>
                <a:schemeClr val="tx1"/>
              </a:solidFill>
              <a:effectLst/>
            </a:endParaRPr>
          </a:p>
          <a:p>
            <a:pPr fontAlgn="base">
              <a:lnSpc>
                <a:spcPct val="120000"/>
              </a:lnSpc>
              <a:buNone/>
            </a:pPr>
            <a:r>
              <a:rPr lang="zh-CN" altLang="en-US" strike="noStrike" noProof="1">
                <a:solidFill>
                  <a:schemeClr val="tx1"/>
                </a:solidFill>
                <a:effectLst/>
              </a:rPr>
              <a:t> 	在多用户环境中，主存储器按区分配给各用户程序使用。为了互不影响，必须由硬件（软件配合）保证每道程序只能在给定的存储区域内活动，这种措施叫做存储保护。</a:t>
            </a:r>
            <a:endParaRPr lang="zh-CN" altLang="en-US" strike="noStrike" noProof="1">
              <a:solidFill>
                <a:schemeClr val="tx1"/>
              </a:solidFill>
              <a:effectLst/>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8915"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文本框 2969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16</a:t>
            </a:r>
            <a:endParaRPr lang="en-US" altLang="zh-CN" b="0">
              <a:solidFill>
                <a:schemeClr val="tx2"/>
              </a:solidFill>
              <a:latin typeface="Times New Roman" panose="02020603050405020304" charset="0"/>
              <a:ea typeface="宋体" panose="02010600030101010101" pitchFamily="2" charset="-122"/>
            </a:endParaRPr>
          </a:p>
        </p:txBody>
      </p:sp>
      <p:sp>
        <p:nvSpPr>
          <p:cNvPr id="29699" name="矩形 29698"/>
          <p:cNvSpPr/>
          <p:nvPr/>
        </p:nvSpPr>
        <p:spPr>
          <a:xfrm>
            <a:off x="657225" y="758825"/>
            <a:ext cx="8375650" cy="1554163"/>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zh-CN" altLang="en-US" sz="2400" strike="noStrike" noProof="1" dirty="0">
                <a:solidFill>
                  <a:srgbClr val="800000"/>
                </a:solidFill>
                <a:latin typeface="Arial" panose="02080604020202020204" pitchFamily="34" charset="0"/>
                <a:ea typeface="宋体" panose="02010600030101010101" pitchFamily="2" charset="-122"/>
                <a:cs typeface="+mn-ea"/>
                <a:sym typeface="+mn-ea"/>
              </a:rPr>
              <a:t>存储保护方法</a:t>
            </a:r>
            <a:endParaRPr lang="zh-CN" altLang="en-US" sz="2400" b="1"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b="1" strike="noStrike" noProof="1">
                <a:solidFill>
                  <a:srgbClr val="000099"/>
                </a:solidFill>
                <a:latin typeface="Times New Roman" panose="02020603050405020304" charset="0"/>
                <a:ea typeface="宋体" panose="02010600030101010101" pitchFamily="2" charset="-122"/>
                <a:cs typeface="+mn-ea"/>
              </a:rPr>
              <a:t> ① 上下界防护</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例：程序大小为</a:t>
            </a:r>
            <a:r>
              <a:rPr lang="en-US" altLang="zh-CN" sz="2400" strike="noStrike" noProof="1">
                <a:solidFill>
                  <a:schemeClr val="tx1"/>
                </a:solidFill>
                <a:latin typeface="Times New Roman" panose="02020603050405020304" charset="0"/>
                <a:ea typeface="宋体" panose="02010600030101010101" pitchFamily="2" charset="-122"/>
                <a:cs typeface="+mn-ea"/>
              </a:rPr>
              <a:t>4KB</a:t>
            </a:r>
            <a:r>
              <a:rPr lang="zh-CN" altLang="en-US" sz="2400" strike="noStrike" noProof="1">
                <a:solidFill>
                  <a:schemeClr val="tx1"/>
                </a:solidFill>
                <a:latin typeface="Times New Roman" panose="02020603050405020304" charset="0"/>
                <a:ea typeface="宋体" panose="02010600030101010101" pitchFamily="2" charset="-122"/>
                <a:cs typeface="+mn-ea"/>
              </a:rPr>
              <a:t>，主存首址为</a:t>
            </a:r>
            <a:r>
              <a:rPr lang="en-US" altLang="zh-CN" sz="2400" strike="noStrike" noProof="1">
                <a:solidFill>
                  <a:schemeClr val="tx1"/>
                </a:solidFill>
                <a:latin typeface="Times New Roman" panose="02020603050405020304" charset="0"/>
                <a:ea typeface="宋体" panose="02010600030101010101" pitchFamily="2" charset="-122"/>
                <a:cs typeface="+mn-ea"/>
              </a:rPr>
              <a:t>20KB</a:t>
            </a:r>
            <a:r>
              <a:rPr lang="zh-CN" altLang="en-US" sz="2400" strike="noStrike" noProof="1">
                <a:solidFill>
                  <a:schemeClr val="tx1"/>
                </a:solidFill>
                <a:latin typeface="Times New Roman" panose="02020603050405020304" charset="0"/>
                <a:ea typeface="宋体" panose="02010600030101010101" pitchFamily="2" charset="-122"/>
                <a:cs typeface="+mn-ea"/>
              </a:rPr>
              <a:t>。</a:t>
            </a:r>
            <a:endParaRPr lang="zh-CN" altLang="en-US" sz="2400" strike="noStrike" noProof="1">
              <a:solidFill>
                <a:schemeClr val="tx1"/>
              </a:solidFill>
              <a:latin typeface="Times New Roman" panose="02020603050405020304" charset="0"/>
              <a:ea typeface="宋体" panose="02010600030101010101" pitchFamily="2" charset="-122"/>
            </a:endParaRPr>
          </a:p>
        </p:txBody>
      </p:sp>
      <p:grpSp>
        <p:nvGrpSpPr>
          <p:cNvPr id="29700" name="组合 29699"/>
          <p:cNvGrpSpPr/>
          <p:nvPr/>
        </p:nvGrpSpPr>
        <p:grpSpPr>
          <a:xfrm>
            <a:off x="962025" y="2535238"/>
            <a:ext cx="3403600" cy="3252787"/>
            <a:chOff x="0" y="0"/>
            <a:chExt cx="1545" cy="2049"/>
          </a:xfrm>
        </p:grpSpPr>
        <p:sp>
          <p:nvSpPr>
            <p:cNvPr id="35844" name="文本框 29700"/>
            <p:cNvSpPr txBox="1"/>
            <p:nvPr/>
          </p:nvSpPr>
          <p:spPr>
            <a:xfrm>
              <a:off x="596" y="148"/>
              <a:ext cx="945" cy="1671"/>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endParaRPr lang="zh-CN" altLang="en-US" sz="1600">
                <a:solidFill>
                  <a:schemeClr val="tx1"/>
                </a:solidFill>
                <a:latin typeface="Times New Roman" panose="02020603050405020304" charset="0"/>
                <a:ea typeface="宋体" panose="02010600030101010101" pitchFamily="2" charset="-122"/>
              </a:endParaRPr>
            </a:p>
            <a:p>
              <a:pPr lvl="0" algn="just"/>
              <a:endParaRPr lang="zh-CN" altLang="en-US" sz="1600">
                <a:solidFill>
                  <a:schemeClr val="tx1"/>
                </a:solidFill>
                <a:latin typeface="Times New Roman" panose="02020603050405020304" charset="0"/>
                <a:ea typeface="宋体" panose="02010600030101010101" pitchFamily="2" charset="-122"/>
              </a:endParaRPr>
            </a:p>
            <a:p>
              <a:pPr lvl="0" algn="just">
                <a:spcBef>
                  <a:spcPct val="20000"/>
                </a:spcBef>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mov  r</a:t>
              </a:r>
              <a:r>
                <a:rPr lang="en-US" altLang="zh-CN" sz="1600" baseline="-25000">
                  <a:solidFill>
                    <a:schemeClr val="tx1"/>
                  </a:solidFill>
                  <a:latin typeface="Times New Roman" panose="02020603050405020304" charset="0"/>
                  <a:ea typeface="宋体" panose="02010600030101010101" pitchFamily="2" charset="-122"/>
                </a:rPr>
                <a:t>1 </a:t>
              </a:r>
              <a:r>
                <a:rPr lang="en-US" altLang="zh-CN" sz="1600">
                  <a:solidFill>
                    <a:schemeClr val="tx1"/>
                  </a:solidFill>
                  <a:latin typeface="Times New Roman" panose="02020603050405020304" charset="0"/>
                  <a:ea typeface="宋体" panose="02010600030101010101" pitchFamily="2" charset="-122"/>
                </a:rPr>
                <a:t>, [500]</a:t>
              </a:r>
              <a:endParaRPr lang="en-US" altLang="zh-CN" sz="1600">
                <a:solidFill>
                  <a:schemeClr val="tx1"/>
                </a:solidFill>
                <a:latin typeface="Times New Roman" panose="02020603050405020304" charset="0"/>
                <a:ea typeface="宋体" panose="02010600030101010101" pitchFamily="2" charset="-122"/>
              </a:endParaRPr>
            </a:p>
            <a:p>
              <a:pPr lvl="0" algn="just"/>
              <a:endParaRPr lang="en-US" altLang="zh-CN" sz="1600">
                <a:solidFill>
                  <a:schemeClr val="tx1"/>
                </a:solidFill>
                <a:latin typeface="Times New Roman" panose="02020603050405020304" charset="0"/>
                <a:ea typeface="宋体" panose="02010600030101010101" pitchFamily="2" charset="-122"/>
              </a:endParaRPr>
            </a:p>
            <a:p>
              <a:pPr lvl="0" algn="just"/>
              <a:r>
                <a:rPr lang="en-US" altLang="zh-CN" sz="1600">
                  <a:solidFill>
                    <a:schemeClr val="tx1"/>
                  </a:solidFill>
                  <a:latin typeface="Times New Roman" panose="02020603050405020304" charset="0"/>
                  <a:ea typeface="宋体" panose="02010600030101010101" pitchFamily="2" charset="-122"/>
                </a:rPr>
                <a:t> 123</a:t>
              </a:r>
              <a:endParaRPr lang="en-US" altLang="zh-CN" sz="1600">
                <a:solidFill>
                  <a:schemeClr val="tx1"/>
                </a:solidFill>
                <a:latin typeface="Times New Roman" panose="02020603050405020304" charset="0"/>
                <a:ea typeface="宋体" panose="02010600030101010101" pitchFamily="2" charset="-122"/>
              </a:endParaRPr>
            </a:p>
          </p:txBody>
        </p:sp>
        <p:sp>
          <p:nvSpPr>
            <p:cNvPr id="35845" name="文本框 29701"/>
            <p:cNvSpPr txBox="1"/>
            <p:nvPr/>
          </p:nvSpPr>
          <p:spPr>
            <a:xfrm>
              <a:off x="426" y="0"/>
              <a:ext cx="173"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35846" name="文本框 29702"/>
            <p:cNvSpPr txBox="1"/>
            <p:nvPr/>
          </p:nvSpPr>
          <p:spPr>
            <a:xfrm>
              <a:off x="209" y="332"/>
              <a:ext cx="506"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20KB</a:t>
              </a:r>
              <a:endParaRPr lang="en-US" altLang="zh-CN" sz="1600">
                <a:solidFill>
                  <a:schemeClr val="tx1"/>
                </a:solidFill>
                <a:latin typeface="Times New Roman" panose="02020603050405020304" charset="0"/>
                <a:ea typeface="宋体" panose="02010600030101010101" pitchFamily="2" charset="-122"/>
              </a:endParaRPr>
            </a:p>
          </p:txBody>
        </p:sp>
        <p:sp>
          <p:nvSpPr>
            <p:cNvPr id="35847" name="文本框 29703"/>
            <p:cNvSpPr txBox="1"/>
            <p:nvPr/>
          </p:nvSpPr>
          <p:spPr>
            <a:xfrm>
              <a:off x="0" y="1677"/>
              <a:ext cx="688"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256KB-1</a:t>
              </a:r>
              <a:endParaRPr lang="en-US" altLang="zh-CN" sz="1600">
                <a:solidFill>
                  <a:schemeClr val="tx1"/>
                </a:solidFill>
                <a:latin typeface="Times New Roman" panose="02020603050405020304" charset="0"/>
                <a:ea typeface="宋体" panose="02010600030101010101" pitchFamily="2" charset="-122"/>
              </a:endParaRPr>
            </a:p>
          </p:txBody>
        </p:sp>
        <p:sp>
          <p:nvSpPr>
            <p:cNvPr id="35848" name="文本框 29704"/>
            <p:cNvSpPr txBox="1"/>
            <p:nvPr/>
          </p:nvSpPr>
          <p:spPr>
            <a:xfrm>
              <a:off x="731" y="1837"/>
              <a:ext cx="660"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存储空间</a:t>
              </a:r>
              <a:endParaRPr lang="zh-CN" altLang="en-US" sz="1600">
                <a:solidFill>
                  <a:schemeClr val="tx1"/>
                </a:solidFill>
                <a:latin typeface="Times New Roman" panose="02020603050405020304" charset="0"/>
                <a:ea typeface="宋体" panose="02010600030101010101" pitchFamily="2" charset="-122"/>
              </a:endParaRPr>
            </a:p>
          </p:txBody>
        </p:sp>
        <p:sp>
          <p:nvSpPr>
            <p:cNvPr id="35849" name="直接连接符 29705"/>
            <p:cNvSpPr/>
            <p:nvPr/>
          </p:nvSpPr>
          <p:spPr>
            <a:xfrm>
              <a:off x="600" y="456"/>
              <a:ext cx="94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5850" name="直接连接符 29706"/>
            <p:cNvSpPr/>
            <p:nvPr/>
          </p:nvSpPr>
          <p:spPr>
            <a:xfrm>
              <a:off x="600" y="1180"/>
              <a:ext cx="94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5851" name="文本框 29707"/>
            <p:cNvSpPr txBox="1"/>
            <p:nvPr/>
          </p:nvSpPr>
          <p:spPr>
            <a:xfrm>
              <a:off x="209" y="1071"/>
              <a:ext cx="516"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24KB</a:t>
              </a:r>
              <a:endParaRPr lang="en-US" altLang="zh-CN" sz="1600">
                <a:solidFill>
                  <a:schemeClr val="tx1"/>
                </a:solidFill>
                <a:latin typeface="Times New Roman" panose="02020603050405020304" charset="0"/>
                <a:ea typeface="宋体" panose="02010600030101010101" pitchFamily="2" charset="-122"/>
              </a:endParaRPr>
            </a:p>
          </p:txBody>
        </p:sp>
      </p:grpSp>
      <p:grpSp>
        <p:nvGrpSpPr>
          <p:cNvPr id="29709" name="组合 29708"/>
          <p:cNvGrpSpPr/>
          <p:nvPr/>
        </p:nvGrpSpPr>
        <p:grpSpPr>
          <a:xfrm>
            <a:off x="107950" y="2881313"/>
            <a:ext cx="1331913" cy="765175"/>
            <a:chOff x="0" y="0"/>
            <a:chExt cx="839" cy="482"/>
          </a:xfrm>
        </p:grpSpPr>
        <p:sp>
          <p:nvSpPr>
            <p:cNvPr id="35853" name="文本框 29709"/>
            <p:cNvSpPr txBox="1"/>
            <p:nvPr/>
          </p:nvSpPr>
          <p:spPr>
            <a:xfrm>
              <a:off x="0" y="0"/>
              <a:ext cx="839" cy="246"/>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下界寄存器</a:t>
              </a:r>
              <a:endParaRPr lang="zh-CN" altLang="en-US" sz="1600">
                <a:solidFill>
                  <a:schemeClr val="tx1"/>
                </a:solidFill>
                <a:latin typeface="Times New Roman" panose="02020603050405020304" charset="0"/>
                <a:ea typeface="宋体" panose="02010600030101010101" pitchFamily="2" charset="-122"/>
              </a:endParaRPr>
            </a:p>
          </p:txBody>
        </p:sp>
        <p:sp>
          <p:nvSpPr>
            <p:cNvPr id="35854" name="文本框 29710"/>
            <p:cNvSpPr txBox="1"/>
            <p:nvPr/>
          </p:nvSpPr>
          <p:spPr>
            <a:xfrm>
              <a:off x="66" y="236"/>
              <a:ext cx="588" cy="246"/>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endParaRPr lang="zh-CN" altLang="en-US" sz="1600">
                <a:solidFill>
                  <a:schemeClr val="tx1"/>
                </a:solidFill>
                <a:latin typeface="Times New Roman" panose="02020603050405020304" charset="0"/>
                <a:ea typeface="宋体" panose="02010600030101010101" pitchFamily="2" charset="-122"/>
              </a:endParaRPr>
            </a:p>
          </p:txBody>
        </p:sp>
      </p:grpSp>
      <p:sp>
        <p:nvSpPr>
          <p:cNvPr id="29712" name="文本框 29711"/>
          <p:cNvSpPr txBox="1"/>
          <p:nvPr/>
        </p:nvSpPr>
        <p:spPr>
          <a:xfrm>
            <a:off x="373063" y="3278188"/>
            <a:ext cx="781050" cy="336550"/>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20KB</a:t>
            </a:r>
            <a:endParaRPr lang="en-US" altLang="zh-CN" sz="1600">
              <a:solidFill>
                <a:schemeClr val="tx1"/>
              </a:solidFill>
              <a:latin typeface="Times New Roman" panose="02020603050405020304" charset="0"/>
              <a:ea typeface="宋体" panose="02010600030101010101" pitchFamily="2" charset="-122"/>
            </a:endParaRPr>
          </a:p>
        </p:txBody>
      </p:sp>
      <p:grpSp>
        <p:nvGrpSpPr>
          <p:cNvPr id="29713" name="组合 29712"/>
          <p:cNvGrpSpPr/>
          <p:nvPr/>
        </p:nvGrpSpPr>
        <p:grpSpPr>
          <a:xfrm>
            <a:off x="109538" y="3911600"/>
            <a:ext cx="1260475" cy="803275"/>
            <a:chOff x="0" y="0"/>
            <a:chExt cx="794" cy="506"/>
          </a:xfrm>
        </p:grpSpPr>
        <p:sp>
          <p:nvSpPr>
            <p:cNvPr id="35857" name="文本框 29713"/>
            <p:cNvSpPr txBox="1"/>
            <p:nvPr/>
          </p:nvSpPr>
          <p:spPr>
            <a:xfrm>
              <a:off x="0" y="0"/>
              <a:ext cx="794" cy="246"/>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上界寄存器</a:t>
              </a:r>
              <a:endParaRPr lang="zh-CN" altLang="en-US" sz="1600">
                <a:solidFill>
                  <a:schemeClr val="tx1"/>
                </a:solidFill>
                <a:latin typeface="Times New Roman" panose="02020603050405020304" charset="0"/>
                <a:ea typeface="宋体" panose="02010600030101010101" pitchFamily="2" charset="-122"/>
              </a:endParaRPr>
            </a:p>
          </p:txBody>
        </p:sp>
        <p:sp>
          <p:nvSpPr>
            <p:cNvPr id="35858" name="文本框 29714"/>
            <p:cNvSpPr txBox="1"/>
            <p:nvPr/>
          </p:nvSpPr>
          <p:spPr>
            <a:xfrm>
              <a:off x="79" y="260"/>
              <a:ext cx="588" cy="246"/>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endParaRPr lang="zh-CN" altLang="en-US" sz="1600">
                <a:solidFill>
                  <a:schemeClr val="tx1"/>
                </a:solidFill>
                <a:latin typeface="Times New Roman" panose="02020603050405020304" charset="0"/>
                <a:ea typeface="宋体" panose="02010600030101010101" pitchFamily="2" charset="-122"/>
              </a:endParaRPr>
            </a:p>
          </p:txBody>
        </p:sp>
      </p:grpSp>
      <p:sp>
        <p:nvSpPr>
          <p:cNvPr id="29716" name="文本框 29715"/>
          <p:cNvSpPr txBox="1"/>
          <p:nvPr/>
        </p:nvSpPr>
        <p:spPr>
          <a:xfrm>
            <a:off x="404813" y="4337050"/>
            <a:ext cx="796925" cy="336550"/>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24KB</a:t>
            </a:r>
            <a:endParaRPr lang="en-US" altLang="zh-CN" sz="1600">
              <a:solidFill>
                <a:schemeClr val="tx1"/>
              </a:solidFill>
              <a:latin typeface="Times New Roman" panose="02020603050405020304" charset="0"/>
              <a:ea typeface="宋体" panose="02010600030101010101" pitchFamily="2" charset="-122"/>
            </a:endParaRPr>
          </a:p>
        </p:txBody>
      </p:sp>
      <p:sp>
        <p:nvSpPr>
          <p:cNvPr id="29717" name="矩形 29716"/>
          <p:cNvSpPr/>
          <p:nvPr/>
        </p:nvSpPr>
        <p:spPr>
          <a:xfrm>
            <a:off x="3975100" y="2605405"/>
            <a:ext cx="5057140" cy="293052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pPr>
            <a:r>
              <a:rPr lang="zh-CN" altLang="en-US" sz="2400" b="1" strike="noStrike" noProof="1">
                <a:solidFill>
                  <a:schemeClr val="tx1"/>
                </a:solidFill>
                <a:latin typeface="Times New Roman" panose="02020603050405020304" charset="0"/>
                <a:ea typeface="宋体" panose="02010600030101010101" pitchFamily="2" charset="-122"/>
                <a:cs typeface="+mn-cs"/>
                <a:sym typeface="Symbol" panose="05050102010706020507" pitchFamily="18" charset="2"/>
              </a:rPr>
              <a:t>如何</a:t>
            </a:r>
            <a:r>
              <a:rPr lang="zh-CN" altLang="en-US" sz="2400" b="1" strike="noStrike" noProof="1">
                <a:solidFill>
                  <a:schemeClr val="tx1"/>
                </a:solidFill>
                <a:latin typeface="Times New Roman" panose="02020603050405020304" charset="0"/>
                <a:ea typeface="宋体" panose="02010600030101010101" pitchFamily="2" charset="-122"/>
                <a:cs typeface="+mn-cs"/>
              </a:rPr>
              <a:t>设置上下界寄存器内容 ？</a:t>
            </a:r>
            <a:endParaRPr lang="zh-CN" altLang="en-US" sz="2400" b="1"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pPr>
            <a:r>
              <a:rPr lang="zh-CN" altLang="en-US" sz="2400" b="1" strike="noStrike" noProof="1">
                <a:solidFill>
                  <a:schemeClr val="tx1"/>
                </a:solidFill>
                <a:latin typeface="Times New Roman" panose="02020603050405020304" charset="0"/>
                <a:ea typeface="宋体" panose="02010600030101010101" pitchFamily="2" charset="-122"/>
                <a:cs typeface="+mn-cs"/>
                <a:sym typeface="Symbol" panose="05050102010706020507" pitchFamily="18" charset="2"/>
              </a:rPr>
              <a:t>如何判断是否越界 ？</a:t>
            </a:r>
            <a:endParaRPr lang="zh-CN" altLang="en-US" sz="2400" b="1" strike="noStrike" noProof="1">
              <a:solidFill>
                <a:schemeClr val="tx1"/>
              </a:solidFill>
              <a:latin typeface="Times New Roman" panose="02020603050405020304" charset="0"/>
              <a:ea typeface="宋体" panose="02010600030101010101" pitchFamily="2" charset="-122"/>
              <a:sym typeface="Symbol" panose="05050102010706020507" pitchFamily="18" charset="2"/>
            </a:endParaRPr>
          </a:p>
          <a:p>
            <a:pPr marL="533400" lvl="0" indent="-533400" fontAlgn="base">
              <a:lnSpc>
                <a:spcPct val="130000"/>
              </a:lnSpc>
              <a:buNone/>
            </a:pPr>
            <a:r>
              <a:rPr lang="zh-CN" altLang="en-US" sz="2000" b="1" strike="noStrike" noProof="1">
                <a:solidFill>
                  <a:schemeClr val="tx1"/>
                </a:solidFill>
                <a:latin typeface="Times New Roman" panose="02020603050405020304" charset="0"/>
                <a:ea typeface="宋体" panose="02010600030101010101" pitchFamily="2" charset="-122"/>
                <a:cs typeface="+mn-ea"/>
                <a:sym typeface="Symbol" panose="05050102010706020507" pitchFamily="18" charset="2"/>
              </a:rPr>
              <a:t>               若  </a:t>
            </a:r>
            <a:r>
              <a:rPr lang="en-US" altLang="zh-CN" sz="2400" strike="noStrike" noProof="1">
                <a:solidFill>
                  <a:schemeClr val="tx1"/>
                </a:solidFill>
                <a:latin typeface="Times New Roman" panose="02020603050405020304" charset="0"/>
                <a:ea typeface="宋体" panose="02010600030101010101" pitchFamily="2" charset="-122"/>
                <a:cs typeface="+mn-ea"/>
              </a:rPr>
              <a:t>20KB≤D</a:t>
            </a:r>
            <a:r>
              <a:rPr lang="zh-CN" altLang="en-US" sz="2400" strike="noStrike" noProof="1">
                <a:solidFill>
                  <a:schemeClr val="tx1"/>
                </a:solidFill>
                <a:latin typeface="Times New Roman" panose="02020603050405020304" charset="0"/>
                <a:ea typeface="宋体" panose="02010600030101010101" pitchFamily="2" charset="-122"/>
                <a:cs typeface="+mn-ea"/>
              </a:rPr>
              <a:t>＜</a:t>
            </a:r>
            <a:r>
              <a:rPr lang="en-US" altLang="zh-CN" sz="2400" strike="noStrike" noProof="1">
                <a:solidFill>
                  <a:schemeClr val="tx1"/>
                </a:solidFill>
                <a:latin typeface="Times New Roman" panose="02020603050405020304" charset="0"/>
                <a:ea typeface="宋体" panose="02010600030101010101" pitchFamily="2" charset="-122"/>
                <a:cs typeface="+mn-ea"/>
              </a:rPr>
              <a:t>24KB    </a:t>
            </a:r>
            <a:endParaRPr lang="en-US" altLang="zh-CN"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允许访问；</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否则发生越界中断</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29718" name="文本框 29717"/>
          <p:cNvSpPr txBox="1"/>
          <p:nvPr/>
        </p:nvSpPr>
        <p:spPr>
          <a:xfrm>
            <a:off x="1000125" y="5988050"/>
            <a:ext cx="2447925" cy="336550"/>
          </a:xfrm>
          <a:prstGeom prst="rect">
            <a:avLst/>
          </a:prstGeom>
          <a:noFill/>
          <a:ln w="9525">
            <a:noFill/>
            <a:miter/>
          </a:ln>
        </p:spPr>
        <p:txBody>
          <a:bodyPr anchor="t">
            <a:spAutoFit/>
          </a:bodyPr>
          <a:p>
            <a:pPr lvl="0">
              <a:spcBef>
                <a:spcPct val="30000"/>
              </a:spcBef>
            </a:pPr>
            <a:r>
              <a:rPr lang="zh-CN" altLang="en-US" sz="1600" b="0">
                <a:solidFill>
                  <a:schemeClr val="tx1"/>
                </a:solidFill>
                <a:latin typeface="Times New Roman" panose="02020603050405020304" charset="0"/>
                <a:ea typeface="宋体" panose="02010600030101010101" pitchFamily="2" charset="-122"/>
              </a:rPr>
              <a:t>界限寄存器保护示意图</a:t>
            </a:r>
            <a:endParaRPr lang="zh-CN" altLang="en-US" sz="1600" b="0">
              <a:solidFill>
                <a:schemeClr val="tx1"/>
              </a:solidFill>
              <a:latin typeface="Times New Roman" panose="02020603050405020304" charset="0"/>
              <a:ea typeface="宋体" panose="02010600030101010101" pitchFamily="2" charset="-122"/>
            </a:endParaRPr>
          </a:p>
        </p:txBody>
      </p:sp>
      <p:sp>
        <p:nvSpPr>
          <p:cNvPr id="29719" name="矩形 29718"/>
          <p:cNvSpPr/>
          <p:nvPr/>
        </p:nvSpPr>
        <p:spPr>
          <a:xfrm>
            <a:off x="596900" y="8731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主存管理功能</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29699" grpId="0" uiExpand="1" build="p"/>
      <p:bldP spid="29712" grpId="0"/>
      <p:bldP spid="29716" grpId="0"/>
      <p:bldP spid="2971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文本框 3072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17</a:t>
            </a:r>
            <a:endParaRPr lang="en-US" altLang="zh-CN" b="0">
              <a:solidFill>
                <a:schemeClr val="tx2"/>
              </a:solidFill>
              <a:latin typeface="Times New Roman" panose="02020603050405020304" charset="0"/>
              <a:ea typeface="宋体" panose="02010600030101010101" pitchFamily="2" charset="-122"/>
            </a:endParaRPr>
          </a:p>
        </p:txBody>
      </p:sp>
      <p:sp>
        <p:nvSpPr>
          <p:cNvPr id="30723" name="矩形 30722"/>
          <p:cNvSpPr/>
          <p:nvPr/>
        </p:nvSpPr>
        <p:spPr>
          <a:xfrm>
            <a:off x="128588" y="730250"/>
            <a:ext cx="8375650" cy="104140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spcBef>
                <a:spcPct val="20000"/>
              </a:spcBef>
              <a:buNone/>
            </a:pPr>
            <a:r>
              <a:rPr lang="zh-CN" altLang="en-US" sz="2400" b="1" strike="noStrike" noProof="1">
                <a:solidFill>
                  <a:srgbClr val="000099"/>
                </a:solidFill>
                <a:latin typeface="Times New Roman" panose="02020603050405020304" charset="0"/>
                <a:ea typeface="宋体" panose="02010600030101010101" pitchFamily="2" charset="-122"/>
                <a:cs typeface="+mn-cs"/>
              </a:rPr>
              <a:t>② 基地址、限长防护</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zh-CN" altLang="en-US" sz="2000" strike="noStrike" noProof="1">
                <a:solidFill>
                  <a:schemeClr val="tx1"/>
                </a:solidFill>
                <a:effectLst/>
                <a:latin typeface="Times New Roman" panose="02020603050405020304" charset="0"/>
                <a:ea typeface="宋体" panose="02010600030101010101" pitchFamily="2" charset="-122"/>
                <a:cs typeface="+mn-ea"/>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rPr>
              <a:t>例：程序大小为</a:t>
            </a:r>
            <a:r>
              <a:rPr lang="en-US" altLang="zh-CN" sz="2400" strike="noStrike" noProof="1">
                <a:solidFill>
                  <a:schemeClr val="tx1"/>
                </a:solidFill>
                <a:effectLst/>
                <a:latin typeface="Times New Roman" panose="02020603050405020304" charset="0"/>
                <a:ea typeface="宋体" panose="02010600030101010101" pitchFamily="2" charset="-122"/>
                <a:cs typeface="+mn-ea"/>
              </a:rPr>
              <a:t>4KB</a:t>
            </a:r>
            <a:r>
              <a:rPr lang="zh-CN" altLang="en-US" sz="2400" strike="noStrike" noProof="1">
                <a:solidFill>
                  <a:schemeClr val="tx1"/>
                </a:solidFill>
                <a:effectLst/>
                <a:latin typeface="Times New Roman" panose="02020603050405020304" charset="0"/>
                <a:ea typeface="宋体" panose="02010600030101010101" pitchFamily="2" charset="-122"/>
                <a:cs typeface="+mn-ea"/>
              </a:rPr>
              <a:t>，主存首址为</a:t>
            </a:r>
            <a:r>
              <a:rPr lang="en-US" altLang="zh-CN" sz="2400" strike="noStrike" noProof="1">
                <a:solidFill>
                  <a:schemeClr val="tx1"/>
                </a:solidFill>
                <a:effectLst/>
                <a:latin typeface="Times New Roman" panose="02020603050405020304" charset="0"/>
                <a:ea typeface="宋体" panose="02010600030101010101" pitchFamily="2" charset="-122"/>
                <a:cs typeface="+mn-ea"/>
              </a:rPr>
              <a:t>20KB</a:t>
            </a:r>
            <a:r>
              <a:rPr lang="zh-CN" altLang="en-US" sz="2400" strike="noStrike" noProof="1">
                <a:solidFill>
                  <a:schemeClr val="tx1"/>
                </a:solidFill>
                <a:effectLst/>
                <a:latin typeface="Times New Roman" panose="02020603050405020304" charset="0"/>
                <a:ea typeface="宋体" panose="02010600030101010101" pitchFamily="2" charset="-122"/>
                <a:cs typeface="+mn-ea"/>
              </a:rPr>
              <a:t>。</a:t>
            </a:r>
            <a:endParaRPr lang="zh-CN" altLang="en-US" sz="2400" strike="noStrike" noProof="1">
              <a:solidFill>
                <a:schemeClr val="tx1"/>
              </a:solidFill>
              <a:effectLst/>
              <a:latin typeface="Times New Roman" panose="02020603050405020304" charset="0"/>
              <a:ea typeface="宋体" panose="02010600030101010101" pitchFamily="2" charset="-122"/>
            </a:endParaRPr>
          </a:p>
        </p:txBody>
      </p:sp>
      <p:sp>
        <p:nvSpPr>
          <p:cNvPr id="30724" name="矩形 30723"/>
          <p:cNvSpPr/>
          <p:nvPr/>
        </p:nvSpPr>
        <p:spPr>
          <a:xfrm>
            <a:off x="3975100" y="2119313"/>
            <a:ext cx="4929188" cy="337820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pPr>
            <a:r>
              <a:rPr lang="zh-CN" altLang="en-US" sz="2400" b="1"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18" charset="2"/>
              </a:rPr>
              <a:t>如何</a:t>
            </a:r>
            <a:r>
              <a:rPr lang="zh-CN" altLang="en-US" sz="2400" b="1" strike="noStrike" noProof="1">
                <a:solidFill>
                  <a:schemeClr val="tx1"/>
                </a:solidFill>
                <a:effectLst/>
                <a:latin typeface="Times New Roman" panose="02020603050405020304" charset="0"/>
                <a:ea typeface="宋体" panose="02010600030101010101" pitchFamily="2" charset="-122"/>
                <a:cs typeface="+mn-cs"/>
              </a:rPr>
              <a:t>设置基址、限长寄存器内容 ？</a:t>
            </a:r>
            <a:endParaRPr lang="zh-CN" altLang="en-US" sz="2400" b="1"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30000"/>
              </a:lnSpc>
            </a:pPr>
            <a:r>
              <a:rPr lang="zh-CN" altLang="en-US" sz="2400" b="1"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18" charset="2"/>
              </a:rPr>
              <a:t>如何判断是否越界 ？</a:t>
            </a:r>
            <a:endParaRPr lang="zh-CN" altLang="en-US" sz="2400" b="1" strike="noStrike" noProof="1">
              <a:solidFill>
                <a:schemeClr val="tx1"/>
              </a:solidFill>
              <a:effectLst/>
              <a:latin typeface="Times New Roman" panose="02020603050405020304" charset="0"/>
              <a:ea typeface="宋体" panose="02010600030101010101" pitchFamily="2" charset="-122"/>
              <a:sym typeface="Symbol" panose="05050102010706020507" pitchFamily="18" charset="2"/>
            </a:endParaRPr>
          </a:p>
          <a:p>
            <a:pPr marL="533400" lvl="0" indent="-533400" fontAlgn="base">
              <a:lnSpc>
                <a:spcPct val="130000"/>
              </a:lnSpc>
              <a:buNone/>
            </a:pPr>
            <a:r>
              <a:rPr lang="zh-CN" altLang="en-US" sz="2400" b="1" strike="noStrike" noProof="1">
                <a:solidFill>
                  <a:schemeClr val="tx1"/>
                </a:solidFill>
                <a:latin typeface="Times New Roman" panose="02020603050405020304" charset="0"/>
                <a:ea typeface="宋体" panose="02010600030101010101" pitchFamily="2" charset="-122"/>
                <a:cs typeface="+mn-ea"/>
                <a:sym typeface="Symbol" panose="05050102010706020507" pitchFamily="18" charset="2"/>
              </a:rPr>
              <a:t>             </a:t>
            </a:r>
            <a:r>
              <a:rPr lang="zh-CN" altLang="en-US" sz="2400" b="1"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  若 </a:t>
            </a:r>
            <a:r>
              <a:rPr lang="zh-CN" altLang="en-US"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逻辑地址 </a:t>
            </a:r>
            <a:r>
              <a:rPr lang="zh-CN" altLang="en-US" sz="2400" strike="noStrike" noProof="1">
                <a:solidFill>
                  <a:schemeClr val="tx1"/>
                </a:solidFill>
                <a:effectLst/>
                <a:latin typeface="Times New Roman" panose="02020603050405020304" charset="0"/>
                <a:ea typeface="宋体" panose="02010600030101010101" pitchFamily="2" charset="-122"/>
                <a:cs typeface="+mn-ea"/>
              </a:rPr>
              <a:t>＜ </a:t>
            </a:r>
            <a:r>
              <a:rPr lang="en-US" altLang="zh-CN" sz="2400" strike="noStrike" noProof="1">
                <a:solidFill>
                  <a:schemeClr val="tx1"/>
                </a:solidFill>
                <a:effectLst/>
                <a:latin typeface="Times New Roman" panose="02020603050405020304" charset="0"/>
                <a:ea typeface="宋体" panose="02010600030101010101" pitchFamily="2" charset="-122"/>
                <a:cs typeface="+mn-ea"/>
              </a:rPr>
              <a:t>4KB    </a:t>
            </a:r>
            <a:endParaRPr lang="en-US" altLang="zh-CN"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strike="noStrike" noProof="1">
                <a:solidFill>
                  <a:schemeClr val="tx1"/>
                </a:solidFill>
                <a:effectLst/>
                <a:latin typeface="Times New Roman" panose="02020603050405020304" charset="0"/>
                <a:ea typeface="宋体" panose="02010600030101010101" pitchFamily="2" charset="-122"/>
                <a:cs typeface="+mn-ea"/>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rPr>
              <a:t>允许访问；</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否则发生越界中断</a:t>
            </a:r>
            <a:endParaRPr lang="zh-CN" altLang="en-US" sz="2400" strike="noStrike" noProof="1">
              <a:solidFill>
                <a:schemeClr val="tx1"/>
              </a:solidFill>
              <a:effectLst/>
              <a:latin typeface="Times New Roman" panose="02020603050405020304" charset="0"/>
              <a:ea typeface="宋体" panose="02010600030101010101" pitchFamily="2" charset="-122"/>
            </a:endParaRPr>
          </a:p>
        </p:txBody>
      </p:sp>
      <p:grpSp>
        <p:nvGrpSpPr>
          <p:cNvPr id="30725" name="组合 30724"/>
          <p:cNvGrpSpPr/>
          <p:nvPr/>
        </p:nvGrpSpPr>
        <p:grpSpPr>
          <a:xfrm>
            <a:off x="1168400" y="2135188"/>
            <a:ext cx="3184525" cy="3252787"/>
            <a:chOff x="0" y="0"/>
            <a:chExt cx="1545" cy="2049"/>
          </a:xfrm>
        </p:grpSpPr>
        <p:sp>
          <p:nvSpPr>
            <p:cNvPr id="36869" name="文本框 30725"/>
            <p:cNvSpPr txBox="1"/>
            <p:nvPr/>
          </p:nvSpPr>
          <p:spPr>
            <a:xfrm>
              <a:off x="596" y="148"/>
              <a:ext cx="945" cy="1671"/>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endParaRPr lang="zh-CN" altLang="en-US" sz="1600">
                <a:solidFill>
                  <a:schemeClr val="tx1"/>
                </a:solidFill>
                <a:latin typeface="Times New Roman" panose="02020603050405020304" charset="0"/>
                <a:ea typeface="宋体" panose="02010600030101010101" pitchFamily="2" charset="-122"/>
              </a:endParaRPr>
            </a:p>
            <a:p>
              <a:pPr lvl="0" algn="just"/>
              <a:endParaRPr lang="zh-CN" altLang="en-US" sz="1600">
                <a:solidFill>
                  <a:schemeClr val="tx1"/>
                </a:solidFill>
                <a:latin typeface="Times New Roman" panose="02020603050405020304" charset="0"/>
                <a:ea typeface="宋体" panose="02010600030101010101" pitchFamily="2" charset="-122"/>
              </a:endParaRPr>
            </a:p>
            <a:p>
              <a:pPr lvl="0" algn="just">
                <a:spcBef>
                  <a:spcPct val="20000"/>
                </a:spcBef>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mov  r</a:t>
              </a:r>
              <a:r>
                <a:rPr lang="en-US" altLang="zh-CN" sz="1600" baseline="-25000">
                  <a:solidFill>
                    <a:schemeClr val="tx1"/>
                  </a:solidFill>
                  <a:latin typeface="Times New Roman" panose="02020603050405020304" charset="0"/>
                  <a:ea typeface="宋体" panose="02010600030101010101" pitchFamily="2" charset="-122"/>
                </a:rPr>
                <a:t>1 </a:t>
              </a:r>
              <a:r>
                <a:rPr lang="en-US" altLang="zh-CN" sz="1600">
                  <a:solidFill>
                    <a:schemeClr val="tx1"/>
                  </a:solidFill>
                  <a:latin typeface="Times New Roman" panose="02020603050405020304" charset="0"/>
                  <a:ea typeface="宋体" panose="02010600030101010101" pitchFamily="2" charset="-122"/>
                </a:rPr>
                <a:t>, [500]</a:t>
              </a:r>
              <a:endParaRPr lang="en-US" altLang="zh-CN" sz="1600">
                <a:solidFill>
                  <a:schemeClr val="tx1"/>
                </a:solidFill>
                <a:latin typeface="Times New Roman" panose="02020603050405020304" charset="0"/>
                <a:ea typeface="宋体" panose="02010600030101010101" pitchFamily="2" charset="-122"/>
              </a:endParaRPr>
            </a:p>
            <a:p>
              <a:pPr lvl="0" algn="just"/>
              <a:endParaRPr lang="en-US" altLang="zh-CN" sz="1600">
                <a:solidFill>
                  <a:schemeClr val="tx1"/>
                </a:solidFill>
                <a:latin typeface="Times New Roman" panose="02020603050405020304" charset="0"/>
                <a:ea typeface="宋体" panose="02010600030101010101" pitchFamily="2" charset="-122"/>
              </a:endParaRPr>
            </a:p>
            <a:p>
              <a:pPr lvl="0" algn="just"/>
              <a:r>
                <a:rPr lang="en-US" altLang="zh-CN" sz="1600">
                  <a:solidFill>
                    <a:schemeClr val="tx1"/>
                  </a:solidFill>
                  <a:latin typeface="Times New Roman" panose="02020603050405020304" charset="0"/>
                  <a:ea typeface="宋体" panose="02010600030101010101" pitchFamily="2" charset="-122"/>
                </a:rPr>
                <a:t> 123</a:t>
              </a:r>
              <a:endParaRPr lang="en-US" altLang="zh-CN" sz="1600">
                <a:solidFill>
                  <a:schemeClr val="tx1"/>
                </a:solidFill>
                <a:latin typeface="Times New Roman" panose="02020603050405020304" charset="0"/>
                <a:ea typeface="宋体" panose="02010600030101010101" pitchFamily="2" charset="-122"/>
              </a:endParaRPr>
            </a:p>
          </p:txBody>
        </p:sp>
        <p:sp>
          <p:nvSpPr>
            <p:cNvPr id="36870" name="文本框 30726"/>
            <p:cNvSpPr txBox="1"/>
            <p:nvPr/>
          </p:nvSpPr>
          <p:spPr>
            <a:xfrm>
              <a:off x="426" y="0"/>
              <a:ext cx="173"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36871" name="文本框 30727"/>
            <p:cNvSpPr txBox="1"/>
            <p:nvPr/>
          </p:nvSpPr>
          <p:spPr>
            <a:xfrm>
              <a:off x="209" y="332"/>
              <a:ext cx="506"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20KB</a:t>
              </a:r>
              <a:endParaRPr lang="en-US" altLang="zh-CN" sz="1600">
                <a:solidFill>
                  <a:schemeClr val="tx1"/>
                </a:solidFill>
                <a:latin typeface="Times New Roman" panose="02020603050405020304" charset="0"/>
                <a:ea typeface="宋体" panose="02010600030101010101" pitchFamily="2" charset="-122"/>
              </a:endParaRPr>
            </a:p>
          </p:txBody>
        </p:sp>
        <p:sp>
          <p:nvSpPr>
            <p:cNvPr id="36872" name="文本框 30728"/>
            <p:cNvSpPr txBox="1"/>
            <p:nvPr/>
          </p:nvSpPr>
          <p:spPr>
            <a:xfrm>
              <a:off x="0" y="1677"/>
              <a:ext cx="688"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256KB-1</a:t>
              </a:r>
              <a:endParaRPr lang="en-US" altLang="zh-CN" sz="1600">
                <a:solidFill>
                  <a:schemeClr val="tx1"/>
                </a:solidFill>
                <a:latin typeface="Times New Roman" panose="02020603050405020304" charset="0"/>
                <a:ea typeface="宋体" panose="02010600030101010101" pitchFamily="2" charset="-122"/>
              </a:endParaRPr>
            </a:p>
          </p:txBody>
        </p:sp>
        <p:sp>
          <p:nvSpPr>
            <p:cNvPr id="36873" name="文本框 30729"/>
            <p:cNvSpPr txBox="1"/>
            <p:nvPr/>
          </p:nvSpPr>
          <p:spPr>
            <a:xfrm>
              <a:off x="731" y="1837"/>
              <a:ext cx="660"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存储空间</a:t>
              </a:r>
              <a:endParaRPr lang="zh-CN" altLang="en-US" sz="1600">
                <a:solidFill>
                  <a:schemeClr val="tx1"/>
                </a:solidFill>
                <a:latin typeface="Times New Roman" panose="02020603050405020304" charset="0"/>
                <a:ea typeface="宋体" panose="02010600030101010101" pitchFamily="2" charset="-122"/>
              </a:endParaRPr>
            </a:p>
          </p:txBody>
        </p:sp>
        <p:sp>
          <p:nvSpPr>
            <p:cNvPr id="36874" name="直接连接符 30730"/>
            <p:cNvSpPr/>
            <p:nvPr/>
          </p:nvSpPr>
          <p:spPr>
            <a:xfrm>
              <a:off x="600" y="456"/>
              <a:ext cx="94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6875" name="直接连接符 30731"/>
            <p:cNvSpPr/>
            <p:nvPr/>
          </p:nvSpPr>
          <p:spPr>
            <a:xfrm>
              <a:off x="600" y="1180"/>
              <a:ext cx="94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6876" name="文本框 30732"/>
            <p:cNvSpPr txBox="1"/>
            <p:nvPr/>
          </p:nvSpPr>
          <p:spPr>
            <a:xfrm>
              <a:off x="209" y="1071"/>
              <a:ext cx="516"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24KB</a:t>
              </a:r>
              <a:endParaRPr lang="en-US" altLang="zh-CN" sz="1600">
                <a:solidFill>
                  <a:schemeClr val="tx1"/>
                </a:solidFill>
                <a:latin typeface="Times New Roman" panose="02020603050405020304" charset="0"/>
                <a:ea typeface="宋体" panose="02010600030101010101" pitchFamily="2" charset="-122"/>
              </a:endParaRPr>
            </a:p>
          </p:txBody>
        </p:sp>
      </p:grpSp>
      <p:grpSp>
        <p:nvGrpSpPr>
          <p:cNvPr id="30734" name="组合 30733"/>
          <p:cNvGrpSpPr/>
          <p:nvPr/>
        </p:nvGrpSpPr>
        <p:grpSpPr>
          <a:xfrm>
            <a:off x="114300" y="2697163"/>
            <a:ext cx="1331913" cy="765175"/>
            <a:chOff x="0" y="0"/>
            <a:chExt cx="839" cy="482"/>
          </a:xfrm>
        </p:grpSpPr>
        <p:sp>
          <p:nvSpPr>
            <p:cNvPr id="36878" name="文本框 30734"/>
            <p:cNvSpPr txBox="1"/>
            <p:nvPr/>
          </p:nvSpPr>
          <p:spPr>
            <a:xfrm>
              <a:off x="0" y="0"/>
              <a:ext cx="839" cy="246"/>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基址寄存器</a:t>
              </a:r>
              <a:endParaRPr lang="zh-CN" altLang="en-US" sz="1600">
                <a:solidFill>
                  <a:schemeClr val="tx1"/>
                </a:solidFill>
                <a:latin typeface="Times New Roman" panose="02020603050405020304" charset="0"/>
                <a:ea typeface="宋体" panose="02010600030101010101" pitchFamily="2" charset="-122"/>
              </a:endParaRPr>
            </a:p>
          </p:txBody>
        </p:sp>
        <p:sp>
          <p:nvSpPr>
            <p:cNvPr id="36879" name="文本框 30735"/>
            <p:cNvSpPr txBox="1"/>
            <p:nvPr/>
          </p:nvSpPr>
          <p:spPr>
            <a:xfrm>
              <a:off x="66" y="236"/>
              <a:ext cx="588" cy="246"/>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endParaRPr lang="zh-CN" altLang="en-US" sz="1600">
                <a:solidFill>
                  <a:schemeClr val="tx1"/>
                </a:solidFill>
                <a:latin typeface="Times New Roman" panose="02020603050405020304" charset="0"/>
                <a:ea typeface="宋体" panose="02010600030101010101" pitchFamily="2" charset="-122"/>
              </a:endParaRPr>
            </a:p>
          </p:txBody>
        </p:sp>
      </p:grpSp>
      <p:sp>
        <p:nvSpPr>
          <p:cNvPr id="30737" name="文本框 30736"/>
          <p:cNvSpPr txBox="1"/>
          <p:nvPr/>
        </p:nvSpPr>
        <p:spPr>
          <a:xfrm>
            <a:off x="379413" y="3094038"/>
            <a:ext cx="781050" cy="336550"/>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20KB</a:t>
            </a:r>
            <a:endParaRPr lang="en-US" altLang="zh-CN" sz="1600">
              <a:solidFill>
                <a:schemeClr val="tx1"/>
              </a:solidFill>
              <a:latin typeface="Times New Roman" panose="02020603050405020304" charset="0"/>
              <a:ea typeface="宋体" panose="02010600030101010101" pitchFamily="2" charset="-122"/>
            </a:endParaRPr>
          </a:p>
        </p:txBody>
      </p:sp>
      <p:grpSp>
        <p:nvGrpSpPr>
          <p:cNvPr id="30738" name="组合 30737"/>
          <p:cNvGrpSpPr/>
          <p:nvPr/>
        </p:nvGrpSpPr>
        <p:grpSpPr>
          <a:xfrm>
            <a:off x="115888" y="3727450"/>
            <a:ext cx="1260475" cy="803275"/>
            <a:chOff x="0" y="0"/>
            <a:chExt cx="794" cy="506"/>
          </a:xfrm>
        </p:grpSpPr>
        <p:sp>
          <p:nvSpPr>
            <p:cNvPr id="36882" name="文本框 30738"/>
            <p:cNvSpPr txBox="1"/>
            <p:nvPr/>
          </p:nvSpPr>
          <p:spPr>
            <a:xfrm>
              <a:off x="0" y="0"/>
              <a:ext cx="794" cy="246"/>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限长寄存器</a:t>
              </a:r>
              <a:endParaRPr lang="zh-CN" altLang="en-US" sz="1600">
                <a:solidFill>
                  <a:schemeClr val="tx1"/>
                </a:solidFill>
                <a:latin typeface="Times New Roman" panose="02020603050405020304" charset="0"/>
                <a:ea typeface="宋体" panose="02010600030101010101" pitchFamily="2" charset="-122"/>
              </a:endParaRPr>
            </a:p>
          </p:txBody>
        </p:sp>
        <p:sp>
          <p:nvSpPr>
            <p:cNvPr id="36883" name="文本框 30739"/>
            <p:cNvSpPr txBox="1"/>
            <p:nvPr/>
          </p:nvSpPr>
          <p:spPr>
            <a:xfrm>
              <a:off x="79" y="260"/>
              <a:ext cx="588" cy="246"/>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endParaRPr lang="zh-CN" altLang="en-US" sz="1600">
                <a:solidFill>
                  <a:schemeClr val="tx1"/>
                </a:solidFill>
                <a:latin typeface="Times New Roman" panose="02020603050405020304" charset="0"/>
                <a:ea typeface="宋体" panose="02010600030101010101" pitchFamily="2" charset="-122"/>
              </a:endParaRPr>
            </a:p>
          </p:txBody>
        </p:sp>
      </p:grpSp>
      <p:sp>
        <p:nvSpPr>
          <p:cNvPr id="30741" name="文本框 30740"/>
          <p:cNvSpPr txBox="1"/>
          <p:nvPr/>
        </p:nvSpPr>
        <p:spPr>
          <a:xfrm>
            <a:off x="411163" y="4152900"/>
            <a:ext cx="796925" cy="336550"/>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4KB</a:t>
            </a:r>
            <a:endParaRPr lang="en-US" altLang="zh-CN" sz="1600">
              <a:solidFill>
                <a:schemeClr val="tx1"/>
              </a:solidFill>
              <a:latin typeface="Times New Roman" panose="02020603050405020304" charset="0"/>
              <a:ea typeface="宋体" panose="02010600030101010101" pitchFamily="2" charset="-122"/>
            </a:endParaRPr>
          </a:p>
        </p:txBody>
      </p:sp>
      <p:sp>
        <p:nvSpPr>
          <p:cNvPr id="30742" name="文本框 30741"/>
          <p:cNvSpPr txBox="1"/>
          <p:nvPr/>
        </p:nvSpPr>
        <p:spPr>
          <a:xfrm>
            <a:off x="933450" y="5588000"/>
            <a:ext cx="2447925" cy="336550"/>
          </a:xfrm>
          <a:prstGeom prst="rect">
            <a:avLst/>
          </a:prstGeom>
          <a:noFill/>
          <a:ln w="9525">
            <a:noFill/>
            <a:miter/>
          </a:ln>
        </p:spPr>
        <p:txBody>
          <a:bodyPr anchor="t">
            <a:spAutoFit/>
          </a:bodyPr>
          <a:p>
            <a:pPr lvl="0">
              <a:spcBef>
                <a:spcPct val="30000"/>
              </a:spcBef>
            </a:pPr>
            <a:r>
              <a:rPr lang="zh-CN" altLang="en-US" sz="1600" b="0">
                <a:solidFill>
                  <a:schemeClr val="tx1"/>
                </a:solidFill>
                <a:latin typeface="Times New Roman" panose="02020603050405020304" charset="0"/>
                <a:ea typeface="宋体" panose="02010600030101010101" pitchFamily="2" charset="-122"/>
              </a:rPr>
              <a:t>界限寄存器保护示意图</a:t>
            </a:r>
            <a:endParaRPr lang="zh-CN" altLang="en-US" sz="1600" b="0">
              <a:solidFill>
                <a:schemeClr val="tx1"/>
              </a:solidFill>
              <a:latin typeface="Times New Roman" panose="02020603050405020304" charset="0"/>
              <a:ea typeface="宋体" panose="02010600030101010101" pitchFamily="2" charset="-122"/>
            </a:endParaRPr>
          </a:p>
        </p:txBody>
      </p:sp>
      <p:sp>
        <p:nvSpPr>
          <p:cNvPr id="30743" name="矩形 30742"/>
          <p:cNvSpPr/>
          <p:nvPr/>
        </p:nvSpPr>
        <p:spPr>
          <a:xfrm>
            <a:off x="596900" y="8731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主存管理功能</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0737" grpId="0"/>
      <p:bldP spid="30741" grpId="0"/>
      <p:bldP spid="3074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标题 45057"/>
          <p:cNvSpPr>
            <a:spLocks noGrp="1"/>
          </p:cNvSpPr>
          <p:nvPr>
            <p:ph type="title"/>
          </p:nvPr>
        </p:nvSpPr>
        <p:spPr>
          <a:xfrm>
            <a:off x="685800" y="677863"/>
            <a:ext cx="7772400" cy="695325"/>
          </a:xfrm>
        </p:spPr>
        <p:txBody>
          <a:bodyPr anchor="b">
            <a:spAutoFit/>
          </a:bodyPr>
          <a:p>
            <a:pPr fontAlgn="base"/>
            <a:r>
              <a:rPr lang="zh-CN" altLang="en-US" sz="4000" strike="noStrike" noProof="1">
                <a:solidFill>
                  <a:srgbClr val="800000"/>
                </a:solidFill>
              </a:rPr>
              <a:t>主存扩充</a:t>
            </a:r>
            <a:endParaRPr lang="zh-CN" altLang="en-US" sz="4000" strike="noStrike" noProof="1">
              <a:solidFill>
                <a:srgbClr val="800000"/>
              </a:solidFill>
            </a:endParaRPr>
          </a:p>
        </p:txBody>
      </p:sp>
      <p:sp>
        <p:nvSpPr>
          <p:cNvPr id="45059" name="内容占位符 45058"/>
          <p:cNvSpPr>
            <a:spLocks noGrp="1"/>
          </p:cNvSpPr>
          <p:nvPr>
            <p:ph idx="1"/>
          </p:nvPr>
        </p:nvSpPr>
        <p:spPr>
          <a:xfrm>
            <a:off x="685800" y="1371600"/>
            <a:ext cx="7772400" cy="3352800"/>
          </a:xfrm>
        </p:spPr>
        <p:txBody>
          <a:bodyPr anchor="t">
            <a:spAutoFit/>
          </a:bodyPr>
          <a:p>
            <a:pPr fontAlgn="base">
              <a:spcBef>
                <a:spcPct val="30000"/>
              </a:spcBef>
              <a:buNone/>
            </a:pPr>
            <a:r>
              <a:rPr lang="en-US" altLang="zh-CN" b="1" strike="noStrike" noProof="1">
                <a:solidFill>
                  <a:schemeClr val="tx1"/>
                </a:solidFill>
                <a:effectLst/>
              </a:rPr>
              <a:t>1. </a:t>
            </a:r>
            <a:r>
              <a:rPr lang="zh-CN" altLang="en-US" b="1" strike="noStrike" noProof="1">
                <a:solidFill>
                  <a:schemeClr val="tx1"/>
                </a:solidFill>
                <a:effectLst/>
              </a:rPr>
              <a:t>问题的提出</a:t>
            </a:r>
            <a:endParaRPr lang="zh-CN" altLang="en-US" b="1" strike="noStrike" noProof="1">
              <a:solidFill>
                <a:schemeClr val="tx1"/>
              </a:solidFill>
              <a:effectLst/>
            </a:endParaRPr>
          </a:p>
          <a:p>
            <a:pPr fontAlgn="base">
              <a:spcBef>
                <a:spcPct val="30000"/>
              </a:spcBef>
              <a:buNone/>
            </a:pPr>
            <a:r>
              <a:rPr lang="zh-CN" altLang="en-US" b="1" strike="noStrike" noProof="1">
                <a:solidFill>
                  <a:schemeClr val="tx1"/>
                </a:solidFill>
                <a:effectLst/>
              </a:rPr>
              <a:t>	主存容量始终显得十分紧张</a:t>
            </a:r>
            <a:endParaRPr lang="zh-CN" altLang="en-US" b="1" strike="noStrike" noProof="1">
              <a:solidFill>
                <a:schemeClr val="tx1"/>
              </a:solidFill>
              <a:effectLst/>
            </a:endParaRPr>
          </a:p>
          <a:p>
            <a:pPr fontAlgn="base">
              <a:spcBef>
                <a:spcPct val="30000"/>
              </a:spcBef>
              <a:buNone/>
            </a:pPr>
            <a:r>
              <a:rPr lang="zh-CN" altLang="en-US" b="1" strike="noStrike" noProof="1">
                <a:solidFill>
                  <a:srgbClr val="CC3300"/>
                </a:solidFill>
              </a:rPr>
              <a:t>	</a:t>
            </a:r>
            <a:r>
              <a:rPr lang="zh-CN" altLang="en-US" b="1" strike="noStrike" noProof="1">
                <a:solidFill>
                  <a:srgbClr val="CC3300"/>
                </a:solidFill>
                <a:effectLst/>
              </a:rPr>
              <a:t>如何使用户使用计算机不受主存容量的限制？</a:t>
            </a:r>
            <a:endParaRPr lang="zh-CN" altLang="en-US" b="1" strike="noStrike" noProof="1">
              <a:solidFill>
                <a:srgbClr val="CC3300"/>
              </a:solidFill>
              <a:effectLst/>
            </a:endParaRPr>
          </a:p>
          <a:p>
            <a:pPr fontAlgn="base">
              <a:spcBef>
                <a:spcPct val="30000"/>
              </a:spcBef>
              <a:buNone/>
            </a:pPr>
            <a:r>
              <a:rPr lang="en-US" altLang="zh-CN" b="1" strike="noStrike" noProof="1">
                <a:solidFill>
                  <a:schemeClr val="tx1"/>
                </a:solidFill>
                <a:effectLst/>
              </a:rPr>
              <a:t>2. </a:t>
            </a:r>
            <a:r>
              <a:rPr lang="zh-CN" altLang="en-US" b="1" strike="noStrike" noProof="1">
                <a:solidFill>
                  <a:schemeClr val="tx1"/>
                </a:solidFill>
                <a:effectLst/>
              </a:rPr>
              <a:t>解决问题的思路</a:t>
            </a:r>
            <a:endParaRPr lang="zh-CN" altLang="en-US" b="1" strike="noStrike" noProof="1">
              <a:solidFill>
                <a:schemeClr val="tx1"/>
              </a:solidFill>
              <a:effectLst/>
            </a:endParaRPr>
          </a:p>
          <a:p>
            <a:pPr fontAlgn="base">
              <a:spcBef>
                <a:spcPct val="30000"/>
              </a:spcBef>
              <a:buNone/>
            </a:pPr>
            <a:r>
              <a:rPr lang="zh-CN" altLang="en-US" b="1" strike="noStrike" noProof="1">
                <a:solidFill>
                  <a:srgbClr val="CC3300"/>
                </a:solidFill>
              </a:rPr>
              <a:t>	</a:t>
            </a:r>
            <a:r>
              <a:rPr lang="zh-CN" altLang="en-US" b="1" strike="noStrike" noProof="1">
                <a:solidFill>
                  <a:srgbClr val="CC3300"/>
                </a:solidFill>
                <a:effectLst/>
              </a:rPr>
              <a:t>部分装入，部分对换。</a:t>
            </a:r>
            <a:endParaRPr lang="zh-CN" altLang="en-US" b="1" strike="noStrike" noProof="1">
              <a:effectLst/>
            </a:endParaRPr>
          </a:p>
        </p:txBody>
      </p:sp>
      <p:sp>
        <p:nvSpPr>
          <p:cNvPr id="37891" name="灯片编号占位符 1"/>
          <p:cNvSpPr/>
          <p:nvPr>
            <p:ph type="sldNum" sz="quarter"/>
          </p:nvPr>
        </p:nvSpPr>
        <p:spPr>
          <a:xfrm>
            <a:off x="6553200" y="6248400"/>
            <a:ext cx="1905000" cy="457200"/>
          </a:xfrm>
          <a:prstGeom prst="rect">
            <a:avLst/>
          </a:prstGeom>
          <a:noFill/>
          <a:ln w="9525">
            <a:noFill/>
            <a:miter/>
          </a:ln>
        </p:spPr>
        <p:txBody>
          <a:bodyPr anchor="t"/>
          <a:p>
            <a:pPr lvl="0">
              <a:spcBef>
                <a:spcPct val="50000"/>
              </a:spcBef>
            </a:pPr>
            <a:fld id="{9A0DB2DC-4C9A-4742-B13C-FB6460FD3503}"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5059" grpId="0" bldLvl="2"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文本占位符 46081"/>
          <p:cNvSpPr>
            <a:spLocks noGrp="1"/>
          </p:cNvSpPr>
          <p:nvPr>
            <p:ph idx="1"/>
          </p:nvPr>
        </p:nvSpPr>
        <p:spPr>
          <a:xfrm>
            <a:off x="685800" y="609600"/>
            <a:ext cx="7772400" cy="4805363"/>
          </a:xfrm>
        </p:spPr>
        <p:txBody>
          <a:bodyPr anchor="t">
            <a:spAutoFit/>
          </a:bodyPr>
          <a:p>
            <a:pPr fontAlgn="base">
              <a:lnSpc>
                <a:spcPct val="110000"/>
              </a:lnSpc>
            </a:pPr>
            <a:r>
              <a:rPr lang="zh-CN" altLang="en-US" sz="3600" b="1" strike="noStrike" noProof="1" dirty="0">
                <a:solidFill>
                  <a:srgbClr val="CC3300"/>
                </a:solidFill>
              </a:rPr>
              <a:t>装入部分程序地址空间，它还能正常执行吗？（效率）</a:t>
            </a:r>
            <a:endParaRPr lang="zh-CN" altLang="en-US" sz="3600" b="1" strike="noStrike" noProof="1" dirty="0">
              <a:solidFill>
                <a:srgbClr val="CC3300"/>
              </a:solidFill>
            </a:endParaRPr>
          </a:p>
          <a:p>
            <a:pPr fontAlgn="base">
              <a:lnSpc>
                <a:spcPct val="110000"/>
              </a:lnSpc>
            </a:pPr>
            <a:r>
              <a:rPr lang="zh-CN" altLang="en-US" strike="noStrike" noProof="1" dirty="0">
                <a:solidFill>
                  <a:schemeClr val="tx1"/>
                </a:solidFill>
              </a:rPr>
              <a:t>回答是肯定的，1968年P.Denning研究了程序执行时的局部性原理。</a:t>
            </a:r>
            <a:endParaRPr lang="zh-CN" altLang="en-US" strike="noStrike" noProof="1" dirty="0">
              <a:solidFill>
                <a:schemeClr val="tx1"/>
              </a:solidFill>
            </a:endParaRPr>
          </a:p>
          <a:p>
            <a:pPr fontAlgn="base">
              <a:lnSpc>
                <a:spcPct val="110000"/>
              </a:lnSpc>
            </a:pPr>
            <a:r>
              <a:rPr lang="zh-CN" altLang="en-US" b="1" strike="noStrike" noProof="1" dirty="0">
                <a:solidFill>
                  <a:srgbClr val="CC3300"/>
                </a:solidFill>
              </a:rPr>
              <a:t>程序的局部性原理</a:t>
            </a:r>
            <a:r>
              <a:rPr lang="zh-CN" altLang="en-US" strike="noStrike" noProof="1" dirty="0">
                <a:solidFill>
                  <a:schemeClr val="tx1"/>
                </a:solidFill>
              </a:rPr>
              <a:t>指程序在执行过程中的一个较短时间内，所执行的指令地址或操作数地址分别局限于一定的存储区域中。</a:t>
            </a:r>
            <a:endParaRPr lang="zh-CN" altLang="en-US" strike="noStrike" noProof="1" dirty="0">
              <a:solidFill>
                <a:schemeClr val="tx1"/>
              </a:solidFill>
            </a:endParaRPr>
          </a:p>
        </p:txBody>
      </p:sp>
      <p:sp>
        <p:nvSpPr>
          <p:cNvPr id="38914" name="灯片编号占位符 1"/>
          <p:cNvSpPr/>
          <p:nvPr>
            <p:ph type="sldNum" sz="quarter"/>
          </p:nvPr>
        </p:nvSpPr>
        <p:spPr>
          <a:xfrm>
            <a:off x="6553200" y="6248400"/>
            <a:ext cx="1905000" cy="457200"/>
          </a:xfrm>
          <a:prstGeom prst="rect">
            <a:avLst/>
          </a:prstGeom>
          <a:noFill/>
          <a:ln w="9525">
            <a:noFill/>
            <a:miter/>
          </a:ln>
        </p:spPr>
        <p:txBody>
          <a:bodyPr anchor="t"/>
          <a:p>
            <a:pPr lvl="0">
              <a:spcBef>
                <a:spcPct val="50000"/>
              </a:spcBef>
            </a:pPr>
            <a:fld id="{9A0DB2DC-4C9A-4742-B13C-FB6460FD3503}"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内容占位符 47105"/>
          <p:cNvSpPr>
            <a:spLocks noGrp="1"/>
          </p:cNvSpPr>
          <p:nvPr>
            <p:ph idx="1"/>
          </p:nvPr>
        </p:nvSpPr>
        <p:spPr>
          <a:xfrm>
            <a:off x="685800" y="639763"/>
            <a:ext cx="7772400" cy="5243513"/>
          </a:xfrm>
        </p:spPr>
        <p:txBody>
          <a:bodyPr anchor="t">
            <a:spAutoFit/>
          </a:bodyPr>
          <a:p>
            <a:pPr fontAlgn="base"/>
            <a:r>
              <a:rPr lang="zh-CN" altLang="en-US" sz="2800" strike="noStrike" noProof="1">
                <a:solidFill>
                  <a:schemeClr val="tx1"/>
                </a:solidFill>
                <a:effectLst/>
                <a:latin typeface="宋体" panose="02010600030101010101" pitchFamily="2" charset="-122"/>
              </a:rPr>
              <a:t>第一，程序中只有少量分支和过程调用，大都是顺序执行的指令。</a:t>
            </a:r>
            <a:endParaRPr lang="zh-CN" altLang="en-US" sz="2800" strike="noStrike" noProof="1">
              <a:solidFill>
                <a:schemeClr val="tx1"/>
              </a:solidFill>
              <a:effectLst/>
              <a:latin typeface="宋体" panose="02010600030101010101" pitchFamily="2" charset="-122"/>
            </a:endParaRPr>
          </a:p>
          <a:p>
            <a:pPr fontAlgn="base"/>
            <a:r>
              <a:rPr lang="zh-CN" altLang="en-US" sz="2800" strike="noStrike" noProof="1">
                <a:solidFill>
                  <a:schemeClr val="tx1"/>
                </a:solidFill>
                <a:effectLst/>
                <a:latin typeface="宋体" panose="02010600030101010101" pitchFamily="2" charset="-122"/>
              </a:rPr>
              <a:t>第二，程序包含若干循环，是由相对较少的指令组成，在循环过程中，计算被限制在程序中很小的相邻部分中。</a:t>
            </a:r>
            <a:endParaRPr lang="zh-CN" altLang="en-US" sz="2800" strike="noStrike" noProof="1">
              <a:solidFill>
                <a:schemeClr val="tx1"/>
              </a:solidFill>
              <a:effectLst/>
              <a:latin typeface="宋体" panose="02010600030101010101" pitchFamily="2" charset="-122"/>
            </a:endParaRPr>
          </a:p>
          <a:p>
            <a:pPr fontAlgn="base"/>
            <a:r>
              <a:rPr lang="zh-CN" altLang="en-US" sz="2800" strike="noStrike" noProof="1">
                <a:solidFill>
                  <a:schemeClr val="tx1"/>
                </a:solidFill>
                <a:effectLst/>
                <a:latin typeface="宋体" panose="02010600030101010101" pitchFamily="2" charset="-122"/>
              </a:rPr>
              <a:t>第三，很少出现连续的过程调用，相反，程序中过程调用的深度限制在小范围内，一段时间内，指令引用被局限在很少几个过程中。</a:t>
            </a:r>
            <a:endParaRPr lang="zh-CN" altLang="en-US" sz="2800" strike="noStrike" noProof="1">
              <a:solidFill>
                <a:schemeClr val="tx1"/>
              </a:solidFill>
              <a:effectLst/>
              <a:latin typeface="宋体" panose="02010600030101010101" pitchFamily="2" charset="-122"/>
            </a:endParaRPr>
          </a:p>
          <a:p>
            <a:pPr fontAlgn="base"/>
            <a:r>
              <a:rPr lang="zh-CN" altLang="en-US" sz="2800" strike="noStrike" noProof="1">
                <a:solidFill>
                  <a:schemeClr val="tx1"/>
                </a:solidFill>
                <a:effectLst/>
                <a:latin typeface="宋体" panose="02010600030101010101" pitchFamily="2" charset="-122"/>
              </a:rPr>
              <a:t>第四，对于连续访问数组之类的数据结构，往往是对存储区域中相邻位置的数据的操作。</a:t>
            </a:r>
            <a:endParaRPr lang="zh-CN" altLang="en-US" sz="2800" strike="noStrike" noProof="1">
              <a:solidFill>
                <a:schemeClr val="tx1"/>
              </a:solidFill>
              <a:effectLst/>
              <a:latin typeface="宋体" panose="02010600030101010101" pitchFamily="2" charset="-122"/>
            </a:endParaRPr>
          </a:p>
          <a:p>
            <a:pPr fontAlgn="base"/>
            <a:r>
              <a:rPr lang="zh-CN" altLang="en-US" sz="2800" strike="noStrike" noProof="1">
                <a:solidFill>
                  <a:schemeClr val="tx1"/>
                </a:solidFill>
                <a:effectLst/>
                <a:latin typeface="宋体" panose="02010600030101010101" pitchFamily="2" charset="-122"/>
              </a:rPr>
              <a:t>第五，程序中有些部分是彼此互斥的，不是每次运行时都用到的，如出错处理程序。</a:t>
            </a:r>
            <a:endParaRPr lang="zh-CN" altLang="en-US" sz="2800" strike="noStrike" noProof="1">
              <a:solidFill>
                <a:schemeClr val="tx1"/>
              </a:solidFill>
              <a:effectLst/>
              <a:latin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7106"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标题 25601"/>
          <p:cNvSpPr>
            <a:spLocks noGrp="1"/>
          </p:cNvSpPr>
          <p:nvPr>
            <p:ph type="title"/>
          </p:nvPr>
        </p:nvSpPr>
        <p:spPr>
          <a:xfrm>
            <a:off x="365125" y="649288"/>
            <a:ext cx="7800975" cy="700405"/>
          </a:xfrm>
        </p:spPr>
        <p:txBody>
          <a:bodyPr wrap="square">
            <a:spAutoFit/>
          </a:bodyPr>
          <a:p>
            <a:pPr lvl="0"/>
            <a:r>
              <a:rPr lang="zh-CN" altLang="en-US" sz="4400" b="0">
                <a:solidFill>
                  <a:srgbClr val="A50021"/>
                </a:solidFill>
                <a:ea typeface="宋体" panose="02010600030101010101" pitchFamily="2" charset="-122"/>
              </a:rPr>
              <a:t> 实现思路</a:t>
            </a:r>
            <a:endParaRPr lang="zh-CN" altLang="en-US" sz="4400" b="0">
              <a:solidFill>
                <a:srgbClr val="A50021"/>
              </a:solidFill>
              <a:ea typeface="宋体" panose="02010600030101010101" pitchFamily="2" charset="-122"/>
            </a:endParaRPr>
          </a:p>
        </p:txBody>
      </p:sp>
      <p:sp>
        <p:nvSpPr>
          <p:cNvPr id="40962" name="文本框 25602"/>
          <p:cNvSpPr txBox="1"/>
          <p:nvPr/>
        </p:nvSpPr>
        <p:spPr>
          <a:xfrm>
            <a:off x="558800" y="1541780"/>
            <a:ext cx="7834630" cy="3364230"/>
          </a:xfrm>
          <a:prstGeom prst="rect">
            <a:avLst/>
          </a:prstGeom>
          <a:noFill/>
          <a:ln w="9525">
            <a:noFill/>
            <a:miter/>
          </a:ln>
        </p:spPr>
        <p:txBody>
          <a:bodyPr wrap="square" anchor="t">
            <a:spAutoFit/>
          </a:bodyPr>
          <a:p>
            <a:pPr marL="457200" lvl="0" indent="-457200">
              <a:lnSpc>
                <a:spcPct val="120000"/>
              </a:lnSpc>
              <a:spcBef>
                <a:spcPct val="20000"/>
              </a:spcBef>
              <a:buClr>
                <a:srgbClr val="FF0000"/>
              </a:buClr>
              <a:buFont typeface="Arial" panose="02080604020202020204" pitchFamily="34" charset="0"/>
              <a:buChar char="•"/>
            </a:pPr>
            <a:r>
              <a:rPr lang="zh-CN" altLang="en-US" sz="2800" b="0">
                <a:solidFill>
                  <a:schemeClr val="tx1"/>
                </a:solidFill>
                <a:latin typeface="Arial" panose="02080604020202020204" pitchFamily="34" charset="0"/>
                <a:ea typeface="宋体" panose="02010600030101010101" pitchFamily="2" charset="-122"/>
                <a:sym typeface="Symbol" panose="05050102010706020507" pitchFamily="18" charset="2"/>
              </a:rPr>
              <a:t>程序的全部代码和数据存放在辅存中；</a:t>
            </a:r>
            <a:endParaRPr lang="zh-CN" altLang="en-US" sz="2800" b="0">
              <a:solidFill>
                <a:schemeClr val="tx1"/>
              </a:solidFill>
              <a:latin typeface="Arial" panose="02080604020202020204" pitchFamily="34" charset="0"/>
              <a:ea typeface="宋体" panose="02010600030101010101" pitchFamily="2" charset="-122"/>
              <a:sym typeface="Symbol" panose="05050102010706020507" pitchFamily="18" charset="2"/>
            </a:endParaRPr>
          </a:p>
          <a:p>
            <a:pPr marL="457200" lvl="0" indent="-457200">
              <a:lnSpc>
                <a:spcPct val="120000"/>
              </a:lnSpc>
              <a:spcBef>
                <a:spcPct val="20000"/>
              </a:spcBef>
              <a:buClr>
                <a:srgbClr val="FF0000"/>
              </a:buClr>
              <a:buFont typeface="Arial" panose="02080604020202020204" pitchFamily="34" charset="0"/>
              <a:buChar char="•"/>
            </a:pPr>
            <a:r>
              <a:rPr lang="zh-CN" altLang="en-US" sz="2800" b="0">
                <a:solidFill>
                  <a:schemeClr val="tx1"/>
                </a:solidFill>
                <a:latin typeface="Arial" panose="02080604020202020204" pitchFamily="34" charset="0"/>
                <a:ea typeface="宋体" panose="02010600030101010101" pitchFamily="2" charset="-122"/>
              </a:rPr>
              <a:t>将程序当前执行所涉及的那部分程序代码放入主存中；</a:t>
            </a:r>
            <a:endParaRPr lang="zh-CN" altLang="en-US" sz="2800" b="0">
              <a:solidFill>
                <a:schemeClr val="tx1"/>
              </a:solidFill>
              <a:latin typeface="Arial" panose="02080604020202020204" pitchFamily="34" charset="0"/>
              <a:ea typeface="宋体" panose="02010600030101010101" pitchFamily="2" charset="-122"/>
            </a:endParaRPr>
          </a:p>
          <a:p>
            <a:pPr marL="457200" lvl="0" indent="-457200">
              <a:lnSpc>
                <a:spcPct val="120000"/>
              </a:lnSpc>
              <a:spcBef>
                <a:spcPct val="20000"/>
              </a:spcBef>
              <a:buClr>
                <a:srgbClr val="FF0000"/>
              </a:buClr>
              <a:buFont typeface="Arial" panose="02080604020202020204" pitchFamily="34" charset="0"/>
              <a:buChar char="•"/>
            </a:pPr>
            <a:r>
              <a:rPr lang="zh-CN" altLang="en-US" sz="2800" b="0">
                <a:solidFill>
                  <a:schemeClr val="tx1"/>
                </a:solidFill>
                <a:latin typeface="Arial" panose="02080604020202020204" pitchFamily="34" charset="0"/>
                <a:ea typeface="宋体" panose="02010600030101010101" pitchFamily="2" charset="-122"/>
                <a:sym typeface="Symbol" panose="05050102010706020507" pitchFamily="18" charset="2"/>
              </a:rPr>
              <a:t>程序执行时，当所需信息不在主存，</a:t>
            </a:r>
            <a:r>
              <a:rPr lang="zh-CN" altLang="en-US" sz="2800" b="0">
                <a:solidFill>
                  <a:schemeClr val="tx1"/>
                </a:solidFill>
                <a:latin typeface="Arial" panose="02080604020202020204" pitchFamily="34" charset="0"/>
                <a:ea typeface="宋体" panose="02010600030101010101" pitchFamily="2" charset="-122"/>
              </a:rPr>
              <a:t>由操作系统和硬件相配合来完成主存从</a:t>
            </a:r>
            <a:r>
              <a:rPr lang="zh-CN" altLang="en-US" sz="2800" b="0">
                <a:solidFill>
                  <a:schemeClr val="tx1"/>
                </a:solidFill>
                <a:latin typeface="Arial" panose="02080604020202020204" pitchFamily="34" charset="0"/>
                <a:ea typeface="宋体" panose="02010600030101010101" pitchFamily="2" charset="-122"/>
                <a:sym typeface="Symbol" panose="05050102010706020507" pitchFamily="18" charset="2"/>
              </a:rPr>
              <a:t>辅存中调入信息，程序继续执行。</a:t>
            </a:r>
            <a:endParaRPr lang="zh-CN" altLang="en-US" sz="2800" b="0">
              <a:solidFill>
                <a:schemeClr val="tx1"/>
              </a:solidFill>
              <a:latin typeface="Arial" panose="02080604020202020204" pitchFamily="34" charset="0"/>
              <a:ea typeface="宋体" panose="02010600030101010101" pitchFamily="2" charset="-122"/>
              <a:sym typeface="Symbol" panose="05050102010706020507" pitchFamily="18" charset="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标题 48129"/>
          <p:cNvSpPr>
            <a:spLocks noGrp="1"/>
          </p:cNvSpPr>
          <p:nvPr>
            <p:ph type="title"/>
          </p:nvPr>
        </p:nvSpPr>
        <p:spPr>
          <a:xfrm>
            <a:off x="466725" y="657225"/>
            <a:ext cx="7772400" cy="695325"/>
          </a:xfrm>
        </p:spPr>
        <p:txBody>
          <a:bodyPr anchor="b">
            <a:spAutoFit/>
          </a:bodyPr>
          <a:p>
            <a:pPr fontAlgn="base"/>
            <a:r>
              <a:rPr lang="zh-CN" altLang="en-US" sz="4000" strike="noStrike" noProof="1" dirty="0">
                <a:solidFill>
                  <a:srgbClr val="800000"/>
                </a:solidFill>
              </a:rPr>
              <a:t>存储管理机制的发展</a:t>
            </a:r>
            <a:endParaRPr lang="zh-CN" altLang="en-US" sz="4000" strike="noStrike" noProof="1" dirty="0">
              <a:solidFill>
                <a:srgbClr val="800000"/>
              </a:solidFill>
            </a:endParaRPr>
          </a:p>
        </p:txBody>
      </p:sp>
      <p:sp>
        <p:nvSpPr>
          <p:cNvPr id="48131" name="内容占位符 48130"/>
          <p:cNvSpPr>
            <a:spLocks noGrp="1"/>
          </p:cNvSpPr>
          <p:nvPr>
            <p:ph idx="1"/>
          </p:nvPr>
        </p:nvSpPr>
        <p:spPr>
          <a:xfrm>
            <a:off x="742950" y="1370013"/>
            <a:ext cx="7772400" cy="2599055"/>
          </a:xfrm>
        </p:spPr>
        <p:txBody>
          <a:bodyPr anchor="t">
            <a:spAutoFit/>
          </a:bodyPr>
          <a:p>
            <a:pPr fontAlgn="base">
              <a:buNone/>
            </a:pPr>
            <a:r>
              <a:rPr lang="zh-CN" altLang="en-US" b="1" strike="noStrike" noProof="1" dirty="0">
                <a:solidFill>
                  <a:schemeClr val="tx1"/>
                </a:solidFill>
                <a:effectLst/>
              </a:rPr>
              <a:t>内存管理的目标和内容：</a:t>
            </a:r>
            <a:endParaRPr lang="zh-CN" altLang="en-US" b="1" strike="noStrike" noProof="1" dirty="0">
              <a:solidFill>
                <a:schemeClr val="tx1"/>
              </a:solidFill>
              <a:effectLst/>
            </a:endParaRPr>
          </a:p>
          <a:p>
            <a:pPr lvl="1" fontAlgn="base">
              <a:buNone/>
            </a:pPr>
            <a:r>
              <a:rPr lang="en-US" altLang="zh-CN" b="1" dirty="0">
                <a:solidFill>
                  <a:schemeClr val="tx1"/>
                </a:solidFill>
                <a:effectLst/>
                <a:sym typeface="+mn-ea"/>
              </a:rPr>
              <a:t>1</a:t>
            </a:r>
            <a:r>
              <a:rPr lang="zh-CN" altLang="en-US" b="1" dirty="0">
                <a:solidFill>
                  <a:schemeClr val="tx1"/>
                </a:solidFill>
                <a:effectLst/>
                <a:sym typeface="+mn-ea"/>
              </a:rPr>
              <a:t>、内存映射（动态映射）</a:t>
            </a:r>
            <a:endParaRPr lang="en-US" altLang="zh-CN" b="1" strike="noStrike" noProof="1" dirty="0">
              <a:solidFill>
                <a:schemeClr val="tx1"/>
              </a:solidFill>
              <a:effectLst/>
            </a:endParaRPr>
          </a:p>
          <a:p>
            <a:pPr lvl="1" fontAlgn="base">
              <a:buNone/>
            </a:pPr>
            <a:r>
              <a:rPr lang="en-US" altLang="zh-CN" b="1" strike="noStrike" noProof="1" dirty="0">
                <a:solidFill>
                  <a:schemeClr val="tx1"/>
                </a:solidFill>
                <a:effectLst/>
              </a:rPr>
              <a:t>2</a:t>
            </a:r>
            <a:r>
              <a:rPr lang="zh-CN" altLang="en-US" b="1" strike="noStrike" noProof="1" dirty="0">
                <a:solidFill>
                  <a:schemeClr val="tx1"/>
                </a:solidFill>
                <a:effectLst/>
              </a:rPr>
              <a:t>、内存分配（动态分配）</a:t>
            </a:r>
            <a:endParaRPr lang="zh-CN" altLang="en-US" b="1" strike="noStrike" noProof="1" dirty="0">
              <a:solidFill>
                <a:schemeClr val="tx1"/>
              </a:solidFill>
              <a:effectLst/>
            </a:endParaRPr>
          </a:p>
          <a:p>
            <a:pPr lvl="1" fontAlgn="base">
              <a:buNone/>
            </a:pPr>
            <a:r>
              <a:rPr lang="zh-CN" altLang="en-US" b="1" strike="noStrike" noProof="1" dirty="0">
                <a:solidFill>
                  <a:schemeClr val="tx1"/>
                </a:solidFill>
                <a:effectLst/>
              </a:rPr>
              <a:t>3、内存保护</a:t>
            </a:r>
            <a:endParaRPr lang="zh-CN" altLang="en-US" b="1" strike="noStrike" noProof="1" dirty="0">
              <a:solidFill>
                <a:schemeClr val="tx1"/>
              </a:solidFill>
              <a:effectLst/>
            </a:endParaRPr>
          </a:p>
          <a:p>
            <a:pPr lvl="1" fontAlgn="base">
              <a:buNone/>
            </a:pPr>
            <a:r>
              <a:rPr lang="zh-CN" altLang="en-US" b="1" strike="noStrike" noProof="1" dirty="0">
                <a:solidFill>
                  <a:schemeClr val="tx1"/>
                </a:solidFill>
                <a:effectLst/>
              </a:rPr>
              <a:t>4、内存扩充</a:t>
            </a:r>
            <a:endParaRPr lang="zh-CN" altLang="en-US" b="1" strike="noStrike" noProof="1" dirty="0">
              <a:solidFill>
                <a:schemeClr val="tx1"/>
              </a:solidFill>
              <a:effectLst/>
            </a:endParaRPr>
          </a:p>
        </p:txBody>
      </p:sp>
      <p:sp>
        <p:nvSpPr>
          <p:cNvPr id="41987" name="文本框 48131"/>
          <p:cNvSpPr txBox="1"/>
          <p:nvPr/>
        </p:nvSpPr>
        <p:spPr>
          <a:xfrm>
            <a:off x="223838" y="4221163"/>
            <a:ext cx="8586787" cy="1374775"/>
          </a:xfrm>
          <a:prstGeom prst="rect">
            <a:avLst/>
          </a:prstGeom>
          <a:noFill/>
          <a:ln w="9525">
            <a:noFill/>
            <a:miter/>
          </a:ln>
        </p:spPr>
        <p:txBody>
          <a:bodyPr wrap="square" anchor="t">
            <a:spAutoFit/>
          </a:bodyPr>
          <a:p>
            <a:pPr lvl="0"/>
            <a:r>
              <a:rPr lang="zh-CN" altLang="en-US" sz="2800" dirty="0">
                <a:latin typeface="Times New Roman" panose="02020603050405020304" charset="0"/>
                <a:ea typeface="宋体" panose="02010600030101010101" pitchFamily="2" charset="-122"/>
              </a:rPr>
              <a:t>8086：实地址内存管理模式（dos）</a:t>
            </a:r>
            <a:endParaRPr lang="zh-CN" altLang="en-US" sz="2800" dirty="0">
              <a:latin typeface="Times New Roman" panose="02020603050405020304" charset="0"/>
              <a:ea typeface="宋体" panose="02010600030101010101" pitchFamily="2" charset="-122"/>
            </a:endParaRPr>
          </a:p>
          <a:p>
            <a:pPr lvl="0"/>
            <a:endParaRPr lang="zh-CN" altLang="en-US" sz="2800" dirty="0">
              <a:latin typeface="Times New Roman" panose="02020603050405020304" charset="0"/>
              <a:ea typeface="宋体" panose="02010600030101010101" pitchFamily="2" charset="-122"/>
            </a:endParaRPr>
          </a:p>
          <a:p>
            <a:pPr lvl="0"/>
            <a:r>
              <a:rPr lang="zh-CN" altLang="en-US" sz="2800" dirty="0">
                <a:latin typeface="Times New Roman" panose="02020603050405020304" charset="0"/>
                <a:ea typeface="宋体" panose="02010600030101010101" pitchFamily="2" charset="-122"/>
              </a:rPr>
              <a:t>80386～现在：虚拟地址模式（window，linux）</a:t>
            </a:r>
            <a:endParaRPr lang="zh-CN" altLang="en-US" sz="2800" dirty="0">
              <a:latin typeface="Times New Roman" panose="02020603050405020304" charset="0"/>
              <a:ea typeface="宋体" panose="02010600030101010101" pitchFamily="2" charset="-122"/>
            </a:endParaRPr>
          </a:p>
        </p:txBody>
      </p:sp>
      <p:sp>
        <p:nvSpPr>
          <p:cNvPr id="41988" name="灯片编号占位符 1"/>
          <p:cNvSpPr/>
          <p:nvPr>
            <p:ph type="sldNum" sz="quarter"/>
          </p:nvPr>
        </p:nvSpPr>
        <p:spPr>
          <a:xfrm>
            <a:off x="6553200" y="6248400"/>
            <a:ext cx="1905000" cy="457200"/>
          </a:xfrm>
          <a:prstGeom prst="rect">
            <a:avLst/>
          </a:prstGeom>
          <a:noFill/>
          <a:ln w="9525">
            <a:noFill/>
            <a:miter/>
          </a:ln>
        </p:spPr>
        <p:txBody>
          <a:bodyPr anchor="t"/>
          <a:p>
            <a:pPr lvl="0" algn="r">
              <a:spcBef>
                <a:spcPct val="50000"/>
              </a:spcBef>
            </a:pPr>
            <a:fld id="{9A0DB2DC-4C9A-4742-B13C-FB6460FD3503}" type="slidenum">
              <a:rPr lang="zh-CN" altLang="en-US">
                <a:solidFill>
                  <a:schemeClr val="bg2"/>
                </a:solidFill>
                <a:ea typeface="方正书宋_GBK" panose="02000000000000000000" charset="-122"/>
              </a:rPr>
            </a:fld>
            <a:endParaRPr lang="zh-CN" altLang="en-US">
              <a:solidFill>
                <a:schemeClr val="bg2"/>
              </a:solidFill>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8131"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标题 49153"/>
          <p:cNvSpPr>
            <a:spLocks noGrp="1"/>
          </p:cNvSpPr>
          <p:nvPr>
            <p:ph type="title"/>
          </p:nvPr>
        </p:nvSpPr>
        <p:spPr>
          <a:xfrm>
            <a:off x="363538" y="650875"/>
            <a:ext cx="8393113" cy="695325"/>
          </a:xfrm>
        </p:spPr>
        <p:txBody>
          <a:bodyPr anchor="b">
            <a:spAutoFit/>
          </a:bodyPr>
          <a:p>
            <a:pPr fontAlgn="base"/>
            <a:r>
              <a:rPr lang="zh-CN" altLang="en-US" sz="4000" strike="noStrike" noProof="1">
                <a:solidFill>
                  <a:srgbClr val="800000"/>
                </a:solidFill>
              </a:rPr>
              <a:t>虚拟存储器的概念</a:t>
            </a:r>
            <a:endParaRPr lang="zh-CN" altLang="en-US" sz="4000" strike="noStrike" noProof="1">
              <a:solidFill>
                <a:srgbClr val="800000"/>
              </a:solidFill>
            </a:endParaRPr>
          </a:p>
        </p:txBody>
      </p:sp>
      <p:sp>
        <p:nvSpPr>
          <p:cNvPr id="49155" name="内容占位符 49154"/>
          <p:cNvSpPr>
            <a:spLocks noGrp="1"/>
          </p:cNvSpPr>
          <p:nvPr>
            <p:ph idx="1"/>
          </p:nvPr>
        </p:nvSpPr>
        <p:spPr>
          <a:xfrm>
            <a:off x="381000" y="1563688"/>
            <a:ext cx="8388350" cy="3340100"/>
          </a:xfrm>
        </p:spPr>
        <p:txBody>
          <a:bodyPr anchor="t">
            <a:spAutoFit/>
          </a:bodyPr>
          <a:p>
            <a:pPr fontAlgn="base"/>
            <a:r>
              <a:rPr lang="zh-CN" altLang="en-US" strike="noStrike" noProof="1" dirty="0">
                <a:solidFill>
                  <a:schemeClr val="tx1"/>
                </a:solidFill>
                <a:effectLst/>
              </a:rPr>
              <a:t>由操作系统和硬件相配合来完成主存的映射、保护、和</a:t>
            </a:r>
            <a:r>
              <a:rPr lang="zh-CN" altLang="en-US" strike="noStrike" noProof="1" dirty="0">
                <a:solidFill>
                  <a:schemeClr val="tx1"/>
                </a:solidFill>
                <a:effectLst/>
                <a:sym typeface="Symbol" panose="05050102010706020507" pitchFamily="18" charset="2"/>
              </a:rPr>
              <a:t>辅存</a:t>
            </a:r>
            <a:r>
              <a:rPr lang="zh-CN" altLang="en-US" strike="noStrike" noProof="1" dirty="0">
                <a:solidFill>
                  <a:schemeClr val="tx1"/>
                </a:solidFill>
                <a:effectLst/>
              </a:rPr>
              <a:t>之间的信息动态交换。这样的计算机系统好像为用户提供了一个其存储容量比实际主存大得多的存储器，这个存储器称为虚拟存储器。</a:t>
            </a:r>
            <a:endParaRPr lang="zh-CN" altLang="en-US" strike="noStrike" noProof="1" dirty="0">
              <a:solidFill>
                <a:schemeClr val="tx1"/>
              </a:solidFill>
              <a:effectLst/>
            </a:endParaRPr>
          </a:p>
          <a:p>
            <a:pPr fontAlgn="base"/>
            <a:r>
              <a:rPr lang="zh-CN" altLang="en-US" strike="noStrike" noProof="1" dirty="0">
                <a:solidFill>
                  <a:schemeClr val="tx1"/>
                </a:solidFill>
                <a:effectLst/>
                <a:sym typeface="Arial" panose="02080604020202020204" pitchFamily="34" charset="0"/>
              </a:rPr>
              <a:t>虚拟</a:t>
            </a:r>
            <a:r>
              <a:rPr lang="zh-CN" altLang="en-US" strike="noStrike" noProof="1" dirty="0">
                <a:solidFill>
                  <a:schemeClr val="tx1"/>
                </a:solidFill>
                <a:effectLst/>
                <a:sym typeface="+mn-ea"/>
              </a:rPr>
              <a:t>存储器的容量与主存大小无直接关系，只受限于计算机的体系结构</a:t>
            </a:r>
            <a:r>
              <a:rPr lang="x-none" altLang="zh-CN" strike="noStrike" noProof="1" dirty="0">
                <a:solidFill>
                  <a:schemeClr val="tx1"/>
                </a:solidFill>
                <a:effectLst/>
                <a:sym typeface="+mn-ea"/>
              </a:rPr>
              <a:t>。</a:t>
            </a:r>
            <a:endParaRPr lang="x-none" altLang="zh-CN" strike="noStrike" noProof="1" dirty="0">
              <a:solidFill>
                <a:schemeClr val="tx1"/>
              </a:solidFill>
              <a:effectLst/>
              <a:sym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9155"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标题 53249"/>
          <p:cNvSpPr>
            <a:spLocks noGrp="1"/>
          </p:cNvSpPr>
          <p:nvPr>
            <p:ph type="title"/>
          </p:nvPr>
        </p:nvSpPr>
        <p:spPr>
          <a:xfrm>
            <a:off x="5186363" y="11113"/>
            <a:ext cx="3913188" cy="574675"/>
          </a:xfrm>
        </p:spPr>
        <p:txBody>
          <a:bodyPr wrap="square" anchor="b">
            <a:spAutoFit/>
          </a:bodyPr>
          <a:p>
            <a:pPr fontAlgn="base"/>
            <a:r>
              <a:rPr lang="zh-CN" altLang="en-US" sz="3200" strike="noStrike" noProof="1">
                <a:solidFill>
                  <a:srgbClr val="800000"/>
                </a:solidFill>
              </a:rPr>
              <a:t>虚拟存储器的核心</a:t>
            </a:r>
            <a:endParaRPr lang="zh-CN" altLang="en-US" sz="3200" strike="noStrike" noProof="1">
              <a:solidFill>
                <a:srgbClr val="800000"/>
              </a:solidFill>
            </a:endParaRPr>
          </a:p>
        </p:txBody>
      </p:sp>
      <p:sp>
        <p:nvSpPr>
          <p:cNvPr id="53251" name="内容占位符 53250"/>
          <p:cNvSpPr>
            <a:spLocks noGrp="1"/>
          </p:cNvSpPr>
          <p:nvPr>
            <p:ph idx="1"/>
          </p:nvPr>
        </p:nvSpPr>
        <p:spPr>
          <a:xfrm>
            <a:off x="224790" y="574040"/>
            <a:ext cx="8637905" cy="5958840"/>
          </a:xfrm>
        </p:spPr>
        <p:txBody>
          <a:bodyPr wrap="square" anchor="t">
            <a:spAutoFit/>
          </a:bodyPr>
          <a:p>
            <a:pPr fontAlgn="base">
              <a:lnSpc>
                <a:spcPct val="110000"/>
              </a:lnSpc>
              <a:spcBef>
                <a:spcPct val="40000"/>
              </a:spcBef>
            </a:pPr>
            <a:r>
              <a:rPr lang="zh-CN" altLang="en-US" sz="2800" b="1" strike="noStrike" noProof="1" dirty="0">
                <a:solidFill>
                  <a:srgbClr val="CC3300"/>
                </a:solidFill>
                <a:sym typeface="Symbol" panose="05050102010706020507" pitchFamily="18" charset="2"/>
              </a:rPr>
              <a:t>逻辑地址与物理地址分开</a:t>
            </a:r>
            <a:r>
              <a:rPr lang="x-none" altLang="zh-CN" sz="2800" b="1" strike="noStrike" noProof="1" dirty="0">
                <a:solidFill>
                  <a:srgbClr val="CC3300"/>
                </a:solidFill>
                <a:sym typeface="Symbol" panose="05050102010706020507" pitchFamily="18" charset="2"/>
              </a:rPr>
              <a:t>（完全隔离）</a:t>
            </a:r>
            <a:endParaRPr lang="x-none" altLang="zh-CN" sz="2800" b="1" strike="noStrike" noProof="1" dirty="0">
              <a:solidFill>
                <a:srgbClr val="CC3300"/>
              </a:solidFill>
              <a:sym typeface="Symbol" panose="05050102010706020507" pitchFamily="18" charset="2"/>
            </a:endParaRPr>
          </a:p>
          <a:p>
            <a:pPr fontAlgn="base">
              <a:lnSpc>
                <a:spcPct val="80000"/>
              </a:lnSpc>
              <a:buNone/>
            </a:pPr>
            <a:r>
              <a:rPr lang="zh-CN" altLang="en-US" sz="2400" b="1" strike="noStrike" noProof="1" dirty="0">
                <a:solidFill>
                  <a:schemeClr val="tx1"/>
                </a:solidFill>
                <a:effectLst/>
              </a:rPr>
              <a:t>1. 物理地址（实地址）</a:t>
            </a:r>
            <a:endParaRPr lang="zh-CN" altLang="en-US" sz="2400" b="1" strike="noStrike" noProof="1" dirty="0">
              <a:solidFill>
                <a:schemeClr val="tx1"/>
              </a:solidFill>
              <a:effectLst/>
            </a:endParaRPr>
          </a:p>
          <a:p>
            <a:pPr fontAlgn="base">
              <a:lnSpc>
                <a:spcPct val="80000"/>
              </a:lnSpc>
              <a:buNone/>
            </a:pPr>
            <a:r>
              <a:rPr lang="zh-CN" altLang="en-US" sz="2400" b="1" strike="noStrike" noProof="1" dirty="0">
                <a:solidFill>
                  <a:schemeClr val="tx1"/>
                </a:solidFill>
                <a:effectLst/>
              </a:rPr>
              <a:t> 	物理地址是计算机主存单元的真实地址，又称实地址。</a:t>
            </a:r>
            <a:endParaRPr lang="zh-CN" altLang="en-US" sz="2400" b="1" strike="noStrike" noProof="1" dirty="0">
              <a:solidFill>
                <a:schemeClr val="tx1"/>
              </a:solidFill>
              <a:effectLst/>
            </a:endParaRPr>
          </a:p>
          <a:p>
            <a:pPr fontAlgn="base">
              <a:lnSpc>
                <a:spcPct val="80000"/>
              </a:lnSpc>
              <a:buNone/>
            </a:pPr>
            <a:r>
              <a:rPr lang="zh-CN" altLang="en-US" sz="2400" b="1" strike="noStrike" noProof="1" dirty="0">
                <a:solidFill>
                  <a:schemeClr val="tx1"/>
                </a:solidFill>
                <a:effectLst/>
              </a:rPr>
              <a:t>2. 逻辑地址（虚地址）</a:t>
            </a:r>
            <a:endParaRPr lang="zh-CN" altLang="en-US" sz="2400" b="1" strike="noStrike" noProof="1" dirty="0">
              <a:solidFill>
                <a:schemeClr val="tx1"/>
              </a:solidFill>
              <a:effectLst/>
            </a:endParaRPr>
          </a:p>
          <a:p>
            <a:pPr fontAlgn="base">
              <a:lnSpc>
                <a:spcPct val="80000"/>
              </a:lnSpc>
              <a:buNone/>
            </a:pPr>
            <a:r>
              <a:rPr lang="zh-CN" altLang="en-US" sz="2400" b="1" strike="noStrike" noProof="1" dirty="0">
                <a:solidFill>
                  <a:schemeClr val="tx1"/>
                </a:solidFill>
                <a:effectLst/>
              </a:rPr>
              <a:t>	用户的程序地址（指令地址或操作数地址）均为逻辑地址。</a:t>
            </a:r>
            <a:endParaRPr lang="zh-CN" altLang="en-US" sz="2400" b="1" strike="noStrike" noProof="1" dirty="0">
              <a:solidFill>
                <a:schemeClr val="tx1"/>
              </a:solidFill>
              <a:effectLst/>
            </a:endParaRPr>
          </a:p>
          <a:p>
            <a:pPr fontAlgn="base">
              <a:lnSpc>
                <a:spcPct val="90000"/>
              </a:lnSpc>
              <a:spcBef>
                <a:spcPct val="40000"/>
              </a:spcBef>
            </a:pPr>
            <a:r>
              <a:rPr lang="x-none" altLang="zh-CN" sz="2800" b="1" strike="noStrike" noProof="1" dirty="0">
                <a:solidFill>
                  <a:srgbClr val="CC3300"/>
                </a:solidFill>
              </a:rPr>
              <a:t>逻辑</a:t>
            </a:r>
            <a:r>
              <a:rPr lang="zh-CN" altLang="en-US" sz="2800" b="1" strike="noStrike" noProof="1" dirty="0">
                <a:solidFill>
                  <a:srgbClr val="CC3300"/>
                </a:solidFill>
              </a:rPr>
              <a:t>地址空间与物理地址空间分开</a:t>
            </a:r>
            <a:r>
              <a:rPr lang="x-none" altLang="zh-CN" sz="2800" b="1" strike="noStrike" noProof="1" dirty="0">
                <a:solidFill>
                  <a:srgbClr val="CC3300"/>
                </a:solidFill>
              </a:rPr>
              <a:t>（</a:t>
            </a:r>
            <a:r>
              <a:rPr lang="x-none" altLang="zh-CN" sz="2800" b="1" strike="noStrike" noProof="1" dirty="0">
                <a:solidFill>
                  <a:srgbClr val="CC3300"/>
                </a:solidFill>
                <a:sym typeface="Symbol" panose="05050102010706020507" pitchFamily="18" charset="2"/>
              </a:rPr>
              <a:t>完全隔离</a:t>
            </a:r>
            <a:r>
              <a:rPr lang="x-none" altLang="zh-CN" sz="2800" b="1" strike="noStrike" noProof="1" dirty="0">
                <a:solidFill>
                  <a:srgbClr val="CC3300"/>
                </a:solidFill>
              </a:rPr>
              <a:t>）</a:t>
            </a:r>
            <a:endParaRPr lang="x-none" altLang="zh-CN" sz="2800" b="1" strike="noStrike" noProof="1" dirty="0">
              <a:solidFill>
                <a:srgbClr val="CC3300"/>
              </a:solidFill>
            </a:endParaRPr>
          </a:p>
          <a:p>
            <a:pPr fontAlgn="base">
              <a:lnSpc>
                <a:spcPct val="80000"/>
              </a:lnSpc>
              <a:buNone/>
            </a:pPr>
            <a:r>
              <a:rPr lang="zh-CN" altLang="en-US" sz="2400" b="1" strike="noStrike" noProof="1" dirty="0">
                <a:solidFill>
                  <a:schemeClr val="tx1"/>
                </a:solidFill>
                <a:effectLst/>
              </a:rPr>
              <a:t>1. 物理地址空间（实地址空间）</a:t>
            </a:r>
            <a:endParaRPr lang="zh-CN" altLang="en-US" sz="2400" b="1" strike="noStrike" noProof="1" dirty="0">
              <a:solidFill>
                <a:schemeClr val="tx1"/>
              </a:solidFill>
              <a:effectLst/>
            </a:endParaRPr>
          </a:p>
          <a:p>
            <a:pPr fontAlgn="base">
              <a:lnSpc>
                <a:spcPct val="100000"/>
              </a:lnSpc>
              <a:buNone/>
            </a:pPr>
            <a:r>
              <a:rPr lang="zh-CN" altLang="en-US" sz="2400" b="1" strike="noStrike" noProof="1" dirty="0">
                <a:solidFill>
                  <a:schemeClr val="tx1"/>
                </a:solidFill>
                <a:effectLst/>
              </a:rPr>
              <a:t> 	物理地址的集合所对应的空间组成了主存空间。</a:t>
            </a:r>
            <a:endParaRPr lang="zh-CN" altLang="en-US" sz="2400" b="1" strike="noStrike" noProof="1" dirty="0">
              <a:solidFill>
                <a:schemeClr val="tx1"/>
              </a:solidFill>
              <a:effectLst/>
            </a:endParaRPr>
          </a:p>
          <a:p>
            <a:pPr fontAlgn="base">
              <a:lnSpc>
                <a:spcPct val="100000"/>
              </a:lnSpc>
              <a:buNone/>
            </a:pPr>
            <a:r>
              <a:rPr lang="x-none" altLang="zh-CN" sz="2400" b="1" strike="noStrike" noProof="1" dirty="0">
                <a:solidFill>
                  <a:schemeClr val="tx1"/>
                </a:solidFill>
                <a:effectLst/>
              </a:rPr>
              <a:t>	</a:t>
            </a:r>
            <a:r>
              <a:rPr lang="zh-CN" altLang="en-US" sz="2400" b="1" strike="noStrike" noProof="1" dirty="0">
                <a:solidFill>
                  <a:schemeClr val="tx1"/>
                </a:solidFill>
                <a:effectLst/>
              </a:rPr>
              <a:t>编址不一定从0开始。</a:t>
            </a:r>
            <a:endParaRPr lang="zh-CN" altLang="en-US" sz="2400" b="1" strike="noStrike" noProof="1" dirty="0">
              <a:solidFill>
                <a:schemeClr val="tx1"/>
              </a:solidFill>
              <a:effectLst/>
            </a:endParaRPr>
          </a:p>
          <a:p>
            <a:pPr fontAlgn="base">
              <a:lnSpc>
                <a:spcPct val="80000"/>
              </a:lnSpc>
              <a:buNone/>
            </a:pPr>
            <a:r>
              <a:rPr lang="x-none" altLang="zh-CN" sz="2400" b="1" strike="noStrike" noProof="1" dirty="0">
                <a:solidFill>
                  <a:schemeClr val="tx1"/>
                </a:solidFill>
                <a:effectLst/>
              </a:rPr>
              <a:t>2</a:t>
            </a:r>
            <a:r>
              <a:rPr lang="zh-CN" altLang="en-US" sz="2400" b="1" strike="noStrike" noProof="1" dirty="0">
                <a:solidFill>
                  <a:schemeClr val="tx1"/>
                </a:solidFill>
                <a:effectLst/>
              </a:rPr>
              <a:t>. 逻辑地址空间（虚拟地址空间）</a:t>
            </a:r>
            <a:endParaRPr lang="zh-CN" altLang="en-US" sz="2400" b="1" strike="noStrike" noProof="1" dirty="0">
              <a:solidFill>
                <a:schemeClr val="tx1"/>
              </a:solidFill>
              <a:effectLst/>
            </a:endParaRPr>
          </a:p>
          <a:p>
            <a:pPr fontAlgn="base">
              <a:lnSpc>
                <a:spcPct val="90000"/>
              </a:lnSpc>
              <a:buNone/>
            </a:pPr>
            <a:r>
              <a:rPr lang="zh-CN" altLang="en-US" sz="2400" b="1" strike="noStrike" noProof="1" dirty="0">
                <a:solidFill>
                  <a:schemeClr val="tx1"/>
                </a:solidFill>
                <a:effectLst/>
              </a:rPr>
              <a:t>	用户程序所有的逻辑地址集合对应的空间。</a:t>
            </a:r>
            <a:endParaRPr lang="zh-CN" altLang="en-US" sz="2400" b="1" strike="noStrike" noProof="1" dirty="0">
              <a:solidFill>
                <a:schemeClr val="tx1"/>
              </a:solidFill>
              <a:effectLst/>
            </a:endParaRPr>
          </a:p>
          <a:p>
            <a:pPr fontAlgn="base">
              <a:lnSpc>
                <a:spcPct val="90000"/>
              </a:lnSpc>
              <a:buNone/>
            </a:pPr>
            <a:r>
              <a:rPr lang="x-none" altLang="zh-CN" sz="2400" b="1" strike="noStrike" noProof="1" dirty="0">
                <a:solidFill>
                  <a:schemeClr val="tx1"/>
                </a:solidFill>
                <a:effectLst/>
              </a:rPr>
              <a:t>	</a:t>
            </a:r>
            <a:r>
              <a:rPr lang="zh-CN" altLang="en-US" sz="2400" b="1" strike="noStrike" noProof="1" dirty="0">
                <a:solidFill>
                  <a:schemeClr val="tx1"/>
                </a:solidFill>
                <a:effectLst/>
              </a:rPr>
              <a:t>编址总是从0开始。</a:t>
            </a:r>
            <a:endParaRPr lang="zh-CN" altLang="en-US" sz="2400" b="1" strike="noStrike" noProof="1" dirty="0">
              <a:solidFill>
                <a:schemeClr val="tx1"/>
              </a:solidFill>
              <a:effectLst/>
            </a:endParaRPr>
          </a:p>
          <a:p>
            <a:pPr fontAlgn="base">
              <a:lnSpc>
                <a:spcPct val="90000"/>
              </a:lnSpc>
              <a:spcBef>
                <a:spcPct val="40000"/>
              </a:spcBef>
            </a:pPr>
            <a:r>
              <a:rPr lang="zh-CN" altLang="en-US" sz="2800" b="1" strike="noStrike" noProof="1" dirty="0">
                <a:solidFill>
                  <a:srgbClr val="CC3300"/>
                </a:solidFill>
              </a:rPr>
              <a:t>提供地址变换机构(动态地址映射)</a:t>
            </a:r>
            <a:endParaRPr lang="zh-CN" altLang="en-US" sz="2800" b="1" strike="noStrike" noProof="1" dirty="0">
              <a:solidFill>
                <a:srgbClr val="CC3300"/>
              </a:solidFill>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3251"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标题 27649"/>
          <p:cNvSpPr>
            <a:spLocks noGrp="1"/>
          </p:cNvSpPr>
          <p:nvPr>
            <p:ph type="title"/>
          </p:nvPr>
        </p:nvSpPr>
        <p:spPr>
          <a:xfrm>
            <a:off x="363538" y="595313"/>
            <a:ext cx="8393113" cy="639763"/>
          </a:xfrm>
        </p:spPr>
        <p:txBody>
          <a:bodyPr>
            <a:spAutoFit/>
          </a:bodyPr>
          <a:p>
            <a:pPr lvl="0"/>
            <a:r>
              <a:rPr lang="zh-CN" altLang="en-US" sz="4000" b="0">
                <a:solidFill>
                  <a:srgbClr val="800000"/>
                </a:solidFill>
                <a:ea typeface="宋体" panose="02010600030101010101" pitchFamily="2" charset="-122"/>
              </a:rPr>
              <a:t>虚拟存储器的概念图</a:t>
            </a:r>
            <a:endParaRPr lang="zh-CN" altLang="en-US" sz="4000" b="0">
              <a:solidFill>
                <a:srgbClr val="800000"/>
              </a:solidFill>
              <a:ea typeface="宋体" panose="02010600030101010101" pitchFamily="2" charset="-122"/>
            </a:endParaRPr>
          </a:p>
        </p:txBody>
      </p:sp>
      <p:grpSp>
        <p:nvGrpSpPr>
          <p:cNvPr id="27651" name="组合 27650"/>
          <p:cNvGrpSpPr/>
          <p:nvPr/>
        </p:nvGrpSpPr>
        <p:grpSpPr>
          <a:xfrm>
            <a:off x="609600" y="1600200"/>
            <a:ext cx="7924800" cy="3810000"/>
            <a:chOff x="0" y="0"/>
            <a:chExt cx="4992" cy="2400"/>
          </a:xfrm>
        </p:grpSpPr>
        <p:sp>
          <p:nvSpPr>
            <p:cNvPr id="45059" name="矩形 27651"/>
            <p:cNvSpPr/>
            <p:nvPr/>
          </p:nvSpPr>
          <p:spPr>
            <a:xfrm>
              <a:off x="192" y="629"/>
              <a:ext cx="713" cy="1575"/>
            </a:xfrm>
            <a:prstGeom prst="rect">
              <a:avLst/>
            </a:prstGeom>
            <a:solidFill>
              <a:srgbClr val="FFFFFF"/>
            </a:solidFill>
            <a:ln w="19050" cap="flat" cmpd="sng">
              <a:solidFill>
                <a:srgbClr val="000000"/>
              </a:solidFill>
              <a:prstDash val="solid"/>
              <a:miter/>
              <a:headEnd type="none" w="med" len="med"/>
              <a:tailEnd type="none" w="med" len="med"/>
            </a:ln>
            <a:effectLst>
              <a:outerShdw dist="107763" dir="2699999" algn="ctr" rotWithShape="0">
                <a:srgbClr val="808080"/>
              </a:outerShdw>
            </a:effectLst>
          </p:spPr>
          <p:txBody>
            <a:bodyPr anchor="t"/>
            <a:p>
              <a:pPr lvl="0" algn="ctr"/>
              <a:endParaRPr lang="zh-CN" altLang="en-US">
                <a:latin typeface="Arial" panose="02080604020202020204" pitchFamily="34" charset="0"/>
                <a:ea typeface="宋体" panose="02010600030101010101" pitchFamily="2" charset="-122"/>
              </a:endParaRPr>
            </a:p>
          </p:txBody>
        </p:sp>
        <p:sp>
          <p:nvSpPr>
            <p:cNvPr id="45060" name="矩形 27652"/>
            <p:cNvSpPr/>
            <p:nvPr/>
          </p:nvSpPr>
          <p:spPr>
            <a:xfrm>
              <a:off x="3710" y="236"/>
              <a:ext cx="1282" cy="2164"/>
            </a:xfrm>
            <a:prstGeom prst="rect">
              <a:avLst/>
            </a:prstGeom>
            <a:solidFill>
              <a:srgbClr val="FFFFFF"/>
            </a:solidFill>
            <a:ln w="19050" cap="flat" cmpd="sng">
              <a:solidFill>
                <a:srgbClr val="000000"/>
              </a:solidFill>
              <a:prstDash val="solid"/>
              <a:miter/>
              <a:headEnd type="none" w="med" len="med"/>
              <a:tailEnd type="none" w="med" len="med"/>
            </a:ln>
            <a:effectLst>
              <a:outerShdw dist="107763" dir="2699999" algn="ctr" rotWithShape="0">
                <a:srgbClr val="808080"/>
              </a:outerShdw>
            </a:effectLst>
          </p:spPr>
          <p:txBody>
            <a:bodyPr anchor="t"/>
            <a:p>
              <a:pPr lvl="0" algn="ctr"/>
              <a:endParaRPr lang="zh-CN" altLang="en-US">
                <a:latin typeface="Arial" panose="02080604020202020204" pitchFamily="34" charset="0"/>
                <a:ea typeface="宋体" panose="02010600030101010101" pitchFamily="2" charset="-122"/>
              </a:endParaRPr>
            </a:p>
          </p:txBody>
        </p:sp>
        <p:sp>
          <p:nvSpPr>
            <p:cNvPr id="45061" name="文本框 27653"/>
            <p:cNvSpPr txBox="1"/>
            <p:nvPr/>
          </p:nvSpPr>
          <p:spPr>
            <a:xfrm>
              <a:off x="0" y="346"/>
              <a:ext cx="1200" cy="230"/>
            </a:xfrm>
            <a:prstGeom prst="rect">
              <a:avLst/>
            </a:prstGeom>
            <a:noFill/>
            <a:ln w="9525">
              <a:noFill/>
              <a:miter/>
            </a:ln>
          </p:spPr>
          <p:txBody>
            <a:bodyPr lIns="0" tIns="0" rIns="0" bIns="0" anchor="t"/>
            <a:p>
              <a:pPr lvl="0" eaLnBrk="0" hangingPunct="0"/>
              <a:r>
                <a:rPr lang="zh-CN" altLang="en-US" sz="1800">
                  <a:solidFill>
                    <a:srgbClr val="CC3300"/>
                  </a:solidFill>
                  <a:latin typeface="Arial" panose="02080604020202020204" pitchFamily="34" charset="0"/>
                  <a:ea typeface="宋体" panose="02010600030101010101" pitchFamily="2" charset="-122"/>
                </a:rPr>
                <a:t>虚拟地址空间</a:t>
              </a:r>
              <a:endParaRPr lang="zh-CN" altLang="en-US" sz="1800">
                <a:solidFill>
                  <a:srgbClr val="CC3300"/>
                </a:solidFill>
                <a:latin typeface="Arial" panose="02080604020202020204" pitchFamily="34" charset="0"/>
                <a:ea typeface="宋体" panose="02010600030101010101" pitchFamily="2" charset="-122"/>
              </a:endParaRPr>
            </a:p>
          </p:txBody>
        </p:sp>
        <p:sp>
          <p:nvSpPr>
            <p:cNvPr id="45062" name="文本框 27654"/>
            <p:cNvSpPr txBox="1"/>
            <p:nvPr/>
          </p:nvSpPr>
          <p:spPr>
            <a:xfrm>
              <a:off x="1332" y="1258"/>
              <a:ext cx="600" cy="404"/>
            </a:xfrm>
            <a:prstGeom prst="rect">
              <a:avLst/>
            </a:prstGeom>
            <a:solidFill>
              <a:srgbClr val="FFFFFF"/>
            </a:solidFill>
            <a:ln w="19050" cap="flat" cmpd="sng">
              <a:solidFill>
                <a:srgbClr val="000000"/>
              </a:solidFill>
              <a:prstDash val="solid"/>
              <a:miter/>
              <a:headEnd type="none" w="med" len="med"/>
              <a:tailEnd type="none" w="med" len="med"/>
            </a:ln>
            <a:effectLst>
              <a:outerShdw dist="107763" dir="2699999" algn="ctr" rotWithShape="0">
                <a:srgbClr val="808080"/>
              </a:outerShdw>
            </a:effectLst>
          </p:spPr>
          <p:txBody>
            <a:bodyPr lIns="0" tIns="0" rIns="0" bIns="0" anchor="ctr" anchorCtr="1"/>
            <a:p>
              <a:pPr lvl="0" eaLnBrk="0" hangingPunct="0"/>
              <a:r>
                <a:rPr lang="zh-CN" altLang="en-US" sz="1800">
                  <a:solidFill>
                    <a:srgbClr val="CC3300"/>
                  </a:solidFill>
                  <a:latin typeface="Arial" panose="02080604020202020204" pitchFamily="34" charset="0"/>
                  <a:ea typeface="宋体" panose="02010600030101010101" pitchFamily="2" charset="-122"/>
                </a:rPr>
                <a:t>处理器</a:t>
              </a:r>
              <a:endParaRPr lang="zh-CN" altLang="en-US" sz="1800">
                <a:solidFill>
                  <a:srgbClr val="CC3300"/>
                </a:solidFill>
                <a:latin typeface="Arial" panose="02080604020202020204" pitchFamily="34" charset="0"/>
                <a:ea typeface="宋体" panose="02010600030101010101" pitchFamily="2" charset="-122"/>
              </a:endParaRPr>
            </a:p>
          </p:txBody>
        </p:sp>
        <p:sp>
          <p:nvSpPr>
            <p:cNvPr id="45063" name="文本框 27655"/>
            <p:cNvSpPr txBox="1"/>
            <p:nvPr/>
          </p:nvSpPr>
          <p:spPr>
            <a:xfrm>
              <a:off x="1968" y="1162"/>
              <a:ext cx="528" cy="182"/>
            </a:xfrm>
            <a:prstGeom prst="rect">
              <a:avLst/>
            </a:prstGeom>
            <a:noFill/>
            <a:ln w="9525">
              <a:noFill/>
              <a:miter/>
            </a:ln>
          </p:spPr>
          <p:txBody>
            <a:bodyPr lIns="0" tIns="0" rIns="0" bIns="0" anchor="t"/>
            <a:p>
              <a:pPr lvl="0" eaLnBrk="0" hangingPunct="0"/>
              <a:r>
                <a:rPr lang="zh-CN" altLang="en-US" sz="2000">
                  <a:solidFill>
                    <a:srgbClr val="CC3300"/>
                  </a:solidFill>
                  <a:latin typeface="Arial" panose="02080604020202020204" pitchFamily="34" charset="0"/>
                  <a:ea typeface="宋体" panose="02010600030101010101" pitchFamily="2" charset="-122"/>
                </a:rPr>
                <a:t>虚地址</a:t>
              </a:r>
              <a:endParaRPr lang="zh-CN" altLang="en-US" sz="2000">
                <a:solidFill>
                  <a:srgbClr val="CC3300"/>
                </a:solidFill>
                <a:latin typeface="Arial" panose="02080604020202020204" pitchFamily="34" charset="0"/>
                <a:ea typeface="宋体" panose="02010600030101010101" pitchFamily="2" charset="-122"/>
              </a:endParaRPr>
            </a:p>
          </p:txBody>
        </p:sp>
        <p:sp>
          <p:nvSpPr>
            <p:cNvPr id="45064" name="直接连接符 27656"/>
            <p:cNvSpPr/>
            <p:nvPr/>
          </p:nvSpPr>
          <p:spPr>
            <a:xfrm>
              <a:off x="912" y="1417"/>
              <a:ext cx="428" cy="0"/>
            </a:xfrm>
            <a:prstGeom prst="line">
              <a:avLst/>
            </a:prstGeom>
            <a:ln w="19050" cap="flat" cmpd="sng">
              <a:solidFill>
                <a:srgbClr val="000000"/>
              </a:solidFill>
              <a:prstDash val="solid"/>
              <a:round/>
              <a:headEnd type="none" w="med" len="med"/>
              <a:tailEnd type="triangl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5065" name="直接连接符 27657"/>
            <p:cNvSpPr/>
            <p:nvPr/>
          </p:nvSpPr>
          <p:spPr>
            <a:xfrm>
              <a:off x="1940" y="1417"/>
              <a:ext cx="570" cy="0"/>
            </a:xfrm>
            <a:prstGeom prst="line">
              <a:avLst/>
            </a:prstGeom>
            <a:ln w="19050" cap="flat" cmpd="sng">
              <a:solidFill>
                <a:srgbClr val="000000"/>
              </a:solidFill>
              <a:prstDash val="solid"/>
              <a:round/>
              <a:headEnd type="none" w="med" len="med"/>
              <a:tailEnd type="triangl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5066" name="文本框 27658"/>
            <p:cNvSpPr txBox="1"/>
            <p:nvPr/>
          </p:nvSpPr>
          <p:spPr>
            <a:xfrm>
              <a:off x="2510" y="826"/>
              <a:ext cx="502" cy="1172"/>
            </a:xfrm>
            <a:prstGeom prst="rect">
              <a:avLst/>
            </a:prstGeom>
            <a:solidFill>
              <a:srgbClr val="FFFFFF"/>
            </a:solidFill>
            <a:ln w="19050" cap="flat" cmpd="sng">
              <a:solidFill>
                <a:srgbClr val="000000"/>
              </a:solidFill>
              <a:prstDash val="solid"/>
              <a:miter/>
              <a:headEnd type="none" w="med" len="med"/>
              <a:tailEnd type="none" w="med" len="med"/>
            </a:ln>
            <a:effectLst>
              <a:outerShdw dist="107763" dir="2699999" algn="ctr" rotWithShape="0">
                <a:srgbClr val="808080"/>
              </a:outerShdw>
            </a:effectLst>
          </p:spPr>
          <p:txBody>
            <a:bodyPr lIns="0" tIns="0" rIns="0" bIns="0" anchor="ctr" anchorCtr="1"/>
            <a:p>
              <a:pPr lvl="0" eaLnBrk="0" hangingPunct="0"/>
              <a:r>
                <a:rPr lang="x-none" altLang="zh-CN" sz="1800">
                  <a:solidFill>
                    <a:srgbClr val="CC3300"/>
                  </a:solidFill>
                  <a:latin typeface="Arial" panose="02080604020202020204" pitchFamily="34" charset="0"/>
                  <a:ea typeface="宋体" panose="02010600030101010101" pitchFamily="2" charset="-122"/>
                </a:rPr>
                <a:t>地址</a:t>
              </a:r>
              <a:endParaRPr lang="zh-CN" altLang="en-US" sz="1800">
                <a:solidFill>
                  <a:srgbClr val="CC3300"/>
                </a:solidFill>
                <a:latin typeface="Arial" panose="02080604020202020204" pitchFamily="34" charset="0"/>
                <a:ea typeface="宋体" panose="02010600030101010101" pitchFamily="2" charset="-122"/>
              </a:endParaRPr>
            </a:p>
            <a:p>
              <a:pPr lvl="0" eaLnBrk="0" hangingPunct="0">
                <a:lnSpc>
                  <a:spcPct val="120000"/>
                </a:lnSpc>
              </a:pPr>
              <a:r>
                <a:rPr lang="x-none" altLang="zh-CN" sz="1800">
                  <a:solidFill>
                    <a:srgbClr val="CC3300"/>
                  </a:solidFill>
                  <a:latin typeface="Arial" panose="02080604020202020204" pitchFamily="34" charset="0"/>
                  <a:ea typeface="宋体" panose="02010600030101010101" pitchFamily="2" charset="-122"/>
                </a:rPr>
                <a:t>变化</a:t>
              </a:r>
              <a:endParaRPr lang="zh-CN" altLang="en-US" sz="1800">
                <a:solidFill>
                  <a:srgbClr val="CC3300"/>
                </a:solidFill>
                <a:latin typeface="Arial" panose="02080604020202020204" pitchFamily="34" charset="0"/>
                <a:ea typeface="宋体" panose="02010600030101010101" pitchFamily="2" charset="-122"/>
              </a:endParaRPr>
            </a:p>
            <a:p>
              <a:pPr lvl="0" eaLnBrk="0" hangingPunct="0">
                <a:lnSpc>
                  <a:spcPct val="120000"/>
                </a:lnSpc>
              </a:pPr>
              <a:r>
                <a:rPr lang="x-none" altLang="zh-CN" sz="1800">
                  <a:solidFill>
                    <a:srgbClr val="CC3300"/>
                  </a:solidFill>
                  <a:latin typeface="Arial" panose="02080604020202020204" pitchFamily="34" charset="0"/>
                  <a:ea typeface="宋体" panose="02010600030101010101" pitchFamily="2" charset="-122"/>
                </a:rPr>
                <a:t>机构</a:t>
              </a:r>
              <a:endParaRPr lang="x-none" altLang="zh-CN" sz="1800">
                <a:solidFill>
                  <a:srgbClr val="CC3300"/>
                </a:solidFill>
                <a:latin typeface="Arial" panose="02080604020202020204" pitchFamily="34" charset="0"/>
                <a:ea typeface="宋体" panose="02010600030101010101" pitchFamily="2" charset="-122"/>
              </a:endParaRPr>
            </a:p>
          </p:txBody>
        </p:sp>
        <p:sp>
          <p:nvSpPr>
            <p:cNvPr id="45067" name="文本框 27659"/>
            <p:cNvSpPr txBox="1"/>
            <p:nvPr/>
          </p:nvSpPr>
          <p:spPr>
            <a:xfrm>
              <a:off x="3120" y="1162"/>
              <a:ext cx="528" cy="230"/>
            </a:xfrm>
            <a:prstGeom prst="rect">
              <a:avLst/>
            </a:prstGeom>
            <a:noFill/>
            <a:ln w="9525">
              <a:noFill/>
              <a:miter/>
            </a:ln>
          </p:spPr>
          <p:txBody>
            <a:bodyPr lIns="0" tIns="0" rIns="0" bIns="0" anchor="t"/>
            <a:p>
              <a:pPr lvl="0" eaLnBrk="0" hangingPunct="0"/>
              <a:r>
                <a:rPr lang="zh-CN" altLang="en-US" sz="2000">
                  <a:solidFill>
                    <a:srgbClr val="CC3300"/>
                  </a:solidFill>
                  <a:latin typeface="Arial" panose="02080604020202020204" pitchFamily="34" charset="0"/>
                  <a:ea typeface="宋体" panose="02010600030101010101" pitchFamily="2" charset="-122"/>
                </a:rPr>
                <a:t>实地址</a:t>
              </a:r>
              <a:endParaRPr lang="zh-CN" altLang="en-US" sz="2000">
                <a:solidFill>
                  <a:srgbClr val="CC3300"/>
                </a:solidFill>
                <a:latin typeface="Arial" panose="02080604020202020204" pitchFamily="34" charset="0"/>
                <a:ea typeface="宋体" panose="02010600030101010101" pitchFamily="2" charset="-122"/>
              </a:endParaRPr>
            </a:p>
          </p:txBody>
        </p:sp>
        <p:sp>
          <p:nvSpPr>
            <p:cNvPr id="45068" name="矩形 27660"/>
            <p:cNvSpPr/>
            <p:nvPr/>
          </p:nvSpPr>
          <p:spPr>
            <a:xfrm>
              <a:off x="3867" y="1023"/>
              <a:ext cx="285" cy="590"/>
            </a:xfrm>
            <a:prstGeom prst="rect">
              <a:avLst/>
            </a:prstGeom>
            <a:solidFill>
              <a:srgbClr val="FFFFFF"/>
            </a:solidFill>
            <a:ln w="19050" cap="flat" cmpd="sng">
              <a:solidFill>
                <a:srgbClr val="000000"/>
              </a:solidFill>
              <a:prstDash val="solid"/>
              <a:miter/>
              <a:headEnd type="none" w="med" len="med"/>
              <a:tailEnd type="none" w="med" len="med"/>
            </a:ln>
            <a:effectLst>
              <a:outerShdw dist="107763" dir="2699999" algn="ctr" rotWithShape="0">
                <a:srgbClr val="808080"/>
              </a:outerShdw>
            </a:effectLst>
          </p:spPr>
          <p:txBody>
            <a:bodyPr anchor="t"/>
            <a:p>
              <a:pPr lvl="0" algn="ctr"/>
              <a:endParaRPr lang="zh-CN" altLang="en-US">
                <a:latin typeface="Arial" panose="02080604020202020204" pitchFamily="34" charset="0"/>
                <a:ea typeface="宋体" panose="02010600030101010101" pitchFamily="2" charset="-122"/>
              </a:endParaRPr>
            </a:p>
          </p:txBody>
        </p:sp>
        <p:sp>
          <p:nvSpPr>
            <p:cNvPr id="45069" name="矩形 27661"/>
            <p:cNvSpPr/>
            <p:nvPr/>
          </p:nvSpPr>
          <p:spPr>
            <a:xfrm>
              <a:off x="4445" y="826"/>
              <a:ext cx="427" cy="1180"/>
            </a:xfrm>
            <a:prstGeom prst="rect">
              <a:avLst/>
            </a:prstGeom>
            <a:solidFill>
              <a:srgbClr val="FFFFFF"/>
            </a:solidFill>
            <a:ln w="19050" cap="flat" cmpd="sng">
              <a:solidFill>
                <a:srgbClr val="000000"/>
              </a:solidFill>
              <a:prstDash val="solid"/>
              <a:miter/>
              <a:headEnd type="none" w="med" len="med"/>
              <a:tailEnd type="none" w="med" len="med"/>
            </a:ln>
            <a:effectLst>
              <a:outerShdw dist="107763" dir="2699999" algn="ctr" rotWithShape="0">
                <a:srgbClr val="808080"/>
              </a:outerShdw>
            </a:effectLst>
          </p:spPr>
          <p:txBody>
            <a:bodyPr anchor="t"/>
            <a:p>
              <a:pPr lvl="0" algn="ctr"/>
              <a:endParaRPr lang="zh-CN" altLang="en-US">
                <a:latin typeface="Arial" panose="02080604020202020204" pitchFamily="34" charset="0"/>
                <a:ea typeface="宋体" panose="02010600030101010101" pitchFamily="2" charset="-122"/>
              </a:endParaRPr>
            </a:p>
          </p:txBody>
        </p:sp>
        <p:sp>
          <p:nvSpPr>
            <p:cNvPr id="45070" name="左右箭头 27662"/>
            <p:cNvSpPr/>
            <p:nvPr/>
          </p:nvSpPr>
          <p:spPr>
            <a:xfrm>
              <a:off x="4167" y="1219"/>
              <a:ext cx="285" cy="198"/>
            </a:xfrm>
            <a:prstGeom prst="leftRightArrow">
              <a:avLst>
                <a:gd name="adj1" fmla="val 50000"/>
                <a:gd name="adj2" fmla="val 28701"/>
              </a:avLst>
            </a:prstGeom>
            <a:solidFill>
              <a:srgbClr val="FFFFFF"/>
            </a:solidFill>
            <a:ln w="19050" cap="flat" cmpd="sng">
              <a:solidFill>
                <a:srgbClr val="000000"/>
              </a:solidFill>
              <a:prstDash val="solid"/>
              <a:miter/>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5071" name="文本框 27663"/>
            <p:cNvSpPr txBox="1"/>
            <p:nvPr/>
          </p:nvSpPr>
          <p:spPr>
            <a:xfrm>
              <a:off x="3852" y="768"/>
              <a:ext cx="420" cy="192"/>
            </a:xfrm>
            <a:prstGeom prst="rect">
              <a:avLst/>
            </a:prstGeom>
            <a:solidFill>
              <a:srgbClr val="FFFFFF"/>
            </a:solidFill>
            <a:ln w="19050" cap="flat" cmpd="sng">
              <a:solidFill>
                <a:srgbClr val="FFFFFF"/>
              </a:solidFill>
              <a:prstDash val="solid"/>
              <a:miter/>
              <a:headEnd type="none" w="med" len="med"/>
              <a:tailEnd type="none" w="med" len="med"/>
            </a:ln>
          </p:spPr>
          <p:txBody>
            <a:bodyPr lIns="0" tIns="0" rIns="0" bIns="0" anchor="t"/>
            <a:p>
              <a:pPr lvl="0" eaLnBrk="0" hangingPunct="0"/>
              <a:r>
                <a:rPr lang="zh-CN" altLang="en-US" sz="2000">
                  <a:solidFill>
                    <a:srgbClr val="CC3300"/>
                  </a:solidFill>
                  <a:latin typeface="Arial" panose="02080604020202020204" pitchFamily="34" charset="0"/>
                  <a:ea typeface="宋体" panose="02010600030101010101" pitchFamily="2" charset="-122"/>
                </a:rPr>
                <a:t>主存</a:t>
              </a:r>
              <a:endParaRPr lang="zh-CN" altLang="en-US" sz="2000">
                <a:solidFill>
                  <a:srgbClr val="CC3300"/>
                </a:solidFill>
                <a:latin typeface="Arial" panose="02080604020202020204" pitchFamily="34" charset="0"/>
                <a:ea typeface="宋体" panose="02010600030101010101" pitchFamily="2" charset="-122"/>
              </a:endParaRPr>
            </a:p>
          </p:txBody>
        </p:sp>
        <p:sp>
          <p:nvSpPr>
            <p:cNvPr id="45072" name="文本框 27664"/>
            <p:cNvSpPr txBox="1"/>
            <p:nvPr/>
          </p:nvSpPr>
          <p:spPr>
            <a:xfrm>
              <a:off x="4494" y="576"/>
              <a:ext cx="450" cy="192"/>
            </a:xfrm>
            <a:prstGeom prst="rect">
              <a:avLst/>
            </a:prstGeom>
            <a:solidFill>
              <a:srgbClr val="FFFFFF"/>
            </a:solidFill>
            <a:ln w="19050" cap="flat" cmpd="sng">
              <a:solidFill>
                <a:srgbClr val="FFFFFF"/>
              </a:solidFill>
              <a:prstDash val="solid"/>
              <a:miter/>
              <a:headEnd type="none" w="med" len="med"/>
              <a:tailEnd type="none" w="med" len="med"/>
            </a:ln>
          </p:spPr>
          <p:txBody>
            <a:bodyPr lIns="0" tIns="0" rIns="0" bIns="0" anchor="t"/>
            <a:p>
              <a:pPr lvl="0" eaLnBrk="0" hangingPunct="0"/>
              <a:r>
                <a:rPr lang="zh-CN" altLang="en-US" sz="2000">
                  <a:solidFill>
                    <a:srgbClr val="CC3300"/>
                  </a:solidFill>
                  <a:latin typeface="Arial" panose="02080604020202020204" pitchFamily="34" charset="0"/>
                  <a:ea typeface="宋体" panose="02010600030101010101" pitchFamily="2" charset="-122"/>
                </a:rPr>
                <a:t>辅存</a:t>
              </a:r>
              <a:endParaRPr lang="zh-CN" altLang="en-US" sz="2000">
                <a:solidFill>
                  <a:srgbClr val="CC3300"/>
                </a:solidFill>
                <a:latin typeface="Arial" panose="02080604020202020204" pitchFamily="34" charset="0"/>
                <a:ea typeface="宋体" panose="02010600030101010101" pitchFamily="2" charset="-122"/>
              </a:endParaRPr>
            </a:p>
          </p:txBody>
        </p:sp>
        <p:sp>
          <p:nvSpPr>
            <p:cNvPr id="45073" name="文本框 27665"/>
            <p:cNvSpPr txBox="1"/>
            <p:nvPr/>
          </p:nvSpPr>
          <p:spPr>
            <a:xfrm>
              <a:off x="3744" y="0"/>
              <a:ext cx="1200" cy="192"/>
            </a:xfrm>
            <a:prstGeom prst="rect">
              <a:avLst/>
            </a:prstGeom>
            <a:noFill/>
            <a:ln w="9525">
              <a:noFill/>
              <a:miter/>
            </a:ln>
          </p:spPr>
          <p:txBody>
            <a:bodyPr lIns="0" tIns="0" rIns="0" bIns="0" anchor="t"/>
            <a:p>
              <a:pPr lvl="0" eaLnBrk="0" hangingPunct="0"/>
              <a:r>
                <a:rPr lang="zh-CN" altLang="en-US" sz="1800">
                  <a:solidFill>
                    <a:srgbClr val="CC3300"/>
                  </a:solidFill>
                  <a:latin typeface="Arial" panose="02080604020202020204" pitchFamily="34" charset="0"/>
                  <a:ea typeface="宋体" panose="02010600030101010101" pitchFamily="2" charset="-122"/>
                </a:rPr>
                <a:t>物理地址空间</a:t>
              </a:r>
              <a:endParaRPr lang="zh-CN" altLang="en-US" sz="1800">
                <a:solidFill>
                  <a:srgbClr val="CC3300"/>
                </a:solidFill>
                <a:latin typeface="Arial" panose="02080604020202020204" pitchFamily="34" charset="0"/>
                <a:ea typeface="宋体" panose="02010600030101010101" pitchFamily="2" charset="-122"/>
              </a:endParaRPr>
            </a:p>
          </p:txBody>
        </p:sp>
        <p:sp>
          <p:nvSpPr>
            <p:cNvPr id="45074" name="直接连接符 27666"/>
            <p:cNvSpPr/>
            <p:nvPr/>
          </p:nvSpPr>
          <p:spPr>
            <a:xfrm>
              <a:off x="3012" y="1393"/>
              <a:ext cx="840" cy="0"/>
            </a:xfrm>
            <a:prstGeom prst="line">
              <a:avLst/>
            </a:prstGeom>
            <a:ln w="19050" cap="flat" cmpd="sng">
              <a:solidFill>
                <a:schemeClr val="tx1"/>
              </a:solidFill>
              <a:prstDash val="solid"/>
              <a:round/>
              <a:headEnd type="none" w="med" len="med"/>
              <a:tailEnd type="triangl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4" name="矩形 54276"/>
          <p:cNvSpPr/>
          <p:nvPr/>
        </p:nvSpPr>
        <p:spPr>
          <a:xfrm>
            <a:off x="7352030" y="1858010"/>
            <a:ext cx="1531620" cy="3514725"/>
          </a:xfrm>
          <a:prstGeom prst="rect">
            <a:avLst/>
          </a:prstGeom>
          <a:solidFill>
            <a:srgbClr val="FFFFCC"/>
          </a:solidFill>
          <a:ln w="9525" cap="flat" cmpd="sng">
            <a:solidFill>
              <a:schemeClr val="tx1"/>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46085" name="直接连接符 54277"/>
          <p:cNvSpPr/>
          <p:nvPr/>
        </p:nvSpPr>
        <p:spPr>
          <a:xfrm>
            <a:off x="7352030" y="2218055"/>
            <a:ext cx="1531620"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46086" name="直接连接符 54278"/>
          <p:cNvSpPr/>
          <p:nvPr/>
        </p:nvSpPr>
        <p:spPr>
          <a:xfrm>
            <a:off x="7352030" y="2668905"/>
            <a:ext cx="1531620"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46087" name="直接连接符 54279"/>
          <p:cNvSpPr/>
          <p:nvPr/>
        </p:nvSpPr>
        <p:spPr>
          <a:xfrm>
            <a:off x="7352030" y="3119755"/>
            <a:ext cx="1531620"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46088" name="直接连接符 54280"/>
          <p:cNvSpPr/>
          <p:nvPr/>
        </p:nvSpPr>
        <p:spPr>
          <a:xfrm>
            <a:off x="7352030" y="4380230"/>
            <a:ext cx="1531620"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46089" name="直接连接符 54281"/>
          <p:cNvSpPr/>
          <p:nvPr/>
        </p:nvSpPr>
        <p:spPr>
          <a:xfrm>
            <a:off x="7352030" y="4831080"/>
            <a:ext cx="1531620"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46090" name="文本框 54282"/>
          <p:cNvSpPr txBox="1"/>
          <p:nvPr/>
        </p:nvSpPr>
        <p:spPr>
          <a:xfrm>
            <a:off x="7458075" y="5440680"/>
            <a:ext cx="1398270" cy="304800"/>
          </a:xfrm>
          <a:prstGeom prst="rect">
            <a:avLst/>
          </a:prstGeom>
          <a:noFill/>
          <a:ln w="9525">
            <a:noFill/>
            <a:miter/>
          </a:ln>
        </p:spPr>
        <p:txBody>
          <a:bodyPr wrap="square" anchor="t">
            <a:spAutoFit/>
          </a:bodyPr>
          <a:p>
            <a:pPr lvl="0">
              <a:spcBef>
                <a:spcPct val="50000"/>
              </a:spcBef>
            </a:pPr>
            <a:r>
              <a:rPr lang="x-none" altLang="zh-CN">
                <a:latin typeface="Times New Roman" panose="02020603050405020304" charset="0"/>
                <a:ea typeface="宋体" panose="02010600030101010101" pitchFamily="2" charset="-122"/>
              </a:rPr>
              <a:t>物理内存</a:t>
            </a:r>
            <a:r>
              <a:rPr lang="zh-CN" altLang="en-US">
                <a:latin typeface="Times New Roman" panose="02020603050405020304" charset="0"/>
                <a:ea typeface="宋体" panose="02010600030101010101" pitchFamily="2" charset="-122"/>
              </a:rPr>
              <a:t>空间</a:t>
            </a:r>
            <a:endParaRPr lang="zh-CN" altLang="en-US">
              <a:latin typeface="Times New Roman" panose="02020603050405020304" charset="0"/>
              <a:ea typeface="宋体" panose="02010600030101010101" pitchFamily="2" charset="-122"/>
            </a:endParaRPr>
          </a:p>
        </p:txBody>
      </p:sp>
      <p:sp>
        <p:nvSpPr>
          <p:cNvPr id="46091" name="文本框 54283"/>
          <p:cNvSpPr txBox="1"/>
          <p:nvPr/>
        </p:nvSpPr>
        <p:spPr>
          <a:xfrm>
            <a:off x="7032625" y="1798955"/>
            <a:ext cx="319405" cy="304800"/>
          </a:xfrm>
          <a:prstGeom prst="rect">
            <a:avLst/>
          </a:prstGeom>
          <a:noFill/>
          <a:ln w="9525">
            <a:noFill/>
            <a:miter/>
          </a:ln>
        </p:spPr>
        <p:txBody>
          <a:bodyPr anchor="t">
            <a:spAutoFit/>
          </a:bodyPr>
          <a:p>
            <a:pPr lvl="0">
              <a:spcBef>
                <a:spcPct val="50000"/>
              </a:spcBef>
            </a:pPr>
            <a:r>
              <a:rPr lang="en-US" altLang="zh-CN">
                <a:latin typeface="Times New Roman" panose="02020603050405020304" charset="0"/>
                <a:ea typeface="宋体" panose="02010600030101010101" pitchFamily="2" charset="-122"/>
              </a:rPr>
              <a:t>0</a:t>
            </a:r>
            <a:endParaRPr lang="en-US" altLang="zh-CN">
              <a:latin typeface="Times New Roman" panose="02020603050405020304" charset="0"/>
              <a:ea typeface="宋体" panose="02010600030101010101" pitchFamily="2" charset="-122"/>
            </a:endParaRPr>
          </a:p>
        </p:txBody>
      </p:sp>
      <p:sp>
        <p:nvSpPr>
          <p:cNvPr id="46092" name="文本框 54284"/>
          <p:cNvSpPr txBox="1"/>
          <p:nvPr/>
        </p:nvSpPr>
        <p:spPr>
          <a:xfrm>
            <a:off x="7032625" y="2178685"/>
            <a:ext cx="319405" cy="304800"/>
          </a:xfrm>
          <a:prstGeom prst="rect">
            <a:avLst/>
          </a:prstGeom>
          <a:noFill/>
          <a:ln w="9525">
            <a:noFill/>
            <a:miter/>
          </a:ln>
        </p:spPr>
        <p:txBody>
          <a:bodyPr anchor="t">
            <a:spAutoFit/>
          </a:bodyPr>
          <a:p>
            <a:pPr lvl="0">
              <a:spcBef>
                <a:spcPct val="50000"/>
              </a:spcBef>
            </a:pPr>
            <a:r>
              <a:rPr lang="en-US" altLang="zh-CN">
                <a:latin typeface="Times New Roman" panose="02020603050405020304" charset="0"/>
                <a:ea typeface="宋体" panose="02010600030101010101" pitchFamily="2" charset="-122"/>
              </a:rPr>
              <a:t>1</a:t>
            </a:r>
            <a:endParaRPr lang="en-US" altLang="zh-CN">
              <a:latin typeface="Times New Roman" panose="02020603050405020304" charset="0"/>
              <a:ea typeface="宋体" panose="02010600030101010101" pitchFamily="2" charset="-122"/>
            </a:endParaRPr>
          </a:p>
        </p:txBody>
      </p:sp>
      <p:sp>
        <p:nvSpPr>
          <p:cNvPr id="46093" name="文本框 54285"/>
          <p:cNvSpPr txBox="1"/>
          <p:nvPr/>
        </p:nvSpPr>
        <p:spPr>
          <a:xfrm>
            <a:off x="6841490" y="5100955"/>
            <a:ext cx="765810" cy="304800"/>
          </a:xfrm>
          <a:prstGeom prst="rect">
            <a:avLst/>
          </a:prstGeom>
          <a:noFill/>
          <a:ln w="9525">
            <a:noFill/>
            <a:miter/>
          </a:ln>
        </p:spPr>
        <p:txBody>
          <a:bodyPr anchor="t">
            <a:spAutoFit/>
          </a:bodyPr>
          <a:p>
            <a:pPr lvl="0">
              <a:spcBef>
                <a:spcPct val="50000"/>
              </a:spcBef>
            </a:pPr>
            <a:r>
              <a:rPr lang="en-US" altLang="zh-CN">
                <a:latin typeface="Times New Roman" panose="02020603050405020304" charset="0"/>
                <a:ea typeface="宋体" panose="02010600030101010101" pitchFamily="2" charset="-122"/>
              </a:rPr>
              <a:t>m-1</a:t>
            </a:r>
            <a:endParaRPr lang="en-US" altLang="zh-CN">
              <a:latin typeface="Times New Roman" panose="02020603050405020304" charset="0"/>
              <a:ea typeface="宋体" panose="02010600030101010101" pitchFamily="2" charset="-122"/>
            </a:endParaRPr>
          </a:p>
        </p:txBody>
      </p:sp>
      <p:grpSp>
        <p:nvGrpSpPr>
          <p:cNvPr id="46094" name="组合 54286"/>
          <p:cNvGrpSpPr/>
          <p:nvPr/>
        </p:nvGrpSpPr>
        <p:grpSpPr>
          <a:xfrm rot="0">
            <a:off x="137795" y="750542"/>
            <a:ext cx="1848195" cy="1922186"/>
            <a:chOff x="0" y="124"/>
            <a:chExt cx="1287" cy="1211"/>
          </a:xfrm>
        </p:grpSpPr>
        <p:sp>
          <p:nvSpPr>
            <p:cNvPr id="46095" name="矩形 54287"/>
            <p:cNvSpPr/>
            <p:nvPr/>
          </p:nvSpPr>
          <p:spPr>
            <a:xfrm>
              <a:off x="314" y="169"/>
              <a:ext cx="943" cy="950"/>
            </a:xfrm>
            <a:prstGeom prst="rect">
              <a:avLst/>
            </a:prstGeom>
            <a:solidFill>
              <a:srgbClr val="FFFFCC"/>
            </a:solidFill>
            <a:ln w="9525" cap="flat" cmpd="sng">
              <a:solidFill>
                <a:schemeClr val="tx1"/>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46096" name="直接连接符 54288"/>
            <p:cNvSpPr/>
            <p:nvPr/>
          </p:nvSpPr>
          <p:spPr>
            <a:xfrm>
              <a:off x="314" y="266"/>
              <a:ext cx="943"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46097" name="直接连接符 54289"/>
            <p:cNvSpPr/>
            <p:nvPr/>
          </p:nvSpPr>
          <p:spPr>
            <a:xfrm>
              <a:off x="314" y="388"/>
              <a:ext cx="943"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46098" name="直接连接符 54290"/>
            <p:cNvSpPr/>
            <p:nvPr/>
          </p:nvSpPr>
          <p:spPr>
            <a:xfrm>
              <a:off x="314" y="851"/>
              <a:ext cx="943"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46099" name="直接连接符 54291"/>
            <p:cNvSpPr/>
            <p:nvPr/>
          </p:nvSpPr>
          <p:spPr>
            <a:xfrm>
              <a:off x="314" y="972"/>
              <a:ext cx="943"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46100" name="文本框 54292"/>
            <p:cNvSpPr txBox="1"/>
            <p:nvPr/>
          </p:nvSpPr>
          <p:spPr>
            <a:xfrm>
              <a:off x="46" y="1143"/>
              <a:ext cx="1241" cy="192"/>
            </a:xfrm>
            <a:prstGeom prst="rect">
              <a:avLst/>
            </a:prstGeom>
            <a:noFill/>
            <a:ln w="9525">
              <a:noFill/>
              <a:miter/>
            </a:ln>
          </p:spPr>
          <p:txBody>
            <a:bodyPr wrap="square" anchor="t">
              <a:spAutoFit/>
            </a:bodyPr>
            <a:p>
              <a:pPr lvl="0">
                <a:spcBef>
                  <a:spcPct val="50000"/>
                </a:spcBef>
              </a:pPr>
              <a:r>
                <a:rPr lang="zh-CN" altLang="en-US">
                  <a:latin typeface="Times New Roman" panose="02020603050405020304" charset="0"/>
                  <a:ea typeface="宋体" panose="02010600030101010101" pitchFamily="2" charset="-122"/>
                </a:rPr>
                <a:t>作业</a:t>
              </a:r>
              <a:r>
                <a:rPr lang="en-US" altLang="zh-CN">
                  <a:latin typeface="Times New Roman" panose="02020603050405020304" charset="0"/>
                  <a:ea typeface="宋体" panose="02010600030101010101" pitchFamily="2" charset="-122"/>
                </a:rPr>
                <a:t>1</a:t>
              </a:r>
              <a:r>
                <a:rPr lang="x-none" altLang="en-US">
                  <a:latin typeface="Times New Roman" panose="02020603050405020304" charset="0"/>
                  <a:ea typeface="宋体" panose="02010600030101010101" pitchFamily="2" charset="-122"/>
                </a:rPr>
                <a:t>逻辑</a:t>
              </a:r>
              <a:r>
                <a:rPr lang="zh-CN" altLang="en-US">
                  <a:latin typeface="Times New Roman" panose="02020603050405020304" charset="0"/>
                  <a:ea typeface="宋体" panose="02010600030101010101" pitchFamily="2" charset="-122"/>
                </a:rPr>
                <a:t>地址空间</a:t>
              </a:r>
              <a:endParaRPr lang="zh-CN" altLang="en-US">
                <a:latin typeface="Times New Roman" panose="02020603050405020304" charset="0"/>
                <a:ea typeface="宋体" panose="02010600030101010101" pitchFamily="2" charset="-122"/>
              </a:endParaRPr>
            </a:p>
          </p:txBody>
        </p:sp>
        <p:sp>
          <p:nvSpPr>
            <p:cNvPr id="46101" name="文本框 54293"/>
            <p:cNvSpPr txBox="1"/>
            <p:nvPr/>
          </p:nvSpPr>
          <p:spPr>
            <a:xfrm>
              <a:off x="118" y="124"/>
              <a:ext cx="196" cy="192"/>
            </a:xfrm>
            <a:prstGeom prst="rect">
              <a:avLst/>
            </a:prstGeom>
            <a:noFill/>
            <a:ln w="9525">
              <a:noFill/>
              <a:miter/>
            </a:ln>
          </p:spPr>
          <p:txBody>
            <a:bodyPr anchor="t">
              <a:spAutoFit/>
            </a:bodyPr>
            <a:p>
              <a:pPr lvl="0">
                <a:spcBef>
                  <a:spcPct val="50000"/>
                </a:spcBef>
              </a:pPr>
              <a:r>
                <a:rPr lang="en-US" altLang="zh-CN">
                  <a:latin typeface="Times New Roman" panose="02020603050405020304" charset="0"/>
                  <a:ea typeface="宋体" panose="02010600030101010101" pitchFamily="2" charset="-122"/>
                </a:rPr>
                <a:t>0</a:t>
              </a:r>
              <a:endParaRPr lang="en-US" altLang="zh-CN">
                <a:latin typeface="Times New Roman" panose="02020603050405020304" charset="0"/>
                <a:ea typeface="宋体" panose="02010600030101010101" pitchFamily="2" charset="-122"/>
              </a:endParaRPr>
            </a:p>
          </p:txBody>
        </p:sp>
        <p:sp>
          <p:nvSpPr>
            <p:cNvPr id="46102" name="文本框 54294"/>
            <p:cNvSpPr txBox="1"/>
            <p:nvPr/>
          </p:nvSpPr>
          <p:spPr>
            <a:xfrm>
              <a:off x="118" y="254"/>
              <a:ext cx="196" cy="192"/>
            </a:xfrm>
            <a:prstGeom prst="rect">
              <a:avLst/>
            </a:prstGeom>
            <a:noFill/>
            <a:ln w="9525">
              <a:noFill/>
              <a:miter/>
            </a:ln>
          </p:spPr>
          <p:txBody>
            <a:bodyPr anchor="t">
              <a:spAutoFit/>
            </a:bodyPr>
            <a:p>
              <a:pPr lvl="0">
                <a:spcBef>
                  <a:spcPct val="50000"/>
                </a:spcBef>
              </a:pPr>
              <a:r>
                <a:rPr lang="en-US" altLang="zh-CN">
                  <a:latin typeface="Times New Roman" panose="02020603050405020304" charset="0"/>
                  <a:ea typeface="宋体" panose="02010600030101010101" pitchFamily="2" charset="-122"/>
                </a:rPr>
                <a:t>1</a:t>
              </a:r>
              <a:endParaRPr lang="en-US" altLang="zh-CN">
                <a:latin typeface="Times New Roman" panose="02020603050405020304" charset="0"/>
                <a:ea typeface="宋体" panose="02010600030101010101" pitchFamily="2" charset="-122"/>
              </a:endParaRPr>
            </a:p>
          </p:txBody>
        </p:sp>
        <p:sp>
          <p:nvSpPr>
            <p:cNvPr id="46103" name="文本框 54295"/>
            <p:cNvSpPr txBox="1"/>
            <p:nvPr/>
          </p:nvSpPr>
          <p:spPr>
            <a:xfrm>
              <a:off x="0" y="948"/>
              <a:ext cx="471" cy="192"/>
            </a:xfrm>
            <a:prstGeom prst="rect">
              <a:avLst/>
            </a:prstGeom>
            <a:noFill/>
            <a:ln w="9525">
              <a:noFill/>
              <a:miter/>
            </a:ln>
          </p:spPr>
          <p:txBody>
            <a:bodyPr anchor="t">
              <a:spAutoFit/>
            </a:bodyPr>
            <a:p>
              <a:pPr lvl="0">
                <a:spcBef>
                  <a:spcPct val="50000"/>
                </a:spcBef>
              </a:pPr>
              <a:r>
                <a:rPr lang="en-US" altLang="zh-CN">
                  <a:latin typeface="Times New Roman" panose="02020603050405020304" charset="0"/>
                  <a:ea typeface="宋体" panose="02010600030101010101" pitchFamily="2" charset="-122"/>
                </a:rPr>
                <a:t>n-1</a:t>
              </a:r>
              <a:endParaRPr lang="en-US" altLang="zh-CN">
                <a:latin typeface="Times New Roman" panose="02020603050405020304" charset="0"/>
                <a:ea typeface="宋体" panose="02010600030101010101" pitchFamily="2" charset="-122"/>
              </a:endParaRPr>
            </a:p>
          </p:txBody>
        </p:sp>
        <p:sp>
          <p:nvSpPr>
            <p:cNvPr id="46104" name="直接连接符 54296"/>
            <p:cNvSpPr/>
            <p:nvPr/>
          </p:nvSpPr>
          <p:spPr>
            <a:xfrm>
              <a:off x="305" y="528"/>
              <a:ext cx="943"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grpSp>
      <p:sp>
        <p:nvSpPr>
          <p:cNvPr id="46116" name="直接连接符 54308"/>
          <p:cNvSpPr/>
          <p:nvPr/>
        </p:nvSpPr>
        <p:spPr>
          <a:xfrm>
            <a:off x="5468620" y="1682750"/>
            <a:ext cx="1692910" cy="848995"/>
          </a:xfrm>
          <a:prstGeom prst="line">
            <a:avLst/>
          </a:prstGeom>
          <a:ln w="38100" cap="flat" cmpd="sng">
            <a:solidFill>
              <a:srgbClr val="000000"/>
            </a:solidFill>
            <a:prstDash val="solid"/>
            <a:round/>
            <a:headEnd type="none" w="med" len="med"/>
            <a:tailEnd type="triangle" w="med" len="med"/>
          </a:ln>
        </p:spPr>
        <p:txBody>
          <a:bodyPr anchor="t"/>
          <a:p>
            <a:pPr lvl="0"/>
            <a:endParaRPr lang="zh-CN" altLang="en-US">
              <a:latin typeface="Times New Roman" panose="02020603050405020304" charset="0"/>
              <a:ea typeface="宋体" panose="02010600030101010101" pitchFamily="2" charset="-122"/>
            </a:endParaRPr>
          </a:p>
        </p:txBody>
      </p:sp>
      <p:sp>
        <p:nvSpPr>
          <p:cNvPr id="46117" name="直接连接符 54309"/>
          <p:cNvSpPr/>
          <p:nvPr/>
        </p:nvSpPr>
        <p:spPr>
          <a:xfrm>
            <a:off x="5509895" y="3533775"/>
            <a:ext cx="1656715" cy="635"/>
          </a:xfrm>
          <a:prstGeom prst="line">
            <a:avLst/>
          </a:prstGeom>
          <a:ln w="38100" cap="flat" cmpd="sng">
            <a:solidFill>
              <a:srgbClr val="000000"/>
            </a:solidFill>
            <a:prstDash val="solid"/>
            <a:round/>
            <a:headEnd type="none" w="med" len="med"/>
            <a:tailEnd type="triangle" w="med" len="med"/>
          </a:ln>
        </p:spPr>
        <p:txBody>
          <a:bodyPr anchor="t"/>
          <a:p>
            <a:pPr lvl="0"/>
            <a:endParaRPr lang="zh-CN" altLang="en-US">
              <a:latin typeface="Times New Roman" panose="02020603050405020304" charset="0"/>
              <a:ea typeface="宋体" panose="02010600030101010101" pitchFamily="2" charset="-122"/>
            </a:endParaRPr>
          </a:p>
        </p:txBody>
      </p:sp>
      <p:sp>
        <p:nvSpPr>
          <p:cNvPr id="46118" name="直接连接符 54310"/>
          <p:cNvSpPr/>
          <p:nvPr/>
        </p:nvSpPr>
        <p:spPr>
          <a:xfrm flipV="1">
            <a:off x="5547995" y="4091305"/>
            <a:ext cx="1573530" cy="638175"/>
          </a:xfrm>
          <a:prstGeom prst="line">
            <a:avLst/>
          </a:prstGeom>
          <a:ln w="38100" cap="flat" cmpd="sng">
            <a:solidFill>
              <a:srgbClr val="000000"/>
            </a:solidFill>
            <a:prstDash val="solid"/>
            <a:round/>
            <a:headEnd type="none" w="med" len="med"/>
            <a:tailEnd type="triangle" w="med" len="med"/>
          </a:ln>
        </p:spPr>
        <p:txBody>
          <a:bodyPr anchor="t"/>
          <a:p>
            <a:pPr lvl="0"/>
            <a:endParaRPr lang="zh-CN" altLang="en-US">
              <a:latin typeface="Times New Roman" panose="02020603050405020304" charset="0"/>
              <a:ea typeface="宋体" panose="02010600030101010101" pitchFamily="2" charset="-122"/>
            </a:endParaRPr>
          </a:p>
        </p:txBody>
      </p:sp>
      <p:sp>
        <p:nvSpPr>
          <p:cNvPr id="46119" name="文本框 54311"/>
          <p:cNvSpPr txBox="1"/>
          <p:nvPr/>
        </p:nvSpPr>
        <p:spPr>
          <a:xfrm>
            <a:off x="1173480" y="2964180"/>
            <a:ext cx="610870" cy="762000"/>
          </a:xfrm>
          <a:prstGeom prst="rect">
            <a:avLst/>
          </a:prstGeom>
          <a:noFill/>
          <a:ln w="9525">
            <a:noFill/>
            <a:miter/>
          </a:ln>
        </p:spPr>
        <p:txBody>
          <a:bodyPr vert="eaVert" anchor="t">
            <a:spAutoFit/>
          </a:bodyPr>
          <a:p>
            <a:pPr lvl="0">
              <a:spcBef>
                <a:spcPct val="50000"/>
              </a:spcBef>
            </a:pPr>
            <a:r>
              <a:rPr lang="en-US" altLang="zh-CN" sz="2800">
                <a:latin typeface="Times New Roman" panose="02020603050405020304" charset="0"/>
                <a:ea typeface="宋体" panose="02010600030101010101" pitchFamily="2" charset="-122"/>
              </a:rPr>
              <a:t>……</a:t>
            </a:r>
            <a:endParaRPr lang="en-US" altLang="zh-CN" sz="2800">
              <a:latin typeface="Times New Roman" panose="02020603050405020304" charset="0"/>
              <a:ea typeface="宋体" panose="02010600030101010101" pitchFamily="2" charset="-122"/>
            </a:endParaRPr>
          </a:p>
        </p:txBody>
      </p:sp>
      <p:grpSp>
        <p:nvGrpSpPr>
          <p:cNvPr id="3" name="组合 54286"/>
          <p:cNvGrpSpPr/>
          <p:nvPr/>
        </p:nvGrpSpPr>
        <p:grpSpPr>
          <a:xfrm rot="0">
            <a:off x="139065" y="3888077"/>
            <a:ext cx="1848195" cy="1922186"/>
            <a:chOff x="0" y="124"/>
            <a:chExt cx="1287" cy="1211"/>
          </a:xfrm>
        </p:grpSpPr>
        <p:sp>
          <p:nvSpPr>
            <p:cNvPr id="4" name="矩形 54287"/>
            <p:cNvSpPr/>
            <p:nvPr/>
          </p:nvSpPr>
          <p:spPr>
            <a:xfrm>
              <a:off x="314" y="169"/>
              <a:ext cx="943" cy="950"/>
            </a:xfrm>
            <a:prstGeom prst="rect">
              <a:avLst/>
            </a:prstGeom>
            <a:solidFill>
              <a:srgbClr val="FFFFCC"/>
            </a:solidFill>
            <a:ln w="9525" cap="flat" cmpd="sng">
              <a:solidFill>
                <a:schemeClr val="tx1"/>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 name="直接连接符 54288"/>
            <p:cNvSpPr/>
            <p:nvPr/>
          </p:nvSpPr>
          <p:spPr>
            <a:xfrm>
              <a:off x="314" y="266"/>
              <a:ext cx="943"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6" name="直接连接符 54289"/>
            <p:cNvSpPr/>
            <p:nvPr/>
          </p:nvSpPr>
          <p:spPr>
            <a:xfrm>
              <a:off x="314" y="388"/>
              <a:ext cx="943"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7" name="直接连接符 54290"/>
            <p:cNvSpPr/>
            <p:nvPr/>
          </p:nvSpPr>
          <p:spPr>
            <a:xfrm>
              <a:off x="314" y="851"/>
              <a:ext cx="943"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8" name="直接连接符 54291"/>
            <p:cNvSpPr/>
            <p:nvPr/>
          </p:nvSpPr>
          <p:spPr>
            <a:xfrm>
              <a:off x="314" y="972"/>
              <a:ext cx="943"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9" name="文本框 54292"/>
            <p:cNvSpPr txBox="1"/>
            <p:nvPr/>
          </p:nvSpPr>
          <p:spPr>
            <a:xfrm>
              <a:off x="46" y="1143"/>
              <a:ext cx="1241" cy="192"/>
            </a:xfrm>
            <a:prstGeom prst="rect">
              <a:avLst/>
            </a:prstGeom>
            <a:noFill/>
            <a:ln w="9525">
              <a:noFill/>
              <a:miter/>
            </a:ln>
          </p:spPr>
          <p:txBody>
            <a:bodyPr wrap="square" anchor="t">
              <a:spAutoFit/>
            </a:bodyPr>
            <a:p>
              <a:pPr lvl="0">
                <a:spcBef>
                  <a:spcPct val="50000"/>
                </a:spcBef>
              </a:pPr>
              <a:r>
                <a:rPr lang="zh-CN" altLang="en-US">
                  <a:latin typeface="Times New Roman" panose="02020603050405020304" charset="0"/>
                  <a:ea typeface="宋体" panose="02010600030101010101" pitchFamily="2" charset="-122"/>
                </a:rPr>
                <a:t>作业</a:t>
              </a:r>
              <a:r>
                <a:rPr lang="x-none" altLang="zh-CN">
                  <a:latin typeface="Times New Roman" panose="02020603050405020304" charset="0"/>
                  <a:ea typeface="宋体" panose="02010600030101010101" pitchFamily="2" charset="-122"/>
                </a:rPr>
                <a:t>i</a:t>
              </a:r>
              <a:r>
                <a:rPr lang="x-none" altLang="en-US">
                  <a:latin typeface="Times New Roman" panose="02020603050405020304" charset="0"/>
                  <a:ea typeface="宋体" panose="02010600030101010101" pitchFamily="2" charset="-122"/>
                </a:rPr>
                <a:t>逻辑</a:t>
              </a:r>
              <a:r>
                <a:rPr lang="zh-CN" altLang="en-US">
                  <a:latin typeface="Times New Roman" panose="02020603050405020304" charset="0"/>
                  <a:ea typeface="宋体" panose="02010600030101010101" pitchFamily="2" charset="-122"/>
                </a:rPr>
                <a:t>地址空间</a:t>
              </a:r>
              <a:endParaRPr lang="zh-CN" altLang="en-US">
                <a:latin typeface="Times New Roman" panose="02020603050405020304" charset="0"/>
                <a:ea typeface="宋体" panose="02010600030101010101" pitchFamily="2" charset="-122"/>
              </a:endParaRPr>
            </a:p>
          </p:txBody>
        </p:sp>
        <p:sp>
          <p:nvSpPr>
            <p:cNvPr id="10" name="文本框 54293"/>
            <p:cNvSpPr txBox="1"/>
            <p:nvPr/>
          </p:nvSpPr>
          <p:spPr>
            <a:xfrm>
              <a:off x="118" y="124"/>
              <a:ext cx="196" cy="192"/>
            </a:xfrm>
            <a:prstGeom prst="rect">
              <a:avLst/>
            </a:prstGeom>
            <a:noFill/>
            <a:ln w="9525">
              <a:noFill/>
              <a:miter/>
            </a:ln>
          </p:spPr>
          <p:txBody>
            <a:bodyPr anchor="t">
              <a:spAutoFit/>
            </a:bodyPr>
            <a:p>
              <a:pPr lvl="0">
                <a:spcBef>
                  <a:spcPct val="50000"/>
                </a:spcBef>
              </a:pPr>
              <a:r>
                <a:rPr lang="en-US" altLang="zh-CN">
                  <a:latin typeface="Times New Roman" panose="02020603050405020304" charset="0"/>
                  <a:ea typeface="宋体" panose="02010600030101010101" pitchFamily="2" charset="-122"/>
                </a:rPr>
                <a:t>0</a:t>
              </a:r>
              <a:endParaRPr lang="en-US" altLang="zh-CN">
                <a:latin typeface="Times New Roman" panose="02020603050405020304" charset="0"/>
                <a:ea typeface="宋体" panose="02010600030101010101" pitchFamily="2" charset="-122"/>
              </a:endParaRPr>
            </a:p>
          </p:txBody>
        </p:sp>
        <p:sp>
          <p:nvSpPr>
            <p:cNvPr id="11" name="文本框 54294"/>
            <p:cNvSpPr txBox="1"/>
            <p:nvPr/>
          </p:nvSpPr>
          <p:spPr>
            <a:xfrm>
              <a:off x="118" y="254"/>
              <a:ext cx="196" cy="192"/>
            </a:xfrm>
            <a:prstGeom prst="rect">
              <a:avLst/>
            </a:prstGeom>
            <a:noFill/>
            <a:ln w="9525">
              <a:noFill/>
              <a:miter/>
            </a:ln>
          </p:spPr>
          <p:txBody>
            <a:bodyPr anchor="t">
              <a:spAutoFit/>
            </a:bodyPr>
            <a:p>
              <a:pPr lvl="0">
                <a:spcBef>
                  <a:spcPct val="50000"/>
                </a:spcBef>
              </a:pPr>
              <a:r>
                <a:rPr lang="en-US" altLang="zh-CN">
                  <a:latin typeface="Times New Roman" panose="02020603050405020304" charset="0"/>
                  <a:ea typeface="宋体" panose="02010600030101010101" pitchFamily="2" charset="-122"/>
                </a:rPr>
                <a:t>1</a:t>
              </a:r>
              <a:endParaRPr lang="en-US" altLang="zh-CN">
                <a:latin typeface="Times New Roman" panose="02020603050405020304" charset="0"/>
                <a:ea typeface="宋体" panose="02010600030101010101" pitchFamily="2" charset="-122"/>
              </a:endParaRPr>
            </a:p>
          </p:txBody>
        </p:sp>
        <p:sp>
          <p:nvSpPr>
            <p:cNvPr id="12" name="文本框 54295"/>
            <p:cNvSpPr txBox="1"/>
            <p:nvPr/>
          </p:nvSpPr>
          <p:spPr>
            <a:xfrm>
              <a:off x="0" y="912"/>
              <a:ext cx="471" cy="192"/>
            </a:xfrm>
            <a:prstGeom prst="rect">
              <a:avLst/>
            </a:prstGeom>
            <a:noFill/>
            <a:ln w="9525">
              <a:noFill/>
              <a:miter/>
            </a:ln>
          </p:spPr>
          <p:txBody>
            <a:bodyPr anchor="t">
              <a:spAutoFit/>
            </a:bodyPr>
            <a:p>
              <a:pPr lvl="0">
                <a:spcBef>
                  <a:spcPct val="50000"/>
                </a:spcBef>
              </a:pPr>
              <a:r>
                <a:rPr lang="en-US" altLang="zh-CN">
                  <a:latin typeface="Times New Roman" panose="02020603050405020304" charset="0"/>
                  <a:ea typeface="宋体" panose="02010600030101010101" pitchFamily="2" charset="-122"/>
                </a:rPr>
                <a:t>n-1</a:t>
              </a:r>
              <a:endParaRPr lang="en-US" altLang="zh-CN">
                <a:latin typeface="Times New Roman" panose="02020603050405020304" charset="0"/>
                <a:ea typeface="宋体" panose="02010600030101010101" pitchFamily="2" charset="-122"/>
              </a:endParaRPr>
            </a:p>
          </p:txBody>
        </p:sp>
        <p:sp>
          <p:nvSpPr>
            <p:cNvPr id="13" name="直接连接符 54296"/>
            <p:cNvSpPr/>
            <p:nvPr/>
          </p:nvSpPr>
          <p:spPr>
            <a:xfrm>
              <a:off x="305" y="528"/>
              <a:ext cx="943"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grpSp>
      <p:grpSp>
        <p:nvGrpSpPr>
          <p:cNvPr id="14" name="组合 54286"/>
          <p:cNvGrpSpPr/>
          <p:nvPr/>
        </p:nvGrpSpPr>
        <p:grpSpPr>
          <a:xfrm rot="0">
            <a:off x="3074670" y="744827"/>
            <a:ext cx="1848195" cy="1922186"/>
            <a:chOff x="0" y="124"/>
            <a:chExt cx="1287" cy="1211"/>
          </a:xfrm>
        </p:grpSpPr>
        <p:sp>
          <p:nvSpPr>
            <p:cNvPr id="15" name="矩形 54287"/>
            <p:cNvSpPr/>
            <p:nvPr/>
          </p:nvSpPr>
          <p:spPr>
            <a:xfrm>
              <a:off x="314" y="169"/>
              <a:ext cx="943" cy="950"/>
            </a:xfrm>
            <a:prstGeom prst="rect">
              <a:avLst/>
            </a:prstGeom>
            <a:solidFill>
              <a:srgbClr val="FFFFCC"/>
            </a:solidFill>
            <a:ln w="9525" cap="flat" cmpd="sng">
              <a:solidFill>
                <a:schemeClr val="tx1"/>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16" name="直接连接符 54288"/>
            <p:cNvSpPr/>
            <p:nvPr/>
          </p:nvSpPr>
          <p:spPr>
            <a:xfrm>
              <a:off x="314" y="266"/>
              <a:ext cx="943"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17" name="直接连接符 54289"/>
            <p:cNvSpPr/>
            <p:nvPr/>
          </p:nvSpPr>
          <p:spPr>
            <a:xfrm>
              <a:off x="314" y="388"/>
              <a:ext cx="943"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18" name="直接连接符 54290"/>
            <p:cNvSpPr/>
            <p:nvPr/>
          </p:nvSpPr>
          <p:spPr>
            <a:xfrm>
              <a:off x="314" y="851"/>
              <a:ext cx="943"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19" name="直接连接符 54291"/>
            <p:cNvSpPr/>
            <p:nvPr/>
          </p:nvSpPr>
          <p:spPr>
            <a:xfrm>
              <a:off x="314" y="972"/>
              <a:ext cx="943"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20" name="文本框 54292"/>
            <p:cNvSpPr txBox="1"/>
            <p:nvPr/>
          </p:nvSpPr>
          <p:spPr>
            <a:xfrm>
              <a:off x="46" y="1143"/>
              <a:ext cx="1241" cy="192"/>
            </a:xfrm>
            <a:prstGeom prst="rect">
              <a:avLst/>
            </a:prstGeom>
            <a:noFill/>
            <a:ln w="9525">
              <a:noFill/>
              <a:miter/>
            </a:ln>
          </p:spPr>
          <p:txBody>
            <a:bodyPr wrap="square" anchor="t">
              <a:spAutoFit/>
            </a:bodyPr>
            <a:p>
              <a:pPr lvl="0">
                <a:spcBef>
                  <a:spcPct val="50000"/>
                </a:spcBef>
              </a:pPr>
              <a:r>
                <a:rPr lang="zh-CN" altLang="en-US">
                  <a:latin typeface="Times New Roman" panose="02020603050405020304" charset="0"/>
                  <a:ea typeface="宋体" panose="02010600030101010101" pitchFamily="2" charset="-122"/>
                </a:rPr>
                <a:t>作业</a:t>
              </a:r>
              <a:r>
                <a:rPr lang="en-US" altLang="zh-CN">
                  <a:latin typeface="Times New Roman" panose="02020603050405020304" charset="0"/>
                  <a:ea typeface="宋体" panose="02010600030101010101" pitchFamily="2" charset="-122"/>
                </a:rPr>
                <a:t>1</a:t>
              </a:r>
              <a:r>
                <a:rPr lang="x-none" altLang="en-US">
                  <a:latin typeface="Times New Roman" panose="02020603050405020304" charset="0"/>
                  <a:ea typeface="宋体" panose="02010600030101010101" pitchFamily="2" charset="-122"/>
                </a:rPr>
                <a:t>虚拟</a:t>
              </a:r>
              <a:r>
                <a:rPr lang="zh-CN" altLang="en-US">
                  <a:latin typeface="Times New Roman" panose="02020603050405020304" charset="0"/>
                  <a:ea typeface="宋体" panose="02010600030101010101" pitchFamily="2" charset="-122"/>
                </a:rPr>
                <a:t>地址空间</a:t>
              </a:r>
              <a:endParaRPr lang="zh-CN" altLang="en-US">
                <a:latin typeface="Times New Roman" panose="02020603050405020304" charset="0"/>
                <a:ea typeface="宋体" panose="02010600030101010101" pitchFamily="2" charset="-122"/>
              </a:endParaRPr>
            </a:p>
          </p:txBody>
        </p:sp>
        <p:sp>
          <p:nvSpPr>
            <p:cNvPr id="21" name="文本框 54293"/>
            <p:cNvSpPr txBox="1"/>
            <p:nvPr/>
          </p:nvSpPr>
          <p:spPr>
            <a:xfrm>
              <a:off x="118" y="124"/>
              <a:ext cx="196" cy="192"/>
            </a:xfrm>
            <a:prstGeom prst="rect">
              <a:avLst/>
            </a:prstGeom>
            <a:noFill/>
            <a:ln w="9525">
              <a:noFill/>
              <a:miter/>
            </a:ln>
          </p:spPr>
          <p:txBody>
            <a:bodyPr anchor="t">
              <a:spAutoFit/>
            </a:bodyPr>
            <a:p>
              <a:pPr lvl="0">
                <a:spcBef>
                  <a:spcPct val="50000"/>
                </a:spcBef>
              </a:pPr>
              <a:r>
                <a:rPr lang="en-US" altLang="zh-CN">
                  <a:latin typeface="Times New Roman" panose="02020603050405020304" charset="0"/>
                  <a:ea typeface="宋体" panose="02010600030101010101" pitchFamily="2" charset="-122"/>
                </a:rPr>
                <a:t>0</a:t>
              </a:r>
              <a:endParaRPr lang="en-US" altLang="zh-CN">
                <a:latin typeface="Times New Roman" panose="02020603050405020304" charset="0"/>
                <a:ea typeface="宋体" panose="02010600030101010101" pitchFamily="2" charset="-122"/>
              </a:endParaRPr>
            </a:p>
          </p:txBody>
        </p:sp>
        <p:sp>
          <p:nvSpPr>
            <p:cNvPr id="22" name="文本框 54294"/>
            <p:cNvSpPr txBox="1"/>
            <p:nvPr/>
          </p:nvSpPr>
          <p:spPr>
            <a:xfrm>
              <a:off x="118" y="254"/>
              <a:ext cx="196" cy="192"/>
            </a:xfrm>
            <a:prstGeom prst="rect">
              <a:avLst/>
            </a:prstGeom>
            <a:noFill/>
            <a:ln w="9525">
              <a:noFill/>
              <a:miter/>
            </a:ln>
          </p:spPr>
          <p:txBody>
            <a:bodyPr anchor="t">
              <a:spAutoFit/>
            </a:bodyPr>
            <a:p>
              <a:pPr lvl="0">
                <a:spcBef>
                  <a:spcPct val="50000"/>
                </a:spcBef>
              </a:pPr>
              <a:r>
                <a:rPr lang="en-US" altLang="zh-CN">
                  <a:latin typeface="Times New Roman" panose="02020603050405020304" charset="0"/>
                  <a:ea typeface="宋体" panose="02010600030101010101" pitchFamily="2" charset="-122"/>
                </a:rPr>
                <a:t>1</a:t>
              </a:r>
              <a:endParaRPr lang="en-US" altLang="zh-CN">
                <a:latin typeface="Times New Roman" panose="02020603050405020304" charset="0"/>
                <a:ea typeface="宋体" panose="02010600030101010101" pitchFamily="2" charset="-122"/>
              </a:endParaRPr>
            </a:p>
          </p:txBody>
        </p:sp>
        <p:sp>
          <p:nvSpPr>
            <p:cNvPr id="23" name="文本框 54295"/>
            <p:cNvSpPr txBox="1"/>
            <p:nvPr/>
          </p:nvSpPr>
          <p:spPr>
            <a:xfrm>
              <a:off x="0" y="948"/>
              <a:ext cx="471" cy="192"/>
            </a:xfrm>
            <a:prstGeom prst="rect">
              <a:avLst/>
            </a:prstGeom>
            <a:noFill/>
            <a:ln w="9525">
              <a:noFill/>
              <a:miter/>
            </a:ln>
          </p:spPr>
          <p:txBody>
            <a:bodyPr anchor="t">
              <a:spAutoFit/>
            </a:bodyPr>
            <a:p>
              <a:pPr lvl="0">
                <a:spcBef>
                  <a:spcPct val="50000"/>
                </a:spcBef>
              </a:pPr>
              <a:r>
                <a:rPr lang="en-US" altLang="zh-CN">
                  <a:latin typeface="Times New Roman" panose="02020603050405020304" charset="0"/>
                  <a:ea typeface="宋体" panose="02010600030101010101" pitchFamily="2" charset="-122"/>
                </a:rPr>
                <a:t>n-1</a:t>
              </a:r>
              <a:endParaRPr lang="en-US" altLang="zh-CN">
                <a:latin typeface="Times New Roman" panose="02020603050405020304" charset="0"/>
                <a:ea typeface="宋体" panose="02010600030101010101" pitchFamily="2" charset="-122"/>
              </a:endParaRPr>
            </a:p>
          </p:txBody>
        </p:sp>
        <p:sp>
          <p:nvSpPr>
            <p:cNvPr id="24" name="直接连接符 54296"/>
            <p:cNvSpPr/>
            <p:nvPr/>
          </p:nvSpPr>
          <p:spPr>
            <a:xfrm>
              <a:off x="305" y="528"/>
              <a:ext cx="943"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grpSp>
      <p:grpSp>
        <p:nvGrpSpPr>
          <p:cNvPr id="25" name="组合 54286"/>
          <p:cNvGrpSpPr/>
          <p:nvPr/>
        </p:nvGrpSpPr>
        <p:grpSpPr>
          <a:xfrm rot="0">
            <a:off x="3121025" y="3894427"/>
            <a:ext cx="1848195" cy="1922186"/>
            <a:chOff x="0" y="124"/>
            <a:chExt cx="1287" cy="1211"/>
          </a:xfrm>
        </p:grpSpPr>
        <p:sp>
          <p:nvSpPr>
            <p:cNvPr id="26" name="矩形 54287"/>
            <p:cNvSpPr/>
            <p:nvPr/>
          </p:nvSpPr>
          <p:spPr>
            <a:xfrm>
              <a:off x="314" y="169"/>
              <a:ext cx="943" cy="950"/>
            </a:xfrm>
            <a:prstGeom prst="rect">
              <a:avLst/>
            </a:prstGeom>
            <a:solidFill>
              <a:srgbClr val="FFFFCC"/>
            </a:solidFill>
            <a:ln w="9525" cap="flat" cmpd="sng">
              <a:solidFill>
                <a:schemeClr val="tx1"/>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27" name="直接连接符 54288"/>
            <p:cNvSpPr/>
            <p:nvPr/>
          </p:nvSpPr>
          <p:spPr>
            <a:xfrm>
              <a:off x="314" y="266"/>
              <a:ext cx="943"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28" name="直接连接符 54289"/>
            <p:cNvSpPr/>
            <p:nvPr/>
          </p:nvSpPr>
          <p:spPr>
            <a:xfrm>
              <a:off x="314" y="388"/>
              <a:ext cx="943"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29" name="直接连接符 54290"/>
            <p:cNvSpPr/>
            <p:nvPr/>
          </p:nvSpPr>
          <p:spPr>
            <a:xfrm>
              <a:off x="314" y="851"/>
              <a:ext cx="943"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30" name="直接连接符 54291"/>
            <p:cNvSpPr/>
            <p:nvPr/>
          </p:nvSpPr>
          <p:spPr>
            <a:xfrm>
              <a:off x="314" y="972"/>
              <a:ext cx="943"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31" name="文本框 54292"/>
            <p:cNvSpPr txBox="1"/>
            <p:nvPr/>
          </p:nvSpPr>
          <p:spPr>
            <a:xfrm>
              <a:off x="46" y="1143"/>
              <a:ext cx="1241" cy="192"/>
            </a:xfrm>
            <a:prstGeom prst="rect">
              <a:avLst/>
            </a:prstGeom>
            <a:noFill/>
            <a:ln w="9525">
              <a:noFill/>
              <a:miter/>
            </a:ln>
          </p:spPr>
          <p:txBody>
            <a:bodyPr wrap="square" anchor="t">
              <a:spAutoFit/>
            </a:bodyPr>
            <a:p>
              <a:pPr lvl="0">
                <a:spcBef>
                  <a:spcPct val="50000"/>
                </a:spcBef>
              </a:pPr>
              <a:r>
                <a:rPr lang="zh-CN" altLang="en-US">
                  <a:latin typeface="Times New Roman" panose="02020603050405020304" charset="0"/>
                  <a:ea typeface="宋体" panose="02010600030101010101" pitchFamily="2" charset="-122"/>
                </a:rPr>
                <a:t>作业</a:t>
              </a:r>
              <a:r>
                <a:rPr lang="x-none" altLang="en-US">
                  <a:latin typeface="Times New Roman" panose="02020603050405020304" charset="0"/>
                  <a:ea typeface="宋体" panose="02010600030101010101" pitchFamily="2" charset="-122"/>
                </a:rPr>
                <a:t>i虚拟</a:t>
              </a:r>
              <a:r>
                <a:rPr lang="zh-CN" altLang="en-US">
                  <a:latin typeface="Times New Roman" panose="02020603050405020304" charset="0"/>
                  <a:ea typeface="宋体" panose="02010600030101010101" pitchFamily="2" charset="-122"/>
                </a:rPr>
                <a:t>地址空间</a:t>
              </a:r>
              <a:endParaRPr lang="zh-CN" altLang="en-US">
                <a:latin typeface="Times New Roman" panose="02020603050405020304" charset="0"/>
                <a:ea typeface="宋体" panose="02010600030101010101" pitchFamily="2" charset="-122"/>
              </a:endParaRPr>
            </a:p>
          </p:txBody>
        </p:sp>
        <p:sp>
          <p:nvSpPr>
            <p:cNvPr id="32" name="文本框 54293"/>
            <p:cNvSpPr txBox="1"/>
            <p:nvPr/>
          </p:nvSpPr>
          <p:spPr>
            <a:xfrm>
              <a:off x="118" y="124"/>
              <a:ext cx="196" cy="192"/>
            </a:xfrm>
            <a:prstGeom prst="rect">
              <a:avLst/>
            </a:prstGeom>
            <a:noFill/>
            <a:ln w="9525">
              <a:noFill/>
              <a:miter/>
            </a:ln>
          </p:spPr>
          <p:txBody>
            <a:bodyPr anchor="t">
              <a:spAutoFit/>
            </a:bodyPr>
            <a:p>
              <a:pPr lvl="0">
                <a:spcBef>
                  <a:spcPct val="50000"/>
                </a:spcBef>
              </a:pPr>
              <a:r>
                <a:rPr lang="en-US" altLang="zh-CN">
                  <a:latin typeface="Times New Roman" panose="02020603050405020304" charset="0"/>
                  <a:ea typeface="宋体" panose="02010600030101010101" pitchFamily="2" charset="-122"/>
                </a:rPr>
                <a:t>0</a:t>
              </a:r>
              <a:endParaRPr lang="en-US" altLang="zh-CN">
                <a:latin typeface="Times New Roman" panose="02020603050405020304" charset="0"/>
                <a:ea typeface="宋体" panose="02010600030101010101" pitchFamily="2" charset="-122"/>
              </a:endParaRPr>
            </a:p>
          </p:txBody>
        </p:sp>
        <p:sp>
          <p:nvSpPr>
            <p:cNvPr id="33" name="文本框 54294"/>
            <p:cNvSpPr txBox="1"/>
            <p:nvPr/>
          </p:nvSpPr>
          <p:spPr>
            <a:xfrm>
              <a:off x="118" y="254"/>
              <a:ext cx="196" cy="192"/>
            </a:xfrm>
            <a:prstGeom prst="rect">
              <a:avLst/>
            </a:prstGeom>
            <a:noFill/>
            <a:ln w="9525">
              <a:noFill/>
              <a:miter/>
            </a:ln>
          </p:spPr>
          <p:txBody>
            <a:bodyPr anchor="t">
              <a:spAutoFit/>
            </a:bodyPr>
            <a:p>
              <a:pPr lvl="0">
                <a:spcBef>
                  <a:spcPct val="50000"/>
                </a:spcBef>
              </a:pPr>
              <a:r>
                <a:rPr lang="en-US" altLang="zh-CN">
                  <a:latin typeface="Times New Roman" panose="02020603050405020304" charset="0"/>
                  <a:ea typeface="宋体" panose="02010600030101010101" pitchFamily="2" charset="-122"/>
                </a:rPr>
                <a:t>1</a:t>
              </a:r>
              <a:endParaRPr lang="en-US" altLang="zh-CN">
                <a:latin typeface="Times New Roman" panose="02020603050405020304" charset="0"/>
                <a:ea typeface="宋体" panose="02010600030101010101" pitchFamily="2" charset="-122"/>
              </a:endParaRPr>
            </a:p>
          </p:txBody>
        </p:sp>
        <p:sp>
          <p:nvSpPr>
            <p:cNvPr id="34" name="文本框 54295"/>
            <p:cNvSpPr txBox="1"/>
            <p:nvPr/>
          </p:nvSpPr>
          <p:spPr>
            <a:xfrm>
              <a:off x="0" y="948"/>
              <a:ext cx="471" cy="192"/>
            </a:xfrm>
            <a:prstGeom prst="rect">
              <a:avLst/>
            </a:prstGeom>
            <a:noFill/>
            <a:ln w="9525">
              <a:noFill/>
              <a:miter/>
            </a:ln>
          </p:spPr>
          <p:txBody>
            <a:bodyPr anchor="t">
              <a:spAutoFit/>
            </a:bodyPr>
            <a:p>
              <a:pPr lvl="0">
                <a:spcBef>
                  <a:spcPct val="50000"/>
                </a:spcBef>
              </a:pPr>
              <a:r>
                <a:rPr lang="en-US" altLang="zh-CN">
                  <a:latin typeface="Times New Roman" panose="02020603050405020304" charset="0"/>
                  <a:ea typeface="宋体" panose="02010600030101010101" pitchFamily="2" charset="-122"/>
                </a:rPr>
                <a:t>n-1</a:t>
              </a:r>
              <a:endParaRPr lang="en-US" altLang="zh-CN">
                <a:latin typeface="Times New Roman" panose="02020603050405020304" charset="0"/>
                <a:ea typeface="宋体" panose="02010600030101010101" pitchFamily="2" charset="-122"/>
              </a:endParaRPr>
            </a:p>
          </p:txBody>
        </p:sp>
        <p:sp>
          <p:nvSpPr>
            <p:cNvPr id="35" name="直接连接符 54296"/>
            <p:cNvSpPr/>
            <p:nvPr/>
          </p:nvSpPr>
          <p:spPr>
            <a:xfrm>
              <a:off x="305" y="528"/>
              <a:ext cx="943"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grpSp>
      <p:sp>
        <p:nvSpPr>
          <p:cNvPr id="36" name="文本框 54311"/>
          <p:cNvSpPr txBox="1"/>
          <p:nvPr/>
        </p:nvSpPr>
        <p:spPr>
          <a:xfrm>
            <a:off x="4196080" y="2978150"/>
            <a:ext cx="610870" cy="762000"/>
          </a:xfrm>
          <a:prstGeom prst="rect">
            <a:avLst/>
          </a:prstGeom>
          <a:noFill/>
          <a:ln w="9525">
            <a:noFill/>
            <a:miter/>
          </a:ln>
        </p:spPr>
        <p:txBody>
          <a:bodyPr vert="eaVert" anchor="t">
            <a:spAutoFit/>
          </a:bodyPr>
          <a:p>
            <a:pPr lvl="0">
              <a:spcBef>
                <a:spcPct val="50000"/>
              </a:spcBef>
            </a:pPr>
            <a:r>
              <a:rPr lang="en-US" altLang="zh-CN" sz="2800">
                <a:latin typeface="Times New Roman" panose="02020603050405020304" charset="0"/>
                <a:ea typeface="宋体" panose="02010600030101010101" pitchFamily="2" charset="-122"/>
              </a:rPr>
              <a:t>……</a:t>
            </a:r>
            <a:endParaRPr lang="en-US" altLang="zh-CN" sz="2800">
              <a:latin typeface="Times New Roman" panose="02020603050405020304" charset="0"/>
              <a:ea typeface="宋体" panose="02010600030101010101" pitchFamily="2" charset="-122"/>
            </a:endParaRPr>
          </a:p>
        </p:txBody>
      </p:sp>
      <p:sp>
        <p:nvSpPr>
          <p:cNvPr id="37" name="直接连接符 54309"/>
          <p:cNvSpPr/>
          <p:nvPr/>
        </p:nvSpPr>
        <p:spPr>
          <a:xfrm>
            <a:off x="2117725" y="1567180"/>
            <a:ext cx="1285875" cy="7620"/>
          </a:xfrm>
          <a:prstGeom prst="line">
            <a:avLst/>
          </a:prstGeom>
          <a:ln w="38100" cap="flat" cmpd="sng">
            <a:solidFill>
              <a:srgbClr val="000000"/>
            </a:solidFill>
            <a:prstDash val="solid"/>
            <a:round/>
            <a:headEnd type="none" w="med" len="med"/>
            <a:tailEnd type="triangle" w="med" len="med"/>
          </a:ln>
        </p:spPr>
        <p:txBody>
          <a:bodyPr anchor="t"/>
          <a:p>
            <a:pPr lvl="0"/>
            <a:endParaRPr lang="zh-CN" altLang="en-US">
              <a:latin typeface="Times New Roman" panose="02020603050405020304" charset="0"/>
              <a:ea typeface="宋体" panose="02010600030101010101" pitchFamily="2" charset="-122"/>
            </a:endParaRPr>
          </a:p>
        </p:txBody>
      </p:sp>
      <p:sp>
        <p:nvSpPr>
          <p:cNvPr id="38" name="直接连接符 54309"/>
          <p:cNvSpPr/>
          <p:nvPr/>
        </p:nvSpPr>
        <p:spPr>
          <a:xfrm>
            <a:off x="2135505" y="4726940"/>
            <a:ext cx="1285875" cy="7620"/>
          </a:xfrm>
          <a:prstGeom prst="line">
            <a:avLst/>
          </a:prstGeom>
          <a:ln w="38100" cap="flat" cmpd="sng">
            <a:solidFill>
              <a:srgbClr val="000000"/>
            </a:solidFill>
            <a:prstDash val="solid"/>
            <a:round/>
            <a:headEnd type="none" w="med" len="med"/>
            <a:tailEnd type="triangle" w="med" len="med"/>
          </a:ln>
        </p:spPr>
        <p:txBody>
          <a:bodyPr anchor="t"/>
          <a:p>
            <a:pPr lvl="0"/>
            <a:endParaRPr lang="zh-CN" altLang="en-US">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标题 56321"/>
          <p:cNvSpPr>
            <a:spLocks noGrp="1"/>
          </p:cNvSpPr>
          <p:nvPr>
            <p:ph type="title"/>
          </p:nvPr>
        </p:nvSpPr>
        <p:spPr>
          <a:xfrm>
            <a:off x="365125" y="650875"/>
            <a:ext cx="6904038" cy="695325"/>
          </a:xfrm>
        </p:spPr>
        <p:txBody>
          <a:bodyPr wrap="square" anchor="b">
            <a:spAutoFit/>
          </a:bodyPr>
          <a:p>
            <a:pPr fontAlgn="base"/>
            <a:r>
              <a:rPr lang="zh-CN" altLang="en-US" sz="4000" strike="noStrike" noProof="1">
                <a:solidFill>
                  <a:srgbClr val="660033"/>
                </a:solidFill>
              </a:rPr>
              <a:t>分区存储管理</a:t>
            </a:r>
            <a:endParaRPr lang="zh-CN" altLang="en-US" sz="4000" strike="noStrike" noProof="1">
              <a:solidFill>
                <a:srgbClr val="660033"/>
              </a:solidFill>
            </a:endParaRPr>
          </a:p>
        </p:txBody>
      </p:sp>
      <p:sp>
        <p:nvSpPr>
          <p:cNvPr id="48130" name="文本占位符 56322"/>
          <p:cNvSpPr>
            <a:spLocks noGrp="1"/>
          </p:cNvSpPr>
          <p:nvPr>
            <p:ph idx="1"/>
          </p:nvPr>
        </p:nvSpPr>
        <p:spPr>
          <a:xfrm>
            <a:off x="381000" y="1497013"/>
            <a:ext cx="8388350" cy="3930650"/>
          </a:xfrm>
        </p:spPr>
        <p:txBody>
          <a:bodyPr anchor="t">
            <a:spAutoFit/>
          </a:bodyPr>
          <a:p>
            <a:pPr fontAlgn="base"/>
            <a:r>
              <a:rPr lang="zh-CN" altLang="en-US" strike="noStrike" noProof="1" dirty="0">
                <a:solidFill>
                  <a:schemeClr val="tx1"/>
                </a:solidFill>
                <a:effectLst/>
              </a:rPr>
              <a:t>一种最简单直接的存储管理方式，适用于多道程序系统，分时系统，也适用于虚拟地址空间分配。</a:t>
            </a:r>
            <a:endParaRPr lang="zh-CN" altLang="en-US" strike="noStrike" noProof="1" dirty="0">
              <a:solidFill>
                <a:schemeClr val="tx1"/>
              </a:solidFill>
              <a:effectLst/>
            </a:endParaRPr>
          </a:p>
          <a:p>
            <a:pPr fontAlgn="base"/>
            <a:r>
              <a:rPr lang="zh-CN" altLang="en-US" strike="noStrike" noProof="1" dirty="0">
                <a:solidFill>
                  <a:schemeClr val="tx1"/>
                </a:solidFill>
                <a:effectLst/>
              </a:rPr>
              <a:t>原理：把内存分为一些大小不等的区域，每个作业进程占用一个或几个区域；操作系统占用其中一个分区域。允许多个进程共存。</a:t>
            </a:r>
            <a:endParaRPr lang="zh-CN" altLang="en-US" strike="noStrike" noProof="1" dirty="0">
              <a:solidFill>
                <a:schemeClr val="tx1"/>
              </a:solidFill>
              <a:effectLst/>
            </a:endParaRPr>
          </a:p>
          <a:p>
            <a:pPr fontAlgn="base"/>
            <a:r>
              <a:rPr lang="zh-CN" altLang="en-US" strike="noStrike" noProof="1" dirty="0">
                <a:solidFill>
                  <a:schemeClr val="tx1"/>
                </a:solidFill>
                <a:effectLst/>
              </a:rPr>
              <a:t>分区存储管理主要解决的是</a:t>
            </a:r>
            <a:r>
              <a:rPr lang="zh-CN" altLang="en-US" b="1" strike="noStrike" noProof="1" dirty="0">
                <a:solidFill>
                  <a:schemeClr val="tx1"/>
                </a:solidFill>
                <a:effectLst/>
              </a:rPr>
              <a:t>内存分配</a:t>
            </a:r>
            <a:r>
              <a:rPr lang="zh-CN" altLang="en-US" strike="noStrike" noProof="1" dirty="0">
                <a:solidFill>
                  <a:schemeClr val="tx1"/>
                </a:solidFill>
                <a:effectLst/>
              </a:rPr>
              <a:t>问题。</a:t>
            </a:r>
            <a:endParaRPr lang="zh-CN" altLang="en-US" strike="noStrike" noProof="1" dirty="0">
              <a:solidFill>
                <a:schemeClr val="tx1"/>
              </a:solidFill>
              <a:effectLst/>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文本占位符 57345"/>
          <p:cNvSpPr>
            <a:spLocks noGrp="1"/>
          </p:cNvSpPr>
          <p:nvPr>
            <p:ph idx="1"/>
          </p:nvPr>
        </p:nvSpPr>
        <p:spPr>
          <a:xfrm>
            <a:off x="3894138" y="-6350"/>
            <a:ext cx="5022850" cy="685800"/>
          </a:xfrm>
        </p:spPr>
        <p:txBody>
          <a:bodyPr wrap="square" anchor="t">
            <a:spAutoFit/>
          </a:bodyPr>
          <a:p>
            <a:pPr fontAlgn="base">
              <a:lnSpc>
                <a:spcPct val="90000"/>
              </a:lnSpc>
              <a:spcBef>
                <a:spcPct val="30000"/>
              </a:spcBef>
              <a:buNone/>
            </a:pPr>
            <a:r>
              <a:rPr lang="zh-CN" altLang="en-US" sz="3600" b="1" strike="noStrike" noProof="1">
                <a:solidFill>
                  <a:srgbClr val="800000"/>
                </a:solidFill>
                <a:effectLst/>
              </a:rPr>
              <a:t>动态分区的分配过程</a:t>
            </a:r>
            <a:r>
              <a:rPr lang="zh-CN" altLang="en-US" sz="4000" b="1" strike="noStrike" noProof="1">
                <a:solidFill>
                  <a:srgbClr val="800000"/>
                </a:solidFill>
              </a:rPr>
              <a:t> </a:t>
            </a:r>
            <a:endParaRPr lang="zh-CN" altLang="en-US" sz="4000" b="1" strike="noStrike" noProof="1">
              <a:solidFill>
                <a:srgbClr val="800000"/>
              </a:solidFill>
            </a:endParaRPr>
          </a:p>
        </p:txBody>
      </p:sp>
      <p:grpSp>
        <p:nvGrpSpPr>
          <p:cNvPr id="57347" name="组合 57346"/>
          <p:cNvGrpSpPr/>
          <p:nvPr/>
        </p:nvGrpSpPr>
        <p:grpSpPr>
          <a:xfrm>
            <a:off x="7089775" y="1219200"/>
            <a:ext cx="1901825" cy="4038600"/>
            <a:chOff x="-86" y="0"/>
            <a:chExt cx="1198" cy="2544"/>
          </a:xfrm>
        </p:grpSpPr>
        <p:sp>
          <p:nvSpPr>
            <p:cNvPr id="49155" name="文本框 57347"/>
            <p:cNvSpPr txBox="1"/>
            <p:nvPr/>
          </p:nvSpPr>
          <p:spPr>
            <a:xfrm>
              <a:off x="-56" y="288"/>
              <a:ext cx="536" cy="19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20KB</a:t>
              </a:r>
              <a:endParaRPr lang="en-US" altLang="zh-CN" sz="1600">
                <a:solidFill>
                  <a:schemeClr val="tx1"/>
                </a:solidFill>
                <a:latin typeface="Times New Roman" panose="02020603050405020304" charset="0"/>
                <a:ea typeface="宋体" panose="02010600030101010101" pitchFamily="2" charset="-122"/>
              </a:endParaRPr>
            </a:p>
          </p:txBody>
        </p:sp>
        <p:sp>
          <p:nvSpPr>
            <p:cNvPr id="49156" name="文本框 57348"/>
            <p:cNvSpPr txBox="1"/>
            <p:nvPr/>
          </p:nvSpPr>
          <p:spPr>
            <a:xfrm>
              <a:off x="77" y="0"/>
              <a:ext cx="404" cy="162"/>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49157" name="文本框 57349"/>
            <p:cNvSpPr txBox="1"/>
            <p:nvPr/>
          </p:nvSpPr>
          <p:spPr>
            <a:xfrm>
              <a:off x="432" y="96"/>
              <a:ext cx="675" cy="2076"/>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just">
                <a:spcBef>
                  <a:spcPct val="20000"/>
                </a:spcBef>
              </a:pPr>
              <a:r>
                <a:rPr lang="en-US" altLang="zh-CN" sz="900">
                  <a:latin typeface="Times New Roman" panose="02020603050405020304" charset="0"/>
                  <a:ea typeface="宋体" panose="02010600030101010101" pitchFamily="2" charset="-122"/>
                </a:rPr>
                <a:t>       </a:t>
              </a:r>
              <a:r>
                <a:rPr lang="en-US" altLang="zh-CN" sz="2400">
                  <a:solidFill>
                    <a:schemeClr val="tx1"/>
                  </a:solidFill>
                  <a:latin typeface="Times New Roman" panose="02020603050405020304" charset="0"/>
                  <a:ea typeface="宋体" panose="02010600030101010101" pitchFamily="2" charset="-122"/>
                </a:rPr>
                <a:t>os</a:t>
              </a:r>
              <a:endParaRPr lang="en-US" altLang="zh-CN" sz="2400">
                <a:solidFill>
                  <a:schemeClr val="tx1"/>
                </a:solidFill>
                <a:latin typeface="Times New Roman" panose="02020603050405020304" charset="0"/>
                <a:ea typeface="宋体" panose="02010600030101010101" pitchFamily="2" charset="-122"/>
              </a:endParaRPr>
            </a:p>
            <a:p>
              <a:pPr lvl="0" algn="just">
                <a:spcBef>
                  <a:spcPct val="20000"/>
                </a:spcBef>
              </a:pPr>
              <a:r>
                <a:rPr lang="en-US" altLang="zh-CN" sz="2000">
                  <a:latin typeface="Times New Roman" panose="02020603050405020304" charset="0"/>
                  <a:ea typeface="宋体" panose="02010600030101010101" pitchFamily="2" charset="-122"/>
                </a:rPr>
                <a:t>  </a:t>
              </a:r>
              <a:r>
                <a:rPr lang="zh-CN" altLang="en-US" sz="1800">
                  <a:solidFill>
                    <a:schemeClr val="tx1"/>
                  </a:solidFill>
                  <a:latin typeface="Times New Roman" panose="02020603050405020304" charset="0"/>
                  <a:ea typeface="宋体" panose="02010600030101010101" pitchFamily="2" charset="-122"/>
                </a:rPr>
                <a:t>作业</a:t>
              </a:r>
              <a:r>
                <a:rPr lang="en-US" altLang="zh-CN" sz="2000" baseline="-25000">
                  <a:solidFill>
                    <a:schemeClr val="tx1"/>
                  </a:solidFill>
                  <a:latin typeface="Times New Roman" panose="02020603050405020304" charset="0"/>
                  <a:ea typeface="宋体" panose="02010600030101010101" pitchFamily="2" charset="-122"/>
                </a:rPr>
                <a:t>1</a:t>
              </a:r>
              <a:endParaRPr lang="en-US" altLang="zh-CN" sz="2000" baseline="-25000">
                <a:solidFill>
                  <a:schemeClr val="tx1"/>
                </a:solidFill>
                <a:latin typeface="Times New Roman" panose="02020603050405020304" charset="0"/>
                <a:ea typeface="宋体" panose="02010600030101010101" pitchFamily="2" charset="-122"/>
              </a:endParaRPr>
            </a:p>
            <a:p>
              <a:pPr lvl="0" algn="just">
                <a:lnSpc>
                  <a:spcPct val="120000"/>
                </a:lnSpc>
                <a:spcBef>
                  <a:spcPct val="20000"/>
                </a:spcBef>
              </a:pPr>
              <a:r>
                <a:rPr lang="en-US" altLang="zh-CN" sz="1800">
                  <a:solidFill>
                    <a:schemeClr val="tx1"/>
                  </a:solidFill>
                  <a:latin typeface="Times New Roman" panose="02020603050405020304" charset="0"/>
                  <a:ea typeface="宋体" panose="02010600030101010101" pitchFamily="2" charset="-122"/>
                </a:rPr>
                <a:t>  </a:t>
              </a:r>
              <a:r>
                <a:rPr lang="zh-CN" altLang="en-US" sz="1800">
                  <a:solidFill>
                    <a:schemeClr val="tx1"/>
                  </a:solidFill>
                  <a:latin typeface="Times New Roman" panose="02020603050405020304" charset="0"/>
                  <a:ea typeface="宋体" panose="02010600030101010101" pitchFamily="2" charset="-122"/>
                </a:rPr>
                <a:t>作业</a:t>
              </a:r>
              <a:r>
                <a:rPr lang="en-US" altLang="zh-CN" sz="2000" baseline="-25000">
                  <a:solidFill>
                    <a:schemeClr val="tx1"/>
                  </a:solidFill>
                  <a:latin typeface="Times New Roman" panose="02020603050405020304" charset="0"/>
                  <a:ea typeface="宋体" panose="02010600030101010101" pitchFamily="2" charset="-122"/>
                </a:rPr>
                <a:t>2</a:t>
              </a:r>
              <a:endParaRPr lang="en-US" altLang="zh-CN" sz="2000" baseline="-25000">
                <a:solidFill>
                  <a:schemeClr val="tx1"/>
                </a:solidFill>
                <a:latin typeface="Times New Roman" panose="02020603050405020304" charset="0"/>
                <a:ea typeface="宋体" panose="02010600030101010101" pitchFamily="2" charset="-122"/>
              </a:endParaRPr>
            </a:p>
            <a:p>
              <a:pPr lvl="0" algn="just">
                <a:lnSpc>
                  <a:spcPct val="120000"/>
                </a:lnSpc>
                <a:spcBef>
                  <a:spcPct val="40000"/>
                </a:spcBef>
              </a:pPr>
              <a:r>
                <a:rPr lang="en-US" altLang="zh-CN" sz="1800">
                  <a:solidFill>
                    <a:schemeClr val="tx1"/>
                  </a:solidFill>
                  <a:latin typeface="Times New Roman" panose="02020603050405020304" charset="0"/>
                  <a:ea typeface="宋体" panose="02010600030101010101" pitchFamily="2" charset="-122"/>
                </a:rPr>
                <a:t>  </a:t>
              </a:r>
              <a:r>
                <a:rPr lang="zh-CN" altLang="en-US" sz="1800">
                  <a:solidFill>
                    <a:schemeClr val="tx1"/>
                  </a:solidFill>
                  <a:latin typeface="Times New Roman" panose="02020603050405020304" charset="0"/>
                  <a:ea typeface="宋体" panose="02010600030101010101" pitchFamily="2" charset="-122"/>
                </a:rPr>
                <a:t>作业</a:t>
              </a:r>
              <a:r>
                <a:rPr lang="en-US" altLang="zh-CN" sz="2000" baseline="-25000">
                  <a:solidFill>
                    <a:schemeClr val="tx1"/>
                  </a:solidFill>
                  <a:latin typeface="Times New Roman" panose="02020603050405020304" charset="0"/>
                  <a:ea typeface="宋体" panose="02010600030101010101" pitchFamily="2" charset="-122"/>
                </a:rPr>
                <a:t>3</a:t>
              </a:r>
              <a:endParaRPr lang="en-US" altLang="zh-CN" sz="2000" baseline="-25000">
                <a:solidFill>
                  <a:schemeClr val="tx1"/>
                </a:solidFill>
                <a:latin typeface="Times New Roman" panose="02020603050405020304" charset="0"/>
                <a:ea typeface="宋体" panose="02010600030101010101" pitchFamily="2" charset="-122"/>
              </a:endParaRPr>
            </a:p>
            <a:p>
              <a:pPr lvl="0" algn="just">
                <a:spcBef>
                  <a:spcPct val="20000"/>
                </a:spcBef>
              </a:pPr>
              <a:r>
                <a:rPr lang="en-US" altLang="zh-CN" sz="1800">
                  <a:solidFill>
                    <a:schemeClr val="tx1"/>
                  </a:solidFill>
                  <a:latin typeface="Times New Roman" panose="02020603050405020304" charset="0"/>
                  <a:ea typeface="宋体" panose="02010600030101010101" pitchFamily="2" charset="-122"/>
                </a:rPr>
                <a:t>  </a:t>
              </a:r>
              <a:endParaRPr lang="en-US" altLang="zh-CN" sz="1800">
                <a:solidFill>
                  <a:schemeClr val="tx1"/>
                </a:solidFill>
                <a:latin typeface="Times New Roman" panose="02020603050405020304" charset="0"/>
                <a:ea typeface="宋体" panose="02010600030101010101" pitchFamily="2" charset="-122"/>
              </a:endParaRPr>
            </a:p>
            <a:p>
              <a:pPr lvl="0" algn="just">
                <a:spcBef>
                  <a:spcPct val="20000"/>
                </a:spcBef>
              </a:pPr>
              <a:r>
                <a:rPr lang="en-US" altLang="zh-CN" sz="1800">
                  <a:solidFill>
                    <a:schemeClr val="tx1"/>
                  </a:solidFill>
                  <a:latin typeface="Times New Roman" panose="02020603050405020304" charset="0"/>
                  <a:ea typeface="宋体" panose="02010600030101010101" pitchFamily="2" charset="-122"/>
                </a:rPr>
                <a:t>  </a:t>
              </a:r>
              <a:r>
                <a:rPr lang="zh-CN" altLang="en-US" sz="1800">
                  <a:solidFill>
                    <a:schemeClr val="tx1"/>
                  </a:solidFill>
                  <a:latin typeface="Times New Roman" panose="02020603050405020304" charset="0"/>
                  <a:ea typeface="宋体" panose="02010600030101010101" pitchFamily="2" charset="-122"/>
                </a:rPr>
                <a:t>作业</a:t>
              </a:r>
              <a:r>
                <a:rPr lang="en-US" altLang="zh-CN" sz="2000" baseline="-25000">
                  <a:solidFill>
                    <a:schemeClr val="tx1"/>
                  </a:solidFill>
                  <a:latin typeface="Times New Roman" panose="02020603050405020304" charset="0"/>
                  <a:ea typeface="宋体" panose="02010600030101010101" pitchFamily="2" charset="-122"/>
                </a:rPr>
                <a:t>4</a:t>
              </a:r>
              <a:endParaRPr lang="en-US" altLang="zh-CN" sz="2000" baseline="-25000">
                <a:solidFill>
                  <a:schemeClr val="tx1"/>
                </a:solidFill>
                <a:latin typeface="Times New Roman" panose="02020603050405020304" charset="0"/>
                <a:ea typeface="宋体" panose="02010600030101010101" pitchFamily="2" charset="-122"/>
              </a:endParaRPr>
            </a:p>
            <a:p>
              <a:pPr lvl="0" algn="just">
                <a:spcBef>
                  <a:spcPct val="20000"/>
                </a:spcBef>
              </a:pPr>
              <a:r>
                <a:rPr lang="en-US" altLang="zh-CN" sz="2000">
                  <a:solidFill>
                    <a:schemeClr val="tx1"/>
                  </a:solidFill>
                  <a:latin typeface="Times New Roman" panose="02020603050405020304" charset="0"/>
                  <a:ea typeface="宋体" panose="02010600030101010101" pitchFamily="2" charset="-122"/>
                </a:rPr>
                <a:t>  </a:t>
              </a:r>
              <a:endParaRPr lang="en-US" altLang="zh-CN" sz="2000">
                <a:solidFill>
                  <a:schemeClr val="tx1"/>
                </a:solidFill>
                <a:latin typeface="Times New Roman" panose="02020603050405020304" charset="0"/>
                <a:ea typeface="宋体" panose="02010600030101010101" pitchFamily="2" charset="-122"/>
              </a:endParaRPr>
            </a:p>
          </p:txBody>
        </p:sp>
        <p:sp>
          <p:nvSpPr>
            <p:cNvPr id="49158" name="矩形 57350"/>
            <p:cNvSpPr/>
            <p:nvPr/>
          </p:nvSpPr>
          <p:spPr>
            <a:xfrm>
              <a:off x="435" y="1632"/>
              <a:ext cx="672" cy="528"/>
            </a:xfrm>
            <a:prstGeom prst="rect">
              <a:avLst/>
            </a:prstGeom>
            <a:pattFill prst="ltUpDiag">
              <a:fgClr>
                <a:srgbClr val="000000"/>
              </a:fgClr>
              <a:bgClr>
                <a:srgbClr val="FFFFFF"/>
              </a:bgClr>
            </a:patt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49159" name="直接连接符 57351"/>
            <p:cNvSpPr/>
            <p:nvPr/>
          </p:nvSpPr>
          <p:spPr>
            <a:xfrm>
              <a:off x="432" y="384"/>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49160" name="直接连接符 57352"/>
            <p:cNvSpPr/>
            <p:nvPr/>
          </p:nvSpPr>
          <p:spPr>
            <a:xfrm>
              <a:off x="429" y="672"/>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49161" name="直接连接符 57353"/>
            <p:cNvSpPr/>
            <p:nvPr/>
          </p:nvSpPr>
          <p:spPr>
            <a:xfrm>
              <a:off x="429" y="912"/>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49162" name="直接连接符 57354"/>
            <p:cNvSpPr/>
            <p:nvPr/>
          </p:nvSpPr>
          <p:spPr>
            <a:xfrm>
              <a:off x="429" y="1200"/>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49163" name="直接连接符 57355"/>
            <p:cNvSpPr/>
            <p:nvPr/>
          </p:nvSpPr>
          <p:spPr>
            <a:xfrm>
              <a:off x="429" y="1632"/>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49164" name="文本框 57356"/>
            <p:cNvSpPr txBox="1"/>
            <p:nvPr/>
          </p:nvSpPr>
          <p:spPr>
            <a:xfrm>
              <a:off x="-56" y="576"/>
              <a:ext cx="536" cy="144"/>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52KB</a:t>
              </a:r>
              <a:endParaRPr lang="en-US" altLang="zh-CN" sz="1600">
                <a:solidFill>
                  <a:schemeClr val="tx1"/>
                </a:solidFill>
                <a:latin typeface="Times New Roman" panose="02020603050405020304" charset="0"/>
                <a:ea typeface="宋体" panose="02010600030101010101" pitchFamily="2" charset="-122"/>
              </a:endParaRPr>
            </a:p>
          </p:txBody>
        </p:sp>
        <p:sp>
          <p:nvSpPr>
            <p:cNvPr id="49165" name="文本框 57357"/>
            <p:cNvSpPr txBox="1"/>
            <p:nvPr/>
          </p:nvSpPr>
          <p:spPr>
            <a:xfrm>
              <a:off x="-73" y="816"/>
              <a:ext cx="553" cy="19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66KB</a:t>
              </a:r>
              <a:endParaRPr lang="en-US" altLang="zh-CN" sz="1600">
                <a:solidFill>
                  <a:schemeClr val="tx1"/>
                </a:solidFill>
                <a:latin typeface="Times New Roman" panose="02020603050405020304" charset="0"/>
                <a:ea typeface="宋体" panose="02010600030101010101" pitchFamily="2" charset="-122"/>
              </a:endParaRPr>
            </a:p>
          </p:txBody>
        </p:sp>
        <p:sp>
          <p:nvSpPr>
            <p:cNvPr id="49166" name="文本框 57358"/>
            <p:cNvSpPr txBox="1"/>
            <p:nvPr/>
          </p:nvSpPr>
          <p:spPr>
            <a:xfrm>
              <a:off x="-86" y="1104"/>
              <a:ext cx="615" cy="19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130KB</a:t>
              </a:r>
              <a:endParaRPr lang="en-US" altLang="zh-CN" sz="1600">
                <a:solidFill>
                  <a:schemeClr val="tx1"/>
                </a:solidFill>
                <a:latin typeface="Times New Roman" panose="02020603050405020304" charset="0"/>
                <a:ea typeface="宋体" panose="02010600030101010101" pitchFamily="2" charset="-122"/>
              </a:endParaRPr>
            </a:p>
          </p:txBody>
        </p:sp>
        <p:sp>
          <p:nvSpPr>
            <p:cNvPr id="49167" name="文本框 57359"/>
            <p:cNvSpPr txBox="1"/>
            <p:nvPr/>
          </p:nvSpPr>
          <p:spPr>
            <a:xfrm>
              <a:off x="-86" y="1536"/>
              <a:ext cx="607" cy="144"/>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230KB</a:t>
              </a:r>
              <a:endParaRPr lang="en-US" altLang="zh-CN" sz="1600">
                <a:solidFill>
                  <a:schemeClr val="tx1"/>
                </a:solidFill>
                <a:latin typeface="Times New Roman" panose="02020603050405020304" charset="0"/>
                <a:ea typeface="宋体" panose="02010600030101010101" pitchFamily="2" charset="-122"/>
              </a:endParaRPr>
            </a:p>
          </p:txBody>
        </p:sp>
        <p:sp>
          <p:nvSpPr>
            <p:cNvPr id="49168" name="文本框 57360"/>
            <p:cNvSpPr txBox="1"/>
            <p:nvPr/>
          </p:nvSpPr>
          <p:spPr>
            <a:xfrm>
              <a:off x="8" y="2160"/>
              <a:ext cx="881" cy="19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256KB</a:t>
              </a:r>
              <a:endParaRPr lang="en-US" altLang="zh-CN" sz="1600">
                <a:solidFill>
                  <a:schemeClr val="tx1"/>
                </a:solidFill>
                <a:latin typeface="Times New Roman" panose="02020603050405020304" charset="0"/>
                <a:ea typeface="宋体" panose="02010600030101010101" pitchFamily="2" charset="-122"/>
              </a:endParaRPr>
            </a:p>
          </p:txBody>
        </p:sp>
        <p:sp>
          <p:nvSpPr>
            <p:cNvPr id="49169" name="文本框 57361"/>
            <p:cNvSpPr txBox="1"/>
            <p:nvPr/>
          </p:nvSpPr>
          <p:spPr>
            <a:xfrm>
              <a:off x="579" y="2352"/>
              <a:ext cx="480" cy="192"/>
            </a:xfrm>
            <a:prstGeom prst="rect">
              <a:avLst/>
            </a:prstGeom>
            <a:noFill/>
            <a:ln w="9525">
              <a:noFill/>
              <a:miter/>
            </a:ln>
          </p:spPr>
          <p:txBody>
            <a:bodyPr anchor="t"/>
            <a:p>
              <a:pPr lvl="0" algn="just"/>
              <a:r>
                <a:rPr lang="zh-CN" altLang="en-US" sz="2000">
                  <a:solidFill>
                    <a:schemeClr val="tx1"/>
                  </a:solidFill>
                  <a:latin typeface="Times New Roman" panose="02020603050405020304" charset="0"/>
                  <a:ea typeface="宋体" panose="02010600030101010101" pitchFamily="2" charset="-122"/>
                </a:rPr>
                <a:t>主存</a:t>
              </a:r>
              <a:endParaRPr lang="zh-CN" altLang="en-US" sz="2000">
                <a:solidFill>
                  <a:schemeClr val="tx1"/>
                </a:solidFill>
                <a:latin typeface="Times New Roman" panose="02020603050405020304" charset="0"/>
                <a:ea typeface="宋体" panose="02010600030101010101" pitchFamily="2" charset="-122"/>
              </a:endParaRPr>
            </a:p>
          </p:txBody>
        </p:sp>
      </p:grpSp>
      <p:grpSp>
        <p:nvGrpSpPr>
          <p:cNvPr id="57363" name="组合 57362"/>
          <p:cNvGrpSpPr/>
          <p:nvPr/>
        </p:nvGrpSpPr>
        <p:grpSpPr>
          <a:xfrm>
            <a:off x="5318125" y="1219200"/>
            <a:ext cx="1844675" cy="4038600"/>
            <a:chOff x="-50" y="0"/>
            <a:chExt cx="1162" cy="2544"/>
          </a:xfrm>
        </p:grpSpPr>
        <p:sp>
          <p:nvSpPr>
            <p:cNvPr id="49171" name="文本框 57363"/>
            <p:cNvSpPr txBox="1"/>
            <p:nvPr/>
          </p:nvSpPr>
          <p:spPr>
            <a:xfrm>
              <a:off x="-22" y="288"/>
              <a:ext cx="519" cy="19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20KB</a:t>
              </a:r>
              <a:endParaRPr lang="en-US" altLang="zh-CN" sz="1600">
                <a:solidFill>
                  <a:schemeClr val="tx1"/>
                </a:solidFill>
                <a:latin typeface="Times New Roman" panose="02020603050405020304" charset="0"/>
                <a:ea typeface="宋体" panose="02010600030101010101" pitchFamily="2" charset="-122"/>
              </a:endParaRPr>
            </a:p>
          </p:txBody>
        </p:sp>
        <p:sp>
          <p:nvSpPr>
            <p:cNvPr id="49172" name="文本框 57364"/>
            <p:cNvSpPr txBox="1"/>
            <p:nvPr/>
          </p:nvSpPr>
          <p:spPr>
            <a:xfrm>
              <a:off x="59" y="0"/>
              <a:ext cx="421" cy="162"/>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49173" name="文本框 57365"/>
            <p:cNvSpPr txBox="1"/>
            <p:nvPr/>
          </p:nvSpPr>
          <p:spPr>
            <a:xfrm>
              <a:off x="432" y="96"/>
              <a:ext cx="675" cy="2076"/>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just">
                <a:spcBef>
                  <a:spcPct val="20000"/>
                </a:spcBef>
              </a:pPr>
              <a:r>
                <a:rPr lang="en-US" altLang="zh-CN" sz="900">
                  <a:latin typeface="Times New Roman" panose="02020603050405020304" charset="0"/>
                  <a:ea typeface="宋体" panose="02010600030101010101" pitchFamily="2" charset="-122"/>
                </a:rPr>
                <a:t>       </a:t>
              </a:r>
              <a:r>
                <a:rPr lang="en-US" altLang="zh-CN" sz="2400">
                  <a:solidFill>
                    <a:schemeClr val="tx1"/>
                  </a:solidFill>
                  <a:latin typeface="Times New Roman" panose="02020603050405020304" charset="0"/>
                  <a:ea typeface="宋体" panose="02010600030101010101" pitchFamily="2" charset="-122"/>
                </a:rPr>
                <a:t>os</a:t>
              </a:r>
              <a:endParaRPr lang="en-US" altLang="zh-CN" sz="2400">
                <a:solidFill>
                  <a:schemeClr val="tx1"/>
                </a:solidFill>
                <a:latin typeface="Times New Roman" panose="02020603050405020304" charset="0"/>
                <a:ea typeface="宋体" panose="02010600030101010101" pitchFamily="2" charset="-122"/>
              </a:endParaRPr>
            </a:p>
            <a:p>
              <a:pPr lvl="0" algn="just">
                <a:spcBef>
                  <a:spcPct val="20000"/>
                </a:spcBef>
              </a:pPr>
              <a:r>
                <a:rPr lang="en-US" altLang="zh-CN" sz="2000">
                  <a:latin typeface="Times New Roman" panose="02020603050405020304" charset="0"/>
                  <a:ea typeface="宋体" panose="02010600030101010101" pitchFamily="2" charset="-122"/>
                </a:rPr>
                <a:t>  </a:t>
              </a:r>
              <a:r>
                <a:rPr lang="zh-CN" altLang="en-US" sz="1800">
                  <a:solidFill>
                    <a:schemeClr val="tx1"/>
                  </a:solidFill>
                  <a:latin typeface="Times New Roman" panose="02020603050405020304" charset="0"/>
                  <a:ea typeface="宋体" panose="02010600030101010101" pitchFamily="2" charset="-122"/>
                </a:rPr>
                <a:t>作业</a:t>
              </a:r>
              <a:r>
                <a:rPr lang="en-US" altLang="zh-CN" sz="2000" baseline="-25000">
                  <a:solidFill>
                    <a:schemeClr val="tx1"/>
                  </a:solidFill>
                  <a:latin typeface="Times New Roman" panose="02020603050405020304" charset="0"/>
                  <a:ea typeface="宋体" panose="02010600030101010101" pitchFamily="2" charset="-122"/>
                </a:rPr>
                <a:t>1</a:t>
              </a:r>
              <a:endParaRPr lang="en-US" altLang="zh-CN" sz="2000" baseline="-25000">
                <a:solidFill>
                  <a:schemeClr val="tx1"/>
                </a:solidFill>
                <a:latin typeface="Times New Roman" panose="02020603050405020304" charset="0"/>
                <a:ea typeface="宋体" panose="02010600030101010101" pitchFamily="2" charset="-122"/>
              </a:endParaRPr>
            </a:p>
            <a:p>
              <a:pPr lvl="0" algn="just">
                <a:lnSpc>
                  <a:spcPct val="120000"/>
                </a:lnSpc>
                <a:spcBef>
                  <a:spcPct val="20000"/>
                </a:spcBef>
              </a:pPr>
              <a:r>
                <a:rPr lang="en-US" altLang="zh-CN" sz="1800">
                  <a:solidFill>
                    <a:schemeClr val="tx1"/>
                  </a:solidFill>
                  <a:latin typeface="Times New Roman" panose="02020603050405020304" charset="0"/>
                  <a:ea typeface="宋体" panose="02010600030101010101" pitchFamily="2" charset="-122"/>
                </a:rPr>
                <a:t>  </a:t>
              </a:r>
              <a:r>
                <a:rPr lang="zh-CN" altLang="en-US" sz="1800">
                  <a:solidFill>
                    <a:schemeClr val="tx1"/>
                  </a:solidFill>
                  <a:latin typeface="Times New Roman" panose="02020603050405020304" charset="0"/>
                  <a:ea typeface="宋体" panose="02010600030101010101" pitchFamily="2" charset="-122"/>
                </a:rPr>
                <a:t>作业</a:t>
              </a:r>
              <a:r>
                <a:rPr lang="en-US" altLang="zh-CN" sz="2000" baseline="-25000">
                  <a:solidFill>
                    <a:schemeClr val="tx1"/>
                  </a:solidFill>
                  <a:latin typeface="Times New Roman" panose="02020603050405020304" charset="0"/>
                  <a:ea typeface="宋体" panose="02010600030101010101" pitchFamily="2" charset="-122"/>
                </a:rPr>
                <a:t>2</a:t>
              </a:r>
              <a:endParaRPr lang="en-US" altLang="zh-CN" sz="2000" baseline="-25000">
                <a:solidFill>
                  <a:schemeClr val="tx1"/>
                </a:solidFill>
                <a:latin typeface="Times New Roman" panose="02020603050405020304" charset="0"/>
                <a:ea typeface="宋体" panose="02010600030101010101" pitchFamily="2" charset="-122"/>
              </a:endParaRPr>
            </a:p>
            <a:p>
              <a:pPr lvl="0" algn="just">
                <a:lnSpc>
                  <a:spcPct val="120000"/>
                </a:lnSpc>
                <a:spcBef>
                  <a:spcPct val="40000"/>
                </a:spcBef>
              </a:pPr>
              <a:r>
                <a:rPr lang="en-US" altLang="zh-CN" sz="1800">
                  <a:solidFill>
                    <a:schemeClr val="tx1"/>
                  </a:solidFill>
                  <a:latin typeface="Times New Roman" panose="02020603050405020304" charset="0"/>
                  <a:ea typeface="宋体" panose="02010600030101010101" pitchFamily="2" charset="-122"/>
                </a:rPr>
                <a:t>  </a:t>
              </a:r>
              <a:r>
                <a:rPr lang="zh-CN" altLang="en-US" sz="1800">
                  <a:solidFill>
                    <a:schemeClr val="tx1"/>
                  </a:solidFill>
                  <a:latin typeface="Times New Roman" panose="02020603050405020304" charset="0"/>
                  <a:ea typeface="宋体" panose="02010600030101010101" pitchFamily="2" charset="-122"/>
                </a:rPr>
                <a:t>作业</a:t>
              </a:r>
              <a:r>
                <a:rPr lang="en-US" altLang="zh-CN" sz="2000" baseline="-25000">
                  <a:solidFill>
                    <a:schemeClr val="tx1"/>
                  </a:solidFill>
                  <a:latin typeface="Times New Roman" panose="02020603050405020304" charset="0"/>
                  <a:ea typeface="宋体" panose="02010600030101010101" pitchFamily="2" charset="-122"/>
                </a:rPr>
                <a:t>3</a:t>
              </a:r>
              <a:endParaRPr lang="en-US" altLang="zh-CN" sz="2000" baseline="-25000">
                <a:solidFill>
                  <a:schemeClr val="tx1"/>
                </a:solidFill>
                <a:latin typeface="Times New Roman" panose="02020603050405020304" charset="0"/>
                <a:ea typeface="宋体" panose="02010600030101010101" pitchFamily="2" charset="-122"/>
              </a:endParaRPr>
            </a:p>
            <a:p>
              <a:pPr lvl="0" algn="just">
                <a:spcBef>
                  <a:spcPct val="20000"/>
                </a:spcBef>
              </a:pPr>
              <a:r>
                <a:rPr lang="en-US" altLang="zh-CN" sz="1800">
                  <a:latin typeface="Times New Roman" panose="02020603050405020304" charset="0"/>
                  <a:ea typeface="宋体" panose="02010600030101010101" pitchFamily="2" charset="-122"/>
                </a:rPr>
                <a:t>  </a:t>
              </a:r>
              <a:endParaRPr lang="en-US" altLang="zh-CN" sz="1800">
                <a:latin typeface="Times New Roman" panose="02020603050405020304" charset="0"/>
                <a:ea typeface="宋体" panose="02010600030101010101" pitchFamily="2" charset="-122"/>
              </a:endParaRPr>
            </a:p>
            <a:p>
              <a:pPr lvl="0" algn="just">
                <a:spcBef>
                  <a:spcPct val="20000"/>
                </a:spcBef>
              </a:pPr>
              <a:r>
                <a:rPr lang="en-US" altLang="zh-CN" sz="1800">
                  <a:latin typeface="Times New Roman" panose="02020603050405020304" charset="0"/>
                  <a:ea typeface="宋体" panose="02010600030101010101" pitchFamily="2" charset="-122"/>
                </a:rPr>
                <a:t>  </a:t>
              </a:r>
              <a:endParaRPr lang="en-US" altLang="zh-CN" sz="2000">
                <a:latin typeface="Times New Roman" panose="02020603050405020304" charset="0"/>
                <a:ea typeface="宋体" panose="02010600030101010101" pitchFamily="2" charset="-122"/>
              </a:endParaRPr>
            </a:p>
            <a:p>
              <a:pPr lvl="0" algn="just">
                <a:spcBef>
                  <a:spcPct val="20000"/>
                </a:spcBef>
              </a:pPr>
              <a:r>
                <a:rPr lang="en-US" altLang="zh-CN" sz="2000">
                  <a:latin typeface="Times New Roman" panose="02020603050405020304" charset="0"/>
                  <a:ea typeface="宋体" panose="02010600030101010101" pitchFamily="2" charset="-122"/>
                </a:rPr>
                <a:t>  </a:t>
              </a:r>
              <a:endParaRPr lang="en-US" altLang="zh-CN" sz="2000">
                <a:latin typeface="Times New Roman" panose="02020603050405020304" charset="0"/>
                <a:ea typeface="宋体" panose="02010600030101010101" pitchFamily="2" charset="-122"/>
              </a:endParaRPr>
            </a:p>
          </p:txBody>
        </p:sp>
        <p:sp>
          <p:nvSpPr>
            <p:cNvPr id="49174" name="矩形 57366"/>
            <p:cNvSpPr/>
            <p:nvPr/>
          </p:nvSpPr>
          <p:spPr>
            <a:xfrm>
              <a:off x="432" y="1200"/>
              <a:ext cx="680" cy="960"/>
            </a:xfrm>
            <a:prstGeom prst="rect">
              <a:avLst/>
            </a:prstGeom>
            <a:pattFill prst="ltUpDiag">
              <a:fgClr>
                <a:srgbClr val="000000"/>
              </a:fgClr>
              <a:bgClr>
                <a:srgbClr val="FFFFFF"/>
              </a:bgClr>
            </a:patt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49175" name="直接连接符 57367"/>
            <p:cNvSpPr/>
            <p:nvPr/>
          </p:nvSpPr>
          <p:spPr>
            <a:xfrm>
              <a:off x="432" y="384"/>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49176" name="直接连接符 57368"/>
            <p:cNvSpPr/>
            <p:nvPr/>
          </p:nvSpPr>
          <p:spPr>
            <a:xfrm>
              <a:off x="429" y="672"/>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49177" name="直接连接符 57369"/>
            <p:cNvSpPr/>
            <p:nvPr/>
          </p:nvSpPr>
          <p:spPr>
            <a:xfrm>
              <a:off x="429" y="912"/>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49178" name="直接连接符 57370"/>
            <p:cNvSpPr/>
            <p:nvPr/>
          </p:nvSpPr>
          <p:spPr>
            <a:xfrm>
              <a:off x="429" y="1200"/>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49179" name="文本框 57371"/>
            <p:cNvSpPr txBox="1"/>
            <p:nvPr/>
          </p:nvSpPr>
          <p:spPr>
            <a:xfrm>
              <a:off x="-24" y="576"/>
              <a:ext cx="536" cy="144"/>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52KB</a:t>
              </a:r>
              <a:endParaRPr lang="en-US" altLang="zh-CN" sz="1600">
                <a:solidFill>
                  <a:schemeClr val="tx1"/>
                </a:solidFill>
                <a:latin typeface="Times New Roman" panose="02020603050405020304" charset="0"/>
                <a:ea typeface="宋体" panose="02010600030101010101" pitchFamily="2" charset="-122"/>
              </a:endParaRPr>
            </a:p>
          </p:txBody>
        </p:sp>
        <p:sp>
          <p:nvSpPr>
            <p:cNvPr id="49180" name="文本框 57372"/>
            <p:cNvSpPr txBox="1"/>
            <p:nvPr/>
          </p:nvSpPr>
          <p:spPr>
            <a:xfrm>
              <a:off x="-33" y="816"/>
              <a:ext cx="553" cy="19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66KB</a:t>
              </a:r>
              <a:endParaRPr lang="en-US" altLang="zh-CN" sz="1600">
                <a:solidFill>
                  <a:schemeClr val="tx1"/>
                </a:solidFill>
                <a:latin typeface="Times New Roman" panose="02020603050405020304" charset="0"/>
                <a:ea typeface="宋体" panose="02010600030101010101" pitchFamily="2" charset="-122"/>
              </a:endParaRPr>
            </a:p>
          </p:txBody>
        </p:sp>
        <p:sp>
          <p:nvSpPr>
            <p:cNvPr id="49181" name="文本框 57373"/>
            <p:cNvSpPr txBox="1"/>
            <p:nvPr/>
          </p:nvSpPr>
          <p:spPr>
            <a:xfrm>
              <a:off x="-50" y="1104"/>
              <a:ext cx="580" cy="19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130KB</a:t>
              </a:r>
              <a:endParaRPr lang="en-US" altLang="zh-CN" sz="1600">
                <a:solidFill>
                  <a:schemeClr val="tx1"/>
                </a:solidFill>
                <a:latin typeface="Times New Roman" panose="02020603050405020304" charset="0"/>
                <a:ea typeface="宋体" panose="02010600030101010101" pitchFamily="2" charset="-122"/>
              </a:endParaRPr>
            </a:p>
          </p:txBody>
        </p:sp>
        <p:sp>
          <p:nvSpPr>
            <p:cNvPr id="49182" name="文本框 57374"/>
            <p:cNvSpPr txBox="1"/>
            <p:nvPr/>
          </p:nvSpPr>
          <p:spPr>
            <a:xfrm>
              <a:off x="8" y="2160"/>
              <a:ext cx="838" cy="19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256KB</a:t>
              </a:r>
              <a:endParaRPr lang="en-US" altLang="zh-CN" sz="1600">
                <a:solidFill>
                  <a:schemeClr val="tx1"/>
                </a:solidFill>
                <a:latin typeface="Times New Roman" panose="02020603050405020304" charset="0"/>
                <a:ea typeface="宋体" panose="02010600030101010101" pitchFamily="2" charset="-122"/>
              </a:endParaRPr>
            </a:p>
          </p:txBody>
        </p:sp>
        <p:sp>
          <p:nvSpPr>
            <p:cNvPr id="49183" name="文本框 57375"/>
            <p:cNvSpPr txBox="1"/>
            <p:nvPr/>
          </p:nvSpPr>
          <p:spPr>
            <a:xfrm>
              <a:off x="579" y="2352"/>
              <a:ext cx="480" cy="192"/>
            </a:xfrm>
            <a:prstGeom prst="rect">
              <a:avLst/>
            </a:prstGeom>
            <a:noFill/>
            <a:ln w="9525">
              <a:noFill/>
              <a:miter/>
            </a:ln>
          </p:spPr>
          <p:txBody>
            <a:bodyPr anchor="t"/>
            <a:p>
              <a:pPr lvl="0" algn="just"/>
              <a:r>
                <a:rPr lang="zh-CN" altLang="en-US" sz="2000">
                  <a:solidFill>
                    <a:schemeClr val="tx1"/>
                  </a:solidFill>
                  <a:latin typeface="Times New Roman" panose="02020603050405020304" charset="0"/>
                  <a:ea typeface="宋体" panose="02010600030101010101" pitchFamily="2" charset="-122"/>
                </a:rPr>
                <a:t>主存</a:t>
              </a:r>
              <a:endParaRPr lang="zh-CN" altLang="en-US" sz="2000">
                <a:solidFill>
                  <a:schemeClr val="tx1"/>
                </a:solidFill>
                <a:latin typeface="Times New Roman" panose="02020603050405020304" charset="0"/>
                <a:ea typeface="宋体" panose="02010600030101010101" pitchFamily="2" charset="-122"/>
              </a:endParaRPr>
            </a:p>
          </p:txBody>
        </p:sp>
      </p:grpSp>
      <p:grpSp>
        <p:nvGrpSpPr>
          <p:cNvPr id="57377" name="组合 57376"/>
          <p:cNvGrpSpPr/>
          <p:nvPr/>
        </p:nvGrpSpPr>
        <p:grpSpPr>
          <a:xfrm>
            <a:off x="1727200" y="1219200"/>
            <a:ext cx="1854200" cy="4038600"/>
            <a:chOff x="-64" y="0"/>
            <a:chExt cx="1168" cy="2544"/>
          </a:xfrm>
        </p:grpSpPr>
        <p:sp>
          <p:nvSpPr>
            <p:cNvPr id="49185" name="文本框 57377"/>
            <p:cNvSpPr txBox="1"/>
            <p:nvPr/>
          </p:nvSpPr>
          <p:spPr>
            <a:xfrm>
              <a:off x="-55" y="288"/>
              <a:ext cx="527" cy="19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20KB</a:t>
              </a:r>
              <a:endParaRPr lang="en-US" altLang="zh-CN" sz="1600">
                <a:solidFill>
                  <a:schemeClr val="tx1"/>
                </a:solidFill>
                <a:latin typeface="Times New Roman" panose="02020603050405020304" charset="0"/>
                <a:ea typeface="宋体" panose="02010600030101010101" pitchFamily="2" charset="-122"/>
              </a:endParaRPr>
            </a:p>
          </p:txBody>
        </p:sp>
        <p:sp>
          <p:nvSpPr>
            <p:cNvPr id="49186" name="文本框 57378"/>
            <p:cNvSpPr txBox="1"/>
            <p:nvPr/>
          </p:nvSpPr>
          <p:spPr>
            <a:xfrm>
              <a:off x="42" y="0"/>
              <a:ext cx="430" cy="162"/>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49187" name="文本框 57379"/>
            <p:cNvSpPr txBox="1"/>
            <p:nvPr/>
          </p:nvSpPr>
          <p:spPr>
            <a:xfrm>
              <a:off x="424" y="96"/>
              <a:ext cx="675" cy="2076"/>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just">
                <a:spcBef>
                  <a:spcPct val="20000"/>
                </a:spcBef>
              </a:pPr>
              <a:r>
                <a:rPr lang="en-US" altLang="zh-CN" sz="900">
                  <a:latin typeface="Times New Roman" panose="02020603050405020304" charset="0"/>
                  <a:ea typeface="宋体" panose="02010600030101010101" pitchFamily="2" charset="-122"/>
                </a:rPr>
                <a:t>       </a:t>
              </a:r>
              <a:r>
                <a:rPr lang="en-US" altLang="zh-CN" sz="2400">
                  <a:solidFill>
                    <a:schemeClr val="tx1"/>
                  </a:solidFill>
                  <a:latin typeface="Times New Roman" panose="02020603050405020304" charset="0"/>
                  <a:ea typeface="宋体" panose="02010600030101010101" pitchFamily="2" charset="-122"/>
                </a:rPr>
                <a:t>os</a:t>
              </a:r>
              <a:endParaRPr lang="en-US" altLang="zh-CN" sz="2400">
                <a:solidFill>
                  <a:schemeClr val="tx1"/>
                </a:solidFill>
                <a:latin typeface="Times New Roman" panose="02020603050405020304" charset="0"/>
                <a:ea typeface="宋体" panose="02010600030101010101" pitchFamily="2" charset="-122"/>
              </a:endParaRPr>
            </a:p>
            <a:p>
              <a:pPr lvl="0" algn="just">
                <a:spcBef>
                  <a:spcPct val="20000"/>
                </a:spcBef>
              </a:pPr>
              <a:r>
                <a:rPr lang="en-US" altLang="zh-CN" sz="2000">
                  <a:latin typeface="Times New Roman" panose="02020603050405020304" charset="0"/>
                  <a:ea typeface="宋体" panose="02010600030101010101" pitchFamily="2" charset="-122"/>
                </a:rPr>
                <a:t>  </a:t>
              </a:r>
              <a:r>
                <a:rPr lang="zh-CN" altLang="en-US" sz="1800">
                  <a:solidFill>
                    <a:schemeClr val="tx1"/>
                  </a:solidFill>
                  <a:latin typeface="Times New Roman" panose="02020603050405020304" charset="0"/>
                  <a:ea typeface="宋体" panose="02010600030101010101" pitchFamily="2" charset="-122"/>
                </a:rPr>
                <a:t>作业</a:t>
              </a:r>
              <a:r>
                <a:rPr lang="en-US" altLang="zh-CN" sz="2000" baseline="-25000">
                  <a:solidFill>
                    <a:schemeClr val="tx1"/>
                  </a:solidFill>
                  <a:latin typeface="Times New Roman" panose="02020603050405020304" charset="0"/>
                  <a:ea typeface="宋体" panose="02010600030101010101" pitchFamily="2" charset="-122"/>
                </a:rPr>
                <a:t>1</a:t>
              </a:r>
              <a:endParaRPr lang="en-US" altLang="zh-CN" sz="2000" baseline="-25000">
                <a:solidFill>
                  <a:schemeClr val="tx1"/>
                </a:solidFill>
                <a:latin typeface="Times New Roman" panose="02020603050405020304" charset="0"/>
                <a:ea typeface="宋体" panose="02010600030101010101" pitchFamily="2" charset="-122"/>
              </a:endParaRPr>
            </a:p>
            <a:p>
              <a:pPr lvl="0" algn="just">
                <a:lnSpc>
                  <a:spcPct val="120000"/>
                </a:lnSpc>
                <a:spcBef>
                  <a:spcPct val="20000"/>
                </a:spcBef>
              </a:pPr>
              <a:r>
                <a:rPr lang="en-US" altLang="zh-CN" sz="1800">
                  <a:latin typeface="Times New Roman" panose="02020603050405020304" charset="0"/>
                  <a:ea typeface="宋体" panose="02010600030101010101" pitchFamily="2" charset="-122"/>
                </a:rPr>
                <a:t>  </a:t>
              </a:r>
              <a:endParaRPr lang="en-US" altLang="zh-CN" sz="1800">
                <a:latin typeface="Times New Roman" panose="02020603050405020304" charset="0"/>
                <a:ea typeface="宋体" panose="02010600030101010101" pitchFamily="2" charset="-122"/>
              </a:endParaRPr>
            </a:p>
            <a:p>
              <a:pPr lvl="0" algn="just">
                <a:lnSpc>
                  <a:spcPct val="120000"/>
                </a:lnSpc>
                <a:spcBef>
                  <a:spcPct val="40000"/>
                </a:spcBef>
              </a:pPr>
              <a:r>
                <a:rPr lang="en-US" altLang="zh-CN" sz="1800">
                  <a:latin typeface="Times New Roman" panose="02020603050405020304" charset="0"/>
                  <a:ea typeface="宋体" panose="02010600030101010101" pitchFamily="2" charset="-122"/>
                </a:rPr>
                <a:t>  </a:t>
              </a:r>
              <a:endParaRPr lang="en-US" altLang="zh-CN" sz="1800">
                <a:latin typeface="Times New Roman" panose="02020603050405020304" charset="0"/>
                <a:ea typeface="宋体" panose="02010600030101010101" pitchFamily="2" charset="-122"/>
              </a:endParaRPr>
            </a:p>
            <a:p>
              <a:pPr lvl="0" algn="just">
                <a:spcBef>
                  <a:spcPct val="20000"/>
                </a:spcBef>
              </a:pPr>
              <a:r>
                <a:rPr lang="en-US" altLang="zh-CN" sz="1800">
                  <a:latin typeface="Times New Roman" panose="02020603050405020304" charset="0"/>
                  <a:ea typeface="宋体" panose="02010600030101010101" pitchFamily="2" charset="-122"/>
                </a:rPr>
                <a:t>  </a:t>
              </a:r>
              <a:endParaRPr lang="en-US" altLang="zh-CN" sz="1800">
                <a:latin typeface="Times New Roman" panose="02020603050405020304" charset="0"/>
                <a:ea typeface="宋体" panose="02010600030101010101" pitchFamily="2" charset="-122"/>
              </a:endParaRPr>
            </a:p>
            <a:p>
              <a:pPr lvl="0" algn="just">
                <a:spcBef>
                  <a:spcPct val="20000"/>
                </a:spcBef>
              </a:pPr>
              <a:r>
                <a:rPr lang="en-US" altLang="zh-CN" sz="1800">
                  <a:latin typeface="Times New Roman" panose="02020603050405020304" charset="0"/>
                  <a:ea typeface="宋体" panose="02010600030101010101" pitchFamily="2" charset="-122"/>
                </a:rPr>
                <a:t>  </a:t>
              </a:r>
              <a:r>
                <a:rPr lang="en-US" altLang="zh-CN" sz="2000">
                  <a:latin typeface="Times New Roman" panose="02020603050405020304" charset="0"/>
                  <a:ea typeface="宋体" panose="02010600030101010101" pitchFamily="2" charset="-122"/>
                </a:rPr>
                <a:t>  </a:t>
              </a:r>
              <a:endParaRPr lang="en-US" altLang="zh-CN" sz="2000">
                <a:latin typeface="Times New Roman" panose="02020603050405020304" charset="0"/>
                <a:ea typeface="宋体" panose="02010600030101010101" pitchFamily="2" charset="-122"/>
              </a:endParaRPr>
            </a:p>
          </p:txBody>
        </p:sp>
        <p:sp>
          <p:nvSpPr>
            <p:cNvPr id="49188" name="矩形 57380"/>
            <p:cNvSpPr/>
            <p:nvPr/>
          </p:nvSpPr>
          <p:spPr>
            <a:xfrm>
              <a:off x="415" y="672"/>
              <a:ext cx="689" cy="1488"/>
            </a:xfrm>
            <a:prstGeom prst="rect">
              <a:avLst/>
            </a:prstGeom>
            <a:pattFill prst="ltUpDiag">
              <a:fgClr>
                <a:srgbClr val="000000"/>
              </a:fgClr>
              <a:bgClr>
                <a:srgbClr val="FFFFFF"/>
              </a:bgClr>
            </a:patt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49189" name="直接连接符 57381"/>
            <p:cNvSpPr/>
            <p:nvPr/>
          </p:nvSpPr>
          <p:spPr>
            <a:xfrm>
              <a:off x="424" y="384"/>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49190" name="直接连接符 57382"/>
            <p:cNvSpPr/>
            <p:nvPr/>
          </p:nvSpPr>
          <p:spPr>
            <a:xfrm>
              <a:off x="421" y="672"/>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49191" name="文本框 57383"/>
            <p:cNvSpPr txBox="1"/>
            <p:nvPr/>
          </p:nvSpPr>
          <p:spPr>
            <a:xfrm>
              <a:off x="-64" y="576"/>
              <a:ext cx="536" cy="144"/>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52KB</a:t>
              </a:r>
              <a:endParaRPr lang="en-US" altLang="zh-CN" sz="1600">
                <a:solidFill>
                  <a:schemeClr val="tx1"/>
                </a:solidFill>
                <a:latin typeface="Times New Roman" panose="02020603050405020304" charset="0"/>
                <a:ea typeface="宋体" panose="02010600030101010101" pitchFamily="2" charset="-122"/>
              </a:endParaRPr>
            </a:p>
          </p:txBody>
        </p:sp>
        <p:sp>
          <p:nvSpPr>
            <p:cNvPr id="49192" name="文本框 57384"/>
            <p:cNvSpPr txBox="1"/>
            <p:nvPr/>
          </p:nvSpPr>
          <p:spPr>
            <a:xfrm>
              <a:off x="0" y="2152"/>
              <a:ext cx="803" cy="19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256KB</a:t>
              </a:r>
              <a:endParaRPr lang="en-US" altLang="zh-CN" sz="1600">
                <a:solidFill>
                  <a:schemeClr val="tx1"/>
                </a:solidFill>
                <a:latin typeface="Times New Roman" panose="02020603050405020304" charset="0"/>
                <a:ea typeface="宋体" panose="02010600030101010101" pitchFamily="2" charset="-122"/>
              </a:endParaRPr>
            </a:p>
          </p:txBody>
        </p:sp>
        <p:sp>
          <p:nvSpPr>
            <p:cNvPr id="49193" name="文本框 57385"/>
            <p:cNvSpPr txBox="1"/>
            <p:nvPr/>
          </p:nvSpPr>
          <p:spPr>
            <a:xfrm>
              <a:off x="571" y="2352"/>
              <a:ext cx="480" cy="192"/>
            </a:xfrm>
            <a:prstGeom prst="rect">
              <a:avLst/>
            </a:prstGeom>
            <a:noFill/>
            <a:ln w="9525">
              <a:noFill/>
              <a:miter/>
            </a:ln>
          </p:spPr>
          <p:txBody>
            <a:bodyPr anchor="t"/>
            <a:p>
              <a:pPr lvl="0" algn="just"/>
              <a:r>
                <a:rPr lang="zh-CN" altLang="en-US" sz="2000">
                  <a:solidFill>
                    <a:schemeClr val="tx1"/>
                  </a:solidFill>
                  <a:latin typeface="Times New Roman" panose="02020603050405020304" charset="0"/>
                  <a:ea typeface="宋体" panose="02010600030101010101" pitchFamily="2" charset="-122"/>
                </a:rPr>
                <a:t>主存</a:t>
              </a:r>
              <a:endParaRPr lang="zh-CN" altLang="en-US" sz="2000">
                <a:solidFill>
                  <a:schemeClr val="tx1"/>
                </a:solidFill>
                <a:latin typeface="Times New Roman" panose="02020603050405020304" charset="0"/>
                <a:ea typeface="宋体" panose="02010600030101010101" pitchFamily="2" charset="-122"/>
              </a:endParaRPr>
            </a:p>
          </p:txBody>
        </p:sp>
      </p:grpSp>
      <p:grpSp>
        <p:nvGrpSpPr>
          <p:cNvPr id="57387" name="组合 57386"/>
          <p:cNvGrpSpPr/>
          <p:nvPr/>
        </p:nvGrpSpPr>
        <p:grpSpPr>
          <a:xfrm>
            <a:off x="-38100" y="1219200"/>
            <a:ext cx="1803400" cy="4038600"/>
            <a:chOff x="-32" y="0"/>
            <a:chExt cx="1136" cy="2544"/>
          </a:xfrm>
        </p:grpSpPr>
        <p:sp>
          <p:nvSpPr>
            <p:cNvPr id="49195" name="文本框 57387"/>
            <p:cNvSpPr txBox="1"/>
            <p:nvPr/>
          </p:nvSpPr>
          <p:spPr>
            <a:xfrm>
              <a:off x="51" y="0"/>
              <a:ext cx="421" cy="162"/>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49196" name="文本框 57388"/>
            <p:cNvSpPr txBox="1"/>
            <p:nvPr/>
          </p:nvSpPr>
          <p:spPr>
            <a:xfrm>
              <a:off x="424" y="96"/>
              <a:ext cx="675" cy="2076"/>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just">
                <a:spcBef>
                  <a:spcPct val="20000"/>
                </a:spcBef>
              </a:pPr>
              <a:r>
                <a:rPr lang="en-US" altLang="zh-CN" sz="900">
                  <a:latin typeface="Times New Roman" panose="02020603050405020304" charset="0"/>
                  <a:ea typeface="宋体" panose="02010600030101010101" pitchFamily="2" charset="-122"/>
                </a:rPr>
                <a:t>       </a:t>
              </a:r>
              <a:r>
                <a:rPr lang="en-US" altLang="zh-CN" sz="2400">
                  <a:solidFill>
                    <a:schemeClr val="tx1"/>
                  </a:solidFill>
                  <a:latin typeface="Times New Roman" panose="02020603050405020304" charset="0"/>
                  <a:ea typeface="宋体" panose="02010600030101010101" pitchFamily="2" charset="-122"/>
                </a:rPr>
                <a:t>os</a:t>
              </a:r>
              <a:endParaRPr lang="en-US" altLang="zh-CN" sz="2400">
                <a:solidFill>
                  <a:schemeClr val="tx1"/>
                </a:solidFill>
                <a:latin typeface="Times New Roman" panose="02020603050405020304" charset="0"/>
                <a:ea typeface="宋体" panose="02010600030101010101" pitchFamily="2" charset="-122"/>
              </a:endParaRPr>
            </a:p>
            <a:p>
              <a:pPr lvl="0" algn="just">
                <a:spcBef>
                  <a:spcPct val="20000"/>
                </a:spcBef>
              </a:pPr>
              <a:r>
                <a:rPr lang="en-US" altLang="zh-CN" sz="2000">
                  <a:latin typeface="Times New Roman" panose="02020603050405020304" charset="0"/>
                  <a:ea typeface="宋体" panose="02010600030101010101" pitchFamily="2" charset="-122"/>
                </a:rPr>
                <a:t>  </a:t>
              </a:r>
              <a:endParaRPr lang="en-US" altLang="zh-CN" sz="1800">
                <a:latin typeface="Times New Roman" panose="02020603050405020304" charset="0"/>
                <a:ea typeface="宋体" panose="02010600030101010101" pitchFamily="2" charset="-122"/>
              </a:endParaRPr>
            </a:p>
            <a:p>
              <a:pPr lvl="0" algn="just">
                <a:lnSpc>
                  <a:spcPct val="120000"/>
                </a:lnSpc>
                <a:spcBef>
                  <a:spcPct val="20000"/>
                </a:spcBef>
              </a:pPr>
              <a:r>
                <a:rPr lang="en-US" altLang="zh-CN" sz="1800">
                  <a:latin typeface="Times New Roman" panose="02020603050405020304" charset="0"/>
                  <a:ea typeface="宋体" panose="02010600030101010101" pitchFamily="2" charset="-122"/>
                </a:rPr>
                <a:t>  </a:t>
              </a:r>
              <a:endParaRPr lang="en-US" altLang="zh-CN" sz="1800">
                <a:latin typeface="Times New Roman" panose="02020603050405020304" charset="0"/>
                <a:ea typeface="宋体" panose="02010600030101010101" pitchFamily="2" charset="-122"/>
              </a:endParaRPr>
            </a:p>
            <a:p>
              <a:pPr lvl="0" algn="just">
                <a:lnSpc>
                  <a:spcPct val="120000"/>
                </a:lnSpc>
                <a:spcBef>
                  <a:spcPct val="40000"/>
                </a:spcBef>
              </a:pPr>
              <a:r>
                <a:rPr lang="en-US" altLang="zh-CN" sz="1800">
                  <a:latin typeface="Times New Roman" panose="02020603050405020304" charset="0"/>
                  <a:ea typeface="宋体" panose="02010600030101010101" pitchFamily="2" charset="-122"/>
                </a:rPr>
                <a:t>  </a:t>
              </a:r>
              <a:endParaRPr lang="en-US" altLang="zh-CN" sz="1800">
                <a:latin typeface="Times New Roman" panose="02020603050405020304" charset="0"/>
                <a:ea typeface="宋体" panose="02010600030101010101" pitchFamily="2" charset="-122"/>
              </a:endParaRPr>
            </a:p>
            <a:p>
              <a:pPr lvl="0" algn="just">
                <a:spcBef>
                  <a:spcPct val="20000"/>
                </a:spcBef>
              </a:pPr>
              <a:r>
                <a:rPr lang="en-US" altLang="zh-CN" sz="1800">
                  <a:latin typeface="Times New Roman" panose="02020603050405020304" charset="0"/>
                  <a:ea typeface="宋体" panose="02010600030101010101" pitchFamily="2" charset="-122"/>
                </a:rPr>
                <a:t>  </a:t>
              </a:r>
              <a:endParaRPr lang="en-US" altLang="zh-CN" sz="1800">
                <a:latin typeface="Times New Roman" panose="02020603050405020304" charset="0"/>
                <a:ea typeface="宋体" panose="02010600030101010101" pitchFamily="2" charset="-122"/>
              </a:endParaRPr>
            </a:p>
            <a:p>
              <a:pPr lvl="0" algn="just">
                <a:spcBef>
                  <a:spcPct val="20000"/>
                </a:spcBef>
              </a:pPr>
              <a:r>
                <a:rPr lang="en-US" altLang="zh-CN" sz="1800">
                  <a:latin typeface="Times New Roman" panose="02020603050405020304" charset="0"/>
                  <a:ea typeface="宋体" panose="02010600030101010101" pitchFamily="2" charset="-122"/>
                </a:rPr>
                <a:t>  </a:t>
              </a:r>
              <a:r>
                <a:rPr lang="en-US" altLang="zh-CN" sz="2000">
                  <a:latin typeface="Times New Roman" panose="02020603050405020304" charset="0"/>
                  <a:ea typeface="宋体" panose="02010600030101010101" pitchFamily="2" charset="-122"/>
                </a:rPr>
                <a:t>  </a:t>
              </a:r>
              <a:endParaRPr lang="en-US" altLang="zh-CN" sz="2000">
                <a:latin typeface="Times New Roman" panose="02020603050405020304" charset="0"/>
                <a:ea typeface="宋体" panose="02010600030101010101" pitchFamily="2" charset="-122"/>
              </a:endParaRPr>
            </a:p>
          </p:txBody>
        </p:sp>
        <p:sp>
          <p:nvSpPr>
            <p:cNvPr id="49197" name="矩形 57389"/>
            <p:cNvSpPr/>
            <p:nvPr/>
          </p:nvSpPr>
          <p:spPr>
            <a:xfrm>
              <a:off x="427" y="384"/>
              <a:ext cx="672" cy="1776"/>
            </a:xfrm>
            <a:prstGeom prst="rect">
              <a:avLst/>
            </a:prstGeom>
            <a:pattFill prst="ltUpDiag">
              <a:fgClr>
                <a:srgbClr val="000000"/>
              </a:fgClr>
              <a:bgClr>
                <a:srgbClr val="FFFFFF"/>
              </a:bgClr>
            </a:patt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49198" name="直接连接符 57390"/>
            <p:cNvSpPr/>
            <p:nvPr/>
          </p:nvSpPr>
          <p:spPr>
            <a:xfrm>
              <a:off x="424" y="384"/>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49199" name="文本框 57391"/>
            <p:cNvSpPr txBox="1"/>
            <p:nvPr/>
          </p:nvSpPr>
          <p:spPr>
            <a:xfrm>
              <a:off x="-24" y="2144"/>
              <a:ext cx="803" cy="19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256KB</a:t>
              </a:r>
              <a:endParaRPr lang="en-US" altLang="zh-CN" sz="1600">
                <a:solidFill>
                  <a:schemeClr val="tx1"/>
                </a:solidFill>
                <a:latin typeface="Times New Roman" panose="02020603050405020304" charset="0"/>
                <a:ea typeface="宋体" panose="02010600030101010101" pitchFamily="2" charset="-122"/>
              </a:endParaRPr>
            </a:p>
          </p:txBody>
        </p:sp>
        <p:sp>
          <p:nvSpPr>
            <p:cNvPr id="49200" name="文本框 57392"/>
            <p:cNvSpPr txBox="1"/>
            <p:nvPr/>
          </p:nvSpPr>
          <p:spPr>
            <a:xfrm>
              <a:off x="571" y="2352"/>
              <a:ext cx="480" cy="192"/>
            </a:xfrm>
            <a:prstGeom prst="rect">
              <a:avLst/>
            </a:prstGeom>
            <a:noFill/>
            <a:ln w="9525">
              <a:noFill/>
              <a:miter/>
            </a:ln>
          </p:spPr>
          <p:txBody>
            <a:bodyPr anchor="t"/>
            <a:p>
              <a:pPr lvl="0" algn="just"/>
              <a:r>
                <a:rPr lang="zh-CN" altLang="en-US" sz="2000">
                  <a:solidFill>
                    <a:schemeClr val="tx1"/>
                  </a:solidFill>
                  <a:latin typeface="Times New Roman" panose="02020603050405020304" charset="0"/>
                  <a:ea typeface="宋体" panose="02010600030101010101" pitchFamily="2" charset="-122"/>
                </a:rPr>
                <a:t>主存</a:t>
              </a:r>
              <a:endParaRPr lang="zh-CN" altLang="en-US" sz="2000">
                <a:solidFill>
                  <a:schemeClr val="tx1"/>
                </a:solidFill>
                <a:latin typeface="Times New Roman" panose="02020603050405020304" charset="0"/>
                <a:ea typeface="宋体" panose="02010600030101010101" pitchFamily="2" charset="-122"/>
              </a:endParaRPr>
            </a:p>
          </p:txBody>
        </p:sp>
        <p:sp>
          <p:nvSpPr>
            <p:cNvPr id="49201" name="文本框 57393"/>
            <p:cNvSpPr txBox="1"/>
            <p:nvPr/>
          </p:nvSpPr>
          <p:spPr>
            <a:xfrm>
              <a:off x="-32" y="288"/>
              <a:ext cx="545" cy="19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20KB</a:t>
              </a:r>
              <a:endParaRPr lang="en-US" altLang="zh-CN" sz="1600">
                <a:solidFill>
                  <a:schemeClr val="tx1"/>
                </a:solidFill>
                <a:latin typeface="Times New Roman" panose="02020603050405020304" charset="0"/>
                <a:ea typeface="宋体" panose="02010600030101010101" pitchFamily="2" charset="-122"/>
              </a:endParaRPr>
            </a:p>
          </p:txBody>
        </p:sp>
      </p:grpSp>
      <p:grpSp>
        <p:nvGrpSpPr>
          <p:cNvPr id="57395" name="组合 57394"/>
          <p:cNvGrpSpPr/>
          <p:nvPr/>
        </p:nvGrpSpPr>
        <p:grpSpPr>
          <a:xfrm>
            <a:off x="3514725" y="1219200"/>
            <a:ext cx="1895475" cy="4038600"/>
            <a:chOff x="-90" y="0"/>
            <a:chExt cx="1194" cy="2544"/>
          </a:xfrm>
        </p:grpSpPr>
        <p:sp>
          <p:nvSpPr>
            <p:cNvPr id="49203" name="文本框 57395"/>
            <p:cNvSpPr txBox="1"/>
            <p:nvPr/>
          </p:nvSpPr>
          <p:spPr>
            <a:xfrm>
              <a:off x="-90" y="288"/>
              <a:ext cx="562" cy="19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20KB</a:t>
              </a:r>
              <a:endParaRPr lang="en-US" altLang="zh-CN" sz="1600">
                <a:solidFill>
                  <a:schemeClr val="tx1"/>
                </a:solidFill>
                <a:latin typeface="Times New Roman" panose="02020603050405020304" charset="0"/>
                <a:ea typeface="宋体" panose="02010600030101010101" pitchFamily="2" charset="-122"/>
              </a:endParaRPr>
            </a:p>
          </p:txBody>
        </p:sp>
        <p:sp>
          <p:nvSpPr>
            <p:cNvPr id="49204" name="文本框 57396"/>
            <p:cNvSpPr txBox="1"/>
            <p:nvPr/>
          </p:nvSpPr>
          <p:spPr>
            <a:xfrm>
              <a:off x="60" y="0"/>
              <a:ext cx="412" cy="162"/>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49205" name="文本框 57397"/>
            <p:cNvSpPr txBox="1"/>
            <p:nvPr/>
          </p:nvSpPr>
          <p:spPr>
            <a:xfrm>
              <a:off x="424" y="96"/>
              <a:ext cx="675" cy="2076"/>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just">
                <a:spcBef>
                  <a:spcPct val="20000"/>
                </a:spcBef>
              </a:pPr>
              <a:r>
                <a:rPr lang="en-US" altLang="zh-CN" sz="900">
                  <a:latin typeface="Times New Roman" panose="02020603050405020304" charset="0"/>
                  <a:ea typeface="宋体" panose="02010600030101010101" pitchFamily="2" charset="-122"/>
                </a:rPr>
                <a:t>       </a:t>
              </a:r>
              <a:r>
                <a:rPr lang="en-US" altLang="zh-CN" sz="2400">
                  <a:solidFill>
                    <a:schemeClr val="tx1"/>
                  </a:solidFill>
                  <a:latin typeface="Times New Roman" panose="02020603050405020304" charset="0"/>
                  <a:ea typeface="宋体" panose="02010600030101010101" pitchFamily="2" charset="-122"/>
                </a:rPr>
                <a:t>os</a:t>
              </a:r>
              <a:endParaRPr lang="en-US" altLang="zh-CN" sz="2400">
                <a:solidFill>
                  <a:schemeClr val="tx1"/>
                </a:solidFill>
                <a:latin typeface="Times New Roman" panose="02020603050405020304" charset="0"/>
                <a:ea typeface="宋体" panose="02010600030101010101" pitchFamily="2" charset="-122"/>
              </a:endParaRPr>
            </a:p>
            <a:p>
              <a:pPr lvl="0" algn="just">
                <a:spcBef>
                  <a:spcPct val="20000"/>
                </a:spcBef>
              </a:pPr>
              <a:r>
                <a:rPr lang="en-US" altLang="zh-CN" sz="2000">
                  <a:latin typeface="Times New Roman" panose="02020603050405020304" charset="0"/>
                  <a:ea typeface="宋体" panose="02010600030101010101" pitchFamily="2" charset="-122"/>
                </a:rPr>
                <a:t>  </a:t>
              </a:r>
              <a:r>
                <a:rPr lang="zh-CN" altLang="en-US" sz="1800">
                  <a:solidFill>
                    <a:schemeClr val="tx1"/>
                  </a:solidFill>
                  <a:latin typeface="Times New Roman" panose="02020603050405020304" charset="0"/>
                  <a:ea typeface="宋体" panose="02010600030101010101" pitchFamily="2" charset="-122"/>
                </a:rPr>
                <a:t>作业</a:t>
              </a:r>
              <a:r>
                <a:rPr lang="en-US" altLang="zh-CN" sz="2000" baseline="-25000">
                  <a:solidFill>
                    <a:schemeClr val="tx1"/>
                  </a:solidFill>
                  <a:latin typeface="Times New Roman" panose="02020603050405020304" charset="0"/>
                  <a:ea typeface="宋体" panose="02010600030101010101" pitchFamily="2" charset="-122"/>
                </a:rPr>
                <a:t>1</a:t>
              </a:r>
              <a:endParaRPr lang="en-US" altLang="zh-CN" sz="2000" baseline="-25000">
                <a:solidFill>
                  <a:schemeClr val="tx1"/>
                </a:solidFill>
                <a:latin typeface="Times New Roman" panose="02020603050405020304" charset="0"/>
                <a:ea typeface="宋体" panose="02010600030101010101" pitchFamily="2" charset="-122"/>
              </a:endParaRPr>
            </a:p>
            <a:p>
              <a:pPr lvl="0" algn="just">
                <a:lnSpc>
                  <a:spcPct val="120000"/>
                </a:lnSpc>
                <a:spcBef>
                  <a:spcPct val="20000"/>
                </a:spcBef>
              </a:pPr>
              <a:r>
                <a:rPr lang="en-US" altLang="zh-CN" sz="1800">
                  <a:solidFill>
                    <a:schemeClr val="tx1"/>
                  </a:solidFill>
                  <a:latin typeface="Times New Roman" panose="02020603050405020304" charset="0"/>
                  <a:ea typeface="宋体" panose="02010600030101010101" pitchFamily="2" charset="-122"/>
                </a:rPr>
                <a:t>  </a:t>
              </a:r>
              <a:r>
                <a:rPr lang="zh-CN" altLang="en-US" sz="1800">
                  <a:solidFill>
                    <a:schemeClr val="tx1"/>
                  </a:solidFill>
                  <a:latin typeface="Times New Roman" panose="02020603050405020304" charset="0"/>
                  <a:ea typeface="宋体" panose="02010600030101010101" pitchFamily="2" charset="-122"/>
                </a:rPr>
                <a:t>作业</a:t>
              </a:r>
              <a:r>
                <a:rPr lang="en-US" altLang="zh-CN" sz="2000" baseline="-25000">
                  <a:solidFill>
                    <a:schemeClr val="tx1"/>
                  </a:solidFill>
                  <a:latin typeface="Times New Roman" panose="02020603050405020304" charset="0"/>
                  <a:ea typeface="宋体" panose="02010600030101010101" pitchFamily="2" charset="-122"/>
                </a:rPr>
                <a:t>2</a:t>
              </a:r>
              <a:endParaRPr lang="en-US" altLang="zh-CN" sz="2000" baseline="-25000">
                <a:solidFill>
                  <a:schemeClr val="tx1"/>
                </a:solidFill>
                <a:latin typeface="Times New Roman" panose="02020603050405020304" charset="0"/>
                <a:ea typeface="宋体" panose="02010600030101010101" pitchFamily="2" charset="-122"/>
              </a:endParaRPr>
            </a:p>
            <a:p>
              <a:pPr lvl="0" algn="just">
                <a:lnSpc>
                  <a:spcPct val="120000"/>
                </a:lnSpc>
                <a:spcBef>
                  <a:spcPct val="40000"/>
                </a:spcBef>
              </a:pPr>
              <a:r>
                <a:rPr lang="en-US" altLang="zh-CN" sz="1800">
                  <a:latin typeface="Times New Roman" panose="02020603050405020304" charset="0"/>
                  <a:ea typeface="宋体" panose="02010600030101010101" pitchFamily="2" charset="-122"/>
                </a:rPr>
                <a:t>  </a:t>
              </a:r>
              <a:endParaRPr lang="en-US" altLang="zh-CN" sz="1800">
                <a:latin typeface="Times New Roman" panose="02020603050405020304" charset="0"/>
                <a:ea typeface="宋体" panose="02010600030101010101" pitchFamily="2" charset="-122"/>
              </a:endParaRPr>
            </a:p>
            <a:p>
              <a:pPr lvl="0" algn="just">
                <a:spcBef>
                  <a:spcPct val="20000"/>
                </a:spcBef>
              </a:pPr>
              <a:r>
                <a:rPr lang="en-US" altLang="zh-CN" sz="1800">
                  <a:latin typeface="Times New Roman" panose="02020603050405020304" charset="0"/>
                  <a:ea typeface="宋体" panose="02010600030101010101" pitchFamily="2" charset="-122"/>
                </a:rPr>
                <a:t>  </a:t>
              </a:r>
              <a:endParaRPr lang="en-US" altLang="zh-CN" sz="1800">
                <a:latin typeface="Times New Roman" panose="02020603050405020304" charset="0"/>
                <a:ea typeface="宋体" panose="02010600030101010101" pitchFamily="2" charset="-122"/>
              </a:endParaRPr>
            </a:p>
            <a:p>
              <a:pPr lvl="0" algn="just">
                <a:spcBef>
                  <a:spcPct val="20000"/>
                </a:spcBef>
              </a:pPr>
              <a:r>
                <a:rPr lang="en-US" altLang="zh-CN" sz="1800">
                  <a:latin typeface="Times New Roman" panose="02020603050405020304" charset="0"/>
                  <a:ea typeface="宋体" panose="02010600030101010101" pitchFamily="2" charset="-122"/>
                </a:rPr>
                <a:t>  </a:t>
              </a:r>
              <a:r>
                <a:rPr lang="en-US" altLang="zh-CN" sz="2000">
                  <a:latin typeface="Times New Roman" panose="02020603050405020304" charset="0"/>
                  <a:ea typeface="宋体" panose="02010600030101010101" pitchFamily="2" charset="-122"/>
                </a:rPr>
                <a:t>  </a:t>
              </a:r>
              <a:endParaRPr lang="en-US" altLang="zh-CN" sz="2000">
                <a:latin typeface="Times New Roman" panose="02020603050405020304" charset="0"/>
                <a:ea typeface="宋体" panose="02010600030101010101" pitchFamily="2" charset="-122"/>
              </a:endParaRPr>
            </a:p>
          </p:txBody>
        </p:sp>
        <p:sp>
          <p:nvSpPr>
            <p:cNvPr id="49206" name="直接连接符 57398"/>
            <p:cNvSpPr/>
            <p:nvPr/>
          </p:nvSpPr>
          <p:spPr>
            <a:xfrm>
              <a:off x="424" y="384"/>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49207" name="直接连接符 57399"/>
            <p:cNvSpPr/>
            <p:nvPr/>
          </p:nvSpPr>
          <p:spPr>
            <a:xfrm>
              <a:off x="421" y="672"/>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49208" name="直接连接符 57400"/>
            <p:cNvSpPr/>
            <p:nvPr/>
          </p:nvSpPr>
          <p:spPr>
            <a:xfrm>
              <a:off x="421" y="912"/>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49209" name="文本框 57401"/>
            <p:cNvSpPr txBox="1"/>
            <p:nvPr/>
          </p:nvSpPr>
          <p:spPr>
            <a:xfrm>
              <a:off x="-90" y="576"/>
              <a:ext cx="562" cy="19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52KB</a:t>
              </a:r>
              <a:endParaRPr lang="en-US" altLang="zh-CN" sz="1600">
                <a:solidFill>
                  <a:schemeClr val="tx1"/>
                </a:solidFill>
                <a:latin typeface="Times New Roman" panose="02020603050405020304" charset="0"/>
                <a:ea typeface="宋体" panose="02010600030101010101" pitchFamily="2" charset="-122"/>
              </a:endParaRPr>
            </a:p>
          </p:txBody>
        </p:sp>
        <p:sp>
          <p:nvSpPr>
            <p:cNvPr id="49210" name="文本框 57402"/>
            <p:cNvSpPr txBox="1"/>
            <p:nvPr/>
          </p:nvSpPr>
          <p:spPr>
            <a:xfrm>
              <a:off x="-90" y="816"/>
              <a:ext cx="562" cy="19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66KB</a:t>
              </a:r>
              <a:endParaRPr lang="en-US" altLang="zh-CN" sz="1600">
                <a:solidFill>
                  <a:schemeClr val="tx1"/>
                </a:solidFill>
                <a:latin typeface="Times New Roman" panose="02020603050405020304" charset="0"/>
                <a:ea typeface="宋体" panose="02010600030101010101" pitchFamily="2" charset="-122"/>
              </a:endParaRPr>
            </a:p>
          </p:txBody>
        </p:sp>
        <p:sp>
          <p:nvSpPr>
            <p:cNvPr id="49211" name="文本框 57403"/>
            <p:cNvSpPr txBox="1"/>
            <p:nvPr/>
          </p:nvSpPr>
          <p:spPr>
            <a:xfrm>
              <a:off x="0" y="2152"/>
              <a:ext cx="812" cy="19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256KB</a:t>
              </a:r>
              <a:endParaRPr lang="en-US" altLang="zh-CN" sz="1600">
                <a:solidFill>
                  <a:schemeClr val="tx1"/>
                </a:solidFill>
                <a:latin typeface="Times New Roman" panose="02020603050405020304" charset="0"/>
                <a:ea typeface="宋体" panose="02010600030101010101" pitchFamily="2" charset="-122"/>
              </a:endParaRPr>
            </a:p>
          </p:txBody>
        </p:sp>
        <p:sp>
          <p:nvSpPr>
            <p:cNvPr id="49212" name="文本框 57404"/>
            <p:cNvSpPr txBox="1"/>
            <p:nvPr/>
          </p:nvSpPr>
          <p:spPr>
            <a:xfrm>
              <a:off x="571" y="2352"/>
              <a:ext cx="480" cy="192"/>
            </a:xfrm>
            <a:prstGeom prst="rect">
              <a:avLst/>
            </a:prstGeom>
            <a:noFill/>
            <a:ln w="9525">
              <a:noFill/>
              <a:miter/>
            </a:ln>
          </p:spPr>
          <p:txBody>
            <a:bodyPr anchor="t"/>
            <a:p>
              <a:pPr lvl="0" algn="just"/>
              <a:r>
                <a:rPr lang="zh-CN" altLang="en-US" sz="2000">
                  <a:solidFill>
                    <a:schemeClr val="tx1"/>
                  </a:solidFill>
                  <a:latin typeface="Times New Roman" panose="02020603050405020304" charset="0"/>
                  <a:ea typeface="宋体" panose="02010600030101010101" pitchFamily="2" charset="-122"/>
                </a:rPr>
                <a:t>主存</a:t>
              </a:r>
              <a:endParaRPr lang="zh-CN" altLang="en-US" sz="2000">
                <a:solidFill>
                  <a:schemeClr val="tx1"/>
                </a:solidFill>
                <a:latin typeface="Times New Roman" panose="02020603050405020304" charset="0"/>
                <a:ea typeface="宋体" panose="02010600030101010101" pitchFamily="2" charset="-122"/>
              </a:endParaRPr>
            </a:p>
          </p:txBody>
        </p:sp>
        <p:sp>
          <p:nvSpPr>
            <p:cNvPr id="49213" name="矩形 57405"/>
            <p:cNvSpPr/>
            <p:nvPr/>
          </p:nvSpPr>
          <p:spPr>
            <a:xfrm>
              <a:off x="415" y="912"/>
              <a:ext cx="689" cy="1248"/>
            </a:xfrm>
            <a:prstGeom prst="rect">
              <a:avLst/>
            </a:prstGeom>
            <a:pattFill prst="ltUpDiag">
              <a:fgClr>
                <a:srgbClr val="000000"/>
              </a:fgClr>
              <a:bgClr>
                <a:srgbClr val="FFFFFF"/>
              </a:bgClr>
            </a:patt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grpSp>
      <p:sp>
        <p:nvSpPr>
          <p:cNvPr id="57407" name="文本框 57406"/>
          <p:cNvSpPr txBox="1"/>
          <p:nvPr/>
        </p:nvSpPr>
        <p:spPr>
          <a:xfrm>
            <a:off x="381000" y="5699125"/>
            <a:ext cx="1447800" cy="854075"/>
          </a:xfrm>
          <a:prstGeom prst="rect">
            <a:avLst/>
          </a:prstGeom>
          <a:noFill/>
          <a:ln w="9525">
            <a:noFill/>
            <a:miter/>
          </a:ln>
        </p:spPr>
        <p:txBody>
          <a:bodyPr anchor="t">
            <a:spAutoFit/>
          </a:bodyPr>
          <a:p>
            <a:pPr lvl="0">
              <a:spcBef>
                <a:spcPct val="50000"/>
              </a:spcBef>
            </a:pPr>
            <a:r>
              <a:rPr lang="zh-CN" altLang="en-US" sz="2000">
                <a:solidFill>
                  <a:schemeClr val="tx1"/>
                </a:solidFill>
                <a:latin typeface="Times New Roman" panose="02020603050405020304" charset="0"/>
                <a:ea typeface="宋体" panose="02010600030101010101" pitchFamily="2" charset="-122"/>
              </a:rPr>
              <a:t>作业</a:t>
            </a:r>
            <a:r>
              <a:rPr lang="en-US" altLang="zh-CN" sz="2000">
                <a:solidFill>
                  <a:schemeClr val="tx1"/>
                </a:solidFill>
                <a:latin typeface="Times New Roman" panose="02020603050405020304" charset="0"/>
                <a:ea typeface="宋体" panose="02010600030101010101" pitchFamily="2" charset="-122"/>
              </a:rPr>
              <a:t>1</a:t>
            </a:r>
            <a:r>
              <a:rPr lang="zh-CN" altLang="en-US" sz="2000">
                <a:solidFill>
                  <a:schemeClr val="tx1"/>
                </a:solidFill>
                <a:latin typeface="Times New Roman" panose="02020603050405020304" charset="0"/>
                <a:ea typeface="宋体" panose="02010600030101010101" pitchFamily="2" charset="-122"/>
              </a:rPr>
              <a:t>申请</a:t>
            </a:r>
            <a:endParaRPr lang="zh-CN" altLang="en-US" sz="2000">
              <a:solidFill>
                <a:schemeClr val="tx1"/>
              </a:solidFill>
              <a:latin typeface="Times New Roman" panose="02020603050405020304" charset="0"/>
              <a:ea typeface="宋体" panose="02010600030101010101" pitchFamily="2" charset="-122"/>
            </a:endParaRPr>
          </a:p>
          <a:p>
            <a:pPr lvl="0">
              <a:spcBef>
                <a:spcPct val="50000"/>
              </a:spcBef>
            </a:pPr>
            <a:r>
              <a:rPr lang="zh-CN" altLang="en-US" sz="2000">
                <a:solidFill>
                  <a:schemeClr val="tx1"/>
                </a:solidFill>
                <a:latin typeface="Times New Roman" panose="02020603050405020304" charset="0"/>
                <a:ea typeface="宋体" panose="02010600030101010101" pitchFamily="2" charset="-122"/>
              </a:rPr>
              <a:t>   </a:t>
            </a:r>
            <a:r>
              <a:rPr lang="en-US" altLang="zh-CN" sz="2000">
                <a:solidFill>
                  <a:schemeClr val="tx1"/>
                </a:solidFill>
                <a:latin typeface="Times New Roman" panose="02020603050405020304" charset="0"/>
                <a:ea typeface="宋体" panose="02010600030101010101" pitchFamily="2" charset="-122"/>
              </a:rPr>
              <a:t>32KB</a:t>
            </a:r>
            <a:endParaRPr lang="en-US" altLang="zh-CN" sz="2000">
              <a:solidFill>
                <a:schemeClr val="tx1"/>
              </a:solidFill>
              <a:latin typeface="Times New Roman" panose="02020603050405020304" charset="0"/>
              <a:ea typeface="宋体" panose="02010600030101010101" pitchFamily="2" charset="-122"/>
            </a:endParaRPr>
          </a:p>
        </p:txBody>
      </p:sp>
      <p:sp>
        <p:nvSpPr>
          <p:cNvPr id="57408" name="文本框 57407"/>
          <p:cNvSpPr txBox="1"/>
          <p:nvPr/>
        </p:nvSpPr>
        <p:spPr>
          <a:xfrm>
            <a:off x="2209800" y="5699125"/>
            <a:ext cx="1447800" cy="854075"/>
          </a:xfrm>
          <a:prstGeom prst="rect">
            <a:avLst/>
          </a:prstGeom>
          <a:noFill/>
          <a:ln w="9525">
            <a:noFill/>
            <a:miter/>
          </a:ln>
        </p:spPr>
        <p:txBody>
          <a:bodyPr anchor="t">
            <a:spAutoFit/>
          </a:bodyPr>
          <a:p>
            <a:pPr lvl="0">
              <a:spcBef>
                <a:spcPct val="50000"/>
              </a:spcBef>
            </a:pPr>
            <a:r>
              <a:rPr lang="zh-CN" altLang="en-US" sz="2000">
                <a:solidFill>
                  <a:schemeClr val="tx1"/>
                </a:solidFill>
                <a:latin typeface="Times New Roman" panose="02020603050405020304" charset="0"/>
                <a:ea typeface="宋体" panose="02010600030101010101" pitchFamily="2" charset="-122"/>
              </a:rPr>
              <a:t>作业</a:t>
            </a:r>
            <a:r>
              <a:rPr lang="en-US" altLang="zh-CN" sz="2000">
                <a:solidFill>
                  <a:schemeClr val="tx1"/>
                </a:solidFill>
                <a:latin typeface="Times New Roman" panose="02020603050405020304" charset="0"/>
                <a:ea typeface="宋体" panose="02010600030101010101" pitchFamily="2" charset="-122"/>
              </a:rPr>
              <a:t>2</a:t>
            </a:r>
            <a:r>
              <a:rPr lang="zh-CN" altLang="en-US" sz="2000">
                <a:solidFill>
                  <a:schemeClr val="tx1"/>
                </a:solidFill>
                <a:latin typeface="Times New Roman" panose="02020603050405020304" charset="0"/>
                <a:ea typeface="宋体" panose="02010600030101010101" pitchFamily="2" charset="-122"/>
              </a:rPr>
              <a:t>申请</a:t>
            </a:r>
            <a:endParaRPr lang="zh-CN" altLang="en-US" sz="2000">
              <a:solidFill>
                <a:schemeClr val="tx1"/>
              </a:solidFill>
              <a:latin typeface="Times New Roman" panose="02020603050405020304" charset="0"/>
              <a:ea typeface="宋体" panose="02010600030101010101" pitchFamily="2" charset="-122"/>
            </a:endParaRPr>
          </a:p>
          <a:p>
            <a:pPr lvl="0">
              <a:spcBef>
                <a:spcPct val="50000"/>
              </a:spcBef>
            </a:pPr>
            <a:r>
              <a:rPr lang="zh-CN" altLang="en-US" sz="2000">
                <a:solidFill>
                  <a:schemeClr val="tx1"/>
                </a:solidFill>
                <a:latin typeface="Times New Roman" panose="02020603050405020304" charset="0"/>
                <a:ea typeface="宋体" panose="02010600030101010101" pitchFamily="2" charset="-122"/>
              </a:rPr>
              <a:t>   </a:t>
            </a:r>
            <a:r>
              <a:rPr lang="en-US" altLang="zh-CN" sz="2000">
                <a:solidFill>
                  <a:schemeClr val="tx1"/>
                </a:solidFill>
                <a:latin typeface="Times New Roman" panose="02020603050405020304" charset="0"/>
                <a:ea typeface="宋体" panose="02010600030101010101" pitchFamily="2" charset="-122"/>
              </a:rPr>
              <a:t>14KB</a:t>
            </a:r>
            <a:endParaRPr lang="en-US" altLang="zh-CN" sz="2000">
              <a:solidFill>
                <a:schemeClr val="tx1"/>
              </a:solidFill>
              <a:latin typeface="Times New Roman" panose="02020603050405020304" charset="0"/>
              <a:ea typeface="宋体" panose="02010600030101010101" pitchFamily="2" charset="-122"/>
            </a:endParaRPr>
          </a:p>
        </p:txBody>
      </p:sp>
      <p:sp>
        <p:nvSpPr>
          <p:cNvPr id="57409" name="文本框 57408"/>
          <p:cNvSpPr txBox="1"/>
          <p:nvPr/>
        </p:nvSpPr>
        <p:spPr>
          <a:xfrm>
            <a:off x="4038600" y="5699125"/>
            <a:ext cx="1447800" cy="854075"/>
          </a:xfrm>
          <a:prstGeom prst="rect">
            <a:avLst/>
          </a:prstGeom>
          <a:noFill/>
          <a:ln w="9525">
            <a:noFill/>
            <a:miter/>
          </a:ln>
        </p:spPr>
        <p:txBody>
          <a:bodyPr anchor="t">
            <a:spAutoFit/>
          </a:bodyPr>
          <a:p>
            <a:pPr lvl="0">
              <a:spcBef>
                <a:spcPct val="50000"/>
              </a:spcBef>
            </a:pPr>
            <a:r>
              <a:rPr lang="zh-CN" altLang="en-US" sz="2000">
                <a:solidFill>
                  <a:schemeClr val="tx1"/>
                </a:solidFill>
                <a:latin typeface="Times New Roman" panose="02020603050405020304" charset="0"/>
                <a:ea typeface="宋体" panose="02010600030101010101" pitchFamily="2" charset="-122"/>
              </a:rPr>
              <a:t>作业</a:t>
            </a:r>
            <a:r>
              <a:rPr lang="en-US" altLang="zh-CN" sz="2000">
                <a:solidFill>
                  <a:schemeClr val="tx1"/>
                </a:solidFill>
                <a:latin typeface="Times New Roman" panose="02020603050405020304" charset="0"/>
                <a:ea typeface="宋体" panose="02010600030101010101" pitchFamily="2" charset="-122"/>
              </a:rPr>
              <a:t>3</a:t>
            </a:r>
            <a:r>
              <a:rPr lang="zh-CN" altLang="en-US" sz="2000">
                <a:solidFill>
                  <a:schemeClr val="tx1"/>
                </a:solidFill>
                <a:latin typeface="Times New Roman" panose="02020603050405020304" charset="0"/>
                <a:ea typeface="宋体" panose="02010600030101010101" pitchFamily="2" charset="-122"/>
              </a:rPr>
              <a:t>申请</a:t>
            </a:r>
            <a:endParaRPr lang="zh-CN" altLang="en-US" sz="2000">
              <a:solidFill>
                <a:schemeClr val="tx1"/>
              </a:solidFill>
              <a:latin typeface="Times New Roman" panose="02020603050405020304" charset="0"/>
              <a:ea typeface="宋体" panose="02010600030101010101" pitchFamily="2" charset="-122"/>
            </a:endParaRPr>
          </a:p>
          <a:p>
            <a:pPr lvl="0">
              <a:spcBef>
                <a:spcPct val="50000"/>
              </a:spcBef>
            </a:pPr>
            <a:r>
              <a:rPr lang="zh-CN" altLang="en-US" sz="2000">
                <a:solidFill>
                  <a:schemeClr val="tx1"/>
                </a:solidFill>
                <a:latin typeface="Times New Roman" panose="02020603050405020304" charset="0"/>
                <a:ea typeface="宋体" panose="02010600030101010101" pitchFamily="2" charset="-122"/>
              </a:rPr>
              <a:t>   </a:t>
            </a:r>
            <a:r>
              <a:rPr lang="en-US" altLang="zh-CN" sz="2000">
                <a:solidFill>
                  <a:schemeClr val="tx1"/>
                </a:solidFill>
                <a:latin typeface="Times New Roman" panose="02020603050405020304" charset="0"/>
                <a:ea typeface="宋体" panose="02010600030101010101" pitchFamily="2" charset="-122"/>
              </a:rPr>
              <a:t>64KB</a:t>
            </a:r>
            <a:endParaRPr lang="en-US" altLang="zh-CN" sz="2000">
              <a:solidFill>
                <a:schemeClr val="tx1"/>
              </a:solidFill>
              <a:latin typeface="Times New Roman" panose="02020603050405020304" charset="0"/>
              <a:ea typeface="宋体" panose="02010600030101010101" pitchFamily="2" charset="-122"/>
            </a:endParaRPr>
          </a:p>
        </p:txBody>
      </p:sp>
      <p:sp>
        <p:nvSpPr>
          <p:cNvPr id="57410" name="文本框 57409"/>
          <p:cNvSpPr txBox="1"/>
          <p:nvPr/>
        </p:nvSpPr>
        <p:spPr>
          <a:xfrm>
            <a:off x="5791200" y="5699125"/>
            <a:ext cx="1447800" cy="854075"/>
          </a:xfrm>
          <a:prstGeom prst="rect">
            <a:avLst/>
          </a:prstGeom>
          <a:noFill/>
          <a:ln w="9525">
            <a:noFill/>
            <a:miter/>
          </a:ln>
        </p:spPr>
        <p:txBody>
          <a:bodyPr anchor="t">
            <a:spAutoFit/>
          </a:bodyPr>
          <a:p>
            <a:pPr lvl="0">
              <a:spcBef>
                <a:spcPct val="50000"/>
              </a:spcBef>
            </a:pPr>
            <a:r>
              <a:rPr lang="zh-CN" altLang="en-US" sz="2000">
                <a:solidFill>
                  <a:schemeClr val="tx1"/>
                </a:solidFill>
                <a:latin typeface="Times New Roman" panose="02020603050405020304" charset="0"/>
                <a:ea typeface="宋体" panose="02010600030101010101" pitchFamily="2" charset="-122"/>
              </a:rPr>
              <a:t>作业</a:t>
            </a:r>
            <a:r>
              <a:rPr lang="en-US" altLang="zh-CN" sz="2000">
                <a:solidFill>
                  <a:schemeClr val="tx1"/>
                </a:solidFill>
                <a:latin typeface="Times New Roman" panose="02020603050405020304" charset="0"/>
                <a:ea typeface="宋体" panose="02010600030101010101" pitchFamily="2" charset="-122"/>
              </a:rPr>
              <a:t>4</a:t>
            </a:r>
            <a:r>
              <a:rPr lang="zh-CN" altLang="en-US" sz="2000">
                <a:solidFill>
                  <a:schemeClr val="tx1"/>
                </a:solidFill>
                <a:latin typeface="Times New Roman" panose="02020603050405020304" charset="0"/>
                <a:ea typeface="宋体" panose="02010600030101010101" pitchFamily="2" charset="-122"/>
              </a:rPr>
              <a:t>申请</a:t>
            </a:r>
            <a:endParaRPr lang="zh-CN" altLang="en-US" sz="2000">
              <a:solidFill>
                <a:schemeClr val="tx1"/>
              </a:solidFill>
              <a:latin typeface="Times New Roman" panose="02020603050405020304" charset="0"/>
              <a:ea typeface="宋体" panose="02010600030101010101" pitchFamily="2" charset="-122"/>
            </a:endParaRPr>
          </a:p>
          <a:p>
            <a:pPr lvl="0">
              <a:spcBef>
                <a:spcPct val="50000"/>
              </a:spcBef>
            </a:pPr>
            <a:r>
              <a:rPr lang="zh-CN" altLang="en-US" sz="2000">
                <a:solidFill>
                  <a:schemeClr val="tx1"/>
                </a:solidFill>
                <a:latin typeface="Times New Roman" panose="02020603050405020304" charset="0"/>
                <a:ea typeface="宋体" panose="02010600030101010101" pitchFamily="2" charset="-122"/>
              </a:rPr>
              <a:t>   </a:t>
            </a:r>
            <a:r>
              <a:rPr lang="en-US" altLang="zh-CN" sz="2000">
                <a:solidFill>
                  <a:schemeClr val="tx1"/>
                </a:solidFill>
                <a:latin typeface="Times New Roman" panose="02020603050405020304" charset="0"/>
                <a:ea typeface="宋体" panose="02010600030101010101" pitchFamily="2" charset="-122"/>
              </a:rPr>
              <a:t>100KB</a:t>
            </a:r>
            <a:endParaRPr lang="en-US" altLang="zh-CN" sz="2000">
              <a:solidFill>
                <a:schemeClr val="tx1"/>
              </a:solidFill>
              <a:latin typeface="Times New Roman" panose="02020603050405020304" charset="0"/>
              <a:ea typeface="宋体" panose="02010600030101010101" pitchFamily="2" charset="-122"/>
            </a:endParaRPr>
          </a:p>
        </p:txBody>
      </p:sp>
      <p:sp>
        <p:nvSpPr>
          <p:cNvPr id="57411" name="文本框 57410"/>
          <p:cNvSpPr txBox="1"/>
          <p:nvPr/>
        </p:nvSpPr>
        <p:spPr>
          <a:xfrm>
            <a:off x="7543800" y="5699125"/>
            <a:ext cx="1447800" cy="854075"/>
          </a:xfrm>
          <a:prstGeom prst="rect">
            <a:avLst/>
          </a:prstGeom>
          <a:noFill/>
          <a:ln w="9525">
            <a:noFill/>
            <a:miter/>
          </a:ln>
        </p:spPr>
        <p:txBody>
          <a:bodyPr anchor="t">
            <a:spAutoFit/>
          </a:bodyPr>
          <a:p>
            <a:pPr lvl="0">
              <a:spcBef>
                <a:spcPct val="50000"/>
              </a:spcBef>
            </a:pPr>
            <a:r>
              <a:rPr lang="zh-CN" altLang="en-US" sz="2000">
                <a:solidFill>
                  <a:schemeClr val="tx1"/>
                </a:solidFill>
                <a:latin typeface="Times New Roman" panose="02020603050405020304" charset="0"/>
                <a:ea typeface="宋体" panose="02010600030101010101" pitchFamily="2" charset="-122"/>
              </a:rPr>
              <a:t>作业</a:t>
            </a:r>
            <a:r>
              <a:rPr lang="en-US" altLang="zh-CN" sz="2000">
                <a:solidFill>
                  <a:schemeClr val="tx1"/>
                </a:solidFill>
                <a:latin typeface="Times New Roman" panose="02020603050405020304" charset="0"/>
                <a:ea typeface="宋体" panose="02010600030101010101" pitchFamily="2" charset="-122"/>
              </a:rPr>
              <a:t>5</a:t>
            </a:r>
            <a:r>
              <a:rPr lang="zh-CN" altLang="en-US" sz="2000">
                <a:solidFill>
                  <a:schemeClr val="tx1"/>
                </a:solidFill>
                <a:latin typeface="Times New Roman" panose="02020603050405020304" charset="0"/>
                <a:ea typeface="宋体" panose="02010600030101010101" pitchFamily="2" charset="-122"/>
              </a:rPr>
              <a:t>申请</a:t>
            </a:r>
            <a:endParaRPr lang="zh-CN" altLang="en-US" sz="2000">
              <a:solidFill>
                <a:schemeClr val="tx1"/>
              </a:solidFill>
              <a:latin typeface="Times New Roman" panose="02020603050405020304" charset="0"/>
              <a:ea typeface="宋体" panose="02010600030101010101" pitchFamily="2" charset="-122"/>
            </a:endParaRPr>
          </a:p>
          <a:p>
            <a:pPr lvl="0">
              <a:spcBef>
                <a:spcPct val="50000"/>
              </a:spcBef>
            </a:pPr>
            <a:r>
              <a:rPr lang="zh-CN" altLang="en-US" sz="2000">
                <a:solidFill>
                  <a:schemeClr val="tx1"/>
                </a:solidFill>
                <a:latin typeface="Times New Roman" panose="02020603050405020304" charset="0"/>
                <a:ea typeface="宋体" panose="02010600030101010101" pitchFamily="2" charset="-122"/>
              </a:rPr>
              <a:t>   </a:t>
            </a:r>
            <a:r>
              <a:rPr lang="en-US" altLang="zh-CN" sz="2000">
                <a:solidFill>
                  <a:schemeClr val="tx1"/>
                </a:solidFill>
                <a:latin typeface="Times New Roman" panose="02020603050405020304" charset="0"/>
                <a:ea typeface="宋体" panose="02010600030101010101" pitchFamily="2" charset="-122"/>
              </a:rPr>
              <a:t>50KB</a:t>
            </a:r>
            <a:endParaRPr lang="en-US" altLang="zh-CN" sz="2000">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7407" grpId="0"/>
      <p:bldP spid="57408" grpId="0"/>
      <p:bldP spid="57409" grpId="0"/>
      <p:bldP spid="57410" grpId="0"/>
      <p:bldP spid="57411"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文本占位符 58369"/>
          <p:cNvSpPr>
            <a:spLocks noGrp="1"/>
          </p:cNvSpPr>
          <p:nvPr>
            <p:ph idx="1"/>
          </p:nvPr>
        </p:nvSpPr>
        <p:spPr>
          <a:xfrm>
            <a:off x="222250" y="642938"/>
            <a:ext cx="8610600" cy="695325"/>
          </a:xfrm>
        </p:spPr>
        <p:txBody>
          <a:bodyPr anchor="t">
            <a:spAutoFit/>
          </a:bodyPr>
          <a:p>
            <a:pPr fontAlgn="base">
              <a:lnSpc>
                <a:spcPct val="90000"/>
              </a:lnSpc>
              <a:spcBef>
                <a:spcPct val="30000"/>
              </a:spcBef>
              <a:buNone/>
            </a:pPr>
            <a:r>
              <a:rPr lang="en-US" altLang="zh-CN" sz="4000" b="1" strike="noStrike" noProof="1">
                <a:solidFill>
                  <a:srgbClr val="800000"/>
                </a:solidFill>
                <a:effectLst/>
              </a:rPr>
              <a:t> </a:t>
            </a:r>
            <a:r>
              <a:rPr lang="en-US" altLang="zh-CN" sz="4000" strike="noStrike" noProof="1">
                <a:solidFill>
                  <a:srgbClr val="800000"/>
                </a:solidFill>
                <a:effectLst/>
              </a:rPr>
              <a:t>   </a:t>
            </a:r>
            <a:r>
              <a:rPr lang="zh-CN" altLang="en-US" sz="4000" b="1" strike="noStrike" noProof="1">
                <a:solidFill>
                  <a:srgbClr val="800000"/>
                </a:solidFill>
                <a:effectLst/>
              </a:rPr>
              <a:t>动态分区的回收过程</a:t>
            </a:r>
            <a:r>
              <a:rPr lang="zh-CN" altLang="en-US" sz="4000" strike="noStrike" noProof="1">
                <a:solidFill>
                  <a:srgbClr val="800000"/>
                </a:solidFill>
              </a:rPr>
              <a:t> </a:t>
            </a:r>
            <a:endParaRPr lang="zh-CN" altLang="en-US" sz="4000" strike="noStrike" noProof="1">
              <a:solidFill>
                <a:srgbClr val="800000"/>
              </a:solidFill>
            </a:endParaRPr>
          </a:p>
        </p:txBody>
      </p:sp>
      <p:grpSp>
        <p:nvGrpSpPr>
          <p:cNvPr id="58371" name="组合 58370"/>
          <p:cNvGrpSpPr/>
          <p:nvPr/>
        </p:nvGrpSpPr>
        <p:grpSpPr>
          <a:xfrm>
            <a:off x="423863" y="1676400"/>
            <a:ext cx="2014537" cy="4038600"/>
            <a:chOff x="-157" y="0"/>
            <a:chExt cx="1269" cy="2544"/>
          </a:xfrm>
        </p:grpSpPr>
        <p:sp>
          <p:nvSpPr>
            <p:cNvPr id="50179" name="文本框 58371"/>
            <p:cNvSpPr txBox="1"/>
            <p:nvPr/>
          </p:nvSpPr>
          <p:spPr>
            <a:xfrm>
              <a:off x="-22" y="288"/>
              <a:ext cx="502" cy="19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20KB</a:t>
              </a:r>
              <a:endParaRPr lang="en-US" altLang="zh-CN" sz="1600">
                <a:solidFill>
                  <a:schemeClr val="tx1"/>
                </a:solidFill>
                <a:latin typeface="Times New Roman" panose="02020603050405020304" charset="0"/>
                <a:ea typeface="宋体" panose="02010600030101010101" pitchFamily="2" charset="-122"/>
              </a:endParaRPr>
            </a:p>
          </p:txBody>
        </p:sp>
        <p:sp>
          <p:nvSpPr>
            <p:cNvPr id="50180" name="文本框 58372"/>
            <p:cNvSpPr txBox="1"/>
            <p:nvPr/>
          </p:nvSpPr>
          <p:spPr>
            <a:xfrm>
              <a:off x="77" y="0"/>
              <a:ext cx="403" cy="162"/>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50181" name="文本框 58373"/>
            <p:cNvSpPr txBox="1"/>
            <p:nvPr/>
          </p:nvSpPr>
          <p:spPr>
            <a:xfrm>
              <a:off x="432" y="96"/>
              <a:ext cx="675" cy="2076"/>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spcBef>
                  <a:spcPct val="20000"/>
                </a:spcBef>
              </a:pPr>
              <a:r>
                <a:rPr lang="en-US" altLang="zh-CN" sz="900">
                  <a:latin typeface="Times New Roman" panose="02020603050405020304" charset="0"/>
                  <a:ea typeface="宋体" panose="02010600030101010101" pitchFamily="2" charset="-122"/>
                </a:rPr>
                <a:t>       </a:t>
              </a:r>
              <a:r>
                <a:rPr lang="en-US" altLang="zh-CN" sz="2400">
                  <a:solidFill>
                    <a:schemeClr val="tx1"/>
                  </a:solidFill>
                  <a:latin typeface="Times New Roman" panose="02020603050405020304" charset="0"/>
                  <a:ea typeface="宋体" panose="02010600030101010101" pitchFamily="2" charset="-122"/>
                </a:rPr>
                <a:t>os</a:t>
              </a:r>
              <a:endParaRPr lang="en-US" altLang="zh-CN" sz="2400">
                <a:solidFill>
                  <a:schemeClr val="tx1"/>
                </a:solidFill>
                <a:latin typeface="Times New Roman" panose="02020603050405020304" charset="0"/>
                <a:ea typeface="宋体" panose="02010600030101010101" pitchFamily="2" charset="-122"/>
              </a:endParaRPr>
            </a:p>
            <a:p>
              <a:pPr lvl="0" algn="just">
                <a:spcBef>
                  <a:spcPct val="20000"/>
                </a:spcBef>
              </a:pPr>
              <a:r>
                <a:rPr lang="en-US" altLang="zh-CN" sz="2000">
                  <a:latin typeface="Times New Roman" panose="02020603050405020304" charset="0"/>
                  <a:ea typeface="宋体" panose="02010600030101010101" pitchFamily="2" charset="-122"/>
                </a:rPr>
                <a:t>  </a:t>
              </a:r>
              <a:r>
                <a:rPr lang="zh-CN" altLang="en-US" sz="1800">
                  <a:solidFill>
                    <a:schemeClr val="tx1"/>
                  </a:solidFill>
                  <a:latin typeface="Times New Roman" panose="02020603050405020304" charset="0"/>
                  <a:ea typeface="宋体" panose="02010600030101010101" pitchFamily="2" charset="-122"/>
                </a:rPr>
                <a:t>作业</a:t>
              </a:r>
              <a:r>
                <a:rPr lang="en-US" altLang="zh-CN" sz="2000" baseline="-25000">
                  <a:solidFill>
                    <a:schemeClr val="tx1"/>
                  </a:solidFill>
                  <a:latin typeface="Times New Roman" panose="02020603050405020304" charset="0"/>
                  <a:ea typeface="宋体" panose="02010600030101010101" pitchFamily="2" charset="-122"/>
                </a:rPr>
                <a:t>1</a:t>
              </a:r>
              <a:endParaRPr lang="en-US" altLang="zh-CN" sz="2000" baseline="-25000">
                <a:solidFill>
                  <a:schemeClr val="tx1"/>
                </a:solidFill>
                <a:latin typeface="Times New Roman" panose="02020603050405020304" charset="0"/>
                <a:ea typeface="宋体" panose="02010600030101010101" pitchFamily="2" charset="-122"/>
              </a:endParaRPr>
            </a:p>
            <a:p>
              <a:pPr lvl="0" algn="just">
                <a:lnSpc>
                  <a:spcPct val="120000"/>
                </a:lnSpc>
                <a:spcBef>
                  <a:spcPct val="20000"/>
                </a:spcBef>
              </a:pPr>
              <a:r>
                <a:rPr lang="en-US" altLang="zh-CN" sz="1800">
                  <a:latin typeface="Times New Roman" panose="02020603050405020304" charset="0"/>
                  <a:ea typeface="宋体" panose="02010600030101010101" pitchFamily="2" charset="-122"/>
                </a:rPr>
                <a:t> </a:t>
              </a:r>
              <a:r>
                <a:rPr lang="en-US" altLang="zh-CN" sz="1800">
                  <a:solidFill>
                    <a:schemeClr val="tx1"/>
                  </a:solidFill>
                  <a:latin typeface="Times New Roman" panose="02020603050405020304" charset="0"/>
                  <a:ea typeface="宋体" panose="02010600030101010101" pitchFamily="2" charset="-122"/>
                </a:rPr>
                <a:t> </a:t>
              </a:r>
              <a:r>
                <a:rPr lang="zh-CN" altLang="en-US" sz="1800">
                  <a:solidFill>
                    <a:schemeClr val="tx1"/>
                  </a:solidFill>
                  <a:latin typeface="Times New Roman" panose="02020603050405020304" charset="0"/>
                  <a:ea typeface="宋体" panose="02010600030101010101" pitchFamily="2" charset="-122"/>
                </a:rPr>
                <a:t>作业</a:t>
              </a:r>
              <a:r>
                <a:rPr lang="en-US" altLang="zh-CN" sz="2000" baseline="-25000">
                  <a:solidFill>
                    <a:schemeClr val="tx1"/>
                  </a:solidFill>
                  <a:latin typeface="Times New Roman" panose="02020603050405020304" charset="0"/>
                  <a:ea typeface="宋体" panose="02010600030101010101" pitchFamily="2" charset="-122"/>
                </a:rPr>
                <a:t>2</a:t>
              </a:r>
              <a:endParaRPr lang="en-US" altLang="zh-CN" sz="2000" baseline="-25000">
                <a:solidFill>
                  <a:schemeClr val="tx1"/>
                </a:solidFill>
                <a:latin typeface="Times New Roman" panose="02020603050405020304" charset="0"/>
                <a:ea typeface="宋体" panose="02010600030101010101" pitchFamily="2" charset="-122"/>
              </a:endParaRPr>
            </a:p>
            <a:p>
              <a:pPr lvl="0" algn="just">
                <a:lnSpc>
                  <a:spcPct val="120000"/>
                </a:lnSpc>
                <a:spcBef>
                  <a:spcPct val="40000"/>
                </a:spcBef>
              </a:pPr>
              <a:r>
                <a:rPr lang="en-US" altLang="zh-CN" sz="1800">
                  <a:latin typeface="Times New Roman" panose="02020603050405020304" charset="0"/>
                  <a:ea typeface="宋体" panose="02010600030101010101" pitchFamily="2" charset="-122"/>
                </a:rPr>
                <a:t>  </a:t>
              </a:r>
              <a:r>
                <a:rPr lang="zh-CN" altLang="en-US" sz="1800">
                  <a:solidFill>
                    <a:schemeClr val="tx1"/>
                  </a:solidFill>
                  <a:latin typeface="Times New Roman" panose="02020603050405020304" charset="0"/>
                  <a:ea typeface="宋体" panose="02010600030101010101" pitchFamily="2" charset="-122"/>
                </a:rPr>
                <a:t>作业</a:t>
              </a:r>
              <a:r>
                <a:rPr lang="en-US" altLang="zh-CN" sz="2000" baseline="-25000">
                  <a:solidFill>
                    <a:schemeClr val="tx1"/>
                  </a:solidFill>
                  <a:latin typeface="Times New Roman" panose="02020603050405020304" charset="0"/>
                  <a:ea typeface="宋体" panose="02010600030101010101" pitchFamily="2" charset="-122"/>
                </a:rPr>
                <a:t>3</a:t>
              </a:r>
              <a:endParaRPr lang="en-US" altLang="zh-CN" sz="2000" baseline="-25000">
                <a:solidFill>
                  <a:schemeClr val="tx1"/>
                </a:solidFill>
                <a:latin typeface="Times New Roman" panose="02020603050405020304" charset="0"/>
                <a:ea typeface="宋体" panose="02010600030101010101" pitchFamily="2" charset="-122"/>
              </a:endParaRPr>
            </a:p>
            <a:p>
              <a:pPr lvl="0" algn="just">
                <a:spcBef>
                  <a:spcPct val="20000"/>
                </a:spcBef>
              </a:pPr>
              <a:r>
                <a:rPr lang="en-US" altLang="zh-CN" sz="1800">
                  <a:latin typeface="Times New Roman" panose="02020603050405020304" charset="0"/>
                  <a:ea typeface="宋体" panose="02010600030101010101" pitchFamily="2" charset="-122"/>
                </a:rPr>
                <a:t>  </a:t>
              </a:r>
              <a:endParaRPr lang="en-US" altLang="zh-CN" sz="1800">
                <a:latin typeface="Times New Roman" panose="02020603050405020304" charset="0"/>
                <a:ea typeface="宋体" panose="02010600030101010101" pitchFamily="2" charset="-122"/>
              </a:endParaRPr>
            </a:p>
            <a:p>
              <a:pPr lvl="0" algn="just">
                <a:spcBef>
                  <a:spcPct val="20000"/>
                </a:spcBef>
              </a:pPr>
              <a:r>
                <a:rPr lang="en-US" altLang="zh-CN" sz="1800">
                  <a:latin typeface="Times New Roman" panose="02020603050405020304" charset="0"/>
                  <a:ea typeface="宋体" panose="02010600030101010101" pitchFamily="2" charset="-122"/>
                </a:rPr>
                <a:t>  </a:t>
              </a:r>
              <a:r>
                <a:rPr lang="zh-CN" altLang="en-US" sz="1800">
                  <a:solidFill>
                    <a:schemeClr val="tx1"/>
                  </a:solidFill>
                  <a:latin typeface="Times New Roman" panose="02020603050405020304" charset="0"/>
                  <a:ea typeface="宋体" panose="02010600030101010101" pitchFamily="2" charset="-122"/>
                </a:rPr>
                <a:t>作业</a:t>
              </a:r>
              <a:r>
                <a:rPr lang="en-US" altLang="zh-CN" sz="2000" baseline="-25000">
                  <a:solidFill>
                    <a:schemeClr val="tx1"/>
                  </a:solidFill>
                  <a:latin typeface="Times New Roman" panose="02020603050405020304" charset="0"/>
                  <a:ea typeface="宋体" panose="02010600030101010101" pitchFamily="2" charset="-122"/>
                </a:rPr>
                <a:t>4</a:t>
              </a:r>
              <a:endParaRPr lang="en-US" altLang="zh-CN" sz="2000" baseline="-25000">
                <a:solidFill>
                  <a:schemeClr val="tx1"/>
                </a:solidFill>
                <a:latin typeface="Times New Roman" panose="02020603050405020304" charset="0"/>
                <a:ea typeface="宋体" panose="02010600030101010101" pitchFamily="2" charset="-122"/>
              </a:endParaRPr>
            </a:p>
            <a:p>
              <a:pPr lvl="0" algn="just">
                <a:spcBef>
                  <a:spcPct val="20000"/>
                </a:spcBef>
              </a:pPr>
              <a:r>
                <a:rPr lang="en-US" altLang="zh-CN" sz="2000">
                  <a:latin typeface="Times New Roman" panose="02020603050405020304" charset="0"/>
                  <a:ea typeface="宋体" panose="02010600030101010101" pitchFamily="2" charset="-122"/>
                </a:rPr>
                <a:t>  </a:t>
              </a:r>
              <a:endParaRPr lang="en-US" altLang="zh-CN" sz="2000">
                <a:latin typeface="Times New Roman" panose="02020603050405020304" charset="0"/>
                <a:ea typeface="宋体" panose="02010600030101010101" pitchFamily="2" charset="-122"/>
              </a:endParaRPr>
            </a:p>
          </p:txBody>
        </p:sp>
        <p:sp>
          <p:nvSpPr>
            <p:cNvPr id="50182" name="矩形 58374"/>
            <p:cNvSpPr/>
            <p:nvPr/>
          </p:nvSpPr>
          <p:spPr>
            <a:xfrm>
              <a:off x="432" y="1632"/>
              <a:ext cx="680" cy="528"/>
            </a:xfrm>
            <a:prstGeom prst="rect">
              <a:avLst/>
            </a:prstGeom>
            <a:pattFill prst="ltUpDiag">
              <a:fgClr>
                <a:srgbClr val="000000"/>
              </a:fgClr>
              <a:bgClr>
                <a:srgbClr val="FFFFFF"/>
              </a:bgClr>
            </a:patt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0183" name="直接连接符 58375"/>
            <p:cNvSpPr/>
            <p:nvPr/>
          </p:nvSpPr>
          <p:spPr>
            <a:xfrm>
              <a:off x="432" y="384"/>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0184" name="直接连接符 58376"/>
            <p:cNvSpPr/>
            <p:nvPr/>
          </p:nvSpPr>
          <p:spPr>
            <a:xfrm>
              <a:off x="429" y="648"/>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0185" name="直接连接符 58377"/>
            <p:cNvSpPr/>
            <p:nvPr/>
          </p:nvSpPr>
          <p:spPr>
            <a:xfrm>
              <a:off x="429" y="912"/>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0186" name="直接连接符 58378"/>
            <p:cNvSpPr/>
            <p:nvPr/>
          </p:nvSpPr>
          <p:spPr>
            <a:xfrm>
              <a:off x="429" y="1200"/>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0187" name="直接连接符 58379"/>
            <p:cNvSpPr/>
            <p:nvPr/>
          </p:nvSpPr>
          <p:spPr>
            <a:xfrm>
              <a:off x="429" y="1632"/>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0188" name="文本框 58380"/>
            <p:cNvSpPr txBox="1"/>
            <p:nvPr/>
          </p:nvSpPr>
          <p:spPr>
            <a:xfrm>
              <a:off x="-73" y="576"/>
              <a:ext cx="553" cy="144"/>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52KB</a:t>
              </a:r>
              <a:endParaRPr lang="en-US" altLang="zh-CN" sz="1600">
                <a:solidFill>
                  <a:schemeClr val="tx1"/>
                </a:solidFill>
                <a:latin typeface="Times New Roman" panose="02020603050405020304" charset="0"/>
                <a:ea typeface="宋体" panose="02010600030101010101" pitchFamily="2" charset="-122"/>
              </a:endParaRPr>
            </a:p>
          </p:txBody>
        </p:sp>
        <p:sp>
          <p:nvSpPr>
            <p:cNvPr id="50189" name="文本框 58381"/>
            <p:cNvSpPr txBox="1"/>
            <p:nvPr/>
          </p:nvSpPr>
          <p:spPr>
            <a:xfrm>
              <a:off x="-99" y="816"/>
              <a:ext cx="580" cy="19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66KB</a:t>
              </a:r>
              <a:endParaRPr lang="en-US" altLang="zh-CN" sz="1600">
                <a:solidFill>
                  <a:schemeClr val="tx1"/>
                </a:solidFill>
                <a:latin typeface="Times New Roman" panose="02020603050405020304" charset="0"/>
                <a:ea typeface="宋体" panose="02010600030101010101" pitchFamily="2" charset="-122"/>
              </a:endParaRPr>
            </a:p>
          </p:txBody>
        </p:sp>
        <p:sp>
          <p:nvSpPr>
            <p:cNvPr id="50190" name="文本框 58382"/>
            <p:cNvSpPr txBox="1"/>
            <p:nvPr/>
          </p:nvSpPr>
          <p:spPr>
            <a:xfrm>
              <a:off x="-87" y="1104"/>
              <a:ext cx="615" cy="19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130KB</a:t>
              </a:r>
              <a:endParaRPr lang="en-US" altLang="zh-CN" sz="1600">
                <a:solidFill>
                  <a:schemeClr val="tx1"/>
                </a:solidFill>
                <a:latin typeface="Times New Roman" panose="02020603050405020304" charset="0"/>
                <a:ea typeface="宋体" panose="02010600030101010101" pitchFamily="2" charset="-122"/>
              </a:endParaRPr>
            </a:p>
          </p:txBody>
        </p:sp>
        <p:sp>
          <p:nvSpPr>
            <p:cNvPr id="50191" name="文本框 58383"/>
            <p:cNvSpPr txBox="1"/>
            <p:nvPr/>
          </p:nvSpPr>
          <p:spPr>
            <a:xfrm>
              <a:off x="-157" y="1536"/>
              <a:ext cx="677" cy="144"/>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230KB</a:t>
              </a:r>
              <a:endParaRPr lang="en-US" altLang="zh-CN" sz="1600">
                <a:solidFill>
                  <a:schemeClr val="tx1"/>
                </a:solidFill>
                <a:latin typeface="Times New Roman" panose="02020603050405020304" charset="0"/>
                <a:ea typeface="宋体" panose="02010600030101010101" pitchFamily="2" charset="-122"/>
              </a:endParaRPr>
            </a:p>
          </p:txBody>
        </p:sp>
        <p:sp>
          <p:nvSpPr>
            <p:cNvPr id="50192" name="文本框 58384"/>
            <p:cNvSpPr txBox="1"/>
            <p:nvPr/>
          </p:nvSpPr>
          <p:spPr>
            <a:xfrm>
              <a:off x="-118" y="2144"/>
              <a:ext cx="846" cy="19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256KB</a:t>
              </a:r>
              <a:endParaRPr lang="en-US" altLang="zh-CN" sz="1600">
                <a:solidFill>
                  <a:schemeClr val="tx1"/>
                </a:solidFill>
                <a:latin typeface="Times New Roman" panose="02020603050405020304" charset="0"/>
                <a:ea typeface="宋体" panose="02010600030101010101" pitchFamily="2" charset="-122"/>
              </a:endParaRPr>
            </a:p>
          </p:txBody>
        </p:sp>
        <p:sp>
          <p:nvSpPr>
            <p:cNvPr id="50193" name="文本框 58385"/>
            <p:cNvSpPr txBox="1"/>
            <p:nvPr/>
          </p:nvSpPr>
          <p:spPr>
            <a:xfrm>
              <a:off x="579" y="2352"/>
              <a:ext cx="480" cy="192"/>
            </a:xfrm>
            <a:prstGeom prst="rect">
              <a:avLst/>
            </a:prstGeom>
            <a:noFill/>
            <a:ln w="9525">
              <a:noFill/>
              <a:miter/>
            </a:ln>
          </p:spPr>
          <p:txBody>
            <a:bodyPr anchor="t"/>
            <a:p>
              <a:pPr lvl="0" algn="just"/>
              <a:r>
                <a:rPr lang="zh-CN" altLang="en-US" sz="2000">
                  <a:solidFill>
                    <a:schemeClr val="tx1"/>
                  </a:solidFill>
                  <a:latin typeface="Times New Roman" panose="02020603050405020304" charset="0"/>
                  <a:ea typeface="宋体" panose="02010600030101010101" pitchFamily="2" charset="-122"/>
                </a:rPr>
                <a:t>主存</a:t>
              </a:r>
              <a:endParaRPr lang="zh-CN" altLang="en-US" sz="2000">
                <a:solidFill>
                  <a:schemeClr val="tx1"/>
                </a:solidFill>
                <a:latin typeface="Times New Roman" panose="02020603050405020304" charset="0"/>
                <a:ea typeface="宋体" panose="02010600030101010101" pitchFamily="2" charset="-122"/>
              </a:endParaRPr>
            </a:p>
          </p:txBody>
        </p:sp>
      </p:grpSp>
      <p:grpSp>
        <p:nvGrpSpPr>
          <p:cNvPr id="58387" name="组合 58386"/>
          <p:cNvGrpSpPr/>
          <p:nvPr/>
        </p:nvGrpSpPr>
        <p:grpSpPr>
          <a:xfrm>
            <a:off x="3179763" y="1600200"/>
            <a:ext cx="2014537" cy="4038600"/>
            <a:chOff x="-157" y="0"/>
            <a:chExt cx="1269" cy="2544"/>
          </a:xfrm>
        </p:grpSpPr>
        <p:sp>
          <p:nvSpPr>
            <p:cNvPr id="50195" name="文本框 58387"/>
            <p:cNvSpPr txBox="1"/>
            <p:nvPr/>
          </p:nvSpPr>
          <p:spPr>
            <a:xfrm>
              <a:off x="-47" y="288"/>
              <a:ext cx="527" cy="19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20KB</a:t>
              </a:r>
              <a:endParaRPr lang="en-US" altLang="zh-CN" sz="1600">
                <a:solidFill>
                  <a:schemeClr val="tx1"/>
                </a:solidFill>
                <a:latin typeface="Times New Roman" panose="02020603050405020304" charset="0"/>
                <a:ea typeface="宋体" panose="02010600030101010101" pitchFamily="2" charset="-122"/>
              </a:endParaRPr>
            </a:p>
          </p:txBody>
        </p:sp>
        <p:sp>
          <p:nvSpPr>
            <p:cNvPr id="50196" name="文本框 58388"/>
            <p:cNvSpPr txBox="1"/>
            <p:nvPr/>
          </p:nvSpPr>
          <p:spPr>
            <a:xfrm>
              <a:off x="85" y="0"/>
              <a:ext cx="395" cy="162"/>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 </a:t>
              </a:r>
              <a:r>
                <a:rPr lang="en-US" altLang="zh-CN" sz="20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50197" name="文本框 58389"/>
            <p:cNvSpPr txBox="1"/>
            <p:nvPr/>
          </p:nvSpPr>
          <p:spPr>
            <a:xfrm>
              <a:off x="432" y="96"/>
              <a:ext cx="675" cy="2076"/>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spcBef>
                  <a:spcPct val="20000"/>
                </a:spcBef>
              </a:pPr>
              <a:r>
                <a:rPr lang="en-US" altLang="zh-CN" sz="900">
                  <a:latin typeface="Times New Roman" panose="02020603050405020304" charset="0"/>
                  <a:ea typeface="宋体" panose="02010600030101010101" pitchFamily="2" charset="-122"/>
                </a:rPr>
                <a:t>       </a:t>
              </a:r>
              <a:r>
                <a:rPr lang="en-US" altLang="zh-CN" sz="2400">
                  <a:solidFill>
                    <a:schemeClr val="tx1"/>
                  </a:solidFill>
                  <a:latin typeface="Times New Roman" panose="02020603050405020304" charset="0"/>
                  <a:ea typeface="宋体" panose="02010600030101010101" pitchFamily="2" charset="-122"/>
                </a:rPr>
                <a:t>os</a:t>
              </a:r>
              <a:endParaRPr lang="en-US" altLang="zh-CN" sz="2400">
                <a:solidFill>
                  <a:schemeClr val="tx1"/>
                </a:solidFill>
                <a:latin typeface="Times New Roman" panose="02020603050405020304" charset="0"/>
                <a:ea typeface="宋体" panose="02010600030101010101" pitchFamily="2" charset="-122"/>
              </a:endParaRPr>
            </a:p>
            <a:p>
              <a:pPr lvl="0" algn="just">
                <a:spcBef>
                  <a:spcPct val="20000"/>
                </a:spcBef>
              </a:pPr>
              <a:r>
                <a:rPr lang="en-US" altLang="zh-CN" sz="2000">
                  <a:latin typeface="Times New Roman" panose="02020603050405020304" charset="0"/>
                  <a:ea typeface="宋体" panose="02010600030101010101" pitchFamily="2" charset="-122"/>
                </a:rPr>
                <a:t> </a:t>
              </a:r>
              <a:r>
                <a:rPr lang="en-US" altLang="zh-CN" sz="2000">
                  <a:solidFill>
                    <a:schemeClr val="tx1"/>
                  </a:solidFill>
                  <a:latin typeface="Times New Roman" panose="02020603050405020304" charset="0"/>
                  <a:ea typeface="宋体" panose="02010600030101010101" pitchFamily="2" charset="-122"/>
                </a:rPr>
                <a:t> </a:t>
              </a:r>
              <a:r>
                <a:rPr lang="zh-CN" altLang="en-US" sz="1800">
                  <a:solidFill>
                    <a:schemeClr val="tx1"/>
                  </a:solidFill>
                  <a:latin typeface="Times New Roman" panose="02020603050405020304" charset="0"/>
                  <a:ea typeface="宋体" panose="02010600030101010101" pitchFamily="2" charset="-122"/>
                </a:rPr>
                <a:t>作业</a:t>
              </a:r>
              <a:r>
                <a:rPr lang="en-US" altLang="zh-CN" sz="2000" baseline="-25000">
                  <a:solidFill>
                    <a:schemeClr val="tx1"/>
                  </a:solidFill>
                  <a:latin typeface="Times New Roman" panose="02020603050405020304" charset="0"/>
                  <a:ea typeface="宋体" panose="02010600030101010101" pitchFamily="2" charset="-122"/>
                </a:rPr>
                <a:t>1</a:t>
              </a:r>
              <a:endParaRPr lang="en-US" altLang="zh-CN" sz="2000" baseline="-25000">
                <a:solidFill>
                  <a:schemeClr val="tx1"/>
                </a:solidFill>
                <a:latin typeface="Times New Roman" panose="02020603050405020304" charset="0"/>
                <a:ea typeface="宋体" panose="02010600030101010101" pitchFamily="2" charset="-122"/>
              </a:endParaRPr>
            </a:p>
            <a:p>
              <a:pPr lvl="0" algn="just">
                <a:lnSpc>
                  <a:spcPct val="120000"/>
                </a:lnSpc>
                <a:spcBef>
                  <a:spcPct val="20000"/>
                </a:spcBef>
              </a:pPr>
              <a:r>
                <a:rPr lang="en-US" altLang="zh-CN" sz="1800">
                  <a:latin typeface="Times New Roman" panose="02020603050405020304" charset="0"/>
                  <a:ea typeface="宋体" panose="02010600030101010101" pitchFamily="2" charset="-122"/>
                </a:rPr>
                <a:t>  </a:t>
              </a:r>
              <a:endParaRPr lang="en-US" altLang="zh-CN" sz="1800">
                <a:latin typeface="Times New Roman" panose="02020603050405020304" charset="0"/>
                <a:ea typeface="宋体" panose="02010600030101010101" pitchFamily="2" charset="-122"/>
              </a:endParaRPr>
            </a:p>
            <a:p>
              <a:pPr lvl="0" algn="just">
                <a:lnSpc>
                  <a:spcPct val="130000"/>
                </a:lnSpc>
                <a:spcBef>
                  <a:spcPct val="40000"/>
                </a:spcBef>
              </a:pPr>
              <a:r>
                <a:rPr lang="en-US" altLang="zh-CN" sz="1800">
                  <a:latin typeface="Times New Roman" panose="02020603050405020304" charset="0"/>
                  <a:ea typeface="宋体" panose="02010600030101010101" pitchFamily="2" charset="-122"/>
                </a:rPr>
                <a:t> </a:t>
              </a:r>
              <a:r>
                <a:rPr lang="en-US" altLang="zh-CN" sz="1800">
                  <a:solidFill>
                    <a:schemeClr val="tx1"/>
                  </a:solidFill>
                  <a:latin typeface="Times New Roman" panose="02020603050405020304" charset="0"/>
                  <a:ea typeface="宋体" panose="02010600030101010101" pitchFamily="2" charset="-122"/>
                </a:rPr>
                <a:t> </a:t>
              </a:r>
              <a:r>
                <a:rPr lang="zh-CN" altLang="en-US" sz="1800">
                  <a:solidFill>
                    <a:schemeClr val="tx1"/>
                  </a:solidFill>
                  <a:latin typeface="Times New Roman" panose="02020603050405020304" charset="0"/>
                  <a:ea typeface="宋体" panose="02010600030101010101" pitchFamily="2" charset="-122"/>
                </a:rPr>
                <a:t>作业</a:t>
              </a:r>
              <a:r>
                <a:rPr lang="en-US" altLang="zh-CN" sz="2000" baseline="-25000">
                  <a:solidFill>
                    <a:schemeClr val="tx1"/>
                  </a:solidFill>
                  <a:latin typeface="Times New Roman" panose="02020603050405020304" charset="0"/>
                  <a:ea typeface="宋体" panose="02010600030101010101" pitchFamily="2" charset="-122"/>
                </a:rPr>
                <a:t>3</a:t>
              </a:r>
              <a:endParaRPr lang="en-US" altLang="zh-CN" sz="2000" baseline="-25000">
                <a:solidFill>
                  <a:schemeClr val="tx1"/>
                </a:solidFill>
                <a:latin typeface="Times New Roman" panose="02020603050405020304" charset="0"/>
                <a:ea typeface="宋体" panose="02010600030101010101" pitchFamily="2" charset="-122"/>
              </a:endParaRPr>
            </a:p>
            <a:p>
              <a:pPr lvl="0" algn="just">
                <a:spcBef>
                  <a:spcPct val="20000"/>
                </a:spcBef>
              </a:pPr>
              <a:r>
                <a:rPr lang="en-US" altLang="zh-CN" sz="1800">
                  <a:latin typeface="Times New Roman" panose="02020603050405020304" charset="0"/>
                  <a:ea typeface="宋体" panose="02010600030101010101" pitchFamily="2" charset="-122"/>
                </a:rPr>
                <a:t>  </a:t>
              </a:r>
              <a:endParaRPr lang="en-US" altLang="zh-CN" sz="1800">
                <a:latin typeface="Times New Roman" panose="02020603050405020304" charset="0"/>
                <a:ea typeface="宋体" panose="02010600030101010101" pitchFamily="2" charset="-122"/>
              </a:endParaRPr>
            </a:p>
            <a:p>
              <a:pPr lvl="0" algn="just">
                <a:spcBef>
                  <a:spcPct val="20000"/>
                </a:spcBef>
              </a:pPr>
              <a:r>
                <a:rPr lang="en-US" altLang="zh-CN" sz="1800">
                  <a:latin typeface="Times New Roman" panose="02020603050405020304" charset="0"/>
                  <a:ea typeface="宋体" panose="02010600030101010101" pitchFamily="2" charset="-122"/>
                </a:rPr>
                <a:t>  </a:t>
              </a:r>
              <a:r>
                <a:rPr lang="zh-CN" altLang="en-US" sz="1800">
                  <a:solidFill>
                    <a:schemeClr val="tx1"/>
                  </a:solidFill>
                  <a:latin typeface="Times New Roman" panose="02020603050405020304" charset="0"/>
                  <a:ea typeface="宋体" panose="02010600030101010101" pitchFamily="2" charset="-122"/>
                </a:rPr>
                <a:t>作业</a:t>
              </a:r>
              <a:r>
                <a:rPr lang="en-US" altLang="zh-CN" sz="2000" baseline="-25000">
                  <a:solidFill>
                    <a:schemeClr val="tx1"/>
                  </a:solidFill>
                  <a:latin typeface="Times New Roman" panose="02020603050405020304" charset="0"/>
                  <a:ea typeface="宋体" panose="02010600030101010101" pitchFamily="2" charset="-122"/>
                </a:rPr>
                <a:t>4</a:t>
              </a:r>
              <a:endParaRPr lang="en-US" altLang="zh-CN" sz="2000" baseline="-25000">
                <a:solidFill>
                  <a:schemeClr val="tx1"/>
                </a:solidFill>
                <a:latin typeface="Times New Roman" panose="02020603050405020304" charset="0"/>
                <a:ea typeface="宋体" panose="02010600030101010101" pitchFamily="2" charset="-122"/>
              </a:endParaRPr>
            </a:p>
            <a:p>
              <a:pPr lvl="0" algn="just">
                <a:spcBef>
                  <a:spcPct val="20000"/>
                </a:spcBef>
              </a:pPr>
              <a:r>
                <a:rPr lang="en-US" altLang="zh-CN" sz="2000">
                  <a:latin typeface="Times New Roman" panose="02020603050405020304" charset="0"/>
                  <a:ea typeface="宋体" panose="02010600030101010101" pitchFamily="2" charset="-122"/>
                </a:rPr>
                <a:t>  </a:t>
              </a:r>
              <a:endParaRPr lang="en-US" altLang="zh-CN" sz="2000">
                <a:latin typeface="Times New Roman" panose="02020603050405020304" charset="0"/>
                <a:ea typeface="宋体" panose="02010600030101010101" pitchFamily="2" charset="-122"/>
              </a:endParaRPr>
            </a:p>
          </p:txBody>
        </p:sp>
        <p:sp>
          <p:nvSpPr>
            <p:cNvPr id="50198" name="矩形 58390"/>
            <p:cNvSpPr/>
            <p:nvPr/>
          </p:nvSpPr>
          <p:spPr>
            <a:xfrm>
              <a:off x="435" y="1632"/>
              <a:ext cx="672" cy="528"/>
            </a:xfrm>
            <a:prstGeom prst="rect">
              <a:avLst/>
            </a:prstGeom>
            <a:pattFill prst="ltUpDiag">
              <a:fgClr>
                <a:srgbClr val="000000"/>
              </a:fgClr>
              <a:bgClr>
                <a:srgbClr val="FFFFFF"/>
              </a:bgClr>
            </a:patt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0199" name="直接连接符 58391"/>
            <p:cNvSpPr/>
            <p:nvPr/>
          </p:nvSpPr>
          <p:spPr>
            <a:xfrm>
              <a:off x="432" y="384"/>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0200" name="直接连接符 58392"/>
            <p:cNvSpPr/>
            <p:nvPr/>
          </p:nvSpPr>
          <p:spPr>
            <a:xfrm>
              <a:off x="429" y="672"/>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0201" name="直接连接符 58393"/>
            <p:cNvSpPr/>
            <p:nvPr/>
          </p:nvSpPr>
          <p:spPr>
            <a:xfrm>
              <a:off x="429" y="912"/>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0202" name="直接连接符 58394"/>
            <p:cNvSpPr/>
            <p:nvPr/>
          </p:nvSpPr>
          <p:spPr>
            <a:xfrm>
              <a:off x="429" y="1200"/>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0203" name="直接连接符 58395"/>
            <p:cNvSpPr/>
            <p:nvPr/>
          </p:nvSpPr>
          <p:spPr>
            <a:xfrm>
              <a:off x="429" y="1632"/>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0204" name="文本框 58396"/>
            <p:cNvSpPr txBox="1"/>
            <p:nvPr/>
          </p:nvSpPr>
          <p:spPr>
            <a:xfrm>
              <a:off x="-81" y="576"/>
              <a:ext cx="562" cy="144"/>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52KB</a:t>
              </a:r>
              <a:endParaRPr lang="en-US" altLang="zh-CN" sz="1600">
                <a:solidFill>
                  <a:schemeClr val="tx1"/>
                </a:solidFill>
                <a:latin typeface="Times New Roman" panose="02020603050405020304" charset="0"/>
                <a:ea typeface="宋体" panose="02010600030101010101" pitchFamily="2" charset="-122"/>
              </a:endParaRPr>
            </a:p>
          </p:txBody>
        </p:sp>
        <p:sp>
          <p:nvSpPr>
            <p:cNvPr id="50205" name="文本框 58397"/>
            <p:cNvSpPr txBox="1"/>
            <p:nvPr/>
          </p:nvSpPr>
          <p:spPr>
            <a:xfrm>
              <a:off x="-117" y="816"/>
              <a:ext cx="597" cy="19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66KB</a:t>
              </a:r>
              <a:endParaRPr lang="en-US" altLang="zh-CN" sz="1600">
                <a:solidFill>
                  <a:schemeClr val="tx1"/>
                </a:solidFill>
                <a:latin typeface="Times New Roman" panose="02020603050405020304" charset="0"/>
                <a:ea typeface="宋体" panose="02010600030101010101" pitchFamily="2" charset="-122"/>
              </a:endParaRPr>
            </a:p>
          </p:txBody>
        </p:sp>
        <p:sp>
          <p:nvSpPr>
            <p:cNvPr id="50206" name="文本框 58398"/>
            <p:cNvSpPr txBox="1"/>
            <p:nvPr/>
          </p:nvSpPr>
          <p:spPr>
            <a:xfrm>
              <a:off x="-156" y="1104"/>
              <a:ext cx="684" cy="19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130KB</a:t>
              </a:r>
              <a:endParaRPr lang="en-US" altLang="zh-CN" sz="1600">
                <a:solidFill>
                  <a:schemeClr val="tx1"/>
                </a:solidFill>
                <a:latin typeface="Times New Roman" panose="02020603050405020304" charset="0"/>
                <a:ea typeface="宋体" panose="02010600030101010101" pitchFamily="2" charset="-122"/>
              </a:endParaRPr>
            </a:p>
          </p:txBody>
        </p:sp>
        <p:sp>
          <p:nvSpPr>
            <p:cNvPr id="50207" name="文本框 58399"/>
            <p:cNvSpPr txBox="1"/>
            <p:nvPr/>
          </p:nvSpPr>
          <p:spPr>
            <a:xfrm>
              <a:off x="-157" y="1536"/>
              <a:ext cx="677" cy="144"/>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230KB</a:t>
              </a:r>
              <a:endParaRPr lang="en-US" altLang="zh-CN" sz="1600">
                <a:solidFill>
                  <a:schemeClr val="tx1"/>
                </a:solidFill>
                <a:latin typeface="Times New Roman" panose="02020603050405020304" charset="0"/>
                <a:ea typeface="宋体" panose="02010600030101010101" pitchFamily="2" charset="-122"/>
              </a:endParaRPr>
            </a:p>
          </p:txBody>
        </p:sp>
        <p:sp>
          <p:nvSpPr>
            <p:cNvPr id="50208" name="文本框 58400"/>
            <p:cNvSpPr txBox="1"/>
            <p:nvPr/>
          </p:nvSpPr>
          <p:spPr>
            <a:xfrm>
              <a:off x="-113" y="2168"/>
              <a:ext cx="890" cy="19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256KB</a:t>
              </a:r>
              <a:endParaRPr lang="en-US" altLang="zh-CN" sz="1600">
                <a:solidFill>
                  <a:schemeClr val="tx1"/>
                </a:solidFill>
                <a:latin typeface="Times New Roman" panose="02020603050405020304" charset="0"/>
                <a:ea typeface="宋体" panose="02010600030101010101" pitchFamily="2" charset="-122"/>
              </a:endParaRPr>
            </a:p>
          </p:txBody>
        </p:sp>
        <p:sp>
          <p:nvSpPr>
            <p:cNvPr id="50209" name="文本框 58401"/>
            <p:cNvSpPr txBox="1"/>
            <p:nvPr/>
          </p:nvSpPr>
          <p:spPr>
            <a:xfrm>
              <a:off x="579" y="2352"/>
              <a:ext cx="480" cy="192"/>
            </a:xfrm>
            <a:prstGeom prst="rect">
              <a:avLst/>
            </a:prstGeom>
            <a:noFill/>
            <a:ln w="9525">
              <a:noFill/>
              <a:miter/>
            </a:ln>
          </p:spPr>
          <p:txBody>
            <a:bodyPr anchor="t"/>
            <a:p>
              <a:pPr lvl="0" algn="just"/>
              <a:r>
                <a:rPr lang="zh-CN" altLang="en-US" sz="2000">
                  <a:solidFill>
                    <a:schemeClr val="tx1"/>
                  </a:solidFill>
                  <a:latin typeface="Times New Roman" panose="02020603050405020304" charset="0"/>
                  <a:ea typeface="宋体" panose="02010600030101010101" pitchFamily="2" charset="-122"/>
                </a:rPr>
                <a:t>主存</a:t>
              </a:r>
              <a:endParaRPr lang="zh-CN" altLang="en-US" sz="2000">
                <a:solidFill>
                  <a:schemeClr val="tx1"/>
                </a:solidFill>
                <a:latin typeface="Times New Roman" panose="02020603050405020304" charset="0"/>
                <a:ea typeface="宋体" panose="02010600030101010101" pitchFamily="2" charset="-122"/>
              </a:endParaRPr>
            </a:p>
          </p:txBody>
        </p:sp>
        <p:sp>
          <p:nvSpPr>
            <p:cNvPr id="50210" name="矩形 58402"/>
            <p:cNvSpPr/>
            <p:nvPr/>
          </p:nvSpPr>
          <p:spPr>
            <a:xfrm>
              <a:off x="432" y="672"/>
              <a:ext cx="672" cy="265"/>
            </a:xfrm>
            <a:prstGeom prst="rect">
              <a:avLst/>
            </a:prstGeom>
            <a:pattFill prst="ltUpDiag">
              <a:fgClr>
                <a:srgbClr val="000000"/>
              </a:fgClr>
              <a:bgClr>
                <a:srgbClr val="FFFFFF"/>
              </a:bgClr>
            </a:patt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grpSp>
      <p:grpSp>
        <p:nvGrpSpPr>
          <p:cNvPr id="58404" name="组合 58403"/>
          <p:cNvGrpSpPr/>
          <p:nvPr/>
        </p:nvGrpSpPr>
        <p:grpSpPr>
          <a:xfrm>
            <a:off x="2438400" y="2365375"/>
            <a:ext cx="1066800" cy="869950"/>
            <a:chOff x="0" y="0"/>
            <a:chExt cx="672" cy="548"/>
          </a:xfrm>
        </p:grpSpPr>
        <p:sp>
          <p:nvSpPr>
            <p:cNvPr id="50212" name="直接连接符 58404"/>
            <p:cNvSpPr/>
            <p:nvPr/>
          </p:nvSpPr>
          <p:spPr>
            <a:xfrm>
              <a:off x="0" y="286"/>
              <a:ext cx="672" cy="0"/>
            </a:xfrm>
            <a:prstGeom prst="line">
              <a:avLst/>
            </a:prstGeom>
            <a:ln w="38100" cap="flat" cmpd="sng">
              <a:solidFill>
                <a:srgbClr val="000000"/>
              </a:solidFill>
              <a:prstDash val="solid"/>
              <a:round/>
              <a:headEnd type="none" w="med" len="med"/>
              <a:tailEnd type="triangl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0213" name="文本框 58405"/>
            <p:cNvSpPr txBox="1"/>
            <p:nvPr/>
          </p:nvSpPr>
          <p:spPr>
            <a:xfrm>
              <a:off x="96" y="0"/>
              <a:ext cx="576" cy="548"/>
            </a:xfrm>
            <a:prstGeom prst="rect">
              <a:avLst/>
            </a:prstGeom>
            <a:noFill/>
            <a:ln w="9525">
              <a:noFill/>
              <a:miter/>
            </a:ln>
          </p:spPr>
          <p:txBody>
            <a:bodyPr anchor="t">
              <a:spAutoFit/>
            </a:bodyPr>
            <a:p>
              <a:pPr lvl="0">
                <a:lnSpc>
                  <a:spcPct val="120000"/>
                </a:lnSpc>
                <a:spcBef>
                  <a:spcPct val="20000"/>
                </a:spcBef>
              </a:pPr>
              <a:r>
                <a:rPr lang="zh-CN" altLang="en-US" sz="1800">
                  <a:solidFill>
                    <a:schemeClr val="tx1"/>
                  </a:solidFill>
                  <a:latin typeface="Times New Roman" panose="02020603050405020304" charset="0"/>
                  <a:ea typeface="宋体" panose="02010600030101010101" pitchFamily="2" charset="-122"/>
                </a:rPr>
                <a:t>作业</a:t>
              </a:r>
              <a:r>
                <a:rPr lang="en-US" altLang="zh-CN" sz="2000" baseline="-25000">
                  <a:solidFill>
                    <a:schemeClr val="tx1"/>
                  </a:solidFill>
                  <a:latin typeface="Times New Roman" panose="02020603050405020304" charset="0"/>
                  <a:ea typeface="宋体" panose="02010600030101010101" pitchFamily="2" charset="-122"/>
                </a:rPr>
                <a:t>2</a:t>
              </a:r>
              <a:endParaRPr lang="en-US" altLang="zh-CN" sz="2000" baseline="-25000">
                <a:solidFill>
                  <a:schemeClr val="tx1"/>
                </a:solidFill>
                <a:latin typeface="Times New Roman" panose="02020603050405020304" charset="0"/>
                <a:ea typeface="宋体" panose="02010600030101010101" pitchFamily="2" charset="-122"/>
              </a:endParaRPr>
            </a:p>
            <a:p>
              <a:pPr lvl="0">
                <a:spcBef>
                  <a:spcPct val="50000"/>
                </a:spcBef>
              </a:pPr>
              <a:r>
                <a:rPr lang="zh-CN" altLang="en-US" sz="1800">
                  <a:solidFill>
                    <a:schemeClr val="tx1"/>
                  </a:solidFill>
                  <a:latin typeface="Times New Roman" panose="02020603050405020304" charset="0"/>
                  <a:ea typeface="宋体" panose="02010600030101010101" pitchFamily="2" charset="-122"/>
                </a:rPr>
                <a:t>完成</a:t>
              </a:r>
              <a:endParaRPr lang="zh-CN" altLang="en-US" sz="1800">
                <a:solidFill>
                  <a:schemeClr val="tx1"/>
                </a:solidFill>
                <a:latin typeface="Times New Roman" panose="02020603050405020304" charset="0"/>
                <a:ea typeface="宋体" panose="02010600030101010101" pitchFamily="2" charset="-122"/>
              </a:endParaRPr>
            </a:p>
          </p:txBody>
        </p:sp>
      </p:grpSp>
      <p:grpSp>
        <p:nvGrpSpPr>
          <p:cNvPr id="58407" name="组合 58406"/>
          <p:cNvGrpSpPr/>
          <p:nvPr/>
        </p:nvGrpSpPr>
        <p:grpSpPr>
          <a:xfrm>
            <a:off x="5257800" y="3432175"/>
            <a:ext cx="1066800" cy="869950"/>
            <a:chOff x="0" y="0"/>
            <a:chExt cx="672" cy="548"/>
          </a:xfrm>
        </p:grpSpPr>
        <p:sp>
          <p:nvSpPr>
            <p:cNvPr id="50215" name="直接连接符 58407"/>
            <p:cNvSpPr/>
            <p:nvPr/>
          </p:nvSpPr>
          <p:spPr>
            <a:xfrm>
              <a:off x="0" y="286"/>
              <a:ext cx="672" cy="0"/>
            </a:xfrm>
            <a:prstGeom prst="line">
              <a:avLst/>
            </a:prstGeom>
            <a:ln w="38100" cap="flat" cmpd="sng">
              <a:solidFill>
                <a:srgbClr val="000000"/>
              </a:solidFill>
              <a:prstDash val="solid"/>
              <a:round/>
              <a:headEnd type="none" w="med" len="med"/>
              <a:tailEnd type="triangl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0216" name="文本框 58408"/>
            <p:cNvSpPr txBox="1"/>
            <p:nvPr/>
          </p:nvSpPr>
          <p:spPr>
            <a:xfrm>
              <a:off x="96" y="0"/>
              <a:ext cx="576" cy="548"/>
            </a:xfrm>
            <a:prstGeom prst="rect">
              <a:avLst/>
            </a:prstGeom>
            <a:noFill/>
            <a:ln w="9525">
              <a:noFill/>
              <a:miter/>
            </a:ln>
          </p:spPr>
          <p:txBody>
            <a:bodyPr anchor="t">
              <a:spAutoFit/>
            </a:bodyPr>
            <a:p>
              <a:pPr lvl="0">
                <a:lnSpc>
                  <a:spcPct val="120000"/>
                </a:lnSpc>
                <a:spcBef>
                  <a:spcPct val="20000"/>
                </a:spcBef>
              </a:pPr>
              <a:r>
                <a:rPr lang="zh-CN" altLang="en-US" sz="1800">
                  <a:solidFill>
                    <a:schemeClr val="tx1"/>
                  </a:solidFill>
                  <a:latin typeface="Times New Roman" panose="02020603050405020304" charset="0"/>
                  <a:ea typeface="宋体" panose="02010600030101010101" pitchFamily="2" charset="-122"/>
                </a:rPr>
                <a:t>作业</a:t>
              </a:r>
              <a:r>
                <a:rPr lang="en-US" altLang="zh-CN" sz="2000" baseline="-25000">
                  <a:solidFill>
                    <a:schemeClr val="tx1"/>
                  </a:solidFill>
                  <a:latin typeface="Times New Roman" panose="02020603050405020304" charset="0"/>
                  <a:ea typeface="宋体" panose="02010600030101010101" pitchFamily="2" charset="-122"/>
                </a:rPr>
                <a:t>4</a:t>
              </a:r>
              <a:endParaRPr lang="en-US" altLang="zh-CN" sz="2000" baseline="-25000">
                <a:solidFill>
                  <a:schemeClr val="tx1"/>
                </a:solidFill>
                <a:latin typeface="Times New Roman" panose="02020603050405020304" charset="0"/>
                <a:ea typeface="宋体" panose="02010600030101010101" pitchFamily="2" charset="-122"/>
              </a:endParaRPr>
            </a:p>
            <a:p>
              <a:pPr lvl="0">
                <a:spcBef>
                  <a:spcPct val="50000"/>
                </a:spcBef>
              </a:pPr>
              <a:r>
                <a:rPr lang="zh-CN" altLang="en-US" sz="1800">
                  <a:solidFill>
                    <a:schemeClr val="tx1"/>
                  </a:solidFill>
                  <a:latin typeface="Times New Roman" panose="02020603050405020304" charset="0"/>
                  <a:ea typeface="宋体" panose="02010600030101010101" pitchFamily="2" charset="-122"/>
                </a:rPr>
                <a:t>完成</a:t>
              </a:r>
              <a:endParaRPr lang="zh-CN" altLang="en-US" sz="1800">
                <a:solidFill>
                  <a:schemeClr val="tx1"/>
                </a:solidFill>
                <a:latin typeface="Times New Roman" panose="02020603050405020304" charset="0"/>
                <a:ea typeface="宋体" panose="02010600030101010101" pitchFamily="2" charset="-122"/>
              </a:endParaRPr>
            </a:p>
          </p:txBody>
        </p:sp>
      </p:grpSp>
      <p:grpSp>
        <p:nvGrpSpPr>
          <p:cNvPr id="58410" name="组合 58409"/>
          <p:cNvGrpSpPr/>
          <p:nvPr/>
        </p:nvGrpSpPr>
        <p:grpSpPr>
          <a:xfrm>
            <a:off x="6102350" y="1600200"/>
            <a:ext cx="1987550" cy="4038600"/>
            <a:chOff x="-140" y="0"/>
            <a:chExt cx="1252" cy="2544"/>
          </a:xfrm>
        </p:grpSpPr>
        <p:sp>
          <p:nvSpPr>
            <p:cNvPr id="50218" name="文本框 58410"/>
            <p:cNvSpPr txBox="1"/>
            <p:nvPr/>
          </p:nvSpPr>
          <p:spPr>
            <a:xfrm>
              <a:off x="-64" y="288"/>
              <a:ext cx="544" cy="19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20KB</a:t>
              </a:r>
              <a:endParaRPr lang="en-US" altLang="zh-CN" sz="1600">
                <a:solidFill>
                  <a:schemeClr val="tx1"/>
                </a:solidFill>
                <a:latin typeface="Times New Roman" panose="02020603050405020304" charset="0"/>
                <a:ea typeface="宋体" panose="02010600030101010101" pitchFamily="2" charset="-122"/>
              </a:endParaRPr>
            </a:p>
          </p:txBody>
        </p:sp>
        <p:sp>
          <p:nvSpPr>
            <p:cNvPr id="50219" name="文本框 58411"/>
            <p:cNvSpPr txBox="1"/>
            <p:nvPr/>
          </p:nvSpPr>
          <p:spPr>
            <a:xfrm>
              <a:off x="15" y="0"/>
              <a:ext cx="465" cy="162"/>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50220" name="文本框 58412"/>
            <p:cNvSpPr txBox="1"/>
            <p:nvPr/>
          </p:nvSpPr>
          <p:spPr>
            <a:xfrm>
              <a:off x="432" y="96"/>
              <a:ext cx="675" cy="2076"/>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spcBef>
                  <a:spcPct val="20000"/>
                </a:spcBef>
              </a:pPr>
              <a:r>
                <a:rPr lang="en-US" altLang="zh-CN" sz="900">
                  <a:latin typeface="Times New Roman" panose="02020603050405020304" charset="0"/>
                  <a:ea typeface="宋体" panose="02010600030101010101" pitchFamily="2" charset="-122"/>
                </a:rPr>
                <a:t>       </a:t>
              </a:r>
              <a:r>
                <a:rPr lang="en-US" altLang="zh-CN" sz="2400">
                  <a:solidFill>
                    <a:schemeClr val="tx1"/>
                  </a:solidFill>
                  <a:latin typeface="Times New Roman" panose="02020603050405020304" charset="0"/>
                  <a:ea typeface="宋体" panose="02010600030101010101" pitchFamily="2" charset="-122"/>
                </a:rPr>
                <a:t>os</a:t>
              </a:r>
              <a:endParaRPr lang="en-US" altLang="zh-CN" sz="2400">
                <a:solidFill>
                  <a:schemeClr val="tx1"/>
                </a:solidFill>
                <a:latin typeface="Times New Roman" panose="02020603050405020304" charset="0"/>
                <a:ea typeface="宋体" panose="02010600030101010101" pitchFamily="2" charset="-122"/>
              </a:endParaRPr>
            </a:p>
            <a:p>
              <a:pPr lvl="0" algn="just">
                <a:spcBef>
                  <a:spcPct val="20000"/>
                </a:spcBef>
              </a:pPr>
              <a:r>
                <a:rPr lang="en-US" altLang="zh-CN" sz="2000">
                  <a:solidFill>
                    <a:schemeClr val="tx1"/>
                  </a:solidFill>
                  <a:latin typeface="Times New Roman" panose="02020603050405020304" charset="0"/>
                  <a:ea typeface="宋体" panose="02010600030101010101" pitchFamily="2" charset="-122"/>
                </a:rPr>
                <a:t>  </a:t>
              </a:r>
              <a:r>
                <a:rPr lang="zh-CN" altLang="en-US" sz="1800">
                  <a:solidFill>
                    <a:schemeClr val="tx1"/>
                  </a:solidFill>
                  <a:latin typeface="Times New Roman" panose="02020603050405020304" charset="0"/>
                  <a:ea typeface="宋体" panose="02010600030101010101" pitchFamily="2" charset="-122"/>
                </a:rPr>
                <a:t>作业</a:t>
              </a:r>
              <a:r>
                <a:rPr lang="en-US" altLang="zh-CN" sz="2000" baseline="-25000">
                  <a:solidFill>
                    <a:schemeClr val="tx1"/>
                  </a:solidFill>
                  <a:latin typeface="Times New Roman" panose="02020603050405020304" charset="0"/>
                  <a:ea typeface="宋体" panose="02010600030101010101" pitchFamily="2" charset="-122"/>
                </a:rPr>
                <a:t>1</a:t>
              </a:r>
              <a:endParaRPr lang="en-US" altLang="zh-CN" sz="2000" baseline="-25000">
                <a:solidFill>
                  <a:schemeClr val="tx1"/>
                </a:solidFill>
                <a:latin typeface="Times New Roman" panose="02020603050405020304" charset="0"/>
                <a:ea typeface="宋体" panose="02010600030101010101" pitchFamily="2" charset="-122"/>
              </a:endParaRPr>
            </a:p>
            <a:p>
              <a:pPr lvl="0" algn="just">
                <a:lnSpc>
                  <a:spcPct val="120000"/>
                </a:lnSpc>
                <a:spcBef>
                  <a:spcPct val="20000"/>
                </a:spcBef>
              </a:pPr>
              <a:r>
                <a:rPr lang="en-US" altLang="zh-CN" sz="1800">
                  <a:latin typeface="Times New Roman" panose="02020603050405020304" charset="0"/>
                  <a:ea typeface="宋体" panose="02010600030101010101" pitchFamily="2" charset="-122"/>
                </a:rPr>
                <a:t>  </a:t>
              </a:r>
              <a:endParaRPr lang="en-US" altLang="zh-CN" sz="1800">
                <a:latin typeface="Times New Roman" panose="02020603050405020304" charset="0"/>
                <a:ea typeface="宋体" panose="02010600030101010101" pitchFamily="2" charset="-122"/>
              </a:endParaRPr>
            </a:p>
            <a:p>
              <a:pPr lvl="0" algn="just">
                <a:lnSpc>
                  <a:spcPct val="130000"/>
                </a:lnSpc>
                <a:spcBef>
                  <a:spcPct val="40000"/>
                </a:spcBef>
              </a:pPr>
              <a:r>
                <a:rPr lang="en-US" altLang="zh-CN" sz="1800">
                  <a:latin typeface="Times New Roman" panose="02020603050405020304" charset="0"/>
                  <a:ea typeface="宋体" panose="02010600030101010101" pitchFamily="2" charset="-122"/>
                </a:rPr>
                <a:t>  </a:t>
              </a:r>
              <a:r>
                <a:rPr lang="zh-CN" altLang="en-US" sz="1800">
                  <a:solidFill>
                    <a:schemeClr val="tx1"/>
                  </a:solidFill>
                  <a:latin typeface="Times New Roman" panose="02020603050405020304" charset="0"/>
                  <a:ea typeface="宋体" panose="02010600030101010101" pitchFamily="2" charset="-122"/>
                </a:rPr>
                <a:t>作业</a:t>
              </a:r>
              <a:r>
                <a:rPr lang="en-US" altLang="zh-CN" sz="2000" baseline="-25000">
                  <a:solidFill>
                    <a:schemeClr val="tx1"/>
                  </a:solidFill>
                  <a:latin typeface="Times New Roman" panose="02020603050405020304" charset="0"/>
                  <a:ea typeface="宋体" panose="02010600030101010101" pitchFamily="2" charset="-122"/>
                </a:rPr>
                <a:t>3</a:t>
              </a:r>
              <a:endParaRPr lang="en-US" altLang="zh-CN" sz="2000" baseline="-25000">
                <a:solidFill>
                  <a:schemeClr val="tx1"/>
                </a:solidFill>
                <a:latin typeface="Times New Roman" panose="02020603050405020304" charset="0"/>
                <a:ea typeface="宋体" panose="02010600030101010101" pitchFamily="2" charset="-122"/>
              </a:endParaRPr>
            </a:p>
            <a:p>
              <a:pPr lvl="0" algn="just">
                <a:spcBef>
                  <a:spcPct val="20000"/>
                </a:spcBef>
              </a:pPr>
              <a:r>
                <a:rPr lang="en-US" altLang="zh-CN" sz="1800">
                  <a:latin typeface="Times New Roman" panose="02020603050405020304" charset="0"/>
                  <a:ea typeface="宋体" panose="02010600030101010101" pitchFamily="2" charset="-122"/>
                </a:rPr>
                <a:t>  </a:t>
              </a:r>
              <a:endParaRPr lang="en-US" altLang="zh-CN" sz="1800">
                <a:latin typeface="Times New Roman" panose="02020603050405020304" charset="0"/>
                <a:ea typeface="宋体" panose="02010600030101010101" pitchFamily="2" charset="-122"/>
              </a:endParaRPr>
            </a:p>
            <a:p>
              <a:pPr lvl="0" algn="just">
                <a:spcBef>
                  <a:spcPct val="20000"/>
                </a:spcBef>
              </a:pPr>
              <a:r>
                <a:rPr lang="en-US" altLang="zh-CN" sz="1800">
                  <a:latin typeface="Times New Roman" panose="02020603050405020304" charset="0"/>
                  <a:ea typeface="宋体" panose="02010600030101010101" pitchFamily="2" charset="-122"/>
                </a:rPr>
                <a:t>   </a:t>
              </a:r>
              <a:endParaRPr lang="en-US" altLang="zh-CN" sz="2000">
                <a:latin typeface="Times New Roman" panose="02020603050405020304" charset="0"/>
                <a:ea typeface="宋体" panose="02010600030101010101" pitchFamily="2" charset="-122"/>
              </a:endParaRPr>
            </a:p>
            <a:p>
              <a:pPr lvl="0" algn="just">
                <a:spcBef>
                  <a:spcPct val="20000"/>
                </a:spcBef>
              </a:pPr>
              <a:r>
                <a:rPr lang="en-US" altLang="zh-CN" sz="2000">
                  <a:latin typeface="Times New Roman" panose="02020603050405020304" charset="0"/>
                  <a:ea typeface="宋体" panose="02010600030101010101" pitchFamily="2" charset="-122"/>
                </a:rPr>
                <a:t>  </a:t>
              </a:r>
              <a:endParaRPr lang="en-US" altLang="zh-CN" sz="2000">
                <a:latin typeface="Times New Roman" panose="02020603050405020304" charset="0"/>
                <a:ea typeface="宋体" panose="02010600030101010101" pitchFamily="2" charset="-122"/>
              </a:endParaRPr>
            </a:p>
          </p:txBody>
        </p:sp>
        <p:sp>
          <p:nvSpPr>
            <p:cNvPr id="50221" name="矩形 58413"/>
            <p:cNvSpPr/>
            <p:nvPr/>
          </p:nvSpPr>
          <p:spPr>
            <a:xfrm>
              <a:off x="435" y="1632"/>
              <a:ext cx="672" cy="528"/>
            </a:xfrm>
            <a:prstGeom prst="rect">
              <a:avLst/>
            </a:prstGeom>
            <a:pattFill prst="ltUpDiag">
              <a:fgClr>
                <a:srgbClr val="000000"/>
              </a:fgClr>
              <a:bgClr>
                <a:srgbClr val="FFFFFF"/>
              </a:bgClr>
            </a:patt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0222" name="直接连接符 58414"/>
            <p:cNvSpPr/>
            <p:nvPr/>
          </p:nvSpPr>
          <p:spPr>
            <a:xfrm>
              <a:off x="432" y="384"/>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0223" name="直接连接符 58415"/>
            <p:cNvSpPr/>
            <p:nvPr/>
          </p:nvSpPr>
          <p:spPr>
            <a:xfrm>
              <a:off x="429" y="672"/>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0224" name="直接连接符 58416"/>
            <p:cNvSpPr/>
            <p:nvPr/>
          </p:nvSpPr>
          <p:spPr>
            <a:xfrm>
              <a:off x="429" y="912"/>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0225" name="直接连接符 58417"/>
            <p:cNvSpPr/>
            <p:nvPr/>
          </p:nvSpPr>
          <p:spPr>
            <a:xfrm>
              <a:off x="429" y="1200"/>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0226" name="直接连接符 58418"/>
            <p:cNvSpPr/>
            <p:nvPr/>
          </p:nvSpPr>
          <p:spPr>
            <a:xfrm>
              <a:off x="429" y="1632"/>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0227" name="文本框 58419"/>
            <p:cNvSpPr txBox="1"/>
            <p:nvPr/>
          </p:nvSpPr>
          <p:spPr>
            <a:xfrm>
              <a:off x="-77" y="576"/>
              <a:ext cx="597" cy="144"/>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52KB</a:t>
              </a:r>
              <a:endParaRPr lang="en-US" altLang="zh-CN" sz="1600">
                <a:solidFill>
                  <a:schemeClr val="tx1"/>
                </a:solidFill>
                <a:latin typeface="Times New Roman" panose="02020603050405020304" charset="0"/>
                <a:ea typeface="宋体" panose="02010600030101010101" pitchFamily="2" charset="-122"/>
              </a:endParaRPr>
            </a:p>
          </p:txBody>
        </p:sp>
        <p:sp>
          <p:nvSpPr>
            <p:cNvPr id="50228" name="文本框 58420"/>
            <p:cNvSpPr txBox="1"/>
            <p:nvPr/>
          </p:nvSpPr>
          <p:spPr>
            <a:xfrm>
              <a:off x="-73" y="816"/>
              <a:ext cx="650" cy="19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66KB</a:t>
              </a:r>
              <a:endParaRPr lang="en-US" altLang="zh-CN" sz="1600">
                <a:solidFill>
                  <a:schemeClr val="tx1"/>
                </a:solidFill>
                <a:latin typeface="Times New Roman" panose="02020603050405020304" charset="0"/>
                <a:ea typeface="宋体" panose="02010600030101010101" pitchFamily="2" charset="-122"/>
              </a:endParaRPr>
            </a:p>
          </p:txBody>
        </p:sp>
        <p:sp>
          <p:nvSpPr>
            <p:cNvPr id="50229" name="文本框 58421"/>
            <p:cNvSpPr txBox="1"/>
            <p:nvPr/>
          </p:nvSpPr>
          <p:spPr>
            <a:xfrm>
              <a:off x="-113" y="1104"/>
              <a:ext cx="641" cy="19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130KB</a:t>
              </a:r>
              <a:endParaRPr lang="en-US" altLang="zh-CN" sz="1600">
                <a:solidFill>
                  <a:schemeClr val="tx1"/>
                </a:solidFill>
                <a:latin typeface="Times New Roman" panose="02020603050405020304" charset="0"/>
                <a:ea typeface="宋体" panose="02010600030101010101" pitchFamily="2" charset="-122"/>
              </a:endParaRPr>
            </a:p>
          </p:txBody>
        </p:sp>
        <p:sp>
          <p:nvSpPr>
            <p:cNvPr id="50230" name="文本框 58422"/>
            <p:cNvSpPr txBox="1"/>
            <p:nvPr/>
          </p:nvSpPr>
          <p:spPr>
            <a:xfrm>
              <a:off x="-119" y="1536"/>
              <a:ext cx="711" cy="144"/>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230KB</a:t>
              </a:r>
              <a:endParaRPr lang="en-US" altLang="zh-CN" sz="1600">
                <a:solidFill>
                  <a:schemeClr val="tx1"/>
                </a:solidFill>
                <a:latin typeface="Times New Roman" panose="02020603050405020304" charset="0"/>
                <a:ea typeface="宋体" panose="02010600030101010101" pitchFamily="2" charset="-122"/>
              </a:endParaRPr>
            </a:p>
          </p:txBody>
        </p:sp>
        <p:sp>
          <p:nvSpPr>
            <p:cNvPr id="50231" name="文本框 58423"/>
            <p:cNvSpPr txBox="1"/>
            <p:nvPr/>
          </p:nvSpPr>
          <p:spPr>
            <a:xfrm>
              <a:off x="-140" y="2176"/>
              <a:ext cx="916" cy="19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256KB</a:t>
              </a:r>
              <a:endParaRPr lang="en-US" altLang="zh-CN" sz="1600">
                <a:solidFill>
                  <a:schemeClr val="tx1"/>
                </a:solidFill>
                <a:latin typeface="Times New Roman" panose="02020603050405020304" charset="0"/>
                <a:ea typeface="宋体" panose="02010600030101010101" pitchFamily="2" charset="-122"/>
              </a:endParaRPr>
            </a:p>
          </p:txBody>
        </p:sp>
        <p:sp>
          <p:nvSpPr>
            <p:cNvPr id="50232" name="文本框 58424"/>
            <p:cNvSpPr txBox="1"/>
            <p:nvPr/>
          </p:nvSpPr>
          <p:spPr>
            <a:xfrm>
              <a:off x="579" y="2352"/>
              <a:ext cx="480" cy="192"/>
            </a:xfrm>
            <a:prstGeom prst="rect">
              <a:avLst/>
            </a:prstGeom>
            <a:noFill/>
            <a:ln w="9525">
              <a:noFill/>
              <a:miter/>
            </a:ln>
          </p:spPr>
          <p:txBody>
            <a:bodyPr anchor="t"/>
            <a:p>
              <a:pPr lvl="0" algn="just"/>
              <a:r>
                <a:rPr lang="zh-CN" altLang="en-US" sz="2000">
                  <a:solidFill>
                    <a:schemeClr val="tx1"/>
                  </a:solidFill>
                  <a:latin typeface="Times New Roman" panose="02020603050405020304" charset="0"/>
                  <a:ea typeface="宋体" panose="02010600030101010101" pitchFamily="2" charset="-122"/>
                </a:rPr>
                <a:t>主存</a:t>
              </a:r>
              <a:endParaRPr lang="zh-CN" altLang="en-US" sz="2000">
                <a:solidFill>
                  <a:schemeClr val="tx1"/>
                </a:solidFill>
                <a:latin typeface="Times New Roman" panose="02020603050405020304" charset="0"/>
                <a:ea typeface="宋体" panose="02010600030101010101" pitchFamily="2" charset="-122"/>
              </a:endParaRPr>
            </a:p>
          </p:txBody>
        </p:sp>
        <p:sp>
          <p:nvSpPr>
            <p:cNvPr id="50233" name="矩形 58425"/>
            <p:cNvSpPr/>
            <p:nvPr/>
          </p:nvSpPr>
          <p:spPr>
            <a:xfrm>
              <a:off x="432" y="672"/>
              <a:ext cx="672" cy="265"/>
            </a:xfrm>
            <a:prstGeom prst="rect">
              <a:avLst/>
            </a:prstGeom>
            <a:pattFill prst="ltUpDiag">
              <a:fgClr>
                <a:srgbClr val="000000"/>
              </a:fgClr>
              <a:bgClr>
                <a:srgbClr val="FFFFFF"/>
              </a:bgClr>
            </a:patt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0234" name="矩形 58426"/>
            <p:cNvSpPr/>
            <p:nvPr/>
          </p:nvSpPr>
          <p:spPr>
            <a:xfrm>
              <a:off x="432" y="1200"/>
              <a:ext cx="672" cy="432"/>
            </a:xfrm>
            <a:prstGeom prst="rect">
              <a:avLst/>
            </a:prstGeom>
            <a:pattFill prst="dkDnDiag">
              <a:fgClr>
                <a:srgbClr val="000000"/>
              </a:fgClr>
              <a:bgClr>
                <a:srgbClr val="FFFFFF"/>
              </a:bgClr>
            </a:patt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文本框 3584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21</a:t>
            </a:r>
            <a:endParaRPr lang="en-US" altLang="zh-CN" b="0">
              <a:solidFill>
                <a:schemeClr val="tx2"/>
              </a:solidFill>
              <a:latin typeface="Times New Roman" panose="02020603050405020304" charset="0"/>
              <a:ea typeface="宋体" panose="02010600030101010101" pitchFamily="2" charset="-122"/>
            </a:endParaRPr>
          </a:p>
        </p:txBody>
      </p:sp>
      <p:sp>
        <p:nvSpPr>
          <p:cNvPr id="35843" name="矩形 35842"/>
          <p:cNvSpPr/>
          <p:nvPr/>
        </p:nvSpPr>
        <p:spPr>
          <a:xfrm>
            <a:off x="671513" y="773113"/>
            <a:ext cx="8375650" cy="1814513"/>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800" b="1" strike="noStrike" noProof="1">
                <a:solidFill>
                  <a:srgbClr val="A50021"/>
                </a:solidFill>
                <a:latin typeface="Times New Roman" panose="02020603050405020304" charset="0"/>
                <a:ea typeface="宋体" panose="02010600030101010101" pitchFamily="2" charset="-122"/>
                <a:cs typeface="+mn-ea"/>
              </a:rPr>
              <a:t>分配数据结构</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b="1" strike="noStrike" noProof="1">
                <a:solidFill>
                  <a:srgbClr val="000099"/>
                </a:solidFill>
                <a:effectLst/>
                <a:latin typeface="Times New Roman" panose="02020603050405020304" charset="0"/>
                <a:ea typeface="宋体" panose="02010600030101010101" pitchFamily="2" charset="-122"/>
                <a:cs typeface="+mn-ea"/>
              </a:rPr>
              <a:t>①</a:t>
            </a:r>
            <a:r>
              <a:rPr lang="zh-CN" altLang="en-US" sz="2400" b="1" strike="noStrike" noProof="1">
                <a:solidFill>
                  <a:srgbClr val="000099"/>
                </a:solidFill>
                <a:effectLst/>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effectLst/>
                <a:latin typeface="Times New Roman" panose="02020603050405020304" charset="0"/>
                <a:ea typeface="宋体" panose="02010600030101010101" pitchFamily="2" charset="-122"/>
                <a:cs typeface="+mn-ea"/>
              </a:rPr>
              <a:t>主存资源信息块 </a:t>
            </a:r>
            <a:r>
              <a:rPr lang="en-US" altLang="zh-CN" sz="2400" b="1" strike="noStrike" noProof="1">
                <a:solidFill>
                  <a:srgbClr val="000099"/>
                </a:solidFill>
                <a:effectLst/>
                <a:latin typeface="Times New Roman" panose="02020603050405020304" charset="0"/>
                <a:ea typeface="宋体" panose="02010600030101010101" pitchFamily="2" charset="-122"/>
                <a:cs typeface="+mn-ea"/>
              </a:rPr>
              <a:t>(M_RIB)</a:t>
            </a:r>
            <a:endParaRPr lang="en-US" altLang="zh-CN" sz="2400" b="1" strike="noStrike" noProof="1">
              <a:solidFill>
                <a:srgbClr val="000099"/>
              </a:solidFill>
              <a:effectLst/>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b="1" strike="noStrike" noProof="1">
                <a:solidFill>
                  <a:srgbClr val="000099"/>
                </a:solidFill>
                <a:effectLst/>
                <a:latin typeface="宋体" panose="02010600030101010101" pitchFamily="2" charset="-122"/>
                <a:ea typeface="宋体" panose="02010600030101010101" pitchFamily="2" charset="-122"/>
                <a:cs typeface="+mn-ea"/>
              </a:rPr>
              <a:t>② </a:t>
            </a:r>
            <a:r>
              <a:rPr lang="zh-CN" altLang="en-US" sz="2400" b="1" strike="noStrike" noProof="1">
                <a:solidFill>
                  <a:srgbClr val="000099"/>
                </a:solidFill>
                <a:effectLst/>
                <a:latin typeface="Times New Roman" panose="02020603050405020304" charset="0"/>
                <a:ea typeface="宋体" panose="02010600030101010101" pitchFamily="2" charset="-122"/>
                <a:cs typeface="+mn-ea"/>
              </a:rPr>
              <a:t>分区描述器 </a:t>
            </a:r>
            <a:r>
              <a:rPr lang="en-US" altLang="zh-CN" sz="2400" b="1" strike="noStrike" noProof="1">
                <a:solidFill>
                  <a:srgbClr val="000099"/>
                </a:solidFill>
                <a:effectLst/>
                <a:latin typeface="Times New Roman" panose="02020603050405020304" charset="0"/>
                <a:ea typeface="宋体" panose="02010600030101010101" pitchFamily="2" charset="-122"/>
                <a:cs typeface="+mn-ea"/>
              </a:rPr>
              <a:t>(PD)</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2400" b="1" strike="noStrike" noProof="1">
                <a:solidFill>
                  <a:schemeClr val="tx1"/>
                </a:solidFill>
                <a:latin typeface="Times New Roman" panose="02020603050405020304" charset="0"/>
                <a:ea typeface="宋体" panose="02010600030101010101" pitchFamily="2" charset="-122"/>
                <a:cs typeface="+mn-ea"/>
              </a:rPr>
              <a:t>    </a:t>
            </a:r>
            <a:endParaRPr lang="en-US" altLang="zh-CN" sz="2400" b="1" strike="noStrike" noProof="1">
              <a:solidFill>
                <a:schemeClr val="tx1"/>
              </a:solidFill>
              <a:latin typeface="Times New Roman" panose="02020603050405020304" charset="0"/>
              <a:ea typeface="宋体" panose="02010600030101010101" pitchFamily="2" charset="-122"/>
            </a:endParaRPr>
          </a:p>
        </p:txBody>
      </p:sp>
      <p:sp>
        <p:nvSpPr>
          <p:cNvPr id="35844" name="矩形 35843"/>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分区存储管理</a:t>
            </a:r>
            <a:endParaRPr lang="zh-CN" altLang="en-US" sz="2400" strike="noStrike" noProof="1">
              <a:ea typeface="宋体" panose="02010600030101010101" pitchFamily="2" charset="-122"/>
            </a:endParaRPr>
          </a:p>
        </p:txBody>
      </p:sp>
      <p:grpSp>
        <p:nvGrpSpPr>
          <p:cNvPr id="35845" name="组合 35844"/>
          <p:cNvGrpSpPr/>
          <p:nvPr/>
        </p:nvGrpSpPr>
        <p:grpSpPr>
          <a:xfrm>
            <a:off x="5632450" y="1016000"/>
            <a:ext cx="3003550" cy="1447800"/>
            <a:chOff x="0" y="0"/>
            <a:chExt cx="1892" cy="912"/>
          </a:xfrm>
        </p:grpSpPr>
        <p:sp>
          <p:nvSpPr>
            <p:cNvPr id="51205" name="文本框 35845"/>
            <p:cNvSpPr txBox="1"/>
            <p:nvPr/>
          </p:nvSpPr>
          <p:spPr>
            <a:xfrm>
              <a:off x="299" y="227"/>
              <a:ext cx="1593" cy="685"/>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lnSpc>
                  <a:spcPct val="120000"/>
                </a:lnSpc>
                <a:spcBef>
                  <a:spcPct val="20000"/>
                </a:spcBef>
              </a:pPr>
              <a:r>
                <a:rPr lang="zh-CN" altLang="en-US" b="0">
                  <a:solidFill>
                    <a:schemeClr val="tx1"/>
                  </a:solidFill>
                  <a:latin typeface="Times New Roman" panose="02020603050405020304" charset="0"/>
                  <a:ea typeface="宋体" panose="02010600030101010101" pitchFamily="2" charset="-122"/>
                </a:rPr>
                <a:t>  </a:t>
              </a:r>
              <a:r>
                <a:rPr lang="zh-CN" altLang="en-US" sz="1600" b="0">
                  <a:solidFill>
                    <a:schemeClr val="tx1"/>
                  </a:solidFill>
                  <a:latin typeface="Times New Roman" panose="02020603050405020304" charset="0"/>
                  <a:ea typeface="宋体" panose="02010600030101010101" pitchFamily="2" charset="-122"/>
                </a:rPr>
                <a:t>等待队列头指针</a:t>
              </a:r>
              <a:endParaRPr lang="zh-CN" altLang="en-US" sz="1600" b="0">
                <a:solidFill>
                  <a:schemeClr val="tx1"/>
                </a:solidFill>
                <a:latin typeface="Times New Roman" panose="02020603050405020304" charset="0"/>
                <a:ea typeface="宋体" panose="02010600030101010101" pitchFamily="2" charset="-122"/>
              </a:endParaRPr>
            </a:p>
            <a:p>
              <a:pPr lvl="0" algn="just">
                <a:lnSpc>
                  <a:spcPct val="120000"/>
                </a:lnSpc>
                <a:spcBef>
                  <a:spcPct val="20000"/>
                </a:spcBef>
              </a:pPr>
              <a:r>
                <a:rPr lang="zh-CN" altLang="en-US" sz="1600" b="0">
                  <a:solidFill>
                    <a:schemeClr val="tx1"/>
                  </a:solidFill>
                  <a:latin typeface="Times New Roman" panose="02020603050405020304" charset="0"/>
                  <a:ea typeface="宋体" panose="02010600030101010101" pitchFamily="2" charset="-122"/>
                </a:rPr>
                <a:t>  空闲区队列头指针</a:t>
              </a:r>
              <a:endParaRPr lang="zh-CN" altLang="en-US" sz="1600" b="0">
                <a:solidFill>
                  <a:schemeClr val="tx1"/>
                </a:solidFill>
                <a:latin typeface="Times New Roman" panose="02020603050405020304" charset="0"/>
                <a:ea typeface="宋体" panose="02010600030101010101" pitchFamily="2" charset="-122"/>
              </a:endParaRPr>
            </a:p>
            <a:p>
              <a:pPr lvl="0" algn="just">
                <a:lnSpc>
                  <a:spcPct val="120000"/>
                </a:lnSpc>
                <a:spcBef>
                  <a:spcPct val="20000"/>
                </a:spcBef>
              </a:pPr>
              <a:r>
                <a:rPr lang="zh-CN" altLang="en-US" sz="1600" b="0">
                  <a:solidFill>
                    <a:schemeClr val="tx1"/>
                  </a:solidFill>
                  <a:latin typeface="Times New Roman" panose="02020603050405020304" charset="0"/>
                  <a:ea typeface="宋体" panose="02010600030101010101" pitchFamily="2" charset="-122"/>
                </a:rPr>
                <a:t>  主存分配程序入口地址</a:t>
              </a:r>
              <a:endParaRPr lang="zh-CN" altLang="en-US" sz="1600" b="0">
                <a:solidFill>
                  <a:schemeClr val="tx1"/>
                </a:solidFill>
                <a:latin typeface="Times New Roman" panose="02020603050405020304" charset="0"/>
                <a:ea typeface="宋体" panose="02010600030101010101" pitchFamily="2" charset="-122"/>
              </a:endParaRPr>
            </a:p>
          </p:txBody>
        </p:sp>
        <p:sp>
          <p:nvSpPr>
            <p:cNvPr id="51206" name="直接连接符 35846"/>
            <p:cNvSpPr/>
            <p:nvPr/>
          </p:nvSpPr>
          <p:spPr>
            <a:xfrm>
              <a:off x="299" y="481"/>
              <a:ext cx="15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1207" name="直接连接符 35847"/>
            <p:cNvSpPr/>
            <p:nvPr/>
          </p:nvSpPr>
          <p:spPr>
            <a:xfrm>
              <a:off x="299" y="684"/>
              <a:ext cx="15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1208" name="文本框 35848"/>
            <p:cNvSpPr txBox="1"/>
            <p:nvPr/>
          </p:nvSpPr>
          <p:spPr>
            <a:xfrm>
              <a:off x="0" y="0"/>
              <a:ext cx="841" cy="219"/>
            </a:xfrm>
            <a:prstGeom prst="rect">
              <a:avLst/>
            </a:prstGeom>
            <a:noFill/>
            <a:ln w="9525">
              <a:noFill/>
              <a:miter/>
            </a:ln>
          </p:spPr>
          <p:txBody>
            <a:bodyPr wrap="none" lIns="0" tIns="0" rIns="0" bIns="0" anchor="t"/>
            <a:p>
              <a:pPr marL="914400" lvl="0" indent="-340995">
                <a:lnSpc>
                  <a:spcPct val="120000"/>
                </a:lnSpc>
                <a:spcBef>
                  <a:spcPct val="50000"/>
                </a:spcBef>
                <a:buClr>
                  <a:schemeClr val="tx2"/>
                </a:buClr>
                <a:buSzPct val="95000"/>
                <a:buFont typeface="Wingdings" panose="05000000000000000000" pitchFamily="2" charset="2"/>
                <a:buNone/>
              </a:pPr>
              <a:r>
                <a:rPr lang="en-US" altLang="zh-CN" sz="1600">
                  <a:solidFill>
                    <a:schemeClr val="tx1"/>
                  </a:solidFill>
                  <a:latin typeface="Times New Roman" panose="02020603050405020304" charset="0"/>
                  <a:ea typeface="宋体" panose="02010600030101010101" pitchFamily="2" charset="-122"/>
                </a:rPr>
                <a:t>M_RIB</a:t>
              </a:r>
              <a:endParaRPr lang="en-US" altLang="zh-CN" sz="1600">
                <a:solidFill>
                  <a:schemeClr val="tx1"/>
                </a:solidFill>
                <a:latin typeface="Times New Roman" panose="02020603050405020304" charset="0"/>
                <a:ea typeface="宋体" panose="02010600030101010101" pitchFamily="2" charset="-122"/>
              </a:endParaRPr>
            </a:p>
          </p:txBody>
        </p:sp>
      </p:grpSp>
      <p:sp>
        <p:nvSpPr>
          <p:cNvPr id="35850" name="矩形 35849"/>
          <p:cNvSpPr/>
          <p:nvPr/>
        </p:nvSpPr>
        <p:spPr>
          <a:xfrm>
            <a:off x="317500" y="3016250"/>
            <a:ext cx="6552565" cy="293052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flag</a:t>
            </a:r>
            <a:r>
              <a:rPr lang="zh-CN" altLang="en-US" sz="2400" strike="noStrike" noProof="1">
                <a:solidFill>
                  <a:schemeClr val="tx1"/>
                </a:solidFill>
                <a:latin typeface="Times New Roman" panose="02020603050405020304" charset="0"/>
                <a:ea typeface="宋体" panose="02010600030101010101" pitchFamily="2" charset="-122"/>
                <a:cs typeface="+mn-ea"/>
              </a:rPr>
              <a:t>： 为 </a:t>
            </a:r>
            <a:r>
              <a:rPr lang="en-US" altLang="zh-CN" sz="2400" strike="noStrike" noProof="1">
                <a:solidFill>
                  <a:schemeClr val="tx1"/>
                </a:solidFill>
                <a:latin typeface="Times New Roman" panose="02020603050405020304" charset="0"/>
                <a:ea typeface="宋体" panose="02010600030101010101" pitchFamily="2" charset="-122"/>
                <a:cs typeface="+mn-ea"/>
              </a:rPr>
              <a:t>0  —— </a:t>
            </a:r>
            <a:r>
              <a:rPr lang="zh-CN" altLang="en-US" sz="2400" strike="noStrike" noProof="1">
                <a:solidFill>
                  <a:schemeClr val="tx1"/>
                </a:solidFill>
                <a:latin typeface="Times New Roman" panose="02020603050405020304" charset="0"/>
                <a:ea typeface="宋体" panose="02010600030101010101" pitchFamily="2" charset="-122"/>
                <a:cs typeface="+mn-ea"/>
              </a:rPr>
              <a:t>空闲区</a:t>
            </a:r>
            <a:endParaRPr lang="zh-CN" altLang="en-US" sz="2400" strike="noStrike" noProof="1">
              <a:solidFill>
                <a:schemeClr val="tx1"/>
              </a:solidFill>
              <a:latin typeface="Times New Roman" panose="02020603050405020304" charset="0"/>
              <a:ea typeface="宋体" panose="02010600030101010101" pitchFamily="2" charset="-122"/>
              <a:cs typeface="+mn-ea"/>
            </a:endParaRPr>
          </a:p>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为 </a:t>
            </a:r>
            <a:r>
              <a:rPr lang="en-US" altLang="zh-CN" sz="2400" strike="noStrike" noProof="1">
                <a:solidFill>
                  <a:schemeClr val="tx1"/>
                </a:solidFill>
                <a:latin typeface="Times New Roman" panose="02020603050405020304" charset="0"/>
                <a:ea typeface="宋体" panose="02010600030101010101" pitchFamily="2" charset="-122"/>
                <a:cs typeface="+mn-ea"/>
              </a:rPr>
              <a:t>1  —— </a:t>
            </a:r>
            <a:r>
              <a:rPr lang="zh-CN" altLang="en-US" sz="2400" strike="noStrike" noProof="1">
                <a:solidFill>
                  <a:schemeClr val="tx1"/>
                </a:solidFill>
                <a:latin typeface="Times New Roman" panose="02020603050405020304" charset="0"/>
                <a:ea typeface="宋体" panose="02010600030101010101" pitchFamily="2" charset="-122"/>
                <a:cs typeface="+mn-ea"/>
              </a:rPr>
              <a:t>已分配区 </a:t>
            </a:r>
            <a:endParaRPr lang="zh-CN" altLang="en-US" sz="2400" strike="noStrike" noProof="1">
              <a:solidFill>
                <a:schemeClr val="tx1"/>
              </a:solidFill>
              <a:latin typeface="Times New Roman" panose="02020603050405020304" charset="0"/>
              <a:ea typeface="宋体" panose="02010600030101010101" pitchFamily="2" charset="-122"/>
              <a:cs typeface="+mn-ea"/>
            </a:endParaRPr>
          </a:p>
          <a:p>
            <a:pPr marL="533400" lvl="0" indent="-53340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size</a:t>
            </a:r>
            <a:r>
              <a:rPr lang="zh-CN" altLang="en-US" sz="2400" strike="noStrike" noProof="1">
                <a:solidFill>
                  <a:schemeClr val="tx1"/>
                </a:solidFill>
                <a:latin typeface="Times New Roman" panose="02020603050405020304" charset="0"/>
                <a:ea typeface="宋体" panose="02010600030101010101" pitchFamily="2" charset="-122"/>
                <a:cs typeface="+mn-ea"/>
              </a:rPr>
              <a:t>：分区大小</a:t>
            </a:r>
            <a:r>
              <a:rPr lang="en-US" altLang="zh-CN" sz="2400" strike="noStrike" noProof="1">
                <a:solidFill>
                  <a:schemeClr val="tx1"/>
                </a:solidFill>
                <a:latin typeface="Times New Roman" panose="02020603050405020304" charset="0"/>
                <a:ea typeface="宋体" panose="02010600030101010101" pitchFamily="2" charset="-122"/>
                <a:cs typeface="+mn-ea"/>
              </a:rPr>
              <a:t>(=n+3), n</a:t>
            </a:r>
            <a:r>
              <a:rPr lang="zh-CN" altLang="en-US" sz="2400" strike="noStrike" noProof="1">
                <a:solidFill>
                  <a:schemeClr val="tx1"/>
                </a:solidFill>
                <a:latin typeface="Times New Roman" panose="02020603050405020304" charset="0"/>
                <a:ea typeface="宋体" panose="02010600030101010101" pitchFamily="2" charset="-122"/>
                <a:cs typeface="+mn-ea"/>
              </a:rPr>
              <a:t>为分区可用字节数</a:t>
            </a:r>
            <a:endParaRPr lang="zh-CN" altLang="en-US" sz="2400" strike="noStrike" noProof="1">
              <a:solidFill>
                <a:schemeClr val="tx1"/>
              </a:solidFill>
              <a:latin typeface="Times New Roman" panose="02020603050405020304" charset="0"/>
              <a:ea typeface="宋体" panose="02010600030101010101" pitchFamily="2" charset="-122"/>
              <a:cs typeface="+mn-ea"/>
            </a:endParaRPr>
          </a:p>
          <a:p>
            <a:pPr marL="533400" lvl="0" indent="-53340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next</a:t>
            </a:r>
            <a:r>
              <a:rPr lang="zh-CN" altLang="en-US" sz="2400" strike="noStrike" noProof="1">
                <a:solidFill>
                  <a:schemeClr val="tx1"/>
                </a:solidFill>
                <a:latin typeface="Times New Roman" panose="02020603050405020304" charset="0"/>
                <a:ea typeface="宋体" panose="02010600030101010101" pitchFamily="2" charset="-122"/>
                <a:cs typeface="+mn-ea"/>
              </a:rPr>
              <a:t>：空闲区</a:t>
            </a:r>
            <a:r>
              <a:rPr lang="en-US" altLang="zh-CN" sz="2400" strike="noStrike" noProof="1">
                <a:solidFill>
                  <a:schemeClr val="tx1"/>
                </a:solidFill>
                <a:latin typeface="Times New Roman" panose="02020603050405020304" charset="0"/>
                <a:ea typeface="宋体" panose="02010600030101010101" pitchFamily="2" charset="-122"/>
                <a:cs typeface="+mn-ea"/>
              </a:rPr>
              <a:t>——</a:t>
            </a:r>
            <a:r>
              <a:rPr lang="zh-CN" altLang="en-US" sz="2400" strike="noStrike" noProof="1">
                <a:solidFill>
                  <a:schemeClr val="tx1"/>
                </a:solidFill>
                <a:latin typeface="Times New Roman" panose="02020603050405020304" charset="0"/>
                <a:ea typeface="宋体" panose="02010600030101010101" pitchFamily="2" charset="-122"/>
                <a:cs typeface="+mn-ea"/>
              </a:rPr>
              <a:t>自由主存队列中的勾链字</a:t>
            </a:r>
            <a:endParaRPr lang="zh-CN" altLang="en-US" sz="2400" strike="noStrike" noProof="1">
              <a:solidFill>
                <a:schemeClr val="tx1"/>
              </a:solidFill>
              <a:latin typeface="Times New Roman" panose="02020603050405020304" charset="0"/>
              <a:ea typeface="宋体" panose="02010600030101010101" pitchFamily="2" charset="-122"/>
              <a:cs typeface="+mn-ea"/>
            </a:endParaRPr>
          </a:p>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已分配区</a:t>
            </a:r>
            <a:r>
              <a:rPr lang="en-US" altLang="zh-CN" sz="2400" strike="noStrike" noProof="1">
                <a:solidFill>
                  <a:schemeClr val="tx1"/>
                </a:solidFill>
                <a:latin typeface="Times New Roman" panose="02020603050405020304" charset="0"/>
                <a:ea typeface="宋体" panose="02010600030101010101" pitchFamily="2" charset="-122"/>
                <a:cs typeface="+mn-ea"/>
              </a:rPr>
              <a:t>——</a:t>
            </a:r>
            <a:r>
              <a:rPr lang="zh-CN" altLang="en-US" sz="2400" strike="noStrike" noProof="1">
                <a:solidFill>
                  <a:schemeClr val="tx1"/>
                </a:solidFill>
                <a:latin typeface="Times New Roman" panose="02020603050405020304" charset="0"/>
                <a:ea typeface="宋体" panose="02010600030101010101" pitchFamily="2" charset="-122"/>
                <a:cs typeface="+mn-ea"/>
              </a:rPr>
              <a:t>此项为零  </a:t>
            </a:r>
            <a:r>
              <a:rPr lang="zh-CN" altLang="en-US" sz="2000" strike="noStrike" noProof="1">
                <a:solidFill>
                  <a:schemeClr val="tx1"/>
                </a:solidFill>
                <a:latin typeface="Times New Roman" panose="02020603050405020304" charset="0"/>
                <a:ea typeface="宋体" panose="02010600030101010101" pitchFamily="2" charset="-122"/>
                <a:cs typeface="+mn-ea"/>
              </a:rPr>
              <a:t>      </a:t>
            </a:r>
            <a:endParaRPr lang="zh-CN" altLang="en-US" sz="2000" strike="noStrike" noProof="1">
              <a:solidFill>
                <a:schemeClr val="tx1"/>
              </a:solidFill>
              <a:latin typeface="Times New Roman" panose="02020603050405020304" charset="0"/>
              <a:ea typeface="宋体" panose="02010600030101010101" pitchFamily="2" charset="-122"/>
            </a:endParaRPr>
          </a:p>
        </p:txBody>
      </p:sp>
      <p:grpSp>
        <p:nvGrpSpPr>
          <p:cNvPr id="35851" name="组合 35850"/>
          <p:cNvGrpSpPr/>
          <p:nvPr/>
        </p:nvGrpSpPr>
        <p:grpSpPr>
          <a:xfrm>
            <a:off x="5707063" y="2746375"/>
            <a:ext cx="2954337" cy="1511300"/>
            <a:chOff x="0" y="0"/>
            <a:chExt cx="1861" cy="952"/>
          </a:xfrm>
        </p:grpSpPr>
        <p:grpSp>
          <p:nvGrpSpPr>
            <p:cNvPr id="51211" name="组合 35851"/>
            <p:cNvGrpSpPr/>
            <p:nvPr/>
          </p:nvGrpSpPr>
          <p:grpSpPr>
            <a:xfrm>
              <a:off x="268" y="267"/>
              <a:ext cx="1593" cy="685"/>
              <a:chOff x="0" y="0"/>
              <a:chExt cx="1776" cy="648"/>
            </a:xfrm>
          </p:grpSpPr>
          <p:sp>
            <p:nvSpPr>
              <p:cNvPr id="51212" name="文本框 35852"/>
              <p:cNvSpPr txBox="1"/>
              <p:nvPr/>
            </p:nvSpPr>
            <p:spPr>
              <a:xfrm>
                <a:off x="0" y="0"/>
                <a:ext cx="1776" cy="648"/>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lnSpc>
                    <a:spcPct val="120000"/>
                  </a:lnSpc>
                  <a:spcBef>
                    <a:spcPct val="20000"/>
                  </a:spcBef>
                </a:pPr>
                <a:r>
                  <a:rPr lang="zh-CN" altLang="en-US" b="0">
                    <a:solidFill>
                      <a:schemeClr val="tx1"/>
                    </a:solidFill>
                    <a:latin typeface="Times New Roman" panose="02020603050405020304" charset="0"/>
                    <a:ea typeface="宋体" panose="02010600030101010101" pitchFamily="2" charset="-122"/>
                  </a:rPr>
                  <a:t>  </a:t>
                </a:r>
                <a:r>
                  <a:rPr lang="zh-CN" altLang="en-US" sz="1600" b="0">
                    <a:solidFill>
                      <a:schemeClr val="tx1"/>
                    </a:solidFill>
                    <a:latin typeface="Times New Roman" panose="02020603050405020304" charset="0"/>
                    <a:ea typeface="宋体" panose="02010600030101010101" pitchFamily="2" charset="-122"/>
                  </a:rPr>
                  <a:t>分配标志       </a:t>
                </a:r>
                <a:r>
                  <a:rPr lang="x-none" altLang="zh-CN" sz="1600" b="0">
                    <a:solidFill>
                      <a:schemeClr val="tx1"/>
                    </a:solidFill>
                    <a:latin typeface="Times New Roman" panose="02020603050405020304" charset="0"/>
                    <a:ea typeface="宋体" panose="02010600030101010101" pitchFamily="2" charset="-122"/>
                  </a:rPr>
                  <a:t>  </a:t>
                </a:r>
                <a:r>
                  <a:rPr lang="en-US" altLang="zh-CN" sz="1600" b="0">
                    <a:solidFill>
                      <a:schemeClr val="tx1"/>
                    </a:solidFill>
                    <a:latin typeface="Times New Roman" panose="02020603050405020304" charset="0"/>
                    <a:ea typeface="宋体" panose="02010600030101010101" pitchFamily="2" charset="-122"/>
                  </a:rPr>
                  <a:t>flag</a:t>
                </a:r>
                <a:endParaRPr lang="en-US" altLang="zh-CN" sz="1600" b="0">
                  <a:solidFill>
                    <a:schemeClr val="tx1"/>
                  </a:solidFill>
                  <a:latin typeface="Times New Roman" panose="02020603050405020304" charset="0"/>
                  <a:ea typeface="宋体" panose="02010600030101010101" pitchFamily="2" charset="-122"/>
                </a:endParaRPr>
              </a:p>
              <a:p>
                <a:pPr lvl="0" algn="just">
                  <a:lnSpc>
                    <a:spcPct val="120000"/>
                  </a:lnSpc>
                  <a:spcBef>
                    <a:spcPct val="20000"/>
                  </a:spcBef>
                </a:pPr>
                <a:r>
                  <a:rPr lang="en-US" altLang="zh-CN" sz="1600" b="0">
                    <a:solidFill>
                      <a:schemeClr val="tx1"/>
                    </a:solidFill>
                    <a:latin typeface="Times New Roman" panose="02020603050405020304" charset="0"/>
                    <a:ea typeface="宋体" panose="02010600030101010101" pitchFamily="2" charset="-122"/>
                  </a:rPr>
                  <a:t>     </a:t>
                </a:r>
                <a:r>
                  <a:rPr lang="zh-CN" altLang="en-US" sz="1600" b="0">
                    <a:solidFill>
                      <a:schemeClr val="tx1"/>
                    </a:solidFill>
                    <a:latin typeface="Times New Roman" panose="02020603050405020304" charset="0"/>
                    <a:ea typeface="宋体" panose="02010600030101010101" pitchFamily="2" charset="-122"/>
                  </a:rPr>
                  <a:t>大小            </a:t>
                </a:r>
                <a:r>
                  <a:rPr lang="en-US" altLang="zh-CN" sz="1600" b="0">
                    <a:solidFill>
                      <a:schemeClr val="tx1"/>
                    </a:solidFill>
                    <a:latin typeface="Times New Roman" panose="02020603050405020304" charset="0"/>
                    <a:ea typeface="宋体" panose="02010600030101010101" pitchFamily="2" charset="-122"/>
                  </a:rPr>
                  <a:t>size</a:t>
                </a:r>
                <a:endParaRPr lang="en-US" altLang="zh-CN" sz="1600" b="0">
                  <a:solidFill>
                    <a:schemeClr val="tx1"/>
                  </a:solidFill>
                  <a:latin typeface="Times New Roman" panose="02020603050405020304" charset="0"/>
                  <a:ea typeface="宋体" panose="02010600030101010101" pitchFamily="2" charset="-122"/>
                </a:endParaRPr>
              </a:p>
              <a:p>
                <a:pPr lvl="0" algn="just">
                  <a:lnSpc>
                    <a:spcPct val="120000"/>
                  </a:lnSpc>
                  <a:spcBef>
                    <a:spcPct val="20000"/>
                  </a:spcBef>
                </a:pPr>
                <a:r>
                  <a:rPr lang="en-US" altLang="zh-CN" sz="1600" b="0">
                    <a:solidFill>
                      <a:schemeClr val="tx1"/>
                    </a:solidFill>
                    <a:latin typeface="Times New Roman" panose="02020603050405020304" charset="0"/>
                    <a:ea typeface="宋体" panose="02010600030101010101" pitchFamily="2" charset="-122"/>
                  </a:rPr>
                  <a:t>     </a:t>
                </a:r>
                <a:r>
                  <a:rPr lang="zh-CN" altLang="en-US" sz="1600" b="0">
                    <a:solidFill>
                      <a:schemeClr val="tx1"/>
                    </a:solidFill>
                    <a:latin typeface="Times New Roman" panose="02020603050405020304" charset="0"/>
                    <a:ea typeface="宋体" panose="02010600030101010101" pitchFamily="2" charset="-122"/>
                  </a:rPr>
                  <a:t>指针            </a:t>
                </a:r>
                <a:r>
                  <a:rPr lang="en-US" altLang="zh-CN" sz="1600" b="0">
                    <a:solidFill>
                      <a:schemeClr val="tx1"/>
                    </a:solidFill>
                    <a:latin typeface="Times New Roman" panose="02020603050405020304" charset="0"/>
                    <a:ea typeface="宋体" panose="02010600030101010101" pitchFamily="2" charset="-122"/>
                  </a:rPr>
                  <a:t>next</a:t>
                </a:r>
                <a:endParaRPr lang="en-US" altLang="zh-CN" sz="1600" b="0">
                  <a:solidFill>
                    <a:schemeClr val="tx1"/>
                  </a:solidFill>
                  <a:latin typeface="Times New Roman" panose="02020603050405020304" charset="0"/>
                  <a:ea typeface="宋体" panose="02010600030101010101" pitchFamily="2" charset="-122"/>
                </a:endParaRPr>
              </a:p>
            </p:txBody>
          </p:sp>
          <p:sp>
            <p:nvSpPr>
              <p:cNvPr id="51213" name="直接连接符 35853"/>
              <p:cNvSpPr/>
              <p:nvPr/>
            </p:nvSpPr>
            <p:spPr>
              <a:xfrm>
                <a:off x="0" y="240"/>
                <a:ext cx="1776"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1214" name="直接连接符 35854"/>
              <p:cNvSpPr/>
              <p:nvPr/>
            </p:nvSpPr>
            <p:spPr>
              <a:xfrm>
                <a:off x="0" y="432"/>
                <a:ext cx="1776"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1215" name="直接连接符 35855"/>
              <p:cNvSpPr/>
              <p:nvPr/>
            </p:nvSpPr>
            <p:spPr>
              <a:xfrm>
                <a:off x="864" y="0"/>
                <a:ext cx="0" cy="646"/>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51216" name="文本框 35856"/>
            <p:cNvSpPr txBox="1"/>
            <p:nvPr/>
          </p:nvSpPr>
          <p:spPr>
            <a:xfrm>
              <a:off x="0" y="0"/>
              <a:ext cx="649" cy="219"/>
            </a:xfrm>
            <a:prstGeom prst="rect">
              <a:avLst/>
            </a:prstGeom>
            <a:noFill/>
            <a:ln w="9525">
              <a:noFill/>
              <a:miter/>
            </a:ln>
          </p:spPr>
          <p:txBody>
            <a:bodyPr wrap="none" lIns="0" tIns="0" rIns="0" bIns="0" anchor="t"/>
            <a:p>
              <a:pPr marL="914400" lvl="0" indent="-340995">
                <a:lnSpc>
                  <a:spcPct val="120000"/>
                </a:lnSpc>
                <a:spcBef>
                  <a:spcPct val="50000"/>
                </a:spcBef>
                <a:buClr>
                  <a:schemeClr val="tx2"/>
                </a:buClr>
                <a:buSzPct val="95000"/>
                <a:buFont typeface="Wingdings" panose="05000000000000000000" pitchFamily="2" charset="2"/>
                <a:buNone/>
              </a:pPr>
              <a:r>
                <a:rPr lang="en-US" altLang="zh-CN" sz="1600">
                  <a:solidFill>
                    <a:schemeClr val="tx1"/>
                  </a:solidFill>
                  <a:latin typeface="Times New Roman" panose="02020603050405020304" charset="0"/>
                  <a:ea typeface="宋体" panose="02010600030101010101" pitchFamily="2" charset="-122"/>
                </a:rPr>
                <a:t>PD</a:t>
              </a:r>
              <a:endParaRPr lang="en-US" altLang="zh-CN" sz="1600">
                <a:solidFill>
                  <a:schemeClr val="tx1"/>
                </a:solidFill>
                <a:latin typeface="Times New Roman" panose="02020603050405020304" charset="0"/>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文本框 36865"/>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22</a:t>
            </a:r>
            <a:endParaRPr lang="en-US" altLang="zh-CN" b="0">
              <a:solidFill>
                <a:schemeClr val="tx2"/>
              </a:solidFill>
              <a:latin typeface="Times New Roman" panose="02020603050405020304" charset="0"/>
              <a:ea typeface="宋体" panose="02010600030101010101" pitchFamily="2" charset="-122"/>
            </a:endParaRPr>
          </a:p>
        </p:txBody>
      </p:sp>
      <p:sp>
        <p:nvSpPr>
          <p:cNvPr id="36867" name="矩形 36866"/>
          <p:cNvSpPr/>
          <p:nvPr/>
        </p:nvSpPr>
        <p:spPr>
          <a:xfrm>
            <a:off x="114300" y="715963"/>
            <a:ext cx="4760913" cy="53022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buNone/>
            </a:pPr>
            <a:r>
              <a:rPr lang="zh-CN" altLang="en-US" sz="2400" b="1" strike="noStrike" noProof="1">
                <a:solidFill>
                  <a:srgbClr val="000099"/>
                </a:solidFill>
                <a:latin typeface="Times New Roman" panose="02020603050405020304" charset="0"/>
                <a:ea typeface="宋体" panose="02010600030101010101" pitchFamily="2" charset="-122"/>
                <a:cs typeface="+mn-cs"/>
              </a:rPr>
              <a:t>③ 空闲区队列结构</a:t>
            </a:r>
            <a:endParaRPr lang="zh-CN" altLang="en-US" sz="2400" b="1" strike="noStrike" noProof="1">
              <a:solidFill>
                <a:srgbClr val="000099"/>
              </a:solidFill>
              <a:latin typeface="Times New Roman" panose="02020603050405020304" charset="0"/>
              <a:ea typeface="宋体" panose="02010600030101010101" pitchFamily="2" charset="-122"/>
            </a:endParaRPr>
          </a:p>
        </p:txBody>
      </p:sp>
      <p:grpSp>
        <p:nvGrpSpPr>
          <p:cNvPr id="36868" name="组合 36867"/>
          <p:cNvGrpSpPr/>
          <p:nvPr/>
        </p:nvGrpSpPr>
        <p:grpSpPr>
          <a:xfrm>
            <a:off x="684213" y="1433513"/>
            <a:ext cx="2179637" cy="3519487"/>
            <a:chOff x="-31" y="0"/>
            <a:chExt cx="1373" cy="2217"/>
          </a:xfrm>
        </p:grpSpPr>
        <p:sp>
          <p:nvSpPr>
            <p:cNvPr id="52228" name="文本框 36868"/>
            <p:cNvSpPr txBox="1"/>
            <p:nvPr/>
          </p:nvSpPr>
          <p:spPr>
            <a:xfrm>
              <a:off x="57" y="262"/>
              <a:ext cx="604" cy="175"/>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20KB</a:t>
              </a:r>
              <a:endParaRPr lang="en-US" altLang="zh-CN" sz="1600">
                <a:solidFill>
                  <a:schemeClr val="tx1"/>
                </a:solidFill>
                <a:latin typeface="Times New Roman" panose="02020603050405020304" charset="0"/>
                <a:ea typeface="宋体" panose="02010600030101010101" pitchFamily="2" charset="-122"/>
              </a:endParaRPr>
            </a:p>
          </p:txBody>
        </p:sp>
        <p:sp>
          <p:nvSpPr>
            <p:cNvPr id="52229" name="文本框 36869"/>
            <p:cNvSpPr txBox="1"/>
            <p:nvPr/>
          </p:nvSpPr>
          <p:spPr>
            <a:xfrm>
              <a:off x="254" y="0"/>
              <a:ext cx="303" cy="147"/>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52230" name="文本框 36870"/>
            <p:cNvSpPr txBox="1"/>
            <p:nvPr/>
          </p:nvSpPr>
          <p:spPr>
            <a:xfrm>
              <a:off x="610" y="87"/>
              <a:ext cx="727" cy="1887"/>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endParaRPr lang="zh-CN" altLang="en-US" sz="1600">
                <a:solidFill>
                  <a:schemeClr val="tx1"/>
                </a:solidFill>
                <a:latin typeface="Times New Roman" panose="02020603050405020304" charset="0"/>
                <a:ea typeface="宋体" panose="02010600030101010101" pitchFamily="2" charset="-122"/>
              </a:endParaRPr>
            </a:p>
          </p:txBody>
        </p:sp>
        <p:sp>
          <p:nvSpPr>
            <p:cNvPr id="36872" name="矩形 36871"/>
            <p:cNvSpPr/>
            <p:nvPr/>
          </p:nvSpPr>
          <p:spPr>
            <a:xfrm>
              <a:off x="608" y="1613"/>
              <a:ext cx="728" cy="356"/>
            </a:xfrm>
            <a:prstGeom prst="rect">
              <a:avLst/>
            </a:prstGeom>
            <a:pattFill prst="ltUpDiag">
              <a:fgClr>
                <a:srgbClr val="000000"/>
              </a:fgClr>
              <a:bgClr>
                <a:srgbClr val="FFFFFF"/>
              </a:bgClr>
            </a:patt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2232" name="直接连接符 36872"/>
            <p:cNvSpPr/>
            <p:nvPr/>
          </p:nvSpPr>
          <p:spPr>
            <a:xfrm>
              <a:off x="610" y="349"/>
              <a:ext cx="732"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2233" name="直接连接符 36873"/>
            <p:cNvSpPr/>
            <p:nvPr/>
          </p:nvSpPr>
          <p:spPr>
            <a:xfrm>
              <a:off x="606" y="610"/>
              <a:ext cx="73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2234" name="直接连接符 36874"/>
            <p:cNvSpPr/>
            <p:nvPr/>
          </p:nvSpPr>
          <p:spPr>
            <a:xfrm>
              <a:off x="606" y="829"/>
              <a:ext cx="73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2235" name="直接连接符 36875"/>
            <p:cNvSpPr/>
            <p:nvPr/>
          </p:nvSpPr>
          <p:spPr>
            <a:xfrm>
              <a:off x="606" y="1182"/>
              <a:ext cx="73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2236" name="文本框 36876"/>
            <p:cNvSpPr txBox="1"/>
            <p:nvPr/>
          </p:nvSpPr>
          <p:spPr>
            <a:xfrm>
              <a:off x="23" y="523"/>
              <a:ext cx="638" cy="183"/>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52KB</a:t>
              </a:r>
              <a:endParaRPr lang="en-US" altLang="zh-CN" sz="1600">
                <a:solidFill>
                  <a:schemeClr val="tx1"/>
                </a:solidFill>
                <a:latin typeface="Times New Roman" panose="02020603050405020304" charset="0"/>
                <a:ea typeface="宋体" panose="02010600030101010101" pitchFamily="2" charset="-122"/>
              </a:endParaRPr>
            </a:p>
          </p:txBody>
        </p:sp>
        <p:sp>
          <p:nvSpPr>
            <p:cNvPr id="52237" name="文本框 36877"/>
            <p:cNvSpPr txBox="1"/>
            <p:nvPr/>
          </p:nvSpPr>
          <p:spPr>
            <a:xfrm>
              <a:off x="-21" y="742"/>
              <a:ext cx="682" cy="200"/>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66KB</a:t>
              </a:r>
              <a:endParaRPr lang="en-US" altLang="zh-CN" sz="1600">
                <a:solidFill>
                  <a:schemeClr val="tx1"/>
                </a:solidFill>
                <a:latin typeface="Times New Roman" panose="02020603050405020304" charset="0"/>
                <a:ea typeface="宋体" panose="02010600030101010101" pitchFamily="2" charset="-122"/>
              </a:endParaRPr>
            </a:p>
          </p:txBody>
        </p:sp>
        <p:sp>
          <p:nvSpPr>
            <p:cNvPr id="52238" name="文本框 36878"/>
            <p:cNvSpPr txBox="1"/>
            <p:nvPr/>
          </p:nvSpPr>
          <p:spPr>
            <a:xfrm>
              <a:off x="-29" y="1076"/>
              <a:ext cx="743" cy="174"/>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130KB</a:t>
              </a:r>
              <a:endParaRPr lang="en-US" altLang="zh-CN" sz="1600">
                <a:solidFill>
                  <a:schemeClr val="tx1"/>
                </a:solidFill>
                <a:latin typeface="Times New Roman" panose="02020603050405020304" charset="0"/>
                <a:ea typeface="宋体" panose="02010600030101010101" pitchFamily="2" charset="-122"/>
              </a:endParaRPr>
            </a:p>
          </p:txBody>
        </p:sp>
        <p:sp>
          <p:nvSpPr>
            <p:cNvPr id="52239" name="文本框 36879"/>
            <p:cNvSpPr txBox="1"/>
            <p:nvPr/>
          </p:nvSpPr>
          <p:spPr>
            <a:xfrm>
              <a:off x="-31" y="1505"/>
              <a:ext cx="725" cy="199"/>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230KB</a:t>
              </a:r>
              <a:endParaRPr lang="en-US" altLang="zh-CN" sz="1600">
                <a:solidFill>
                  <a:schemeClr val="tx1"/>
                </a:solidFill>
                <a:latin typeface="Times New Roman" panose="02020603050405020304" charset="0"/>
                <a:ea typeface="宋体" panose="02010600030101010101" pitchFamily="2" charset="-122"/>
              </a:endParaRPr>
            </a:p>
          </p:txBody>
        </p:sp>
        <p:sp>
          <p:nvSpPr>
            <p:cNvPr id="52240" name="文本框 36880"/>
            <p:cNvSpPr txBox="1"/>
            <p:nvPr/>
          </p:nvSpPr>
          <p:spPr>
            <a:xfrm>
              <a:off x="-15" y="1901"/>
              <a:ext cx="731" cy="165"/>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256KB</a:t>
              </a:r>
              <a:endPar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endParaRPr>
            </a:p>
          </p:txBody>
        </p:sp>
        <p:sp>
          <p:nvSpPr>
            <p:cNvPr id="52241" name="文本框 36881"/>
            <p:cNvSpPr txBox="1"/>
            <p:nvPr/>
          </p:nvSpPr>
          <p:spPr>
            <a:xfrm>
              <a:off x="807" y="2042"/>
              <a:ext cx="517" cy="175"/>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主存</a:t>
              </a:r>
              <a:endParaRPr lang="zh-CN" altLang="en-US" sz="1600">
                <a:solidFill>
                  <a:schemeClr val="tx1"/>
                </a:solidFill>
                <a:latin typeface="Times New Roman" panose="02020603050405020304" charset="0"/>
                <a:ea typeface="宋体" panose="02010600030101010101" pitchFamily="2" charset="-122"/>
              </a:endParaRPr>
            </a:p>
          </p:txBody>
        </p:sp>
        <p:sp>
          <p:nvSpPr>
            <p:cNvPr id="36883" name="矩形 36882"/>
            <p:cNvSpPr/>
            <p:nvPr/>
          </p:nvSpPr>
          <p:spPr>
            <a:xfrm>
              <a:off x="610" y="610"/>
              <a:ext cx="723" cy="241"/>
            </a:xfrm>
            <a:prstGeom prst="rect">
              <a:avLst/>
            </a:prstGeom>
            <a:pattFill prst="ltUpDiag">
              <a:fgClr>
                <a:srgbClr val="000000"/>
              </a:fgClr>
              <a:bgClr>
                <a:srgbClr val="FFFFFF"/>
              </a:bgClr>
            </a:patt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2243" name="文本框 36883"/>
            <p:cNvSpPr txBox="1"/>
            <p:nvPr/>
          </p:nvSpPr>
          <p:spPr>
            <a:xfrm>
              <a:off x="818" y="98"/>
              <a:ext cx="337" cy="239"/>
            </a:xfrm>
            <a:prstGeom prst="rect">
              <a:avLst/>
            </a:prstGeom>
            <a:noFill/>
            <a:ln w="9525">
              <a:noFill/>
              <a:miter/>
            </a:ln>
          </p:spPr>
          <p:txBody>
            <a:bodyPr anchor="t"/>
            <a:p>
              <a:pPr lvl="0" algn="just">
                <a:lnSpc>
                  <a:spcPct val="80000"/>
                </a:lnSpc>
              </a:pPr>
              <a:r>
                <a:rPr lang="en-US" altLang="zh-CN" sz="2000">
                  <a:solidFill>
                    <a:schemeClr val="tx1"/>
                  </a:solidFill>
                  <a:latin typeface="Times New Roman" panose="02020603050405020304" charset="0"/>
                  <a:ea typeface="宋体" panose="02010600030101010101" pitchFamily="2" charset="-122"/>
                </a:rPr>
                <a:t>os</a:t>
              </a:r>
              <a:endParaRPr lang="en-US" altLang="zh-CN" sz="2000">
                <a:solidFill>
                  <a:schemeClr val="tx1"/>
                </a:solidFill>
                <a:latin typeface="Times New Roman" panose="02020603050405020304" charset="0"/>
                <a:ea typeface="宋体" panose="02010600030101010101" pitchFamily="2" charset="-122"/>
              </a:endParaRPr>
            </a:p>
          </p:txBody>
        </p:sp>
        <p:sp>
          <p:nvSpPr>
            <p:cNvPr id="52244" name="文本框 36884"/>
            <p:cNvSpPr txBox="1"/>
            <p:nvPr/>
          </p:nvSpPr>
          <p:spPr>
            <a:xfrm>
              <a:off x="772" y="390"/>
              <a:ext cx="502" cy="211"/>
            </a:xfrm>
            <a:prstGeom prst="rect">
              <a:avLst/>
            </a:prstGeom>
            <a:noFill/>
            <a:ln w="9525">
              <a:noFill/>
              <a:miter/>
            </a:ln>
          </p:spPr>
          <p:txBody>
            <a:bodyPr anchor="t"/>
            <a:p>
              <a:pPr lvl="0" algn="just">
                <a:lnSpc>
                  <a:spcPct val="80000"/>
                </a:lnSpc>
              </a:pPr>
              <a:r>
                <a:rPr lang="zh-CN" altLang="en-US" sz="1600" b="0">
                  <a:solidFill>
                    <a:schemeClr val="tx1"/>
                  </a:solidFill>
                  <a:latin typeface="Times New Roman" panose="02020603050405020304" charset="0"/>
                  <a:ea typeface="宋体" panose="02010600030101010101" pitchFamily="2" charset="-122"/>
                </a:rPr>
                <a:t>程序</a:t>
              </a:r>
              <a:r>
                <a:rPr lang="en-US" altLang="zh-CN" sz="1600" b="0" baseline="-25000">
                  <a:solidFill>
                    <a:schemeClr val="tx1"/>
                  </a:solidFill>
                  <a:latin typeface="Times New Roman" panose="02020603050405020304" charset="0"/>
                  <a:ea typeface="宋体" panose="02010600030101010101" pitchFamily="2" charset="-122"/>
                </a:rPr>
                <a:t>1</a:t>
              </a:r>
              <a:endParaRPr lang="en-US" altLang="zh-CN" sz="1600" b="0" baseline="-25000">
                <a:solidFill>
                  <a:schemeClr val="tx1"/>
                </a:solidFill>
                <a:latin typeface="Times New Roman" panose="02020603050405020304" charset="0"/>
                <a:ea typeface="宋体" panose="02010600030101010101" pitchFamily="2" charset="-122"/>
              </a:endParaRPr>
            </a:p>
          </p:txBody>
        </p:sp>
        <p:sp>
          <p:nvSpPr>
            <p:cNvPr id="52245" name="文本框 36885"/>
            <p:cNvSpPr txBox="1"/>
            <p:nvPr/>
          </p:nvSpPr>
          <p:spPr>
            <a:xfrm>
              <a:off x="771" y="929"/>
              <a:ext cx="502" cy="211"/>
            </a:xfrm>
            <a:prstGeom prst="rect">
              <a:avLst/>
            </a:prstGeom>
            <a:noFill/>
            <a:ln w="9525">
              <a:noFill/>
              <a:miter/>
            </a:ln>
          </p:spPr>
          <p:txBody>
            <a:bodyPr anchor="t"/>
            <a:p>
              <a:pPr lvl="0" algn="just">
                <a:lnSpc>
                  <a:spcPct val="80000"/>
                </a:lnSpc>
              </a:pPr>
              <a:r>
                <a:rPr lang="zh-CN" altLang="en-US" sz="1600" b="0">
                  <a:solidFill>
                    <a:schemeClr val="tx1"/>
                  </a:solidFill>
                  <a:latin typeface="Times New Roman" panose="02020603050405020304" charset="0"/>
                  <a:ea typeface="宋体" panose="02010600030101010101" pitchFamily="2" charset="-122"/>
                </a:rPr>
                <a:t>程序</a:t>
              </a:r>
              <a:r>
                <a:rPr lang="en-US" altLang="zh-CN" sz="1600" b="0" baseline="-25000">
                  <a:solidFill>
                    <a:schemeClr val="tx1"/>
                  </a:solidFill>
                  <a:latin typeface="Times New Roman" panose="02020603050405020304" charset="0"/>
                  <a:ea typeface="宋体" panose="02010600030101010101" pitchFamily="2" charset="-122"/>
                </a:rPr>
                <a:t>3</a:t>
              </a:r>
              <a:endParaRPr lang="en-US" altLang="zh-CN" sz="1600" b="0" baseline="-25000">
                <a:solidFill>
                  <a:schemeClr val="tx1"/>
                </a:solidFill>
                <a:latin typeface="Times New Roman" panose="02020603050405020304" charset="0"/>
                <a:ea typeface="宋体" panose="02010600030101010101" pitchFamily="2" charset="-122"/>
              </a:endParaRPr>
            </a:p>
          </p:txBody>
        </p:sp>
        <p:sp>
          <p:nvSpPr>
            <p:cNvPr id="52246" name="文本框 36886"/>
            <p:cNvSpPr txBox="1"/>
            <p:nvPr/>
          </p:nvSpPr>
          <p:spPr>
            <a:xfrm>
              <a:off x="772" y="1286"/>
              <a:ext cx="502" cy="211"/>
            </a:xfrm>
            <a:prstGeom prst="rect">
              <a:avLst/>
            </a:prstGeom>
            <a:noFill/>
            <a:ln w="9525">
              <a:noFill/>
              <a:miter/>
            </a:ln>
          </p:spPr>
          <p:txBody>
            <a:bodyPr anchor="t"/>
            <a:p>
              <a:pPr lvl="0" algn="just">
                <a:lnSpc>
                  <a:spcPct val="80000"/>
                </a:lnSpc>
              </a:pPr>
              <a:r>
                <a:rPr lang="zh-CN" altLang="en-US" sz="1600" b="0">
                  <a:solidFill>
                    <a:schemeClr val="tx1"/>
                  </a:solidFill>
                  <a:latin typeface="Times New Roman" panose="02020603050405020304" charset="0"/>
                  <a:ea typeface="宋体" panose="02010600030101010101" pitchFamily="2" charset="-122"/>
                </a:rPr>
                <a:t>程序</a:t>
              </a:r>
              <a:r>
                <a:rPr lang="en-US" altLang="zh-CN" sz="1600" b="0" baseline="-25000">
                  <a:solidFill>
                    <a:schemeClr val="tx1"/>
                  </a:solidFill>
                  <a:latin typeface="Times New Roman" panose="02020603050405020304" charset="0"/>
                  <a:ea typeface="宋体" panose="02010600030101010101" pitchFamily="2" charset="-122"/>
                </a:rPr>
                <a:t>4</a:t>
              </a:r>
              <a:endParaRPr lang="en-US" altLang="zh-CN" sz="1600" b="0" baseline="-25000">
                <a:solidFill>
                  <a:schemeClr val="tx1"/>
                </a:solidFill>
                <a:latin typeface="Times New Roman" panose="02020603050405020304" charset="0"/>
                <a:ea typeface="宋体" panose="02010600030101010101" pitchFamily="2" charset="-122"/>
              </a:endParaRPr>
            </a:p>
          </p:txBody>
        </p:sp>
      </p:grpSp>
      <p:grpSp>
        <p:nvGrpSpPr>
          <p:cNvPr id="36888" name="组合 36887"/>
          <p:cNvGrpSpPr/>
          <p:nvPr/>
        </p:nvGrpSpPr>
        <p:grpSpPr>
          <a:xfrm>
            <a:off x="3733800" y="1457325"/>
            <a:ext cx="4168775" cy="2397125"/>
            <a:chOff x="0" y="0"/>
            <a:chExt cx="2626" cy="1510"/>
          </a:xfrm>
        </p:grpSpPr>
        <p:sp>
          <p:nvSpPr>
            <p:cNvPr id="52248" name="文本框 36888"/>
            <p:cNvSpPr txBox="1"/>
            <p:nvPr/>
          </p:nvSpPr>
          <p:spPr>
            <a:xfrm>
              <a:off x="0" y="237"/>
              <a:ext cx="689" cy="353"/>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endParaRPr lang="zh-CN" altLang="en-US" sz="1600">
                <a:solidFill>
                  <a:schemeClr val="tx1"/>
                </a:solidFill>
                <a:latin typeface="Times New Roman" panose="02020603050405020304" charset="0"/>
                <a:ea typeface="宋体" panose="02010600030101010101" pitchFamily="2" charset="-122"/>
              </a:endParaRPr>
            </a:p>
            <a:p>
              <a:pPr lvl="0" algn="just"/>
              <a:endParaRPr lang="zh-CN" altLang="en-US" sz="1600">
                <a:solidFill>
                  <a:schemeClr val="tx1"/>
                </a:solidFill>
                <a:latin typeface="Times New Roman" panose="02020603050405020304" charset="0"/>
                <a:ea typeface="宋体" panose="02010600030101010101" pitchFamily="2" charset="-122"/>
              </a:endParaRPr>
            </a:p>
          </p:txBody>
        </p:sp>
        <p:sp>
          <p:nvSpPr>
            <p:cNvPr id="52249" name="文本框 36889"/>
            <p:cNvSpPr txBox="1"/>
            <p:nvPr/>
          </p:nvSpPr>
          <p:spPr>
            <a:xfrm>
              <a:off x="19" y="302"/>
              <a:ext cx="586" cy="221"/>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52KB</a:t>
              </a:r>
              <a:endParaRPr lang="en-US" altLang="zh-CN" sz="1600">
                <a:solidFill>
                  <a:schemeClr val="tx1"/>
                </a:solidFill>
                <a:latin typeface="Times New Roman" panose="02020603050405020304" charset="0"/>
                <a:ea typeface="宋体" panose="02010600030101010101" pitchFamily="2" charset="-122"/>
              </a:endParaRPr>
            </a:p>
          </p:txBody>
        </p:sp>
        <p:sp>
          <p:nvSpPr>
            <p:cNvPr id="52250" name="文本框 36890"/>
            <p:cNvSpPr txBox="1"/>
            <p:nvPr/>
          </p:nvSpPr>
          <p:spPr>
            <a:xfrm>
              <a:off x="43" y="0"/>
              <a:ext cx="533" cy="208"/>
            </a:xfrm>
            <a:prstGeom prst="rect">
              <a:avLst/>
            </a:prstGeom>
            <a:noFill/>
            <a:ln w="9525">
              <a:noFill/>
              <a:miter/>
            </a:ln>
          </p:spPr>
          <p:txBody>
            <a:bodyPr anchor="t"/>
            <a:p>
              <a:pPr lvl="0" algn="just"/>
              <a:r>
                <a:rPr lang="en-US" altLang="zh-CN">
                  <a:solidFill>
                    <a:schemeClr val="tx1"/>
                  </a:solidFill>
                  <a:latin typeface="Times New Roman" panose="02020603050405020304" charset="0"/>
                  <a:sym typeface="+mn-ea"/>
                </a:rPr>
                <a:t>M_RIB</a:t>
              </a:r>
              <a:endParaRPr lang="en-US" altLang="zh-CN">
                <a:solidFill>
                  <a:schemeClr val="tx1"/>
                </a:solidFill>
                <a:latin typeface="Times New Roman" panose="02020603050405020304" charset="0"/>
                <a:ea typeface="宋体" panose="02010600030101010101" pitchFamily="2" charset="-122"/>
                <a:sym typeface="+mn-ea"/>
              </a:endParaRPr>
            </a:p>
          </p:txBody>
        </p:sp>
        <p:sp>
          <p:nvSpPr>
            <p:cNvPr id="52251" name="直接连接符 36891"/>
            <p:cNvSpPr/>
            <p:nvPr/>
          </p:nvSpPr>
          <p:spPr>
            <a:xfrm>
              <a:off x="0" y="342"/>
              <a:ext cx="689"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2252" name="直接连接符 36892"/>
            <p:cNvSpPr/>
            <p:nvPr/>
          </p:nvSpPr>
          <p:spPr>
            <a:xfrm>
              <a:off x="0" y="486"/>
              <a:ext cx="689"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nvGrpSpPr>
            <p:cNvPr id="52253" name="组合 36893"/>
            <p:cNvGrpSpPr/>
            <p:nvPr/>
          </p:nvGrpSpPr>
          <p:grpSpPr>
            <a:xfrm>
              <a:off x="1076" y="403"/>
              <a:ext cx="560" cy="789"/>
              <a:chOff x="0" y="0"/>
              <a:chExt cx="624" cy="912"/>
            </a:xfrm>
          </p:grpSpPr>
          <p:sp>
            <p:nvSpPr>
              <p:cNvPr id="52254" name="文本框 36894"/>
              <p:cNvSpPr txBox="1"/>
              <p:nvPr/>
            </p:nvSpPr>
            <p:spPr>
              <a:xfrm>
                <a:off x="0" y="0"/>
                <a:ext cx="624" cy="912"/>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spcBef>
                    <a:spcPct val="30000"/>
                  </a:spcBef>
                </a:pPr>
                <a:r>
                  <a:rPr lang="zh-CN" altLang="en-US" sz="1600">
                    <a:solidFill>
                      <a:schemeClr val="tx1"/>
                    </a:solidFill>
                    <a:latin typeface="Times New Roman" panose="02020603050405020304" charset="0"/>
                    <a:ea typeface="宋体" panose="02010600030101010101" pitchFamily="2" charset="-122"/>
                  </a:rPr>
                  <a:t>    </a:t>
                </a:r>
                <a:endParaRPr lang="zh-CN" altLang="en-US" sz="1600">
                  <a:solidFill>
                    <a:schemeClr val="tx1"/>
                  </a:solidFill>
                  <a:latin typeface="Times New Roman" panose="02020603050405020304" charset="0"/>
                  <a:ea typeface="宋体" panose="02010600030101010101" pitchFamily="2" charset="-122"/>
                </a:endParaRPr>
              </a:p>
              <a:p>
                <a:pPr lvl="0" algn="just">
                  <a:spcBef>
                    <a:spcPct val="30000"/>
                  </a:spcBef>
                </a:pPr>
                <a:endParaRPr lang="zh-CN" altLang="en-US" sz="1600">
                  <a:solidFill>
                    <a:schemeClr val="tx1"/>
                  </a:solidFill>
                  <a:latin typeface="Times New Roman" panose="02020603050405020304" charset="0"/>
                  <a:ea typeface="宋体" panose="02010600030101010101" pitchFamily="2" charset="-122"/>
                </a:endParaRPr>
              </a:p>
              <a:p>
                <a:pPr lvl="0" algn="just">
                  <a:spcBef>
                    <a:spcPct val="30000"/>
                  </a:spcBef>
                </a:pPr>
                <a:r>
                  <a:rPr lang="zh-CN" altLang="en-US" sz="1600">
                    <a:solidFill>
                      <a:schemeClr val="tx1"/>
                    </a:solidFill>
                    <a:latin typeface="Times New Roman" panose="02020603050405020304" charset="0"/>
                    <a:ea typeface="宋体" panose="02010600030101010101" pitchFamily="2" charset="-122"/>
                  </a:rPr>
                  <a:t>  </a:t>
                </a:r>
                <a:endParaRPr lang="zh-CN" altLang="en-US" sz="1600">
                  <a:solidFill>
                    <a:schemeClr val="tx1"/>
                  </a:solidFill>
                  <a:latin typeface="Times New Roman" panose="02020603050405020304" charset="0"/>
                  <a:ea typeface="宋体" panose="02010600030101010101" pitchFamily="2" charset="-122"/>
                </a:endParaRPr>
              </a:p>
            </p:txBody>
          </p:sp>
          <p:sp>
            <p:nvSpPr>
              <p:cNvPr id="52255" name="直接连接符 36895"/>
              <p:cNvSpPr/>
              <p:nvPr/>
            </p:nvSpPr>
            <p:spPr>
              <a:xfrm>
                <a:off x="0" y="192"/>
                <a:ext cx="619"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2256" name="直接连接符 36896"/>
              <p:cNvSpPr/>
              <p:nvPr/>
            </p:nvSpPr>
            <p:spPr>
              <a:xfrm>
                <a:off x="0" y="384"/>
                <a:ext cx="619"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2257" name="直接连接符 36897"/>
              <p:cNvSpPr/>
              <p:nvPr/>
            </p:nvSpPr>
            <p:spPr>
              <a:xfrm>
                <a:off x="0" y="576"/>
                <a:ext cx="619"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52258" name="直接连接符 36898"/>
            <p:cNvSpPr/>
            <p:nvPr/>
          </p:nvSpPr>
          <p:spPr>
            <a:xfrm>
              <a:off x="603" y="403"/>
              <a:ext cx="473"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nvGrpSpPr>
            <p:cNvPr id="52259" name="组合 36899"/>
            <p:cNvGrpSpPr/>
            <p:nvPr/>
          </p:nvGrpSpPr>
          <p:grpSpPr>
            <a:xfrm>
              <a:off x="2066" y="403"/>
              <a:ext cx="560" cy="789"/>
              <a:chOff x="0" y="0"/>
              <a:chExt cx="624" cy="912"/>
            </a:xfrm>
          </p:grpSpPr>
          <p:sp>
            <p:nvSpPr>
              <p:cNvPr id="52260" name="文本框 36900"/>
              <p:cNvSpPr txBox="1"/>
              <p:nvPr/>
            </p:nvSpPr>
            <p:spPr>
              <a:xfrm>
                <a:off x="0" y="0"/>
                <a:ext cx="624" cy="912"/>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spcBef>
                    <a:spcPct val="30000"/>
                  </a:spcBef>
                </a:pPr>
                <a:r>
                  <a:rPr lang="zh-CN" altLang="en-US" sz="1600">
                    <a:solidFill>
                      <a:schemeClr val="tx1"/>
                    </a:solidFill>
                    <a:latin typeface="Times New Roman" panose="02020603050405020304" charset="0"/>
                    <a:ea typeface="宋体" panose="02010600030101010101" pitchFamily="2" charset="-122"/>
                  </a:rPr>
                  <a:t>  </a:t>
                </a:r>
                <a:endParaRPr lang="zh-CN" altLang="en-US" sz="1600">
                  <a:solidFill>
                    <a:schemeClr val="tx1"/>
                  </a:solidFill>
                  <a:latin typeface="Times New Roman" panose="02020603050405020304" charset="0"/>
                  <a:ea typeface="宋体" panose="02010600030101010101" pitchFamily="2" charset="-122"/>
                </a:endParaRPr>
              </a:p>
            </p:txBody>
          </p:sp>
          <p:sp>
            <p:nvSpPr>
              <p:cNvPr id="52261" name="直接连接符 36901"/>
              <p:cNvSpPr/>
              <p:nvPr/>
            </p:nvSpPr>
            <p:spPr>
              <a:xfrm>
                <a:off x="0" y="192"/>
                <a:ext cx="619"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2262" name="直接连接符 36902"/>
              <p:cNvSpPr/>
              <p:nvPr/>
            </p:nvSpPr>
            <p:spPr>
              <a:xfrm>
                <a:off x="0" y="384"/>
                <a:ext cx="619"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2263" name="直接连接符 36903"/>
              <p:cNvSpPr/>
              <p:nvPr/>
            </p:nvSpPr>
            <p:spPr>
              <a:xfrm>
                <a:off x="0" y="576"/>
                <a:ext cx="619"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52264" name="直接连接符 36904"/>
            <p:cNvSpPr/>
            <p:nvPr/>
          </p:nvSpPr>
          <p:spPr>
            <a:xfrm>
              <a:off x="1593" y="818"/>
              <a:ext cx="215"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2265" name="直接连接符 36905"/>
            <p:cNvSpPr/>
            <p:nvPr/>
          </p:nvSpPr>
          <p:spPr>
            <a:xfrm flipV="1">
              <a:off x="1808" y="403"/>
              <a:ext cx="0" cy="415"/>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2266" name="直接连接符 36906"/>
            <p:cNvSpPr/>
            <p:nvPr/>
          </p:nvSpPr>
          <p:spPr>
            <a:xfrm>
              <a:off x="1808" y="403"/>
              <a:ext cx="258"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2267" name="文本框 36907"/>
            <p:cNvSpPr txBox="1"/>
            <p:nvPr/>
          </p:nvSpPr>
          <p:spPr>
            <a:xfrm>
              <a:off x="1079" y="1298"/>
              <a:ext cx="873"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空闲区队列</a:t>
              </a:r>
              <a:endParaRPr lang="zh-CN" altLang="en-US" sz="1600">
                <a:solidFill>
                  <a:schemeClr val="tx1"/>
                </a:solidFill>
                <a:latin typeface="Times New Roman" panose="02020603050405020304" charset="0"/>
                <a:ea typeface="宋体" panose="02010600030101010101" pitchFamily="2" charset="-122"/>
              </a:endParaRPr>
            </a:p>
          </p:txBody>
        </p:sp>
        <p:sp>
          <p:nvSpPr>
            <p:cNvPr id="52268" name="文本框 36908"/>
            <p:cNvSpPr txBox="1"/>
            <p:nvPr/>
          </p:nvSpPr>
          <p:spPr>
            <a:xfrm>
              <a:off x="1057" y="704"/>
              <a:ext cx="627" cy="221"/>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230KB</a:t>
              </a:r>
              <a:endParaRPr lang="en-US" altLang="zh-CN" sz="1600">
                <a:solidFill>
                  <a:schemeClr val="tx1"/>
                </a:solidFill>
                <a:latin typeface="Times New Roman" panose="02020603050405020304" charset="0"/>
                <a:ea typeface="宋体" panose="02010600030101010101" pitchFamily="2" charset="-122"/>
              </a:endParaRPr>
            </a:p>
          </p:txBody>
        </p:sp>
        <p:sp>
          <p:nvSpPr>
            <p:cNvPr id="52269" name="文本框 36909"/>
            <p:cNvSpPr txBox="1"/>
            <p:nvPr/>
          </p:nvSpPr>
          <p:spPr>
            <a:xfrm>
              <a:off x="1255" y="374"/>
              <a:ext cx="200" cy="221"/>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52270" name="文本框 36910"/>
            <p:cNvSpPr txBox="1"/>
            <p:nvPr/>
          </p:nvSpPr>
          <p:spPr>
            <a:xfrm>
              <a:off x="1078" y="548"/>
              <a:ext cx="516" cy="221"/>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14KB</a:t>
              </a:r>
              <a:endParaRPr lang="en-US" altLang="zh-CN" sz="1600">
                <a:solidFill>
                  <a:schemeClr val="tx1"/>
                </a:solidFill>
                <a:latin typeface="Times New Roman" panose="02020603050405020304" charset="0"/>
                <a:ea typeface="宋体" panose="02010600030101010101" pitchFamily="2" charset="-122"/>
              </a:endParaRPr>
            </a:p>
          </p:txBody>
        </p:sp>
        <p:sp>
          <p:nvSpPr>
            <p:cNvPr id="52271" name="文本框 36911"/>
            <p:cNvSpPr txBox="1"/>
            <p:nvPr/>
          </p:nvSpPr>
          <p:spPr>
            <a:xfrm>
              <a:off x="2242" y="365"/>
              <a:ext cx="200" cy="221"/>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52272" name="文本框 36912"/>
            <p:cNvSpPr txBox="1"/>
            <p:nvPr/>
          </p:nvSpPr>
          <p:spPr>
            <a:xfrm>
              <a:off x="2064" y="538"/>
              <a:ext cx="508" cy="221"/>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26KB</a:t>
              </a:r>
              <a:endParaRPr lang="en-US" altLang="zh-CN" sz="1600">
                <a:solidFill>
                  <a:schemeClr val="tx1"/>
                </a:solidFill>
                <a:latin typeface="Times New Roman" panose="02020603050405020304" charset="0"/>
                <a:ea typeface="宋体" panose="02010600030101010101" pitchFamily="2" charset="-122"/>
              </a:endParaRPr>
            </a:p>
          </p:txBody>
        </p:sp>
        <p:sp>
          <p:nvSpPr>
            <p:cNvPr id="52273" name="文本框 36913"/>
            <p:cNvSpPr txBox="1"/>
            <p:nvPr/>
          </p:nvSpPr>
          <p:spPr>
            <a:xfrm>
              <a:off x="2243" y="712"/>
              <a:ext cx="246" cy="221"/>
            </a:xfrm>
            <a:prstGeom prst="rect">
              <a:avLst/>
            </a:prstGeom>
            <a:noFill/>
            <a:ln w="9525">
              <a:noFill/>
              <a:miter/>
            </a:ln>
          </p:spPr>
          <p:txBody>
            <a:bodyPr anchor="t"/>
            <a:p>
              <a:pPr lvl="0" algn="just"/>
              <a:r>
                <a:rPr lang="en-US" altLang="zh-CN">
                  <a:solidFill>
                    <a:schemeClr val="tx1"/>
                  </a:solidFill>
                  <a:latin typeface="Arial" panose="02080604020202020204" pitchFamily="34" charset="0"/>
                  <a:ea typeface="宋体" panose="02010600030101010101" pitchFamily="2" charset="-122"/>
                  <a:sym typeface="Symbol" panose="05050102010706020507" pitchFamily="18" charset="2"/>
                </a:rPr>
                <a:t>^</a:t>
              </a:r>
              <a:endParaRPr lang="en-US" altLang="zh-CN">
                <a:solidFill>
                  <a:schemeClr val="tx1"/>
                </a:solidFill>
                <a:latin typeface="Arial" panose="02080604020202020204" pitchFamily="34" charset="0"/>
                <a:ea typeface="宋体" panose="02010600030101010101" pitchFamily="2" charset="-122"/>
                <a:sym typeface="Symbol" panose="05050102010706020507" pitchFamily="18" charset="2"/>
              </a:endParaRPr>
            </a:p>
          </p:txBody>
        </p:sp>
      </p:grpSp>
      <p:sp>
        <p:nvSpPr>
          <p:cNvPr id="36915" name="文本框 36914"/>
          <p:cNvSpPr txBox="1"/>
          <p:nvPr/>
        </p:nvSpPr>
        <p:spPr>
          <a:xfrm>
            <a:off x="3173413" y="5221288"/>
            <a:ext cx="3116262" cy="336550"/>
          </a:xfrm>
          <a:prstGeom prst="rect">
            <a:avLst/>
          </a:prstGeom>
          <a:noFill/>
          <a:ln w="9525">
            <a:noFill/>
            <a:miter/>
          </a:ln>
        </p:spPr>
        <p:txBody>
          <a:bodyPr anchor="t">
            <a:spAutoFit/>
          </a:bodyPr>
          <a:p>
            <a:pPr lvl="0">
              <a:spcBef>
                <a:spcPct val="30000"/>
              </a:spcBef>
            </a:pPr>
            <a:r>
              <a:rPr lang="zh-CN" altLang="en-US" sz="1600" b="0">
                <a:solidFill>
                  <a:schemeClr val="tx1"/>
                </a:solidFill>
                <a:latin typeface="Times New Roman" panose="02020603050405020304" charset="0"/>
                <a:ea typeface="宋体" panose="02010600030101010101" pitchFamily="2" charset="-122"/>
              </a:rPr>
              <a:t>动态分区的空闲区队列结构</a:t>
            </a:r>
            <a:endParaRPr lang="zh-CN" altLang="en-US" sz="1600" b="0">
              <a:solidFill>
                <a:schemeClr val="tx1"/>
              </a:solidFill>
              <a:latin typeface="Times New Roman" panose="02020603050405020304" charset="0"/>
              <a:ea typeface="宋体" panose="02010600030101010101" pitchFamily="2" charset="-122"/>
            </a:endParaRPr>
          </a:p>
        </p:txBody>
      </p:sp>
      <p:sp>
        <p:nvSpPr>
          <p:cNvPr id="36916" name="矩形 36915"/>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分区存储管理</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6867" grpId="0" build="p"/>
      <p:bldP spid="3691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标题 61441"/>
          <p:cNvSpPr>
            <a:spLocks noGrp="1"/>
          </p:cNvSpPr>
          <p:nvPr>
            <p:ph type="title"/>
          </p:nvPr>
        </p:nvSpPr>
        <p:spPr>
          <a:xfrm>
            <a:off x="363538" y="650875"/>
            <a:ext cx="8393113" cy="695325"/>
          </a:xfrm>
        </p:spPr>
        <p:txBody>
          <a:bodyPr anchor="b">
            <a:spAutoFit/>
          </a:bodyPr>
          <a:p>
            <a:pPr fontAlgn="base"/>
            <a:r>
              <a:rPr lang="zh-CN" altLang="en-US" sz="4000" strike="noStrike" noProof="1">
                <a:solidFill>
                  <a:srgbClr val="800000"/>
                </a:solidFill>
              </a:rPr>
              <a:t>分区的分配与回收</a:t>
            </a:r>
            <a:endParaRPr lang="zh-CN" altLang="en-US" sz="4000" strike="noStrike" noProof="1">
              <a:solidFill>
                <a:srgbClr val="800000"/>
              </a:solidFill>
            </a:endParaRPr>
          </a:p>
        </p:txBody>
      </p:sp>
      <p:sp>
        <p:nvSpPr>
          <p:cNvPr id="61443" name="内容占位符 61442"/>
          <p:cNvSpPr>
            <a:spLocks noGrp="1"/>
          </p:cNvSpPr>
          <p:nvPr>
            <p:ph idx="1"/>
          </p:nvPr>
        </p:nvSpPr>
        <p:spPr>
          <a:xfrm>
            <a:off x="381000" y="1443038"/>
            <a:ext cx="8388350" cy="3761105"/>
          </a:xfrm>
        </p:spPr>
        <p:txBody>
          <a:bodyPr anchor="t">
            <a:spAutoFit/>
          </a:bodyPr>
          <a:p>
            <a:pPr fontAlgn="base">
              <a:buNone/>
            </a:pPr>
            <a:r>
              <a:rPr lang="en-US" altLang="zh-CN" b="1" strike="noStrike" noProof="1">
                <a:solidFill>
                  <a:schemeClr val="tx1"/>
                </a:solidFill>
              </a:rPr>
              <a:t>1. </a:t>
            </a:r>
            <a:r>
              <a:rPr lang="zh-CN" altLang="en-US" b="1" strike="noStrike" noProof="1">
                <a:solidFill>
                  <a:schemeClr val="tx1"/>
                </a:solidFill>
              </a:rPr>
              <a:t>分区分配</a:t>
            </a:r>
            <a:endParaRPr lang="zh-CN" altLang="en-US" b="1" strike="noStrike" noProof="1">
              <a:solidFill>
                <a:schemeClr val="tx1"/>
              </a:solidFill>
            </a:endParaRPr>
          </a:p>
          <a:p>
            <a:pPr lvl="1" algn="just" fontAlgn="base"/>
            <a:r>
              <a:rPr lang="zh-CN" altLang="en-US" strike="noStrike" noProof="1">
                <a:solidFill>
                  <a:schemeClr val="tx1"/>
                </a:solidFill>
                <a:effectLst/>
              </a:rPr>
              <a:t>用户请求分配一个主存块</a:t>
            </a:r>
            <a:endParaRPr lang="zh-CN" altLang="en-US" strike="noStrike" noProof="1">
              <a:solidFill>
                <a:schemeClr val="tx1"/>
              </a:solidFill>
              <a:effectLst/>
            </a:endParaRPr>
          </a:p>
          <a:p>
            <a:pPr lvl="1" algn="just" fontAlgn="base"/>
            <a:r>
              <a:rPr lang="zh-CN" altLang="en-US" strike="noStrike" noProof="1">
                <a:solidFill>
                  <a:schemeClr val="tx1"/>
                </a:solidFill>
                <a:effectLst/>
              </a:rPr>
              <a:t>分区分配程序在空闲区队列中找一个满足用户需要的空闲块；</a:t>
            </a:r>
            <a:endParaRPr lang="zh-CN" altLang="en-US" strike="noStrike" noProof="1">
              <a:solidFill>
                <a:schemeClr val="tx1"/>
              </a:solidFill>
              <a:effectLst/>
            </a:endParaRPr>
          </a:p>
          <a:p>
            <a:pPr lvl="1" algn="just" fontAlgn="base"/>
            <a:r>
              <a:rPr lang="zh-CN" altLang="en-US" strike="noStrike" noProof="1">
                <a:solidFill>
                  <a:schemeClr val="tx1"/>
                </a:solidFill>
                <a:effectLst/>
              </a:rPr>
              <a:t>若找到，以空闲块与请求的主存块大小之间的关系（剩余大于门限值则分割，否则全部分配）进行相应的处理，并返回所分配区域的首址；</a:t>
            </a:r>
            <a:endParaRPr lang="zh-CN" altLang="en-US" strike="noStrike" noProof="1">
              <a:solidFill>
                <a:schemeClr val="tx1"/>
              </a:solidFill>
              <a:effectLst/>
            </a:endParaRPr>
          </a:p>
          <a:p>
            <a:pPr lvl="1" algn="just" fontAlgn="base"/>
            <a:r>
              <a:rPr lang="zh-CN" altLang="en-US" strike="noStrike" noProof="1">
                <a:solidFill>
                  <a:schemeClr val="tx1"/>
                </a:solidFill>
                <a:effectLst/>
              </a:rPr>
              <a:t>否则，告之不能满足要求。</a:t>
            </a:r>
            <a:endParaRPr lang="zh-CN" altLang="en-US" strike="noStrike" noProof="1">
              <a:solidFill>
                <a:schemeClr val="tx1"/>
              </a:solidFill>
              <a:effectLst/>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1443" grpId="0" bldLvl="2"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标题 62465"/>
          <p:cNvSpPr>
            <a:spLocks noGrp="1"/>
          </p:cNvSpPr>
          <p:nvPr>
            <p:ph type="title"/>
          </p:nvPr>
        </p:nvSpPr>
        <p:spPr>
          <a:xfrm>
            <a:off x="363538" y="650875"/>
            <a:ext cx="8393113" cy="695325"/>
          </a:xfrm>
        </p:spPr>
        <p:txBody>
          <a:bodyPr anchor="b">
            <a:spAutoFit/>
          </a:bodyPr>
          <a:p>
            <a:pPr fontAlgn="base"/>
            <a:r>
              <a:rPr lang="zh-CN" altLang="en-US" sz="4000" strike="noStrike" noProof="1">
                <a:solidFill>
                  <a:srgbClr val="800000"/>
                </a:solidFill>
              </a:rPr>
              <a:t>分区的分配与回收（续）</a:t>
            </a:r>
            <a:endParaRPr lang="zh-CN" altLang="en-US" sz="4000" strike="noStrike" noProof="1">
              <a:solidFill>
                <a:srgbClr val="800000"/>
              </a:solidFill>
            </a:endParaRPr>
          </a:p>
        </p:txBody>
      </p:sp>
      <p:sp>
        <p:nvSpPr>
          <p:cNvPr id="54274" name="文本占位符 62466"/>
          <p:cNvSpPr>
            <a:spLocks noGrp="1"/>
          </p:cNvSpPr>
          <p:nvPr>
            <p:ph idx="1"/>
          </p:nvPr>
        </p:nvSpPr>
        <p:spPr>
          <a:xfrm>
            <a:off x="395288" y="1389063"/>
            <a:ext cx="8388350" cy="1085850"/>
          </a:xfrm>
        </p:spPr>
        <p:txBody>
          <a:bodyPr wrap="square" anchor="t">
            <a:spAutoFit/>
          </a:bodyPr>
          <a:p>
            <a:pPr fontAlgn="base">
              <a:buNone/>
            </a:pPr>
            <a:r>
              <a:rPr lang="en-US" altLang="zh-CN" b="1" strike="noStrike" noProof="1">
                <a:solidFill>
                  <a:schemeClr val="tx1"/>
                </a:solidFill>
              </a:rPr>
              <a:t>2. </a:t>
            </a:r>
            <a:r>
              <a:rPr lang="zh-CN" altLang="en-US" b="1" strike="noStrike" noProof="1">
                <a:solidFill>
                  <a:schemeClr val="tx1"/>
                </a:solidFill>
              </a:rPr>
              <a:t>分区回收</a:t>
            </a:r>
            <a:endParaRPr lang="zh-CN" altLang="en-US" b="1" strike="noStrike" noProof="1">
              <a:solidFill>
                <a:schemeClr val="tx1"/>
              </a:solidFill>
            </a:endParaRPr>
          </a:p>
          <a:p>
            <a:pPr algn="just" fontAlgn="base">
              <a:buNone/>
            </a:pPr>
            <a:r>
              <a:rPr lang="zh-CN" altLang="en-US" sz="2800" b="1" strike="noStrike" noProof="1">
                <a:solidFill>
                  <a:schemeClr val="tx1"/>
                </a:solidFill>
              </a:rPr>
              <a:t>      回收主存块的四种情况</a:t>
            </a:r>
            <a:endParaRPr lang="zh-CN" altLang="en-US" sz="2800" b="1" strike="noStrike" noProof="1">
              <a:solidFill>
                <a:schemeClr val="tx1"/>
              </a:solidFill>
            </a:endParaRPr>
          </a:p>
        </p:txBody>
      </p:sp>
      <p:grpSp>
        <p:nvGrpSpPr>
          <p:cNvPr id="62468" name="组合 62467"/>
          <p:cNvGrpSpPr/>
          <p:nvPr/>
        </p:nvGrpSpPr>
        <p:grpSpPr>
          <a:xfrm>
            <a:off x="228600" y="2530475"/>
            <a:ext cx="1981200" cy="3641725"/>
            <a:chOff x="0" y="0"/>
            <a:chExt cx="1248" cy="2294"/>
          </a:xfrm>
        </p:grpSpPr>
        <p:sp>
          <p:nvSpPr>
            <p:cNvPr id="54276" name="文本框 62468"/>
            <p:cNvSpPr txBox="1"/>
            <p:nvPr/>
          </p:nvSpPr>
          <p:spPr>
            <a:xfrm>
              <a:off x="102" y="0"/>
              <a:ext cx="992" cy="1921"/>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endParaRPr lang="en-US" altLang="zh-CN" sz="1000">
                <a:latin typeface="Times New Roman" panose="02020603050405020304" charset="0"/>
                <a:ea typeface="宋体" panose="02010600030101010101" pitchFamily="2" charset="-122"/>
              </a:endParaRPr>
            </a:p>
            <a:p>
              <a:pPr lvl="0" algn="just">
                <a:spcBef>
                  <a:spcPct val="30000"/>
                </a:spcBef>
              </a:pPr>
              <a:r>
                <a:rPr lang="en-US" altLang="zh-CN" sz="1000">
                  <a:latin typeface="Times New Roman" panose="02020603050405020304" charset="0"/>
                  <a:ea typeface="宋体" panose="02010600030101010101" pitchFamily="2" charset="-122"/>
                </a:rPr>
                <a:t>           </a:t>
              </a:r>
              <a:endParaRPr lang="en-US" altLang="zh-CN">
                <a:latin typeface="Times New Roman" panose="02020603050405020304" charset="0"/>
                <a:ea typeface="宋体" panose="02010600030101010101" pitchFamily="2" charset="-122"/>
              </a:endParaRPr>
            </a:p>
            <a:p>
              <a:pPr lvl="0" algn="just">
                <a:spcBef>
                  <a:spcPct val="30000"/>
                </a:spcBef>
              </a:pPr>
              <a:r>
                <a:rPr lang="en-US" altLang="zh-CN" sz="2000">
                  <a:latin typeface="Times New Roman" panose="02020603050405020304" charset="0"/>
                  <a:ea typeface="宋体" panose="02010600030101010101" pitchFamily="2" charset="-122"/>
                </a:rPr>
                <a:t>      </a:t>
              </a:r>
              <a:endParaRPr lang="en-US" altLang="zh-CN" sz="2000">
                <a:latin typeface="Times New Roman" panose="02020603050405020304" charset="0"/>
                <a:ea typeface="宋体" panose="02010600030101010101" pitchFamily="2" charset="-122"/>
              </a:endParaRPr>
            </a:p>
            <a:p>
              <a:pPr lvl="0" algn="just">
                <a:spcBef>
                  <a:spcPct val="30000"/>
                </a:spcBef>
              </a:pPr>
              <a:r>
                <a:rPr lang="en-US" altLang="zh-CN" sz="2000">
                  <a:latin typeface="Times New Roman" panose="02020603050405020304" charset="0"/>
                  <a:ea typeface="宋体" panose="02010600030101010101" pitchFamily="2" charset="-122"/>
                </a:rPr>
                <a:t>   </a:t>
              </a:r>
              <a:endParaRPr lang="en-US" altLang="zh-CN" sz="2000">
                <a:latin typeface="Times New Roman" panose="02020603050405020304" charset="0"/>
                <a:ea typeface="宋体" panose="02010600030101010101" pitchFamily="2" charset="-122"/>
              </a:endParaRPr>
            </a:p>
            <a:p>
              <a:pPr lvl="0" algn="just">
                <a:spcBef>
                  <a:spcPct val="30000"/>
                </a:spcBef>
              </a:pPr>
              <a:r>
                <a:rPr lang="en-US" altLang="zh-CN" sz="2000">
                  <a:latin typeface="Times New Roman" panose="02020603050405020304" charset="0"/>
                  <a:ea typeface="宋体" panose="02010600030101010101" pitchFamily="2" charset="-122"/>
                </a:rPr>
                <a:t>  </a:t>
              </a:r>
              <a:endParaRPr lang="en-US" altLang="zh-CN" sz="2000">
                <a:latin typeface="Times New Roman" panose="02020603050405020304" charset="0"/>
                <a:ea typeface="宋体" panose="02010600030101010101" pitchFamily="2" charset="-122"/>
              </a:endParaRPr>
            </a:p>
            <a:p>
              <a:pPr lvl="0" algn="just"/>
              <a:endParaRPr lang="en-US" altLang="zh-CN" sz="1000">
                <a:latin typeface="Times New Roman" panose="02020603050405020304" charset="0"/>
                <a:ea typeface="宋体" panose="02010600030101010101" pitchFamily="2" charset="-122"/>
              </a:endParaRPr>
            </a:p>
            <a:p>
              <a:pPr lvl="0" algn="just"/>
              <a:endParaRPr lang="en-US" altLang="zh-CN" sz="1000">
                <a:latin typeface="Times New Roman" panose="02020603050405020304" charset="0"/>
                <a:ea typeface="宋体" panose="02010600030101010101" pitchFamily="2" charset="-122"/>
              </a:endParaRPr>
            </a:p>
            <a:p>
              <a:pPr lvl="0" algn="just"/>
              <a:endParaRPr lang="en-US" altLang="zh-CN" sz="1000">
                <a:latin typeface="Times New Roman" panose="02020603050405020304" charset="0"/>
                <a:ea typeface="宋体" panose="02010600030101010101" pitchFamily="2" charset="-122"/>
              </a:endParaRPr>
            </a:p>
          </p:txBody>
        </p:sp>
        <p:sp>
          <p:nvSpPr>
            <p:cNvPr id="54277" name="直接连接符 62469"/>
            <p:cNvSpPr/>
            <p:nvPr/>
          </p:nvSpPr>
          <p:spPr>
            <a:xfrm>
              <a:off x="102" y="1046"/>
              <a:ext cx="992"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4278" name="文本框 62470"/>
            <p:cNvSpPr txBox="1"/>
            <p:nvPr/>
          </p:nvSpPr>
          <p:spPr>
            <a:xfrm>
              <a:off x="0" y="2006"/>
              <a:ext cx="1248" cy="288"/>
            </a:xfrm>
            <a:prstGeom prst="rect">
              <a:avLst/>
            </a:prstGeom>
            <a:noFill/>
            <a:ln w="9525">
              <a:noFill/>
              <a:miter/>
            </a:ln>
          </p:spPr>
          <p:txBody>
            <a:bodyPr anchor="t">
              <a:spAutoFit/>
            </a:bodyPr>
            <a:p>
              <a:pPr lvl="0" algn="ctr">
                <a:spcBef>
                  <a:spcPct val="50000"/>
                </a:spcBef>
              </a:pPr>
              <a:r>
                <a:rPr lang="zh-CN" altLang="en-US" dirty="0">
                  <a:latin typeface="Times New Roman" panose="02020603050405020304" charset="0"/>
                  <a:ea typeface="宋体" panose="02010600030101010101" pitchFamily="2" charset="-122"/>
                </a:rPr>
                <a:t>r上邻空闲区</a:t>
              </a:r>
              <a:endParaRPr lang="zh-CN" altLang="en-US" sz="2800" dirty="0">
                <a:latin typeface="Times New Roman" panose="02020603050405020304" charset="0"/>
                <a:ea typeface="宋体" panose="02010600030101010101" pitchFamily="2" charset="-122"/>
              </a:endParaRPr>
            </a:p>
          </p:txBody>
        </p:sp>
        <p:sp>
          <p:nvSpPr>
            <p:cNvPr id="54279" name="直接连接符 62471"/>
            <p:cNvSpPr/>
            <p:nvPr/>
          </p:nvSpPr>
          <p:spPr>
            <a:xfrm>
              <a:off x="102" y="178"/>
              <a:ext cx="992"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4280" name="直接连接符 62472"/>
            <p:cNvSpPr/>
            <p:nvPr/>
          </p:nvSpPr>
          <p:spPr>
            <a:xfrm>
              <a:off x="102" y="401"/>
              <a:ext cx="992"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4281" name="直接连接符 62473"/>
            <p:cNvSpPr/>
            <p:nvPr/>
          </p:nvSpPr>
          <p:spPr>
            <a:xfrm>
              <a:off x="102" y="593"/>
              <a:ext cx="992"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4282" name="矩形 62474"/>
            <p:cNvSpPr/>
            <p:nvPr/>
          </p:nvSpPr>
          <p:spPr>
            <a:xfrm>
              <a:off x="102" y="384"/>
              <a:ext cx="992" cy="235"/>
            </a:xfrm>
            <a:prstGeom prst="rect">
              <a:avLst/>
            </a:prstGeom>
            <a:solidFill>
              <a:srgbClr val="FF3300"/>
            </a:solid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4283" name="文本框 62475"/>
            <p:cNvSpPr txBox="1"/>
            <p:nvPr/>
          </p:nvSpPr>
          <p:spPr>
            <a:xfrm>
              <a:off x="395" y="345"/>
              <a:ext cx="396" cy="327"/>
            </a:xfrm>
            <a:prstGeom prst="rect">
              <a:avLst/>
            </a:prstGeom>
            <a:noFill/>
            <a:ln w="9525">
              <a:noFill/>
              <a:miter/>
            </a:ln>
          </p:spPr>
          <p:txBody>
            <a:bodyPr anchor="t">
              <a:spAutoFit/>
            </a:bodyPr>
            <a:p>
              <a:pPr lvl="0">
                <a:spcBef>
                  <a:spcPct val="50000"/>
                </a:spcBef>
              </a:pPr>
              <a:r>
                <a:rPr lang="en-US" altLang="zh-CN" sz="2800">
                  <a:solidFill>
                    <a:srgbClr val="FFFFFF"/>
                  </a:solidFill>
                  <a:latin typeface="Times New Roman" panose="02020603050405020304" charset="0"/>
                  <a:ea typeface="宋体" panose="02010600030101010101" pitchFamily="2" charset="-122"/>
                </a:rPr>
                <a:t>r</a:t>
              </a:r>
              <a:endParaRPr lang="en-US" altLang="zh-CN" sz="2800">
                <a:latin typeface="Times New Roman" panose="02020603050405020304" charset="0"/>
                <a:ea typeface="宋体" panose="02010600030101010101" pitchFamily="2" charset="-122"/>
              </a:endParaRPr>
            </a:p>
          </p:txBody>
        </p:sp>
        <p:sp>
          <p:nvSpPr>
            <p:cNvPr id="54284" name="文本框 62476"/>
            <p:cNvSpPr txBox="1"/>
            <p:nvPr/>
          </p:nvSpPr>
          <p:spPr>
            <a:xfrm>
              <a:off x="377" y="166"/>
              <a:ext cx="374" cy="288"/>
            </a:xfrm>
            <a:prstGeom prst="rect">
              <a:avLst/>
            </a:prstGeom>
            <a:noFill/>
            <a:ln w="9525">
              <a:noFill/>
              <a:miter/>
            </a:ln>
          </p:spPr>
          <p:txBody>
            <a:bodyPr anchor="t">
              <a:spAutoFit/>
            </a:bodyPr>
            <a:p>
              <a:pPr lvl="0">
                <a:spcBef>
                  <a:spcPct val="50000"/>
                </a:spcBef>
              </a:pPr>
              <a:r>
                <a:rPr lang="en-US" altLang="zh-CN">
                  <a:solidFill>
                    <a:srgbClr val="000000"/>
                  </a:solidFill>
                  <a:latin typeface="Times New Roman" panose="02020603050405020304" charset="0"/>
                  <a:ea typeface="宋体" panose="02010600030101010101" pitchFamily="2" charset="-122"/>
                </a:rPr>
                <a:t>f1</a:t>
              </a:r>
              <a:endParaRPr lang="en-US" altLang="zh-CN">
                <a:solidFill>
                  <a:srgbClr val="000000"/>
                </a:solidFill>
                <a:latin typeface="Times New Roman" panose="02020603050405020304" charset="0"/>
                <a:ea typeface="宋体" panose="02010600030101010101" pitchFamily="2" charset="-122"/>
              </a:endParaRPr>
            </a:p>
          </p:txBody>
        </p:sp>
        <p:sp>
          <p:nvSpPr>
            <p:cNvPr id="54285" name="文本框 62477"/>
            <p:cNvSpPr txBox="1"/>
            <p:nvPr/>
          </p:nvSpPr>
          <p:spPr>
            <a:xfrm>
              <a:off x="280" y="710"/>
              <a:ext cx="688" cy="288"/>
            </a:xfrm>
            <a:prstGeom prst="rect">
              <a:avLst/>
            </a:prstGeom>
            <a:noFill/>
            <a:ln w="9525">
              <a:noFill/>
              <a:miter/>
            </a:ln>
          </p:spPr>
          <p:txBody>
            <a:bodyPr anchor="t">
              <a:spAutoFit/>
            </a:bodyPr>
            <a:p>
              <a:pPr lvl="0">
                <a:spcBef>
                  <a:spcPct val="50000"/>
                </a:spcBef>
              </a:pPr>
              <a:r>
                <a:rPr lang="zh-CN" altLang="en-US">
                  <a:solidFill>
                    <a:srgbClr val="000000"/>
                  </a:solidFill>
                  <a:latin typeface="Times New Roman" panose="02020603050405020304" charset="0"/>
                  <a:ea typeface="宋体" panose="02010600030101010101" pitchFamily="2" charset="-122"/>
                </a:rPr>
                <a:t>作业</a:t>
              </a:r>
              <a:r>
                <a:rPr lang="en-US" altLang="zh-CN">
                  <a:solidFill>
                    <a:srgbClr val="000000"/>
                  </a:solidFill>
                  <a:latin typeface="Times New Roman" panose="02020603050405020304" charset="0"/>
                  <a:ea typeface="宋体" panose="02010600030101010101" pitchFamily="2" charset="-122"/>
                </a:rPr>
                <a:t>2</a:t>
              </a:r>
              <a:endParaRPr lang="en-US" altLang="zh-CN">
                <a:solidFill>
                  <a:srgbClr val="000000"/>
                </a:solidFill>
                <a:latin typeface="Times New Roman" panose="02020603050405020304" charset="0"/>
                <a:ea typeface="宋体" panose="02010600030101010101" pitchFamily="2" charset="-122"/>
              </a:endParaRPr>
            </a:p>
          </p:txBody>
        </p:sp>
      </p:grpSp>
      <p:grpSp>
        <p:nvGrpSpPr>
          <p:cNvPr id="62479" name="组合 62478"/>
          <p:cNvGrpSpPr/>
          <p:nvPr/>
        </p:nvGrpSpPr>
        <p:grpSpPr>
          <a:xfrm>
            <a:off x="4419600" y="2497138"/>
            <a:ext cx="2195513" cy="3675062"/>
            <a:chOff x="0" y="0"/>
            <a:chExt cx="1383" cy="2315"/>
          </a:xfrm>
        </p:grpSpPr>
        <p:sp>
          <p:nvSpPr>
            <p:cNvPr id="54287" name="文本框 62479"/>
            <p:cNvSpPr txBox="1"/>
            <p:nvPr/>
          </p:nvSpPr>
          <p:spPr>
            <a:xfrm>
              <a:off x="139" y="0"/>
              <a:ext cx="991" cy="1920"/>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endParaRPr lang="en-US" altLang="zh-CN" sz="1000">
                <a:latin typeface="Times New Roman" panose="02020603050405020304" charset="0"/>
                <a:ea typeface="宋体" panose="02010600030101010101" pitchFamily="2" charset="-122"/>
              </a:endParaRPr>
            </a:p>
            <a:p>
              <a:pPr lvl="0" algn="just">
                <a:spcBef>
                  <a:spcPct val="30000"/>
                </a:spcBef>
              </a:pPr>
              <a:r>
                <a:rPr lang="en-US" altLang="zh-CN" sz="1000">
                  <a:latin typeface="Times New Roman" panose="02020603050405020304" charset="0"/>
                  <a:ea typeface="宋体" panose="02010600030101010101" pitchFamily="2" charset="-122"/>
                </a:rPr>
                <a:t>          </a:t>
              </a:r>
              <a:endParaRPr lang="en-US" altLang="zh-CN" sz="1000">
                <a:latin typeface="Times New Roman" panose="02020603050405020304" charset="0"/>
                <a:ea typeface="宋体" panose="02010600030101010101" pitchFamily="2" charset="-122"/>
              </a:endParaRPr>
            </a:p>
          </p:txBody>
        </p:sp>
        <p:sp>
          <p:nvSpPr>
            <p:cNvPr id="54288" name="直接连接符 62480"/>
            <p:cNvSpPr/>
            <p:nvPr/>
          </p:nvSpPr>
          <p:spPr>
            <a:xfrm>
              <a:off x="139" y="172"/>
              <a:ext cx="991"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4289" name="直接连接符 62481"/>
            <p:cNvSpPr/>
            <p:nvPr/>
          </p:nvSpPr>
          <p:spPr>
            <a:xfrm>
              <a:off x="139" y="432"/>
              <a:ext cx="991"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4290" name="直接连接符 62482"/>
            <p:cNvSpPr/>
            <p:nvPr/>
          </p:nvSpPr>
          <p:spPr>
            <a:xfrm>
              <a:off x="139" y="624"/>
              <a:ext cx="991"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4291" name="直接连接符 62483"/>
            <p:cNvSpPr/>
            <p:nvPr/>
          </p:nvSpPr>
          <p:spPr>
            <a:xfrm>
              <a:off x="139" y="1046"/>
              <a:ext cx="991"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4292" name="文本框 62484"/>
            <p:cNvSpPr txBox="1"/>
            <p:nvPr/>
          </p:nvSpPr>
          <p:spPr>
            <a:xfrm>
              <a:off x="0" y="2027"/>
              <a:ext cx="1383" cy="288"/>
            </a:xfrm>
            <a:prstGeom prst="rect">
              <a:avLst/>
            </a:prstGeom>
            <a:noFill/>
            <a:ln w="9525">
              <a:noFill/>
              <a:miter/>
            </a:ln>
          </p:spPr>
          <p:txBody>
            <a:bodyPr anchor="t">
              <a:spAutoFit/>
            </a:bodyPr>
            <a:p>
              <a:pPr lvl="0" algn="ctr">
                <a:spcBef>
                  <a:spcPct val="50000"/>
                </a:spcBef>
              </a:pPr>
              <a:r>
                <a:rPr lang="zh-CN" altLang="en-US" dirty="0">
                  <a:latin typeface="Times New Roman" panose="02020603050405020304" charset="0"/>
                  <a:ea typeface="宋体" panose="02010600030101010101" pitchFamily="2" charset="-122"/>
                </a:rPr>
                <a:t>r上下邻空闲区</a:t>
              </a:r>
              <a:endParaRPr lang="zh-CN" altLang="en-US" sz="2800" dirty="0">
                <a:latin typeface="Times New Roman" panose="02020603050405020304" charset="0"/>
                <a:ea typeface="宋体" panose="02010600030101010101" pitchFamily="2" charset="-122"/>
              </a:endParaRPr>
            </a:p>
          </p:txBody>
        </p:sp>
        <p:sp>
          <p:nvSpPr>
            <p:cNvPr id="54293" name="直接连接符 62485"/>
            <p:cNvSpPr/>
            <p:nvPr/>
          </p:nvSpPr>
          <p:spPr>
            <a:xfrm>
              <a:off x="139" y="449"/>
              <a:ext cx="991"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4294" name="直接连接符 62486"/>
            <p:cNvSpPr/>
            <p:nvPr/>
          </p:nvSpPr>
          <p:spPr>
            <a:xfrm>
              <a:off x="139" y="641"/>
              <a:ext cx="991"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4295" name="矩形 62487"/>
            <p:cNvSpPr/>
            <p:nvPr/>
          </p:nvSpPr>
          <p:spPr>
            <a:xfrm>
              <a:off x="139" y="432"/>
              <a:ext cx="991" cy="240"/>
            </a:xfrm>
            <a:prstGeom prst="rect">
              <a:avLst/>
            </a:prstGeom>
            <a:solidFill>
              <a:srgbClr val="FF3300"/>
            </a:solid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4296" name="文本框 62488"/>
            <p:cNvSpPr txBox="1"/>
            <p:nvPr/>
          </p:nvSpPr>
          <p:spPr>
            <a:xfrm>
              <a:off x="469" y="384"/>
              <a:ext cx="397" cy="327"/>
            </a:xfrm>
            <a:prstGeom prst="rect">
              <a:avLst/>
            </a:prstGeom>
            <a:noFill/>
            <a:ln w="9525">
              <a:noFill/>
              <a:miter/>
            </a:ln>
          </p:spPr>
          <p:txBody>
            <a:bodyPr anchor="t">
              <a:spAutoFit/>
            </a:bodyPr>
            <a:p>
              <a:pPr lvl="0">
                <a:spcBef>
                  <a:spcPct val="50000"/>
                </a:spcBef>
              </a:pPr>
              <a:r>
                <a:rPr lang="en-US" altLang="zh-CN" sz="2800">
                  <a:solidFill>
                    <a:srgbClr val="FFFFFF"/>
                  </a:solidFill>
                  <a:latin typeface="Times New Roman" panose="02020603050405020304" charset="0"/>
                  <a:ea typeface="宋体" panose="02010600030101010101" pitchFamily="2" charset="-122"/>
                </a:rPr>
                <a:t>r</a:t>
              </a:r>
              <a:endParaRPr lang="en-US" altLang="zh-CN" sz="2800">
                <a:latin typeface="Times New Roman" panose="02020603050405020304" charset="0"/>
                <a:ea typeface="宋体" panose="02010600030101010101" pitchFamily="2" charset="-122"/>
              </a:endParaRPr>
            </a:p>
          </p:txBody>
        </p:sp>
        <p:sp>
          <p:nvSpPr>
            <p:cNvPr id="54297" name="文本框 62489"/>
            <p:cNvSpPr txBox="1"/>
            <p:nvPr/>
          </p:nvSpPr>
          <p:spPr>
            <a:xfrm>
              <a:off x="381" y="197"/>
              <a:ext cx="375" cy="288"/>
            </a:xfrm>
            <a:prstGeom prst="rect">
              <a:avLst/>
            </a:prstGeom>
            <a:noFill/>
            <a:ln w="9525">
              <a:noFill/>
              <a:miter/>
            </a:ln>
          </p:spPr>
          <p:txBody>
            <a:bodyPr anchor="t">
              <a:spAutoFit/>
            </a:bodyPr>
            <a:p>
              <a:pPr lvl="0" algn="ctr">
                <a:spcBef>
                  <a:spcPct val="50000"/>
                </a:spcBef>
              </a:pPr>
              <a:r>
                <a:rPr lang="en-US" altLang="zh-CN">
                  <a:solidFill>
                    <a:srgbClr val="000000"/>
                  </a:solidFill>
                  <a:latin typeface="Times New Roman" panose="02020603050405020304" charset="0"/>
                  <a:ea typeface="宋体" panose="02010600030101010101" pitchFamily="2" charset="-122"/>
                </a:rPr>
                <a:t>f1</a:t>
              </a:r>
              <a:endParaRPr lang="en-US" altLang="zh-CN">
                <a:solidFill>
                  <a:srgbClr val="000000"/>
                </a:solidFill>
                <a:latin typeface="Times New Roman" panose="02020603050405020304" charset="0"/>
                <a:ea typeface="宋体" panose="02010600030101010101" pitchFamily="2" charset="-122"/>
              </a:endParaRPr>
            </a:p>
          </p:txBody>
        </p:sp>
        <p:sp>
          <p:nvSpPr>
            <p:cNvPr id="54298" name="文本框 62490"/>
            <p:cNvSpPr txBox="1"/>
            <p:nvPr/>
          </p:nvSpPr>
          <p:spPr>
            <a:xfrm>
              <a:off x="403" y="741"/>
              <a:ext cx="375" cy="288"/>
            </a:xfrm>
            <a:prstGeom prst="rect">
              <a:avLst/>
            </a:prstGeom>
            <a:noFill/>
            <a:ln w="9525">
              <a:noFill/>
              <a:miter/>
            </a:ln>
          </p:spPr>
          <p:txBody>
            <a:bodyPr anchor="t">
              <a:spAutoFit/>
            </a:bodyPr>
            <a:p>
              <a:pPr lvl="0" algn="ctr"/>
              <a:r>
                <a:rPr lang="en-US" altLang="zh-CN">
                  <a:solidFill>
                    <a:srgbClr val="000000"/>
                  </a:solidFill>
                  <a:latin typeface="Times New Roman" panose="02020603050405020304" charset="0"/>
                  <a:ea typeface="宋体" panose="02010600030101010101" pitchFamily="2" charset="-122"/>
                </a:rPr>
                <a:t>f2</a:t>
              </a:r>
              <a:endParaRPr lang="en-US" altLang="zh-CN" sz="3200">
                <a:latin typeface="Times New Roman" panose="02020603050405020304" charset="0"/>
                <a:ea typeface="宋体" panose="02010600030101010101" pitchFamily="2" charset="-122"/>
              </a:endParaRPr>
            </a:p>
          </p:txBody>
        </p:sp>
      </p:grpSp>
      <p:grpSp>
        <p:nvGrpSpPr>
          <p:cNvPr id="62492" name="组合 62491"/>
          <p:cNvGrpSpPr/>
          <p:nvPr/>
        </p:nvGrpSpPr>
        <p:grpSpPr>
          <a:xfrm>
            <a:off x="6553200" y="2490788"/>
            <a:ext cx="2511425" cy="3681412"/>
            <a:chOff x="0" y="0"/>
            <a:chExt cx="1582" cy="2319"/>
          </a:xfrm>
        </p:grpSpPr>
        <p:sp>
          <p:nvSpPr>
            <p:cNvPr id="54300" name="文本框 62492"/>
            <p:cNvSpPr txBox="1"/>
            <p:nvPr/>
          </p:nvSpPr>
          <p:spPr>
            <a:xfrm>
              <a:off x="200" y="0"/>
              <a:ext cx="992" cy="1920"/>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endParaRPr lang="en-US" altLang="zh-CN" sz="1000">
                <a:latin typeface="Times New Roman" panose="02020603050405020304" charset="0"/>
                <a:ea typeface="宋体" panose="02010600030101010101" pitchFamily="2" charset="-122"/>
              </a:endParaRPr>
            </a:p>
            <a:p>
              <a:pPr lvl="0" algn="just">
                <a:spcBef>
                  <a:spcPct val="30000"/>
                </a:spcBef>
              </a:pPr>
              <a:r>
                <a:rPr lang="en-US" altLang="zh-CN" sz="1000">
                  <a:latin typeface="Times New Roman" panose="02020603050405020304" charset="0"/>
                  <a:ea typeface="宋体" panose="02010600030101010101" pitchFamily="2" charset="-122"/>
                </a:rPr>
                <a:t>     </a:t>
              </a:r>
              <a:endParaRPr lang="en-US" altLang="zh-CN" sz="1000">
                <a:latin typeface="Times New Roman" panose="02020603050405020304" charset="0"/>
                <a:ea typeface="宋体" panose="02010600030101010101" pitchFamily="2" charset="-122"/>
              </a:endParaRPr>
            </a:p>
          </p:txBody>
        </p:sp>
        <p:sp>
          <p:nvSpPr>
            <p:cNvPr id="54301" name="直接连接符 62493"/>
            <p:cNvSpPr/>
            <p:nvPr/>
          </p:nvSpPr>
          <p:spPr>
            <a:xfrm>
              <a:off x="200" y="172"/>
              <a:ext cx="992"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4302" name="直接连接符 62494"/>
            <p:cNvSpPr/>
            <p:nvPr/>
          </p:nvSpPr>
          <p:spPr>
            <a:xfrm>
              <a:off x="200" y="576"/>
              <a:ext cx="992"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4303" name="直接连接符 62495"/>
            <p:cNvSpPr/>
            <p:nvPr/>
          </p:nvSpPr>
          <p:spPr>
            <a:xfrm>
              <a:off x="200" y="1046"/>
              <a:ext cx="992"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4304" name="文本框 62496"/>
            <p:cNvSpPr txBox="1"/>
            <p:nvPr/>
          </p:nvSpPr>
          <p:spPr>
            <a:xfrm>
              <a:off x="0" y="2031"/>
              <a:ext cx="1582" cy="288"/>
            </a:xfrm>
            <a:prstGeom prst="rect">
              <a:avLst/>
            </a:prstGeom>
            <a:noFill/>
            <a:ln w="9525">
              <a:noFill/>
              <a:miter/>
            </a:ln>
          </p:spPr>
          <p:txBody>
            <a:bodyPr anchor="t">
              <a:spAutoFit/>
            </a:bodyPr>
            <a:p>
              <a:pPr lvl="0" algn="ctr">
                <a:spcBef>
                  <a:spcPct val="50000"/>
                </a:spcBef>
              </a:pPr>
              <a:r>
                <a:rPr lang="zh-CN" altLang="en-US" dirty="0">
                  <a:latin typeface="Times New Roman" panose="02020603050405020304" charset="0"/>
                  <a:ea typeface="宋体" panose="02010600030101010101" pitchFamily="2" charset="-122"/>
                </a:rPr>
                <a:t>r上下邻已分配区</a:t>
              </a:r>
              <a:endParaRPr lang="zh-CN" altLang="en-US" dirty="0">
                <a:latin typeface="Times New Roman" panose="02020603050405020304" charset="0"/>
                <a:ea typeface="宋体" panose="02010600030101010101" pitchFamily="2" charset="-122"/>
              </a:endParaRPr>
            </a:p>
          </p:txBody>
        </p:sp>
        <p:sp>
          <p:nvSpPr>
            <p:cNvPr id="54305" name="直接连接符 62497"/>
            <p:cNvSpPr/>
            <p:nvPr/>
          </p:nvSpPr>
          <p:spPr>
            <a:xfrm>
              <a:off x="200" y="587"/>
              <a:ext cx="992"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4306" name="矩形 62498"/>
            <p:cNvSpPr/>
            <p:nvPr/>
          </p:nvSpPr>
          <p:spPr>
            <a:xfrm>
              <a:off x="200" y="428"/>
              <a:ext cx="992" cy="243"/>
            </a:xfrm>
            <a:prstGeom prst="rect">
              <a:avLst/>
            </a:prstGeom>
            <a:solidFill>
              <a:srgbClr val="FF3300"/>
            </a:solid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4307" name="文本框 62499"/>
            <p:cNvSpPr txBox="1"/>
            <p:nvPr/>
          </p:nvSpPr>
          <p:spPr>
            <a:xfrm>
              <a:off x="531" y="370"/>
              <a:ext cx="397" cy="327"/>
            </a:xfrm>
            <a:prstGeom prst="rect">
              <a:avLst/>
            </a:prstGeom>
            <a:noFill/>
            <a:ln w="9525">
              <a:noFill/>
              <a:miter/>
            </a:ln>
          </p:spPr>
          <p:txBody>
            <a:bodyPr anchor="t">
              <a:spAutoFit/>
            </a:bodyPr>
            <a:p>
              <a:pPr lvl="0">
                <a:spcBef>
                  <a:spcPct val="50000"/>
                </a:spcBef>
              </a:pPr>
              <a:r>
                <a:rPr lang="en-US" altLang="zh-CN" sz="2800">
                  <a:solidFill>
                    <a:srgbClr val="FFFFFF"/>
                  </a:solidFill>
                  <a:latin typeface="Times New Roman" panose="02020603050405020304" charset="0"/>
                  <a:ea typeface="宋体" panose="02010600030101010101" pitchFamily="2" charset="-122"/>
                </a:rPr>
                <a:t>r</a:t>
              </a:r>
              <a:endParaRPr lang="en-US" altLang="zh-CN" sz="2800">
                <a:latin typeface="Times New Roman" panose="02020603050405020304" charset="0"/>
                <a:ea typeface="宋体" panose="02010600030101010101" pitchFamily="2" charset="-122"/>
              </a:endParaRPr>
            </a:p>
          </p:txBody>
        </p:sp>
        <p:sp>
          <p:nvSpPr>
            <p:cNvPr id="54308" name="文本框 62500"/>
            <p:cNvSpPr txBox="1"/>
            <p:nvPr/>
          </p:nvSpPr>
          <p:spPr>
            <a:xfrm>
              <a:off x="352" y="191"/>
              <a:ext cx="688" cy="288"/>
            </a:xfrm>
            <a:prstGeom prst="rect">
              <a:avLst/>
            </a:prstGeom>
            <a:noFill/>
            <a:ln w="9525">
              <a:noFill/>
              <a:miter/>
            </a:ln>
          </p:spPr>
          <p:txBody>
            <a:bodyPr anchor="t">
              <a:spAutoFit/>
            </a:bodyPr>
            <a:p>
              <a:pPr lvl="0"/>
              <a:r>
                <a:rPr lang="zh-CN" altLang="en-US">
                  <a:solidFill>
                    <a:srgbClr val="000000"/>
                  </a:solidFill>
                  <a:latin typeface="Times New Roman" panose="02020603050405020304" charset="0"/>
                  <a:ea typeface="宋体" panose="02010600030101010101" pitchFamily="2" charset="-122"/>
                </a:rPr>
                <a:t>作业</a:t>
              </a:r>
              <a:r>
                <a:rPr lang="en-US" altLang="zh-CN">
                  <a:solidFill>
                    <a:srgbClr val="000000"/>
                  </a:solidFill>
                  <a:latin typeface="Times New Roman" panose="02020603050405020304" charset="0"/>
                  <a:ea typeface="宋体" panose="02010600030101010101" pitchFamily="2" charset="-122"/>
                </a:rPr>
                <a:t>1</a:t>
              </a:r>
              <a:endParaRPr lang="en-US" altLang="zh-CN" sz="3200">
                <a:latin typeface="Times New Roman" panose="02020603050405020304" charset="0"/>
                <a:ea typeface="宋体" panose="02010600030101010101" pitchFamily="2" charset="-122"/>
              </a:endParaRPr>
            </a:p>
          </p:txBody>
        </p:sp>
        <p:sp>
          <p:nvSpPr>
            <p:cNvPr id="54309" name="文本框 62501"/>
            <p:cNvSpPr txBox="1"/>
            <p:nvPr/>
          </p:nvSpPr>
          <p:spPr>
            <a:xfrm>
              <a:off x="352" y="735"/>
              <a:ext cx="688" cy="288"/>
            </a:xfrm>
            <a:prstGeom prst="rect">
              <a:avLst/>
            </a:prstGeom>
            <a:noFill/>
            <a:ln w="9525">
              <a:noFill/>
              <a:miter/>
            </a:ln>
          </p:spPr>
          <p:txBody>
            <a:bodyPr anchor="t">
              <a:spAutoFit/>
            </a:bodyPr>
            <a:p>
              <a:pPr lvl="0"/>
              <a:r>
                <a:rPr lang="zh-CN" altLang="en-US">
                  <a:solidFill>
                    <a:srgbClr val="000000"/>
                  </a:solidFill>
                  <a:latin typeface="Times New Roman" panose="02020603050405020304" charset="0"/>
                  <a:ea typeface="宋体" panose="02010600030101010101" pitchFamily="2" charset="-122"/>
                </a:rPr>
                <a:t>作业</a:t>
              </a:r>
              <a:r>
                <a:rPr lang="en-US" altLang="zh-CN">
                  <a:solidFill>
                    <a:srgbClr val="000000"/>
                  </a:solidFill>
                  <a:latin typeface="Times New Roman" panose="02020603050405020304" charset="0"/>
                  <a:ea typeface="宋体" panose="02010600030101010101" pitchFamily="2" charset="-122"/>
                </a:rPr>
                <a:t>2</a:t>
              </a:r>
              <a:endParaRPr lang="en-US" altLang="zh-CN" sz="3200">
                <a:latin typeface="Times New Roman" panose="02020603050405020304" charset="0"/>
                <a:ea typeface="宋体" panose="02010600030101010101" pitchFamily="2" charset="-122"/>
              </a:endParaRPr>
            </a:p>
          </p:txBody>
        </p:sp>
      </p:grpSp>
      <p:grpSp>
        <p:nvGrpSpPr>
          <p:cNvPr id="62503" name="组合 62502"/>
          <p:cNvGrpSpPr/>
          <p:nvPr/>
        </p:nvGrpSpPr>
        <p:grpSpPr>
          <a:xfrm>
            <a:off x="2438400" y="2530475"/>
            <a:ext cx="1905000" cy="3641725"/>
            <a:chOff x="0" y="0"/>
            <a:chExt cx="1200" cy="2294"/>
          </a:xfrm>
        </p:grpSpPr>
        <p:sp>
          <p:nvSpPr>
            <p:cNvPr id="54311" name="文本框 62503"/>
            <p:cNvSpPr txBox="1"/>
            <p:nvPr/>
          </p:nvSpPr>
          <p:spPr>
            <a:xfrm>
              <a:off x="54" y="0"/>
              <a:ext cx="992" cy="1921"/>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endParaRPr lang="en-US" altLang="zh-CN" sz="1000">
                <a:latin typeface="Times New Roman" panose="02020603050405020304" charset="0"/>
                <a:ea typeface="宋体" panose="02010600030101010101" pitchFamily="2" charset="-122"/>
              </a:endParaRPr>
            </a:p>
            <a:p>
              <a:pPr lvl="0" algn="just">
                <a:spcBef>
                  <a:spcPct val="30000"/>
                </a:spcBef>
              </a:pPr>
              <a:r>
                <a:rPr lang="en-US" altLang="zh-CN" sz="1000">
                  <a:latin typeface="Times New Roman" panose="02020603050405020304" charset="0"/>
                  <a:ea typeface="宋体" panose="02010600030101010101" pitchFamily="2" charset="-122"/>
                </a:rPr>
                <a:t>     </a:t>
              </a:r>
              <a:r>
                <a:rPr lang="en-US" altLang="zh-CN" sz="2000">
                  <a:latin typeface="Times New Roman" panose="02020603050405020304" charset="0"/>
                  <a:ea typeface="宋体" panose="02010600030101010101" pitchFamily="2" charset="-122"/>
                </a:rPr>
                <a:t>  </a:t>
              </a:r>
              <a:endParaRPr lang="en-US" altLang="zh-CN" sz="2000">
                <a:latin typeface="Times New Roman" panose="02020603050405020304" charset="0"/>
                <a:ea typeface="宋体" panose="02010600030101010101" pitchFamily="2" charset="-122"/>
              </a:endParaRPr>
            </a:p>
            <a:p>
              <a:pPr lvl="0" algn="just">
                <a:spcBef>
                  <a:spcPct val="20000"/>
                </a:spcBef>
              </a:pPr>
              <a:r>
                <a:rPr lang="en-US" altLang="zh-CN" sz="2000">
                  <a:latin typeface="Times New Roman" panose="02020603050405020304" charset="0"/>
                  <a:ea typeface="宋体" panose="02010600030101010101" pitchFamily="2" charset="-122"/>
                </a:rPr>
                <a:t>     </a:t>
              </a:r>
              <a:endParaRPr lang="en-US" altLang="zh-CN" sz="2000">
                <a:latin typeface="Times New Roman" panose="02020603050405020304" charset="0"/>
                <a:ea typeface="宋体" panose="02010600030101010101" pitchFamily="2" charset="-122"/>
              </a:endParaRPr>
            </a:p>
            <a:p>
              <a:pPr lvl="0" algn="just">
                <a:spcBef>
                  <a:spcPct val="20000"/>
                </a:spcBef>
              </a:pPr>
              <a:r>
                <a:rPr lang="en-US" altLang="zh-CN" sz="2000">
                  <a:latin typeface="Times New Roman" panose="02020603050405020304" charset="0"/>
                  <a:ea typeface="宋体" panose="02010600030101010101" pitchFamily="2" charset="-122"/>
                </a:rPr>
                <a:t>     </a:t>
              </a:r>
              <a:endParaRPr lang="en-US" altLang="zh-CN" sz="2000">
                <a:latin typeface="Times New Roman" panose="02020603050405020304" charset="0"/>
                <a:ea typeface="宋体" panose="02010600030101010101" pitchFamily="2" charset="-122"/>
              </a:endParaRPr>
            </a:p>
            <a:p>
              <a:pPr lvl="0" algn="just"/>
              <a:endParaRPr lang="en-US" altLang="zh-CN" sz="1000">
                <a:latin typeface="Times New Roman" panose="02020603050405020304" charset="0"/>
                <a:ea typeface="宋体" panose="02010600030101010101" pitchFamily="2" charset="-122"/>
              </a:endParaRPr>
            </a:p>
            <a:p>
              <a:pPr lvl="0" algn="just"/>
              <a:endParaRPr lang="en-US" altLang="zh-CN" sz="1000">
                <a:latin typeface="Times New Roman" panose="02020603050405020304" charset="0"/>
                <a:ea typeface="宋体" panose="02010600030101010101" pitchFamily="2" charset="-122"/>
              </a:endParaRPr>
            </a:p>
            <a:p>
              <a:pPr lvl="0" algn="just"/>
              <a:endParaRPr lang="en-US" altLang="zh-CN" sz="1000">
                <a:latin typeface="Times New Roman" panose="02020603050405020304" charset="0"/>
                <a:ea typeface="宋体" panose="02010600030101010101" pitchFamily="2" charset="-122"/>
              </a:endParaRPr>
            </a:p>
          </p:txBody>
        </p:sp>
        <p:sp>
          <p:nvSpPr>
            <p:cNvPr id="54312" name="直接连接符 62504"/>
            <p:cNvSpPr/>
            <p:nvPr/>
          </p:nvSpPr>
          <p:spPr>
            <a:xfrm>
              <a:off x="54" y="418"/>
              <a:ext cx="992"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4313" name="直接连接符 62505"/>
            <p:cNvSpPr/>
            <p:nvPr/>
          </p:nvSpPr>
          <p:spPr>
            <a:xfrm>
              <a:off x="54" y="1046"/>
              <a:ext cx="992"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4314" name="文本框 62506"/>
            <p:cNvSpPr txBox="1"/>
            <p:nvPr/>
          </p:nvSpPr>
          <p:spPr>
            <a:xfrm>
              <a:off x="0" y="2006"/>
              <a:ext cx="1200" cy="288"/>
            </a:xfrm>
            <a:prstGeom prst="rect">
              <a:avLst/>
            </a:prstGeom>
            <a:noFill/>
            <a:ln w="9525">
              <a:noFill/>
              <a:miter/>
            </a:ln>
          </p:spPr>
          <p:txBody>
            <a:bodyPr anchor="t">
              <a:spAutoFit/>
            </a:bodyPr>
            <a:p>
              <a:pPr lvl="0" algn="ctr">
                <a:spcBef>
                  <a:spcPct val="50000"/>
                </a:spcBef>
              </a:pPr>
              <a:r>
                <a:rPr lang="zh-CN" altLang="en-US" dirty="0">
                  <a:latin typeface="Times New Roman" panose="02020603050405020304" charset="0"/>
                  <a:ea typeface="宋体" panose="02010600030101010101" pitchFamily="2" charset="-122"/>
                </a:rPr>
                <a:t>r下邻空闲区</a:t>
              </a:r>
              <a:endParaRPr lang="zh-CN" altLang="en-US" sz="2800" dirty="0">
                <a:latin typeface="Times New Roman" panose="02020603050405020304" charset="0"/>
                <a:ea typeface="宋体" panose="02010600030101010101" pitchFamily="2" charset="-122"/>
              </a:endParaRPr>
            </a:p>
          </p:txBody>
        </p:sp>
        <p:sp>
          <p:nvSpPr>
            <p:cNvPr id="54315" name="直接连接符 62507"/>
            <p:cNvSpPr/>
            <p:nvPr/>
          </p:nvSpPr>
          <p:spPr>
            <a:xfrm>
              <a:off x="54" y="178"/>
              <a:ext cx="992"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4316" name="直接连接符 62508"/>
            <p:cNvSpPr/>
            <p:nvPr/>
          </p:nvSpPr>
          <p:spPr>
            <a:xfrm>
              <a:off x="54" y="610"/>
              <a:ext cx="992"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4317" name="矩形 62509"/>
            <p:cNvSpPr/>
            <p:nvPr/>
          </p:nvSpPr>
          <p:spPr>
            <a:xfrm>
              <a:off x="61" y="418"/>
              <a:ext cx="992" cy="224"/>
            </a:xfrm>
            <a:prstGeom prst="rect">
              <a:avLst/>
            </a:prstGeom>
            <a:solidFill>
              <a:srgbClr val="FF3300"/>
            </a:solid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4318" name="文本框 62510"/>
            <p:cNvSpPr txBox="1"/>
            <p:nvPr/>
          </p:nvSpPr>
          <p:spPr>
            <a:xfrm>
              <a:off x="388" y="353"/>
              <a:ext cx="397" cy="327"/>
            </a:xfrm>
            <a:prstGeom prst="rect">
              <a:avLst/>
            </a:prstGeom>
            <a:noFill/>
            <a:ln w="9525">
              <a:noFill/>
              <a:miter/>
            </a:ln>
          </p:spPr>
          <p:txBody>
            <a:bodyPr anchor="t">
              <a:spAutoFit/>
            </a:bodyPr>
            <a:p>
              <a:pPr lvl="0">
                <a:spcBef>
                  <a:spcPct val="50000"/>
                </a:spcBef>
              </a:pPr>
              <a:r>
                <a:rPr lang="en-US" altLang="zh-CN" sz="2800">
                  <a:solidFill>
                    <a:srgbClr val="FFFFFF"/>
                  </a:solidFill>
                  <a:latin typeface="Times New Roman" panose="02020603050405020304" charset="0"/>
                  <a:ea typeface="宋体" panose="02010600030101010101" pitchFamily="2" charset="-122"/>
                </a:rPr>
                <a:t>r</a:t>
              </a:r>
              <a:endParaRPr lang="en-US" altLang="zh-CN" sz="2800">
                <a:latin typeface="Times New Roman" panose="02020603050405020304" charset="0"/>
                <a:ea typeface="宋体" panose="02010600030101010101" pitchFamily="2" charset="-122"/>
              </a:endParaRPr>
            </a:p>
          </p:txBody>
        </p:sp>
        <p:sp>
          <p:nvSpPr>
            <p:cNvPr id="54319" name="文本框 62511"/>
            <p:cNvSpPr txBox="1"/>
            <p:nvPr/>
          </p:nvSpPr>
          <p:spPr>
            <a:xfrm>
              <a:off x="200" y="181"/>
              <a:ext cx="688" cy="288"/>
            </a:xfrm>
            <a:prstGeom prst="rect">
              <a:avLst/>
            </a:prstGeom>
            <a:noFill/>
            <a:ln w="9525">
              <a:noFill/>
              <a:miter/>
            </a:ln>
          </p:spPr>
          <p:txBody>
            <a:bodyPr anchor="t">
              <a:spAutoFit/>
            </a:bodyPr>
            <a:p>
              <a:pPr lvl="0">
                <a:spcBef>
                  <a:spcPct val="50000"/>
                </a:spcBef>
              </a:pPr>
              <a:r>
                <a:rPr lang="zh-CN" altLang="en-US">
                  <a:solidFill>
                    <a:srgbClr val="000000"/>
                  </a:solidFill>
                  <a:latin typeface="Times New Roman" panose="02020603050405020304" charset="0"/>
                  <a:ea typeface="宋体" panose="02010600030101010101" pitchFamily="2" charset="-122"/>
                </a:rPr>
                <a:t>作业</a:t>
              </a:r>
              <a:r>
                <a:rPr lang="en-US" altLang="zh-CN">
                  <a:solidFill>
                    <a:srgbClr val="000000"/>
                  </a:solidFill>
                  <a:latin typeface="Times New Roman" panose="02020603050405020304" charset="0"/>
                  <a:ea typeface="宋体" panose="02010600030101010101" pitchFamily="2" charset="-122"/>
                </a:rPr>
                <a:t>1</a:t>
              </a:r>
              <a:endParaRPr lang="en-US" altLang="zh-CN">
                <a:solidFill>
                  <a:srgbClr val="000000"/>
                </a:solidFill>
                <a:latin typeface="Times New Roman" panose="02020603050405020304" charset="0"/>
                <a:ea typeface="宋体" panose="02010600030101010101" pitchFamily="2" charset="-122"/>
              </a:endParaRPr>
            </a:p>
          </p:txBody>
        </p:sp>
        <p:sp>
          <p:nvSpPr>
            <p:cNvPr id="54320" name="文本框 62512"/>
            <p:cNvSpPr txBox="1"/>
            <p:nvPr/>
          </p:nvSpPr>
          <p:spPr>
            <a:xfrm>
              <a:off x="326" y="695"/>
              <a:ext cx="438" cy="288"/>
            </a:xfrm>
            <a:prstGeom prst="rect">
              <a:avLst/>
            </a:prstGeom>
            <a:noFill/>
            <a:ln w="9525">
              <a:noFill/>
              <a:miter/>
            </a:ln>
          </p:spPr>
          <p:txBody>
            <a:bodyPr anchor="t">
              <a:spAutoFit/>
            </a:bodyPr>
            <a:p>
              <a:pPr lvl="0">
                <a:spcBef>
                  <a:spcPct val="50000"/>
                </a:spcBef>
              </a:pPr>
              <a:r>
                <a:rPr lang="en-US" altLang="zh-CN">
                  <a:latin typeface="Times New Roman" panose="02020603050405020304" charset="0"/>
                  <a:ea typeface="宋体" panose="02010600030101010101" pitchFamily="2" charset="-122"/>
                </a:rPr>
                <a:t>f2</a:t>
              </a:r>
              <a:endParaRPr lang="en-US" altLang="zh-CN">
                <a:latin typeface="Times New Roman" panose="02020603050405020304" charset="0"/>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内容占位符 63489"/>
          <p:cNvSpPr>
            <a:spLocks noGrp="1"/>
          </p:cNvSpPr>
          <p:nvPr>
            <p:ph idx="1"/>
          </p:nvPr>
        </p:nvSpPr>
        <p:spPr>
          <a:xfrm>
            <a:off x="304800" y="592138"/>
            <a:ext cx="8458200" cy="609600"/>
          </a:xfrm>
        </p:spPr>
        <p:txBody>
          <a:bodyPr anchor="t">
            <a:spAutoFit/>
          </a:bodyPr>
          <a:p>
            <a:pPr fontAlgn="base">
              <a:buNone/>
            </a:pPr>
            <a:r>
              <a:rPr lang="zh-CN" altLang="en-US" b="1" strike="noStrike" noProof="1" dirty="0">
                <a:solidFill>
                  <a:schemeClr val="tx1"/>
                </a:solidFill>
                <a:sym typeface="Symbol" panose="05050102010706020507" pitchFamily="18" charset="2"/>
              </a:rPr>
              <a:t></a:t>
            </a:r>
            <a:r>
              <a:rPr lang="zh-CN" altLang="en-US" b="1" strike="noStrike" noProof="1" dirty="0">
                <a:solidFill>
                  <a:schemeClr val="tx1"/>
                </a:solidFill>
              </a:rPr>
              <a:t>  回收分区r（上邻空闲区）</a:t>
            </a:r>
            <a:endParaRPr lang="zh-CN" altLang="en-US" sz="2800" b="1" strike="noStrike" noProof="1" dirty="0">
              <a:solidFill>
                <a:schemeClr val="tx1"/>
              </a:solidFill>
            </a:endParaRPr>
          </a:p>
        </p:txBody>
      </p:sp>
      <p:sp>
        <p:nvSpPr>
          <p:cNvPr id="63491" name="文本框 63490"/>
          <p:cNvSpPr txBox="1"/>
          <p:nvPr/>
        </p:nvSpPr>
        <p:spPr>
          <a:xfrm>
            <a:off x="4572000" y="1409700"/>
            <a:ext cx="4343400" cy="1160463"/>
          </a:xfrm>
          <a:prstGeom prst="rect">
            <a:avLst/>
          </a:prstGeom>
          <a:noFill/>
          <a:ln w="9525">
            <a:noFill/>
            <a:miter/>
          </a:ln>
        </p:spPr>
        <p:txBody>
          <a:bodyPr anchor="t">
            <a:spAutoFit/>
          </a:bodyPr>
          <a:p>
            <a:pPr lvl="0">
              <a:spcBef>
                <a:spcPct val="50000"/>
              </a:spcBef>
            </a:pPr>
            <a:r>
              <a:rPr lang="en-US" altLang="zh-CN" sz="2800">
                <a:latin typeface="Times New Roman" panose="02020603050405020304" charset="0"/>
                <a:ea typeface="宋体" panose="02010600030101010101" pitchFamily="2" charset="-122"/>
              </a:rPr>
              <a:t>r</a:t>
            </a:r>
            <a:r>
              <a:rPr lang="zh-CN" altLang="en-US" sz="2800">
                <a:latin typeface="Times New Roman" panose="02020603050405020304" charset="0"/>
                <a:ea typeface="宋体" panose="02010600030101010101" pitchFamily="2" charset="-122"/>
              </a:rPr>
              <a:t>与 </a:t>
            </a:r>
            <a:r>
              <a:rPr lang="en-US" altLang="zh-CN" sz="2800">
                <a:latin typeface="Times New Roman" panose="02020603050405020304" charset="0"/>
                <a:ea typeface="宋体" panose="02010600030101010101" pitchFamily="2" charset="-122"/>
              </a:rPr>
              <a:t>f</a:t>
            </a:r>
            <a:r>
              <a:rPr lang="en-US" altLang="zh-CN" sz="2800" baseline="-25000">
                <a:latin typeface="Times New Roman" panose="02020603050405020304" charset="0"/>
                <a:ea typeface="宋体" panose="02010600030101010101" pitchFamily="2" charset="-122"/>
              </a:rPr>
              <a:t>1 </a:t>
            </a:r>
            <a:r>
              <a:rPr lang="zh-CN" altLang="en-US" sz="2800">
                <a:latin typeface="Times New Roman" panose="02020603050405020304" charset="0"/>
                <a:ea typeface="宋体" panose="02010600030101010101" pitchFamily="2" charset="-122"/>
              </a:rPr>
              <a:t>合并</a:t>
            </a:r>
            <a:endParaRPr lang="zh-CN" altLang="en-US" sz="2800">
              <a:latin typeface="Times New Roman" panose="02020603050405020304" charset="0"/>
              <a:ea typeface="宋体" panose="02010600030101010101" pitchFamily="2" charset="-122"/>
            </a:endParaRPr>
          </a:p>
          <a:p>
            <a:pPr lvl="0">
              <a:spcBef>
                <a:spcPct val="50000"/>
              </a:spcBef>
            </a:pPr>
            <a:r>
              <a:rPr lang="zh-CN" altLang="en-US" sz="2800">
                <a:latin typeface="Times New Roman" panose="02020603050405020304" charset="0"/>
                <a:ea typeface="宋体" panose="02010600030101010101" pitchFamily="2" charset="-122"/>
              </a:rPr>
              <a:t>成为一个大的空闲区</a:t>
            </a:r>
            <a:r>
              <a:rPr lang="en-US" altLang="zh-CN" sz="2800">
                <a:latin typeface="Times New Roman" panose="02020603050405020304" charset="0"/>
                <a:ea typeface="宋体" panose="02010600030101010101" pitchFamily="2" charset="-122"/>
              </a:rPr>
              <a:t>f</a:t>
            </a:r>
            <a:r>
              <a:rPr lang="en-US" altLang="zh-CN" sz="2800" baseline="-25000">
                <a:latin typeface="Times New Roman" panose="02020603050405020304" charset="0"/>
                <a:ea typeface="宋体" panose="02010600030101010101" pitchFamily="2" charset="-122"/>
              </a:rPr>
              <a:t>1</a:t>
            </a:r>
            <a:r>
              <a:rPr lang="en-US" altLang="zh-CN" baseline="-25000">
                <a:latin typeface="Times New Roman" panose="02020603050405020304" charset="0"/>
                <a:ea typeface="宋体" panose="02010600030101010101" pitchFamily="2" charset="-122"/>
              </a:rPr>
              <a:t> </a:t>
            </a:r>
            <a:endParaRPr lang="en-US" altLang="zh-CN" baseline="-25000">
              <a:latin typeface="Times New Roman" panose="02020603050405020304" charset="0"/>
              <a:ea typeface="宋体" panose="02010600030101010101" pitchFamily="2" charset="-122"/>
            </a:endParaRPr>
          </a:p>
        </p:txBody>
      </p:sp>
      <p:sp>
        <p:nvSpPr>
          <p:cNvPr id="63492" name="文本框 63491"/>
          <p:cNvSpPr txBox="1"/>
          <p:nvPr/>
        </p:nvSpPr>
        <p:spPr>
          <a:xfrm>
            <a:off x="381000" y="3641725"/>
            <a:ext cx="6629400" cy="579438"/>
          </a:xfrm>
          <a:prstGeom prst="rect">
            <a:avLst/>
          </a:prstGeom>
          <a:noFill/>
          <a:ln w="9525">
            <a:noFill/>
            <a:miter/>
          </a:ln>
        </p:spPr>
        <p:txBody>
          <a:bodyPr anchor="t">
            <a:spAutoFit/>
          </a:bodyPr>
          <a:p>
            <a:pPr lvl="0">
              <a:spcBef>
                <a:spcPct val="50000"/>
              </a:spcBef>
            </a:pPr>
            <a:r>
              <a:rPr lang="zh-CN" altLang="en-US" sz="3200" dirty="0">
                <a:solidFill>
                  <a:schemeClr val="tx1"/>
                </a:solidFill>
                <a:latin typeface="Times New Roman" panose="02020603050405020304" charset="0"/>
                <a:ea typeface="宋体" panose="02010600030101010101" pitchFamily="2" charset="-122"/>
                <a:sym typeface="Symbol" panose="05050102010706020507" pitchFamily="18" charset="2"/>
              </a:rPr>
              <a:t></a:t>
            </a:r>
            <a:r>
              <a:rPr lang="zh-CN" altLang="en-US" sz="3200" dirty="0">
                <a:solidFill>
                  <a:schemeClr val="tx1"/>
                </a:solidFill>
                <a:latin typeface="Times New Roman" panose="02020603050405020304" charset="0"/>
                <a:ea typeface="宋体" panose="02010600030101010101" pitchFamily="2" charset="-122"/>
              </a:rPr>
              <a:t>  回收分区r（下邻空闲区）</a:t>
            </a:r>
            <a:endParaRPr lang="zh-CN" altLang="en-US" sz="3200" dirty="0">
              <a:solidFill>
                <a:schemeClr val="tx1"/>
              </a:solidFill>
              <a:latin typeface="Times New Roman" panose="02020603050405020304" charset="0"/>
              <a:ea typeface="宋体" panose="02010600030101010101" pitchFamily="2" charset="-122"/>
            </a:endParaRPr>
          </a:p>
        </p:txBody>
      </p:sp>
      <p:sp>
        <p:nvSpPr>
          <p:cNvPr id="63493" name="文本框 63492"/>
          <p:cNvSpPr txBox="1"/>
          <p:nvPr/>
        </p:nvSpPr>
        <p:spPr>
          <a:xfrm>
            <a:off x="4572000" y="4267200"/>
            <a:ext cx="4343400" cy="1160463"/>
          </a:xfrm>
          <a:prstGeom prst="rect">
            <a:avLst/>
          </a:prstGeom>
          <a:noFill/>
          <a:ln w="9525">
            <a:noFill/>
            <a:miter/>
          </a:ln>
        </p:spPr>
        <p:txBody>
          <a:bodyPr anchor="t">
            <a:spAutoFit/>
          </a:bodyPr>
          <a:p>
            <a:pPr lvl="0">
              <a:spcBef>
                <a:spcPct val="50000"/>
              </a:spcBef>
            </a:pPr>
            <a:r>
              <a:rPr lang="en-US" altLang="zh-CN" sz="2800">
                <a:latin typeface="Times New Roman" panose="02020603050405020304" charset="0"/>
                <a:ea typeface="宋体" panose="02010600030101010101" pitchFamily="2" charset="-122"/>
              </a:rPr>
              <a:t>r</a:t>
            </a:r>
            <a:r>
              <a:rPr lang="zh-CN" altLang="en-US" sz="2800">
                <a:latin typeface="Times New Roman" panose="02020603050405020304" charset="0"/>
                <a:ea typeface="宋体" panose="02010600030101010101" pitchFamily="2" charset="-122"/>
              </a:rPr>
              <a:t>与 </a:t>
            </a:r>
            <a:r>
              <a:rPr lang="en-US" altLang="zh-CN" sz="2800">
                <a:latin typeface="Times New Roman" panose="02020603050405020304" charset="0"/>
                <a:ea typeface="宋体" panose="02010600030101010101" pitchFamily="2" charset="-122"/>
              </a:rPr>
              <a:t>f</a:t>
            </a:r>
            <a:r>
              <a:rPr lang="en-US" altLang="zh-CN" sz="2800" baseline="-25000">
                <a:latin typeface="Times New Roman" panose="02020603050405020304" charset="0"/>
                <a:ea typeface="宋体" panose="02010600030101010101" pitchFamily="2" charset="-122"/>
              </a:rPr>
              <a:t>2 </a:t>
            </a:r>
            <a:r>
              <a:rPr lang="zh-CN" altLang="en-US" sz="2800">
                <a:latin typeface="Times New Roman" panose="02020603050405020304" charset="0"/>
                <a:ea typeface="宋体" panose="02010600030101010101" pitchFamily="2" charset="-122"/>
              </a:rPr>
              <a:t>合并</a:t>
            </a:r>
            <a:endParaRPr lang="zh-CN" altLang="en-US" sz="2800">
              <a:latin typeface="Times New Roman" panose="02020603050405020304" charset="0"/>
              <a:ea typeface="宋体" panose="02010600030101010101" pitchFamily="2" charset="-122"/>
            </a:endParaRPr>
          </a:p>
          <a:p>
            <a:pPr lvl="0">
              <a:spcBef>
                <a:spcPct val="50000"/>
              </a:spcBef>
            </a:pPr>
            <a:r>
              <a:rPr lang="zh-CN" altLang="en-US" sz="2800">
                <a:latin typeface="Times New Roman" panose="02020603050405020304" charset="0"/>
                <a:ea typeface="宋体" panose="02010600030101010101" pitchFamily="2" charset="-122"/>
              </a:rPr>
              <a:t>成为一个大的空闲区</a:t>
            </a:r>
            <a:r>
              <a:rPr lang="en-US" altLang="zh-CN" sz="2800">
                <a:latin typeface="Times New Roman" panose="02020603050405020304" charset="0"/>
                <a:ea typeface="宋体" panose="02010600030101010101" pitchFamily="2" charset="-122"/>
              </a:rPr>
              <a:t>f</a:t>
            </a:r>
            <a:r>
              <a:rPr lang="en-US" altLang="zh-CN" sz="2800" baseline="-25000">
                <a:latin typeface="Times New Roman" panose="02020603050405020304" charset="0"/>
                <a:ea typeface="宋体" panose="02010600030101010101" pitchFamily="2" charset="-122"/>
              </a:rPr>
              <a:t>2</a:t>
            </a:r>
            <a:r>
              <a:rPr lang="en-US" altLang="zh-CN" baseline="-25000">
                <a:latin typeface="Times New Roman" panose="02020603050405020304" charset="0"/>
                <a:ea typeface="宋体" panose="02010600030101010101" pitchFamily="2" charset="-122"/>
              </a:rPr>
              <a:t> </a:t>
            </a:r>
            <a:endParaRPr lang="en-US" altLang="zh-CN" baseline="-25000">
              <a:latin typeface="Times New Roman" panose="02020603050405020304" charset="0"/>
              <a:ea typeface="宋体" panose="02010600030101010101" pitchFamily="2" charset="-122"/>
            </a:endParaRPr>
          </a:p>
        </p:txBody>
      </p:sp>
      <p:sp>
        <p:nvSpPr>
          <p:cNvPr id="63494" name="直接连接符 63493"/>
          <p:cNvSpPr/>
          <p:nvPr/>
        </p:nvSpPr>
        <p:spPr>
          <a:xfrm>
            <a:off x="2206625" y="1714500"/>
            <a:ext cx="612775" cy="1588"/>
          </a:xfrm>
          <a:prstGeom prst="line">
            <a:avLst/>
          </a:prstGeom>
          <a:ln w="57150" cap="flat" cmpd="sng">
            <a:solidFill>
              <a:srgbClr val="000000"/>
            </a:solidFill>
            <a:prstDash val="solid"/>
            <a:round/>
            <a:headEnd type="none" w="med" len="med"/>
            <a:tailEnd type="triangle" w="med" len="med"/>
          </a:ln>
        </p:spPr>
        <p:txBody>
          <a:bodyPr anchor="t"/>
          <a:p>
            <a:pPr lvl="0"/>
            <a:endParaRPr lang="zh-CN" altLang="en-US">
              <a:latin typeface="Times New Roman" panose="02020603050405020304" charset="0"/>
              <a:ea typeface="宋体" panose="02010600030101010101" pitchFamily="2" charset="-122"/>
            </a:endParaRPr>
          </a:p>
        </p:txBody>
      </p:sp>
      <p:sp>
        <p:nvSpPr>
          <p:cNvPr id="63495" name="直接连接符 63494"/>
          <p:cNvSpPr/>
          <p:nvPr/>
        </p:nvSpPr>
        <p:spPr>
          <a:xfrm>
            <a:off x="2268538" y="4921250"/>
            <a:ext cx="608012" cy="0"/>
          </a:xfrm>
          <a:prstGeom prst="line">
            <a:avLst/>
          </a:prstGeom>
          <a:ln w="57150" cap="flat" cmpd="sng">
            <a:solidFill>
              <a:srgbClr val="000000"/>
            </a:solidFill>
            <a:prstDash val="solid"/>
            <a:round/>
            <a:headEnd type="none" w="med" len="med"/>
            <a:tailEnd type="triangle" w="med" len="med"/>
          </a:ln>
        </p:spPr>
        <p:txBody>
          <a:bodyPr anchor="t"/>
          <a:p>
            <a:pPr lvl="0"/>
            <a:endParaRPr lang="zh-CN" altLang="en-US">
              <a:latin typeface="Times New Roman" panose="02020603050405020304" charset="0"/>
              <a:ea typeface="宋体" panose="02010600030101010101" pitchFamily="2" charset="-122"/>
            </a:endParaRPr>
          </a:p>
        </p:txBody>
      </p:sp>
      <p:grpSp>
        <p:nvGrpSpPr>
          <p:cNvPr id="63496" name="组合 63495"/>
          <p:cNvGrpSpPr/>
          <p:nvPr/>
        </p:nvGrpSpPr>
        <p:grpSpPr>
          <a:xfrm>
            <a:off x="628650" y="1292225"/>
            <a:ext cx="1362075" cy="2117725"/>
            <a:chOff x="0" y="0"/>
            <a:chExt cx="720" cy="1543"/>
          </a:xfrm>
        </p:grpSpPr>
        <p:sp>
          <p:nvSpPr>
            <p:cNvPr id="55304" name="文本框 63496"/>
            <p:cNvSpPr txBox="1"/>
            <p:nvPr/>
          </p:nvSpPr>
          <p:spPr>
            <a:xfrm>
              <a:off x="0" y="0"/>
              <a:ext cx="720" cy="1543"/>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endParaRPr lang="en-US" altLang="zh-CN" sz="900">
                <a:latin typeface="Times New Roman" panose="02020603050405020304" charset="0"/>
                <a:ea typeface="宋体" panose="02010600030101010101" pitchFamily="2" charset="-122"/>
              </a:endParaRPr>
            </a:p>
            <a:p>
              <a:pPr lvl="0" algn="just">
                <a:spcBef>
                  <a:spcPct val="30000"/>
                </a:spcBef>
              </a:pPr>
              <a:r>
                <a:rPr lang="en-US" altLang="zh-CN" sz="900">
                  <a:latin typeface="Times New Roman" panose="02020603050405020304" charset="0"/>
                  <a:ea typeface="宋体" panose="02010600030101010101" pitchFamily="2" charset="-122"/>
                </a:rPr>
                <a:t>           </a:t>
              </a:r>
              <a:endParaRPr lang="en-US" altLang="zh-CN" sz="2000">
                <a:latin typeface="Times New Roman" panose="02020603050405020304" charset="0"/>
                <a:ea typeface="宋体" panose="02010600030101010101" pitchFamily="2" charset="-122"/>
              </a:endParaRPr>
            </a:p>
            <a:p>
              <a:pPr lvl="0" algn="just">
                <a:spcBef>
                  <a:spcPct val="30000"/>
                </a:spcBef>
              </a:pPr>
              <a:r>
                <a:rPr lang="en-US" altLang="zh-CN" sz="1800">
                  <a:latin typeface="Times New Roman" panose="02020603050405020304" charset="0"/>
                  <a:ea typeface="宋体" panose="02010600030101010101" pitchFamily="2" charset="-122"/>
                </a:rPr>
                <a:t>      </a:t>
              </a:r>
              <a:endParaRPr lang="en-US" altLang="zh-CN" sz="1800">
                <a:latin typeface="Times New Roman" panose="02020603050405020304" charset="0"/>
                <a:ea typeface="宋体" panose="02010600030101010101" pitchFamily="2" charset="-122"/>
              </a:endParaRPr>
            </a:p>
            <a:p>
              <a:pPr lvl="0" algn="just">
                <a:spcBef>
                  <a:spcPct val="30000"/>
                </a:spcBef>
              </a:pPr>
              <a:r>
                <a:rPr lang="en-US" altLang="zh-CN" sz="1800">
                  <a:latin typeface="Times New Roman" panose="02020603050405020304" charset="0"/>
                  <a:ea typeface="宋体" panose="02010600030101010101" pitchFamily="2" charset="-122"/>
                </a:rPr>
                <a:t>   </a:t>
              </a:r>
              <a:endParaRPr lang="en-US" altLang="zh-CN" sz="1800">
                <a:latin typeface="Times New Roman" panose="02020603050405020304" charset="0"/>
                <a:ea typeface="宋体" panose="02010600030101010101" pitchFamily="2" charset="-122"/>
              </a:endParaRPr>
            </a:p>
            <a:p>
              <a:pPr lvl="0" algn="just">
                <a:spcBef>
                  <a:spcPct val="30000"/>
                </a:spcBef>
              </a:pPr>
              <a:r>
                <a:rPr lang="en-US" altLang="zh-CN" sz="1800">
                  <a:latin typeface="Times New Roman" panose="02020603050405020304" charset="0"/>
                  <a:ea typeface="宋体" panose="02010600030101010101" pitchFamily="2" charset="-122"/>
                </a:rPr>
                <a:t>  </a:t>
              </a:r>
              <a:endParaRPr lang="en-US" altLang="zh-CN" sz="1800">
                <a:latin typeface="Times New Roman" panose="02020603050405020304" charset="0"/>
                <a:ea typeface="宋体" panose="02010600030101010101" pitchFamily="2" charset="-122"/>
              </a:endParaRPr>
            </a:p>
            <a:p>
              <a:pPr lvl="0" algn="just"/>
              <a:endParaRPr lang="en-US" altLang="zh-CN" sz="900">
                <a:latin typeface="Times New Roman" panose="02020603050405020304" charset="0"/>
                <a:ea typeface="宋体" panose="02010600030101010101" pitchFamily="2" charset="-122"/>
              </a:endParaRPr>
            </a:p>
            <a:p>
              <a:pPr lvl="0" algn="just"/>
              <a:endParaRPr lang="en-US" altLang="zh-CN" sz="900">
                <a:latin typeface="Times New Roman" panose="02020603050405020304" charset="0"/>
                <a:ea typeface="宋体" panose="02010600030101010101" pitchFamily="2" charset="-122"/>
              </a:endParaRPr>
            </a:p>
            <a:p>
              <a:pPr lvl="0" algn="just"/>
              <a:endParaRPr lang="en-US" altLang="zh-CN" sz="900">
                <a:latin typeface="Times New Roman" panose="02020603050405020304" charset="0"/>
                <a:ea typeface="宋体" panose="02010600030101010101" pitchFamily="2" charset="-122"/>
              </a:endParaRPr>
            </a:p>
          </p:txBody>
        </p:sp>
        <p:sp>
          <p:nvSpPr>
            <p:cNvPr id="55305" name="直接连接符 63497"/>
            <p:cNvSpPr/>
            <p:nvPr/>
          </p:nvSpPr>
          <p:spPr>
            <a:xfrm>
              <a:off x="0" y="988"/>
              <a:ext cx="72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5306" name="直接连接符 63498"/>
            <p:cNvSpPr/>
            <p:nvPr/>
          </p:nvSpPr>
          <p:spPr>
            <a:xfrm>
              <a:off x="0" y="168"/>
              <a:ext cx="72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5307" name="直接连接符 63499"/>
            <p:cNvSpPr/>
            <p:nvPr/>
          </p:nvSpPr>
          <p:spPr>
            <a:xfrm>
              <a:off x="0" y="379"/>
              <a:ext cx="72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5308" name="直接连接符 63500"/>
            <p:cNvSpPr/>
            <p:nvPr/>
          </p:nvSpPr>
          <p:spPr>
            <a:xfrm>
              <a:off x="0" y="560"/>
              <a:ext cx="72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5309" name="矩形 63501"/>
            <p:cNvSpPr/>
            <p:nvPr/>
          </p:nvSpPr>
          <p:spPr>
            <a:xfrm>
              <a:off x="0" y="363"/>
              <a:ext cx="720" cy="222"/>
            </a:xfrm>
            <a:prstGeom prst="rect">
              <a:avLst/>
            </a:prstGeom>
            <a:solidFill>
              <a:srgbClr val="FF3300"/>
            </a:solid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5310" name="文本框 63502"/>
            <p:cNvSpPr txBox="1"/>
            <p:nvPr/>
          </p:nvSpPr>
          <p:spPr>
            <a:xfrm>
              <a:off x="212" y="326"/>
              <a:ext cx="288" cy="333"/>
            </a:xfrm>
            <a:prstGeom prst="rect">
              <a:avLst/>
            </a:prstGeom>
            <a:noFill/>
            <a:ln w="9525">
              <a:noFill/>
              <a:miter/>
            </a:ln>
          </p:spPr>
          <p:txBody>
            <a:bodyPr anchor="t">
              <a:spAutoFit/>
            </a:bodyPr>
            <a:p>
              <a:pPr lvl="0">
                <a:spcBef>
                  <a:spcPct val="50000"/>
                </a:spcBef>
              </a:pPr>
              <a:r>
                <a:rPr lang="en-US" altLang="zh-CN" sz="2400">
                  <a:solidFill>
                    <a:srgbClr val="FFFFFF"/>
                  </a:solidFill>
                  <a:latin typeface="Times New Roman" panose="02020603050405020304" charset="0"/>
                  <a:ea typeface="宋体" panose="02010600030101010101" pitchFamily="2" charset="-122"/>
                </a:rPr>
                <a:t>r</a:t>
              </a:r>
              <a:endParaRPr lang="en-US" altLang="zh-CN" sz="2400">
                <a:solidFill>
                  <a:srgbClr val="FFFFFF"/>
                </a:solidFill>
                <a:latin typeface="Times New Roman" panose="02020603050405020304" charset="0"/>
                <a:ea typeface="宋体" panose="02010600030101010101" pitchFamily="2" charset="-122"/>
              </a:endParaRPr>
            </a:p>
          </p:txBody>
        </p:sp>
        <p:sp>
          <p:nvSpPr>
            <p:cNvPr id="55311" name="文本框 63503"/>
            <p:cNvSpPr txBox="1"/>
            <p:nvPr/>
          </p:nvSpPr>
          <p:spPr>
            <a:xfrm>
              <a:off x="199" y="157"/>
              <a:ext cx="272" cy="289"/>
            </a:xfrm>
            <a:prstGeom prst="rect">
              <a:avLst/>
            </a:prstGeom>
            <a:noFill/>
            <a:ln w="9525">
              <a:noFill/>
              <a:miter/>
            </a:ln>
          </p:spPr>
          <p:txBody>
            <a:bodyPr anchor="t">
              <a:spAutoFit/>
            </a:bodyPr>
            <a:p>
              <a:pPr lvl="0">
                <a:spcBef>
                  <a:spcPct val="50000"/>
                </a:spcBef>
              </a:pPr>
              <a:r>
                <a:rPr lang="en-US" altLang="zh-CN" sz="2000">
                  <a:solidFill>
                    <a:srgbClr val="000000"/>
                  </a:solidFill>
                  <a:latin typeface="Times New Roman" panose="02020603050405020304" charset="0"/>
                  <a:ea typeface="宋体" panose="02010600030101010101" pitchFamily="2" charset="-122"/>
                </a:rPr>
                <a:t>f1</a:t>
              </a:r>
              <a:endParaRPr lang="en-US" altLang="zh-CN" sz="2000">
                <a:solidFill>
                  <a:srgbClr val="000000"/>
                </a:solidFill>
                <a:latin typeface="Times New Roman" panose="02020603050405020304" charset="0"/>
                <a:ea typeface="宋体" panose="02010600030101010101" pitchFamily="2" charset="-122"/>
              </a:endParaRPr>
            </a:p>
          </p:txBody>
        </p:sp>
        <p:sp>
          <p:nvSpPr>
            <p:cNvPr id="55312" name="文本框 63504"/>
            <p:cNvSpPr txBox="1"/>
            <p:nvPr/>
          </p:nvSpPr>
          <p:spPr>
            <a:xfrm>
              <a:off x="129" y="671"/>
              <a:ext cx="499" cy="290"/>
            </a:xfrm>
            <a:prstGeom prst="rect">
              <a:avLst/>
            </a:prstGeom>
            <a:noFill/>
            <a:ln w="9525">
              <a:noFill/>
              <a:miter/>
            </a:ln>
          </p:spPr>
          <p:txBody>
            <a:bodyPr anchor="t">
              <a:spAutoFit/>
            </a:bodyPr>
            <a:p>
              <a:pPr lvl="0">
                <a:spcBef>
                  <a:spcPct val="50000"/>
                </a:spcBef>
              </a:pPr>
              <a:r>
                <a:rPr lang="zh-CN" altLang="en-US" sz="2000">
                  <a:solidFill>
                    <a:srgbClr val="000000"/>
                  </a:solidFill>
                  <a:latin typeface="Times New Roman" panose="02020603050405020304" charset="0"/>
                  <a:ea typeface="宋体" panose="02010600030101010101" pitchFamily="2" charset="-122"/>
                </a:rPr>
                <a:t>作业</a:t>
              </a:r>
              <a:r>
                <a:rPr lang="en-US" altLang="zh-CN" sz="2000">
                  <a:solidFill>
                    <a:srgbClr val="000000"/>
                  </a:solidFill>
                  <a:latin typeface="Times New Roman" panose="02020603050405020304" charset="0"/>
                  <a:ea typeface="宋体" panose="02010600030101010101" pitchFamily="2" charset="-122"/>
                </a:rPr>
                <a:t>2</a:t>
              </a:r>
              <a:endParaRPr lang="en-US" altLang="zh-CN" sz="2000">
                <a:solidFill>
                  <a:srgbClr val="000000"/>
                </a:solidFill>
                <a:latin typeface="Times New Roman" panose="02020603050405020304" charset="0"/>
                <a:ea typeface="宋体" panose="02010600030101010101" pitchFamily="2" charset="-122"/>
              </a:endParaRPr>
            </a:p>
          </p:txBody>
        </p:sp>
      </p:grpSp>
      <p:grpSp>
        <p:nvGrpSpPr>
          <p:cNvPr id="63506" name="组合 63505"/>
          <p:cNvGrpSpPr/>
          <p:nvPr/>
        </p:nvGrpSpPr>
        <p:grpSpPr>
          <a:xfrm>
            <a:off x="3101975" y="1290638"/>
            <a:ext cx="1100138" cy="2119312"/>
            <a:chOff x="0" y="0"/>
            <a:chExt cx="720" cy="1543"/>
          </a:xfrm>
        </p:grpSpPr>
        <p:sp>
          <p:nvSpPr>
            <p:cNvPr id="55314" name="文本框 63506"/>
            <p:cNvSpPr txBox="1"/>
            <p:nvPr/>
          </p:nvSpPr>
          <p:spPr>
            <a:xfrm>
              <a:off x="0" y="0"/>
              <a:ext cx="720" cy="1543"/>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endParaRPr lang="en-US" altLang="zh-CN" sz="1000">
                <a:latin typeface="Times New Roman" panose="02020603050405020304" charset="0"/>
                <a:ea typeface="宋体" panose="02010600030101010101" pitchFamily="2" charset="-122"/>
              </a:endParaRPr>
            </a:p>
            <a:p>
              <a:pPr lvl="0" algn="just">
                <a:spcBef>
                  <a:spcPct val="30000"/>
                </a:spcBef>
              </a:pPr>
              <a:r>
                <a:rPr lang="en-US" altLang="zh-CN" sz="1000">
                  <a:latin typeface="Times New Roman" panose="02020603050405020304" charset="0"/>
                  <a:ea typeface="宋体" panose="02010600030101010101" pitchFamily="2" charset="-122"/>
                </a:rPr>
                <a:t>           </a:t>
              </a:r>
              <a:endParaRPr lang="en-US" altLang="zh-CN">
                <a:latin typeface="Times New Roman" panose="02020603050405020304" charset="0"/>
                <a:ea typeface="宋体" panose="02010600030101010101" pitchFamily="2" charset="-122"/>
              </a:endParaRPr>
            </a:p>
            <a:p>
              <a:pPr lvl="0" algn="just">
                <a:spcBef>
                  <a:spcPct val="30000"/>
                </a:spcBef>
              </a:pPr>
              <a:r>
                <a:rPr lang="en-US" altLang="zh-CN" sz="2000">
                  <a:latin typeface="Times New Roman" panose="02020603050405020304" charset="0"/>
                  <a:ea typeface="宋体" panose="02010600030101010101" pitchFamily="2" charset="-122"/>
                </a:rPr>
                <a:t>      </a:t>
              </a:r>
              <a:endParaRPr lang="en-US" altLang="zh-CN" sz="2000">
                <a:latin typeface="Times New Roman" panose="02020603050405020304" charset="0"/>
                <a:ea typeface="宋体" panose="02010600030101010101" pitchFamily="2" charset="-122"/>
              </a:endParaRPr>
            </a:p>
            <a:p>
              <a:pPr lvl="0" algn="just">
                <a:spcBef>
                  <a:spcPct val="30000"/>
                </a:spcBef>
              </a:pPr>
              <a:r>
                <a:rPr lang="en-US" altLang="zh-CN" sz="2000">
                  <a:latin typeface="Times New Roman" panose="02020603050405020304" charset="0"/>
                  <a:ea typeface="宋体" panose="02010600030101010101" pitchFamily="2" charset="-122"/>
                </a:rPr>
                <a:t>   </a:t>
              </a:r>
              <a:endParaRPr lang="en-US" altLang="zh-CN" sz="2000">
                <a:latin typeface="Times New Roman" panose="02020603050405020304" charset="0"/>
                <a:ea typeface="宋体" panose="02010600030101010101" pitchFamily="2" charset="-122"/>
              </a:endParaRPr>
            </a:p>
            <a:p>
              <a:pPr lvl="0" algn="just">
                <a:spcBef>
                  <a:spcPct val="30000"/>
                </a:spcBef>
              </a:pPr>
              <a:r>
                <a:rPr lang="en-US" altLang="zh-CN" sz="2000">
                  <a:latin typeface="Times New Roman" panose="02020603050405020304" charset="0"/>
                  <a:ea typeface="宋体" panose="02010600030101010101" pitchFamily="2" charset="-122"/>
                </a:rPr>
                <a:t>  </a:t>
              </a:r>
              <a:endParaRPr lang="en-US" altLang="zh-CN" sz="2000">
                <a:latin typeface="Times New Roman" panose="02020603050405020304" charset="0"/>
                <a:ea typeface="宋体" panose="02010600030101010101" pitchFamily="2" charset="-122"/>
              </a:endParaRPr>
            </a:p>
            <a:p>
              <a:pPr lvl="0" algn="just"/>
              <a:endParaRPr lang="en-US" altLang="zh-CN" sz="1000">
                <a:latin typeface="Times New Roman" panose="02020603050405020304" charset="0"/>
                <a:ea typeface="宋体" panose="02010600030101010101" pitchFamily="2" charset="-122"/>
              </a:endParaRPr>
            </a:p>
            <a:p>
              <a:pPr lvl="0" algn="just"/>
              <a:endParaRPr lang="en-US" altLang="zh-CN" sz="1000">
                <a:latin typeface="Times New Roman" panose="02020603050405020304" charset="0"/>
                <a:ea typeface="宋体" panose="02010600030101010101" pitchFamily="2" charset="-122"/>
              </a:endParaRPr>
            </a:p>
            <a:p>
              <a:pPr lvl="0" algn="just"/>
              <a:endParaRPr lang="en-US" altLang="zh-CN" sz="1000">
                <a:latin typeface="Times New Roman" panose="02020603050405020304" charset="0"/>
                <a:ea typeface="宋体" panose="02010600030101010101" pitchFamily="2" charset="-122"/>
              </a:endParaRPr>
            </a:p>
          </p:txBody>
        </p:sp>
        <p:sp>
          <p:nvSpPr>
            <p:cNvPr id="55315" name="直接连接符 63507"/>
            <p:cNvSpPr/>
            <p:nvPr/>
          </p:nvSpPr>
          <p:spPr>
            <a:xfrm>
              <a:off x="0" y="988"/>
              <a:ext cx="72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5316" name="直接连接符 63508"/>
            <p:cNvSpPr/>
            <p:nvPr/>
          </p:nvSpPr>
          <p:spPr>
            <a:xfrm>
              <a:off x="0" y="168"/>
              <a:ext cx="72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5317" name="直接连接符 63509"/>
            <p:cNvSpPr/>
            <p:nvPr/>
          </p:nvSpPr>
          <p:spPr>
            <a:xfrm>
              <a:off x="0" y="379"/>
              <a:ext cx="72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5318" name="直接连接符 63510"/>
            <p:cNvSpPr/>
            <p:nvPr/>
          </p:nvSpPr>
          <p:spPr>
            <a:xfrm>
              <a:off x="0" y="560"/>
              <a:ext cx="72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5319" name="矩形 63511"/>
            <p:cNvSpPr/>
            <p:nvPr/>
          </p:nvSpPr>
          <p:spPr>
            <a:xfrm>
              <a:off x="0" y="162"/>
              <a:ext cx="720" cy="423"/>
            </a:xfrm>
            <a:prstGeom prst="rect">
              <a:avLst/>
            </a:prstGeom>
            <a:solidFill>
              <a:schemeClr val="accent1"/>
            </a:solid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5320" name="文本框 63512"/>
            <p:cNvSpPr txBox="1"/>
            <p:nvPr/>
          </p:nvSpPr>
          <p:spPr>
            <a:xfrm>
              <a:off x="227" y="254"/>
              <a:ext cx="344" cy="289"/>
            </a:xfrm>
            <a:prstGeom prst="rect">
              <a:avLst/>
            </a:prstGeom>
            <a:noFill/>
            <a:ln w="9525">
              <a:noFill/>
              <a:miter/>
            </a:ln>
          </p:spPr>
          <p:txBody>
            <a:bodyPr wrap="square" anchor="t">
              <a:spAutoFit/>
            </a:bodyPr>
            <a:p>
              <a:pPr lvl="0">
                <a:spcBef>
                  <a:spcPct val="50000"/>
                </a:spcBef>
              </a:pPr>
              <a:r>
                <a:rPr lang="en-US" altLang="zh-CN" sz="2000">
                  <a:solidFill>
                    <a:srgbClr val="000000"/>
                  </a:solidFill>
                  <a:latin typeface="Times New Roman" panose="02020603050405020304" charset="0"/>
                  <a:ea typeface="宋体" panose="02010600030101010101" pitchFamily="2" charset="-122"/>
                </a:rPr>
                <a:t>f1</a:t>
              </a:r>
              <a:endParaRPr lang="en-US" altLang="zh-CN" sz="2000">
                <a:solidFill>
                  <a:srgbClr val="000000"/>
                </a:solidFill>
                <a:latin typeface="Times New Roman" panose="02020603050405020304" charset="0"/>
                <a:ea typeface="宋体" panose="02010600030101010101" pitchFamily="2" charset="-122"/>
              </a:endParaRPr>
            </a:p>
          </p:txBody>
        </p:sp>
        <p:sp>
          <p:nvSpPr>
            <p:cNvPr id="55321" name="文本框 63513"/>
            <p:cNvSpPr txBox="1"/>
            <p:nvPr/>
          </p:nvSpPr>
          <p:spPr>
            <a:xfrm>
              <a:off x="129" y="672"/>
              <a:ext cx="572" cy="290"/>
            </a:xfrm>
            <a:prstGeom prst="rect">
              <a:avLst/>
            </a:prstGeom>
            <a:noFill/>
            <a:ln w="9525">
              <a:noFill/>
              <a:miter/>
            </a:ln>
          </p:spPr>
          <p:txBody>
            <a:bodyPr wrap="square" anchor="t">
              <a:spAutoFit/>
            </a:bodyPr>
            <a:p>
              <a:pPr lvl="0">
                <a:spcBef>
                  <a:spcPct val="50000"/>
                </a:spcBef>
              </a:pPr>
              <a:r>
                <a:rPr lang="zh-CN" altLang="en-US" sz="2000">
                  <a:solidFill>
                    <a:srgbClr val="000000"/>
                  </a:solidFill>
                  <a:latin typeface="Times New Roman" panose="02020603050405020304" charset="0"/>
                  <a:ea typeface="宋体" panose="02010600030101010101" pitchFamily="2" charset="-122"/>
                </a:rPr>
                <a:t>作业</a:t>
              </a:r>
              <a:r>
                <a:rPr lang="en-US" altLang="zh-CN" sz="2000">
                  <a:solidFill>
                    <a:srgbClr val="000000"/>
                  </a:solidFill>
                  <a:latin typeface="Times New Roman" panose="02020603050405020304" charset="0"/>
                  <a:ea typeface="宋体" panose="02010600030101010101" pitchFamily="2" charset="-122"/>
                </a:rPr>
                <a:t>2</a:t>
              </a:r>
              <a:endParaRPr lang="en-US" altLang="zh-CN" sz="2000">
                <a:solidFill>
                  <a:srgbClr val="000000"/>
                </a:solidFill>
                <a:latin typeface="Times New Roman" panose="02020603050405020304" charset="0"/>
                <a:ea typeface="宋体" panose="02010600030101010101" pitchFamily="2" charset="-122"/>
              </a:endParaRPr>
            </a:p>
          </p:txBody>
        </p:sp>
      </p:grpSp>
      <p:grpSp>
        <p:nvGrpSpPr>
          <p:cNvPr id="63515" name="组合 63514"/>
          <p:cNvGrpSpPr/>
          <p:nvPr/>
        </p:nvGrpSpPr>
        <p:grpSpPr>
          <a:xfrm>
            <a:off x="598488" y="4302125"/>
            <a:ext cx="1433512" cy="2159000"/>
            <a:chOff x="0" y="0"/>
            <a:chExt cx="725" cy="1542"/>
          </a:xfrm>
        </p:grpSpPr>
        <p:sp>
          <p:nvSpPr>
            <p:cNvPr id="55323" name="文本框 63515"/>
            <p:cNvSpPr txBox="1"/>
            <p:nvPr/>
          </p:nvSpPr>
          <p:spPr>
            <a:xfrm>
              <a:off x="0" y="0"/>
              <a:ext cx="720" cy="1542"/>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endParaRPr lang="en-US" altLang="zh-CN" sz="1000">
                <a:latin typeface="Times New Roman" panose="02020603050405020304" charset="0"/>
                <a:ea typeface="宋体" panose="02010600030101010101" pitchFamily="2" charset="-122"/>
              </a:endParaRPr>
            </a:p>
            <a:p>
              <a:pPr lvl="0" algn="just">
                <a:spcBef>
                  <a:spcPct val="30000"/>
                </a:spcBef>
              </a:pPr>
              <a:r>
                <a:rPr lang="en-US" altLang="zh-CN" sz="1000">
                  <a:latin typeface="Times New Roman" panose="02020603050405020304" charset="0"/>
                  <a:ea typeface="宋体" panose="02010600030101010101" pitchFamily="2" charset="-122"/>
                </a:rPr>
                <a:t>     </a:t>
              </a:r>
              <a:endParaRPr lang="en-US" altLang="zh-CN" sz="1000">
                <a:latin typeface="Times New Roman" panose="02020603050405020304" charset="0"/>
                <a:ea typeface="宋体" panose="02010600030101010101" pitchFamily="2" charset="-122"/>
              </a:endParaRPr>
            </a:p>
          </p:txBody>
        </p:sp>
        <p:sp>
          <p:nvSpPr>
            <p:cNvPr id="55324" name="直接连接符 63516"/>
            <p:cNvSpPr/>
            <p:nvPr/>
          </p:nvSpPr>
          <p:spPr>
            <a:xfrm>
              <a:off x="0" y="418"/>
              <a:ext cx="72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5325" name="直接连接符 63517"/>
            <p:cNvSpPr/>
            <p:nvPr/>
          </p:nvSpPr>
          <p:spPr>
            <a:xfrm>
              <a:off x="0" y="1046"/>
              <a:ext cx="72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5326" name="直接连接符 63518"/>
            <p:cNvSpPr/>
            <p:nvPr/>
          </p:nvSpPr>
          <p:spPr>
            <a:xfrm>
              <a:off x="0" y="178"/>
              <a:ext cx="72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5327" name="直接连接符 63519"/>
            <p:cNvSpPr/>
            <p:nvPr/>
          </p:nvSpPr>
          <p:spPr>
            <a:xfrm>
              <a:off x="0" y="610"/>
              <a:ext cx="72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5328" name="矩形 63520"/>
            <p:cNvSpPr/>
            <p:nvPr/>
          </p:nvSpPr>
          <p:spPr>
            <a:xfrm>
              <a:off x="5" y="418"/>
              <a:ext cx="720" cy="224"/>
            </a:xfrm>
            <a:prstGeom prst="rect">
              <a:avLst/>
            </a:prstGeom>
            <a:solidFill>
              <a:srgbClr val="FF3300"/>
            </a:solid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5329" name="文本框 63521"/>
            <p:cNvSpPr txBox="1"/>
            <p:nvPr/>
          </p:nvSpPr>
          <p:spPr>
            <a:xfrm>
              <a:off x="242" y="353"/>
              <a:ext cx="288" cy="370"/>
            </a:xfrm>
            <a:prstGeom prst="rect">
              <a:avLst/>
            </a:prstGeom>
            <a:noFill/>
            <a:ln w="9525">
              <a:noFill/>
              <a:miter/>
            </a:ln>
          </p:spPr>
          <p:txBody>
            <a:bodyPr anchor="t">
              <a:spAutoFit/>
            </a:bodyPr>
            <a:p>
              <a:pPr lvl="0">
                <a:spcBef>
                  <a:spcPct val="50000"/>
                </a:spcBef>
              </a:pPr>
              <a:r>
                <a:rPr lang="en-US" altLang="zh-CN" sz="2800">
                  <a:solidFill>
                    <a:srgbClr val="FFFFFF"/>
                  </a:solidFill>
                  <a:latin typeface="Times New Roman" panose="02020603050405020304" charset="0"/>
                  <a:ea typeface="宋体" panose="02010600030101010101" pitchFamily="2" charset="-122"/>
                </a:rPr>
                <a:t>r</a:t>
              </a:r>
              <a:endParaRPr lang="en-US" altLang="zh-CN" sz="2800">
                <a:latin typeface="Times New Roman" panose="02020603050405020304" charset="0"/>
                <a:ea typeface="宋体" panose="02010600030101010101" pitchFamily="2" charset="-122"/>
              </a:endParaRPr>
            </a:p>
          </p:txBody>
        </p:sp>
        <p:sp>
          <p:nvSpPr>
            <p:cNvPr id="55330" name="文本框 63522"/>
            <p:cNvSpPr txBox="1"/>
            <p:nvPr/>
          </p:nvSpPr>
          <p:spPr>
            <a:xfrm>
              <a:off x="106" y="181"/>
              <a:ext cx="499" cy="284"/>
            </a:xfrm>
            <a:prstGeom prst="rect">
              <a:avLst/>
            </a:prstGeom>
            <a:noFill/>
            <a:ln w="9525">
              <a:noFill/>
              <a:miter/>
            </a:ln>
          </p:spPr>
          <p:txBody>
            <a:bodyPr anchor="t">
              <a:spAutoFit/>
            </a:bodyPr>
            <a:p>
              <a:pPr lvl="0">
                <a:spcBef>
                  <a:spcPct val="50000"/>
                </a:spcBef>
              </a:pPr>
              <a:r>
                <a:rPr lang="zh-CN" altLang="en-US" sz="2000">
                  <a:solidFill>
                    <a:srgbClr val="000000"/>
                  </a:solidFill>
                  <a:latin typeface="Times New Roman" panose="02020603050405020304" charset="0"/>
                  <a:ea typeface="宋体" panose="02010600030101010101" pitchFamily="2" charset="-122"/>
                </a:rPr>
                <a:t>作业</a:t>
              </a:r>
              <a:r>
                <a:rPr lang="en-US" altLang="zh-CN" sz="2000">
                  <a:solidFill>
                    <a:srgbClr val="000000"/>
                  </a:solidFill>
                  <a:latin typeface="Times New Roman" panose="02020603050405020304" charset="0"/>
                  <a:ea typeface="宋体" panose="02010600030101010101" pitchFamily="2" charset="-122"/>
                </a:rPr>
                <a:t>1</a:t>
              </a:r>
              <a:endParaRPr lang="en-US" altLang="zh-CN" sz="2000">
                <a:solidFill>
                  <a:srgbClr val="000000"/>
                </a:solidFill>
                <a:latin typeface="Times New Roman" panose="02020603050405020304" charset="0"/>
                <a:ea typeface="宋体" panose="02010600030101010101" pitchFamily="2" charset="-122"/>
              </a:endParaRPr>
            </a:p>
          </p:txBody>
        </p:sp>
        <p:sp>
          <p:nvSpPr>
            <p:cNvPr id="55331" name="矩形 63523"/>
            <p:cNvSpPr/>
            <p:nvPr/>
          </p:nvSpPr>
          <p:spPr>
            <a:xfrm>
              <a:off x="193" y="690"/>
              <a:ext cx="253" cy="283"/>
            </a:xfrm>
            <a:prstGeom prst="rect">
              <a:avLst/>
            </a:prstGeom>
            <a:noFill/>
            <a:ln w="9525">
              <a:noFill/>
              <a:miter/>
            </a:ln>
          </p:spPr>
          <p:txBody>
            <a:bodyPr wrap="square" anchor="t">
              <a:spAutoFit/>
            </a:bodyPr>
            <a:p>
              <a:pPr lvl="0"/>
              <a:r>
                <a:rPr lang="en-US" altLang="zh-CN" sz="2000">
                  <a:latin typeface="Times New Roman" panose="02020603050405020304" charset="0"/>
                  <a:ea typeface="宋体" panose="02010600030101010101" pitchFamily="2" charset="-122"/>
                </a:rPr>
                <a:t>f2</a:t>
              </a:r>
              <a:endParaRPr lang="en-US" altLang="zh-CN" sz="2000">
                <a:latin typeface="Times New Roman" panose="02020603050405020304" charset="0"/>
                <a:ea typeface="宋体" panose="02010600030101010101" pitchFamily="2" charset="-122"/>
              </a:endParaRPr>
            </a:p>
          </p:txBody>
        </p:sp>
      </p:grpSp>
      <p:grpSp>
        <p:nvGrpSpPr>
          <p:cNvPr id="63525" name="组合 63524"/>
          <p:cNvGrpSpPr/>
          <p:nvPr/>
        </p:nvGrpSpPr>
        <p:grpSpPr>
          <a:xfrm>
            <a:off x="3108325" y="4294188"/>
            <a:ext cx="1249363" cy="2159000"/>
            <a:chOff x="0" y="0"/>
            <a:chExt cx="725" cy="1542"/>
          </a:xfrm>
        </p:grpSpPr>
        <p:sp>
          <p:nvSpPr>
            <p:cNvPr id="55333" name="文本框 63525"/>
            <p:cNvSpPr txBox="1"/>
            <p:nvPr/>
          </p:nvSpPr>
          <p:spPr>
            <a:xfrm>
              <a:off x="0" y="0"/>
              <a:ext cx="720" cy="1542"/>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endParaRPr lang="en-US" altLang="zh-CN" sz="1000">
                <a:latin typeface="Times New Roman" panose="02020603050405020304" charset="0"/>
                <a:ea typeface="宋体" panose="02010600030101010101" pitchFamily="2" charset="-122"/>
              </a:endParaRPr>
            </a:p>
            <a:p>
              <a:pPr lvl="0" algn="just">
                <a:spcBef>
                  <a:spcPct val="30000"/>
                </a:spcBef>
              </a:pPr>
              <a:r>
                <a:rPr lang="en-US" altLang="zh-CN" sz="1000">
                  <a:latin typeface="Times New Roman" panose="02020603050405020304" charset="0"/>
                  <a:ea typeface="宋体" panose="02010600030101010101" pitchFamily="2" charset="-122"/>
                </a:rPr>
                <a:t>     </a:t>
              </a:r>
              <a:endParaRPr lang="en-US" altLang="zh-CN" sz="2000">
                <a:latin typeface="Times New Roman" panose="02020603050405020304" charset="0"/>
                <a:ea typeface="宋体" panose="02010600030101010101" pitchFamily="2" charset="-122"/>
              </a:endParaRPr>
            </a:p>
            <a:p>
              <a:pPr lvl="0" algn="just">
                <a:spcBef>
                  <a:spcPct val="30000"/>
                </a:spcBef>
              </a:pPr>
              <a:r>
                <a:rPr lang="en-US" altLang="zh-CN" sz="2000">
                  <a:latin typeface="Times New Roman" panose="02020603050405020304" charset="0"/>
                  <a:ea typeface="宋体" panose="02010600030101010101" pitchFamily="2" charset="-122"/>
                </a:rPr>
                <a:t>      </a:t>
              </a:r>
              <a:endParaRPr lang="en-US" altLang="zh-CN" sz="2000">
                <a:latin typeface="Times New Roman" panose="02020603050405020304" charset="0"/>
                <a:ea typeface="宋体" panose="02010600030101010101" pitchFamily="2" charset="-122"/>
              </a:endParaRPr>
            </a:p>
            <a:p>
              <a:pPr lvl="0" algn="just">
                <a:spcBef>
                  <a:spcPct val="20000"/>
                </a:spcBef>
              </a:pPr>
              <a:r>
                <a:rPr lang="en-US" altLang="zh-CN" sz="2000">
                  <a:latin typeface="Times New Roman" panose="02020603050405020304" charset="0"/>
                  <a:ea typeface="宋体" panose="02010600030101010101" pitchFamily="2" charset="-122"/>
                </a:rPr>
                <a:t>     </a:t>
              </a:r>
              <a:endParaRPr lang="en-US" altLang="zh-CN" sz="2000">
                <a:latin typeface="Times New Roman" panose="02020603050405020304" charset="0"/>
                <a:ea typeface="宋体" panose="02010600030101010101" pitchFamily="2" charset="-122"/>
              </a:endParaRPr>
            </a:p>
            <a:p>
              <a:pPr lvl="0" algn="just">
                <a:spcBef>
                  <a:spcPct val="20000"/>
                </a:spcBef>
              </a:pPr>
              <a:r>
                <a:rPr lang="en-US" altLang="zh-CN" sz="2000">
                  <a:latin typeface="Times New Roman" panose="02020603050405020304" charset="0"/>
                  <a:ea typeface="宋体" panose="02010600030101010101" pitchFamily="2" charset="-122"/>
                </a:rPr>
                <a:t>     </a:t>
              </a:r>
              <a:endParaRPr lang="en-US" altLang="zh-CN" sz="1000">
                <a:latin typeface="Times New Roman" panose="02020603050405020304" charset="0"/>
                <a:ea typeface="宋体" panose="02010600030101010101" pitchFamily="2" charset="-122"/>
              </a:endParaRPr>
            </a:p>
            <a:p>
              <a:pPr lvl="0" algn="just"/>
              <a:endParaRPr lang="en-US" altLang="zh-CN" sz="1000">
                <a:latin typeface="Times New Roman" panose="02020603050405020304" charset="0"/>
                <a:ea typeface="宋体" panose="02010600030101010101" pitchFamily="2" charset="-122"/>
              </a:endParaRPr>
            </a:p>
            <a:p>
              <a:pPr lvl="0" algn="just"/>
              <a:endParaRPr lang="en-US" altLang="zh-CN" sz="1000">
                <a:latin typeface="Times New Roman" panose="02020603050405020304" charset="0"/>
                <a:ea typeface="宋体" panose="02010600030101010101" pitchFamily="2" charset="-122"/>
              </a:endParaRPr>
            </a:p>
          </p:txBody>
        </p:sp>
        <p:sp>
          <p:nvSpPr>
            <p:cNvPr id="55334" name="直接连接符 63526"/>
            <p:cNvSpPr/>
            <p:nvPr/>
          </p:nvSpPr>
          <p:spPr>
            <a:xfrm>
              <a:off x="0" y="418"/>
              <a:ext cx="72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5335" name="直接连接符 63527"/>
            <p:cNvSpPr/>
            <p:nvPr/>
          </p:nvSpPr>
          <p:spPr>
            <a:xfrm>
              <a:off x="0" y="1046"/>
              <a:ext cx="72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5336" name="直接连接符 63528"/>
            <p:cNvSpPr/>
            <p:nvPr/>
          </p:nvSpPr>
          <p:spPr>
            <a:xfrm>
              <a:off x="0" y="178"/>
              <a:ext cx="72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5337" name="直接连接符 63529"/>
            <p:cNvSpPr/>
            <p:nvPr/>
          </p:nvSpPr>
          <p:spPr>
            <a:xfrm>
              <a:off x="0" y="610"/>
              <a:ext cx="72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5338" name="矩形 63530"/>
            <p:cNvSpPr/>
            <p:nvPr/>
          </p:nvSpPr>
          <p:spPr>
            <a:xfrm>
              <a:off x="5" y="418"/>
              <a:ext cx="720" cy="625"/>
            </a:xfrm>
            <a:prstGeom prst="rect">
              <a:avLst/>
            </a:prstGeom>
            <a:solidFill>
              <a:schemeClr val="accent1"/>
            </a:solid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5339" name="文本框 63531"/>
            <p:cNvSpPr txBox="1"/>
            <p:nvPr/>
          </p:nvSpPr>
          <p:spPr>
            <a:xfrm>
              <a:off x="106" y="182"/>
              <a:ext cx="581" cy="284"/>
            </a:xfrm>
            <a:prstGeom prst="rect">
              <a:avLst/>
            </a:prstGeom>
            <a:noFill/>
            <a:ln w="9525">
              <a:noFill/>
              <a:miter/>
            </a:ln>
          </p:spPr>
          <p:txBody>
            <a:bodyPr wrap="square" anchor="t">
              <a:spAutoFit/>
            </a:bodyPr>
            <a:p>
              <a:pPr lvl="0">
                <a:spcBef>
                  <a:spcPct val="50000"/>
                </a:spcBef>
              </a:pPr>
              <a:r>
                <a:rPr lang="zh-CN" altLang="en-US" sz="2000">
                  <a:solidFill>
                    <a:srgbClr val="000000"/>
                  </a:solidFill>
                  <a:latin typeface="Times New Roman" panose="02020603050405020304" charset="0"/>
                  <a:ea typeface="宋体" panose="02010600030101010101" pitchFamily="2" charset="-122"/>
                </a:rPr>
                <a:t>作业</a:t>
              </a:r>
              <a:r>
                <a:rPr lang="en-US" altLang="zh-CN" sz="2000">
                  <a:solidFill>
                    <a:srgbClr val="000000"/>
                  </a:solidFill>
                  <a:latin typeface="Times New Roman" panose="02020603050405020304" charset="0"/>
                  <a:ea typeface="宋体" panose="02010600030101010101" pitchFamily="2" charset="-122"/>
                </a:rPr>
                <a:t>1</a:t>
              </a:r>
              <a:endParaRPr lang="en-US" altLang="zh-CN" sz="2000">
                <a:solidFill>
                  <a:srgbClr val="000000"/>
                </a:solidFill>
                <a:latin typeface="Times New Roman" panose="02020603050405020304" charset="0"/>
                <a:ea typeface="宋体" panose="02010600030101010101" pitchFamily="2" charset="-122"/>
              </a:endParaRPr>
            </a:p>
          </p:txBody>
        </p:sp>
        <p:sp>
          <p:nvSpPr>
            <p:cNvPr id="55340" name="矩形 63532"/>
            <p:cNvSpPr/>
            <p:nvPr/>
          </p:nvSpPr>
          <p:spPr>
            <a:xfrm>
              <a:off x="242" y="513"/>
              <a:ext cx="315" cy="327"/>
            </a:xfrm>
            <a:prstGeom prst="rect">
              <a:avLst/>
            </a:prstGeom>
            <a:noFill/>
            <a:ln w="9525">
              <a:noFill/>
              <a:miter/>
            </a:ln>
          </p:spPr>
          <p:txBody>
            <a:bodyPr wrap="square" anchor="t">
              <a:spAutoFit/>
            </a:bodyPr>
            <a:p>
              <a:pPr lvl="0"/>
              <a:r>
                <a:rPr lang="en-US" altLang="zh-CN" sz="2400">
                  <a:latin typeface="Times New Roman" panose="02020603050405020304" charset="0"/>
                  <a:ea typeface="宋体" panose="02010600030101010101" pitchFamily="2" charset="-122"/>
                </a:rPr>
                <a:t>f2</a:t>
              </a:r>
              <a:endParaRPr lang="en-US" altLang="zh-CN" sz="2400">
                <a:latin typeface="Times New Roman" panose="02020603050405020304" charset="0"/>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3490" grpId="0" build="p"/>
      <p:bldP spid="63491" grpId="0"/>
      <p:bldP spid="63492" grpId="0"/>
      <p:bldP spid="6349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内容占位符 64513"/>
          <p:cNvSpPr>
            <a:spLocks noGrp="1"/>
          </p:cNvSpPr>
          <p:nvPr>
            <p:ph idx="1"/>
          </p:nvPr>
        </p:nvSpPr>
        <p:spPr>
          <a:xfrm>
            <a:off x="330200" y="674688"/>
            <a:ext cx="8458200" cy="609600"/>
          </a:xfrm>
        </p:spPr>
        <p:txBody>
          <a:bodyPr anchor="t">
            <a:spAutoFit/>
          </a:bodyPr>
          <a:p>
            <a:pPr fontAlgn="base">
              <a:buNone/>
            </a:pPr>
            <a:r>
              <a:rPr lang="zh-CN" altLang="en-US" b="1" strike="noStrike" noProof="1" dirty="0">
                <a:solidFill>
                  <a:schemeClr val="tx1"/>
                </a:solidFill>
                <a:sym typeface="Symbol" panose="05050102010706020507" pitchFamily="18" charset="2"/>
              </a:rPr>
              <a:t></a:t>
            </a:r>
            <a:r>
              <a:rPr lang="zh-CN" altLang="en-US" b="1" strike="noStrike" noProof="1" dirty="0">
                <a:solidFill>
                  <a:schemeClr val="tx1"/>
                </a:solidFill>
              </a:rPr>
              <a:t>  回收分区r（上、下邻空闲区）</a:t>
            </a:r>
            <a:endParaRPr lang="zh-CN" altLang="en-US" sz="2800" b="1" strike="noStrike" noProof="1" dirty="0">
              <a:solidFill>
                <a:schemeClr val="tx1"/>
              </a:solidFill>
            </a:endParaRPr>
          </a:p>
        </p:txBody>
      </p:sp>
      <p:sp>
        <p:nvSpPr>
          <p:cNvPr id="64515" name="文本框 64514"/>
          <p:cNvSpPr txBox="1"/>
          <p:nvPr/>
        </p:nvSpPr>
        <p:spPr>
          <a:xfrm>
            <a:off x="4625975" y="1492250"/>
            <a:ext cx="4343400" cy="1160463"/>
          </a:xfrm>
          <a:prstGeom prst="rect">
            <a:avLst/>
          </a:prstGeom>
          <a:noFill/>
          <a:ln w="9525">
            <a:noFill/>
            <a:miter/>
          </a:ln>
        </p:spPr>
        <p:txBody>
          <a:bodyPr wrap="square" anchor="t">
            <a:spAutoFit/>
          </a:bodyPr>
          <a:p>
            <a:pPr lvl="0">
              <a:spcBef>
                <a:spcPct val="50000"/>
              </a:spcBef>
            </a:pPr>
            <a:r>
              <a:rPr lang="en-US" altLang="zh-CN" sz="2800">
                <a:latin typeface="Times New Roman" panose="02020603050405020304" charset="0"/>
                <a:ea typeface="宋体" panose="02010600030101010101" pitchFamily="2" charset="-122"/>
              </a:rPr>
              <a:t>r</a:t>
            </a:r>
            <a:r>
              <a:rPr lang="zh-CN" altLang="en-US" sz="2800">
                <a:latin typeface="Times New Roman" panose="02020603050405020304" charset="0"/>
                <a:ea typeface="宋体" panose="02010600030101010101" pitchFamily="2" charset="-122"/>
              </a:rPr>
              <a:t>与 </a:t>
            </a:r>
            <a:r>
              <a:rPr lang="en-US" altLang="zh-CN" sz="2800">
                <a:latin typeface="Times New Roman" panose="02020603050405020304" charset="0"/>
                <a:ea typeface="宋体" panose="02010600030101010101" pitchFamily="2" charset="-122"/>
              </a:rPr>
              <a:t>f</a:t>
            </a:r>
            <a:r>
              <a:rPr lang="en-US" altLang="zh-CN" sz="2800" baseline="-25000">
                <a:latin typeface="Times New Roman" panose="02020603050405020304" charset="0"/>
                <a:ea typeface="宋体" panose="02010600030101010101" pitchFamily="2" charset="-122"/>
              </a:rPr>
              <a:t>1 </a:t>
            </a:r>
            <a:r>
              <a:rPr lang="zh-CN" altLang="en-US" sz="2800" baseline="-25000">
                <a:latin typeface="Times New Roman" panose="02020603050405020304" charset="0"/>
                <a:ea typeface="宋体" panose="02010600030101010101" pitchFamily="2" charset="-122"/>
              </a:rPr>
              <a:t>、 </a:t>
            </a:r>
            <a:r>
              <a:rPr lang="en-US" altLang="zh-CN" sz="2800">
                <a:latin typeface="Times New Roman" panose="02020603050405020304" charset="0"/>
                <a:ea typeface="宋体" panose="02010600030101010101" pitchFamily="2" charset="-122"/>
              </a:rPr>
              <a:t>f</a:t>
            </a:r>
            <a:r>
              <a:rPr lang="en-US" altLang="zh-CN" sz="2800" baseline="-25000">
                <a:latin typeface="Times New Roman" panose="02020603050405020304" charset="0"/>
                <a:ea typeface="宋体" panose="02010600030101010101" pitchFamily="2" charset="-122"/>
              </a:rPr>
              <a:t>2 </a:t>
            </a:r>
            <a:r>
              <a:rPr lang="zh-CN" altLang="en-US" sz="2800">
                <a:latin typeface="Times New Roman" panose="02020603050405020304" charset="0"/>
                <a:ea typeface="宋体" panose="02010600030101010101" pitchFamily="2" charset="-122"/>
              </a:rPr>
              <a:t>合并</a:t>
            </a:r>
            <a:endParaRPr lang="zh-CN" altLang="en-US" sz="2800">
              <a:latin typeface="Times New Roman" panose="02020603050405020304" charset="0"/>
              <a:ea typeface="宋体" panose="02010600030101010101" pitchFamily="2" charset="-122"/>
            </a:endParaRPr>
          </a:p>
          <a:p>
            <a:pPr lvl="0">
              <a:spcBef>
                <a:spcPct val="50000"/>
              </a:spcBef>
            </a:pPr>
            <a:r>
              <a:rPr lang="zh-CN" altLang="en-US" sz="2800">
                <a:latin typeface="Times New Roman" panose="02020603050405020304" charset="0"/>
                <a:ea typeface="宋体" panose="02010600030101010101" pitchFamily="2" charset="-122"/>
              </a:rPr>
              <a:t>成为一个大的空闲区</a:t>
            </a:r>
            <a:r>
              <a:rPr lang="en-US" altLang="zh-CN" sz="2800">
                <a:latin typeface="Times New Roman" panose="02020603050405020304" charset="0"/>
                <a:ea typeface="宋体" panose="02010600030101010101" pitchFamily="2" charset="-122"/>
              </a:rPr>
              <a:t>f</a:t>
            </a:r>
            <a:r>
              <a:rPr lang="en-US" altLang="zh-CN" sz="2800" baseline="-25000">
                <a:latin typeface="Times New Roman" panose="02020603050405020304" charset="0"/>
                <a:ea typeface="宋体" panose="02010600030101010101" pitchFamily="2" charset="-122"/>
              </a:rPr>
              <a:t>1</a:t>
            </a:r>
            <a:r>
              <a:rPr lang="en-US" altLang="zh-CN" baseline="-25000">
                <a:latin typeface="Times New Roman" panose="02020603050405020304" charset="0"/>
                <a:ea typeface="宋体" panose="02010600030101010101" pitchFamily="2" charset="-122"/>
              </a:rPr>
              <a:t> </a:t>
            </a:r>
            <a:endParaRPr lang="en-US" altLang="zh-CN" baseline="-25000">
              <a:latin typeface="Times New Roman" panose="02020603050405020304" charset="0"/>
              <a:ea typeface="宋体" panose="02010600030101010101" pitchFamily="2" charset="-122"/>
            </a:endParaRPr>
          </a:p>
        </p:txBody>
      </p:sp>
      <p:sp>
        <p:nvSpPr>
          <p:cNvPr id="64516" name="文本框 64515"/>
          <p:cNvSpPr txBox="1"/>
          <p:nvPr/>
        </p:nvSpPr>
        <p:spPr>
          <a:xfrm>
            <a:off x="381000" y="3575050"/>
            <a:ext cx="7848600" cy="579438"/>
          </a:xfrm>
          <a:prstGeom prst="rect">
            <a:avLst/>
          </a:prstGeom>
          <a:noFill/>
          <a:ln w="9525">
            <a:noFill/>
            <a:miter/>
          </a:ln>
        </p:spPr>
        <p:txBody>
          <a:bodyPr anchor="t">
            <a:spAutoFit/>
          </a:bodyPr>
          <a:p>
            <a:pPr lvl="0">
              <a:spcBef>
                <a:spcPct val="50000"/>
              </a:spcBef>
            </a:pPr>
            <a:r>
              <a:rPr lang="zh-CN" altLang="en-US" sz="3200" dirty="0">
                <a:solidFill>
                  <a:schemeClr val="tx1"/>
                </a:solidFill>
                <a:latin typeface="Times New Roman" panose="02020603050405020304" charset="0"/>
                <a:ea typeface="宋体" panose="02010600030101010101" pitchFamily="2" charset="-122"/>
                <a:sym typeface="Symbol" panose="05050102010706020507" pitchFamily="18" charset="2"/>
              </a:rPr>
              <a:t></a:t>
            </a:r>
            <a:r>
              <a:rPr lang="zh-CN" altLang="en-US" sz="3200" dirty="0">
                <a:solidFill>
                  <a:schemeClr val="tx1"/>
                </a:solidFill>
                <a:latin typeface="Times New Roman" panose="02020603050405020304" charset="0"/>
                <a:ea typeface="宋体" panose="02010600030101010101" pitchFamily="2" charset="-122"/>
              </a:rPr>
              <a:t>  回收分区r（上、下邻已分配区）</a:t>
            </a:r>
            <a:endParaRPr lang="zh-CN" altLang="en-US" sz="3200" dirty="0">
              <a:solidFill>
                <a:schemeClr val="tx1"/>
              </a:solidFill>
              <a:latin typeface="Times New Roman" panose="02020603050405020304" charset="0"/>
              <a:ea typeface="宋体" panose="02010600030101010101" pitchFamily="2" charset="-122"/>
            </a:endParaRPr>
          </a:p>
        </p:txBody>
      </p:sp>
      <p:sp>
        <p:nvSpPr>
          <p:cNvPr id="64517" name="文本框 64516"/>
          <p:cNvSpPr txBox="1"/>
          <p:nvPr/>
        </p:nvSpPr>
        <p:spPr>
          <a:xfrm>
            <a:off x="4572000" y="4419600"/>
            <a:ext cx="4419600" cy="520700"/>
          </a:xfrm>
          <a:prstGeom prst="rect">
            <a:avLst/>
          </a:prstGeom>
          <a:noFill/>
          <a:ln w="9525">
            <a:noFill/>
            <a:miter/>
          </a:ln>
        </p:spPr>
        <p:txBody>
          <a:bodyPr anchor="t">
            <a:spAutoFit/>
          </a:bodyPr>
          <a:p>
            <a:pPr lvl="0">
              <a:spcBef>
                <a:spcPct val="50000"/>
              </a:spcBef>
            </a:pPr>
            <a:r>
              <a:rPr lang="en-US" altLang="zh-CN" sz="2800">
                <a:latin typeface="Times New Roman" panose="02020603050405020304" charset="0"/>
                <a:ea typeface="宋体" panose="02010600030101010101" pitchFamily="2" charset="-122"/>
              </a:rPr>
              <a:t>r </a:t>
            </a:r>
            <a:r>
              <a:rPr lang="zh-CN" altLang="en-US" sz="2800">
                <a:latin typeface="Times New Roman" panose="02020603050405020304" charset="0"/>
                <a:ea typeface="宋体" panose="02010600030101010101" pitchFamily="2" charset="-122"/>
              </a:rPr>
              <a:t>成为一个新的空闲区 </a:t>
            </a:r>
            <a:r>
              <a:rPr lang="en-US" altLang="zh-CN" sz="2800">
                <a:latin typeface="Times New Roman" panose="02020603050405020304" charset="0"/>
                <a:ea typeface="宋体" panose="02010600030101010101" pitchFamily="2" charset="-122"/>
              </a:rPr>
              <a:t>f</a:t>
            </a:r>
            <a:r>
              <a:rPr lang="en-US" altLang="zh-CN" baseline="-25000">
                <a:latin typeface="Times New Roman" panose="02020603050405020304" charset="0"/>
                <a:ea typeface="宋体" panose="02010600030101010101" pitchFamily="2" charset="-122"/>
              </a:rPr>
              <a:t> </a:t>
            </a:r>
            <a:endParaRPr lang="en-US" altLang="zh-CN" baseline="-25000">
              <a:latin typeface="Times New Roman" panose="02020603050405020304" charset="0"/>
              <a:ea typeface="宋体" panose="02010600030101010101" pitchFamily="2" charset="-122"/>
            </a:endParaRPr>
          </a:p>
        </p:txBody>
      </p:sp>
      <p:sp>
        <p:nvSpPr>
          <p:cNvPr id="64518" name="直接连接符 64517"/>
          <p:cNvSpPr/>
          <p:nvPr/>
        </p:nvSpPr>
        <p:spPr>
          <a:xfrm>
            <a:off x="2266950" y="1595438"/>
            <a:ext cx="685800" cy="0"/>
          </a:xfrm>
          <a:prstGeom prst="line">
            <a:avLst/>
          </a:prstGeom>
          <a:ln w="57150" cap="flat" cmpd="sng">
            <a:solidFill>
              <a:srgbClr val="000000"/>
            </a:solidFill>
            <a:prstDash val="solid"/>
            <a:round/>
            <a:headEnd type="none" w="med" len="med"/>
            <a:tailEnd type="triangle" w="med" len="med"/>
          </a:ln>
        </p:spPr>
        <p:txBody>
          <a:bodyPr anchor="t"/>
          <a:p>
            <a:pPr lvl="0"/>
            <a:endParaRPr lang="zh-CN" altLang="en-US">
              <a:latin typeface="Times New Roman" panose="02020603050405020304" charset="0"/>
              <a:ea typeface="宋体" panose="02010600030101010101" pitchFamily="2" charset="-122"/>
            </a:endParaRPr>
          </a:p>
        </p:txBody>
      </p:sp>
      <p:sp>
        <p:nvSpPr>
          <p:cNvPr id="64519" name="直接连接符 64518"/>
          <p:cNvSpPr/>
          <p:nvPr/>
        </p:nvSpPr>
        <p:spPr>
          <a:xfrm>
            <a:off x="2152650" y="4775200"/>
            <a:ext cx="742950" cy="0"/>
          </a:xfrm>
          <a:prstGeom prst="line">
            <a:avLst/>
          </a:prstGeom>
          <a:ln w="57150" cap="flat" cmpd="sng">
            <a:solidFill>
              <a:srgbClr val="000000"/>
            </a:solidFill>
            <a:prstDash val="solid"/>
            <a:round/>
            <a:headEnd type="none" w="med" len="med"/>
            <a:tailEnd type="triangle" w="med" len="med"/>
          </a:ln>
        </p:spPr>
        <p:txBody>
          <a:bodyPr anchor="t"/>
          <a:p>
            <a:pPr lvl="0"/>
            <a:endParaRPr lang="zh-CN" altLang="en-US">
              <a:latin typeface="Times New Roman" panose="02020603050405020304" charset="0"/>
              <a:ea typeface="宋体" panose="02010600030101010101" pitchFamily="2" charset="-122"/>
            </a:endParaRPr>
          </a:p>
        </p:txBody>
      </p:sp>
      <p:grpSp>
        <p:nvGrpSpPr>
          <p:cNvPr id="64520" name="组合 64519"/>
          <p:cNvGrpSpPr/>
          <p:nvPr/>
        </p:nvGrpSpPr>
        <p:grpSpPr>
          <a:xfrm>
            <a:off x="984250" y="1349375"/>
            <a:ext cx="1143000" cy="2051050"/>
            <a:chOff x="0" y="0"/>
            <a:chExt cx="720" cy="1543"/>
          </a:xfrm>
        </p:grpSpPr>
        <p:sp>
          <p:nvSpPr>
            <p:cNvPr id="56328" name="文本框 64520"/>
            <p:cNvSpPr txBox="1"/>
            <p:nvPr/>
          </p:nvSpPr>
          <p:spPr>
            <a:xfrm>
              <a:off x="0" y="0"/>
              <a:ext cx="720" cy="1543"/>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endParaRPr lang="en-US" altLang="zh-CN" sz="900">
                <a:latin typeface="Times New Roman" panose="02020603050405020304" charset="0"/>
                <a:ea typeface="宋体" panose="02010600030101010101" pitchFamily="2" charset="-122"/>
              </a:endParaRPr>
            </a:p>
            <a:p>
              <a:pPr lvl="0" algn="just">
                <a:spcBef>
                  <a:spcPct val="30000"/>
                </a:spcBef>
              </a:pPr>
              <a:r>
                <a:rPr lang="en-US" altLang="zh-CN" sz="900">
                  <a:latin typeface="Times New Roman" panose="02020603050405020304" charset="0"/>
                  <a:ea typeface="宋体" panose="02010600030101010101" pitchFamily="2" charset="-122"/>
                </a:rPr>
                <a:t>           </a:t>
              </a:r>
              <a:endParaRPr lang="en-US" altLang="zh-CN" sz="2000">
                <a:latin typeface="Times New Roman" panose="02020603050405020304" charset="0"/>
                <a:ea typeface="宋体" panose="02010600030101010101" pitchFamily="2" charset="-122"/>
              </a:endParaRPr>
            </a:p>
            <a:p>
              <a:pPr lvl="0" algn="just">
                <a:spcBef>
                  <a:spcPct val="30000"/>
                </a:spcBef>
              </a:pPr>
              <a:r>
                <a:rPr lang="en-US" altLang="zh-CN" sz="1800">
                  <a:latin typeface="Times New Roman" panose="02020603050405020304" charset="0"/>
                  <a:ea typeface="宋体" panose="02010600030101010101" pitchFamily="2" charset="-122"/>
                </a:rPr>
                <a:t>      </a:t>
              </a:r>
              <a:endParaRPr lang="en-US" altLang="zh-CN" sz="1800">
                <a:latin typeface="Times New Roman" panose="02020603050405020304" charset="0"/>
                <a:ea typeface="宋体" panose="02010600030101010101" pitchFamily="2" charset="-122"/>
              </a:endParaRPr>
            </a:p>
            <a:p>
              <a:pPr lvl="0" algn="just">
                <a:spcBef>
                  <a:spcPct val="30000"/>
                </a:spcBef>
              </a:pPr>
              <a:r>
                <a:rPr lang="en-US" altLang="zh-CN" sz="1800">
                  <a:latin typeface="Times New Roman" panose="02020603050405020304" charset="0"/>
                  <a:ea typeface="宋体" panose="02010600030101010101" pitchFamily="2" charset="-122"/>
                </a:rPr>
                <a:t>   </a:t>
              </a:r>
              <a:endParaRPr lang="en-US" altLang="zh-CN" sz="1800">
                <a:latin typeface="Times New Roman" panose="02020603050405020304" charset="0"/>
                <a:ea typeface="宋体" panose="02010600030101010101" pitchFamily="2" charset="-122"/>
              </a:endParaRPr>
            </a:p>
            <a:p>
              <a:pPr lvl="0" algn="just">
                <a:spcBef>
                  <a:spcPct val="30000"/>
                </a:spcBef>
              </a:pPr>
              <a:r>
                <a:rPr lang="en-US" altLang="zh-CN" sz="1800">
                  <a:latin typeface="Times New Roman" panose="02020603050405020304" charset="0"/>
                  <a:ea typeface="宋体" panose="02010600030101010101" pitchFamily="2" charset="-122"/>
                </a:rPr>
                <a:t>  </a:t>
              </a:r>
              <a:endParaRPr lang="en-US" altLang="zh-CN" sz="1800">
                <a:latin typeface="Times New Roman" panose="02020603050405020304" charset="0"/>
                <a:ea typeface="宋体" panose="02010600030101010101" pitchFamily="2" charset="-122"/>
              </a:endParaRPr>
            </a:p>
            <a:p>
              <a:pPr lvl="0" algn="just"/>
              <a:endParaRPr lang="en-US" altLang="zh-CN" sz="900">
                <a:latin typeface="Times New Roman" panose="02020603050405020304" charset="0"/>
                <a:ea typeface="宋体" panose="02010600030101010101" pitchFamily="2" charset="-122"/>
              </a:endParaRPr>
            </a:p>
            <a:p>
              <a:pPr lvl="0" algn="just"/>
              <a:endParaRPr lang="en-US" altLang="zh-CN" sz="900">
                <a:latin typeface="Times New Roman" panose="02020603050405020304" charset="0"/>
                <a:ea typeface="宋体" panose="02010600030101010101" pitchFamily="2" charset="-122"/>
              </a:endParaRPr>
            </a:p>
            <a:p>
              <a:pPr lvl="0" algn="just"/>
              <a:endParaRPr lang="en-US" altLang="zh-CN" sz="900">
                <a:latin typeface="Times New Roman" panose="02020603050405020304" charset="0"/>
                <a:ea typeface="宋体" panose="02010600030101010101" pitchFamily="2" charset="-122"/>
              </a:endParaRPr>
            </a:p>
          </p:txBody>
        </p:sp>
        <p:sp>
          <p:nvSpPr>
            <p:cNvPr id="56329" name="直接连接符 64521"/>
            <p:cNvSpPr/>
            <p:nvPr/>
          </p:nvSpPr>
          <p:spPr>
            <a:xfrm>
              <a:off x="0" y="988"/>
              <a:ext cx="72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6330" name="直接连接符 64522"/>
            <p:cNvSpPr/>
            <p:nvPr/>
          </p:nvSpPr>
          <p:spPr>
            <a:xfrm>
              <a:off x="0" y="168"/>
              <a:ext cx="72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6331" name="直接连接符 64523"/>
            <p:cNvSpPr/>
            <p:nvPr/>
          </p:nvSpPr>
          <p:spPr>
            <a:xfrm>
              <a:off x="0" y="379"/>
              <a:ext cx="72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6332" name="直接连接符 64524"/>
            <p:cNvSpPr/>
            <p:nvPr/>
          </p:nvSpPr>
          <p:spPr>
            <a:xfrm>
              <a:off x="0" y="560"/>
              <a:ext cx="72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6333" name="矩形 64525"/>
            <p:cNvSpPr/>
            <p:nvPr/>
          </p:nvSpPr>
          <p:spPr>
            <a:xfrm>
              <a:off x="0" y="363"/>
              <a:ext cx="720" cy="222"/>
            </a:xfrm>
            <a:prstGeom prst="rect">
              <a:avLst/>
            </a:prstGeom>
            <a:solidFill>
              <a:srgbClr val="FF3300"/>
            </a:solid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6334" name="文本框 64526"/>
            <p:cNvSpPr txBox="1"/>
            <p:nvPr/>
          </p:nvSpPr>
          <p:spPr>
            <a:xfrm>
              <a:off x="212" y="326"/>
              <a:ext cx="288" cy="344"/>
            </a:xfrm>
            <a:prstGeom prst="rect">
              <a:avLst/>
            </a:prstGeom>
            <a:noFill/>
            <a:ln w="9525">
              <a:noFill/>
              <a:miter/>
            </a:ln>
          </p:spPr>
          <p:txBody>
            <a:bodyPr anchor="t">
              <a:spAutoFit/>
            </a:bodyPr>
            <a:p>
              <a:pPr lvl="0">
                <a:spcBef>
                  <a:spcPct val="50000"/>
                </a:spcBef>
              </a:pPr>
              <a:r>
                <a:rPr lang="en-US" altLang="zh-CN" sz="2400">
                  <a:solidFill>
                    <a:srgbClr val="FFFFFF"/>
                  </a:solidFill>
                  <a:latin typeface="Times New Roman" panose="02020603050405020304" charset="0"/>
                  <a:ea typeface="宋体" panose="02010600030101010101" pitchFamily="2" charset="-122"/>
                </a:rPr>
                <a:t>r</a:t>
              </a:r>
              <a:endParaRPr lang="en-US" altLang="zh-CN" sz="2400">
                <a:solidFill>
                  <a:srgbClr val="FFFFFF"/>
                </a:solidFill>
                <a:latin typeface="Times New Roman" panose="02020603050405020304" charset="0"/>
                <a:ea typeface="宋体" panose="02010600030101010101" pitchFamily="2" charset="-122"/>
              </a:endParaRPr>
            </a:p>
          </p:txBody>
        </p:sp>
        <p:sp>
          <p:nvSpPr>
            <p:cNvPr id="56335" name="文本框 64527"/>
            <p:cNvSpPr txBox="1"/>
            <p:nvPr/>
          </p:nvSpPr>
          <p:spPr>
            <a:xfrm>
              <a:off x="199" y="157"/>
              <a:ext cx="394" cy="275"/>
            </a:xfrm>
            <a:prstGeom prst="rect">
              <a:avLst/>
            </a:prstGeom>
            <a:noFill/>
            <a:ln w="9525">
              <a:noFill/>
              <a:miter/>
            </a:ln>
          </p:spPr>
          <p:txBody>
            <a:bodyPr wrap="square" anchor="t">
              <a:spAutoFit/>
            </a:bodyPr>
            <a:p>
              <a:pPr lvl="0">
                <a:spcBef>
                  <a:spcPct val="50000"/>
                </a:spcBef>
              </a:pPr>
              <a:r>
                <a:rPr lang="en-US" altLang="zh-CN" sz="1800">
                  <a:solidFill>
                    <a:srgbClr val="000000"/>
                  </a:solidFill>
                  <a:latin typeface="Times New Roman" panose="02020603050405020304" charset="0"/>
                  <a:ea typeface="宋体" panose="02010600030101010101" pitchFamily="2" charset="-122"/>
                </a:rPr>
                <a:t>f1</a:t>
              </a:r>
              <a:endParaRPr lang="en-US" altLang="zh-CN" sz="1800">
                <a:solidFill>
                  <a:srgbClr val="000000"/>
                </a:solidFill>
                <a:latin typeface="Times New Roman" panose="02020603050405020304" charset="0"/>
                <a:ea typeface="宋体" panose="02010600030101010101" pitchFamily="2" charset="-122"/>
              </a:endParaRPr>
            </a:p>
          </p:txBody>
        </p:sp>
        <p:sp>
          <p:nvSpPr>
            <p:cNvPr id="56336" name="文本框 64528"/>
            <p:cNvSpPr txBox="1"/>
            <p:nvPr/>
          </p:nvSpPr>
          <p:spPr>
            <a:xfrm>
              <a:off x="179" y="671"/>
              <a:ext cx="305" cy="275"/>
            </a:xfrm>
            <a:prstGeom prst="rect">
              <a:avLst/>
            </a:prstGeom>
            <a:noFill/>
            <a:ln w="9525">
              <a:noFill/>
              <a:miter/>
            </a:ln>
          </p:spPr>
          <p:txBody>
            <a:bodyPr anchor="t">
              <a:spAutoFit/>
            </a:bodyPr>
            <a:p>
              <a:pPr lvl="0">
                <a:spcBef>
                  <a:spcPct val="50000"/>
                </a:spcBef>
              </a:pPr>
              <a:r>
                <a:rPr lang="en-US" altLang="zh-CN" sz="1800">
                  <a:solidFill>
                    <a:srgbClr val="000000"/>
                  </a:solidFill>
                  <a:latin typeface="Times New Roman" panose="02020603050405020304" charset="0"/>
                  <a:ea typeface="宋体" panose="02010600030101010101" pitchFamily="2" charset="-122"/>
                </a:rPr>
                <a:t>f2</a:t>
              </a:r>
              <a:endParaRPr lang="en-US" altLang="zh-CN" sz="1800">
                <a:solidFill>
                  <a:srgbClr val="000000"/>
                </a:solidFill>
                <a:latin typeface="Times New Roman" panose="02020603050405020304" charset="0"/>
                <a:ea typeface="宋体" panose="02010600030101010101" pitchFamily="2" charset="-122"/>
              </a:endParaRPr>
            </a:p>
          </p:txBody>
        </p:sp>
      </p:grpSp>
      <p:grpSp>
        <p:nvGrpSpPr>
          <p:cNvPr id="64530" name="组合 64529"/>
          <p:cNvGrpSpPr/>
          <p:nvPr/>
        </p:nvGrpSpPr>
        <p:grpSpPr>
          <a:xfrm>
            <a:off x="3113088" y="1350963"/>
            <a:ext cx="1143000" cy="2049462"/>
            <a:chOff x="0" y="0"/>
            <a:chExt cx="720" cy="1543"/>
          </a:xfrm>
        </p:grpSpPr>
        <p:sp>
          <p:nvSpPr>
            <p:cNvPr id="56338" name="文本框 64530"/>
            <p:cNvSpPr txBox="1"/>
            <p:nvPr/>
          </p:nvSpPr>
          <p:spPr>
            <a:xfrm>
              <a:off x="0" y="0"/>
              <a:ext cx="720" cy="1543"/>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endParaRPr lang="en-US" altLang="zh-CN" sz="900">
                <a:latin typeface="Times New Roman" panose="02020603050405020304" charset="0"/>
                <a:ea typeface="宋体" panose="02010600030101010101" pitchFamily="2" charset="-122"/>
              </a:endParaRPr>
            </a:p>
            <a:p>
              <a:pPr lvl="0" algn="just">
                <a:spcBef>
                  <a:spcPct val="30000"/>
                </a:spcBef>
              </a:pPr>
              <a:r>
                <a:rPr lang="en-US" altLang="zh-CN" sz="900">
                  <a:latin typeface="Times New Roman" panose="02020603050405020304" charset="0"/>
                  <a:ea typeface="宋体" panose="02010600030101010101" pitchFamily="2" charset="-122"/>
                </a:rPr>
                <a:t>           </a:t>
              </a:r>
              <a:endParaRPr lang="en-US" altLang="zh-CN" sz="2000">
                <a:latin typeface="Times New Roman" panose="02020603050405020304" charset="0"/>
                <a:ea typeface="宋体" panose="02010600030101010101" pitchFamily="2" charset="-122"/>
              </a:endParaRPr>
            </a:p>
            <a:p>
              <a:pPr lvl="0" algn="just">
                <a:spcBef>
                  <a:spcPct val="30000"/>
                </a:spcBef>
              </a:pPr>
              <a:r>
                <a:rPr lang="en-US" altLang="zh-CN" sz="1800">
                  <a:latin typeface="Times New Roman" panose="02020603050405020304" charset="0"/>
                  <a:ea typeface="宋体" panose="02010600030101010101" pitchFamily="2" charset="-122"/>
                </a:rPr>
                <a:t>      </a:t>
              </a:r>
              <a:endParaRPr lang="en-US" altLang="zh-CN" sz="1800">
                <a:latin typeface="Times New Roman" panose="02020603050405020304" charset="0"/>
                <a:ea typeface="宋体" panose="02010600030101010101" pitchFamily="2" charset="-122"/>
              </a:endParaRPr>
            </a:p>
            <a:p>
              <a:pPr lvl="0" algn="just">
                <a:spcBef>
                  <a:spcPct val="30000"/>
                </a:spcBef>
              </a:pPr>
              <a:r>
                <a:rPr lang="en-US" altLang="zh-CN" sz="1800">
                  <a:latin typeface="Times New Roman" panose="02020603050405020304" charset="0"/>
                  <a:ea typeface="宋体" panose="02010600030101010101" pitchFamily="2" charset="-122"/>
                </a:rPr>
                <a:t>   </a:t>
              </a:r>
              <a:endParaRPr lang="en-US" altLang="zh-CN" sz="1800">
                <a:latin typeface="Times New Roman" panose="02020603050405020304" charset="0"/>
                <a:ea typeface="宋体" panose="02010600030101010101" pitchFamily="2" charset="-122"/>
              </a:endParaRPr>
            </a:p>
            <a:p>
              <a:pPr lvl="0" algn="just">
                <a:spcBef>
                  <a:spcPct val="30000"/>
                </a:spcBef>
              </a:pPr>
              <a:r>
                <a:rPr lang="en-US" altLang="zh-CN" sz="1800">
                  <a:latin typeface="Times New Roman" panose="02020603050405020304" charset="0"/>
                  <a:ea typeface="宋体" panose="02010600030101010101" pitchFamily="2" charset="-122"/>
                </a:rPr>
                <a:t>  </a:t>
              </a:r>
              <a:endParaRPr lang="en-US" altLang="zh-CN" sz="1800">
                <a:latin typeface="Times New Roman" panose="02020603050405020304" charset="0"/>
                <a:ea typeface="宋体" panose="02010600030101010101" pitchFamily="2" charset="-122"/>
              </a:endParaRPr>
            </a:p>
            <a:p>
              <a:pPr lvl="0" algn="just"/>
              <a:endParaRPr lang="en-US" altLang="zh-CN" sz="900">
                <a:latin typeface="Times New Roman" panose="02020603050405020304" charset="0"/>
                <a:ea typeface="宋体" panose="02010600030101010101" pitchFamily="2" charset="-122"/>
              </a:endParaRPr>
            </a:p>
            <a:p>
              <a:pPr lvl="0" algn="just"/>
              <a:endParaRPr lang="en-US" altLang="zh-CN" sz="900">
                <a:latin typeface="Times New Roman" panose="02020603050405020304" charset="0"/>
                <a:ea typeface="宋体" panose="02010600030101010101" pitchFamily="2" charset="-122"/>
              </a:endParaRPr>
            </a:p>
            <a:p>
              <a:pPr lvl="0" algn="just"/>
              <a:endParaRPr lang="en-US" altLang="zh-CN" sz="900">
                <a:latin typeface="Times New Roman" panose="02020603050405020304" charset="0"/>
                <a:ea typeface="宋体" panose="02010600030101010101" pitchFamily="2" charset="-122"/>
              </a:endParaRPr>
            </a:p>
          </p:txBody>
        </p:sp>
        <p:sp>
          <p:nvSpPr>
            <p:cNvPr id="56339" name="直接连接符 64531"/>
            <p:cNvSpPr/>
            <p:nvPr/>
          </p:nvSpPr>
          <p:spPr>
            <a:xfrm>
              <a:off x="0" y="988"/>
              <a:ext cx="72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6340" name="直接连接符 64532"/>
            <p:cNvSpPr/>
            <p:nvPr/>
          </p:nvSpPr>
          <p:spPr>
            <a:xfrm>
              <a:off x="0" y="168"/>
              <a:ext cx="72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6341" name="直接连接符 64533"/>
            <p:cNvSpPr/>
            <p:nvPr/>
          </p:nvSpPr>
          <p:spPr>
            <a:xfrm>
              <a:off x="0" y="379"/>
              <a:ext cx="72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6342" name="直接连接符 64534"/>
            <p:cNvSpPr/>
            <p:nvPr/>
          </p:nvSpPr>
          <p:spPr>
            <a:xfrm>
              <a:off x="0" y="560"/>
              <a:ext cx="72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6343" name="矩形 64535"/>
            <p:cNvSpPr/>
            <p:nvPr/>
          </p:nvSpPr>
          <p:spPr>
            <a:xfrm>
              <a:off x="0" y="172"/>
              <a:ext cx="720" cy="816"/>
            </a:xfrm>
            <a:prstGeom prst="rect">
              <a:avLst/>
            </a:prstGeom>
            <a:solidFill>
              <a:schemeClr val="accent1"/>
            </a:solid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6344" name="文本框 64536"/>
            <p:cNvSpPr txBox="1"/>
            <p:nvPr/>
          </p:nvSpPr>
          <p:spPr>
            <a:xfrm>
              <a:off x="228" y="428"/>
              <a:ext cx="368" cy="275"/>
            </a:xfrm>
            <a:prstGeom prst="rect">
              <a:avLst/>
            </a:prstGeom>
            <a:noFill/>
            <a:ln w="9525">
              <a:noFill/>
              <a:miter/>
            </a:ln>
          </p:spPr>
          <p:txBody>
            <a:bodyPr wrap="square" anchor="t">
              <a:spAutoFit/>
            </a:bodyPr>
            <a:p>
              <a:pPr lvl="0">
                <a:spcBef>
                  <a:spcPct val="50000"/>
                </a:spcBef>
              </a:pPr>
              <a:r>
                <a:rPr lang="en-US" altLang="zh-CN" sz="1800">
                  <a:solidFill>
                    <a:srgbClr val="000000"/>
                  </a:solidFill>
                  <a:latin typeface="Times New Roman" panose="02020603050405020304" charset="0"/>
                  <a:ea typeface="宋体" panose="02010600030101010101" pitchFamily="2" charset="-122"/>
                </a:rPr>
                <a:t>f1</a:t>
              </a:r>
              <a:endParaRPr lang="en-US" altLang="zh-CN" sz="1800">
                <a:solidFill>
                  <a:srgbClr val="000000"/>
                </a:solidFill>
                <a:latin typeface="Times New Roman" panose="02020603050405020304" charset="0"/>
                <a:ea typeface="宋体" panose="02010600030101010101" pitchFamily="2" charset="-122"/>
              </a:endParaRPr>
            </a:p>
          </p:txBody>
        </p:sp>
      </p:grpSp>
      <p:grpSp>
        <p:nvGrpSpPr>
          <p:cNvPr id="64538" name="组合 64537"/>
          <p:cNvGrpSpPr/>
          <p:nvPr/>
        </p:nvGrpSpPr>
        <p:grpSpPr>
          <a:xfrm>
            <a:off x="844550" y="4264025"/>
            <a:ext cx="1238250" cy="2173288"/>
            <a:chOff x="0" y="0"/>
            <a:chExt cx="720" cy="1543"/>
          </a:xfrm>
        </p:grpSpPr>
        <p:sp>
          <p:nvSpPr>
            <p:cNvPr id="56346" name="文本框 64538"/>
            <p:cNvSpPr txBox="1"/>
            <p:nvPr/>
          </p:nvSpPr>
          <p:spPr>
            <a:xfrm>
              <a:off x="0" y="0"/>
              <a:ext cx="720" cy="1543"/>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endParaRPr lang="en-US" altLang="zh-CN" sz="900">
                <a:latin typeface="Times New Roman" panose="02020603050405020304" charset="0"/>
                <a:ea typeface="宋体" panose="02010600030101010101" pitchFamily="2" charset="-122"/>
              </a:endParaRPr>
            </a:p>
            <a:p>
              <a:pPr lvl="0" algn="just">
                <a:spcBef>
                  <a:spcPct val="30000"/>
                </a:spcBef>
              </a:pPr>
              <a:r>
                <a:rPr lang="en-US" altLang="zh-CN" sz="900">
                  <a:latin typeface="Times New Roman" panose="02020603050405020304" charset="0"/>
                  <a:ea typeface="宋体" panose="02010600030101010101" pitchFamily="2" charset="-122"/>
                </a:rPr>
                <a:t>           </a:t>
              </a:r>
              <a:endParaRPr lang="en-US" altLang="zh-CN" sz="2000">
                <a:latin typeface="Times New Roman" panose="02020603050405020304" charset="0"/>
                <a:ea typeface="宋体" panose="02010600030101010101" pitchFamily="2" charset="-122"/>
              </a:endParaRPr>
            </a:p>
            <a:p>
              <a:pPr lvl="0" algn="just">
                <a:spcBef>
                  <a:spcPct val="30000"/>
                </a:spcBef>
              </a:pPr>
              <a:r>
                <a:rPr lang="en-US" altLang="zh-CN" sz="1800">
                  <a:latin typeface="Times New Roman" panose="02020603050405020304" charset="0"/>
                  <a:ea typeface="宋体" panose="02010600030101010101" pitchFamily="2" charset="-122"/>
                </a:rPr>
                <a:t>      </a:t>
              </a:r>
              <a:endParaRPr lang="en-US" altLang="zh-CN" sz="1800">
                <a:latin typeface="Times New Roman" panose="02020603050405020304" charset="0"/>
                <a:ea typeface="宋体" panose="02010600030101010101" pitchFamily="2" charset="-122"/>
              </a:endParaRPr>
            </a:p>
            <a:p>
              <a:pPr lvl="0" algn="just">
                <a:spcBef>
                  <a:spcPct val="30000"/>
                </a:spcBef>
              </a:pPr>
              <a:r>
                <a:rPr lang="en-US" altLang="zh-CN" sz="1800">
                  <a:latin typeface="Times New Roman" panose="02020603050405020304" charset="0"/>
                  <a:ea typeface="宋体" panose="02010600030101010101" pitchFamily="2" charset="-122"/>
                </a:rPr>
                <a:t>   </a:t>
              </a:r>
              <a:endParaRPr lang="en-US" altLang="zh-CN" sz="1800">
                <a:latin typeface="Times New Roman" panose="02020603050405020304" charset="0"/>
                <a:ea typeface="宋体" panose="02010600030101010101" pitchFamily="2" charset="-122"/>
              </a:endParaRPr>
            </a:p>
            <a:p>
              <a:pPr lvl="0" algn="just">
                <a:spcBef>
                  <a:spcPct val="30000"/>
                </a:spcBef>
              </a:pPr>
              <a:r>
                <a:rPr lang="en-US" altLang="zh-CN" sz="1800">
                  <a:latin typeface="Times New Roman" panose="02020603050405020304" charset="0"/>
                  <a:ea typeface="宋体" panose="02010600030101010101" pitchFamily="2" charset="-122"/>
                </a:rPr>
                <a:t>  </a:t>
              </a:r>
              <a:endParaRPr lang="en-US" altLang="zh-CN" sz="1800">
                <a:latin typeface="Times New Roman" panose="02020603050405020304" charset="0"/>
                <a:ea typeface="宋体" panose="02010600030101010101" pitchFamily="2" charset="-122"/>
              </a:endParaRPr>
            </a:p>
            <a:p>
              <a:pPr lvl="0" algn="just"/>
              <a:endParaRPr lang="en-US" altLang="zh-CN" sz="900">
                <a:latin typeface="Times New Roman" panose="02020603050405020304" charset="0"/>
                <a:ea typeface="宋体" panose="02010600030101010101" pitchFamily="2" charset="-122"/>
              </a:endParaRPr>
            </a:p>
            <a:p>
              <a:pPr lvl="0" algn="just"/>
              <a:endParaRPr lang="en-US" altLang="zh-CN" sz="900">
                <a:latin typeface="Times New Roman" panose="02020603050405020304" charset="0"/>
                <a:ea typeface="宋体" panose="02010600030101010101" pitchFamily="2" charset="-122"/>
              </a:endParaRPr>
            </a:p>
            <a:p>
              <a:pPr lvl="0" algn="just"/>
              <a:endParaRPr lang="en-US" altLang="zh-CN" sz="900">
                <a:latin typeface="Times New Roman" panose="02020603050405020304" charset="0"/>
                <a:ea typeface="宋体" panose="02010600030101010101" pitchFamily="2" charset="-122"/>
              </a:endParaRPr>
            </a:p>
          </p:txBody>
        </p:sp>
        <p:sp>
          <p:nvSpPr>
            <p:cNvPr id="56347" name="直接连接符 64539"/>
            <p:cNvSpPr/>
            <p:nvPr/>
          </p:nvSpPr>
          <p:spPr>
            <a:xfrm>
              <a:off x="0" y="988"/>
              <a:ext cx="72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6348" name="直接连接符 64540"/>
            <p:cNvSpPr/>
            <p:nvPr/>
          </p:nvSpPr>
          <p:spPr>
            <a:xfrm>
              <a:off x="0" y="168"/>
              <a:ext cx="72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6349" name="直接连接符 64541"/>
            <p:cNvSpPr/>
            <p:nvPr/>
          </p:nvSpPr>
          <p:spPr>
            <a:xfrm>
              <a:off x="0" y="379"/>
              <a:ext cx="72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6350" name="直接连接符 64542"/>
            <p:cNvSpPr/>
            <p:nvPr/>
          </p:nvSpPr>
          <p:spPr>
            <a:xfrm>
              <a:off x="0" y="560"/>
              <a:ext cx="72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6351" name="矩形 64543"/>
            <p:cNvSpPr/>
            <p:nvPr/>
          </p:nvSpPr>
          <p:spPr>
            <a:xfrm>
              <a:off x="0" y="363"/>
              <a:ext cx="720" cy="222"/>
            </a:xfrm>
            <a:prstGeom prst="rect">
              <a:avLst/>
            </a:prstGeom>
            <a:solidFill>
              <a:srgbClr val="FF3300"/>
            </a:solid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6352" name="文本框 64544"/>
            <p:cNvSpPr txBox="1"/>
            <p:nvPr/>
          </p:nvSpPr>
          <p:spPr>
            <a:xfrm>
              <a:off x="212" y="326"/>
              <a:ext cx="288" cy="281"/>
            </a:xfrm>
            <a:prstGeom prst="rect">
              <a:avLst/>
            </a:prstGeom>
            <a:noFill/>
            <a:ln w="9525">
              <a:noFill/>
              <a:miter/>
            </a:ln>
          </p:spPr>
          <p:txBody>
            <a:bodyPr anchor="t">
              <a:spAutoFit/>
            </a:bodyPr>
            <a:p>
              <a:pPr lvl="0">
                <a:spcBef>
                  <a:spcPct val="50000"/>
                </a:spcBef>
              </a:pPr>
              <a:r>
                <a:rPr lang="en-US" altLang="zh-CN" sz="2000">
                  <a:solidFill>
                    <a:srgbClr val="FFFFFF"/>
                  </a:solidFill>
                  <a:latin typeface="Times New Roman" panose="02020603050405020304" charset="0"/>
                  <a:ea typeface="宋体" panose="02010600030101010101" pitchFamily="2" charset="-122"/>
                </a:rPr>
                <a:t>r</a:t>
              </a:r>
              <a:endParaRPr lang="en-US" altLang="zh-CN" sz="2000">
                <a:solidFill>
                  <a:srgbClr val="FFFFFF"/>
                </a:solidFill>
                <a:latin typeface="Times New Roman" panose="02020603050405020304" charset="0"/>
                <a:ea typeface="宋体" panose="02010600030101010101" pitchFamily="2" charset="-122"/>
              </a:endParaRPr>
            </a:p>
          </p:txBody>
        </p:sp>
        <p:sp>
          <p:nvSpPr>
            <p:cNvPr id="56353" name="文本框 64545"/>
            <p:cNvSpPr txBox="1"/>
            <p:nvPr/>
          </p:nvSpPr>
          <p:spPr>
            <a:xfrm>
              <a:off x="120" y="157"/>
              <a:ext cx="580" cy="261"/>
            </a:xfrm>
            <a:prstGeom prst="rect">
              <a:avLst/>
            </a:prstGeom>
            <a:noFill/>
            <a:ln w="9525">
              <a:noFill/>
              <a:miter/>
            </a:ln>
          </p:spPr>
          <p:txBody>
            <a:bodyPr wrap="square" anchor="t">
              <a:spAutoFit/>
            </a:bodyPr>
            <a:p>
              <a:pPr lvl="0">
                <a:spcBef>
                  <a:spcPct val="50000"/>
                </a:spcBef>
              </a:pPr>
              <a:r>
                <a:rPr lang="zh-CN" altLang="en-US" sz="1800">
                  <a:solidFill>
                    <a:srgbClr val="000000"/>
                  </a:solidFill>
                  <a:latin typeface="Times New Roman" panose="02020603050405020304" charset="0"/>
                  <a:ea typeface="宋体" panose="02010600030101010101" pitchFamily="2" charset="-122"/>
                </a:rPr>
                <a:t>作业</a:t>
              </a:r>
              <a:r>
                <a:rPr lang="en-US" altLang="zh-CN" sz="1800">
                  <a:solidFill>
                    <a:srgbClr val="000000"/>
                  </a:solidFill>
                  <a:latin typeface="Times New Roman" panose="02020603050405020304" charset="0"/>
                  <a:ea typeface="宋体" panose="02010600030101010101" pitchFamily="2" charset="-122"/>
                </a:rPr>
                <a:t>1</a:t>
              </a:r>
              <a:endParaRPr lang="en-US" altLang="zh-CN" sz="1800">
                <a:solidFill>
                  <a:srgbClr val="000000"/>
                </a:solidFill>
                <a:latin typeface="Times New Roman" panose="02020603050405020304" charset="0"/>
                <a:ea typeface="宋体" panose="02010600030101010101" pitchFamily="2" charset="-122"/>
              </a:endParaRPr>
            </a:p>
          </p:txBody>
        </p:sp>
        <p:sp>
          <p:nvSpPr>
            <p:cNvPr id="56354" name="文本框 64546"/>
            <p:cNvSpPr txBox="1"/>
            <p:nvPr/>
          </p:nvSpPr>
          <p:spPr>
            <a:xfrm>
              <a:off x="131" y="675"/>
              <a:ext cx="583" cy="261"/>
            </a:xfrm>
            <a:prstGeom prst="rect">
              <a:avLst/>
            </a:prstGeom>
            <a:noFill/>
            <a:ln w="9525">
              <a:noFill/>
              <a:miter/>
            </a:ln>
          </p:spPr>
          <p:txBody>
            <a:bodyPr wrap="square" anchor="t">
              <a:spAutoFit/>
            </a:bodyPr>
            <a:p>
              <a:pPr lvl="0">
                <a:spcBef>
                  <a:spcPct val="50000"/>
                </a:spcBef>
              </a:pPr>
              <a:r>
                <a:rPr lang="zh-CN" altLang="en-US" sz="1800">
                  <a:latin typeface="Times New Roman" panose="02020603050405020304" charset="0"/>
                  <a:ea typeface="宋体" panose="02010600030101010101" pitchFamily="2" charset="-122"/>
                </a:rPr>
                <a:t>作业</a:t>
              </a:r>
              <a:r>
                <a:rPr lang="en-US" altLang="zh-CN" sz="1800">
                  <a:latin typeface="Times New Roman" panose="02020603050405020304" charset="0"/>
                  <a:ea typeface="宋体" panose="02010600030101010101" pitchFamily="2" charset="-122"/>
                </a:rPr>
                <a:t>2</a:t>
              </a:r>
              <a:endParaRPr lang="en-US" altLang="zh-CN" sz="1800">
                <a:latin typeface="Times New Roman" panose="02020603050405020304" charset="0"/>
                <a:ea typeface="宋体" panose="02010600030101010101" pitchFamily="2" charset="-122"/>
              </a:endParaRPr>
            </a:p>
          </p:txBody>
        </p:sp>
      </p:grpSp>
      <p:grpSp>
        <p:nvGrpSpPr>
          <p:cNvPr id="64548" name="组合 64547"/>
          <p:cNvGrpSpPr/>
          <p:nvPr/>
        </p:nvGrpSpPr>
        <p:grpSpPr>
          <a:xfrm>
            <a:off x="2955925" y="4264025"/>
            <a:ext cx="1238250" cy="2173288"/>
            <a:chOff x="0" y="0"/>
            <a:chExt cx="720" cy="1543"/>
          </a:xfrm>
        </p:grpSpPr>
        <p:sp>
          <p:nvSpPr>
            <p:cNvPr id="56356" name="文本框 64548"/>
            <p:cNvSpPr txBox="1"/>
            <p:nvPr/>
          </p:nvSpPr>
          <p:spPr>
            <a:xfrm>
              <a:off x="0" y="0"/>
              <a:ext cx="720" cy="1543"/>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endParaRPr lang="en-US" altLang="zh-CN" sz="900">
                <a:latin typeface="Times New Roman" panose="02020603050405020304" charset="0"/>
                <a:ea typeface="宋体" panose="02010600030101010101" pitchFamily="2" charset="-122"/>
              </a:endParaRPr>
            </a:p>
            <a:p>
              <a:pPr lvl="0" algn="just">
                <a:spcBef>
                  <a:spcPct val="30000"/>
                </a:spcBef>
              </a:pPr>
              <a:r>
                <a:rPr lang="en-US" altLang="zh-CN" sz="900">
                  <a:latin typeface="Times New Roman" panose="02020603050405020304" charset="0"/>
                  <a:ea typeface="宋体" panose="02010600030101010101" pitchFamily="2" charset="-122"/>
                </a:rPr>
                <a:t>           </a:t>
              </a:r>
              <a:endParaRPr lang="en-US" altLang="zh-CN" sz="2000">
                <a:latin typeface="Times New Roman" panose="02020603050405020304" charset="0"/>
                <a:ea typeface="宋体" panose="02010600030101010101" pitchFamily="2" charset="-122"/>
              </a:endParaRPr>
            </a:p>
            <a:p>
              <a:pPr lvl="0" algn="just">
                <a:spcBef>
                  <a:spcPct val="30000"/>
                </a:spcBef>
              </a:pPr>
              <a:r>
                <a:rPr lang="en-US" altLang="zh-CN" sz="1800">
                  <a:latin typeface="Times New Roman" panose="02020603050405020304" charset="0"/>
                  <a:ea typeface="宋体" panose="02010600030101010101" pitchFamily="2" charset="-122"/>
                </a:rPr>
                <a:t>      </a:t>
              </a:r>
              <a:endParaRPr lang="en-US" altLang="zh-CN" sz="1800">
                <a:latin typeface="Times New Roman" panose="02020603050405020304" charset="0"/>
                <a:ea typeface="宋体" panose="02010600030101010101" pitchFamily="2" charset="-122"/>
              </a:endParaRPr>
            </a:p>
            <a:p>
              <a:pPr lvl="0" algn="just">
                <a:spcBef>
                  <a:spcPct val="30000"/>
                </a:spcBef>
              </a:pPr>
              <a:r>
                <a:rPr lang="en-US" altLang="zh-CN" sz="1800">
                  <a:latin typeface="Times New Roman" panose="02020603050405020304" charset="0"/>
                  <a:ea typeface="宋体" panose="02010600030101010101" pitchFamily="2" charset="-122"/>
                </a:rPr>
                <a:t>   </a:t>
              </a:r>
              <a:endParaRPr lang="en-US" altLang="zh-CN" sz="1800">
                <a:latin typeface="Times New Roman" panose="02020603050405020304" charset="0"/>
                <a:ea typeface="宋体" panose="02010600030101010101" pitchFamily="2" charset="-122"/>
              </a:endParaRPr>
            </a:p>
            <a:p>
              <a:pPr lvl="0" algn="just">
                <a:spcBef>
                  <a:spcPct val="30000"/>
                </a:spcBef>
              </a:pPr>
              <a:r>
                <a:rPr lang="en-US" altLang="zh-CN" sz="1800">
                  <a:latin typeface="Times New Roman" panose="02020603050405020304" charset="0"/>
                  <a:ea typeface="宋体" panose="02010600030101010101" pitchFamily="2" charset="-122"/>
                </a:rPr>
                <a:t>  </a:t>
              </a:r>
              <a:endParaRPr lang="en-US" altLang="zh-CN" sz="1800">
                <a:latin typeface="Times New Roman" panose="02020603050405020304" charset="0"/>
                <a:ea typeface="宋体" panose="02010600030101010101" pitchFamily="2" charset="-122"/>
              </a:endParaRPr>
            </a:p>
            <a:p>
              <a:pPr lvl="0" algn="just"/>
              <a:endParaRPr lang="en-US" altLang="zh-CN" sz="900">
                <a:latin typeface="Times New Roman" panose="02020603050405020304" charset="0"/>
                <a:ea typeface="宋体" panose="02010600030101010101" pitchFamily="2" charset="-122"/>
              </a:endParaRPr>
            </a:p>
            <a:p>
              <a:pPr lvl="0" algn="just"/>
              <a:endParaRPr lang="en-US" altLang="zh-CN" sz="900">
                <a:latin typeface="Times New Roman" panose="02020603050405020304" charset="0"/>
                <a:ea typeface="宋体" panose="02010600030101010101" pitchFamily="2" charset="-122"/>
              </a:endParaRPr>
            </a:p>
            <a:p>
              <a:pPr lvl="0" algn="just"/>
              <a:endParaRPr lang="en-US" altLang="zh-CN" sz="900">
                <a:latin typeface="Times New Roman" panose="02020603050405020304" charset="0"/>
                <a:ea typeface="宋体" panose="02010600030101010101" pitchFamily="2" charset="-122"/>
              </a:endParaRPr>
            </a:p>
          </p:txBody>
        </p:sp>
        <p:sp>
          <p:nvSpPr>
            <p:cNvPr id="56357" name="直接连接符 64549"/>
            <p:cNvSpPr/>
            <p:nvPr/>
          </p:nvSpPr>
          <p:spPr>
            <a:xfrm>
              <a:off x="0" y="988"/>
              <a:ext cx="72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6358" name="直接连接符 64550"/>
            <p:cNvSpPr/>
            <p:nvPr/>
          </p:nvSpPr>
          <p:spPr>
            <a:xfrm>
              <a:off x="0" y="168"/>
              <a:ext cx="72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6359" name="直接连接符 64551"/>
            <p:cNvSpPr/>
            <p:nvPr/>
          </p:nvSpPr>
          <p:spPr>
            <a:xfrm>
              <a:off x="0" y="379"/>
              <a:ext cx="72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6360" name="直接连接符 64552"/>
            <p:cNvSpPr/>
            <p:nvPr/>
          </p:nvSpPr>
          <p:spPr>
            <a:xfrm>
              <a:off x="0" y="560"/>
              <a:ext cx="72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6361" name="矩形 64553"/>
            <p:cNvSpPr/>
            <p:nvPr/>
          </p:nvSpPr>
          <p:spPr>
            <a:xfrm>
              <a:off x="0" y="363"/>
              <a:ext cx="720" cy="245"/>
            </a:xfrm>
            <a:prstGeom prst="rect">
              <a:avLst/>
            </a:prstGeom>
            <a:solidFill>
              <a:schemeClr val="accent1"/>
            </a:solid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6362" name="文本框 64554"/>
            <p:cNvSpPr txBox="1"/>
            <p:nvPr/>
          </p:nvSpPr>
          <p:spPr>
            <a:xfrm>
              <a:off x="232" y="376"/>
              <a:ext cx="288" cy="260"/>
            </a:xfrm>
            <a:prstGeom prst="rect">
              <a:avLst/>
            </a:prstGeom>
            <a:noFill/>
            <a:ln w="9525">
              <a:noFill/>
              <a:miter/>
            </a:ln>
          </p:spPr>
          <p:txBody>
            <a:bodyPr anchor="t">
              <a:spAutoFit/>
            </a:bodyPr>
            <a:p>
              <a:pPr lvl="0">
                <a:spcBef>
                  <a:spcPct val="50000"/>
                </a:spcBef>
              </a:pPr>
              <a:r>
                <a:rPr lang="en-US" altLang="zh-CN" sz="1800">
                  <a:solidFill>
                    <a:srgbClr val="000000"/>
                  </a:solidFill>
                  <a:latin typeface="Times New Roman" panose="02020603050405020304" charset="0"/>
                  <a:ea typeface="宋体" panose="02010600030101010101" pitchFamily="2" charset="-122"/>
                </a:rPr>
                <a:t>f</a:t>
              </a:r>
              <a:endParaRPr lang="en-US" altLang="zh-CN" sz="1800">
                <a:solidFill>
                  <a:srgbClr val="000000"/>
                </a:solidFill>
                <a:latin typeface="Times New Roman" panose="02020603050405020304" charset="0"/>
                <a:ea typeface="宋体" panose="02010600030101010101" pitchFamily="2" charset="-122"/>
              </a:endParaRPr>
            </a:p>
          </p:txBody>
        </p:sp>
        <p:sp>
          <p:nvSpPr>
            <p:cNvPr id="56363" name="文本框 64555"/>
            <p:cNvSpPr txBox="1"/>
            <p:nvPr/>
          </p:nvSpPr>
          <p:spPr>
            <a:xfrm>
              <a:off x="120" y="157"/>
              <a:ext cx="580" cy="261"/>
            </a:xfrm>
            <a:prstGeom prst="rect">
              <a:avLst/>
            </a:prstGeom>
            <a:noFill/>
            <a:ln w="9525">
              <a:noFill/>
              <a:miter/>
            </a:ln>
          </p:spPr>
          <p:txBody>
            <a:bodyPr wrap="square" anchor="t">
              <a:spAutoFit/>
            </a:bodyPr>
            <a:p>
              <a:pPr lvl="0">
                <a:spcBef>
                  <a:spcPct val="50000"/>
                </a:spcBef>
              </a:pPr>
              <a:r>
                <a:rPr lang="zh-CN" altLang="en-US" sz="1800">
                  <a:solidFill>
                    <a:srgbClr val="000000"/>
                  </a:solidFill>
                  <a:latin typeface="Times New Roman" panose="02020603050405020304" charset="0"/>
                  <a:ea typeface="宋体" panose="02010600030101010101" pitchFamily="2" charset="-122"/>
                </a:rPr>
                <a:t>作业</a:t>
              </a:r>
              <a:r>
                <a:rPr lang="en-US" altLang="zh-CN" sz="1800">
                  <a:solidFill>
                    <a:srgbClr val="000000"/>
                  </a:solidFill>
                  <a:latin typeface="Times New Roman" panose="02020603050405020304" charset="0"/>
                  <a:ea typeface="宋体" panose="02010600030101010101" pitchFamily="2" charset="-122"/>
                </a:rPr>
                <a:t>1</a:t>
              </a:r>
              <a:endParaRPr lang="en-US" altLang="zh-CN" sz="1800">
                <a:solidFill>
                  <a:srgbClr val="000000"/>
                </a:solidFill>
                <a:latin typeface="Times New Roman" panose="02020603050405020304" charset="0"/>
                <a:ea typeface="宋体" panose="02010600030101010101" pitchFamily="2" charset="-122"/>
              </a:endParaRPr>
            </a:p>
          </p:txBody>
        </p:sp>
        <p:sp>
          <p:nvSpPr>
            <p:cNvPr id="56364" name="文本框 64556"/>
            <p:cNvSpPr txBox="1"/>
            <p:nvPr/>
          </p:nvSpPr>
          <p:spPr>
            <a:xfrm>
              <a:off x="131" y="675"/>
              <a:ext cx="566" cy="261"/>
            </a:xfrm>
            <a:prstGeom prst="rect">
              <a:avLst/>
            </a:prstGeom>
            <a:noFill/>
            <a:ln w="9525">
              <a:noFill/>
              <a:miter/>
            </a:ln>
          </p:spPr>
          <p:txBody>
            <a:bodyPr wrap="square" anchor="t">
              <a:spAutoFit/>
            </a:bodyPr>
            <a:p>
              <a:pPr lvl="0">
                <a:spcBef>
                  <a:spcPct val="50000"/>
                </a:spcBef>
              </a:pPr>
              <a:r>
                <a:rPr lang="zh-CN" altLang="en-US" sz="1800">
                  <a:latin typeface="Times New Roman" panose="02020603050405020304" charset="0"/>
                  <a:ea typeface="宋体" panose="02010600030101010101" pitchFamily="2" charset="-122"/>
                </a:rPr>
                <a:t>作业</a:t>
              </a:r>
              <a:r>
                <a:rPr lang="en-US" altLang="zh-CN" sz="1800">
                  <a:latin typeface="Times New Roman" panose="02020603050405020304" charset="0"/>
                  <a:ea typeface="宋体" panose="02010600030101010101" pitchFamily="2" charset="-122"/>
                </a:rPr>
                <a:t>2</a:t>
              </a:r>
              <a:endParaRPr lang="en-US" altLang="zh-CN" sz="1800">
                <a:latin typeface="Times New Roman" panose="02020603050405020304" charset="0"/>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4514" grpId="0" build="p"/>
      <p:bldP spid="64515" grpId="0"/>
      <p:bldP spid="64516" grpId="0"/>
      <p:bldP spid="6451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标题 65537"/>
          <p:cNvSpPr>
            <a:spLocks noGrp="1"/>
          </p:cNvSpPr>
          <p:nvPr>
            <p:ph type="title"/>
          </p:nvPr>
        </p:nvSpPr>
        <p:spPr>
          <a:xfrm>
            <a:off x="363538" y="650875"/>
            <a:ext cx="8393113" cy="695325"/>
          </a:xfrm>
        </p:spPr>
        <p:txBody>
          <a:bodyPr anchor="b">
            <a:spAutoFit/>
          </a:bodyPr>
          <a:p>
            <a:pPr fontAlgn="base"/>
            <a:r>
              <a:rPr lang="zh-CN" altLang="en-US" sz="4000" strike="noStrike" noProof="1">
                <a:solidFill>
                  <a:srgbClr val="800000"/>
                </a:solidFill>
              </a:rPr>
              <a:t>放置策略</a:t>
            </a:r>
            <a:endParaRPr lang="zh-CN" altLang="en-US" sz="4000" strike="noStrike" noProof="1">
              <a:solidFill>
                <a:srgbClr val="800000"/>
              </a:solidFill>
            </a:endParaRPr>
          </a:p>
        </p:txBody>
      </p:sp>
      <p:sp>
        <p:nvSpPr>
          <p:cNvPr id="65539" name="内容占位符 65538"/>
          <p:cNvSpPr>
            <a:spLocks noGrp="1"/>
          </p:cNvSpPr>
          <p:nvPr>
            <p:ph idx="1"/>
          </p:nvPr>
        </p:nvSpPr>
        <p:spPr>
          <a:xfrm>
            <a:off x="381000" y="1803400"/>
            <a:ext cx="7652385" cy="3542030"/>
          </a:xfrm>
        </p:spPr>
        <p:txBody>
          <a:bodyPr wrap="square" anchor="t">
            <a:spAutoFit/>
          </a:bodyPr>
          <a:p>
            <a:pPr fontAlgn="base">
              <a:buNone/>
            </a:pPr>
            <a:r>
              <a:rPr lang="zh-CN" altLang="en-US" sz="3600" strike="noStrike" noProof="1">
                <a:solidFill>
                  <a:schemeClr val="tx1"/>
                </a:solidFill>
                <a:effectLst/>
              </a:rPr>
              <a:t>什么是放置策略</a:t>
            </a:r>
            <a:endParaRPr lang="zh-CN" altLang="en-US" sz="3600" strike="noStrike" noProof="1">
              <a:solidFill>
                <a:schemeClr val="tx1"/>
              </a:solidFill>
              <a:effectLst/>
            </a:endParaRPr>
          </a:p>
          <a:p>
            <a:pPr algn="just" fontAlgn="base">
              <a:buNone/>
            </a:pPr>
            <a:r>
              <a:rPr lang="zh-CN" altLang="en-US" strike="noStrike" noProof="1">
                <a:solidFill>
                  <a:schemeClr val="tx1"/>
                </a:solidFill>
                <a:effectLst/>
              </a:rPr>
              <a:t> 	选择空闲区的策略，称为放置策略。</a:t>
            </a:r>
            <a:endParaRPr lang="zh-CN" altLang="en-US" strike="noStrike" noProof="1">
              <a:solidFill>
                <a:schemeClr val="tx1"/>
              </a:solidFill>
              <a:effectLst/>
            </a:endParaRPr>
          </a:p>
          <a:p>
            <a:pPr fontAlgn="base">
              <a:buNone/>
            </a:pPr>
            <a:r>
              <a:rPr lang="zh-CN" altLang="en-US" strike="noStrike" noProof="1">
                <a:solidFill>
                  <a:schemeClr val="tx1"/>
                </a:solidFill>
                <a:effectLst/>
              </a:rPr>
              <a:t>	常用的放置策略</a:t>
            </a:r>
            <a:r>
              <a:rPr lang="en-US" altLang="zh-CN" strike="noStrike" noProof="1">
                <a:solidFill>
                  <a:schemeClr val="tx1"/>
                </a:solidFill>
                <a:effectLst/>
              </a:rPr>
              <a:t>——</a:t>
            </a:r>
            <a:endParaRPr lang="en-US" altLang="zh-CN" strike="noStrike" noProof="1">
              <a:solidFill>
                <a:schemeClr val="tx1"/>
              </a:solidFill>
              <a:effectLst/>
            </a:endParaRPr>
          </a:p>
          <a:p>
            <a:pPr lvl="1" fontAlgn="base"/>
            <a:r>
              <a:rPr lang="zh-CN" altLang="en-US" sz="3200" strike="noStrike" noProof="1">
                <a:solidFill>
                  <a:schemeClr val="tx1"/>
                </a:solidFill>
                <a:effectLst/>
              </a:rPr>
              <a:t>首次匹配（首次适应算法）</a:t>
            </a:r>
            <a:endParaRPr lang="zh-CN" altLang="en-US" sz="3200" strike="noStrike" noProof="1">
              <a:solidFill>
                <a:schemeClr val="tx1"/>
              </a:solidFill>
              <a:effectLst/>
            </a:endParaRPr>
          </a:p>
          <a:p>
            <a:pPr lvl="1" fontAlgn="base"/>
            <a:r>
              <a:rPr lang="zh-CN" altLang="en-US" sz="3200" strike="noStrike" noProof="1">
                <a:solidFill>
                  <a:schemeClr val="tx1"/>
                </a:solidFill>
                <a:effectLst/>
              </a:rPr>
              <a:t>最佳匹配（最佳适应算法）</a:t>
            </a:r>
            <a:endParaRPr lang="zh-CN" altLang="en-US" sz="3200" strike="noStrike" noProof="1">
              <a:solidFill>
                <a:schemeClr val="tx1"/>
              </a:solidFill>
              <a:effectLst/>
            </a:endParaRPr>
          </a:p>
          <a:p>
            <a:pPr lvl="1" fontAlgn="base"/>
            <a:r>
              <a:rPr lang="zh-CN" altLang="en-US" sz="3200" strike="noStrike" noProof="1">
                <a:solidFill>
                  <a:schemeClr val="tx1"/>
                </a:solidFill>
                <a:effectLst/>
              </a:rPr>
              <a:t>最坏匹配（最坏适应算法）</a:t>
            </a:r>
            <a:endParaRPr lang="zh-CN" altLang="en-US" sz="3200" strike="noStrike" noProof="1">
              <a:solidFill>
                <a:schemeClr val="tx1"/>
              </a:solidFill>
              <a:effectLst/>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5539" grpId="0" bldLvl="2"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内容占位符 66561"/>
          <p:cNvSpPr>
            <a:spLocks noGrp="1"/>
          </p:cNvSpPr>
          <p:nvPr>
            <p:ph idx="1"/>
          </p:nvPr>
        </p:nvSpPr>
        <p:spPr>
          <a:xfrm>
            <a:off x="107950" y="595313"/>
            <a:ext cx="8856663" cy="1528763"/>
          </a:xfrm>
        </p:spPr>
        <p:txBody>
          <a:bodyPr wrap="square" anchor="t">
            <a:spAutoFit/>
          </a:bodyPr>
          <a:p>
            <a:pPr fontAlgn="base">
              <a:buNone/>
            </a:pPr>
            <a:r>
              <a:rPr lang="zh-CN" altLang="zh-CN" sz="3600" b="1" strike="noStrike" noProof="1">
                <a:solidFill>
                  <a:srgbClr val="800000"/>
                </a:solidFill>
              </a:rPr>
              <a:t>1.</a:t>
            </a:r>
            <a:r>
              <a:rPr lang="zh-CN" altLang="en-US" sz="3600" b="1" strike="noStrike" noProof="1">
                <a:solidFill>
                  <a:srgbClr val="800000"/>
                </a:solidFill>
              </a:rPr>
              <a:t>首次适应算法</a:t>
            </a:r>
            <a:endParaRPr lang="zh-CN" altLang="en-US" sz="3600" b="1" strike="noStrike" noProof="1">
              <a:solidFill>
                <a:srgbClr val="800000"/>
              </a:solidFill>
            </a:endParaRPr>
          </a:p>
          <a:p>
            <a:pPr fontAlgn="base">
              <a:buNone/>
            </a:pPr>
            <a:r>
              <a:rPr lang="zh-CN" altLang="en-US" sz="2800" b="1" strike="noStrike" noProof="1"/>
              <a:t>	</a:t>
            </a:r>
            <a:r>
              <a:rPr lang="zh-CN" altLang="en-US" sz="2800" strike="noStrike" noProof="1">
                <a:solidFill>
                  <a:schemeClr val="tx1"/>
                </a:solidFill>
                <a:effectLst/>
              </a:rPr>
              <a:t>首次适应算法是将输入的作业放置到主存里第一个足够装入它的可利用的空闲区中。</a:t>
            </a:r>
            <a:endParaRPr lang="zh-CN" altLang="en-US" sz="2800" strike="noStrike" noProof="1">
              <a:solidFill>
                <a:schemeClr val="tx1"/>
              </a:solidFill>
              <a:effectLst/>
            </a:endParaRPr>
          </a:p>
        </p:txBody>
      </p:sp>
      <p:grpSp>
        <p:nvGrpSpPr>
          <p:cNvPr id="66563" name="组合 66562"/>
          <p:cNvGrpSpPr/>
          <p:nvPr/>
        </p:nvGrpSpPr>
        <p:grpSpPr>
          <a:xfrm>
            <a:off x="2209800" y="2529205"/>
            <a:ext cx="4111625" cy="3764280"/>
            <a:chOff x="0" y="0"/>
            <a:chExt cx="2260" cy="2371"/>
          </a:xfrm>
        </p:grpSpPr>
        <p:grpSp>
          <p:nvGrpSpPr>
            <p:cNvPr id="58371" name="组合 66563"/>
            <p:cNvGrpSpPr/>
            <p:nvPr/>
          </p:nvGrpSpPr>
          <p:grpSpPr>
            <a:xfrm>
              <a:off x="0" y="348"/>
              <a:ext cx="1252" cy="948"/>
              <a:chOff x="0" y="0"/>
              <a:chExt cx="1252" cy="948"/>
            </a:xfrm>
          </p:grpSpPr>
          <p:sp>
            <p:nvSpPr>
              <p:cNvPr id="58372" name="文本框 66564"/>
              <p:cNvSpPr txBox="1"/>
              <p:nvPr/>
            </p:nvSpPr>
            <p:spPr>
              <a:xfrm>
                <a:off x="0" y="0"/>
                <a:ext cx="580" cy="948"/>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ctr"/>
                <a:r>
                  <a:rPr lang="zh-CN" altLang="en-US">
                    <a:latin typeface="Times New Roman" panose="02020603050405020304" charset="0"/>
                    <a:ea typeface="宋体" panose="02010600030101010101" pitchFamily="2" charset="-122"/>
                  </a:rPr>
                  <a:t>作</a:t>
                </a:r>
                <a:endParaRPr lang="zh-CN" altLang="en-US">
                  <a:latin typeface="Times New Roman" panose="02020603050405020304" charset="0"/>
                  <a:ea typeface="宋体" panose="02010600030101010101" pitchFamily="2" charset="-122"/>
                </a:endParaRPr>
              </a:p>
              <a:p>
                <a:pPr lvl="0" algn="ctr"/>
                <a:r>
                  <a:rPr lang="zh-CN" altLang="en-US">
                    <a:latin typeface="Times New Roman" panose="02020603050405020304" charset="0"/>
                    <a:ea typeface="宋体" panose="02010600030101010101" pitchFamily="2" charset="-122"/>
                  </a:rPr>
                  <a:t>业</a:t>
                </a:r>
                <a:endParaRPr lang="zh-CN" altLang="en-US">
                  <a:latin typeface="Times New Roman" panose="02020603050405020304" charset="0"/>
                  <a:ea typeface="宋体" panose="02010600030101010101" pitchFamily="2" charset="-122"/>
                </a:endParaRPr>
              </a:p>
              <a:p>
                <a:pPr lvl="0" algn="ctr"/>
                <a:r>
                  <a:rPr lang="en-US" altLang="zh-CN">
                    <a:latin typeface="Times New Roman" panose="02020603050405020304" charset="0"/>
                    <a:ea typeface="宋体" panose="02010600030101010101" pitchFamily="2" charset="-122"/>
                  </a:rPr>
                  <a:t>A</a:t>
                </a:r>
                <a:endParaRPr lang="en-US" altLang="zh-CN">
                  <a:latin typeface="Times New Roman" panose="02020603050405020304" charset="0"/>
                  <a:ea typeface="宋体" panose="02010600030101010101" pitchFamily="2" charset="-122"/>
                </a:endParaRPr>
              </a:p>
              <a:p>
                <a:pPr lvl="0" algn="ctr"/>
                <a:r>
                  <a:rPr lang="en-US" altLang="zh-CN">
                    <a:latin typeface="Times New Roman" panose="02020603050405020304" charset="0"/>
                    <a:ea typeface="宋体" panose="02010600030101010101" pitchFamily="2" charset="-122"/>
                  </a:rPr>
                  <a:t>18KB</a:t>
                </a:r>
                <a:endParaRPr lang="en-US" altLang="zh-CN">
                  <a:latin typeface="Times New Roman" panose="02020603050405020304" charset="0"/>
                  <a:ea typeface="宋体" panose="02010600030101010101" pitchFamily="2" charset="-122"/>
                </a:endParaRPr>
              </a:p>
            </p:txBody>
          </p:sp>
          <p:sp>
            <p:nvSpPr>
              <p:cNvPr id="58373" name="直接连接符 66565"/>
              <p:cNvSpPr/>
              <p:nvPr/>
            </p:nvSpPr>
            <p:spPr>
              <a:xfrm flipV="1">
                <a:off x="580" y="144"/>
                <a:ext cx="672" cy="192"/>
              </a:xfrm>
              <a:prstGeom prst="line">
                <a:avLst/>
              </a:prstGeom>
              <a:ln w="38100" cap="flat" cmpd="sng">
                <a:solidFill>
                  <a:srgbClr val="000000"/>
                </a:solidFill>
                <a:prstDash val="solid"/>
                <a:round/>
                <a:headEnd type="none" w="med" len="med"/>
                <a:tailEnd type="triangle" w="med" len="med"/>
              </a:ln>
            </p:spPr>
            <p:txBody>
              <a:bodyPr anchor="t"/>
              <a:p>
                <a:pPr lvl="0"/>
                <a:endParaRPr lang="zh-CN" altLang="en-US">
                  <a:latin typeface="Times New Roman" panose="02020603050405020304" charset="0"/>
                  <a:ea typeface="宋体" panose="02010600030101010101" pitchFamily="2" charset="-122"/>
                </a:endParaRPr>
              </a:p>
            </p:txBody>
          </p:sp>
        </p:grpSp>
        <p:grpSp>
          <p:nvGrpSpPr>
            <p:cNvPr id="58374" name="组合 66566"/>
            <p:cNvGrpSpPr/>
            <p:nvPr/>
          </p:nvGrpSpPr>
          <p:grpSpPr>
            <a:xfrm>
              <a:off x="660" y="0"/>
              <a:ext cx="1600" cy="2371"/>
              <a:chOff x="80" y="0"/>
              <a:chExt cx="1600" cy="2371"/>
            </a:xfrm>
          </p:grpSpPr>
          <p:sp>
            <p:nvSpPr>
              <p:cNvPr id="58375" name="矩形 66567"/>
              <p:cNvSpPr/>
              <p:nvPr/>
            </p:nvSpPr>
            <p:spPr>
              <a:xfrm>
                <a:off x="672" y="816"/>
                <a:ext cx="1003" cy="288"/>
              </a:xfrm>
              <a:prstGeom prst="rect">
                <a:avLst/>
              </a:prstGeom>
              <a:solidFill>
                <a:srgbClr val="FFCCCC"/>
              </a:solid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8376" name="文本框 66568"/>
              <p:cNvSpPr txBox="1"/>
              <p:nvPr/>
            </p:nvSpPr>
            <p:spPr>
              <a:xfrm>
                <a:off x="672" y="96"/>
                <a:ext cx="1003" cy="2160"/>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just"/>
                <a:r>
                  <a:rPr lang="en-US" altLang="zh-CN" sz="1000">
                    <a:latin typeface="Times New Roman" panose="02020603050405020304" charset="0"/>
                    <a:ea typeface="宋体" panose="02010600030101010101" pitchFamily="2" charset="-122"/>
                  </a:rPr>
                  <a:t>      </a:t>
                </a:r>
                <a:r>
                  <a:rPr lang="en-US" altLang="zh-CN" sz="2800">
                    <a:latin typeface="Times New Roman" panose="02020603050405020304" charset="0"/>
                    <a:ea typeface="宋体" panose="02010600030101010101" pitchFamily="2" charset="-122"/>
                  </a:rPr>
                  <a:t> os</a:t>
                </a:r>
                <a:endParaRPr lang="en-US" altLang="zh-CN">
                  <a:latin typeface="Times New Roman" panose="02020603050405020304" charset="0"/>
                  <a:ea typeface="宋体" panose="02010600030101010101" pitchFamily="2" charset="-122"/>
                </a:endParaRPr>
              </a:p>
              <a:p>
                <a:pPr lvl="0" algn="just"/>
                <a:endParaRPr lang="en-US" altLang="zh-CN">
                  <a:latin typeface="Times New Roman" panose="02020603050405020304" charset="0"/>
                  <a:ea typeface="宋体" panose="02010600030101010101" pitchFamily="2" charset="-122"/>
                </a:endParaRPr>
              </a:p>
            </p:txBody>
          </p:sp>
          <p:sp>
            <p:nvSpPr>
              <p:cNvPr id="58377" name="直接连接符 66569"/>
              <p:cNvSpPr/>
              <p:nvPr/>
            </p:nvSpPr>
            <p:spPr>
              <a:xfrm>
                <a:off x="677" y="359"/>
                <a:ext cx="1003"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8378" name="文本框 66570"/>
              <p:cNvSpPr txBox="1"/>
              <p:nvPr/>
            </p:nvSpPr>
            <p:spPr>
              <a:xfrm>
                <a:off x="795" y="1571"/>
                <a:ext cx="767" cy="251"/>
              </a:xfrm>
              <a:prstGeom prst="rect">
                <a:avLst/>
              </a:prstGeom>
              <a:noFill/>
              <a:ln w="9525">
                <a:noFill/>
                <a:miter/>
              </a:ln>
            </p:spPr>
            <p:txBody>
              <a:bodyPr anchor="t">
                <a:spAutoFit/>
              </a:bodyPr>
              <a:p>
                <a:pPr lvl="0">
                  <a:spcBef>
                    <a:spcPct val="50000"/>
                  </a:spcBef>
                </a:pPr>
                <a:r>
                  <a:rPr lang="zh-CN" altLang="en-US" sz="2000">
                    <a:latin typeface="Times New Roman" panose="02020603050405020304" charset="0"/>
                    <a:ea typeface="宋体" panose="02010600030101010101" pitchFamily="2" charset="-122"/>
                  </a:rPr>
                  <a:t>在使用</a:t>
                </a:r>
                <a:endParaRPr lang="zh-CN" altLang="en-US">
                  <a:latin typeface="Times New Roman" panose="02020603050405020304" charset="0"/>
                  <a:ea typeface="宋体" panose="02010600030101010101" pitchFamily="2" charset="-122"/>
                </a:endParaRPr>
              </a:p>
            </p:txBody>
          </p:sp>
          <p:sp>
            <p:nvSpPr>
              <p:cNvPr id="58379" name="直接连接符 66571"/>
              <p:cNvSpPr/>
              <p:nvPr/>
            </p:nvSpPr>
            <p:spPr>
              <a:xfrm>
                <a:off x="677" y="570"/>
                <a:ext cx="1003"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8380" name="直接连接符 66572"/>
              <p:cNvSpPr/>
              <p:nvPr/>
            </p:nvSpPr>
            <p:spPr>
              <a:xfrm>
                <a:off x="677" y="1097"/>
                <a:ext cx="1003"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8381" name="文本框 66573"/>
              <p:cNvSpPr txBox="1"/>
              <p:nvPr/>
            </p:nvSpPr>
            <p:spPr>
              <a:xfrm>
                <a:off x="795" y="570"/>
                <a:ext cx="767" cy="251"/>
              </a:xfrm>
              <a:prstGeom prst="rect">
                <a:avLst/>
              </a:prstGeom>
              <a:noFill/>
              <a:ln w="9525">
                <a:noFill/>
                <a:miter/>
              </a:ln>
            </p:spPr>
            <p:txBody>
              <a:bodyPr anchor="t">
                <a:spAutoFit/>
              </a:bodyPr>
              <a:p>
                <a:pPr lvl="0">
                  <a:spcBef>
                    <a:spcPct val="50000"/>
                  </a:spcBef>
                </a:pPr>
                <a:r>
                  <a:rPr lang="zh-CN" altLang="en-US" sz="2000">
                    <a:latin typeface="Times New Roman" panose="02020603050405020304" charset="0"/>
                    <a:ea typeface="宋体" panose="02010600030101010101" pitchFamily="2" charset="-122"/>
                  </a:rPr>
                  <a:t>在使用</a:t>
                </a:r>
                <a:endParaRPr lang="zh-CN" altLang="en-US">
                  <a:latin typeface="Times New Roman" panose="02020603050405020304" charset="0"/>
                  <a:ea typeface="宋体" panose="02010600030101010101" pitchFamily="2" charset="-122"/>
                </a:endParaRPr>
              </a:p>
            </p:txBody>
          </p:sp>
          <p:sp>
            <p:nvSpPr>
              <p:cNvPr id="58382" name="直接连接符 66574"/>
              <p:cNvSpPr/>
              <p:nvPr/>
            </p:nvSpPr>
            <p:spPr>
              <a:xfrm>
                <a:off x="677" y="1360"/>
                <a:ext cx="1003"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8383" name="文本框 66575"/>
              <p:cNvSpPr txBox="1"/>
              <p:nvPr/>
            </p:nvSpPr>
            <p:spPr>
              <a:xfrm>
                <a:off x="795" y="1107"/>
                <a:ext cx="767" cy="251"/>
              </a:xfrm>
              <a:prstGeom prst="rect">
                <a:avLst/>
              </a:prstGeom>
              <a:noFill/>
              <a:ln w="9525">
                <a:noFill/>
                <a:miter/>
              </a:ln>
            </p:spPr>
            <p:txBody>
              <a:bodyPr anchor="t">
                <a:spAutoFit/>
              </a:bodyPr>
              <a:p>
                <a:pPr lvl="0">
                  <a:spcBef>
                    <a:spcPct val="50000"/>
                  </a:spcBef>
                </a:pPr>
                <a:r>
                  <a:rPr lang="zh-CN" altLang="en-US" sz="2000">
                    <a:latin typeface="Times New Roman" panose="02020603050405020304" charset="0"/>
                    <a:ea typeface="宋体" panose="02010600030101010101" pitchFamily="2" charset="-122"/>
                  </a:rPr>
                  <a:t>在使用</a:t>
                </a:r>
                <a:endParaRPr lang="zh-CN" altLang="en-US">
                  <a:latin typeface="Times New Roman" panose="02020603050405020304" charset="0"/>
                  <a:ea typeface="宋体" panose="02010600030101010101" pitchFamily="2" charset="-122"/>
                </a:endParaRPr>
              </a:p>
            </p:txBody>
          </p:sp>
          <p:sp>
            <p:nvSpPr>
              <p:cNvPr id="58384" name="直接连接符 66576"/>
              <p:cNvSpPr/>
              <p:nvPr/>
            </p:nvSpPr>
            <p:spPr>
              <a:xfrm>
                <a:off x="677" y="1571"/>
                <a:ext cx="1003"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8385" name="直接连接符 66577"/>
              <p:cNvSpPr/>
              <p:nvPr/>
            </p:nvSpPr>
            <p:spPr>
              <a:xfrm>
                <a:off x="677" y="1835"/>
                <a:ext cx="1003"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8386" name="矩形 66578"/>
              <p:cNvSpPr/>
              <p:nvPr/>
            </p:nvSpPr>
            <p:spPr>
              <a:xfrm>
                <a:off x="677" y="359"/>
                <a:ext cx="997" cy="211"/>
              </a:xfrm>
              <a:prstGeom prst="rect">
                <a:avLst/>
              </a:prstGeom>
              <a:solidFill>
                <a:srgbClr val="FFCCCC"/>
              </a:solid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8387" name="文本框 66579"/>
              <p:cNvSpPr txBox="1"/>
              <p:nvPr/>
            </p:nvSpPr>
            <p:spPr>
              <a:xfrm>
                <a:off x="854" y="359"/>
                <a:ext cx="590" cy="244"/>
              </a:xfrm>
              <a:prstGeom prst="rect">
                <a:avLst/>
              </a:prstGeom>
              <a:noFill/>
              <a:ln w="9525">
                <a:noFill/>
                <a:miter/>
              </a:ln>
            </p:spPr>
            <p:txBody>
              <a:bodyPr anchor="t"/>
              <a:p>
                <a:pPr lvl="0" algn="just"/>
                <a:r>
                  <a:rPr lang="en-US" altLang="zh-CN" sz="1800">
                    <a:latin typeface="Times New Roman" panose="02020603050405020304" charset="0"/>
                    <a:ea typeface="宋体" panose="02010600030101010101" pitchFamily="2" charset="-122"/>
                  </a:rPr>
                  <a:t>30KB</a:t>
                </a:r>
                <a:endParaRPr lang="en-US" altLang="zh-CN" sz="1800">
                  <a:latin typeface="Times New Roman" panose="02020603050405020304" charset="0"/>
                  <a:ea typeface="宋体" panose="02010600030101010101" pitchFamily="2" charset="-122"/>
                </a:endParaRPr>
              </a:p>
            </p:txBody>
          </p:sp>
          <p:sp>
            <p:nvSpPr>
              <p:cNvPr id="58388" name="矩形 66580"/>
              <p:cNvSpPr/>
              <p:nvPr/>
            </p:nvSpPr>
            <p:spPr>
              <a:xfrm>
                <a:off x="677" y="1360"/>
                <a:ext cx="997" cy="211"/>
              </a:xfrm>
              <a:prstGeom prst="rect">
                <a:avLst/>
              </a:prstGeom>
              <a:solidFill>
                <a:srgbClr val="FFCCCC"/>
              </a:solid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8389" name="文本框 66581"/>
              <p:cNvSpPr txBox="1"/>
              <p:nvPr/>
            </p:nvSpPr>
            <p:spPr>
              <a:xfrm>
                <a:off x="913" y="1360"/>
                <a:ext cx="590" cy="244"/>
              </a:xfrm>
              <a:prstGeom prst="rect">
                <a:avLst/>
              </a:prstGeom>
              <a:noFill/>
              <a:ln w="9525">
                <a:noFill/>
                <a:miter/>
              </a:ln>
            </p:spPr>
            <p:txBody>
              <a:bodyPr anchor="t"/>
              <a:p>
                <a:pPr lvl="0" algn="just"/>
                <a:r>
                  <a:rPr lang="en-US" altLang="zh-CN" sz="1800">
                    <a:latin typeface="Times New Roman" panose="02020603050405020304" charset="0"/>
                    <a:ea typeface="宋体" panose="02010600030101010101" pitchFamily="2" charset="-122"/>
                  </a:rPr>
                  <a:t>5KB</a:t>
                </a:r>
                <a:endParaRPr lang="en-US" altLang="zh-CN" sz="1000">
                  <a:latin typeface="Times New Roman" panose="02020603050405020304" charset="0"/>
                  <a:ea typeface="宋体" panose="02010600030101010101" pitchFamily="2" charset="-122"/>
                </a:endParaRPr>
              </a:p>
            </p:txBody>
          </p:sp>
          <p:sp>
            <p:nvSpPr>
              <p:cNvPr id="58390" name="矩形 66582"/>
              <p:cNvSpPr/>
              <p:nvPr/>
            </p:nvSpPr>
            <p:spPr>
              <a:xfrm>
                <a:off x="677" y="1835"/>
                <a:ext cx="997" cy="421"/>
              </a:xfrm>
              <a:prstGeom prst="rect">
                <a:avLst/>
              </a:prstGeom>
              <a:solidFill>
                <a:srgbClr val="FFCCCC"/>
              </a:solid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8391" name="文本框 66583"/>
              <p:cNvSpPr txBox="1"/>
              <p:nvPr/>
            </p:nvSpPr>
            <p:spPr>
              <a:xfrm>
                <a:off x="913" y="1940"/>
                <a:ext cx="590" cy="244"/>
              </a:xfrm>
              <a:prstGeom prst="rect">
                <a:avLst/>
              </a:prstGeom>
              <a:noFill/>
              <a:ln w="9525">
                <a:noFill/>
                <a:miter/>
              </a:ln>
            </p:spPr>
            <p:txBody>
              <a:bodyPr anchor="t"/>
              <a:p>
                <a:pPr lvl="0" algn="just"/>
                <a:r>
                  <a:rPr lang="en-US" altLang="zh-CN" sz="1800">
                    <a:latin typeface="Times New Roman" panose="02020603050405020304" charset="0"/>
                    <a:ea typeface="宋体" panose="02010600030101010101" pitchFamily="2" charset="-122"/>
                  </a:rPr>
                  <a:t>46KB</a:t>
                </a:r>
                <a:endParaRPr lang="en-US" altLang="zh-CN" sz="1800">
                  <a:latin typeface="Times New Roman" panose="02020603050405020304" charset="0"/>
                  <a:ea typeface="宋体" panose="02010600030101010101" pitchFamily="2" charset="-122"/>
                </a:endParaRPr>
              </a:p>
            </p:txBody>
          </p:sp>
          <p:sp>
            <p:nvSpPr>
              <p:cNvPr id="58392" name="直接连接符 66584"/>
              <p:cNvSpPr/>
              <p:nvPr/>
            </p:nvSpPr>
            <p:spPr>
              <a:xfrm>
                <a:off x="672" y="816"/>
                <a:ext cx="1003"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8393" name="文本框 66585"/>
              <p:cNvSpPr txBox="1"/>
              <p:nvPr/>
            </p:nvSpPr>
            <p:spPr>
              <a:xfrm>
                <a:off x="240" y="0"/>
                <a:ext cx="528" cy="251"/>
              </a:xfrm>
              <a:prstGeom prst="rect">
                <a:avLst/>
              </a:prstGeom>
              <a:noFill/>
              <a:ln w="9525">
                <a:noFill/>
                <a:miter/>
              </a:ln>
            </p:spPr>
            <p:txBody>
              <a:bodyPr anchor="t">
                <a:spAutoFit/>
              </a:bodyPr>
              <a:p>
                <a:pPr lvl="0">
                  <a:spcBef>
                    <a:spcPct val="50000"/>
                  </a:spcBef>
                </a:pPr>
                <a:r>
                  <a:rPr lang="en-US" altLang="zh-CN" sz="2000">
                    <a:latin typeface="Times New Roman" panose="02020603050405020304" charset="0"/>
                    <a:ea typeface="宋体" panose="02010600030101010101" pitchFamily="2" charset="-122"/>
                  </a:rPr>
                  <a:t>0KB</a:t>
                </a:r>
                <a:endParaRPr lang="en-US" altLang="zh-CN" sz="2800">
                  <a:latin typeface="Times New Roman" panose="02020603050405020304" charset="0"/>
                  <a:ea typeface="宋体" panose="02010600030101010101" pitchFamily="2" charset="-122"/>
                </a:endParaRPr>
              </a:p>
            </p:txBody>
          </p:sp>
          <p:sp>
            <p:nvSpPr>
              <p:cNvPr id="58394" name="文本框 66586"/>
              <p:cNvSpPr txBox="1"/>
              <p:nvPr/>
            </p:nvSpPr>
            <p:spPr>
              <a:xfrm>
                <a:off x="192" y="240"/>
                <a:ext cx="600" cy="251"/>
              </a:xfrm>
              <a:prstGeom prst="rect">
                <a:avLst/>
              </a:prstGeom>
              <a:noFill/>
              <a:ln w="9525">
                <a:noFill/>
                <a:miter/>
              </a:ln>
            </p:spPr>
            <p:txBody>
              <a:bodyPr wrap="square" anchor="t">
                <a:spAutoFit/>
              </a:bodyPr>
              <a:p>
                <a:pPr lvl="0">
                  <a:spcBef>
                    <a:spcPct val="50000"/>
                  </a:spcBef>
                </a:pPr>
                <a:r>
                  <a:rPr lang="en-US" altLang="zh-CN" sz="2000">
                    <a:latin typeface="Times New Roman" panose="02020603050405020304" charset="0"/>
                    <a:ea typeface="宋体" panose="02010600030101010101" pitchFamily="2" charset="-122"/>
                  </a:rPr>
                  <a:t>20KB</a:t>
                </a:r>
                <a:endParaRPr lang="en-US" altLang="zh-CN" sz="2800">
                  <a:latin typeface="Times New Roman" panose="02020603050405020304" charset="0"/>
                  <a:ea typeface="宋体" panose="02010600030101010101" pitchFamily="2" charset="-122"/>
                </a:endParaRPr>
              </a:p>
            </p:txBody>
          </p:sp>
          <p:sp>
            <p:nvSpPr>
              <p:cNvPr id="58395" name="文本框 66587"/>
              <p:cNvSpPr txBox="1"/>
              <p:nvPr/>
            </p:nvSpPr>
            <p:spPr>
              <a:xfrm>
                <a:off x="80" y="672"/>
                <a:ext cx="672" cy="251"/>
              </a:xfrm>
              <a:prstGeom prst="rect">
                <a:avLst/>
              </a:prstGeom>
              <a:noFill/>
              <a:ln w="9525">
                <a:noFill/>
                <a:miter/>
              </a:ln>
            </p:spPr>
            <p:txBody>
              <a:bodyPr anchor="t">
                <a:spAutoFit/>
              </a:bodyPr>
              <a:p>
                <a:pPr lvl="0">
                  <a:spcBef>
                    <a:spcPct val="50000"/>
                  </a:spcBef>
                </a:pPr>
                <a:r>
                  <a:rPr lang="en-US" altLang="zh-CN" sz="2000">
                    <a:latin typeface="Times New Roman" panose="02020603050405020304" charset="0"/>
                    <a:ea typeface="宋体" panose="02010600030101010101" pitchFamily="2" charset="-122"/>
                  </a:rPr>
                  <a:t>100KB</a:t>
                </a:r>
                <a:endParaRPr lang="en-US" altLang="zh-CN" sz="2800">
                  <a:latin typeface="Times New Roman" panose="02020603050405020304" charset="0"/>
                  <a:ea typeface="宋体" panose="02010600030101010101" pitchFamily="2" charset="-122"/>
                </a:endParaRPr>
              </a:p>
            </p:txBody>
          </p:sp>
          <p:sp>
            <p:nvSpPr>
              <p:cNvPr id="58396" name="矩形 66588"/>
              <p:cNvSpPr/>
              <p:nvPr/>
            </p:nvSpPr>
            <p:spPr>
              <a:xfrm>
                <a:off x="672" y="816"/>
                <a:ext cx="1003" cy="288"/>
              </a:xfrm>
              <a:prstGeom prst="rect">
                <a:avLst/>
              </a:prstGeom>
              <a:solidFill>
                <a:srgbClr val="FFCCCC"/>
              </a:solid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58397" name="文本框 66589"/>
              <p:cNvSpPr txBox="1"/>
              <p:nvPr/>
            </p:nvSpPr>
            <p:spPr>
              <a:xfrm>
                <a:off x="864" y="860"/>
                <a:ext cx="590" cy="244"/>
              </a:xfrm>
              <a:prstGeom prst="rect">
                <a:avLst/>
              </a:prstGeom>
              <a:noFill/>
              <a:ln w="9525">
                <a:noFill/>
                <a:miter/>
              </a:ln>
            </p:spPr>
            <p:txBody>
              <a:bodyPr anchor="t"/>
              <a:p>
                <a:pPr lvl="0" algn="just"/>
                <a:r>
                  <a:rPr lang="en-US" altLang="zh-CN" sz="1800">
                    <a:latin typeface="Times New Roman" panose="02020603050405020304" charset="0"/>
                    <a:ea typeface="宋体" panose="02010600030101010101" pitchFamily="2" charset="-122"/>
                  </a:rPr>
                  <a:t>20KB</a:t>
                </a:r>
                <a:endParaRPr lang="en-US" altLang="zh-CN" sz="1000">
                  <a:latin typeface="Times New Roman" panose="02020603050405020304" charset="0"/>
                  <a:ea typeface="宋体" panose="02010600030101010101" pitchFamily="2" charset="-122"/>
                </a:endParaRPr>
              </a:p>
            </p:txBody>
          </p:sp>
          <p:sp>
            <p:nvSpPr>
              <p:cNvPr id="58398" name="文本框 66590"/>
              <p:cNvSpPr txBox="1"/>
              <p:nvPr/>
            </p:nvSpPr>
            <p:spPr>
              <a:xfrm>
                <a:off x="88" y="1257"/>
                <a:ext cx="672" cy="251"/>
              </a:xfrm>
              <a:prstGeom prst="rect">
                <a:avLst/>
              </a:prstGeom>
              <a:noFill/>
              <a:ln w="9525">
                <a:noFill/>
                <a:miter/>
              </a:ln>
            </p:spPr>
            <p:txBody>
              <a:bodyPr anchor="t">
                <a:spAutoFit/>
              </a:bodyPr>
              <a:p>
                <a:pPr lvl="0">
                  <a:spcBef>
                    <a:spcPct val="50000"/>
                  </a:spcBef>
                </a:pPr>
                <a:r>
                  <a:rPr lang="en-US" altLang="zh-CN" sz="2000">
                    <a:latin typeface="Times New Roman" panose="02020603050405020304" charset="0"/>
                    <a:ea typeface="宋体" panose="02010600030101010101" pitchFamily="2" charset="-122"/>
                  </a:rPr>
                  <a:t>160KB</a:t>
                </a:r>
                <a:endParaRPr lang="en-US" altLang="zh-CN" sz="2800">
                  <a:latin typeface="Times New Roman" panose="02020603050405020304" charset="0"/>
                  <a:ea typeface="宋体" panose="02010600030101010101" pitchFamily="2" charset="-122"/>
                </a:endParaRPr>
              </a:p>
            </p:txBody>
          </p:sp>
          <p:sp>
            <p:nvSpPr>
              <p:cNvPr id="58399" name="文本框 66591"/>
              <p:cNvSpPr txBox="1"/>
              <p:nvPr/>
            </p:nvSpPr>
            <p:spPr>
              <a:xfrm>
                <a:off x="80" y="1728"/>
                <a:ext cx="672" cy="251"/>
              </a:xfrm>
              <a:prstGeom prst="rect">
                <a:avLst/>
              </a:prstGeom>
              <a:noFill/>
              <a:ln w="9525">
                <a:noFill/>
                <a:miter/>
              </a:ln>
            </p:spPr>
            <p:txBody>
              <a:bodyPr anchor="t">
                <a:spAutoFit/>
              </a:bodyPr>
              <a:p>
                <a:pPr lvl="0">
                  <a:spcBef>
                    <a:spcPct val="50000"/>
                  </a:spcBef>
                </a:pPr>
                <a:r>
                  <a:rPr lang="en-US" altLang="zh-CN" sz="2000">
                    <a:latin typeface="Times New Roman" panose="02020603050405020304" charset="0"/>
                    <a:ea typeface="宋体" panose="02010600030101010101" pitchFamily="2" charset="-122"/>
                  </a:rPr>
                  <a:t>210KB</a:t>
                </a:r>
                <a:endParaRPr lang="en-US" altLang="zh-CN" sz="2800">
                  <a:latin typeface="Times New Roman" panose="02020603050405020304" charset="0"/>
                  <a:ea typeface="宋体" panose="02010600030101010101" pitchFamily="2" charset="-122"/>
                </a:endParaRPr>
              </a:p>
            </p:txBody>
          </p:sp>
          <p:sp>
            <p:nvSpPr>
              <p:cNvPr id="58400" name="文本框 66592"/>
              <p:cNvSpPr txBox="1"/>
              <p:nvPr/>
            </p:nvSpPr>
            <p:spPr>
              <a:xfrm>
                <a:off x="92" y="2120"/>
                <a:ext cx="614" cy="251"/>
              </a:xfrm>
              <a:prstGeom prst="rect">
                <a:avLst/>
              </a:prstGeom>
              <a:noFill/>
              <a:ln w="9525">
                <a:noFill/>
                <a:miter/>
              </a:ln>
            </p:spPr>
            <p:txBody>
              <a:bodyPr wrap="square" anchor="t">
                <a:spAutoFit/>
              </a:bodyPr>
              <a:p>
                <a:pPr lvl="0">
                  <a:spcBef>
                    <a:spcPct val="50000"/>
                  </a:spcBef>
                </a:pPr>
                <a:r>
                  <a:rPr lang="en-US" altLang="zh-CN" sz="2000">
                    <a:latin typeface="Times New Roman" panose="02020603050405020304" charset="0"/>
                    <a:ea typeface="宋体" panose="02010600030101010101" pitchFamily="2" charset="-122"/>
                  </a:rPr>
                  <a:t>256KB</a:t>
                </a:r>
                <a:endParaRPr lang="en-US" altLang="zh-CN" sz="2000">
                  <a:latin typeface="Times New Roman" panose="02020603050405020304" charset="0"/>
                  <a:ea typeface="宋体" panose="02010600030101010101" pitchFamily="2" charset="-122"/>
                </a:endParaRPr>
              </a:p>
            </p:txBody>
          </p:sp>
        </p:gr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6562"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标题 67585"/>
          <p:cNvSpPr>
            <a:spLocks noGrp="1"/>
          </p:cNvSpPr>
          <p:nvPr>
            <p:ph type="title"/>
          </p:nvPr>
        </p:nvSpPr>
        <p:spPr>
          <a:xfrm>
            <a:off x="363538" y="650875"/>
            <a:ext cx="8393113" cy="695325"/>
          </a:xfrm>
        </p:spPr>
        <p:txBody>
          <a:bodyPr anchor="b">
            <a:spAutoFit/>
          </a:bodyPr>
          <a:p>
            <a:pPr fontAlgn="base"/>
            <a:r>
              <a:rPr lang="zh-CN" altLang="en-US" sz="4000" strike="noStrike" noProof="1">
                <a:solidFill>
                  <a:srgbClr val="800000"/>
                </a:solidFill>
              </a:rPr>
              <a:t>首次适应算法的特点</a:t>
            </a:r>
            <a:endParaRPr lang="zh-CN" altLang="en-US" sz="4000" strike="noStrike" noProof="1">
              <a:solidFill>
                <a:srgbClr val="800000"/>
              </a:solidFill>
            </a:endParaRPr>
          </a:p>
        </p:txBody>
      </p:sp>
      <p:sp>
        <p:nvSpPr>
          <p:cNvPr id="59394" name="文本占位符 67586"/>
          <p:cNvSpPr>
            <a:spLocks noGrp="1"/>
          </p:cNvSpPr>
          <p:nvPr>
            <p:ph idx="1"/>
          </p:nvPr>
        </p:nvSpPr>
        <p:spPr>
          <a:xfrm>
            <a:off x="381000" y="1529080"/>
            <a:ext cx="8388350" cy="4083050"/>
          </a:xfrm>
        </p:spPr>
        <p:txBody>
          <a:bodyPr anchor="t">
            <a:spAutoFit/>
          </a:bodyPr>
          <a:p>
            <a:pPr fontAlgn="base"/>
            <a:r>
              <a:rPr lang="zh-CN" altLang="en-US" strike="noStrike" noProof="1">
                <a:solidFill>
                  <a:schemeClr val="tx1"/>
                </a:solidFill>
                <a:effectLst/>
              </a:rPr>
              <a:t>自由主存队列结构 </a:t>
            </a:r>
            <a:r>
              <a:rPr lang="en-US" altLang="zh-CN" strike="noStrike" noProof="1">
                <a:solidFill>
                  <a:schemeClr val="tx1"/>
                </a:solidFill>
                <a:effectLst/>
              </a:rPr>
              <a:t>——</a:t>
            </a:r>
            <a:r>
              <a:rPr lang="zh-CN" altLang="en-US" strike="noStrike" noProof="1">
                <a:solidFill>
                  <a:schemeClr val="tx1"/>
                </a:solidFill>
                <a:effectLst/>
              </a:rPr>
              <a:t>空闲区地址由低到高排序。</a:t>
            </a:r>
            <a:endParaRPr lang="zh-CN" altLang="en-US" strike="noStrike" noProof="1">
              <a:solidFill>
                <a:schemeClr val="tx1"/>
              </a:solidFill>
              <a:effectLst/>
            </a:endParaRPr>
          </a:p>
          <a:p>
            <a:pPr fontAlgn="base"/>
            <a:r>
              <a:rPr lang="zh-CN" altLang="en-US" strike="noStrike" noProof="1">
                <a:solidFill>
                  <a:schemeClr val="tx1"/>
                </a:solidFill>
                <a:effectLst/>
              </a:rPr>
              <a:t>尽可能地利用内存低端的空闲区，而尽量保存高端的空闲区。</a:t>
            </a:r>
            <a:endParaRPr lang="zh-CN" altLang="en-US" strike="noStrike" noProof="1">
              <a:solidFill>
                <a:schemeClr val="tx1"/>
              </a:solidFill>
              <a:effectLst/>
            </a:endParaRPr>
          </a:p>
          <a:p>
            <a:pPr fontAlgn="base"/>
            <a:r>
              <a:rPr lang="zh-CN" altLang="en-US" strike="noStrike" noProof="1">
                <a:solidFill>
                  <a:schemeClr val="tx1"/>
                </a:solidFill>
                <a:effectLst/>
              </a:rPr>
              <a:t>该算法的分配和释放的时间性能较好，较大的空闲分区可以被保留在内存高端。</a:t>
            </a:r>
            <a:endParaRPr lang="zh-CN" altLang="en-US" strike="noStrike" noProof="1">
              <a:solidFill>
                <a:schemeClr val="tx1"/>
              </a:solidFill>
              <a:effectLst/>
            </a:endParaRPr>
          </a:p>
          <a:p>
            <a:pPr fontAlgn="base"/>
            <a:r>
              <a:rPr lang="zh-CN" altLang="en-US" strike="noStrike" noProof="1">
                <a:solidFill>
                  <a:schemeClr val="tx1"/>
                </a:solidFill>
                <a:effectLst/>
              </a:rPr>
              <a:t>但随着低端分区不断划分而产生较多小分区，每次分配时查找时间开销会增大。</a:t>
            </a:r>
            <a:endParaRPr lang="zh-CN" altLang="en-US" strike="noStrike" noProof="1">
              <a:solidFill>
                <a:schemeClr val="tx1"/>
              </a:solidFill>
              <a:effectLst/>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内容占位符 68609"/>
          <p:cNvSpPr>
            <a:spLocks noGrp="1"/>
          </p:cNvSpPr>
          <p:nvPr>
            <p:ph idx="1"/>
          </p:nvPr>
        </p:nvSpPr>
        <p:spPr>
          <a:xfrm>
            <a:off x="255588" y="698500"/>
            <a:ext cx="8736013" cy="1528763"/>
          </a:xfrm>
        </p:spPr>
        <p:txBody>
          <a:bodyPr anchor="t">
            <a:spAutoFit/>
          </a:bodyPr>
          <a:p>
            <a:pPr fontAlgn="base">
              <a:buNone/>
            </a:pPr>
            <a:r>
              <a:rPr lang="zh-CN" altLang="zh-CN" sz="3600" b="1" strike="noStrike" noProof="1">
                <a:solidFill>
                  <a:srgbClr val="800000"/>
                </a:solidFill>
              </a:rPr>
              <a:t>2.</a:t>
            </a:r>
            <a:r>
              <a:rPr lang="zh-CN" altLang="en-US" sz="3600" b="1" strike="noStrike" noProof="1">
                <a:solidFill>
                  <a:srgbClr val="800000"/>
                </a:solidFill>
              </a:rPr>
              <a:t>最佳适应算法</a:t>
            </a:r>
            <a:endParaRPr lang="zh-CN" altLang="en-US" sz="3600" b="1" strike="noStrike" noProof="1">
              <a:solidFill>
                <a:srgbClr val="800000"/>
              </a:solidFill>
            </a:endParaRPr>
          </a:p>
          <a:p>
            <a:pPr fontAlgn="base">
              <a:buNone/>
            </a:pPr>
            <a:r>
              <a:rPr lang="zh-CN" altLang="en-US" sz="2800" b="1" strike="noStrike" noProof="1"/>
              <a:t>	</a:t>
            </a:r>
            <a:r>
              <a:rPr lang="zh-CN" altLang="en-US" sz="2800" strike="noStrike" noProof="1">
                <a:solidFill>
                  <a:schemeClr val="tx1"/>
                </a:solidFill>
                <a:effectLst/>
              </a:rPr>
              <a:t>最佳适应算法是将输入的作业放置到主存中与它所需大小最接近的空闲区中。</a:t>
            </a:r>
            <a:endParaRPr lang="zh-CN" altLang="en-US" sz="2800" strike="noStrike" noProof="1">
              <a:solidFill>
                <a:schemeClr val="tx1"/>
              </a:solidFill>
              <a:effectLst/>
            </a:endParaRPr>
          </a:p>
        </p:txBody>
      </p:sp>
      <p:grpSp>
        <p:nvGrpSpPr>
          <p:cNvPr id="68611" name="组合 68610"/>
          <p:cNvGrpSpPr/>
          <p:nvPr/>
        </p:nvGrpSpPr>
        <p:grpSpPr>
          <a:xfrm>
            <a:off x="2286000" y="2362200"/>
            <a:ext cx="4389438" cy="3865563"/>
            <a:chOff x="0" y="0"/>
            <a:chExt cx="2256" cy="2330"/>
          </a:xfrm>
        </p:grpSpPr>
        <p:grpSp>
          <p:nvGrpSpPr>
            <p:cNvPr id="60419" name="组合 68611"/>
            <p:cNvGrpSpPr/>
            <p:nvPr/>
          </p:nvGrpSpPr>
          <p:grpSpPr>
            <a:xfrm>
              <a:off x="0" y="396"/>
              <a:ext cx="1248" cy="948"/>
              <a:chOff x="0" y="0"/>
              <a:chExt cx="1252" cy="948"/>
            </a:xfrm>
          </p:grpSpPr>
          <p:sp>
            <p:nvSpPr>
              <p:cNvPr id="60420" name="文本框 68612"/>
              <p:cNvSpPr txBox="1"/>
              <p:nvPr/>
            </p:nvSpPr>
            <p:spPr>
              <a:xfrm>
                <a:off x="0" y="0"/>
                <a:ext cx="580" cy="948"/>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ctr"/>
                <a:r>
                  <a:rPr lang="zh-CN" altLang="en-US" sz="1800">
                    <a:latin typeface="Times New Roman" panose="02020603050405020304" charset="0"/>
                    <a:ea typeface="宋体" panose="02010600030101010101" pitchFamily="2" charset="-122"/>
                  </a:rPr>
                  <a:t>作</a:t>
                </a:r>
                <a:endParaRPr lang="zh-CN" altLang="en-US" sz="1800">
                  <a:latin typeface="Times New Roman" panose="02020603050405020304" charset="0"/>
                  <a:ea typeface="宋体" panose="02010600030101010101" pitchFamily="2" charset="-122"/>
                </a:endParaRPr>
              </a:p>
              <a:p>
                <a:pPr lvl="0" algn="ctr"/>
                <a:r>
                  <a:rPr lang="zh-CN" altLang="en-US" sz="1800">
                    <a:latin typeface="Times New Roman" panose="02020603050405020304" charset="0"/>
                    <a:ea typeface="宋体" panose="02010600030101010101" pitchFamily="2" charset="-122"/>
                  </a:rPr>
                  <a:t>业</a:t>
                </a:r>
                <a:endParaRPr lang="zh-CN" altLang="en-US" sz="1800">
                  <a:latin typeface="Times New Roman" panose="02020603050405020304" charset="0"/>
                  <a:ea typeface="宋体" panose="02010600030101010101" pitchFamily="2" charset="-122"/>
                </a:endParaRPr>
              </a:p>
              <a:p>
                <a:pPr lvl="0" algn="ctr"/>
                <a:r>
                  <a:rPr lang="en-US" altLang="zh-CN" sz="1800">
                    <a:latin typeface="Times New Roman" panose="02020603050405020304" charset="0"/>
                    <a:ea typeface="宋体" panose="02010600030101010101" pitchFamily="2" charset="-122"/>
                  </a:rPr>
                  <a:t>A</a:t>
                </a:r>
                <a:endParaRPr lang="en-US" altLang="zh-CN" sz="1800">
                  <a:latin typeface="Times New Roman" panose="02020603050405020304" charset="0"/>
                  <a:ea typeface="宋体" panose="02010600030101010101" pitchFamily="2" charset="-122"/>
                </a:endParaRPr>
              </a:p>
              <a:p>
                <a:pPr lvl="0" algn="ctr"/>
                <a:r>
                  <a:rPr lang="en-US" altLang="zh-CN" sz="1800">
                    <a:latin typeface="Times New Roman" panose="02020603050405020304" charset="0"/>
                    <a:ea typeface="宋体" panose="02010600030101010101" pitchFamily="2" charset="-122"/>
                  </a:rPr>
                  <a:t>18KB</a:t>
                </a:r>
                <a:endParaRPr lang="en-US" altLang="zh-CN" sz="1800">
                  <a:latin typeface="Times New Roman" panose="02020603050405020304" charset="0"/>
                  <a:ea typeface="宋体" panose="02010600030101010101" pitchFamily="2" charset="-122"/>
                </a:endParaRPr>
              </a:p>
            </p:txBody>
          </p:sp>
          <p:sp>
            <p:nvSpPr>
              <p:cNvPr id="60421" name="直接连接符 68613"/>
              <p:cNvSpPr/>
              <p:nvPr/>
            </p:nvSpPr>
            <p:spPr>
              <a:xfrm>
                <a:off x="580" y="384"/>
                <a:ext cx="672" cy="240"/>
              </a:xfrm>
              <a:prstGeom prst="line">
                <a:avLst/>
              </a:prstGeom>
              <a:ln w="38100" cap="flat" cmpd="sng">
                <a:solidFill>
                  <a:srgbClr val="000000"/>
                </a:solidFill>
                <a:prstDash val="solid"/>
                <a:round/>
                <a:headEnd type="none" w="med" len="med"/>
                <a:tailEnd type="triangle" w="med" len="med"/>
              </a:ln>
            </p:spPr>
            <p:txBody>
              <a:bodyPr anchor="t"/>
              <a:p>
                <a:pPr lvl="0"/>
                <a:endParaRPr lang="zh-CN" altLang="en-US">
                  <a:latin typeface="Times New Roman" panose="02020603050405020304" charset="0"/>
                  <a:ea typeface="宋体" panose="02010600030101010101" pitchFamily="2" charset="-122"/>
                </a:endParaRPr>
              </a:p>
            </p:txBody>
          </p:sp>
        </p:grpSp>
        <p:grpSp>
          <p:nvGrpSpPr>
            <p:cNvPr id="60422" name="组合 68614"/>
            <p:cNvGrpSpPr/>
            <p:nvPr/>
          </p:nvGrpSpPr>
          <p:grpSpPr>
            <a:xfrm>
              <a:off x="576" y="0"/>
              <a:ext cx="1680" cy="2330"/>
              <a:chOff x="0" y="0"/>
              <a:chExt cx="1680" cy="2330"/>
            </a:xfrm>
          </p:grpSpPr>
          <p:sp>
            <p:nvSpPr>
              <p:cNvPr id="60423" name="矩形 68615"/>
              <p:cNvSpPr/>
              <p:nvPr/>
            </p:nvSpPr>
            <p:spPr>
              <a:xfrm>
                <a:off x="672" y="816"/>
                <a:ext cx="1003" cy="288"/>
              </a:xfrm>
              <a:prstGeom prst="rect">
                <a:avLst/>
              </a:prstGeom>
              <a:solidFill>
                <a:srgbClr val="FFCCCC"/>
              </a:solid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60424" name="文本框 68616"/>
              <p:cNvSpPr txBox="1"/>
              <p:nvPr/>
            </p:nvSpPr>
            <p:spPr>
              <a:xfrm>
                <a:off x="672" y="96"/>
                <a:ext cx="1003" cy="2160"/>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just"/>
                <a:r>
                  <a:rPr lang="en-US" altLang="zh-CN" sz="1000">
                    <a:latin typeface="Times New Roman" panose="02020603050405020304" charset="0"/>
                    <a:ea typeface="宋体" panose="02010600030101010101" pitchFamily="2" charset="-122"/>
                  </a:rPr>
                  <a:t>      </a:t>
                </a:r>
                <a:r>
                  <a:rPr lang="en-US" altLang="zh-CN" sz="2800">
                    <a:latin typeface="Times New Roman" panose="02020603050405020304" charset="0"/>
                    <a:ea typeface="宋体" panose="02010600030101010101" pitchFamily="2" charset="-122"/>
                  </a:rPr>
                  <a:t> os</a:t>
                </a:r>
                <a:endParaRPr lang="en-US" altLang="zh-CN">
                  <a:latin typeface="Times New Roman" panose="02020603050405020304" charset="0"/>
                  <a:ea typeface="宋体" panose="02010600030101010101" pitchFamily="2" charset="-122"/>
                </a:endParaRPr>
              </a:p>
              <a:p>
                <a:pPr lvl="0" algn="just"/>
                <a:endParaRPr lang="en-US" altLang="zh-CN">
                  <a:latin typeface="Times New Roman" panose="02020603050405020304" charset="0"/>
                  <a:ea typeface="宋体" panose="02010600030101010101" pitchFamily="2" charset="-122"/>
                </a:endParaRPr>
              </a:p>
            </p:txBody>
          </p:sp>
          <p:sp>
            <p:nvSpPr>
              <p:cNvPr id="60425" name="直接连接符 68617"/>
              <p:cNvSpPr/>
              <p:nvPr/>
            </p:nvSpPr>
            <p:spPr>
              <a:xfrm>
                <a:off x="677" y="359"/>
                <a:ext cx="1003"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60426" name="文本框 68618"/>
              <p:cNvSpPr txBox="1"/>
              <p:nvPr/>
            </p:nvSpPr>
            <p:spPr>
              <a:xfrm>
                <a:off x="795" y="1571"/>
                <a:ext cx="767" cy="240"/>
              </a:xfrm>
              <a:prstGeom prst="rect">
                <a:avLst/>
              </a:prstGeom>
              <a:noFill/>
              <a:ln w="9525">
                <a:noFill/>
                <a:miter/>
              </a:ln>
            </p:spPr>
            <p:txBody>
              <a:bodyPr anchor="t">
                <a:spAutoFit/>
              </a:bodyPr>
              <a:p>
                <a:pPr lvl="0">
                  <a:spcBef>
                    <a:spcPct val="50000"/>
                  </a:spcBef>
                </a:pPr>
                <a:r>
                  <a:rPr lang="zh-CN" altLang="en-US" sz="2000">
                    <a:latin typeface="Times New Roman" panose="02020603050405020304" charset="0"/>
                    <a:ea typeface="宋体" panose="02010600030101010101" pitchFamily="2" charset="-122"/>
                  </a:rPr>
                  <a:t>在使用</a:t>
                </a:r>
                <a:endParaRPr lang="zh-CN" altLang="en-US">
                  <a:latin typeface="Times New Roman" panose="02020603050405020304" charset="0"/>
                  <a:ea typeface="宋体" panose="02010600030101010101" pitchFamily="2" charset="-122"/>
                </a:endParaRPr>
              </a:p>
            </p:txBody>
          </p:sp>
          <p:sp>
            <p:nvSpPr>
              <p:cNvPr id="60427" name="直接连接符 68619"/>
              <p:cNvSpPr/>
              <p:nvPr/>
            </p:nvSpPr>
            <p:spPr>
              <a:xfrm>
                <a:off x="677" y="570"/>
                <a:ext cx="1003"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60428" name="直接连接符 68620"/>
              <p:cNvSpPr/>
              <p:nvPr/>
            </p:nvSpPr>
            <p:spPr>
              <a:xfrm>
                <a:off x="677" y="1097"/>
                <a:ext cx="1003"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60429" name="文本框 68621"/>
              <p:cNvSpPr txBox="1"/>
              <p:nvPr/>
            </p:nvSpPr>
            <p:spPr>
              <a:xfrm>
                <a:off x="795" y="570"/>
                <a:ext cx="767" cy="240"/>
              </a:xfrm>
              <a:prstGeom prst="rect">
                <a:avLst/>
              </a:prstGeom>
              <a:noFill/>
              <a:ln w="9525">
                <a:noFill/>
                <a:miter/>
              </a:ln>
            </p:spPr>
            <p:txBody>
              <a:bodyPr anchor="t">
                <a:spAutoFit/>
              </a:bodyPr>
              <a:p>
                <a:pPr lvl="0">
                  <a:spcBef>
                    <a:spcPct val="50000"/>
                  </a:spcBef>
                </a:pPr>
                <a:r>
                  <a:rPr lang="zh-CN" altLang="en-US" sz="2000">
                    <a:latin typeface="Times New Roman" panose="02020603050405020304" charset="0"/>
                    <a:ea typeface="宋体" panose="02010600030101010101" pitchFamily="2" charset="-122"/>
                  </a:rPr>
                  <a:t>在使用</a:t>
                </a:r>
                <a:endParaRPr lang="zh-CN" altLang="en-US">
                  <a:latin typeface="Times New Roman" panose="02020603050405020304" charset="0"/>
                  <a:ea typeface="宋体" panose="02010600030101010101" pitchFamily="2" charset="-122"/>
                </a:endParaRPr>
              </a:p>
            </p:txBody>
          </p:sp>
          <p:sp>
            <p:nvSpPr>
              <p:cNvPr id="60430" name="直接连接符 68622"/>
              <p:cNvSpPr/>
              <p:nvPr/>
            </p:nvSpPr>
            <p:spPr>
              <a:xfrm>
                <a:off x="677" y="1360"/>
                <a:ext cx="1003"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60431" name="文本框 68623"/>
              <p:cNvSpPr txBox="1"/>
              <p:nvPr/>
            </p:nvSpPr>
            <p:spPr>
              <a:xfrm>
                <a:off x="795" y="1107"/>
                <a:ext cx="767" cy="240"/>
              </a:xfrm>
              <a:prstGeom prst="rect">
                <a:avLst/>
              </a:prstGeom>
              <a:noFill/>
              <a:ln w="9525">
                <a:noFill/>
                <a:miter/>
              </a:ln>
            </p:spPr>
            <p:txBody>
              <a:bodyPr anchor="t">
                <a:spAutoFit/>
              </a:bodyPr>
              <a:p>
                <a:pPr lvl="0">
                  <a:spcBef>
                    <a:spcPct val="50000"/>
                  </a:spcBef>
                </a:pPr>
                <a:r>
                  <a:rPr lang="zh-CN" altLang="en-US" sz="2000">
                    <a:latin typeface="Times New Roman" panose="02020603050405020304" charset="0"/>
                    <a:ea typeface="宋体" panose="02010600030101010101" pitchFamily="2" charset="-122"/>
                  </a:rPr>
                  <a:t>在使用</a:t>
                </a:r>
                <a:endParaRPr lang="zh-CN" altLang="en-US">
                  <a:latin typeface="Times New Roman" panose="02020603050405020304" charset="0"/>
                  <a:ea typeface="宋体" panose="02010600030101010101" pitchFamily="2" charset="-122"/>
                </a:endParaRPr>
              </a:p>
            </p:txBody>
          </p:sp>
          <p:sp>
            <p:nvSpPr>
              <p:cNvPr id="60432" name="直接连接符 68624"/>
              <p:cNvSpPr/>
              <p:nvPr/>
            </p:nvSpPr>
            <p:spPr>
              <a:xfrm>
                <a:off x="677" y="1571"/>
                <a:ext cx="1003"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60433" name="直接连接符 68625"/>
              <p:cNvSpPr/>
              <p:nvPr/>
            </p:nvSpPr>
            <p:spPr>
              <a:xfrm>
                <a:off x="677" y="1835"/>
                <a:ext cx="1003"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60434" name="矩形 68626"/>
              <p:cNvSpPr/>
              <p:nvPr/>
            </p:nvSpPr>
            <p:spPr>
              <a:xfrm>
                <a:off x="677" y="359"/>
                <a:ext cx="997" cy="211"/>
              </a:xfrm>
              <a:prstGeom prst="rect">
                <a:avLst/>
              </a:prstGeom>
              <a:solidFill>
                <a:srgbClr val="FFCCCC"/>
              </a:solid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60435" name="文本框 68627"/>
              <p:cNvSpPr txBox="1"/>
              <p:nvPr/>
            </p:nvSpPr>
            <p:spPr>
              <a:xfrm>
                <a:off x="854" y="359"/>
                <a:ext cx="590" cy="244"/>
              </a:xfrm>
              <a:prstGeom prst="rect">
                <a:avLst/>
              </a:prstGeom>
              <a:noFill/>
              <a:ln w="9525">
                <a:noFill/>
                <a:miter/>
              </a:ln>
            </p:spPr>
            <p:txBody>
              <a:bodyPr anchor="t"/>
              <a:p>
                <a:pPr lvl="0" algn="just"/>
                <a:r>
                  <a:rPr lang="en-US" altLang="zh-CN" sz="1800">
                    <a:latin typeface="Times New Roman" panose="02020603050405020304" charset="0"/>
                    <a:ea typeface="宋体" panose="02010600030101010101" pitchFamily="2" charset="-122"/>
                  </a:rPr>
                  <a:t>30KB</a:t>
                </a:r>
                <a:endParaRPr lang="en-US" altLang="zh-CN" sz="1800">
                  <a:latin typeface="Times New Roman" panose="02020603050405020304" charset="0"/>
                  <a:ea typeface="宋体" panose="02010600030101010101" pitchFamily="2" charset="-122"/>
                </a:endParaRPr>
              </a:p>
            </p:txBody>
          </p:sp>
          <p:sp>
            <p:nvSpPr>
              <p:cNvPr id="60436" name="矩形 68628"/>
              <p:cNvSpPr/>
              <p:nvPr/>
            </p:nvSpPr>
            <p:spPr>
              <a:xfrm>
                <a:off x="677" y="1360"/>
                <a:ext cx="997" cy="211"/>
              </a:xfrm>
              <a:prstGeom prst="rect">
                <a:avLst/>
              </a:prstGeom>
              <a:solidFill>
                <a:srgbClr val="FFCCCC"/>
              </a:solid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60437" name="文本框 68629"/>
              <p:cNvSpPr txBox="1"/>
              <p:nvPr/>
            </p:nvSpPr>
            <p:spPr>
              <a:xfrm>
                <a:off x="913" y="1360"/>
                <a:ext cx="590" cy="244"/>
              </a:xfrm>
              <a:prstGeom prst="rect">
                <a:avLst/>
              </a:prstGeom>
              <a:noFill/>
              <a:ln w="9525">
                <a:noFill/>
                <a:miter/>
              </a:ln>
            </p:spPr>
            <p:txBody>
              <a:bodyPr anchor="t"/>
              <a:p>
                <a:pPr lvl="0" algn="just"/>
                <a:r>
                  <a:rPr lang="en-US" altLang="zh-CN" sz="1800">
                    <a:latin typeface="Times New Roman" panose="02020603050405020304" charset="0"/>
                    <a:ea typeface="宋体" panose="02010600030101010101" pitchFamily="2" charset="-122"/>
                  </a:rPr>
                  <a:t>5KB</a:t>
                </a:r>
                <a:endParaRPr lang="en-US" altLang="zh-CN" sz="1000">
                  <a:latin typeface="Times New Roman" panose="02020603050405020304" charset="0"/>
                  <a:ea typeface="宋体" panose="02010600030101010101" pitchFamily="2" charset="-122"/>
                </a:endParaRPr>
              </a:p>
            </p:txBody>
          </p:sp>
          <p:sp>
            <p:nvSpPr>
              <p:cNvPr id="60438" name="矩形 68630"/>
              <p:cNvSpPr/>
              <p:nvPr/>
            </p:nvSpPr>
            <p:spPr>
              <a:xfrm>
                <a:off x="677" y="1835"/>
                <a:ext cx="997" cy="421"/>
              </a:xfrm>
              <a:prstGeom prst="rect">
                <a:avLst/>
              </a:prstGeom>
              <a:solidFill>
                <a:srgbClr val="FFCCCC"/>
              </a:solid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60439" name="文本框 68631"/>
              <p:cNvSpPr txBox="1"/>
              <p:nvPr/>
            </p:nvSpPr>
            <p:spPr>
              <a:xfrm>
                <a:off x="913" y="1940"/>
                <a:ext cx="590" cy="244"/>
              </a:xfrm>
              <a:prstGeom prst="rect">
                <a:avLst/>
              </a:prstGeom>
              <a:noFill/>
              <a:ln w="9525">
                <a:noFill/>
                <a:miter/>
              </a:ln>
            </p:spPr>
            <p:txBody>
              <a:bodyPr anchor="t"/>
              <a:p>
                <a:pPr lvl="0" algn="just"/>
                <a:r>
                  <a:rPr lang="en-US" altLang="zh-CN" sz="1800">
                    <a:latin typeface="Times New Roman" panose="02020603050405020304" charset="0"/>
                    <a:ea typeface="宋体" panose="02010600030101010101" pitchFamily="2" charset="-122"/>
                  </a:rPr>
                  <a:t>46KB</a:t>
                </a:r>
                <a:endParaRPr lang="en-US" altLang="zh-CN" sz="1800">
                  <a:latin typeface="Times New Roman" panose="02020603050405020304" charset="0"/>
                  <a:ea typeface="宋体" panose="02010600030101010101" pitchFamily="2" charset="-122"/>
                </a:endParaRPr>
              </a:p>
            </p:txBody>
          </p:sp>
          <p:sp>
            <p:nvSpPr>
              <p:cNvPr id="60440" name="直接连接符 68632"/>
              <p:cNvSpPr/>
              <p:nvPr/>
            </p:nvSpPr>
            <p:spPr>
              <a:xfrm>
                <a:off x="672" y="816"/>
                <a:ext cx="1003"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60441" name="文本框 68633"/>
              <p:cNvSpPr txBox="1"/>
              <p:nvPr/>
            </p:nvSpPr>
            <p:spPr>
              <a:xfrm>
                <a:off x="241" y="0"/>
                <a:ext cx="527" cy="239"/>
              </a:xfrm>
              <a:prstGeom prst="rect">
                <a:avLst/>
              </a:prstGeom>
              <a:noFill/>
              <a:ln w="9525">
                <a:noFill/>
                <a:miter/>
              </a:ln>
            </p:spPr>
            <p:txBody>
              <a:bodyPr anchor="t">
                <a:spAutoFit/>
              </a:bodyPr>
              <a:p>
                <a:pPr lvl="0">
                  <a:spcBef>
                    <a:spcPct val="50000"/>
                  </a:spcBef>
                </a:pPr>
                <a:r>
                  <a:rPr lang="en-US" altLang="zh-CN" sz="2000">
                    <a:latin typeface="Times New Roman" panose="02020603050405020304" charset="0"/>
                    <a:ea typeface="宋体" panose="02010600030101010101" pitchFamily="2" charset="-122"/>
                  </a:rPr>
                  <a:t>0KB</a:t>
                </a:r>
                <a:endParaRPr lang="en-US" altLang="zh-CN" sz="2800">
                  <a:latin typeface="Times New Roman" panose="02020603050405020304" charset="0"/>
                  <a:ea typeface="宋体" panose="02010600030101010101" pitchFamily="2" charset="-122"/>
                </a:endParaRPr>
              </a:p>
            </p:txBody>
          </p:sp>
          <p:sp>
            <p:nvSpPr>
              <p:cNvPr id="60442" name="文本框 68634"/>
              <p:cNvSpPr txBox="1"/>
              <p:nvPr/>
            </p:nvSpPr>
            <p:spPr>
              <a:xfrm>
                <a:off x="192" y="240"/>
                <a:ext cx="528" cy="239"/>
              </a:xfrm>
              <a:prstGeom prst="rect">
                <a:avLst/>
              </a:prstGeom>
              <a:noFill/>
              <a:ln w="9525">
                <a:noFill/>
                <a:miter/>
              </a:ln>
            </p:spPr>
            <p:txBody>
              <a:bodyPr anchor="t">
                <a:spAutoFit/>
              </a:bodyPr>
              <a:p>
                <a:pPr lvl="0">
                  <a:spcBef>
                    <a:spcPct val="50000"/>
                  </a:spcBef>
                </a:pPr>
                <a:r>
                  <a:rPr lang="en-US" altLang="zh-CN" sz="2000">
                    <a:latin typeface="Times New Roman" panose="02020603050405020304" charset="0"/>
                    <a:ea typeface="宋体" panose="02010600030101010101" pitchFamily="2" charset="-122"/>
                  </a:rPr>
                  <a:t>20KB</a:t>
                </a:r>
                <a:endParaRPr lang="en-US" altLang="zh-CN" sz="2800">
                  <a:latin typeface="Times New Roman" panose="02020603050405020304" charset="0"/>
                  <a:ea typeface="宋体" panose="02010600030101010101" pitchFamily="2" charset="-122"/>
                </a:endParaRPr>
              </a:p>
            </p:txBody>
          </p:sp>
          <p:sp>
            <p:nvSpPr>
              <p:cNvPr id="60443" name="文本框 68635"/>
              <p:cNvSpPr txBox="1"/>
              <p:nvPr/>
            </p:nvSpPr>
            <p:spPr>
              <a:xfrm>
                <a:off x="144" y="672"/>
                <a:ext cx="672" cy="239"/>
              </a:xfrm>
              <a:prstGeom prst="rect">
                <a:avLst/>
              </a:prstGeom>
              <a:noFill/>
              <a:ln w="9525">
                <a:noFill/>
                <a:miter/>
              </a:ln>
            </p:spPr>
            <p:txBody>
              <a:bodyPr anchor="t">
                <a:spAutoFit/>
              </a:bodyPr>
              <a:p>
                <a:pPr lvl="0">
                  <a:spcBef>
                    <a:spcPct val="50000"/>
                  </a:spcBef>
                </a:pPr>
                <a:r>
                  <a:rPr lang="en-US" altLang="zh-CN" sz="2000">
                    <a:latin typeface="Times New Roman" panose="02020603050405020304" charset="0"/>
                    <a:ea typeface="宋体" panose="02010600030101010101" pitchFamily="2" charset="-122"/>
                  </a:rPr>
                  <a:t>100KB</a:t>
                </a:r>
                <a:endParaRPr lang="en-US" altLang="zh-CN" sz="2800">
                  <a:latin typeface="Times New Roman" panose="02020603050405020304" charset="0"/>
                  <a:ea typeface="宋体" panose="02010600030101010101" pitchFamily="2" charset="-122"/>
                </a:endParaRPr>
              </a:p>
            </p:txBody>
          </p:sp>
          <p:sp>
            <p:nvSpPr>
              <p:cNvPr id="60444" name="矩形 68636"/>
              <p:cNvSpPr/>
              <p:nvPr/>
            </p:nvSpPr>
            <p:spPr>
              <a:xfrm>
                <a:off x="672" y="816"/>
                <a:ext cx="1003" cy="288"/>
              </a:xfrm>
              <a:prstGeom prst="rect">
                <a:avLst/>
              </a:prstGeom>
              <a:solidFill>
                <a:srgbClr val="FFCCCC"/>
              </a:solid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60445" name="文本框 68637"/>
              <p:cNvSpPr txBox="1"/>
              <p:nvPr/>
            </p:nvSpPr>
            <p:spPr>
              <a:xfrm>
                <a:off x="864" y="860"/>
                <a:ext cx="590" cy="244"/>
              </a:xfrm>
              <a:prstGeom prst="rect">
                <a:avLst/>
              </a:prstGeom>
              <a:noFill/>
              <a:ln w="9525">
                <a:noFill/>
                <a:miter/>
              </a:ln>
            </p:spPr>
            <p:txBody>
              <a:bodyPr anchor="t"/>
              <a:p>
                <a:pPr lvl="0" algn="just"/>
                <a:r>
                  <a:rPr lang="en-US" altLang="zh-CN" sz="1800">
                    <a:latin typeface="Times New Roman" panose="02020603050405020304" charset="0"/>
                    <a:ea typeface="宋体" panose="02010600030101010101" pitchFamily="2" charset="-122"/>
                  </a:rPr>
                  <a:t>20KB</a:t>
                </a:r>
                <a:endParaRPr lang="en-US" altLang="zh-CN" sz="1000">
                  <a:latin typeface="Times New Roman" panose="02020603050405020304" charset="0"/>
                  <a:ea typeface="宋体" panose="02010600030101010101" pitchFamily="2" charset="-122"/>
                </a:endParaRPr>
              </a:p>
            </p:txBody>
          </p:sp>
          <p:sp>
            <p:nvSpPr>
              <p:cNvPr id="60446" name="文本框 68638"/>
              <p:cNvSpPr txBox="1"/>
              <p:nvPr/>
            </p:nvSpPr>
            <p:spPr>
              <a:xfrm>
                <a:off x="144" y="1257"/>
                <a:ext cx="672" cy="239"/>
              </a:xfrm>
              <a:prstGeom prst="rect">
                <a:avLst/>
              </a:prstGeom>
              <a:noFill/>
              <a:ln w="9525">
                <a:noFill/>
                <a:miter/>
              </a:ln>
            </p:spPr>
            <p:txBody>
              <a:bodyPr anchor="t">
                <a:spAutoFit/>
              </a:bodyPr>
              <a:p>
                <a:pPr lvl="0">
                  <a:spcBef>
                    <a:spcPct val="50000"/>
                  </a:spcBef>
                </a:pPr>
                <a:r>
                  <a:rPr lang="en-US" altLang="zh-CN" sz="2000">
                    <a:latin typeface="Times New Roman" panose="02020603050405020304" charset="0"/>
                    <a:ea typeface="宋体" panose="02010600030101010101" pitchFamily="2" charset="-122"/>
                  </a:rPr>
                  <a:t>160KB</a:t>
                </a:r>
                <a:endParaRPr lang="en-US" altLang="zh-CN" sz="2800">
                  <a:latin typeface="Times New Roman" panose="02020603050405020304" charset="0"/>
                  <a:ea typeface="宋体" panose="02010600030101010101" pitchFamily="2" charset="-122"/>
                </a:endParaRPr>
              </a:p>
            </p:txBody>
          </p:sp>
          <p:sp>
            <p:nvSpPr>
              <p:cNvPr id="60447" name="文本框 68639"/>
              <p:cNvSpPr txBox="1"/>
              <p:nvPr/>
            </p:nvSpPr>
            <p:spPr>
              <a:xfrm>
                <a:off x="144" y="1728"/>
                <a:ext cx="672" cy="239"/>
              </a:xfrm>
              <a:prstGeom prst="rect">
                <a:avLst/>
              </a:prstGeom>
              <a:noFill/>
              <a:ln w="9525">
                <a:noFill/>
                <a:miter/>
              </a:ln>
            </p:spPr>
            <p:txBody>
              <a:bodyPr anchor="t">
                <a:spAutoFit/>
              </a:bodyPr>
              <a:p>
                <a:pPr lvl="0">
                  <a:spcBef>
                    <a:spcPct val="50000"/>
                  </a:spcBef>
                </a:pPr>
                <a:r>
                  <a:rPr lang="en-US" altLang="zh-CN" sz="2000">
                    <a:latin typeface="Times New Roman" panose="02020603050405020304" charset="0"/>
                    <a:ea typeface="宋体" panose="02010600030101010101" pitchFamily="2" charset="-122"/>
                  </a:rPr>
                  <a:t>210KB</a:t>
                </a:r>
                <a:endParaRPr lang="en-US" altLang="zh-CN" sz="2800">
                  <a:latin typeface="Times New Roman" panose="02020603050405020304" charset="0"/>
                  <a:ea typeface="宋体" panose="02010600030101010101" pitchFamily="2" charset="-122"/>
                </a:endParaRPr>
              </a:p>
            </p:txBody>
          </p:sp>
          <p:sp>
            <p:nvSpPr>
              <p:cNvPr id="60448" name="文本框 68640"/>
              <p:cNvSpPr txBox="1"/>
              <p:nvPr/>
            </p:nvSpPr>
            <p:spPr>
              <a:xfrm>
                <a:off x="0" y="2016"/>
                <a:ext cx="864" cy="314"/>
              </a:xfrm>
              <a:prstGeom prst="rect">
                <a:avLst/>
              </a:prstGeom>
              <a:noFill/>
              <a:ln w="9525">
                <a:noFill/>
                <a:miter/>
              </a:ln>
            </p:spPr>
            <p:txBody>
              <a:bodyPr anchor="t">
                <a:spAutoFit/>
              </a:bodyPr>
              <a:p>
                <a:pPr lvl="0">
                  <a:spcBef>
                    <a:spcPct val="50000"/>
                  </a:spcBef>
                </a:pPr>
                <a:r>
                  <a:rPr lang="en-US" altLang="zh-CN" sz="2000">
                    <a:latin typeface="Times New Roman" panose="02020603050405020304" charset="0"/>
                    <a:ea typeface="宋体" panose="02010600030101010101" pitchFamily="2" charset="-122"/>
                  </a:rPr>
                  <a:t>256KB</a:t>
                </a:r>
                <a:r>
                  <a:rPr lang="en-US" altLang="zh-CN" sz="2800">
                    <a:latin typeface="宋体" panose="02010600030101010101" pitchFamily="2" charset="-122"/>
                    <a:ea typeface="宋体" panose="02010600030101010101" pitchFamily="2" charset="-122"/>
                  </a:rPr>
                  <a:t>-</a:t>
                </a:r>
                <a:r>
                  <a:rPr lang="en-US" altLang="zh-CN" sz="2000">
                    <a:latin typeface="Times New Roman" panose="02020603050405020304" charset="0"/>
                    <a:ea typeface="宋体" panose="02010600030101010101" pitchFamily="2" charset="-122"/>
                  </a:rPr>
                  <a:t>1</a:t>
                </a:r>
                <a:endParaRPr lang="en-US" altLang="zh-CN" sz="2000">
                  <a:latin typeface="Times New Roman" panose="02020603050405020304" charset="0"/>
                  <a:ea typeface="宋体" panose="02010600030101010101" pitchFamily="2" charset="-122"/>
                </a:endParaRPr>
              </a:p>
            </p:txBody>
          </p:sp>
        </p:gr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8610"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标题 69633"/>
          <p:cNvSpPr>
            <a:spLocks noGrp="1"/>
          </p:cNvSpPr>
          <p:nvPr>
            <p:ph type="title"/>
          </p:nvPr>
        </p:nvSpPr>
        <p:spPr>
          <a:xfrm>
            <a:off x="363538" y="650875"/>
            <a:ext cx="8393113" cy="695325"/>
          </a:xfrm>
        </p:spPr>
        <p:txBody>
          <a:bodyPr anchor="b">
            <a:spAutoFit/>
          </a:bodyPr>
          <a:p>
            <a:pPr fontAlgn="base"/>
            <a:r>
              <a:rPr lang="zh-CN" altLang="en-US" sz="4000" strike="noStrike" noProof="1">
                <a:solidFill>
                  <a:srgbClr val="800000"/>
                </a:solidFill>
              </a:rPr>
              <a:t>最佳适应算法的特点</a:t>
            </a:r>
            <a:endParaRPr lang="zh-CN" altLang="en-US" sz="4000" strike="noStrike" noProof="1">
              <a:solidFill>
                <a:srgbClr val="800000"/>
              </a:solidFill>
            </a:endParaRPr>
          </a:p>
        </p:txBody>
      </p:sp>
      <p:sp>
        <p:nvSpPr>
          <p:cNvPr id="61442" name="文本占位符 69634"/>
          <p:cNvSpPr>
            <a:spLocks noGrp="1"/>
          </p:cNvSpPr>
          <p:nvPr>
            <p:ph idx="1"/>
          </p:nvPr>
        </p:nvSpPr>
        <p:spPr>
          <a:xfrm>
            <a:off x="381000" y="1803400"/>
            <a:ext cx="8388350" cy="3060700"/>
          </a:xfrm>
        </p:spPr>
        <p:txBody>
          <a:bodyPr anchor="t">
            <a:spAutoFit/>
          </a:bodyPr>
          <a:p>
            <a:pPr fontAlgn="base"/>
            <a:r>
              <a:rPr lang="zh-CN" altLang="en-US" strike="noStrike" noProof="1">
                <a:solidFill>
                  <a:schemeClr val="tx1"/>
                </a:solidFill>
                <a:effectLst/>
              </a:rPr>
              <a:t>自由主存队列结构 </a:t>
            </a:r>
            <a:r>
              <a:rPr lang="en-US" altLang="zh-CN" strike="noStrike" noProof="1">
                <a:solidFill>
                  <a:schemeClr val="tx1"/>
                </a:solidFill>
                <a:effectLst/>
              </a:rPr>
              <a:t>——</a:t>
            </a:r>
            <a:r>
              <a:rPr lang="zh-CN" altLang="en-US" strike="noStrike" noProof="1">
                <a:solidFill>
                  <a:schemeClr val="tx1"/>
                </a:solidFill>
                <a:effectLst/>
              </a:rPr>
              <a:t>空闲区大小由小到大排序。</a:t>
            </a:r>
            <a:endParaRPr lang="zh-CN" altLang="en-US" strike="noStrike" noProof="1">
              <a:solidFill>
                <a:schemeClr val="tx1"/>
              </a:solidFill>
              <a:effectLst/>
            </a:endParaRPr>
          </a:p>
          <a:p>
            <a:pPr fontAlgn="base"/>
            <a:r>
              <a:rPr lang="zh-CN" altLang="en-US" strike="noStrike" noProof="1">
                <a:solidFill>
                  <a:schemeClr val="tx1"/>
                </a:solidFill>
                <a:effectLst/>
              </a:rPr>
              <a:t>尽可能地利用存储器中小的空闲区，而尽量保存大的空闲区。</a:t>
            </a:r>
            <a:endParaRPr lang="zh-CN" altLang="en-US" strike="noStrike" noProof="1">
              <a:solidFill>
                <a:schemeClr val="tx1"/>
              </a:solidFill>
              <a:effectLst/>
            </a:endParaRPr>
          </a:p>
          <a:p>
            <a:pPr fontAlgn="base"/>
            <a:r>
              <a:rPr lang="zh-CN" altLang="en-US" strike="noStrike" noProof="1">
                <a:solidFill>
                  <a:schemeClr val="tx1"/>
                </a:solidFill>
                <a:effectLst/>
              </a:rPr>
              <a:t>从个别来看，碎片较小，但从整体来看，会形成较多碎片。</a:t>
            </a:r>
            <a:endParaRPr lang="zh-CN" altLang="en-US" strike="noStrike" noProof="1">
              <a:solidFill>
                <a:schemeClr val="tx1"/>
              </a:solidFill>
              <a:effectLst/>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内容占位符 70657"/>
          <p:cNvSpPr>
            <a:spLocks noGrp="1"/>
          </p:cNvSpPr>
          <p:nvPr>
            <p:ph idx="1"/>
          </p:nvPr>
        </p:nvSpPr>
        <p:spPr>
          <a:xfrm>
            <a:off x="179388" y="650875"/>
            <a:ext cx="8713788" cy="1581150"/>
          </a:xfrm>
        </p:spPr>
        <p:txBody>
          <a:bodyPr anchor="t">
            <a:spAutoFit/>
          </a:bodyPr>
          <a:p>
            <a:pPr fontAlgn="base">
              <a:buNone/>
            </a:pPr>
            <a:r>
              <a:rPr lang="en-US" altLang="zh-CN" sz="4000" b="1" strike="noStrike" noProof="1">
                <a:solidFill>
                  <a:srgbClr val="800000"/>
                </a:solidFill>
              </a:rPr>
              <a:t> </a:t>
            </a:r>
            <a:r>
              <a:rPr lang="zh-CN" altLang="en-US" sz="4000" b="1" strike="noStrike" noProof="1">
                <a:solidFill>
                  <a:srgbClr val="800000"/>
                </a:solidFill>
              </a:rPr>
              <a:t>3</a:t>
            </a:r>
            <a:r>
              <a:rPr lang="en-US" altLang="zh-CN" sz="3600" b="1" strike="noStrike" noProof="1">
                <a:solidFill>
                  <a:srgbClr val="800000"/>
                </a:solidFill>
              </a:rPr>
              <a:t>. </a:t>
            </a:r>
            <a:r>
              <a:rPr lang="zh-CN" altLang="en-US" sz="3600" b="1" strike="noStrike" noProof="1">
                <a:solidFill>
                  <a:srgbClr val="800000"/>
                </a:solidFill>
              </a:rPr>
              <a:t>最坏适应算法</a:t>
            </a:r>
            <a:endParaRPr lang="zh-CN" altLang="en-US" sz="3600" b="1" strike="noStrike" noProof="1">
              <a:solidFill>
                <a:srgbClr val="800000"/>
              </a:solidFill>
            </a:endParaRPr>
          </a:p>
          <a:p>
            <a:pPr fontAlgn="base">
              <a:buNone/>
            </a:pPr>
            <a:r>
              <a:rPr lang="zh-CN" altLang="en-US" sz="2800" strike="noStrike" noProof="1">
                <a:solidFill>
                  <a:schemeClr val="tx1"/>
                </a:solidFill>
                <a:effectLst/>
              </a:rPr>
              <a:t>	最坏适应算法是将输入的作业放置到主存中主存中最不适合它的空闲区中。</a:t>
            </a:r>
            <a:endParaRPr lang="zh-CN" altLang="en-US" sz="2800" strike="noStrike" noProof="1">
              <a:solidFill>
                <a:schemeClr val="tx1"/>
              </a:solidFill>
              <a:effectLst/>
            </a:endParaRPr>
          </a:p>
        </p:txBody>
      </p:sp>
      <p:grpSp>
        <p:nvGrpSpPr>
          <p:cNvPr id="70659" name="组合 70658"/>
          <p:cNvGrpSpPr/>
          <p:nvPr/>
        </p:nvGrpSpPr>
        <p:grpSpPr>
          <a:xfrm>
            <a:off x="1985963" y="2308225"/>
            <a:ext cx="4962525" cy="3865563"/>
            <a:chOff x="0" y="0"/>
            <a:chExt cx="2260" cy="2330"/>
          </a:xfrm>
        </p:grpSpPr>
        <p:grpSp>
          <p:nvGrpSpPr>
            <p:cNvPr id="62467" name="组合 70659"/>
            <p:cNvGrpSpPr/>
            <p:nvPr/>
          </p:nvGrpSpPr>
          <p:grpSpPr>
            <a:xfrm>
              <a:off x="0" y="384"/>
              <a:ext cx="1252" cy="1632"/>
              <a:chOff x="0" y="0"/>
              <a:chExt cx="1252" cy="1632"/>
            </a:xfrm>
          </p:grpSpPr>
          <p:sp>
            <p:nvSpPr>
              <p:cNvPr id="62468" name="文本框 70660"/>
              <p:cNvSpPr txBox="1"/>
              <p:nvPr/>
            </p:nvSpPr>
            <p:spPr>
              <a:xfrm>
                <a:off x="0" y="0"/>
                <a:ext cx="580" cy="948"/>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ctr"/>
                <a:r>
                  <a:rPr lang="zh-CN" altLang="en-US">
                    <a:latin typeface="Times New Roman" panose="02020603050405020304" charset="0"/>
                    <a:ea typeface="宋体" panose="02010600030101010101" pitchFamily="2" charset="-122"/>
                  </a:rPr>
                  <a:t>作</a:t>
                </a:r>
                <a:endParaRPr lang="zh-CN" altLang="en-US">
                  <a:latin typeface="Times New Roman" panose="02020603050405020304" charset="0"/>
                  <a:ea typeface="宋体" panose="02010600030101010101" pitchFamily="2" charset="-122"/>
                </a:endParaRPr>
              </a:p>
              <a:p>
                <a:pPr lvl="0" algn="ctr"/>
                <a:r>
                  <a:rPr lang="zh-CN" altLang="en-US">
                    <a:latin typeface="Times New Roman" panose="02020603050405020304" charset="0"/>
                    <a:ea typeface="宋体" panose="02010600030101010101" pitchFamily="2" charset="-122"/>
                  </a:rPr>
                  <a:t>业</a:t>
                </a:r>
                <a:endParaRPr lang="zh-CN" altLang="en-US">
                  <a:latin typeface="Times New Roman" panose="02020603050405020304" charset="0"/>
                  <a:ea typeface="宋体" panose="02010600030101010101" pitchFamily="2" charset="-122"/>
                </a:endParaRPr>
              </a:p>
              <a:p>
                <a:pPr lvl="0" algn="ctr"/>
                <a:r>
                  <a:rPr lang="en-US" altLang="zh-CN">
                    <a:latin typeface="Times New Roman" panose="02020603050405020304" charset="0"/>
                    <a:ea typeface="宋体" panose="02010600030101010101" pitchFamily="2" charset="-122"/>
                  </a:rPr>
                  <a:t>A</a:t>
                </a:r>
                <a:endParaRPr lang="en-US" altLang="zh-CN">
                  <a:latin typeface="Times New Roman" panose="02020603050405020304" charset="0"/>
                  <a:ea typeface="宋体" panose="02010600030101010101" pitchFamily="2" charset="-122"/>
                </a:endParaRPr>
              </a:p>
              <a:p>
                <a:pPr lvl="0" algn="ctr"/>
                <a:r>
                  <a:rPr lang="en-US" altLang="zh-CN">
                    <a:latin typeface="Times New Roman" panose="02020603050405020304" charset="0"/>
                    <a:ea typeface="宋体" panose="02010600030101010101" pitchFamily="2" charset="-122"/>
                  </a:rPr>
                  <a:t>18KB</a:t>
                </a:r>
                <a:endParaRPr lang="en-US" altLang="zh-CN">
                  <a:latin typeface="Times New Roman" panose="02020603050405020304" charset="0"/>
                  <a:ea typeface="宋体" panose="02010600030101010101" pitchFamily="2" charset="-122"/>
                </a:endParaRPr>
              </a:p>
            </p:txBody>
          </p:sp>
          <p:sp>
            <p:nvSpPr>
              <p:cNvPr id="62469" name="直接连接符 70661"/>
              <p:cNvSpPr/>
              <p:nvPr/>
            </p:nvSpPr>
            <p:spPr>
              <a:xfrm>
                <a:off x="580" y="336"/>
                <a:ext cx="672" cy="1296"/>
              </a:xfrm>
              <a:prstGeom prst="line">
                <a:avLst/>
              </a:prstGeom>
              <a:ln w="38100" cap="flat" cmpd="sng">
                <a:solidFill>
                  <a:srgbClr val="000000"/>
                </a:solidFill>
                <a:prstDash val="solid"/>
                <a:round/>
                <a:headEnd type="none" w="med" len="med"/>
                <a:tailEnd type="triangle" w="med" len="med"/>
              </a:ln>
            </p:spPr>
            <p:txBody>
              <a:bodyPr anchor="t"/>
              <a:p>
                <a:pPr lvl="0"/>
                <a:endParaRPr lang="zh-CN" altLang="en-US">
                  <a:latin typeface="Times New Roman" panose="02020603050405020304" charset="0"/>
                  <a:ea typeface="宋体" panose="02010600030101010101" pitchFamily="2" charset="-122"/>
                </a:endParaRPr>
              </a:p>
            </p:txBody>
          </p:sp>
        </p:grpSp>
        <p:grpSp>
          <p:nvGrpSpPr>
            <p:cNvPr id="62470" name="组合 70662"/>
            <p:cNvGrpSpPr/>
            <p:nvPr/>
          </p:nvGrpSpPr>
          <p:grpSpPr>
            <a:xfrm>
              <a:off x="580" y="0"/>
              <a:ext cx="1680" cy="2330"/>
              <a:chOff x="0" y="0"/>
              <a:chExt cx="1680" cy="2330"/>
            </a:xfrm>
          </p:grpSpPr>
          <p:sp>
            <p:nvSpPr>
              <p:cNvPr id="62471" name="矩形 70663"/>
              <p:cNvSpPr/>
              <p:nvPr/>
            </p:nvSpPr>
            <p:spPr>
              <a:xfrm>
                <a:off x="672" y="816"/>
                <a:ext cx="1003" cy="288"/>
              </a:xfrm>
              <a:prstGeom prst="rect">
                <a:avLst/>
              </a:prstGeom>
              <a:solidFill>
                <a:srgbClr val="FFCCCC"/>
              </a:solid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62472" name="文本框 70664"/>
              <p:cNvSpPr txBox="1"/>
              <p:nvPr/>
            </p:nvSpPr>
            <p:spPr>
              <a:xfrm>
                <a:off x="672" y="96"/>
                <a:ext cx="1003" cy="2160"/>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ctr"/>
                <a:r>
                  <a:rPr lang="en-US" altLang="zh-CN" sz="1000">
                    <a:latin typeface="Times New Roman" panose="02020603050405020304" charset="0"/>
                    <a:ea typeface="宋体" panose="02010600030101010101" pitchFamily="2" charset="-122"/>
                  </a:rPr>
                  <a:t>      </a:t>
                </a:r>
                <a:r>
                  <a:rPr lang="en-US" altLang="zh-CN" sz="2800">
                    <a:latin typeface="Times New Roman" panose="02020603050405020304" charset="0"/>
                    <a:ea typeface="宋体" panose="02010600030101010101" pitchFamily="2" charset="-122"/>
                  </a:rPr>
                  <a:t> os</a:t>
                </a:r>
                <a:endParaRPr lang="en-US" altLang="zh-CN">
                  <a:latin typeface="Times New Roman" panose="02020603050405020304" charset="0"/>
                  <a:ea typeface="宋体" panose="02010600030101010101" pitchFamily="2" charset="-122"/>
                </a:endParaRPr>
              </a:p>
              <a:p>
                <a:pPr lvl="0" algn="ctr"/>
                <a:endParaRPr lang="en-US" altLang="zh-CN">
                  <a:latin typeface="Times New Roman" panose="02020603050405020304" charset="0"/>
                  <a:ea typeface="宋体" panose="02010600030101010101" pitchFamily="2" charset="-122"/>
                </a:endParaRPr>
              </a:p>
            </p:txBody>
          </p:sp>
          <p:sp>
            <p:nvSpPr>
              <p:cNvPr id="62473" name="直接连接符 70665"/>
              <p:cNvSpPr/>
              <p:nvPr/>
            </p:nvSpPr>
            <p:spPr>
              <a:xfrm>
                <a:off x="677" y="359"/>
                <a:ext cx="1003"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62474" name="文本框 70666"/>
              <p:cNvSpPr txBox="1"/>
              <p:nvPr/>
            </p:nvSpPr>
            <p:spPr>
              <a:xfrm>
                <a:off x="795" y="1571"/>
                <a:ext cx="767" cy="240"/>
              </a:xfrm>
              <a:prstGeom prst="rect">
                <a:avLst/>
              </a:prstGeom>
              <a:noFill/>
              <a:ln w="9525">
                <a:noFill/>
                <a:miter/>
              </a:ln>
            </p:spPr>
            <p:txBody>
              <a:bodyPr anchor="t">
                <a:spAutoFit/>
              </a:bodyPr>
              <a:p>
                <a:pPr lvl="0" algn="ctr">
                  <a:spcBef>
                    <a:spcPct val="50000"/>
                  </a:spcBef>
                </a:pPr>
                <a:r>
                  <a:rPr lang="zh-CN" altLang="en-US" sz="2000">
                    <a:latin typeface="Times New Roman" panose="02020603050405020304" charset="0"/>
                    <a:ea typeface="宋体" panose="02010600030101010101" pitchFamily="2" charset="-122"/>
                  </a:rPr>
                  <a:t>在使用</a:t>
                </a:r>
                <a:endParaRPr lang="zh-CN" altLang="en-US">
                  <a:latin typeface="Times New Roman" panose="02020603050405020304" charset="0"/>
                  <a:ea typeface="宋体" panose="02010600030101010101" pitchFamily="2" charset="-122"/>
                </a:endParaRPr>
              </a:p>
            </p:txBody>
          </p:sp>
          <p:sp>
            <p:nvSpPr>
              <p:cNvPr id="62475" name="直接连接符 70667"/>
              <p:cNvSpPr/>
              <p:nvPr/>
            </p:nvSpPr>
            <p:spPr>
              <a:xfrm>
                <a:off x="677" y="570"/>
                <a:ext cx="1003"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62476" name="直接连接符 70668"/>
              <p:cNvSpPr/>
              <p:nvPr/>
            </p:nvSpPr>
            <p:spPr>
              <a:xfrm>
                <a:off x="677" y="1097"/>
                <a:ext cx="1003"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62477" name="文本框 70669"/>
              <p:cNvSpPr txBox="1"/>
              <p:nvPr/>
            </p:nvSpPr>
            <p:spPr>
              <a:xfrm>
                <a:off x="795" y="570"/>
                <a:ext cx="767" cy="240"/>
              </a:xfrm>
              <a:prstGeom prst="rect">
                <a:avLst/>
              </a:prstGeom>
              <a:noFill/>
              <a:ln w="9525">
                <a:noFill/>
                <a:miter/>
              </a:ln>
            </p:spPr>
            <p:txBody>
              <a:bodyPr anchor="t">
                <a:spAutoFit/>
              </a:bodyPr>
              <a:p>
                <a:pPr lvl="0" algn="ctr">
                  <a:spcBef>
                    <a:spcPct val="50000"/>
                  </a:spcBef>
                </a:pPr>
                <a:r>
                  <a:rPr lang="zh-CN" altLang="en-US" sz="2000">
                    <a:latin typeface="Times New Roman" panose="02020603050405020304" charset="0"/>
                    <a:ea typeface="宋体" panose="02010600030101010101" pitchFamily="2" charset="-122"/>
                  </a:rPr>
                  <a:t>在使用</a:t>
                </a:r>
                <a:endParaRPr lang="zh-CN" altLang="en-US">
                  <a:latin typeface="Times New Roman" panose="02020603050405020304" charset="0"/>
                  <a:ea typeface="宋体" panose="02010600030101010101" pitchFamily="2" charset="-122"/>
                </a:endParaRPr>
              </a:p>
            </p:txBody>
          </p:sp>
          <p:sp>
            <p:nvSpPr>
              <p:cNvPr id="62478" name="直接连接符 70670"/>
              <p:cNvSpPr/>
              <p:nvPr/>
            </p:nvSpPr>
            <p:spPr>
              <a:xfrm>
                <a:off x="677" y="1360"/>
                <a:ext cx="1003"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62479" name="文本框 70671"/>
              <p:cNvSpPr txBox="1"/>
              <p:nvPr/>
            </p:nvSpPr>
            <p:spPr>
              <a:xfrm>
                <a:off x="795" y="1107"/>
                <a:ext cx="767" cy="240"/>
              </a:xfrm>
              <a:prstGeom prst="rect">
                <a:avLst/>
              </a:prstGeom>
              <a:noFill/>
              <a:ln w="9525">
                <a:noFill/>
                <a:miter/>
              </a:ln>
            </p:spPr>
            <p:txBody>
              <a:bodyPr anchor="t">
                <a:spAutoFit/>
              </a:bodyPr>
              <a:p>
                <a:pPr lvl="0" algn="ctr">
                  <a:spcBef>
                    <a:spcPct val="50000"/>
                  </a:spcBef>
                </a:pPr>
                <a:r>
                  <a:rPr lang="zh-CN" altLang="en-US" sz="2000">
                    <a:latin typeface="Times New Roman" panose="02020603050405020304" charset="0"/>
                    <a:ea typeface="宋体" panose="02010600030101010101" pitchFamily="2" charset="-122"/>
                  </a:rPr>
                  <a:t>在使用</a:t>
                </a:r>
                <a:endParaRPr lang="zh-CN" altLang="en-US">
                  <a:latin typeface="Times New Roman" panose="02020603050405020304" charset="0"/>
                  <a:ea typeface="宋体" panose="02010600030101010101" pitchFamily="2" charset="-122"/>
                </a:endParaRPr>
              </a:p>
            </p:txBody>
          </p:sp>
          <p:sp>
            <p:nvSpPr>
              <p:cNvPr id="62480" name="直接连接符 70672"/>
              <p:cNvSpPr/>
              <p:nvPr/>
            </p:nvSpPr>
            <p:spPr>
              <a:xfrm>
                <a:off x="677" y="1571"/>
                <a:ext cx="1003"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62481" name="直接连接符 70673"/>
              <p:cNvSpPr/>
              <p:nvPr/>
            </p:nvSpPr>
            <p:spPr>
              <a:xfrm>
                <a:off x="677" y="1835"/>
                <a:ext cx="1003"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62482" name="矩形 70674"/>
              <p:cNvSpPr/>
              <p:nvPr/>
            </p:nvSpPr>
            <p:spPr>
              <a:xfrm>
                <a:off x="677" y="359"/>
                <a:ext cx="997" cy="211"/>
              </a:xfrm>
              <a:prstGeom prst="rect">
                <a:avLst/>
              </a:prstGeom>
              <a:solidFill>
                <a:srgbClr val="FFCCCC"/>
              </a:solid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62483" name="文本框 70675"/>
              <p:cNvSpPr txBox="1"/>
              <p:nvPr/>
            </p:nvSpPr>
            <p:spPr>
              <a:xfrm>
                <a:off x="854" y="359"/>
                <a:ext cx="590" cy="244"/>
              </a:xfrm>
              <a:prstGeom prst="rect">
                <a:avLst/>
              </a:prstGeom>
              <a:noFill/>
              <a:ln w="9525">
                <a:noFill/>
                <a:miter/>
              </a:ln>
            </p:spPr>
            <p:txBody>
              <a:bodyPr anchor="t"/>
              <a:p>
                <a:pPr lvl="0" algn="ctr"/>
                <a:r>
                  <a:rPr lang="en-US" altLang="zh-CN" sz="1800">
                    <a:latin typeface="Times New Roman" panose="02020603050405020304" charset="0"/>
                    <a:ea typeface="宋体" panose="02010600030101010101" pitchFamily="2" charset="-122"/>
                  </a:rPr>
                  <a:t>30KB</a:t>
                </a:r>
                <a:endParaRPr lang="en-US" altLang="zh-CN" sz="1800">
                  <a:latin typeface="Times New Roman" panose="02020603050405020304" charset="0"/>
                  <a:ea typeface="宋体" panose="02010600030101010101" pitchFamily="2" charset="-122"/>
                </a:endParaRPr>
              </a:p>
            </p:txBody>
          </p:sp>
          <p:sp>
            <p:nvSpPr>
              <p:cNvPr id="62484" name="矩形 70676"/>
              <p:cNvSpPr/>
              <p:nvPr/>
            </p:nvSpPr>
            <p:spPr>
              <a:xfrm>
                <a:off x="677" y="1360"/>
                <a:ext cx="997" cy="211"/>
              </a:xfrm>
              <a:prstGeom prst="rect">
                <a:avLst/>
              </a:prstGeom>
              <a:solidFill>
                <a:srgbClr val="FFCCCC"/>
              </a:solid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62485" name="文本框 70677"/>
              <p:cNvSpPr txBox="1"/>
              <p:nvPr/>
            </p:nvSpPr>
            <p:spPr>
              <a:xfrm>
                <a:off x="913" y="1360"/>
                <a:ext cx="590" cy="244"/>
              </a:xfrm>
              <a:prstGeom prst="rect">
                <a:avLst/>
              </a:prstGeom>
              <a:noFill/>
              <a:ln w="9525">
                <a:noFill/>
                <a:miter/>
              </a:ln>
            </p:spPr>
            <p:txBody>
              <a:bodyPr anchor="t"/>
              <a:p>
                <a:pPr lvl="0" algn="ctr"/>
                <a:r>
                  <a:rPr lang="en-US" altLang="zh-CN" sz="1800">
                    <a:latin typeface="Times New Roman" panose="02020603050405020304" charset="0"/>
                    <a:ea typeface="宋体" panose="02010600030101010101" pitchFamily="2" charset="-122"/>
                  </a:rPr>
                  <a:t>5KB</a:t>
                </a:r>
                <a:endParaRPr lang="en-US" altLang="zh-CN" sz="1000">
                  <a:latin typeface="Times New Roman" panose="02020603050405020304" charset="0"/>
                  <a:ea typeface="宋体" panose="02010600030101010101" pitchFamily="2" charset="-122"/>
                </a:endParaRPr>
              </a:p>
            </p:txBody>
          </p:sp>
          <p:sp>
            <p:nvSpPr>
              <p:cNvPr id="62486" name="矩形 70678"/>
              <p:cNvSpPr/>
              <p:nvPr/>
            </p:nvSpPr>
            <p:spPr>
              <a:xfrm>
                <a:off x="677" y="1835"/>
                <a:ext cx="997" cy="421"/>
              </a:xfrm>
              <a:prstGeom prst="rect">
                <a:avLst/>
              </a:prstGeom>
              <a:solidFill>
                <a:srgbClr val="FFCCCC"/>
              </a:solid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62487" name="文本框 70679"/>
              <p:cNvSpPr txBox="1"/>
              <p:nvPr/>
            </p:nvSpPr>
            <p:spPr>
              <a:xfrm>
                <a:off x="913" y="1940"/>
                <a:ext cx="590" cy="244"/>
              </a:xfrm>
              <a:prstGeom prst="rect">
                <a:avLst/>
              </a:prstGeom>
              <a:noFill/>
              <a:ln w="9525">
                <a:noFill/>
                <a:miter/>
              </a:ln>
            </p:spPr>
            <p:txBody>
              <a:bodyPr anchor="t"/>
              <a:p>
                <a:pPr lvl="0" algn="ctr"/>
                <a:r>
                  <a:rPr lang="en-US" altLang="zh-CN" sz="1800">
                    <a:latin typeface="Times New Roman" panose="02020603050405020304" charset="0"/>
                    <a:ea typeface="宋体" panose="02010600030101010101" pitchFamily="2" charset="-122"/>
                  </a:rPr>
                  <a:t>46KB</a:t>
                </a:r>
                <a:endParaRPr lang="en-US" altLang="zh-CN" sz="1800">
                  <a:latin typeface="Times New Roman" panose="02020603050405020304" charset="0"/>
                  <a:ea typeface="宋体" panose="02010600030101010101" pitchFamily="2" charset="-122"/>
                </a:endParaRPr>
              </a:p>
            </p:txBody>
          </p:sp>
          <p:sp>
            <p:nvSpPr>
              <p:cNvPr id="62488" name="直接连接符 70680"/>
              <p:cNvSpPr/>
              <p:nvPr/>
            </p:nvSpPr>
            <p:spPr>
              <a:xfrm>
                <a:off x="672" y="816"/>
                <a:ext cx="1003"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62489" name="文本框 70681"/>
              <p:cNvSpPr txBox="1"/>
              <p:nvPr/>
            </p:nvSpPr>
            <p:spPr>
              <a:xfrm>
                <a:off x="240" y="0"/>
                <a:ext cx="528" cy="239"/>
              </a:xfrm>
              <a:prstGeom prst="rect">
                <a:avLst/>
              </a:prstGeom>
              <a:noFill/>
              <a:ln w="9525">
                <a:noFill/>
                <a:miter/>
              </a:ln>
            </p:spPr>
            <p:txBody>
              <a:bodyPr anchor="t">
                <a:spAutoFit/>
              </a:bodyPr>
              <a:p>
                <a:pPr lvl="0">
                  <a:spcBef>
                    <a:spcPct val="50000"/>
                  </a:spcBef>
                </a:pPr>
                <a:r>
                  <a:rPr lang="en-US" altLang="zh-CN" sz="2000">
                    <a:latin typeface="Times New Roman" panose="02020603050405020304" charset="0"/>
                    <a:ea typeface="宋体" panose="02010600030101010101" pitchFamily="2" charset="-122"/>
                  </a:rPr>
                  <a:t>0KB</a:t>
                </a:r>
                <a:endParaRPr lang="en-US" altLang="zh-CN" sz="2800">
                  <a:latin typeface="Times New Roman" panose="02020603050405020304" charset="0"/>
                  <a:ea typeface="宋体" panose="02010600030101010101" pitchFamily="2" charset="-122"/>
                </a:endParaRPr>
              </a:p>
            </p:txBody>
          </p:sp>
          <p:sp>
            <p:nvSpPr>
              <p:cNvPr id="62490" name="文本框 70682"/>
              <p:cNvSpPr txBox="1"/>
              <p:nvPr/>
            </p:nvSpPr>
            <p:spPr>
              <a:xfrm>
                <a:off x="192" y="240"/>
                <a:ext cx="528" cy="239"/>
              </a:xfrm>
              <a:prstGeom prst="rect">
                <a:avLst/>
              </a:prstGeom>
              <a:noFill/>
              <a:ln w="9525">
                <a:noFill/>
                <a:miter/>
              </a:ln>
            </p:spPr>
            <p:txBody>
              <a:bodyPr anchor="t">
                <a:spAutoFit/>
              </a:bodyPr>
              <a:p>
                <a:pPr lvl="0">
                  <a:spcBef>
                    <a:spcPct val="50000"/>
                  </a:spcBef>
                </a:pPr>
                <a:r>
                  <a:rPr lang="en-US" altLang="zh-CN" sz="2000">
                    <a:latin typeface="Times New Roman" panose="02020603050405020304" charset="0"/>
                    <a:ea typeface="宋体" panose="02010600030101010101" pitchFamily="2" charset="-122"/>
                  </a:rPr>
                  <a:t>20KB</a:t>
                </a:r>
                <a:endParaRPr lang="en-US" altLang="zh-CN" sz="2800">
                  <a:latin typeface="Times New Roman" panose="02020603050405020304" charset="0"/>
                  <a:ea typeface="宋体" panose="02010600030101010101" pitchFamily="2" charset="-122"/>
                </a:endParaRPr>
              </a:p>
            </p:txBody>
          </p:sp>
          <p:sp>
            <p:nvSpPr>
              <p:cNvPr id="62491" name="文本框 70683"/>
              <p:cNvSpPr txBox="1"/>
              <p:nvPr/>
            </p:nvSpPr>
            <p:spPr>
              <a:xfrm>
                <a:off x="144" y="672"/>
                <a:ext cx="672" cy="239"/>
              </a:xfrm>
              <a:prstGeom prst="rect">
                <a:avLst/>
              </a:prstGeom>
              <a:noFill/>
              <a:ln w="9525">
                <a:noFill/>
                <a:miter/>
              </a:ln>
            </p:spPr>
            <p:txBody>
              <a:bodyPr anchor="t">
                <a:spAutoFit/>
              </a:bodyPr>
              <a:p>
                <a:pPr lvl="0">
                  <a:spcBef>
                    <a:spcPct val="50000"/>
                  </a:spcBef>
                </a:pPr>
                <a:r>
                  <a:rPr lang="en-US" altLang="zh-CN" sz="2000">
                    <a:latin typeface="Times New Roman" panose="02020603050405020304" charset="0"/>
                    <a:ea typeface="宋体" panose="02010600030101010101" pitchFamily="2" charset="-122"/>
                  </a:rPr>
                  <a:t>100KB</a:t>
                </a:r>
                <a:endParaRPr lang="en-US" altLang="zh-CN" sz="2800">
                  <a:latin typeface="Times New Roman" panose="02020603050405020304" charset="0"/>
                  <a:ea typeface="宋体" panose="02010600030101010101" pitchFamily="2" charset="-122"/>
                </a:endParaRPr>
              </a:p>
            </p:txBody>
          </p:sp>
          <p:sp>
            <p:nvSpPr>
              <p:cNvPr id="62492" name="矩形 70684"/>
              <p:cNvSpPr/>
              <p:nvPr/>
            </p:nvSpPr>
            <p:spPr>
              <a:xfrm>
                <a:off x="672" y="816"/>
                <a:ext cx="997" cy="288"/>
              </a:xfrm>
              <a:prstGeom prst="rect">
                <a:avLst/>
              </a:prstGeom>
              <a:solidFill>
                <a:srgbClr val="FFCCCC"/>
              </a:solid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62493" name="文本框 70685"/>
              <p:cNvSpPr txBox="1"/>
              <p:nvPr/>
            </p:nvSpPr>
            <p:spPr>
              <a:xfrm>
                <a:off x="864" y="860"/>
                <a:ext cx="590" cy="244"/>
              </a:xfrm>
              <a:prstGeom prst="rect">
                <a:avLst/>
              </a:prstGeom>
              <a:noFill/>
              <a:ln w="9525">
                <a:noFill/>
                <a:miter/>
              </a:ln>
            </p:spPr>
            <p:txBody>
              <a:bodyPr anchor="t"/>
              <a:p>
                <a:pPr lvl="0" algn="ctr"/>
                <a:r>
                  <a:rPr lang="en-US" altLang="zh-CN" sz="1800">
                    <a:latin typeface="Times New Roman" panose="02020603050405020304" charset="0"/>
                    <a:ea typeface="宋体" panose="02010600030101010101" pitchFamily="2" charset="-122"/>
                  </a:rPr>
                  <a:t>20KB</a:t>
                </a:r>
                <a:endParaRPr lang="en-US" altLang="zh-CN" sz="1000">
                  <a:latin typeface="Times New Roman" panose="02020603050405020304" charset="0"/>
                  <a:ea typeface="宋体" panose="02010600030101010101" pitchFamily="2" charset="-122"/>
                </a:endParaRPr>
              </a:p>
            </p:txBody>
          </p:sp>
          <p:sp>
            <p:nvSpPr>
              <p:cNvPr id="62494" name="文本框 70686"/>
              <p:cNvSpPr txBox="1"/>
              <p:nvPr/>
            </p:nvSpPr>
            <p:spPr>
              <a:xfrm>
                <a:off x="144" y="1257"/>
                <a:ext cx="672" cy="239"/>
              </a:xfrm>
              <a:prstGeom prst="rect">
                <a:avLst/>
              </a:prstGeom>
              <a:noFill/>
              <a:ln w="9525">
                <a:noFill/>
                <a:miter/>
              </a:ln>
            </p:spPr>
            <p:txBody>
              <a:bodyPr anchor="t">
                <a:spAutoFit/>
              </a:bodyPr>
              <a:p>
                <a:pPr lvl="0">
                  <a:spcBef>
                    <a:spcPct val="50000"/>
                  </a:spcBef>
                </a:pPr>
                <a:r>
                  <a:rPr lang="en-US" altLang="zh-CN" sz="2000">
                    <a:latin typeface="Times New Roman" panose="02020603050405020304" charset="0"/>
                    <a:ea typeface="宋体" panose="02010600030101010101" pitchFamily="2" charset="-122"/>
                  </a:rPr>
                  <a:t>160KB</a:t>
                </a:r>
                <a:endParaRPr lang="en-US" altLang="zh-CN" sz="2800">
                  <a:latin typeface="Times New Roman" panose="02020603050405020304" charset="0"/>
                  <a:ea typeface="宋体" panose="02010600030101010101" pitchFamily="2" charset="-122"/>
                </a:endParaRPr>
              </a:p>
            </p:txBody>
          </p:sp>
          <p:sp>
            <p:nvSpPr>
              <p:cNvPr id="62495" name="文本框 70687"/>
              <p:cNvSpPr txBox="1"/>
              <p:nvPr/>
            </p:nvSpPr>
            <p:spPr>
              <a:xfrm>
                <a:off x="144" y="1728"/>
                <a:ext cx="672" cy="239"/>
              </a:xfrm>
              <a:prstGeom prst="rect">
                <a:avLst/>
              </a:prstGeom>
              <a:noFill/>
              <a:ln w="9525">
                <a:noFill/>
                <a:miter/>
              </a:ln>
            </p:spPr>
            <p:txBody>
              <a:bodyPr anchor="t">
                <a:spAutoFit/>
              </a:bodyPr>
              <a:p>
                <a:pPr lvl="0">
                  <a:spcBef>
                    <a:spcPct val="50000"/>
                  </a:spcBef>
                </a:pPr>
                <a:r>
                  <a:rPr lang="en-US" altLang="zh-CN" sz="2000">
                    <a:latin typeface="Times New Roman" panose="02020603050405020304" charset="0"/>
                    <a:ea typeface="宋体" panose="02010600030101010101" pitchFamily="2" charset="-122"/>
                  </a:rPr>
                  <a:t>210KB</a:t>
                </a:r>
                <a:endParaRPr lang="en-US" altLang="zh-CN" sz="2800">
                  <a:latin typeface="Times New Roman" panose="02020603050405020304" charset="0"/>
                  <a:ea typeface="宋体" panose="02010600030101010101" pitchFamily="2" charset="-122"/>
                </a:endParaRPr>
              </a:p>
            </p:txBody>
          </p:sp>
          <p:sp>
            <p:nvSpPr>
              <p:cNvPr id="62496" name="文本框 70688"/>
              <p:cNvSpPr txBox="1"/>
              <p:nvPr/>
            </p:nvSpPr>
            <p:spPr>
              <a:xfrm>
                <a:off x="0" y="2016"/>
                <a:ext cx="864" cy="314"/>
              </a:xfrm>
              <a:prstGeom prst="rect">
                <a:avLst/>
              </a:prstGeom>
              <a:noFill/>
              <a:ln w="9525">
                <a:noFill/>
                <a:miter/>
              </a:ln>
            </p:spPr>
            <p:txBody>
              <a:bodyPr anchor="t">
                <a:spAutoFit/>
              </a:bodyPr>
              <a:p>
                <a:pPr lvl="0">
                  <a:spcBef>
                    <a:spcPct val="50000"/>
                  </a:spcBef>
                </a:pPr>
                <a:r>
                  <a:rPr lang="en-US" altLang="zh-CN" sz="2000">
                    <a:latin typeface="Times New Roman" panose="02020603050405020304" charset="0"/>
                    <a:ea typeface="宋体" panose="02010600030101010101" pitchFamily="2" charset="-122"/>
                  </a:rPr>
                  <a:t>256KB</a:t>
                </a:r>
                <a:r>
                  <a:rPr lang="en-US" altLang="zh-CN" sz="2800">
                    <a:latin typeface="宋体" panose="02010600030101010101" pitchFamily="2" charset="-122"/>
                    <a:ea typeface="宋体" panose="02010600030101010101" pitchFamily="2" charset="-122"/>
                  </a:rPr>
                  <a:t>-</a:t>
                </a:r>
                <a:r>
                  <a:rPr lang="en-US" altLang="zh-CN" sz="2000">
                    <a:latin typeface="Times New Roman" panose="02020603050405020304" charset="0"/>
                    <a:ea typeface="宋体" panose="02010600030101010101" pitchFamily="2" charset="-122"/>
                  </a:rPr>
                  <a:t>1</a:t>
                </a:r>
                <a:endParaRPr lang="en-US" altLang="zh-CN" sz="2000">
                  <a:latin typeface="Times New Roman" panose="02020603050405020304" charset="0"/>
                  <a:ea typeface="宋体" panose="02010600030101010101" pitchFamily="2" charset="-122"/>
                </a:endParaRPr>
              </a:p>
            </p:txBody>
          </p:sp>
        </p:gr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0658"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标题 71681"/>
          <p:cNvSpPr>
            <a:spLocks noGrp="1"/>
          </p:cNvSpPr>
          <p:nvPr>
            <p:ph type="title"/>
          </p:nvPr>
        </p:nvSpPr>
        <p:spPr>
          <a:xfrm>
            <a:off x="363538" y="650875"/>
            <a:ext cx="8393113" cy="695325"/>
          </a:xfrm>
        </p:spPr>
        <p:txBody>
          <a:bodyPr anchor="b">
            <a:spAutoFit/>
          </a:bodyPr>
          <a:p>
            <a:pPr fontAlgn="base"/>
            <a:r>
              <a:rPr lang="zh-CN" altLang="en-US" sz="4000" strike="noStrike" noProof="1">
                <a:solidFill>
                  <a:srgbClr val="800000"/>
                </a:solidFill>
              </a:rPr>
              <a:t>最坏适应算法的特点</a:t>
            </a:r>
            <a:endParaRPr lang="zh-CN" altLang="en-US" sz="4000" strike="noStrike" noProof="1">
              <a:solidFill>
                <a:srgbClr val="800000"/>
              </a:solidFill>
            </a:endParaRPr>
          </a:p>
        </p:txBody>
      </p:sp>
      <p:sp>
        <p:nvSpPr>
          <p:cNvPr id="63490" name="文本占位符 71682"/>
          <p:cNvSpPr>
            <a:spLocks noGrp="1"/>
          </p:cNvSpPr>
          <p:nvPr>
            <p:ph idx="1"/>
          </p:nvPr>
        </p:nvSpPr>
        <p:spPr>
          <a:xfrm>
            <a:off x="381000" y="1803400"/>
            <a:ext cx="8388350" cy="2620963"/>
          </a:xfrm>
        </p:spPr>
        <p:txBody>
          <a:bodyPr anchor="t">
            <a:spAutoFit/>
          </a:bodyPr>
          <a:p>
            <a:pPr fontAlgn="base"/>
            <a:r>
              <a:rPr lang="zh-CN" altLang="en-US" strike="noStrike" noProof="1">
                <a:solidFill>
                  <a:schemeClr val="tx1"/>
                </a:solidFill>
                <a:effectLst/>
              </a:rPr>
              <a:t>自由主存队列结构 </a:t>
            </a:r>
            <a:r>
              <a:rPr lang="en-US" altLang="zh-CN" strike="noStrike" noProof="1">
                <a:solidFill>
                  <a:schemeClr val="tx1"/>
                </a:solidFill>
                <a:effectLst/>
              </a:rPr>
              <a:t>——</a:t>
            </a:r>
            <a:r>
              <a:rPr lang="zh-CN" altLang="en-US" strike="noStrike" noProof="1">
                <a:solidFill>
                  <a:schemeClr val="tx1"/>
                </a:solidFill>
                <a:effectLst/>
              </a:rPr>
              <a:t>空闲区大小由大到小排序</a:t>
            </a:r>
            <a:endParaRPr lang="zh-CN" altLang="en-US" strike="noStrike" noProof="1">
              <a:solidFill>
                <a:schemeClr val="tx1"/>
              </a:solidFill>
              <a:effectLst/>
            </a:endParaRPr>
          </a:p>
          <a:p>
            <a:pPr fontAlgn="base"/>
            <a:r>
              <a:rPr lang="zh-CN" altLang="en-US" strike="noStrike" noProof="1">
                <a:solidFill>
                  <a:schemeClr val="tx1"/>
                </a:solidFill>
                <a:effectLst/>
              </a:rPr>
              <a:t>尽可能地利用存储器中大的空闲区</a:t>
            </a:r>
            <a:endParaRPr lang="zh-CN" altLang="en-US" strike="noStrike" noProof="1">
              <a:solidFill>
                <a:schemeClr val="tx1"/>
              </a:solidFill>
              <a:effectLst/>
            </a:endParaRPr>
          </a:p>
          <a:p>
            <a:pPr fontAlgn="base"/>
            <a:r>
              <a:rPr lang="zh-CN" altLang="en-US" strike="noStrike" noProof="1">
                <a:solidFill>
                  <a:schemeClr val="tx1"/>
                </a:solidFill>
                <a:effectLst/>
              </a:rPr>
              <a:t>基本不留下小空闲分区，但较大的空闲分区不被保留。</a:t>
            </a:r>
            <a:endParaRPr lang="zh-CN" altLang="en-US" strike="noStrike" noProof="1">
              <a:solidFill>
                <a:schemeClr val="tx1"/>
              </a:solidFill>
              <a:effectLst/>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文本框 4403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29</a:t>
            </a:r>
            <a:endParaRPr lang="en-US" altLang="zh-CN" b="0">
              <a:solidFill>
                <a:schemeClr val="tx2"/>
              </a:solidFill>
              <a:latin typeface="Times New Roman" panose="02020603050405020304" charset="0"/>
              <a:ea typeface="宋体" panose="02010600030101010101" pitchFamily="2" charset="-122"/>
            </a:endParaRPr>
          </a:p>
        </p:txBody>
      </p:sp>
      <p:sp>
        <p:nvSpPr>
          <p:cNvPr id="44035" name="矩形 44034"/>
          <p:cNvSpPr/>
          <p:nvPr/>
        </p:nvSpPr>
        <p:spPr>
          <a:xfrm>
            <a:off x="233680" y="673100"/>
            <a:ext cx="5399405" cy="559816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800" b="1" strike="noStrike" noProof="1">
                <a:solidFill>
                  <a:srgbClr val="A50021"/>
                </a:solidFill>
                <a:latin typeface="Times New Roman" panose="02020603050405020304" charset="0"/>
                <a:ea typeface="宋体" panose="02010600030101010101" pitchFamily="2" charset="-122"/>
                <a:cs typeface="+mn-ea"/>
              </a:rPr>
              <a:t>三种放置策略的讨论</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b="1" strike="noStrike" noProof="1">
                <a:solidFill>
                  <a:srgbClr val="000099"/>
                </a:solidFill>
                <a:latin typeface="Times New Roman" panose="02020603050405020304" charset="0"/>
                <a:ea typeface="宋体" panose="02010600030101010101" pitchFamily="2" charset="-122"/>
                <a:cs typeface="+mn-ea"/>
              </a:rPr>
              <a:t>①</a:t>
            </a:r>
            <a:r>
              <a:rPr lang="zh-CN" altLang="en-US"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rPr>
              <a:t>题例 </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a:t>
            </a:r>
            <a:endParaRPr lang="zh-CN" altLang="en-US"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20000"/>
              </a:lnSpc>
              <a:spcBef>
                <a:spcPct val="20000"/>
              </a:spcBef>
              <a:buNone/>
            </a:pPr>
            <a:r>
              <a:rPr lang="en-US" altLang="zh-CN" sz="2400" strike="noStrike" noProof="1">
                <a:solidFill>
                  <a:schemeClr val="tx1"/>
                </a:solidFill>
                <a:effectLst/>
                <a:latin typeface="Times New Roman" panose="02020603050405020304" charset="0"/>
                <a:ea typeface="宋体" panose="02010600030101010101" pitchFamily="2" charset="-122"/>
                <a:cs typeface="+mn-ea"/>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rPr>
              <a:t>程序</a:t>
            </a:r>
            <a:r>
              <a:rPr lang="en-US" altLang="zh-CN" sz="2400" strike="noStrike" noProof="1">
                <a:solidFill>
                  <a:schemeClr val="tx1"/>
                </a:solidFill>
                <a:effectLst/>
                <a:latin typeface="Times New Roman" panose="02020603050405020304" charset="0"/>
                <a:ea typeface="宋体" panose="02010600030101010101" pitchFamily="2" charset="-122"/>
                <a:cs typeface="+mn-ea"/>
              </a:rPr>
              <a:t>A</a:t>
            </a:r>
            <a:r>
              <a:rPr lang="zh-CN" altLang="en-US" sz="2400" strike="noStrike" noProof="1">
                <a:solidFill>
                  <a:schemeClr val="tx1"/>
                </a:solidFill>
                <a:effectLst/>
                <a:latin typeface="Times New Roman" panose="02020603050405020304" charset="0"/>
                <a:ea typeface="宋体" panose="02010600030101010101" pitchFamily="2" charset="-122"/>
                <a:cs typeface="+mn-ea"/>
              </a:rPr>
              <a:t>要求</a:t>
            </a:r>
            <a:r>
              <a:rPr lang="en-US" altLang="zh-CN" sz="2400" strike="noStrike" noProof="1">
                <a:solidFill>
                  <a:schemeClr val="tx1"/>
                </a:solidFill>
                <a:effectLst/>
                <a:latin typeface="Times New Roman" panose="02020603050405020304" charset="0"/>
                <a:ea typeface="宋体" panose="02010600030101010101" pitchFamily="2" charset="-122"/>
                <a:cs typeface="+mn-ea"/>
              </a:rPr>
              <a:t>18KB</a:t>
            </a:r>
            <a:r>
              <a:rPr lang="zh-CN" altLang="en-US" sz="2400" strike="noStrike" noProof="1">
                <a:solidFill>
                  <a:schemeClr val="tx1"/>
                </a:solidFill>
                <a:effectLst/>
                <a:latin typeface="Times New Roman" panose="02020603050405020304" charset="0"/>
                <a:ea typeface="宋体" panose="02010600030101010101" pitchFamily="2" charset="-122"/>
                <a:cs typeface="+mn-ea"/>
              </a:rPr>
              <a:t>；</a:t>
            </a:r>
            <a:endParaRPr lang="zh-CN" altLang="en-US"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20000"/>
              </a:lnSpc>
              <a:spcBef>
                <a:spcPct val="20000"/>
              </a:spcBef>
              <a:buNone/>
            </a:pPr>
            <a:r>
              <a:rPr lang="en-US" altLang="zh-CN" sz="2400" strike="noStrike" noProof="1">
                <a:solidFill>
                  <a:schemeClr val="tx1"/>
                </a:solidFill>
                <a:effectLst/>
                <a:latin typeface="Times New Roman" panose="02020603050405020304" charset="0"/>
                <a:ea typeface="宋体" panose="02010600030101010101" pitchFamily="2" charset="-122"/>
                <a:cs typeface="+mn-ea"/>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rPr>
              <a:t>程序</a:t>
            </a:r>
            <a:r>
              <a:rPr lang="en-US" altLang="zh-CN" sz="2400" strike="noStrike" noProof="1">
                <a:solidFill>
                  <a:schemeClr val="tx1"/>
                </a:solidFill>
                <a:effectLst/>
                <a:latin typeface="Times New Roman" panose="02020603050405020304" charset="0"/>
                <a:ea typeface="宋体" panose="02010600030101010101" pitchFamily="2" charset="-122"/>
                <a:cs typeface="+mn-ea"/>
              </a:rPr>
              <a:t>B</a:t>
            </a:r>
            <a:r>
              <a:rPr lang="zh-CN" altLang="en-US" sz="2400" strike="noStrike" noProof="1">
                <a:solidFill>
                  <a:schemeClr val="tx1"/>
                </a:solidFill>
                <a:effectLst/>
                <a:latin typeface="Times New Roman" panose="02020603050405020304" charset="0"/>
                <a:ea typeface="宋体" panose="02010600030101010101" pitchFamily="2" charset="-122"/>
                <a:cs typeface="+mn-ea"/>
              </a:rPr>
              <a:t>要求</a:t>
            </a:r>
            <a:r>
              <a:rPr lang="en-US" altLang="zh-CN" sz="2400" strike="noStrike" noProof="1">
                <a:solidFill>
                  <a:schemeClr val="tx1"/>
                </a:solidFill>
                <a:effectLst/>
                <a:latin typeface="Times New Roman" panose="02020603050405020304" charset="0"/>
                <a:ea typeface="宋体" panose="02010600030101010101" pitchFamily="2" charset="-122"/>
                <a:cs typeface="+mn-ea"/>
              </a:rPr>
              <a:t>25KB</a:t>
            </a:r>
            <a:r>
              <a:rPr lang="zh-CN" altLang="en-US" sz="2400" strike="noStrike" noProof="1">
                <a:solidFill>
                  <a:schemeClr val="tx1"/>
                </a:solidFill>
                <a:effectLst/>
                <a:latin typeface="Times New Roman" panose="02020603050405020304" charset="0"/>
                <a:ea typeface="宋体" panose="02010600030101010101" pitchFamily="2" charset="-122"/>
                <a:cs typeface="+mn-ea"/>
              </a:rPr>
              <a:t>；</a:t>
            </a:r>
            <a:endParaRPr lang="zh-CN" altLang="en-US"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20000"/>
              </a:lnSpc>
              <a:spcBef>
                <a:spcPct val="20000"/>
              </a:spcBef>
              <a:buNone/>
            </a:pPr>
            <a:r>
              <a:rPr lang="en-US" altLang="zh-CN" sz="2400" strike="noStrike" noProof="1">
                <a:solidFill>
                  <a:schemeClr val="tx1"/>
                </a:solidFill>
                <a:effectLst/>
                <a:latin typeface="Times New Roman" panose="02020603050405020304" charset="0"/>
                <a:ea typeface="宋体" panose="02010600030101010101" pitchFamily="2" charset="-122"/>
                <a:cs typeface="+mn-ea"/>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rPr>
              <a:t>程序</a:t>
            </a:r>
            <a:r>
              <a:rPr lang="en-US" altLang="zh-CN" sz="2400" strike="noStrike" noProof="1">
                <a:solidFill>
                  <a:schemeClr val="tx1"/>
                </a:solidFill>
                <a:effectLst/>
                <a:latin typeface="Times New Roman" panose="02020603050405020304" charset="0"/>
                <a:ea typeface="宋体" panose="02010600030101010101" pitchFamily="2" charset="-122"/>
                <a:cs typeface="+mn-ea"/>
              </a:rPr>
              <a:t>C</a:t>
            </a:r>
            <a:r>
              <a:rPr lang="zh-CN" altLang="en-US" sz="2400" strike="noStrike" noProof="1">
                <a:solidFill>
                  <a:schemeClr val="tx1"/>
                </a:solidFill>
                <a:effectLst/>
                <a:latin typeface="Times New Roman" panose="02020603050405020304" charset="0"/>
                <a:ea typeface="宋体" panose="02010600030101010101" pitchFamily="2" charset="-122"/>
                <a:cs typeface="+mn-ea"/>
              </a:rPr>
              <a:t>要求</a:t>
            </a:r>
            <a:r>
              <a:rPr lang="en-US" altLang="zh-CN" sz="2400" strike="noStrike" noProof="1">
                <a:solidFill>
                  <a:schemeClr val="tx1"/>
                </a:solidFill>
                <a:effectLst/>
                <a:latin typeface="Times New Roman" panose="02020603050405020304" charset="0"/>
                <a:ea typeface="宋体" panose="02010600030101010101" pitchFamily="2" charset="-122"/>
                <a:cs typeface="+mn-ea"/>
              </a:rPr>
              <a:t>30KB</a:t>
            </a:r>
            <a:r>
              <a:rPr lang="zh-CN" altLang="en-US" sz="2400" strike="noStrike" noProof="1">
                <a:solidFill>
                  <a:schemeClr val="tx1"/>
                </a:solidFill>
                <a:effectLst/>
                <a:latin typeface="Times New Roman" panose="02020603050405020304" charset="0"/>
                <a:ea typeface="宋体" panose="02010600030101010101" pitchFamily="2" charset="-122"/>
                <a:cs typeface="+mn-ea"/>
              </a:rPr>
              <a:t>。</a:t>
            </a:r>
            <a:endParaRPr lang="zh-CN" altLang="en-US"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20000"/>
              </a:lnSpc>
              <a:spcBef>
                <a:spcPct val="20000"/>
              </a:spcBef>
              <a:buNone/>
            </a:pP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分别用首次适应算法、最佳适应算法、最坏适应算法来处理程序序列，看哪种算法合适。</a:t>
            </a:r>
            <a:r>
              <a:rPr lang="en-US" altLang="zh-CN" sz="2400" strike="noStrike" noProof="1">
                <a:solidFill>
                  <a:schemeClr val="tx1"/>
                </a:solidFill>
                <a:effectLst/>
                <a:latin typeface="Times New Roman" panose="02020603050405020304" charset="0"/>
                <a:ea typeface="宋体" panose="02010600030101010101" pitchFamily="2" charset="-122"/>
                <a:cs typeface="+mn-ea"/>
              </a:rPr>
              <a:t>(</a:t>
            </a:r>
            <a:r>
              <a:rPr lang="zh-CN" altLang="en-US" sz="2400" strike="noStrike" noProof="1">
                <a:solidFill>
                  <a:schemeClr val="tx1"/>
                </a:solidFill>
                <a:effectLst/>
                <a:latin typeface="Times New Roman" panose="02020603050405020304" charset="0"/>
                <a:ea typeface="宋体" panose="02010600030101010101" pitchFamily="2" charset="-122"/>
                <a:cs typeface="+mn-ea"/>
              </a:rPr>
              <a:t>画出初始时的空闲队列结构</a:t>
            </a:r>
            <a:r>
              <a:rPr lang="en-US" altLang="zh-CN" sz="2400" strike="noStrike" noProof="1">
                <a:solidFill>
                  <a:schemeClr val="tx1"/>
                </a:solidFill>
                <a:effectLst/>
                <a:latin typeface="Times New Roman" panose="02020603050405020304" charset="0"/>
                <a:ea typeface="宋体" panose="02010600030101010101" pitchFamily="2" charset="-122"/>
                <a:cs typeface="+mn-ea"/>
              </a:rPr>
              <a:t>)</a:t>
            </a:r>
            <a:r>
              <a:rPr lang="zh-CN" altLang="en-US" sz="2400" strike="noStrike" noProof="1">
                <a:solidFill>
                  <a:schemeClr val="tx1"/>
                </a:solidFill>
                <a:effectLst/>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       </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44036" name="矩形 44035"/>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分区存储管理</a:t>
            </a:r>
            <a:endParaRPr lang="zh-CN" altLang="en-US" sz="2400" strike="noStrike" noProof="1">
              <a:ea typeface="宋体" panose="02010600030101010101" pitchFamily="2" charset="-122"/>
            </a:endParaRPr>
          </a:p>
        </p:txBody>
      </p:sp>
      <p:grpSp>
        <p:nvGrpSpPr>
          <p:cNvPr id="45060" name="组合 45059"/>
          <p:cNvGrpSpPr/>
          <p:nvPr/>
        </p:nvGrpSpPr>
        <p:grpSpPr>
          <a:xfrm>
            <a:off x="5859145" y="1390968"/>
            <a:ext cx="2297113" cy="3592512"/>
            <a:chOff x="0" y="0"/>
            <a:chExt cx="1447" cy="2263"/>
          </a:xfrm>
        </p:grpSpPr>
        <p:sp>
          <p:nvSpPr>
            <p:cNvPr id="45061" name="矩形 45060"/>
            <p:cNvSpPr/>
            <p:nvPr/>
          </p:nvSpPr>
          <p:spPr>
            <a:xfrm>
              <a:off x="569" y="741"/>
              <a:ext cx="874" cy="255"/>
            </a:xfrm>
            <a:prstGeom prst="rect">
              <a:avLst/>
            </a:prstGeom>
            <a:solidFill>
              <a:srgbClr val="FFCCCC"/>
            </a:solidFill>
            <a:ln w="9525" cap="flat" cmpd="sng">
              <a:solidFill>
                <a:srgbClr val="000000"/>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5541" name="文本框 45061"/>
            <p:cNvSpPr txBox="1"/>
            <p:nvPr/>
          </p:nvSpPr>
          <p:spPr>
            <a:xfrm>
              <a:off x="569" y="103"/>
              <a:ext cx="874" cy="1914"/>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endParaRPr lang="zh-CN" altLang="en-US" sz="1600">
                <a:solidFill>
                  <a:schemeClr val="tx1"/>
                </a:solidFill>
                <a:latin typeface="Times New Roman" panose="02020603050405020304" charset="0"/>
                <a:ea typeface="宋体" panose="02010600030101010101" pitchFamily="2" charset="-122"/>
              </a:endParaRPr>
            </a:p>
          </p:txBody>
        </p:sp>
        <p:sp>
          <p:nvSpPr>
            <p:cNvPr id="65542" name="直接连接符 45062"/>
            <p:cNvSpPr/>
            <p:nvPr/>
          </p:nvSpPr>
          <p:spPr>
            <a:xfrm>
              <a:off x="574" y="336"/>
              <a:ext cx="87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543" name="文本框 45063"/>
            <p:cNvSpPr txBox="1"/>
            <p:nvPr/>
          </p:nvSpPr>
          <p:spPr>
            <a:xfrm>
              <a:off x="739" y="1410"/>
              <a:ext cx="531"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在使用</a:t>
              </a:r>
              <a:endParaRPr lang="zh-CN" altLang="en-US" sz="1600">
                <a:solidFill>
                  <a:schemeClr val="tx1"/>
                </a:solidFill>
                <a:latin typeface="Times New Roman" panose="02020603050405020304" charset="0"/>
                <a:ea typeface="宋体" panose="02010600030101010101" pitchFamily="2" charset="-122"/>
              </a:endParaRPr>
            </a:p>
          </p:txBody>
        </p:sp>
        <p:sp>
          <p:nvSpPr>
            <p:cNvPr id="65544" name="直接连接符 45064"/>
            <p:cNvSpPr/>
            <p:nvPr/>
          </p:nvSpPr>
          <p:spPr>
            <a:xfrm>
              <a:off x="574" y="523"/>
              <a:ext cx="87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545" name="直接连接符 45065"/>
            <p:cNvSpPr/>
            <p:nvPr/>
          </p:nvSpPr>
          <p:spPr>
            <a:xfrm>
              <a:off x="574" y="990"/>
              <a:ext cx="87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546" name="文本框 45066"/>
            <p:cNvSpPr txBox="1"/>
            <p:nvPr/>
          </p:nvSpPr>
          <p:spPr>
            <a:xfrm>
              <a:off x="712" y="523"/>
              <a:ext cx="668"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在使用</a:t>
              </a:r>
              <a:endParaRPr lang="zh-CN" altLang="en-US" sz="1600">
                <a:solidFill>
                  <a:schemeClr val="tx1"/>
                </a:solidFill>
                <a:latin typeface="Times New Roman" panose="02020603050405020304" charset="0"/>
                <a:ea typeface="宋体" panose="02010600030101010101" pitchFamily="2" charset="-122"/>
              </a:endParaRPr>
            </a:p>
          </p:txBody>
        </p:sp>
        <p:sp>
          <p:nvSpPr>
            <p:cNvPr id="65547" name="直接连接符 45067"/>
            <p:cNvSpPr/>
            <p:nvPr/>
          </p:nvSpPr>
          <p:spPr>
            <a:xfrm>
              <a:off x="574" y="1223"/>
              <a:ext cx="87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548" name="文本框 45068"/>
            <p:cNvSpPr txBox="1"/>
            <p:nvPr/>
          </p:nvSpPr>
          <p:spPr>
            <a:xfrm>
              <a:off x="730" y="990"/>
              <a:ext cx="540"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在使用</a:t>
              </a:r>
              <a:endParaRPr lang="zh-CN" altLang="en-US" sz="1600">
                <a:solidFill>
                  <a:schemeClr val="tx1"/>
                </a:solidFill>
                <a:latin typeface="Times New Roman" panose="02020603050405020304" charset="0"/>
                <a:ea typeface="宋体" panose="02010600030101010101" pitchFamily="2" charset="-122"/>
              </a:endParaRPr>
            </a:p>
          </p:txBody>
        </p:sp>
        <p:sp>
          <p:nvSpPr>
            <p:cNvPr id="65549" name="直接连接符 45069"/>
            <p:cNvSpPr/>
            <p:nvPr/>
          </p:nvSpPr>
          <p:spPr>
            <a:xfrm>
              <a:off x="574" y="1410"/>
              <a:ext cx="87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550" name="直接连接符 45070"/>
            <p:cNvSpPr/>
            <p:nvPr/>
          </p:nvSpPr>
          <p:spPr>
            <a:xfrm>
              <a:off x="574" y="1644"/>
              <a:ext cx="87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5072" name="矩形 45071"/>
            <p:cNvSpPr/>
            <p:nvPr/>
          </p:nvSpPr>
          <p:spPr>
            <a:xfrm>
              <a:off x="565" y="336"/>
              <a:ext cx="877" cy="187"/>
            </a:xfrm>
            <a:prstGeom prst="rect">
              <a:avLst/>
            </a:prstGeom>
            <a:solidFill>
              <a:srgbClr val="FFCCCC"/>
            </a:solidFill>
            <a:ln w="9525" cap="flat" cmpd="sng">
              <a:solidFill>
                <a:srgbClr val="000000"/>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5552" name="文本框 45072"/>
            <p:cNvSpPr txBox="1"/>
            <p:nvPr/>
          </p:nvSpPr>
          <p:spPr>
            <a:xfrm>
              <a:off x="746" y="318"/>
              <a:ext cx="513" cy="21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30KB</a:t>
              </a:r>
              <a:endParaRPr lang="en-US" altLang="zh-CN" sz="1600">
                <a:solidFill>
                  <a:schemeClr val="tx1"/>
                </a:solidFill>
                <a:latin typeface="Times New Roman" panose="02020603050405020304" charset="0"/>
                <a:ea typeface="宋体" panose="02010600030101010101" pitchFamily="2" charset="-122"/>
              </a:endParaRPr>
            </a:p>
          </p:txBody>
        </p:sp>
        <p:sp>
          <p:nvSpPr>
            <p:cNvPr id="45074" name="矩形 45073"/>
            <p:cNvSpPr/>
            <p:nvPr/>
          </p:nvSpPr>
          <p:spPr>
            <a:xfrm>
              <a:off x="565" y="1223"/>
              <a:ext cx="877" cy="187"/>
            </a:xfrm>
            <a:prstGeom prst="rect">
              <a:avLst/>
            </a:prstGeom>
            <a:solidFill>
              <a:srgbClr val="FFCCCC"/>
            </a:solidFill>
            <a:ln w="9525" cap="flat" cmpd="sng">
              <a:solidFill>
                <a:srgbClr val="000000"/>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5554" name="文本框 45074"/>
            <p:cNvSpPr txBox="1"/>
            <p:nvPr/>
          </p:nvSpPr>
          <p:spPr>
            <a:xfrm>
              <a:off x="824" y="1196"/>
              <a:ext cx="404" cy="21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5KB</a:t>
              </a:r>
              <a:endParaRPr lang="en-US" altLang="zh-CN" sz="1600">
                <a:solidFill>
                  <a:schemeClr val="tx1"/>
                </a:solidFill>
                <a:latin typeface="Times New Roman" panose="02020603050405020304" charset="0"/>
                <a:ea typeface="宋体" panose="02010600030101010101" pitchFamily="2" charset="-122"/>
              </a:endParaRPr>
            </a:p>
          </p:txBody>
        </p:sp>
        <p:sp>
          <p:nvSpPr>
            <p:cNvPr id="45076" name="矩形 45075"/>
            <p:cNvSpPr/>
            <p:nvPr/>
          </p:nvSpPr>
          <p:spPr>
            <a:xfrm>
              <a:off x="565" y="1644"/>
              <a:ext cx="877" cy="373"/>
            </a:xfrm>
            <a:prstGeom prst="rect">
              <a:avLst/>
            </a:prstGeom>
            <a:solidFill>
              <a:srgbClr val="FFCCCC"/>
            </a:solidFill>
            <a:ln w="9525" cap="flat" cmpd="sng">
              <a:solidFill>
                <a:srgbClr val="000000"/>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5556" name="文本框 45076"/>
            <p:cNvSpPr txBox="1"/>
            <p:nvPr/>
          </p:nvSpPr>
          <p:spPr>
            <a:xfrm>
              <a:off x="806" y="1737"/>
              <a:ext cx="514" cy="21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46KB</a:t>
              </a:r>
              <a:endParaRPr lang="en-US" altLang="zh-CN" sz="1600">
                <a:solidFill>
                  <a:schemeClr val="tx1"/>
                </a:solidFill>
                <a:latin typeface="Times New Roman" panose="02020603050405020304" charset="0"/>
                <a:ea typeface="宋体" panose="02010600030101010101" pitchFamily="2" charset="-122"/>
              </a:endParaRPr>
            </a:p>
          </p:txBody>
        </p:sp>
        <p:sp>
          <p:nvSpPr>
            <p:cNvPr id="65557" name="直接连接符 45077"/>
            <p:cNvSpPr/>
            <p:nvPr/>
          </p:nvSpPr>
          <p:spPr>
            <a:xfrm>
              <a:off x="569" y="741"/>
              <a:ext cx="874"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558" name="文本框 45078"/>
            <p:cNvSpPr txBox="1"/>
            <p:nvPr/>
          </p:nvSpPr>
          <p:spPr>
            <a:xfrm>
              <a:off x="229" y="0"/>
              <a:ext cx="460"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0KB</a:t>
              </a:r>
              <a:endParaRPr lang="en-US" altLang="zh-CN" sz="1600">
                <a:solidFill>
                  <a:schemeClr val="tx1"/>
                </a:solidFill>
                <a:latin typeface="Times New Roman" panose="02020603050405020304" charset="0"/>
                <a:ea typeface="宋体" panose="02010600030101010101" pitchFamily="2" charset="-122"/>
              </a:endParaRPr>
            </a:p>
          </p:txBody>
        </p:sp>
        <p:sp>
          <p:nvSpPr>
            <p:cNvPr id="65559" name="文本框 45079"/>
            <p:cNvSpPr txBox="1"/>
            <p:nvPr/>
          </p:nvSpPr>
          <p:spPr>
            <a:xfrm>
              <a:off x="91" y="213"/>
              <a:ext cx="538" cy="211"/>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20KB</a:t>
              </a:r>
              <a:endParaRPr lang="en-US" altLang="zh-CN" sz="1600">
                <a:solidFill>
                  <a:schemeClr val="tx1"/>
                </a:solidFill>
                <a:latin typeface="Times New Roman" panose="02020603050405020304" charset="0"/>
                <a:ea typeface="宋体" panose="02010600030101010101" pitchFamily="2" charset="-122"/>
              </a:endParaRPr>
            </a:p>
          </p:txBody>
        </p:sp>
        <p:sp>
          <p:nvSpPr>
            <p:cNvPr id="65560" name="文本框 45080"/>
            <p:cNvSpPr txBox="1"/>
            <p:nvPr/>
          </p:nvSpPr>
          <p:spPr>
            <a:xfrm>
              <a:off x="31" y="611"/>
              <a:ext cx="619" cy="211"/>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100KB</a:t>
              </a:r>
              <a:endParaRPr lang="en-US" altLang="zh-CN" sz="1600">
                <a:solidFill>
                  <a:schemeClr val="tx1"/>
                </a:solidFill>
                <a:latin typeface="Times New Roman" panose="02020603050405020304" charset="0"/>
                <a:ea typeface="宋体" panose="02010600030101010101" pitchFamily="2" charset="-122"/>
              </a:endParaRPr>
            </a:p>
          </p:txBody>
        </p:sp>
        <p:sp>
          <p:nvSpPr>
            <p:cNvPr id="45082" name="矩形 45081"/>
            <p:cNvSpPr/>
            <p:nvPr/>
          </p:nvSpPr>
          <p:spPr>
            <a:xfrm>
              <a:off x="569" y="741"/>
              <a:ext cx="873" cy="255"/>
            </a:xfrm>
            <a:prstGeom prst="rect">
              <a:avLst/>
            </a:prstGeom>
            <a:solidFill>
              <a:srgbClr val="FFCCCC"/>
            </a:solidFill>
            <a:ln w="9525" cap="flat" cmpd="sng">
              <a:solidFill>
                <a:srgbClr val="000000"/>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5562" name="文本框 45082"/>
            <p:cNvSpPr txBox="1"/>
            <p:nvPr/>
          </p:nvSpPr>
          <p:spPr>
            <a:xfrm>
              <a:off x="772" y="762"/>
              <a:ext cx="514" cy="21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20KB</a:t>
              </a:r>
              <a:endParaRPr lang="en-US" altLang="zh-CN" sz="1600">
                <a:solidFill>
                  <a:schemeClr val="tx1"/>
                </a:solidFill>
                <a:latin typeface="Times New Roman" panose="02020603050405020304" charset="0"/>
                <a:ea typeface="宋体" panose="02010600030101010101" pitchFamily="2" charset="-122"/>
              </a:endParaRPr>
            </a:p>
          </p:txBody>
        </p:sp>
        <p:sp>
          <p:nvSpPr>
            <p:cNvPr id="65563" name="文本框 45083"/>
            <p:cNvSpPr txBox="1"/>
            <p:nvPr/>
          </p:nvSpPr>
          <p:spPr>
            <a:xfrm>
              <a:off x="32" y="1105"/>
              <a:ext cx="599" cy="211"/>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160KB</a:t>
              </a:r>
              <a:endParaRPr lang="en-US" altLang="zh-CN" sz="1600">
                <a:solidFill>
                  <a:schemeClr val="tx1"/>
                </a:solidFill>
                <a:latin typeface="Times New Roman" panose="02020603050405020304" charset="0"/>
                <a:ea typeface="宋体" panose="02010600030101010101" pitchFamily="2" charset="-122"/>
              </a:endParaRPr>
            </a:p>
          </p:txBody>
        </p:sp>
        <p:sp>
          <p:nvSpPr>
            <p:cNvPr id="65564" name="文本框 45084"/>
            <p:cNvSpPr txBox="1"/>
            <p:nvPr/>
          </p:nvSpPr>
          <p:spPr>
            <a:xfrm>
              <a:off x="14" y="1522"/>
              <a:ext cx="644" cy="211"/>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210KB</a:t>
              </a:r>
              <a:endParaRPr lang="en-US" altLang="zh-CN" sz="1600">
                <a:solidFill>
                  <a:schemeClr val="tx1"/>
                </a:solidFill>
                <a:latin typeface="Times New Roman" panose="02020603050405020304" charset="0"/>
                <a:ea typeface="宋体" panose="02010600030101010101" pitchFamily="2" charset="-122"/>
              </a:endParaRPr>
            </a:p>
          </p:txBody>
        </p:sp>
        <p:sp>
          <p:nvSpPr>
            <p:cNvPr id="65565" name="文本框 45085"/>
            <p:cNvSpPr txBox="1"/>
            <p:nvPr/>
          </p:nvSpPr>
          <p:spPr>
            <a:xfrm>
              <a:off x="0" y="1923"/>
              <a:ext cx="686" cy="211"/>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256KB</a:t>
              </a:r>
              <a:endParaRPr lang="en-US" altLang="zh-CN" sz="1600">
                <a:solidFill>
                  <a:schemeClr val="tx1"/>
                </a:solidFill>
                <a:latin typeface="Times New Roman" panose="02020603050405020304" charset="0"/>
                <a:ea typeface="宋体" panose="02010600030101010101" pitchFamily="2" charset="-122"/>
              </a:endParaRPr>
            </a:p>
          </p:txBody>
        </p:sp>
        <p:sp>
          <p:nvSpPr>
            <p:cNvPr id="65566" name="文本框 45086"/>
            <p:cNvSpPr txBox="1"/>
            <p:nvPr/>
          </p:nvSpPr>
          <p:spPr>
            <a:xfrm>
              <a:off x="819" y="2051"/>
              <a:ext cx="469"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主存</a:t>
              </a:r>
              <a:endParaRPr lang="zh-CN" altLang="en-US" sz="1600">
                <a:solidFill>
                  <a:schemeClr val="tx1"/>
                </a:solidFill>
                <a:latin typeface="Times New Roman" panose="02020603050405020304" charset="0"/>
                <a:ea typeface="宋体" panose="02010600030101010101" pitchFamily="2" charset="-122"/>
              </a:endParaRPr>
            </a:p>
          </p:txBody>
        </p:sp>
        <p:sp>
          <p:nvSpPr>
            <p:cNvPr id="65567" name="文本框 45087"/>
            <p:cNvSpPr txBox="1"/>
            <p:nvPr/>
          </p:nvSpPr>
          <p:spPr>
            <a:xfrm>
              <a:off x="832" y="64"/>
              <a:ext cx="323" cy="250"/>
            </a:xfrm>
            <a:prstGeom prst="rect">
              <a:avLst/>
            </a:prstGeom>
            <a:noFill/>
            <a:ln w="9525">
              <a:noFill/>
              <a:miter/>
            </a:ln>
          </p:spPr>
          <p:txBody>
            <a:bodyPr anchor="t">
              <a:spAutoFit/>
            </a:bodyPr>
            <a:p>
              <a:pPr lvl="0">
                <a:spcBef>
                  <a:spcPct val="50000"/>
                </a:spcBef>
              </a:pPr>
              <a:r>
                <a:rPr lang="en-US" altLang="zh-CN" sz="2000">
                  <a:solidFill>
                    <a:schemeClr val="tx1"/>
                  </a:solidFill>
                  <a:latin typeface="Times New Roman" panose="02020603050405020304" charset="0"/>
                  <a:ea typeface="宋体" panose="02010600030101010101" pitchFamily="2" charset="-122"/>
                </a:rPr>
                <a:t>os</a:t>
              </a:r>
              <a:endParaRPr lang="en-US" altLang="zh-CN" sz="2000">
                <a:solidFill>
                  <a:schemeClr val="tx1"/>
                </a:solidFill>
                <a:latin typeface="Times New Roman" panose="02020603050405020304" charset="0"/>
                <a:ea typeface="宋体" panose="02010600030101010101" pitchFamily="2" charset="-122"/>
              </a:endParaRPr>
            </a:p>
          </p:txBody>
        </p:sp>
      </p:grpSp>
      <p:sp>
        <p:nvSpPr>
          <p:cNvPr id="45189" name="文本框 45188"/>
          <p:cNvSpPr txBox="1"/>
          <p:nvPr/>
        </p:nvSpPr>
        <p:spPr>
          <a:xfrm>
            <a:off x="6276340" y="5087620"/>
            <a:ext cx="2320290" cy="337185"/>
          </a:xfrm>
          <a:prstGeom prst="rect">
            <a:avLst/>
          </a:prstGeom>
          <a:noFill/>
          <a:ln w="9525">
            <a:noFill/>
            <a:miter/>
          </a:ln>
        </p:spPr>
        <p:txBody>
          <a:bodyPr wrap="square" anchor="t">
            <a:spAutoFit/>
          </a:bodyPr>
          <a:p>
            <a:pPr lvl="0">
              <a:spcBef>
                <a:spcPct val="30000"/>
              </a:spcBef>
            </a:pPr>
            <a:r>
              <a:rPr lang="zh-CN" altLang="en-US" sz="1600" b="0">
                <a:solidFill>
                  <a:schemeClr val="tx1"/>
                </a:solidFill>
                <a:latin typeface="Times New Roman" panose="02020603050405020304" charset="0"/>
                <a:ea typeface="宋体" panose="02010600030101010101" pitchFamily="2" charset="-122"/>
              </a:rPr>
              <a:t>初始时主存分布示意图</a:t>
            </a:r>
            <a:endParaRPr lang="zh-CN" altLang="en-US" sz="1600" b="0">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4035" grpId="0" build="p"/>
      <p:bldP spid="45189"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3" name="矩形 46082"/>
          <p:cNvSpPr/>
          <p:nvPr/>
        </p:nvSpPr>
        <p:spPr>
          <a:xfrm>
            <a:off x="571500" y="787400"/>
            <a:ext cx="4021138" cy="56673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en-US" altLang="zh-CN" sz="2400" b="1" strike="noStrike" noProof="1">
                <a:solidFill>
                  <a:schemeClr val="tx1"/>
                </a:solidFill>
                <a:latin typeface="宋体" panose="02010600030101010101" pitchFamily="2" charset="-122"/>
                <a:ea typeface="宋体" panose="02010600030101010101" pitchFamily="2" charset="-122"/>
                <a:cs typeface="+mn-cs"/>
              </a:rPr>
              <a:t>ⅰ </a:t>
            </a:r>
            <a:r>
              <a:rPr lang="zh-CN" altLang="en-US" sz="2400" b="1" strike="noStrike" noProof="1">
                <a:solidFill>
                  <a:schemeClr val="tx1"/>
                </a:solidFill>
                <a:latin typeface="Times New Roman" panose="02020603050405020304" charset="0"/>
                <a:ea typeface="宋体" panose="02010600030101010101" pitchFamily="2" charset="-122"/>
                <a:cs typeface="+mn-cs"/>
              </a:rPr>
              <a:t>首次适应算法</a:t>
            </a:r>
            <a:r>
              <a:rPr lang="zh-CN" altLang="en-US" sz="2400" strike="noStrike" noProof="1">
                <a:solidFill>
                  <a:schemeClr val="tx1"/>
                </a:solidFill>
                <a:latin typeface="Times New Roman" panose="02020603050405020304" charset="0"/>
                <a:ea typeface="宋体" panose="02010600030101010101" pitchFamily="2" charset="-122"/>
                <a:cs typeface="+mn-cs"/>
              </a:rPr>
              <a:t>        </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46084" name="矩形 46083"/>
          <p:cNvSpPr/>
          <p:nvPr/>
        </p:nvSpPr>
        <p:spPr>
          <a:xfrm>
            <a:off x="344488" y="3603625"/>
            <a:ext cx="6430963" cy="231933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cs"/>
              </a:rPr>
              <a:t>    程序</a:t>
            </a:r>
            <a:r>
              <a:rPr lang="en-US" altLang="zh-CN" sz="2400" strike="noStrike" noProof="1">
                <a:solidFill>
                  <a:schemeClr val="tx1"/>
                </a:solidFill>
                <a:latin typeface="Times New Roman" panose="02020603050405020304" charset="0"/>
                <a:ea typeface="宋体" panose="02010600030101010101" pitchFamily="2" charset="-122"/>
                <a:cs typeface="+mn-cs"/>
              </a:rPr>
              <a:t>A</a:t>
            </a:r>
            <a:r>
              <a:rPr lang="zh-CN" altLang="en-US" sz="2400" strike="noStrike" noProof="1">
                <a:solidFill>
                  <a:schemeClr val="tx1"/>
                </a:solidFill>
                <a:latin typeface="Times New Roman" panose="02020603050405020304" charset="0"/>
                <a:ea typeface="宋体" panose="02010600030101010101" pitchFamily="2" charset="-122"/>
                <a:cs typeface="+mn-cs"/>
              </a:rPr>
              <a:t>要求</a:t>
            </a:r>
            <a:r>
              <a:rPr lang="en-US" altLang="zh-CN" sz="2400" strike="noStrike" noProof="1">
                <a:solidFill>
                  <a:schemeClr val="tx1"/>
                </a:solidFill>
                <a:latin typeface="Times New Roman" panose="02020603050405020304" charset="0"/>
                <a:ea typeface="宋体" panose="02010600030101010101" pitchFamily="2" charset="-122"/>
                <a:cs typeface="+mn-cs"/>
              </a:rPr>
              <a:t>18KB</a:t>
            </a:r>
            <a:endParaRPr lang="en-US" altLang="zh-CN"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程序</a:t>
            </a:r>
            <a:r>
              <a:rPr lang="en-US" altLang="zh-CN" sz="2400" strike="noStrike" noProof="1">
                <a:solidFill>
                  <a:schemeClr val="tx1"/>
                </a:solidFill>
                <a:latin typeface="Times New Roman" panose="02020603050405020304" charset="0"/>
                <a:ea typeface="宋体" panose="02010600030101010101" pitchFamily="2" charset="-122"/>
                <a:cs typeface="+mn-ea"/>
              </a:rPr>
              <a:t>B</a:t>
            </a:r>
            <a:r>
              <a:rPr lang="zh-CN" altLang="en-US" sz="2400" strike="noStrike" noProof="1">
                <a:solidFill>
                  <a:schemeClr val="tx1"/>
                </a:solidFill>
                <a:latin typeface="Times New Roman" panose="02020603050405020304" charset="0"/>
                <a:ea typeface="宋体" panose="02010600030101010101" pitchFamily="2" charset="-122"/>
                <a:cs typeface="+mn-ea"/>
              </a:rPr>
              <a:t>要求</a:t>
            </a:r>
            <a:r>
              <a:rPr lang="en-US" altLang="zh-CN" sz="2400" strike="noStrike" noProof="1">
                <a:solidFill>
                  <a:schemeClr val="tx1"/>
                </a:solidFill>
                <a:latin typeface="Times New Roman" panose="02020603050405020304" charset="0"/>
                <a:ea typeface="宋体" panose="02010600030101010101" pitchFamily="2" charset="-122"/>
                <a:cs typeface="+mn-ea"/>
              </a:rPr>
              <a:t>25KB</a:t>
            </a:r>
            <a:endParaRPr lang="en-US" altLang="zh-CN"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程序</a:t>
            </a:r>
            <a:r>
              <a:rPr lang="en-US" altLang="zh-CN" sz="2400" strike="noStrike" noProof="1">
                <a:solidFill>
                  <a:schemeClr val="tx1"/>
                </a:solidFill>
                <a:latin typeface="Times New Roman" panose="02020603050405020304" charset="0"/>
                <a:ea typeface="宋体" panose="02010600030101010101" pitchFamily="2" charset="-122"/>
                <a:cs typeface="+mn-ea"/>
              </a:rPr>
              <a:t>C</a:t>
            </a:r>
            <a:r>
              <a:rPr lang="zh-CN" altLang="en-US" sz="2400" strike="noStrike" noProof="1">
                <a:solidFill>
                  <a:schemeClr val="tx1"/>
                </a:solidFill>
                <a:latin typeface="Times New Roman" panose="02020603050405020304" charset="0"/>
                <a:ea typeface="宋体" panose="02010600030101010101" pitchFamily="2" charset="-122"/>
                <a:cs typeface="+mn-ea"/>
              </a:rPr>
              <a:t>要求</a:t>
            </a:r>
            <a:r>
              <a:rPr lang="en-US" altLang="zh-CN" sz="2400" strike="noStrike" noProof="1">
                <a:solidFill>
                  <a:schemeClr val="tx1"/>
                </a:solidFill>
                <a:latin typeface="Times New Roman" panose="02020603050405020304" charset="0"/>
                <a:ea typeface="宋体" panose="02010600030101010101" pitchFamily="2" charset="-122"/>
                <a:cs typeface="+mn-ea"/>
              </a:rPr>
              <a:t>30KB</a:t>
            </a:r>
            <a:endParaRPr lang="en-US" altLang="zh-CN"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         </a:t>
            </a:r>
            <a:r>
              <a:rPr lang="zh-CN" altLang="en-US" sz="2400" b="1" strike="noStrike" noProof="1">
                <a:solidFill>
                  <a:schemeClr val="tx1"/>
                </a:solidFill>
                <a:latin typeface="Times New Roman" panose="02020603050405020304" charset="0"/>
                <a:ea typeface="宋体" panose="02010600030101010101" pitchFamily="2" charset="-122"/>
                <a:cs typeface="+mn-ea"/>
              </a:rPr>
              <a:t>首次适应算法对该作业序列是不合适的 </a:t>
            </a:r>
            <a:endParaRPr lang="zh-CN" altLang="en-US" sz="2400" b="1" strike="noStrike" noProof="1">
              <a:solidFill>
                <a:schemeClr val="tx1"/>
              </a:solidFill>
              <a:latin typeface="Times New Roman" panose="02020603050405020304" charset="0"/>
              <a:ea typeface="宋体" panose="02010600030101010101" pitchFamily="2" charset="-122"/>
            </a:endParaRPr>
          </a:p>
        </p:txBody>
      </p:sp>
      <p:grpSp>
        <p:nvGrpSpPr>
          <p:cNvPr id="46085" name="组合 46084"/>
          <p:cNvGrpSpPr/>
          <p:nvPr/>
        </p:nvGrpSpPr>
        <p:grpSpPr>
          <a:xfrm>
            <a:off x="6521450" y="1693863"/>
            <a:ext cx="2297113" cy="3592512"/>
            <a:chOff x="0" y="0"/>
            <a:chExt cx="1447" cy="2263"/>
          </a:xfrm>
        </p:grpSpPr>
        <p:sp>
          <p:nvSpPr>
            <p:cNvPr id="46086" name="矩形 46085"/>
            <p:cNvSpPr/>
            <p:nvPr/>
          </p:nvSpPr>
          <p:spPr>
            <a:xfrm>
              <a:off x="569" y="741"/>
              <a:ext cx="874" cy="255"/>
            </a:xfrm>
            <a:prstGeom prst="rect">
              <a:avLst/>
            </a:prstGeom>
            <a:solidFill>
              <a:srgbClr val="FFCCCC"/>
            </a:solidFill>
            <a:ln w="9525" cap="flat" cmpd="sng">
              <a:solidFill>
                <a:srgbClr val="000000"/>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6566" name="文本框 46086"/>
            <p:cNvSpPr txBox="1"/>
            <p:nvPr/>
          </p:nvSpPr>
          <p:spPr>
            <a:xfrm>
              <a:off x="569" y="103"/>
              <a:ext cx="874" cy="1914"/>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endParaRPr lang="zh-CN" altLang="en-US" sz="1600">
                <a:solidFill>
                  <a:schemeClr val="tx1"/>
                </a:solidFill>
                <a:latin typeface="Times New Roman" panose="02020603050405020304" charset="0"/>
                <a:ea typeface="宋体" panose="02010600030101010101" pitchFamily="2" charset="-122"/>
              </a:endParaRPr>
            </a:p>
          </p:txBody>
        </p:sp>
        <p:sp>
          <p:nvSpPr>
            <p:cNvPr id="66567" name="直接连接符 46087"/>
            <p:cNvSpPr/>
            <p:nvPr/>
          </p:nvSpPr>
          <p:spPr>
            <a:xfrm>
              <a:off x="574" y="336"/>
              <a:ext cx="87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6568" name="文本框 46088"/>
            <p:cNvSpPr txBox="1"/>
            <p:nvPr/>
          </p:nvSpPr>
          <p:spPr>
            <a:xfrm>
              <a:off x="739" y="1410"/>
              <a:ext cx="531"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在使用</a:t>
              </a:r>
              <a:endParaRPr lang="zh-CN" altLang="en-US" sz="1600">
                <a:solidFill>
                  <a:schemeClr val="tx1"/>
                </a:solidFill>
                <a:latin typeface="Times New Roman" panose="02020603050405020304" charset="0"/>
                <a:ea typeface="宋体" panose="02010600030101010101" pitchFamily="2" charset="-122"/>
              </a:endParaRPr>
            </a:p>
          </p:txBody>
        </p:sp>
        <p:sp>
          <p:nvSpPr>
            <p:cNvPr id="66569" name="直接连接符 46089"/>
            <p:cNvSpPr/>
            <p:nvPr/>
          </p:nvSpPr>
          <p:spPr>
            <a:xfrm>
              <a:off x="574" y="523"/>
              <a:ext cx="87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6570" name="直接连接符 46090"/>
            <p:cNvSpPr/>
            <p:nvPr/>
          </p:nvSpPr>
          <p:spPr>
            <a:xfrm>
              <a:off x="574" y="990"/>
              <a:ext cx="87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6571" name="文本框 46091"/>
            <p:cNvSpPr txBox="1"/>
            <p:nvPr/>
          </p:nvSpPr>
          <p:spPr>
            <a:xfrm>
              <a:off x="712" y="523"/>
              <a:ext cx="668"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在使用</a:t>
              </a:r>
              <a:endParaRPr lang="zh-CN" altLang="en-US" sz="1600">
                <a:solidFill>
                  <a:schemeClr val="tx1"/>
                </a:solidFill>
                <a:latin typeface="Times New Roman" panose="02020603050405020304" charset="0"/>
                <a:ea typeface="宋体" panose="02010600030101010101" pitchFamily="2" charset="-122"/>
              </a:endParaRPr>
            </a:p>
          </p:txBody>
        </p:sp>
        <p:sp>
          <p:nvSpPr>
            <p:cNvPr id="66572" name="直接连接符 46092"/>
            <p:cNvSpPr/>
            <p:nvPr/>
          </p:nvSpPr>
          <p:spPr>
            <a:xfrm>
              <a:off x="574" y="1223"/>
              <a:ext cx="87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6573" name="文本框 46093"/>
            <p:cNvSpPr txBox="1"/>
            <p:nvPr/>
          </p:nvSpPr>
          <p:spPr>
            <a:xfrm>
              <a:off x="730" y="990"/>
              <a:ext cx="540"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在使用</a:t>
              </a:r>
              <a:endParaRPr lang="zh-CN" altLang="en-US" sz="1600">
                <a:solidFill>
                  <a:schemeClr val="tx1"/>
                </a:solidFill>
                <a:latin typeface="Times New Roman" panose="02020603050405020304" charset="0"/>
                <a:ea typeface="宋体" panose="02010600030101010101" pitchFamily="2" charset="-122"/>
              </a:endParaRPr>
            </a:p>
          </p:txBody>
        </p:sp>
        <p:sp>
          <p:nvSpPr>
            <p:cNvPr id="66574" name="直接连接符 46094"/>
            <p:cNvSpPr/>
            <p:nvPr/>
          </p:nvSpPr>
          <p:spPr>
            <a:xfrm>
              <a:off x="574" y="1410"/>
              <a:ext cx="87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6575" name="直接连接符 46095"/>
            <p:cNvSpPr/>
            <p:nvPr/>
          </p:nvSpPr>
          <p:spPr>
            <a:xfrm>
              <a:off x="574" y="1644"/>
              <a:ext cx="87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6097" name="矩形 46096"/>
            <p:cNvSpPr/>
            <p:nvPr/>
          </p:nvSpPr>
          <p:spPr>
            <a:xfrm>
              <a:off x="565" y="336"/>
              <a:ext cx="877" cy="187"/>
            </a:xfrm>
            <a:prstGeom prst="rect">
              <a:avLst/>
            </a:prstGeom>
            <a:solidFill>
              <a:srgbClr val="FFCCCC"/>
            </a:solidFill>
            <a:ln w="9525" cap="flat" cmpd="sng">
              <a:solidFill>
                <a:srgbClr val="000000"/>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6577" name="文本框 46097"/>
            <p:cNvSpPr txBox="1"/>
            <p:nvPr/>
          </p:nvSpPr>
          <p:spPr>
            <a:xfrm>
              <a:off x="746" y="318"/>
              <a:ext cx="513" cy="21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30KB</a:t>
              </a:r>
              <a:endParaRPr lang="en-US" altLang="zh-CN" sz="1600">
                <a:solidFill>
                  <a:schemeClr val="tx1"/>
                </a:solidFill>
                <a:latin typeface="Times New Roman" panose="02020603050405020304" charset="0"/>
                <a:ea typeface="宋体" panose="02010600030101010101" pitchFamily="2" charset="-122"/>
              </a:endParaRPr>
            </a:p>
          </p:txBody>
        </p:sp>
        <p:sp>
          <p:nvSpPr>
            <p:cNvPr id="46099" name="矩形 46098"/>
            <p:cNvSpPr/>
            <p:nvPr/>
          </p:nvSpPr>
          <p:spPr>
            <a:xfrm>
              <a:off x="565" y="1223"/>
              <a:ext cx="877" cy="187"/>
            </a:xfrm>
            <a:prstGeom prst="rect">
              <a:avLst/>
            </a:prstGeom>
            <a:solidFill>
              <a:srgbClr val="FFCCCC"/>
            </a:solidFill>
            <a:ln w="9525" cap="flat" cmpd="sng">
              <a:solidFill>
                <a:srgbClr val="000000"/>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6579" name="文本框 46099"/>
            <p:cNvSpPr txBox="1"/>
            <p:nvPr/>
          </p:nvSpPr>
          <p:spPr>
            <a:xfrm>
              <a:off x="824" y="1196"/>
              <a:ext cx="404" cy="21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5KB</a:t>
              </a:r>
              <a:endParaRPr lang="en-US" altLang="zh-CN" sz="1600">
                <a:solidFill>
                  <a:schemeClr val="tx1"/>
                </a:solidFill>
                <a:latin typeface="Times New Roman" panose="02020603050405020304" charset="0"/>
                <a:ea typeface="宋体" panose="02010600030101010101" pitchFamily="2" charset="-122"/>
              </a:endParaRPr>
            </a:p>
          </p:txBody>
        </p:sp>
        <p:sp>
          <p:nvSpPr>
            <p:cNvPr id="46101" name="矩形 46100"/>
            <p:cNvSpPr/>
            <p:nvPr/>
          </p:nvSpPr>
          <p:spPr>
            <a:xfrm>
              <a:off x="565" y="1644"/>
              <a:ext cx="877" cy="373"/>
            </a:xfrm>
            <a:prstGeom prst="rect">
              <a:avLst/>
            </a:prstGeom>
            <a:solidFill>
              <a:srgbClr val="FFCCCC"/>
            </a:solidFill>
            <a:ln w="9525" cap="flat" cmpd="sng">
              <a:solidFill>
                <a:srgbClr val="000000"/>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6581" name="文本框 46101"/>
            <p:cNvSpPr txBox="1"/>
            <p:nvPr/>
          </p:nvSpPr>
          <p:spPr>
            <a:xfrm>
              <a:off x="806" y="1737"/>
              <a:ext cx="514" cy="21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46KB</a:t>
              </a:r>
              <a:endParaRPr lang="en-US" altLang="zh-CN" sz="1600">
                <a:solidFill>
                  <a:schemeClr val="tx1"/>
                </a:solidFill>
                <a:latin typeface="Times New Roman" panose="02020603050405020304" charset="0"/>
                <a:ea typeface="宋体" panose="02010600030101010101" pitchFamily="2" charset="-122"/>
              </a:endParaRPr>
            </a:p>
          </p:txBody>
        </p:sp>
        <p:sp>
          <p:nvSpPr>
            <p:cNvPr id="66582" name="直接连接符 46102"/>
            <p:cNvSpPr/>
            <p:nvPr/>
          </p:nvSpPr>
          <p:spPr>
            <a:xfrm>
              <a:off x="569" y="741"/>
              <a:ext cx="874"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6583" name="文本框 46103"/>
            <p:cNvSpPr txBox="1"/>
            <p:nvPr/>
          </p:nvSpPr>
          <p:spPr>
            <a:xfrm>
              <a:off x="229" y="0"/>
              <a:ext cx="460"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0KB</a:t>
              </a:r>
              <a:endParaRPr lang="en-US" altLang="zh-CN" sz="1600">
                <a:solidFill>
                  <a:schemeClr val="tx1"/>
                </a:solidFill>
                <a:latin typeface="Times New Roman" panose="02020603050405020304" charset="0"/>
                <a:ea typeface="宋体" panose="02010600030101010101" pitchFamily="2" charset="-122"/>
              </a:endParaRPr>
            </a:p>
          </p:txBody>
        </p:sp>
        <p:sp>
          <p:nvSpPr>
            <p:cNvPr id="66584" name="文本框 46104"/>
            <p:cNvSpPr txBox="1"/>
            <p:nvPr/>
          </p:nvSpPr>
          <p:spPr>
            <a:xfrm>
              <a:off x="100" y="213"/>
              <a:ext cx="529" cy="211"/>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20KB</a:t>
              </a:r>
              <a:endParaRPr lang="en-US" altLang="zh-CN" sz="1600">
                <a:solidFill>
                  <a:schemeClr val="tx1"/>
                </a:solidFill>
                <a:latin typeface="Times New Roman" panose="02020603050405020304" charset="0"/>
                <a:ea typeface="宋体" panose="02010600030101010101" pitchFamily="2" charset="-122"/>
              </a:endParaRPr>
            </a:p>
          </p:txBody>
        </p:sp>
        <p:sp>
          <p:nvSpPr>
            <p:cNvPr id="66585" name="文本框 46105"/>
            <p:cNvSpPr txBox="1"/>
            <p:nvPr/>
          </p:nvSpPr>
          <p:spPr>
            <a:xfrm>
              <a:off x="57" y="611"/>
              <a:ext cx="593" cy="211"/>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100KB</a:t>
              </a:r>
              <a:endParaRPr lang="en-US" altLang="zh-CN" sz="1600">
                <a:solidFill>
                  <a:schemeClr val="tx1"/>
                </a:solidFill>
                <a:latin typeface="Times New Roman" panose="02020603050405020304" charset="0"/>
                <a:ea typeface="宋体" panose="02010600030101010101" pitchFamily="2" charset="-122"/>
              </a:endParaRPr>
            </a:p>
          </p:txBody>
        </p:sp>
        <p:sp>
          <p:nvSpPr>
            <p:cNvPr id="46107" name="矩形 46106"/>
            <p:cNvSpPr/>
            <p:nvPr/>
          </p:nvSpPr>
          <p:spPr>
            <a:xfrm>
              <a:off x="569" y="741"/>
              <a:ext cx="873" cy="255"/>
            </a:xfrm>
            <a:prstGeom prst="rect">
              <a:avLst/>
            </a:prstGeom>
            <a:solidFill>
              <a:srgbClr val="FFCCCC"/>
            </a:solidFill>
            <a:ln w="9525" cap="flat" cmpd="sng">
              <a:solidFill>
                <a:srgbClr val="000000"/>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6587" name="文本框 46107"/>
            <p:cNvSpPr txBox="1"/>
            <p:nvPr/>
          </p:nvSpPr>
          <p:spPr>
            <a:xfrm>
              <a:off x="772" y="762"/>
              <a:ext cx="514" cy="21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20KB</a:t>
              </a:r>
              <a:endParaRPr lang="en-US" altLang="zh-CN" sz="1600">
                <a:solidFill>
                  <a:schemeClr val="tx1"/>
                </a:solidFill>
                <a:latin typeface="Times New Roman" panose="02020603050405020304" charset="0"/>
                <a:ea typeface="宋体" panose="02010600030101010101" pitchFamily="2" charset="-122"/>
              </a:endParaRPr>
            </a:p>
          </p:txBody>
        </p:sp>
        <p:sp>
          <p:nvSpPr>
            <p:cNvPr id="66588" name="文本框 46108"/>
            <p:cNvSpPr txBox="1"/>
            <p:nvPr/>
          </p:nvSpPr>
          <p:spPr>
            <a:xfrm>
              <a:off x="40" y="1105"/>
              <a:ext cx="590" cy="211"/>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160KB</a:t>
              </a:r>
              <a:endParaRPr lang="en-US" altLang="zh-CN" sz="1600">
                <a:solidFill>
                  <a:schemeClr val="tx1"/>
                </a:solidFill>
                <a:latin typeface="Times New Roman" panose="02020603050405020304" charset="0"/>
                <a:ea typeface="宋体" panose="02010600030101010101" pitchFamily="2" charset="-122"/>
              </a:endParaRPr>
            </a:p>
          </p:txBody>
        </p:sp>
        <p:sp>
          <p:nvSpPr>
            <p:cNvPr id="66589" name="文本框 46109"/>
            <p:cNvSpPr txBox="1"/>
            <p:nvPr/>
          </p:nvSpPr>
          <p:spPr>
            <a:xfrm>
              <a:off x="41" y="1522"/>
              <a:ext cx="618" cy="211"/>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210KB</a:t>
              </a:r>
              <a:endParaRPr lang="en-US" altLang="zh-CN" sz="1600">
                <a:solidFill>
                  <a:schemeClr val="tx1"/>
                </a:solidFill>
                <a:latin typeface="Times New Roman" panose="02020603050405020304" charset="0"/>
                <a:ea typeface="宋体" panose="02010600030101010101" pitchFamily="2" charset="-122"/>
              </a:endParaRPr>
            </a:p>
          </p:txBody>
        </p:sp>
        <p:sp>
          <p:nvSpPr>
            <p:cNvPr id="66590" name="文本框 46110"/>
            <p:cNvSpPr txBox="1"/>
            <p:nvPr/>
          </p:nvSpPr>
          <p:spPr>
            <a:xfrm>
              <a:off x="0" y="1923"/>
              <a:ext cx="660"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256KB</a:t>
              </a:r>
              <a:endParaRPr lang="en-US" altLang="zh-CN" sz="1600">
                <a:solidFill>
                  <a:schemeClr val="tx1"/>
                </a:solidFill>
                <a:latin typeface="Times New Roman" panose="02020603050405020304" charset="0"/>
                <a:ea typeface="宋体" panose="02010600030101010101" pitchFamily="2" charset="-122"/>
              </a:endParaRPr>
            </a:p>
          </p:txBody>
        </p:sp>
        <p:sp>
          <p:nvSpPr>
            <p:cNvPr id="66591" name="文本框 46111"/>
            <p:cNvSpPr txBox="1"/>
            <p:nvPr/>
          </p:nvSpPr>
          <p:spPr>
            <a:xfrm>
              <a:off x="819" y="2051"/>
              <a:ext cx="469"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主存</a:t>
              </a:r>
              <a:endParaRPr lang="zh-CN" altLang="en-US" sz="1600">
                <a:solidFill>
                  <a:schemeClr val="tx1"/>
                </a:solidFill>
                <a:latin typeface="Times New Roman" panose="02020603050405020304" charset="0"/>
                <a:ea typeface="宋体" panose="02010600030101010101" pitchFamily="2" charset="-122"/>
              </a:endParaRPr>
            </a:p>
          </p:txBody>
        </p:sp>
        <p:sp>
          <p:nvSpPr>
            <p:cNvPr id="66592" name="文本框 46112"/>
            <p:cNvSpPr txBox="1"/>
            <p:nvPr/>
          </p:nvSpPr>
          <p:spPr>
            <a:xfrm>
              <a:off x="832" y="64"/>
              <a:ext cx="323" cy="250"/>
            </a:xfrm>
            <a:prstGeom prst="rect">
              <a:avLst/>
            </a:prstGeom>
            <a:noFill/>
            <a:ln w="9525">
              <a:noFill/>
              <a:miter/>
            </a:ln>
          </p:spPr>
          <p:txBody>
            <a:bodyPr anchor="t">
              <a:spAutoFit/>
            </a:bodyPr>
            <a:p>
              <a:pPr lvl="0">
                <a:spcBef>
                  <a:spcPct val="50000"/>
                </a:spcBef>
              </a:pPr>
              <a:r>
                <a:rPr lang="en-US" altLang="zh-CN" sz="2000">
                  <a:solidFill>
                    <a:schemeClr val="tx1"/>
                  </a:solidFill>
                  <a:latin typeface="Times New Roman" panose="02020603050405020304" charset="0"/>
                  <a:ea typeface="宋体" panose="02010600030101010101" pitchFamily="2" charset="-122"/>
                </a:rPr>
                <a:t>os</a:t>
              </a:r>
              <a:endParaRPr lang="en-US" altLang="zh-CN" sz="2000">
                <a:solidFill>
                  <a:schemeClr val="tx1"/>
                </a:solidFill>
                <a:latin typeface="Times New Roman" panose="02020603050405020304" charset="0"/>
                <a:ea typeface="宋体" panose="02010600030101010101" pitchFamily="2" charset="-122"/>
              </a:endParaRPr>
            </a:p>
          </p:txBody>
        </p:sp>
      </p:grpSp>
      <p:grpSp>
        <p:nvGrpSpPr>
          <p:cNvPr id="46114" name="组合 46113"/>
          <p:cNvGrpSpPr/>
          <p:nvPr/>
        </p:nvGrpSpPr>
        <p:grpSpPr>
          <a:xfrm>
            <a:off x="144463" y="1798638"/>
            <a:ext cx="6407150" cy="1392237"/>
            <a:chOff x="0" y="0"/>
            <a:chExt cx="3828" cy="877"/>
          </a:xfrm>
        </p:grpSpPr>
        <p:sp>
          <p:nvSpPr>
            <p:cNvPr id="66594" name="文本框 46114"/>
            <p:cNvSpPr txBox="1"/>
            <p:nvPr/>
          </p:nvSpPr>
          <p:spPr>
            <a:xfrm>
              <a:off x="1289" y="741"/>
              <a:ext cx="1864" cy="136"/>
            </a:xfrm>
            <a:prstGeom prst="rect">
              <a:avLst/>
            </a:prstGeom>
            <a:noFill/>
            <a:ln w="9525">
              <a:noFill/>
              <a:miter/>
            </a:ln>
          </p:spPr>
          <p:txBody>
            <a:bodyPr anchor="t"/>
            <a:p>
              <a:pPr lvl="0" algn="just">
                <a:lnSpc>
                  <a:spcPct val="80000"/>
                </a:lnSpc>
              </a:pPr>
              <a:r>
                <a:rPr lang="en-US" altLang="zh-CN" sz="1600" b="0">
                  <a:solidFill>
                    <a:schemeClr val="tx1"/>
                  </a:solidFill>
                  <a:latin typeface="Times New Roman" panose="02020603050405020304" charset="0"/>
                  <a:ea typeface="宋体" panose="02010600030101010101" pitchFamily="2" charset="-122"/>
                </a:rPr>
                <a:t>(a) </a:t>
              </a:r>
              <a:r>
                <a:rPr lang="zh-CN" altLang="en-US" sz="1600" b="0">
                  <a:solidFill>
                    <a:schemeClr val="tx1"/>
                  </a:solidFill>
                  <a:latin typeface="Times New Roman" panose="02020603050405020304" charset="0"/>
                  <a:ea typeface="宋体" panose="02010600030101010101" pitchFamily="2" charset="-122"/>
                </a:rPr>
                <a:t>首次适应算法的空闲区队列</a:t>
              </a:r>
              <a:endParaRPr lang="zh-CN" altLang="en-US" sz="1600" b="0">
                <a:solidFill>
                  <a:schemeClr val="tx1"/>
                </a:solidFill>
                <a:latin typeface="Times New Roman" panose="02020603050405020304" charset="0"/>
                <a:ea typeface="宋体" panose="02010600030101010101" pitchFamily="2" charset="-122"/>
              </a:endParaRPr>
            </a:p>
          </p:txBody>
        </p:sp>
        <p:sp>
          <p:nvSpPr>
            <p:cNvPr id="66595" name="文本框 46115"/>
            <p:cNvSpPr txBox="1"/>
            <p:nvPr/>
          </p:nvSpPr>
          <p:spPr>
            <a:xfrm>
              <a:off x="0" y="0"/>
              <a:ext cx="497" cy="161"/>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lnSpc>
                  <a:spcPct val="80000"/>
                </a:lnSpc>
              </a:pPr>
              <a:endParaRPr lang="zh-CN" altLang="en-US">
                <a:solidFill>
                  <a:schemeClr val="tx1"/>
                </a:solidFill>
                <a:latin typeface="Times New Roman" panose="02020603050405020304" charset="0"/>
                <a:ea typeface="宋体" panose="02010600030101010101" pitchFamily="2" charset="-122"/>
              </a:endParaRPr>
            </a:p>
            <a:p>
              <a:pPr lvl="0" algn="just">
                <a:lnSpc>
                  <a:spcPct val="80000"/>
                </a:lnSpc>
              </a:pPr>
              <a:endParaRPr lang="zh-CN" altLang="en-US">
                <a:solidFill>
                  <a:schemeClr val="tx1"/>
                </a:solidFill>
                <a:latin typeface="Times New Roman" panose="02020603050405020304" charset="0"/>
                <a:ea typeface="宋体" panose="02010600030101010101" pitchFamily="2" charset="-122"/>
              </a:endParaRPr>
            </a:p>
          </p:txBody>
        </p:sp>
        <p:sp>
          <p:nvSpPr>
            <p:cNvPr id="66596" name="文本框 46116"/>
            <p:cNvSpPr txBox="1"/>
            <p:nvPr/>
          </p:nvSpPr>
          <p:spPr>
            <a:xfrm>
              <a:off x="62" y="0"/>
              <a:ext cx="461" cy="171"/>
            </a:xfrm>
            <a:prstGeom prst="rect">
              <a:avLst/>
            </a:prstGeom>
            <a:noFill/>
            <a:ln w="9525">
              <a:noFill/>
              <a:miter/>
            </a:ln>
          </p:spPr>
          <p:txBody>
            <a:bodyPr anchor="t"/>
            <a:p>
              <a:pPr lvl="0" algn="just">
                <a:lnSpc>
                  <a:spcPct val="80000"/>
                </a:lnSpc>
              </a:pPr>
              <a:r>
                <a:rPr lang="zh-CN" altLang="en-US">
                  <a:solidFill>
                    <a:schemeClr val="tx1"/>
                  </a:solidFill>
                  <a:latin typeface="Times New Roman" panose="02020603050405020304" charset="0"/>
                  <a:ea typeface="宋体" panose="02010600030101010101" pitchFamily="2" charset="-122"/>
                </a:rPr>
                <a:t> </a:t>
              </a:r>
              <a:r>
                <a:rPr lang="en-US" altLang="zh-CN">
                  <a:solidFill>
                    <a:schemeClr val="tx1"/>
                  </a:solidFill>
                  <a:latin typeface="Times New Roman" panose="02020603050405020304" charset="0"/>
                  <a:ea typeface="宋体" panose="02010600030101010101" pitchFamily="2" charset="-122"/>
                </a:rPr>
                <a:t>20KB</a:t>
              </a:r>
              <a:endParaRPr lang="en-US" altLang="zh-CN">
                <a:solidFill>
                  <a:schemeClr val="tx1"/>
                </a:solidFill>
                <a:latin typeface="Times New Roman" panose="02020603050405020304" charset="0"/>
                <a:ea typeface="宋体" panose="02010600030101010101" pitchFamily="2" charset="-122"/>
              </a:endParaRPr>
            </a:p>
          </p:txBody>
        </p:sp>
        <p:sp>
          <p:nvSpPr>
            <p:cNvPr id="66597" name="直接连接符 46117"/>
            <p:cNvSpPr/>
            <p:nvPr/>
          </p:nvSpPr>
          <p:spPr>
            <a:xfrm>
              <a:off x="497" y="64"/>
              <a:ext cx="420"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nvGrpSpPr>
            <p:cNvPr id="66598" name="组合 46118"/>
            <p:cNvGrpSpPr/>
            <p:nvPr/>
          </p:nvGrpSpPr>
          <p:grpSpPr>
            <a:xfrm>
              <a:off x="843" y="64"/>
              <a:ext cx="877" cy="612"/>
              <a:chOff x="-74" y="0"/>
              <a:chExt cx="877" cy="612"/>
            </a:xfrm>
          </p:grpSpPr>
          <p:sp>
            <p:nvSpPr>
              <p:cNvPr id="66599" name="文本框 46119"/>
              <p:cNvSpPr txBox="1"/>
              <p:nvPr/>
            </p:nvSpPr>
            <p:spPr>
              <a:xfrm>
                <a:off x="-74" y="0"/>
                <a:ext cx="571" cy="612"/>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lnSpc>
                    <a:spcPct val="80000"/>
                  </a:lnSpc>
                  <a:spcBef>
                    <a:spcPct val="30000"/>
                  </a:spcBef>
                </a:pPr>
                <a:r>
                  <a:rPr lang="zh-CN" altLang="en-US">
                    <a:solidFill>
                      <a:schemeClr val="tx1"/>
                    </a:solidFill>
                    <a:latin typeface="Times New Roman" panose="02020603050405020304" charset="0"/>
                    <a:ea typeface="宋体" panose="02010600030101010101" pitchFamily="2" charset="-122"/>
                  </a:rPr>
                  <a:t>     </a:t>
                </a:r>
                <a:r>
                  <a:rPr lang="en-US" altLang="zh-CN">
                    <a:solidFill>
                      <a:schemeClr val="tx1"/>
                    </a:solidFill>
                    <a:latin typeface="Times New Roman" panose="02020603050405020304" charset="0"/>
                    <a:ea typeface="宋体" panose="02010600030101010101" pitchFamily="2" charset="-122"/>
                  </a:rPr>
                  <a:t>0</a:t>
                </a:r>
                <a:endParaRPr lang="en-US" altLang="zh-CN">
                  <a:solidFill>
                    <a:schemeClr val="tx1"/>
                  </a:solidFill>
                  <a:latin typeface="Times New Roman" panose="02020603050405020304" charset="0"/>
                  <a:ea typeface="宋体" panose="02010600030101010101" pitchFamily="2" charset="-122"/>
                </a:endParaRPr>
              </a:p>
              <a:p>
                <a:pPr lvl="0" algn="just">
                  <a:lnSpc>
                    <a:spcPct val="80000"/>
                  </a:lnSpc>
                  <a:spcBef>
                    <a:spcPct val="30000"/>
                  </a:spcBef>
                </a:pPr>
                <a:r>
                  <a:rPr lang="en-US" altLang="zh-CN">
                    <a:solidFill>
                      <a:schemeClr val="tx1"/>
                    </a:solidFill>
                    <a:latin typeface="Times New Roman" panose="02020603050405020304" charset="0"/>
                    <a:ea typeface="宋体" panose="02010600030101010101" pitchFamily="2" charset="-122"/>
                  </a:rPr>
                  <a:t>  30KB</a:t>
                </a:r>
                <a:endParaRPr lang="en-US" altLang="zh-CN">
                  <a:solidFill>
                    <a:schemeClr val="tx1"/>
                  </a:solidFill>
                  <a:latin typeface="Times New Roman" panose="02020603050405020304" charset="0"/>
                  <a:ea typeface="宋体" panose="02010600030101010101" pitchFamily="2" charset="-122"/>
                </a:endParaRPr>
              </a:p>
              <a:p>
                <a:pPr lvl="0" algn="just">
                  <a:lnSpc>
                    <a:spcPct val="80000"/>
                  </a:lnSpc>
                  <a:spcBef>
                    <a:spcPct val="30000"/>
                  </a:spcBef>
                </a:pPr>
                <a:r>
                  <a:rPr lang="en-US" altLang="zh-CN">
                    <a:solidFill>
                      <a:schemeClr val="tx1"/>
                    </a:solidFill>
                    <a:latin typeface="Times New Roman" panose="02020603050405020304" charset="0"/>
                    <a:ea typeface="宋体" panose="02010600030101010101" pitchFamily="2" charset="-122"/>
                  </a:rPr>
                  <a:t> 100KB</a:t>
                </a:r>
                <a:endParaRPr lang="en-US" altLang="zh-CN">
                  <a:solidFill>
                    <a:schemeClr val="tx1"/>
                  </a:solidFill>
                  <a:latin typeface="Times New Roman" panose="02020603050405020304" charset="0"/>
                  <a:ea typeface="宋体" panose="02010600030101010101" pitchFamily="2" charset="-122"/>
                </a:endParaRPr>
              </a:p>
            </p:txBody>
          </p:sp>
          <p:sp>
            <p:nvSpPr>
              <p:cNvPr id="66600" name="直接连接符 46120"/>
              <p:cNvSpPr/>
              <p:nvPr/>
            </p:nvSpPr>
            <p:spPr>
              <a:xfrm>
                <a:off x="0" y="147"/>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6601" name="直接连接符 46121"/>
              <p:cNvSpPr/>
              <p:nvPr/>
            </p:nvSpPr>
            <p:spPr>
              <a:xfrm>
                <a:off x="0" y="294"/>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6602" name="直接连接符 46122"/>
              <p:cNvSpPr/>
              <p:nvPr/>
            </p:nvSpPr>
            <p:spPr>
              <a:xfrm>
                <a:off x="0" y="450"/>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6603" name="直接连接符 46123"/>
              <p:cNvSpPr/>
              <p:nvPr/>
            </p:nvSpPr>
            <p:spPr>
              <a:xfrm flipV="1">
                <a:off x="574" y="0"/>
                <a:ext cx="0" cy="345"/>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6604" name="直接连接符 46124"/>
              <p:cNvSpPr/>
              <p:nvPr/>
            </p:nvSpPr>
            <p:spPr>
              <a:xfrm>
                <a:off x="574" y="0"/>
                <a:ext cx="229"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6605" name="直接连接符 46125"/>
              <p:cNvSpPr/>
              <p:nvPr/>
            </p:nvSpPr>
            <p:spPr>
              <a:xfrm>
                <a:off x="459" y="349"/>
                <a:ext cx="115"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grpSp>
          <p:nvGrpSpPr>
            <p:cNvPr id="66606" name="组合 46126"/>
            <p:cNvGrpSpPr/>
            <p:nvPr/>
          </p:nvGrpSpPr>
          <p:grpSpPr>
            <a:xfrm>
              <a:off x="1672" y="64"/>
              <a:ext cx="852" cy="612"/>
              <a:chOff x="-49" y="0"/>
              <a:chExt cx="852" cy="612"/>
            </a:xfrm>
          </p:grpSpPr>
          <p:sp>
            <p:nvSpPr>
              <p:cNvPr id="66607" name="文本框 46127"/>
              <p:cNvSpPr txBox="1"/>
              <p:nvPr/>
            </p:nvSpPr>
            <p:spPr>
              <a:xfrm>
                <a:off x="-49" y="0"/>
                <a:ext cx="547" cy="612"/>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lnSpc>
                    <a:spcPct val="80000"/>
                  </a:lnSpc>
                  <a:spcBef>
                    <a:spcPct val="30000"/>
                  </a:spcBef>
                </a:pPr>
                <a:r>
                  <a:rPr lang="zh-CN" altLang="en-US">
                    <a:solidFill>
                      <a:schemeClr val="tx1"/>
                    </a:solidFill>
                    <a:latin typeface="Times New Roman" panose="02020603050405020304" charset="0"/>
                    <a:ea typeface="宋体" panose="02010600030101010101" pitchFamily="2" charset="-122"/>
                  </a:rPr>
                  <a:t>     </a:t>
                </a:r>
                <a:r>
                  <a:rPr lang="en-US" altLang="zh-CN">
                    <a:solidFill>
                      <a:schemeClr val="tx1"/>
                    </a:solidFill>
                    <a:latin typeface="Times New Roman" panose="02020603050405020304" charset="0"/>
                    <a:ea typeface="宋体" panose="02010600030101010101" pitchFamily="2" charset="-122"/>
                  </a:rPr>
                  <a:t>0</a:t>
                </a:r>
                <a:endParaRPr lang="en-US" altLang="zh-CN">
                  <a:solidFill>
                    <a:schemeClr val="tx1"/>
                  </a:solidFill>
                  <a:latin typeface="Times New Roman" panose="02020603050405020304" charset="0"/>
                  <a:ea typeface="宋体" panose="02010600030101010101" pitchFamily="2" charset="-122"/>
                </a:endParaRPr>
              </a:p>
              <a:p>
                <a:pPr lvl="0" algn="just">
                  <a:lnSpc>
                    <a:spcPct val="80000"/>
                  </a:lnSpc>
                  <a:spcBef>
                    <a:spcPct val="30000"/>
                  </a:spcBef>
                </a:pPr>
                <a:r>
                  <a:rPr lang="en-US" altLang="zh-CN">
                    <a:solidFill>
                      <a:schemeClr val="tx1"/>
                    </a:solidFill>
                    <a:latin typeface="Times New Roman" panose="02020603050405020304" charset="0"/>
                    <a:ea typeface="宋体" panose="02010600030101010101" pitchFamily="2" charset="-122"/>
                  </a:rPr>
                  <a:t>  20KB</a:t>
                </a:r>
                <a:endParaRPr lang="en-US" altLang="zh-CN">
                  <a:solidFill>
                    <a:schemeClr val="tx1"/>
                  </a:solidFill>
                  <a:latin typeface="Times New Roman" panose="02020603050405020304" charset="0"/>
                  <a:ea typeface="宋体" panose="02010600030101010101" pitchFamily="2" charset="-122"/>
                </a:endParaRPr>
              </a:p>
              <a:p>
                <a:pPr lvl="0" algn="just">
                  <a:lnSpc>
                    <a:spcPct val="80000"/>
                  </a:lnSpc>
                  <a:spcBef>
                    <a:spcPct val="30000"/>
                  </a:spcBef>
                </a:pPr>
                <a:r>
                  <a:rPr lang="en-US" altLang="zh-CN">
                    <a:solidFill>
                      <a:schemeClr val="tx1"/>
                    </a:solidFill>
                    <a:latin typeface="Times New Roman" panose="02020603050405020304" charset="0"/>
                    <a:ea typeface="宋体" panose="02010600030101010101" pitchFamily="2" charset="-122"/>
                  </a:rPr>
                  <a:t> 160KB</a:t>
                </a:r>
                <a:endParaRPr lang="en-US" altLang="zh-CN">
                  <a:solidFill>
                    <a:schemeClr val="tx1"/>
                  </a:solidFill>
                  <a:latin typeface="Times New Roman" panose="02020603050405020304" charset="0"/>
                  <a:ea typeface="宋体" panose="02010600030101010101" pitchFamily="2" charset="-122"/>
                </a:endParaRPr>
              </a:p>
            </p:txBody>
          </p:sp>
          <p:sp>
            <p:nvSpPr>
              <p:cNvPr id="66608" name="直接连接符 46128"/>
              <p:cNvSpPr/>
              <p:nvPr/>
            </p:nvSpPr>
            <p:spPr>
              <a:xfrm>
                <a:off x="0" y="147"/>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6609" name="直接连接符 46129"/>
              <p:cNvSpPr/>
              <p:nvPr/>
            </p:nvSpPr>
            <p:spPr>
              <a:xfrm>
                <a:off x="0" y="294"/>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6610" name="直接连接符 46130"/>
              <p:cNvSpPr/>
              <p:nvPr/>
            </p:nvSpPr>
            <p:spPr>
              <a:xfrm>
                <a:off x="0" y="450"/>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6611" name="直接连接符 46131"/>
              <p:cNvSpPr/>
              <p:nvPr/>
            </p:nvSpPr>
            <p:spPr>
              <a:xfrm flipV="1">
                <a:off x="574" y="0"/>
                <a:ext cx="0" cy="345"/>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6612" name="直接连接符 46132"/>
              <p:cNvSpPr/>
              <p:nvPr/>
            </p:nvSpPr>
            <p:spPr>
              <a:xfrm>
                <a:off x="574" y="0"/>
                <a:ext cx="229"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6613" name="直接连接符 46133"/>
              <p:cNvSpPr/>
              <p:nvPr/>
            </p:nvSpPr>
            <p:spPr>
              <a:xfrm>
                <a:off x="459" y="349"/>
                <a:ext cx="115"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grpSp>
          <p:nvGrpSpPr>
            <p:cNvPr id="66614" name="组合 46134"/>
            <p:cNvGrpSpPr/>
            <p:nvPr/>
          </p:nvGrpSpPr>
          <p:grpSpPr>
            <a:xfrm>
              <a:off x="2477" y="64"/>
              <a:ext cx="852" cy="612"/>
              <a:chOff x="-49" y="0"/>
              <a:chExt cx="852" cy="612"/>
            </a:xfrm>
          </p:grpSpPr>
          <p:sp>
            <p:nvSpPr>
              <p:cNvPr id="66615" name="文本框 46135"/>
              <p:cNvSpPr txBox="1"/>
              <p:nvPr/>
            </p:nvSpPr>
            <p:spPr>
              <a:xfrm>
                <a:off x="-49" y="0"/>
                <a:ext cx="546" cy="612"/>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lnSpc>
                    <a:spcPct val="80000"/>
                  </a:lnSpc>
                  <a:spcBef>
                    <a:spcPct val="30000"/>
                  </a:spcBef>
                </a:pPr>
                <a:r>
                  <a:rPr lang="zh-CN" altLang="en-US">
                    <a:solidFill>
                      <a:schemeClr val="tx1"/>
                    </a:solidFill>
                    <a:latin typeface="Times New Roman" panose="02020603050405020304" charset="0"/>
                    <a:ea typeface="宋体" panose="02010600030101010101" pitchFamily="2" charset="-122"/>
                  </a:rPr>
                  <a:t>     </a:t>
                </a:r>
                <a:r>
                  <a:rPr lang="en-US" altLang="zh-CN">
                    <a:solidFill>
                      <a:schemeClr val="tx1"/>
                    </a:solidFill>
                    <a:latin typeface="Times New Roman" panose="02020603050405020304" charset="0"/>
                    <a:ea typeface="宋体" panose="02010600030101010101" pitchFamily="2" charset="-122"/>
                  </a:rPr>
                  <a:t>0</a:t>
                </a:r>
                <a:endParaRPr lang="en-US" altLang="zh-CN">
                  <a:solidFill>
                    <a:schemeClr val="tx1"/>
                  </a:solidFill>
                  <a:latin typeface="Times New Roman" panose="02020603050405020304" charset="0"/>
                  <a:ea typeface="宋体" panose="02010600030101010101" pitchFamily="2" charset="-122"/>
                </a:endParaRPr>
              </a:p>
              <a:p>
                <a:pPr lvl="0" algn="just">
                  <a:lnSpc>
                    <a:spcPct val="80000"/>
                  </a:lnSpc>
                  <a:spcBef>
                    <a:spcPct val="30000"/>
                  </a:spcBef>
                </a:pPr>
                <a:r>
                  <a:rPr lang="en-US" altLang="zh-CN">
                    <a:solidFill>
                      <a:schemeClr val="tx1"/>
                    </a:solidFill>
                    <a:latin typeface="Times New Roman" panose="02020603050405020304" charset="0"/>
                    <a:ea typeface="宋体" panose="02010600030101010101" pitchFamily="2" charset="-122"/>
                  </a:rPr>
                  <a:t>   5KB</a:t>
                </a:r>
                <a:endParaRPr lang="en-US" altLang="zh-CN">
                  <a:solidFill>
                    <a:schemeClr val="tx1"/>
                  </a:solidFill>
                  <a:latin typeface="Times New Roman" panose="02020603050405020304" charset="0"/>
                  <a:ea typeface="宋体" panose="02010600030101010101" pitchFamily="2" charset="-122"/>
                </a:endParaRPr>
              </a:p>
              <a:p>
                <a:pPr lvl="0" algn="just">
                  <a:lnSpc>
                    <a:spcPct val="80000"/>
                  </a:lnSpc>
                  <a:spcBef>
                    <a:spcPct val="30000"/>
                  </a:spcBef>
                </a:pPr>
                <a:r>
                  <a:rPr lang="en-US" altLang="zh-CN">
                    <a:solidFill>
                      <a:schemeClr val="tx1"/>
                    </a:solidFill>
                    <a:latin typeface="Times New Roman" panose="02020603050405020304" charset="0"/>
                    <a:ea typeface="宋体" panose="02010600030101010101" pitchFamily="2" charset="-122"/>
                  </a:rPr>
                  <a:t> 210KB</a:t>
                </a:r>
                <a:endParaRPr lang="en-US" altLang="zh-CN">
                  <a:solidFill>
                    <a:schemeClr val="tx1"/>
                  </a:solidFill>
                  <a:latin typeface="Times New Roman" panose="02020603050405020304" charset="0"/>
                  <a:ea typeface="宋体" panose="02010600030101010101" pitchFamily="2" charset="-122"/>
                </a:endParaRPr>
              </a:p>
            </p:txBody>
          </p:sp>
          <p:sp>
            <p:nvSpPr>
              <p:cNvPr id="66616" name="直接连接符 46136"/>
              <p:cNvSpPr/>
              <p:nvPr/>
            </p:nvSpPr>
            <p:spPr>
              <a:xfrm>
                <a:off x="0" y="147"/>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6617" name="直接连接符 46137"/>
              <p:cNvSpPr/>
              <p:nvPr/>
            </p:nvSpPr>
            <p:spPr>
              <a:xfrm>
                <a:off x="0" y="294"/>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6618" name="直接连接符 46138"/>
              <p:cNvSpPr/>
              <p:nvPr/>
            </p:nvSpPr>
            <p:spPr>
              <a:xfrm>
                <a:off x="0" y="450"/>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6619" name="直接连接符 46139"/>
              <p:cNvSpPr/>
              <p:nvPr/>
            </p:nvSpPr>
            <p:spPr>
              <a:xfrm flipV="1">
                <a:off x="574" y="0"/>
                <a:ext cx="0" cy="345"/>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6620" name="直接连接符 46140"/>
              <p:cNvSpPr/>
              <p:nvPr/>
            </p:nvSpPr>
            <p:spPr>
              <a:xfrm>
                <a:off x="574" y="0"/>
                <a:ext cx="229"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6621" name="直接连接符 46141"/>
              <p:cNvSpPr/>
              <p:nvPr/>
            </p:nvSpPr>
            <p:spPr>
              <a:xfrm>
                <a:off x="459" y="349"/>
                <a:ext cx="115"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46143" name="文本框 46142"/>
            <p:cNvSpPr txBox="1"/>
            <p:nvPr/>
          </p:nvSpPr>
          <p:spPr>
            <a:xfrm>
              <a:off x="3331" y="63"/>
              <a:ext cx="497" cy="612"/>
            </a:xfrm>
            <a:prstGeom prst="rect">
              <a:avLst/>
            </a:prstGeom>
            <a:solidFill>
              <a:srgbClr val="FFFFCC"/>
            </a:solidFill>
            <a:ln w="9525" cap="flat" cmpd="sng">
              <a:solidFill>
                <a:srgbClr val="000000"/>
              </a:solidFill>
              <a:prstDash val="solid"/>
              <a:miter/>
              <a:headEnd type="none" w="med" len="med"/>
              <a:tailEnd type="none" w="med" len="med"/>
            </a:ln>
          </p:spPr>
          <p:txBody>
            <a:bodyPr/>
            <a:p>
              <a:pPr lvl="0" algn="just" fontAlgn="base">
                <a:lnSpc>
                  <a:spcPct val="80000"/>
                </a:lnSpc>
                <a:spcBef>
                  <a:spcPct val="30000"/>
                </a:spcBef>
              </a:pPr>
              <a:r>
                <a:rPr lang="zh-CN" altLang="en-US" sz="1400" b="1" strike="noStrike" noProof="1">
                  <a:solidFill>
                    <a:schemeClr val="tx1"/>
                  </a:solidFill>
                  <a:latin typeface="Times New Roman" panose="02020603050405020304" charset="0"/>
                  <a:ea typeface="宋体" panose="02010600030101010101" pitchFamily="2" charset="-122"/>
                  <a:cs typeface="+mn-ea"/>
                </a:rPr>
                <a:t>     </a:t>
              </a:r>
              <a:r>
                <a:rPr lang="en-US" altLang="zh-CN" sz="1400" b="1" strike="noStrike" noProof="1">
                  <a:solidFill>
                    <a:schemeClr val="tx1"/>
                  </a:solidFill>
                  <a:latin typeface="Times New Roman" panose="02020603050405020304" charset="0"/>
                  <a:ea typeface="宋体" panose="02010600030101010101" pitchFamily="2" charset="-122"/>
                  <a:cs typeface="+mn-ea"/>
                </a:rPr>
                <a:t>0</a:t>
              </a:r>
              <a:endParaRPr lang="en-US" altLang="zh-CN" sz="1400" b="1" strike="noStrike" noProof="1">
                <a:solidFill>
                  <a:schemeClr val="tx1"/>
                </a:solidFill>
                <a:latin typeface="Times New Roman" panose="02020603050405020304" charset="0"/>
                <a:ea typeface="宋体" panose="02010600030101010101" pitchFamily="2" charset="-122"/>
              </a:endParaRPr>
            </a:p>
            <a:p>
              <a:pPr lvl="0" algn="just" fontAlgn="base">
                <a:lnSpc>
                  <a:spcPct val="80000"/>
                </a:lnSpc>
                <a:spcBef>
                  <a:spcPct val="30000"/>
                </a:spcBef>
              </a:pPr>
              <a:r>
                <a:rPr lang="en-US" altLang="zh-CN" sz="1400" b="1" strike="noStrike" noProof="1">
                  <a:solidFill>
                    <a:schemeClr val="tx1"/>
                  </a:solidFill>
                  <a:latin typeface="Times New Roman" panose="02020603050405020304" charset="0"/>
                  <a:ea typeface="宋体" panose="02010600030101010101" pitchFamily="2" charset="-122"/>
                  <a:cs typeface="+mn-ea"/>
                </a:rPr>
                <a:t>  46KB</a:t>
              </a:r>
              <a:endParaRPr lang="en-US" altLang="zh-CN" sz="1400" b="1" strike="noStrike" noProof="1">
                <a:solidFill>
                  <a:schemeClr val="tx1"/>
                </a:solidFill>
                <a:latin typeface="Times New Roman" panose="02020603050405020304" charset="0"/>
                <a:ea typeface="宋体" panose="02010600030101010101" pitchFamily="2" charset="-122"/>
              </a:endParaRPr>
            </a:p>
            <a:p>
              <a:pPr lvl="0" algn="just" fontAlgn="base">
                <a:lnSpc>
                  <a:spcPct val="80000"/>
                </a:lnSpc>
                <a:spcBef>
                  <a:spcPct val="30000"/>
                </a:spcBef>
              </a:pPr>
              <a:r>
                <a:rPr lang="en-US" altLang="zh-CN" sz="1400" b="1" strike="noStrike" noProof="1">
                  <a:solidFill>
                    <a:schemeClr val="tx1"/>
                  </a:solidFill>
                  <a:latin typeface="Times New Roman" panose="02020603050405020304" charset="0"/>
                  <a:ea typeface="宋体" panose="02010600030101010101" pitchFamily="2" charset="-122"/>
                  <a:cs typeface="+mn-ea"/>
                </a:rPr>
                <a:t>    ^</a:t>
              </a:r>
              <a:r>
                <a:rPr lang="en-US" altLang="zh-CN"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cs typeface="+mn-ea"/>
                </a:rPr>
                <a:t> </a:t>
              </a:r>
              <a:endParaRPr lang="en-US" altLang="zh-CN"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6623" name="直接连接符 46143"/>
            <p:cNvSpPr/>
            <p:nvPr/>
          </p:nvSpPr>
          <p:spPr>
            <a:xfrm>
              <a:off x="3331" y="210"/>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6624" name="直接连接符 46144"/>
            <p:cNvSpPr/>
            <p:nvPr/>
          </p:nvSpPr>
          <p:spPr>
            <a:xfrm>
              <a:off x="3331" y="357"/>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6625" name="直接连接符 46145"/>
            <p:cNvSpPr/>
            <p:nvPr/>
          </p:nvSpPr>
          <p:spPr>
            <a:xfrm>
              <a:off x="3331" y="513"/>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46147" name="文本框 46146"/>
          <p:cNvSpPr txBox="1"/>
          <p:nvPr/>
        </p:nvSpPr>
        <p:spPr>
          <a:xfrm>
            <a:off x="7156450" y="5451475"/>
            <a:ext cx="1649413" cy="336550"/>
          </a:xfrm>
          <a:prstGeom prst="rect">
            <a:avLst/>
          </a:prstGeom>
          <a:noFill/>
          <a:ln w="9525">
            <a:noFill/>
            <a:miter/>
          </a:ln>
        </p:spPr>
        <p:txBody>
          <a:bodyPr anchor="t">
            <a:spAutoFit/>
          </a:bodyPr>
          <a:p>
            <a:pPr lvl="0">
              <a:spcBef>
                <a:spcPct val="30000"/>
              </a:spcBef>
            </a:pPr>
            <a:r>
              <a:rPr lang="zh-CN" altLang="en-US" sz="1600" b="0">
                <a:solidFill>
                  <a:schemeClr val="tx1"/>
                </a:solidFill>
                <a:latin typeface="Times New Roman" panose="02020603050405020304" charset="0"/>
                <a:ea typeface="宋体" panose="02010600030101010101" pitchFamily="2" charset="-122"/>
              </a:rPr>
              <a:t>主存分布示意图</a:t>
            </a:r>
            <a:endParaRPr lang="zh-CN" altLang="en-US" sz="1600" b="0">
              <a:solidFill>
                <a:schemeClr val="tx1"/>
              </a:solidFill>
              <a:latin typeface="Times New Roman" panose="02020603050405020304" charset="0"/>
              <a:ea typeface="宋体" panose="02010600030101010101" pitchFamily="2" charset="-122"/>
            </a:endParaRPr>
          </a:p>
        </p:txBody>
      </p:sp>
      <p:sp>
        <p:nvSpPr>
          <p:cNvPr id="46148" name="矩形 4614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分区存储管理</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6147"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7" name="矩形 47106"/>
          <p:cNvSpPr/>
          <p:nvPr/>
        </p:nvSpPr>
        <p:spPr>
          <a:xfrm>
            <a:off x="557213" y="744538"/>
            <a:ext cx="4078288" cy="56673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en-US" altLang="zh-CN" sz="2400" b="1" strike="noStrike" noProof="1">
                <a:solidFill>
                  <a:schemeClr val="tx1"/>
                </a:solidFill>
                <a:latin typeface="宋体" panose="02010600030101010101" pitchFamily="2" charset="-122"/>
                <a:ea typeface="宋体" panose="02010600030101010101" pitchFamily="2" charset="-122"/>
                <a:cs typeface="+mn-cs"/>
              </a:rPr>
              <a:t>ⅱ </a:t>
            </a:r>
            <a:r>
              <a:rPr lang="zh-CN" altLang="en-US" sz="2400" b="1" strike="noStrike" noProof="1">
                <a:solidFill>
                  <a:schemeClr val="tx1"/>
                </a:solidFill>
                <a:latin typeface="Times New Roman" panose="02020603050405020304" charset="0"/>
                <a:ea typeface="宋体" panose="02010600030101010101" pitchFamily="2" charset="-122"/>
                <a:cs typeface="+mn-cs"/>
              </a:rPr>
              <a:t>最佳适应算法</a:t>
            </a:r>
            <a:r>
              <a:rPr lang="zh-CN" altLang="en-US" sz="2400" strike="noStrike" noProof="1">
                <a:solidFill>
                  <a:schemeClr val="tx1"/>
                </a:solidFill>
                <a:latin typeface="Times New Roman" panose="02020603050405020304" charset="0"/>
                <a:ea typeface="宋体" panose="02010600030101010101" pitchFamily="2" charset="-122"/>
                <a:cs typeface="+mn-cs"/>
              </a:rPr>
              <a:t>        </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47108" name="矩形 47107"/>
          <p:cNvSpPr/>
          <p:nvPr/>
        </p:nvSpPr>
        <p:spPr>
          <a:xfrm>
            <a:off x="344488" y="3532188"/>
            <a:ext cx="6053138" cy="231933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cs"/>
              </a:rPr>
              <a:t>     程序</a:t>
            </a:r>
            <a:r>
              <a:rPr lang="en-US" altLang="zh-CN" sz="2400" strike="noStrike" noProof="1">
                <a:solidFill>
                  <a:schemeClr val="tx1"/>
                </a:solidFill>
                <a:latin typeface="Times New Roman" panose="02020603050405020304" charset="0"/>
                <a:ea typeface="宋体" panose="02010600030101010101" pitchFamily="2" charset="-122"/>
                <a:cs typeface="+mn-cs"/>
              </a:rPr>
              <a:t>A</a:t>
            </a:r>
            <a:r>
              <a:rPr lang="zh-CN" altLang="en-US" sz="2400" strike="noStrike" noProof="1">
                <a:solidFill>
                  <a:schemeClr val="tx1"/>
                </a:solidFill>
                <a:latin typeface="Times New Roman" panose="02020603050405020304" charset="0"/>
                <a:ea typeface="宋体" panose="02010600030101010101" pitchFamily="2" charset="-122"/>
                <a:cs typeface="+mn-cs"/>
              </a:rPr>
              <a:t>要求</a:t>
            </a:r>
            <a:r>
              <a:rPr lang="en-US" altLang="zh-CN" sz="2400" strike="noStrike" noProof="1">
                <a:solidFill>
                  <a:schemeClr val="tx1"/>
                </a:solidFill>
                <a:latin typeface="Times New Roman" panose="02020603050405020304" charset="0"/>
                <a:ea typeface="宋体" panose="02010600030101010101" pitchFamily="2" charset="-122"/>
                <a:cs typeface="+mn-cs"/>
              </a:rPr>
              <a:t>18KB</a:t>
            </a:r>
            <a:endParaRPr lang="en-US" altLang="zh-CN"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程序</a:t>
            </a:r>
            <a:r>
              <a:rPr lang="en-US" altLang="zh-CN" sz="2400" strike="noStrike" noProof="1">
                <a:solidFill>
                  <a:schemeClr val="tx1"/>
                </a:solidFill>
                <a:latin typeface="Times New Roman" panose="02020603050405020304" charset="0"/>
                <a:ea typeface="宋体" panose="02010600030101010101" pitchFamily="2" charset="-122"/>
                <a:cs typeface="+mn-ea"/>
              </a:rPr>
              <a:t>B</a:t>
            </a:r>
            <a:r>
              <a:rPr lang="zh-CN" altLang="en-US" sz="2400" strike="noStrike" noProof="1">
                <a:solidFill>
                  <a:schemeClr val="tx1"/>
                </a:solidFill>
                <a:latin typeface="Times New Roman" panose="02020603050405020304" charset="0"/>
                <a:ea typeface="宋体" panose="02010600030101010101" pitchFamily="2" charset="-122"/>
                <a:cs typeface="+mn-ea"/>
              </a:rPr>
              <a:t>要求</a:t>
            </a:r>
            <a:r>
              <a:rPr lang="en-US" altLang="zh-CN" sz="2400" strike="noStrike" noProof="1">
                <a:solidFill>
                  <a:schemeClr val="tx1"/>
                </a:solidFill>
                <a:latin typeface="Times New Roman" panose="02020603050405020304" charset="0"/>
                <a:ea typeface="宋体" panose="02010600030101010101" pitchFamily="2" charset="-122"/>
                <a:cs typeface="+mn-ea"/>
              </a:rPr>
              <a:t>25KB</a:t>
            </a:r>
            <a:endParaRPr lang="en-US" altLang="zh-CN"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程序</a:t>
            </a:r>
            <a:r>
              <a:rPr lang="en-US" altLang="zh-CN" sz="2400" strike="noStrike" noProof="1">
                <a:solidFill>
                  <a:schemeClr val="tx1"/>
                </a:solidFill>
                <a:latin typeface="Times New Roman" panose="02020603050405020304" charset="0"/>
                <a:ea typeface="宋体" panose="02010600030101010101" pitchFamily="2" charset="-122"/>
                <a:cs typeface="+mn-ea"/>
              </a:rPr>
              <a:t>C</a:t>
            </a:r>
            <a:r>
              <a:rPr lang="zh-CN" altLang="en-US" sz="2400" strike="noStrike" noProof="1">
                <a:solidFill>
                  <a:schemeClr val="tx1"/>
                </a:solidFill>
                <a:latin typeface="Times New Roman" panose="02020603050405020304" charset="0"/>
                <a:ea typeface="宋体" panose="02010600030101010101" pitchFamily="2" charset="-122"/>
                <a:cs typeface="+mn-ea"/>
              </a:rPr>
              <a:t>要求</a:t>
            </a:r>
            <a:r>
              <a:rPr lang="en-US" altLang="zh-CN" sz="2400" strike="noStrike" noProof="1">
                <a:solidFill>
                  <a:schemeClr val="tx1"/>
                </a:solidFill>
                <a:latin typeface="Times New Roman" panose="02020603050405020304" charset="0"/>
                <a:ea typeface="宋体" panose="02010600030101010101" pitchFamily="2" charset="-122"/>
                <a:cs typeface="+mn-ea"/>
              </a:rPr>
              <a:t>30KB</a:t>
            </a:r>
            <a:endParaRPr lang="en-US" altLang="zh-CN"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          </a:t>
            </a:r>
            <a:r>
              <a:rPr lang="zh-CN" altLang="en-US" sz="2400" b="1" strike="noStrike" noProof="1">
                <a:solidFill>
                  <a:schemeClr val="tx1"/>
                </a:solidFill>
                <a:latin typeface="Times New Roman" panose="02020603050405020304" charset="0"/>
                <a:ea typeface="宋体" panose="02010600030101010101" pitchFamily="2" charset="-122"/>
                <a:cs typeface="+mn-ea"/>
              </a:rPr>
              <a:t>最佳适应算法对该程序序列是合适的</a:t>
            </a:r>
            <a:r>
              <a:rPr lang="zh-CN" altLang="en-US" sz="2400" strike="noStrike" noProof="1">
                <a:solidFill>
                  <a:schemeClr val="tx1"/>
                </a:solidFill>
                <a:latin typeface="Times New Roman" panose="02020603050405020304" charset="0"/>
                <a:ea typeface="宋体" panose="02010600030101010101" pitchFamily="2" charset="-122"/>
                <a:cs typeface="+mn-ea"/>
              </a:rPr>
              <a:t> </a:t>
            </a:r>
            <a:endParaRPr lang="zh-CN" altLang="en-US" sz="2400" strike="noStrike" noProof="1">
              <a:solidFill>
                <a:schemeClr val="tx1"/>
              </a:solidFill>
              <a:latin typeface="Times New Roman" panose="02020603050405020304" charset="0"/>
              <a:ea typeface="宋体" panose="02010600030101010101" pitchFamily="2" charset="-122"/>
            </a:endParaRPr>
          </a:p>
        </p:txBody>
      </p:sp>
      <p:grpSp>
        <p:nvGrpSpPr>
          <p:cNvPr id="47109" name="组合 47108"/>
          <p:cNvGrpSpPr/>
          <p:nvPr/>
        </p:nvGrpSpPr>
        <p:grpSpPr>
          <a:xfrm>
            <a:off x="6550025" y="1751013"/>
            <a:ext cx="2297113" cy="3592512"/>
            <a:chOff x="0" y="0"/>
            <a:chExt cx="1447" cy="2263"/>
          </a:xfrm>
        </p:grpSpPr>
        <p:sp>
          <p:nvSpPr>
            <p:cNvPr id="47110" name="矩形 47109"/>
            <p:cNvSpPr/>
            <p:nvPr/>
          </p:nvSpPr>
          <p:spPr>
            <a:xfrm>
              <a:off x="569" y="741"/>
              <a:ext cx="874" cy="255"/>
            </a:xfrm>
            <a:prstGeom prst="rect">
              <a:avLst/>
            </a:prstGeom>
            <a:solidFill>
              <a:srgbClr val="FFCCCC"/>
            </a:solidFill>
            <a:ln w="9525" cap="flat" cmpd="sng">
              <a:solidFill>
                <a:srgbClr val="000000"/>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7590" name="文本框 47110"/>
            <p:cNvSpPr txBox="1"/>
            <p:nvPr/>
          </p:nvSpPr>
          <p:spPr>
            <a:xfrm>
              <a:off x="569" y="103"/>
              <a:ext cx="874" cy="1914"/>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endParaRPr lang="zh-CN" altLang="en-US" sz="1600">
                <a:solidFill>
                  <a:schemeClr val="tx1"/>
                </a:solidFill>
                <a:latin typeface="Times New Roman" panose="02020603050405020304" charset="0"/>
                <a:ea typeface="宋体" panose="02010600030101010101" pitchFamily="2" charset="-122"/>
              </a:endParaRPr>
            </a:p>
          </p:txBody>
        </p:sp>
        <p:sp>
          <p:nvSpPr>
            <p:cNvPr id="67591" name="直接连接符 47111"/>
            <p:cNvSpPr/>
            <p:nvPr/>
          </p:nvSpPr>
          <p:spPr>
            <a:xfrm>
              <a:off x="574" y="336"/>
              <a:ext cx="87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592" name="文本框 47112"/>
            <p:cNvSpPr txBox="1"/>
            <p:nvPr/>
          </p:nvSpPr>
          <p:spPr>
            <a:xfrm>
              <a:off x="739" y="1410"/>
              <a:ext cx="531"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在使用</a:t>
              </a:r>
              <a:endParaRPr lang="zh-CN" altLang="en-US" sz="1600">
                <a:solidFill>
                  <a:schemeClr val="tx1"/>
                </a:solidFill>
                <a:latin typeface="Times New Roman" panose="02020603050405020304" charset="0"/>
                <a:ea typeface="宋体" panose="02010600030101010101" pitchFamily="2" charset="-122"/>
              </a:endParaRPr>
            </a:p>
          </p:txBody>
        </p:sp>
        <p:sp>
          <p:nvSpPr>
            <p:cNvPr id="67593" name="直接连接符 47113"/>
            <p:cNvSpPr/>
            <p:nvPr/>
          </p:nvSpPr>
          <p:spPr>
            <a:xfrm>
              <a:off x="574" y="523"/>
              <a:ext cx="87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594" name="直接连接符 47114"/>
            <p:cNvSpPr/>
            <p:nvPr/>
          </p:nvSpPr>
          <p:spPr>
            <a:xfrm>
              <a:off x="574" y="990"/>
              <a:ext cx="87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595" name="文本框 47115"/>
            <p:cNvSpPr txBox="1"/>
            <p:nvPr/>
          </p:nvSpPr>
          <p:spPr>
            <a:xfrm>
              <a:off x="712" y="523"/>
              <a:ext cx="668"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在使用</a:t>
              </a:r>
              <a:endParaRPr lang="zh-CN" altLang="en-US" sz="1600">
                <a:solidFill>
                  <a:schemeClr val="tx1"/>
                </a:solidFill>
                <a:latin typeface="Times New Roman" panose="02020603050405020304" charset="0"/>
                <a:ea typeface="宋体" panose="02010600030101010101" pitchFamily="2" charset="-122"/>
              </a:endParaRPr>
            </a:p>
          </p:txBody>
        </p:sp>
        <p:sp>
          <p:nvSpPr>
            <p:cNvPr id="67596" name="直接连接符 47116"/>
            <p:cNvSpPr/>
            <p:nvPr/>
          </p:nvSpPr>
          <p:spPr>
            <a:xfrm>
              <a:off x="574" y="1223"/>
              <a:ext cx="87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597" name="文本框 47117"/>
            <p:cNvSpPr txBox="1"/>
            <p:nvPr/>
          </p:nvSpPr>
          <p:spPr>
            <a:xfrm>
              <a:off x="730" y="990"/>
              <a:ext cx="540"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在使用</a:t>
              </a:r>
              <a:endParaRPr lang="zh-CN" altLang="en-US" sz="1600">
                <a:solidFill>
                  <a:schemeClr val="tx1"/>
                </a:solidFill>
                <a:latin typeface="Times New Roman" panose="02020603050405020304" charset="0"/>
                <a:ea typeface="宋体" panose="02010600030101010101" pitchFamily="2" charset="-122"/>
              </a:endParaRPr>
            </a:p>
          </p:txBody>
        </p:sp>
        <p:sp>
          <p:nvSpPr>
            <p:cNvPr id="67598" name="直接连接符 47118"/>
            <p:cNvSpPr/>
            <p:nvPr/>
          </p:nvSpPr>
          <p:spPr>
            <a:xfrm>
              <a:off x="574" y="1410"/>
              <a:ext cx="87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599" name="直接连接符 47119"/>
            <p:cNvSpPr/>
            <p:nvPr/>
          </p:nvSpPr>
          <p:spPr>
            <a:xfrm>
              <a:off x="574" y="1644"/>
              <a:ext cx="87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7121" name="矩形 47120"/>
            <p:cNvSpPr/>
            <p:nvPr/>
          </p:nvSpPr>
          <p:spPr>
            <a:xfrm>
              <a:off x="565" y="336"/>
              <a:ext cx="877" cy="187"/>
            </a:xfrm>
            <a:prstGeom prst="rect">
              <a:avLst/>
            </a:prstGeom>
            <a:solidFill>
              <a:srgbClr val="FFCCCC"/>
            </a:solidFill>
            <a:ln w="9525" cap="flat" cmpd="sng">
              <a:solidFill>
                <a:srgbClr val="000000"/>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7601" name="文本框 47121"/>
            <p:cNvSpPr txBox="1"/>
            <p:nvPr/>
          </p:nvSpPr>
          <p:spPr>
            <a:xfrm>
              <a:off x="746" y="318"/>
              <a:ext cx="513" cy="21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30KB</a:t>
              </a:r>
              <a:endParaRPr lang="en-US" altLang="zh-CN" sz="1600">
                <a:solidFill>
                  <a:schemeClr val="tx1"/>
                </a:solidFill>
                <a:latin typeface="Times New Roman" panose="02020603050405020304" charset="0"/>
                <a:ea typeface="宋体" panose="02010600030101010101" pitchFamily="2" charset="-122"/>
              </a:endParaRPr>
            </a:p>
          </p:txBody>
        </p:sp>
        <p:sp>
          <p:nvSpPr>
            <p:cNvPr id="47123" name="矩形 47122"/>
            <p:cNvSpPr/>
            <p:nvPr/>
          </p:nvSpPr>
          <p:spPr>
            <a:xfrm>
              <a:off x="565" y="1223"/>
              <a:ext cx="877" cy="187"/>
            </a:xfrm>
            <a:prstGeom prst="rect">
              <a:avLst/>
            </a:prstGeom>
            <a:solidFill>
              <a:srgbClr val="FFCCCC"/>
            </a:solidFill>
            <a:ln w="9525" cap="flat" cmpd="sng">
              <a:solidFill>
                <a:srgbClr val="000000"/>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7603" name="文本框 47123"/>
            <p:cNvSpPr txBox="1"/>
            <p:nvPr/>
          </p:nvSpPr>
          <p:spPr>
            <a:xfrm>
              <a:off x="824" y="1196"/>
              <a:ext cx="404" cy="21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5KB</a:t>
              </a:r>
              <a:endParaRPr lang="en-US" altLang="zh-CN" sz="1600">
                <a:solidFill>
                  <a:schemeClr val="tx1"/>
                </a:solidFill>
                <a:latin typeface="Times New Roman" panose="02020603050405020304" charset="0"/>
                <a:ea typeface="宋体" panose="02010600030101010101" pitchFamily="2" charset="-122"/>
              </a:endParaRPr>
            </a:p>
          </p:txBody>
        </p:sp>
        <p:sp>
          <p:nvSpPr>
            <p:cNvPr id="47125" name="矩形 47124"/>
            <p:cNvSpPr/>
            <p:nvPr/>
          </p:nvSpPr>
          <p:spPr>
            <a:xfrm>
              <a:off x="565" y="1644"/>
              <a:ext cx="877" cy="373"/>
            </a:xfrm>
            <a:prstGeom prst="rect">
              <a:avLst/>
            </a:prstGeom>
            <a:solidFill>
              <a:srgbClr val="FFCCCC"/>
            </a:solidFill>
            <a:ln w="9525" cap="flat" cmpd="sng">
              <a:solidFill>
                <a:srgbClr val="000000"/>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7605" name="文本框 47125"/>
            <p:cNvSpPr txBox="1"/>
            <p:nvPr/>
          </p:nvSpPr>
          <p:spPr>
            <a:xfrm>
              <a:off x="806" y="1737"/>
              <a:ext cx="514" cy="21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46KB</a:t>
              </a:r>
              <a:endParaRPr lang="en-US" altLang="zh-CN" sz="1600">
                <a:solidFill>
                  <a:schemeClr val="tx1"/>
                </a:solidFill>
                <a:latin typeface="Times New Roman" panose="02020603050405020304" charset="0"/>
                <a:ea typeface="宋体" panose="02010600030101010101" pitchFamily="2" charset="-122"/>
              </a:endParaRPr>
            </a:p>
          </p:txBody>
        </p:sp>
        <p:sp>
          <p:nvSpPr>
            <p:cNvPr id="67606" name="直接连接符 47126"/>
            <p:cNvSpPr/>
            <p:nvPr/>
          </p:nvSpPr>
          <p:spPr>
            <a:xfrm>
              <a:off x="569" y="741"/>
              <a:ext cx="874"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07" name="文本框 47127"/>
            <p:cNvSpPr txBox="1"/>
            <p:nvPr/>
          </p:nvSpPr>
          <p:spPr>
            <a:xfrm>
              <a:off x="229" y="0"/>
              <a:ext cx="460"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0KB</a:t>
              </a:r>
              <a:endParaRPr lang="en-US" altLang="zh-CN" sz="1600">
                <a:solidFill>
                  <a:schemeClr val="tx1"/>
                </a:solidFill>
                <a:latin typeface="Times New Roman" panose="02020603050405020304" charset="0"/>
                <a:ea typeface="宋体" panose="02010600030101010101" pitchFamily="2" charset="-122"/>
              </a:endParaRPr>
            </a:p>
          </p:txBody>
        </p:sp>
        <p:sp>
          <p:nvSpPr>
            <p:cNvPr id="67608" name="文本框 47128"/>
            <p:cNvSpPr txBox="1"/>
            <p:nvPr/>
          </p:nvSpPr>
          <p:spPr>
            <a:xfrm>
              <a:off x="109" y="213"/>
              <a:ext cx="520" cy="211"/>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20KB</a:t>
              </a:r>
              <a:endParaRPr lang="en-US" altLang="zh-CN" sz="1600">
                <a:solidFill>
                  <a:schemeClr val="tx1"/>
                </a:solidFill>
                <a:latin typeface="Times New Roman" panose="02020603050405020304" charset="0"/>
                <a:ea typeface="宋体" panose="02010600030101010101" pitchFamily="2" charset="-122"/>
              </a:endParaRPr>
            </a:p>
          </p:txBody>
        </p:sp>
        <p:sp>
          <p:nvSpPr>
            <p:cNvPr id="67609" name="文本框 47129"/>
            <p:cNvSpPr txBox="1"/>
            <p:nvPr/>
          </p:nvSpPr>
          <p:spPr>
            <a:xfrm>
              <a:off x="40" y="611"/>
              <a:ext cx="610" cy="211"/>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100KB</a:t>
              </a:r>
              <a:endParaRPr lang="en-US" altLang="zh-CN" sz="1600">
                <a:solidFill>
                  <a:schemeClr val="tx1"/>
                </a:solidFill>
                <a:latin typeface="Times New Roman" panose="02020603050405020304" charset="0"/>
                <a:ea typeface="宋体" panose="02010600030101010101" pitchFamily="2" charset="-122"/>
              </a:endParaRPr>
            </a:p>
          </p:txBody>
        </p:sp>
        <p:sp>
          <p:nvSpPr>
            <p:cNvPr id="47131" name="矩形 47130"/>
            <p:cNvSpPr/>
            <p:nvPr/>
          </p:nvSpPr>
          <p:spPr>
            <a:xfrm>
              <a:off x="569" y="741"/>
              <a:ext cx="873" cy="255"/>
            </a:xfrm>
            <a:prstGeom prst="rect">
              <a:avLst/>
            </a:prstGeom>
            <a:solidFill>
              <a:srgbClr val="FFCCCC"/>
            </a:solidFill>
            <a:ln w="9525" cap="flat" cmpd="sng">
              <a:solidFill>
                <a:srgbClr val="000000"/>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7611" name="文本框 47131"/>
            <p:cNvSpPr txBox="1"/>
            <p:nvPr/>
          </p:nvSpPr>
          <p:spPr>
            <a:xfrm>
              <a:off x="772" y="762"/>
              <a:ext cx="514" cy="21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20KB</a:t>
              </a:r>
              <a:endParaRPr lang="en-US" altLang="zh-CN" sz="1600">
                <a:solidFill>
                  <a:schemeClr val="tx1"/>
                </a:solidFill>
                <a:latin typeface="Times New Roman" panose="02020603050405020304" charset="0"/>
                <a:ea typeface="宋体" panose="02010600030101010101" pitchFamily="2" charset="-122"/>
              </a:endParaRPr>
            </a:p>
          </p:txBody>
        </p:sp>
        <p:sp>
          <p:nvSpPr>
            <p:cNvPr id="67612" name="文本框 47132"/>
            <p:cNvSpPr txBox="1"/>
            <p:nvPr/>
          </p:nvSpPr>
          <p:spPr>
            <a:xfrm>
              <a:off x="14" y="1105"/>
              <a:ext cx="616" cy="211"/>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160KB</a:t>
              </a:r>
              <a:endParaRPr lang="en-US" altLang="zh-CN" sz="1600">
                <a:solidFill>
                  <a:schemeClr val="tx1"/>
                </a:solidFill>
                <a:latin typeface="Times New Roman" panose="02020603050405020304" charset="0"/>
                <a:ea typeface="宋体" panose="02010600030101010101" pitchFamily="2" charset="-122"/>
              </a:endParaRPr>
            </a:p>
          </p:txBody>
        </p:sp>
        <p:sp>
          <p:nvSpPr>
            <p:cNvPr id="67613" name="文本框 47133"/>
            <p:cNvSpPr txBox="1"/>
            <p:nvPr/>
          </p:nvSpPr>
          <p:spPr>
            <a:xfrm>
              <a:off x="23" y="1522"/>
              <a:ext cx="635" cy="211"/>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210KB</a:t>
              </a:r>
              <a:endParaRPr lang="en-US" altLang="zh-CN" sz="1600">
                <a:solidFill>
                  <a:schemeClr val="tx1"/>
                </a:solidFill>
                <a:latin typeface="Times New Roman" panose="02020603050405020304" charset="0"/>
                <a:ea typeface="宋体" panose="02010600030101010101" pitchFamily="2" charset="-122"/>
              </a:endParaRPr>
            </a:p>
          </p:txBody>
        </p:sp>
        <p:sp>
          <p:nvSpPr>
            <p:cNvPr id="67614" name="文本框 47134"/>
            <p:cNvSpPr txBox="1"/>
            <p:nvPr/>
          </p:nvSpPr>
          <p:spPr>
            <a:xfrm>
              <a:off x="0" y="1923"/>
              <a:ext cx="660"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256KB</a:t>
              </a:r>
              <a:endParaRPr lang="en-US" altLang="zh-CN" sz="1600">
                <a:solidFill>
                  <a:schemeClr val="tx1"/>
                </a:solidFill>
                <a:latin typeface="Times New Roman" panose="02020603050405020304" charset="0"/>
                <a:ea typeface="宋体" panose="02010600030101010101" pitchFamily="2" charset="-122"/>
              </a:endParaRPr>
            </a:p>
          </p:txBody>
        </p:sp>
        <p:sp>
          <p:nvSpPr>
            <p:cNvPr id="67615" name="文本框 47135"/>
            <p:cNvSpPr txBox="1"/>
            <p:nvPr/>
          </p:nvSpPr>
          <p:spPr>
            <a:xfrm>
              <a:off x="819" y="2051"/>
              <a:ext cx="469"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主存</a:t>
              </a:r>
              <a:endParaRPr lang="zh-CN" altLang="en-US" sz="1600">
                <a:solidFill>
                  <a:schemeClr val="tx1"/>
                </a:solidFill>
                <a:latin typeface="Times New Roman" panose="02020603050405020304" charset="0"/>
                <a:ea typeface="宋体" panose="02010600030101010101" pitchFamily="2" charset="-122"/>
              </a:endParaRPr>
            </a:p>
          </p:txBody>
        </p:sp>
        <p:sp>
          <p:nvSpPr>
            <p:cNvPr id="67616" name="文本框 47136"/>
            <p:cNvSpPr txBox="1"/>
            <p:nvPr/>
          </p:nvSpPr>
          <p:spPr>
            <a:xfrm>
              <a:off x="832" y="64"/>
              <a:ext cx="323" cy="250"/>
            </a:xfrm>
            <a:prstGeom prst="rect">
              <a:avLst/>
            </a:prstGeom>
            <a:noFill/>
            <a:ln w="9525">
              <a:noFill/>
              <a:miter/>
            </a:ln>
          </p:spPr>
          <p:txBody>
            <a:bodyPr anchor="t">
              <a:spAutoFit/>
            </a:bodyPr>
            <a:p>
              <a:pPr lvl="0">
                <a:spcBef>
                  <a:spcPct val="50000"/>
                </a:spcBef>
              </a:pPr>
              <a:r>
                <a:rPr lang="en-US" altLang="zh-CN" sz="2000">
                  <a:solidFill>
                    <a:schemeClr val="tx1"/>
                  </a:solidFill>
                  <a:latin typeface="Times New Roman" panose="02020603050405020304" charset="0"/>
                  <a:ea typeface="宋体" panose="02010600030101010101" pitchFamily="2" charset="-122"/>
                </a:rPr>
                <a:t>os</a:t>
              </a:r>
              <a:endParaRPr lang="en-US" altLang="zh-CN" sz="2000">
                <a:solidFill>
                  <a:schemeClr val="tx1"/>
                </a:solidFill>
                <a:latin typeface="Times New Roman" panose="02020603050405020304" charset="0"/>
                <a:ea typeface="宋体" panose="02010600030101010101" pitchFamily="2" charset="-122"/>
              </a:endParaRPr>
            </a:p>
          </p:txBody>
        </p:sp>
      </p:grpSp>
      <p:grpSp>
        <p:nvGrpSpPr>
          <p:cNvPr id="47138" name="组合 47137"/>
          <p:cNvGrpSpPr/>
          <p:nvPr/>
        </p:nvGrpSpPr>
        <p:grpSpPr>
          <a:xfrm>
            <a:off x="138113" y="1795463"/>
            <a:ext cx="6361112" cy="1392237"/>
            <a:chOff x="-4" y="0"/>
            <a:chExt cx="3833" cy="877"/>
          </a:xfrm>
        </p:grpSpPr>
        <p:sp>
          <p:nvSpPr>
            <p:cNvPr id="67618" name="文本框 47138"/>
            <p:cNvSpPr txBox="1"/>
            <p:nvPr/>
          </p:nvSpPr>
          <p:spPr>
            <a:xfrm>
              <a:off x="1289" y="741"/>
              <a:ext cx="1864" cy="136"/>
            </a:xfrm>
            <a:prstGeom prst="rect">
              <a:avLst/>
            </a:prstGeom>
            <a:noFill/>
            <a:ln w="9525">
              <a:noFill/>
              <a:miter/>
            </a:ln>
          </p:spPr>
          <p:txBody>
            <a:bodyPr anchor="t"/>
            <a:p>
              <a:pPr lvl="0" algn="just">
                <a:lnSpc>
                  <a:spcPct val="80000"/>
                </a:lnSpc>
              </a:pPr>
              <a:r>
                <a:rPr lang="en-US" altLang="zh-CN" sz="1600" b="0">
                  <a:solidFill>
                    <a:schemeClr val="tx1"/>
                  </a:solidFill>
                  <a:latin typeface="Times New Roman" panose="02020603050405020304" charset="0"/>
                  <a:ea typeface="宋体" panose="02010600030101010101" pitchFamily="2" charset="-122"/>
                </a:rPr>
                <a:t>(b) </a:t>
              </a:r>
              <a:r>
                <a:rPr lang="zh-CN" altLang="en-US" sz="1600" b="0">
                  <a:solidFill>
                    <a:schemeClr val="tx1"/>
                  </a:solidFill>
                  <a:latin typeface="Times New Roman" panose="02020603050405020304" charset="0"/>
                  <a:ea typeface="宋体" panose="02010600030101010101" pitchFamily="2" charset="-122"/>
                </a:rPr>
                <a:t>最佳适应算法的空闲区队列</a:t>
              </a:r>
              <a:endParaRPr lang="zh-CN" altLang="en-US" sz="1600" b="0">
                <a:solidFill>
                  <a:schemeClr val="tx1"/>
                </a:solidFill>
                <a:latin typeface="Times New Roman" panose="02020603050405020304" charset="0"/>
                <a:ea typeface="宋体" panose="02010600030101010101" pitchFamily="2" charset="-122"/>
              </a:endParaRPr>
            </a:p>
          </p:txBody>
        </p:sp>
        <p:sp>
          <p:nvSpPr>
            <p:cNvPr id="67619" name="文本框 47139"/>
            <p:cNvSpPr txBox="1"/>
            <p:nvPr/>
          </p:nvSpPr>
          <p:spPr>
            <a:xfrm>
              <a:off x="0" y="0"/>
              <a:ext cx="497" cy="161"/>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lnSpc>
                  <a:spcPct val="80000"/>
                </a:lnSpc>
              </a:pPr>
              <a:endParaRPr lang="zh-CN" altLang="en-US">
                <a:solidFill>
                  <a:schemeClr val="tx1"/>
                </a:solidFill>
                <a:latin typeface="Times New Roman" panose="02020603050405020304" charset="0"/>
                <a:ea typeface="宋体" panose="02010600030101010101" pitchFamily="2" charset="-122"/>
              </a:endParaRPr>
            </a:p>
            <a:p>
              <a:pPr lvl="0" algn="just">
                <a:lnSpc>
                  <a:spcPct val="80000"/>
                </a:lnSpc>
              </a:pPr>
              <a:endParaRPr lang="zh-CN" altLang="en-US">
                <a:solidFill>
                  <a:schemeClr val="tx1"/>
                </a:solidFill>
                <a:latin typeface="Times New Roman" panose="02020603050405020304" charset="0"/>
                <a:ea typeface="宋体" panose="02010600030101010101" pitchFamily="2" charset="-122"/>
              </a:endParaRPr>
            </a:p>
          </p:txBody>
        </p:sp>
        <p:sp>
          <p:nvSpPr>
            <p:cNvPr id="67620" name="文本框 47140"/>
            <p:cNvSpPr txBox="1"/>
            <p:nvPr/>
          </p:nvSpPr>
          <p:spPr>
            <a:xfrm>
              <a:off x="-4" y="0"/>
              <a:ext cx="528" cy="171"/>
            </a:xfrm>
            <a:prstGeom prst="rect">
              <a:avLst/>
            </a:prstGeom>
            <a:noFill/>
            <a:ln w="9525">
              <a:noFill/>
              <a:miter/>
            </a:ln>
          </p:spPr>
          <p:txBody>
            <a:bodyPr anchor="t"/>
            <a:p>
              <a:pPr lvl="0" algn="just">
                <a:lnSpc>
                  <a:spcPct val="80000"/>
                </a:lnSpc>
              </a:pPr>
              <a:r>
                <a:rPr lang="en-US" altLang="zh-CN">
                  <a:solidFill>
                    <a:schemeClr val="tx1"/>
                  </a:solidFill>
                  <a:latin typeface="Times New Roman" panose="02020603050405020304" charset="0"/>
                  <a:ea typeface="宋体" panose="02010600030101010101" pitchFamily="2" charset="-122"/>
                </a:rPr>
                <a:t>160KB</a:t>
              </a:r>
              <a:endParaRPr lang="en-US" altLang="zh-CN">
                <a:solidFill>
                  <a:schemeClr val="tx1"/>
                </a:solidFill>
                <a:latin typeface="Times New Roman" panose="02020603050405020304" charset="0"/>
                <a:ea typeface="宋体" panose="02010600030101010101" pitchFamily="2" charset="-122"/>
              </a:endParaRPr>
            </a:p>
          </p:txBody>
        </p:sp>
        <p:sp>
          <p:nvSpPr>
            <p:cNvPr id="67621" name="直接连接符 47141"/>
            <p:cNvSpPr/>
            <p:nvPr/>
          </p:nvSpPr>
          <p:spPr>
            <a:xfrm>
              <a:off x="497" y="64"/>
              <a:ext cx="420"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nvGrpSpPr>
            <p:cNvPr id="67622" name="组合 47142"/>
            <p:cNvGrpSpPr/>
            <p:nvPr/>
          </p:nvGrpSpPr>
          <p:grpSpPr>
            <a:xfrm>
              <a:off x="851" y="64"/>
              <a:ext cx="869" cy="612"/>
              <a:chOff x="-66" y="0"/>
              <a:chExt cx="869" cy="612"/>
            </a:xfrm>
          </p:grpSpPr>
          <p:sp>
            <p:nvSpPr>
              <p:cNvPr id="67623" name="文本框 47143"/>
              <p:cNvSpPr txBox="1"/>
              <p:nvPr/>
            </p:nvSpPr>
            <p:spPr>
              <a:xfrm>
                <a:off x="-66" y="0"/>
                <a:ext cx="563" cy="612"/>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lnSpc>
                    <a:spcPct val="80000"/>
                  </a:lnSpc>
                  <a:spcBef>
                    <a:spcPct val="30000"/>
                  </a:spcBef>
                </a:pPr>
                <a:r>
                  <a:rPr lang="zh-CN" altLang="en-US">
                    <a:solidFill>
                      <a:schemeClr val="tx1"/>
                    </a:solidFill>
                    <a:latin typeface="Times New Roman" panose="02020603050405020304" charset="0"/>
                    <a:ea typeface="宋体" panose="02010600030101010101" pitchFamily="2" charset="-122"/>
                  </a:rPr>
                  <a:t>     </a:t>
                </a:r>
                <a:r>
                  <a:rPr lang="en-US" altLang="zh-CN">
                    <a:solidFill>
                      <a:schemeClr val="tx1"/>
                    </a:solidFill>
                    <a:latin typeface="Times New Roman" panose="02020603050405020304" charset="0"/>
                    <a:ea typeface="宋体" panose="02010600030101010101" pitchFamily="2" charset="-122"/>
                  </a:rPr>
                  <a:t>0</a:t>
                </a:r>
                <a:endParaRPr lang="en-US" altLang="zh-CN">
                  <a:solidFill>
                    <a:schemeClr val="tx1"/>
                  </a:solidFill>
                  <a:latin typeface="Times New Roman" panose="02020603050405020304" charset="0"/>
                  <a:ea typeface="宋体" panose="02010600030101010101" pitchFamily="2" charset="-122"/>
                </a:endParaRPr>
              </a:p>
              <a:p>
                <a:pPr lvl="0" algn="just">
                  <a:lnSpc>
                    <a:spcPct val="80000"/>
                  </a:lnSpc>
                  <a:spcBef>
                    <a:spcPct val="30000"/>
                  </a:spcBef>
                </a:pPr>
                <a:r>
                  <a:rPr lang="en-US" altLang="zh-CN">
                    <a:solidFill>
                      <a:schemeClr val="tx1"/>
                    </a:solidFill>
                    <a:latin typeface="Times New Roman" panose="02020603050405020304" charset="0"/>
                    <a:ea typeface="宋体" panose="02010600030101010101" pitchFamily="2" charset="-122"/>
                  </a:rPr>
                  <a:t>   5KB</a:t>
                </a:r>
                <a:endParaRPr lang="en-US" altLang="zh-CN">
                  <a:solidFill>
                    <a:schemeClr val="tx1"/>
                  </a:solidFill>
                  <a:latin typeface="Times New Roman" panose="02020603050405020304" charset="0"/>
                  <a:ea typeface="宋体" panose="02010600030101010101" pitchFamily="2" charset="-122"/>
                </a:endParaRPr>
              </a:p>
              <a:p>
                <a:pPr lvl="0" algn="just">
                  <a:lnSpc>
                    <a:spcPct val="80000"/>
                  </a:lnSpc>
                  <a:spcBef>
                    <a:spcPct val="30000"/>
                  </a:spcBef>
                </a:pPr>
                <a:r>
                  <a:rPr lang="en-US" altLang="zh-CN">
                    <a:solidFill>
                      <a:schemeClr val="tx1"/>
                    </a:solidFill>
                    <a:latin typeface="Times New Roman" panose="02020603050405020304" charset="0"/>
                    <a:ea typeface="宋体" panose="02010600030101010101" pitchFamily="2" charset="-122"/>
                  </a:rPr>
                  <a:t> 100KB</a:t>
                </a:r>
                <a:endParaRPr lang="en-US" altLang="zh-CN">
                  <a:solidFill>
                    <a:schemeClr val="tx1"/>
                  </a:solidFill>
                  <a:latin typeface="Times New Roman" panose="02020603050405020304" charset="0"/>
                  <a:ea typeface="宋体" panose="02010600030101010101" pitchFamily="2" charset="-122"/>
                </a:endParaRPr>
              </a:p>
            </p:txBody>
          </p:sp>
          <p:sp>
            <p:nvSpPr>
              <p:cNvPr id="67624" name="直接连接符 47144"/>
              <p:cNvSpPr/>
              <p:nvPr/>
            </p:nvSpPr>
            <p:spPr>
              <a:xfrm>
                <a:off x="0" y="147"/>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25" name="直接连接符 47145"/>
              <p:cNvSpPr/>
              <p:nvPr/>
            </p:nvSpPr>
            <p:spPr>
              <a:xfrm>
                <a:off x="0" y="294"/>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26" name="直接连接符 47146"/>
              <p:cNvSpPr/>
              <p:nvPr/>
            </p:nvSpPr>
            <p:spPr>
              <a:xfrm>
                <a:off x="0" y="450"/>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27" name="直接连接符 47147"/>
              <p:cNvSpPr/>
              <p:nvPr/>
            </p:nvSpPr>
            <p:spPr>
              <a:xfrm flipV="1">
                <a:off x="574" y="0"/>
                <a:ext cx="0" cy="345"/>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28" name="直接连接符 47148"/>
              <p:cNvSpPr/>
              <p:nvPr/>
            </p:nvSpPr>
            <p:spPr>
              <a:xfrm>
                <a:off x="574" y="0"/>
                <a:ext cx="229"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29" name="直接连接符 47149"/>
              <p:cNvSpPr/>
              <p:nvPr/>
            </p:nvSpPr>
            <p:spPr>
              <a:xfrm>
                <a:off x="459" y="349"/>
                <a:ext cx="115"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grpSp>
          <p:nvGrpSpPr>
            <p:cNvPr id="67630" name="组合 47150"/>
            <p:cNvGrpSpPr/>
            <p:nvPr/>
          </p:nvGrpSpPr>
          <p:grpSpPr>
            <a:xfrm>
              <a:off x="1663" y="64"/>
              <a:ext cx="861" cy="612"/>
              <a:chOff x="-58" y="0"/>
              <a:chExt cx="861" cy="612"/>
            </a:xfrm>
          </p:grpSpPr>
          <p:sp>
            <p:nvSpPr>
              <p:cNvPr id="67631" name="文本框 47151"/>
              <p:cNvSpPr txBox="1"/>
              <p:nvPr/>
            </p:nvSpPr>
            <p:spPr>
              <a:xfrm>
                <a:off x="-58" y="0"/>
                <a:ext cx="555" cy="612"/>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lnSpc>
                    <a:spcPct val="80000"/>
                  </a:lnSpc>
                  <a:spcBef>
                    <a:spcPct val="30000"/>
                  </a:spcBef>
                </a:pPr>
                <a:r>
                  <a:rPr lang="zh-CN" altLang="en-US">
                    <a:solidFill>
                      <a:schemeClr val="tx1"/>
                    </a:solidFill>
                    <a:latin typeface="Times New Roman" panose="02020603050405020304" charset="0"/>
                    <a:ea typeface="宋体" panose="02010600030101010101" pitchFamily="2" charset="-122"/>
                  </a:rPr>
                  <a:t>     </a:t>
                </a:r>
                <a:r>
                  <a:rPr lang="en-US" altLang="zh-CN">
                    <a:solidFill>
                      <a:schemeClr val="tx1"/>
                    </a:solidFill>
                    <a:latin typeface="Times New Roman" panose="02020603050405020304" charset="0"/>
                    <a:ea typeface="宋体" panose="02010600030101010101" pitchFamily="2" charset="-122"/>
                  </a:rPr>
                  <a:t>0</a:t>
                </a:r>
                <a:endParaRPr lang="en-US" altLang="zh-CN">
                  <a:solidFill>
                    <a:schemeClr val="tx1"/>
                  </a:solidFill>
                  <a:latin typeface="Times New Roman" panose="02020603050405020304" charset="0"/>
                  <a:ea typeface="宋体" panose="02010600030101010101" pitchFamily="2" charset="-122"/>
                </a:endParaRPr>
              </a:p>
              <a:p>
                <a:pPr lvl="0" algn="just">
                  <a:lnSpc>
                    <a:spcPct val="80000"/>
                  </a:lnSpc>
                  <a:spcBef>
                    <a:spcPct val="30000"/>
                  </a:spcBef>
                </a:pPr>
                <a:r>
                  <a:rPr lang="en-US" altLang="zh-CN">
                    <a:solidFill>
                      <a:schemeClr val="tx1"/>
                    </a:solidFill>
                    <a:latin typeface="Times New Roman" panose="02020603050405020304" charset="0"/>
                    <a:ea typeface="宋体" panose="02010600030101010101" pitchFamily="2" charset="-122"/>
                  </a:rPr>
                  <a:t>  20KB</a:t>
                </a:r>
                <a:endParaRPr lang="en-US" altLang="zh-CN">
                  <a:solidFill>
                    <a:schemeClr val="tx1"/>
                  </a:solidFill>
                  <a:latin typeface="Times New Roman" panose="02020603050405020304" charset="0"/>
                  <a:ea typeface="宋体" panose="02010600030101010101" pitchFamily="2" charset="-122"/>
                </a:endParaRPr>
              </a:p>
              <a:p>
                <a:pPr lvl="0" algn="just">
                  <a:lnSpc>
                    <a:spcPct val="80000"/>
                  </a:lnSpc>
                  <a:spcBef>
                    <a:spcPct val="30000"/>
                  </a:spcBef>
                </a:pPr>
                <a:r>
                  <a:rPr lang="en-US" altLang="zh-CN">
                    <a:solidFill>
                      <a:schemeClr val="tx1"/>
                    </a:solidFill>
                    <a:latin typeface="Times New Roman" panose="02020603050405020304" charset="0"/>
                    <a:ea typeface="宋体" panose="02010600030101010101" pitchFamily="2" charset="-122"/>
                  </a:rPr>
                  <a:t>  20KB</a:t>
                </a:r>
                <a:endParaRPr lang="en-US" altLang="zh-CN">
                  <a:solidFill>
                    <a:schemeClr val="tx1"/>
                  </a:solidFill>
                  <a:latin typeface="Times New Roman" panose="02020603050405020304" charset="0"/>
                  <a:ea typeface="宋体" panose="02010600030101010101" pitchFamily="2" charset="-122"/>
                </a:endParaRPr>
              </a:p>
            </p:txBody>
          </p:sp>
          <p:sp>
            <p:nvSpPr>
              <p:cNvPr id="67632" name="直接连接符 47152"/>
              <p:cNvSpPr/>
              <p:nvPr/>
            </p:nvSpPr>
            <p:spPr>
              <a:xfrm>
                <a:off x="0" y="147"/>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33" name="直接连接符 47153"/>
              <p:cNvSpPr/>
              <p:nvPr/>
            </p:nvSpPr>
            <p:spPr>
              <a:xfrm>
                <a:off x="0" y="294"/>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34" name="直接连接符 47154"/>
              <p:cNvSpPr/>
              <p:nvPr/>
            </p:nvSpPr>
            <p:spPr>
              <a:xfrm>
                <a:off x="0" y="450"/>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35" name="直接连接符 47155"/>
              <p:cNvSpPr/>
              <p:nvPr/>
            </p:nvSpPr>
            <p:spPr>
              <a:xfrm flipV="1">
                <a:off x="574" y="0"/>
                <a:ext cx="0" cy="345"/>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36" name="直接连接符 47156"/>
              <p:cNvSpPr/>
              <p:nvPr/>
            </p:nvSpPr>
            <p:spPr>
              <a:xfrm>
                <a:off x="574" y="0"/>
                <a:ext cx="229"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37" name="直接连接符 47157"/>
              <p:cNvSpPr/>
              <p:nvPr/>
            </p:nvSpPr>
            <p:spPr>
              <a:xfrm>
                <a:off x="459" y="349"/>
                <a:ext cx="115"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grpSp>
          <p:nvGrpSpPr>
            <p:cNvPr id="67638" name="组合 47158"/>
            <p:cNvGrpSpPr/>
            <p:nvPr/>
          </p:nvGrpSpPr>
          <p:grpSpPr>
            <a:xfrm>
              <a:off x="2468" y="64"/>
              <a:ext cx="861" cy="612"/>
              <a:chOff x="-58" y="0"/>
              <a:chExt cx="861" cy="612"/>
            </a:xfrm>
          </p:grpSpPr>
          <p:sp>
            <p:nvSpPr>
              <p:cNvPr id="67639" name="文本框 47159"/>
              <p:cNvSpPr txBox="1"/>
              <p:nvPr/>
            </p:nvSpPr>
            <p:spPr>
              <a:xfrm>
                <a:off x="-58" y="0"/>
                <a:ext cx="555" cy="612"/>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lnSpc>
                    <a:spcPct val="80000"/>
                  </a:lnSpc>
                  <a:spcBef>
                    <a:spcPct val="30000"/>
                  </a:spcBef>
                </a:pPr>
                <a:r>
                  <a:rPr lang="zh-CN" altLang="en-US">
                    <a:solidFill>
                      <a:schemeClr val="tx1"/>
                    </a:solidFill>
                    <a:latin typeface="Times New Roman" panose="02020603050405020304" charset="0"/>
                    <a:ea typeface="宋体" panose="02010600030101010101" pitchFamily="2" charset="-122"/>
                  </a:rPr>
                  <a:t>     </a:t>
                </a:r>
                <a:r>
                  <a:rPr lang="en-US" altLang="zh-CN">
                    <a:solidFill>
                      <a:schemeClr val="tx1"/>
                    </a:solidFill>
                    <a:latin typeface="Times New Roman" panose="02020603050405020304" charset="0"/>
                    <a:ea typeface="宋体" panose="02010600030101010101" pitchFamily="2" charset="-122"/>
                  </a:rPr>
                  <a:t>0</a:t>
                </a:r>
                <a:endParaRPr lang="en-US" altLang="zh-CN">
                  <a:solidFill>
                    <a:schemeClr val="tx1"/>
                  </a:solidFill>
                  <a:latin typeface="Times New Roman" panose="02020603050405020304" charset="0"/>
                  <a:ea typeface="宋体" panose="02010600030101010101" pitchFamily="2" charset="-122"/>
                </a:endParaRPr>
              </a:p>
              <a:p>
                <a:pPr lvl="0" algn="just">
                  <a:lnSpc>
                    <a:spcPct val="80000"/>
                  </a:lnSpc>
                  <a:spcBef>
                    <a:spcPct val="30000"/>
                  </a:spcBef>
                </a:pPr>
                <a:r>
                  <a:rPr lang="en-US" altLang="zh-CN">
                    <a:solidFill>
                      <a:schemeClr val="tx1"/>
                    </a:solidFill>
                    <a:latin typeface="Times New Roman" panose="02020603050405020304" charset="0"/>
                    <a:ea typeface="宋体" panose="02010600030101010101" pitchFamily="2" charset="-122"/>
                  </a:rPr>
                  <a:t>  30KB</a:t>
                </a:r>
                <a:endParaRPr lang="en-US" altLang="zh-CN">
                  <a:solidFill>
                    <a:schemeClr val="tx1"/>
                  </a:solidFill>
                  <a:latin typeface="Times New Roman" panose="02020603050405020304" charset="0"/>
                  <a:ea typeface="宋体" panose="02010600030101010101" pitchFamily="2" charset="-122"/>
                </a:endParaRPr>
              </a:p>
              <a:p>
                <a:pPr lvl="0" algn="just">
                  <a:lnSpc>
                    <a:spcPct val="80000"/>
                  </a:lnSpc>
                  <a:spcBef>
                    <a:spcPct val="30000"/>
                  </a:spcBef>
                </a:pPr>
                <a:r>
                  <a:rPr lang="en-US" altLang="zh-CN">
                    <a:solidFill>
                      <a:schemeClr val="tx1"/>
                    </a:solidFill>
                    <a:latin typeface="Times New Roman" panose="02020603050405020304" charset="0"/>
                    <a:ea typeface="宋体" panose="02010600030101010101" pitchFamily="2" charset="-122"/>
                  </a:rPr>
                  <a:t> 210KB</a:t>
                </a:r>
                <a:endParaRPr lang="en-US" altLang="zh-CN">
                  <a:solidFill>
                    <a:schemeClr val="tx1"/>
                  </a:solidFill>
                  <a:latin typeface="Times New Roman" panose="02020603050405020304" charset="0"/>
                  <a:ea typeface="宋体" panose="02010600030101010101" pitchFamily="2" charset="-122"/>
                </a:endParaRPr>
              </a:p>
            </p:txBody>
          </p:sp>
          <p:sp>
            <p:nvSpPr>
              <p:cNvPr id="67640" name="直接连接符 47160"/>
              <p:cNvSpPr/>
              <p:nvPr/>
            </p:nvSpPr>
            <p:spPr>
              <a:xfrm>
                <a:off x="0" y="147"/>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41" name="直接连接符 47161"/>
              <p:cNvSpPr/>
              <p:nvPr/>
            </p:nvSpPr>
            <p:spPr>
              <a:xfrm>
                <a:off x="0" y="294"/>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42" name="直接连接符 47162"/>
              <p:cNvSpPr/>
              <p:nvPr/>
            </p:nvSpPr>
            <p:spPr>
              <a:xfrm>
                <a:off x="0" y="450"/>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43" name="直接连接符 47163"/>
              <p:cNvSpPr/>
              <p:nvPr/>
            </p:nvSpPr>
            <p:spPr>
              <a:xfrm flipV="1">
                <a:off x="574" y="0"/>
                <a:ext cx="0" cy="345"/>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44" name="直接连接符 47164"/>
              <p:cNvSpPr/>
              <p:nvPr/>
            </p:nvSpPr>
            <p:spPr>
              <a:xfrm>
                <a:off x="574" y="0"/>
                <a:ext cx="229"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45" name="直接连接符 47165"/>
              <p:cNvSpPr/>
              <p:nvPr/>
            </p:nvSpPr>
            <p:spPr>
              <a:xfrm>
                <a:off x="459" y="349"/>
                <a:ext cx="115"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47167" name="文本框 47166"/>
            <p:cNvSpPr txBox="1"/>
            <p:nvPr/>
          </p:nvSpPr>
          <p:spPr>
            <a:xfrm>
              <a:off x="3282" y="63"/>
              <a:ext cx="547" cy="612"/>
            </a:xfrm>
            <a:prstGeom prst="rect">
              <a:avLst/>
            </a:prstGeom>
            <a:solidFill>
              <a:srgbClr val="FFFFCC"/>
            </a:solidFill>
            <a:ln w="9525" cap="flat" cmpd="sng">
              <a:solidFill>
                <a:srgbClr val="000000"/>
              </a:solidFill>
              <a:prstDash val="solid"/>
              <a:miter/>
              <a:headEnd type="none" w="med" len="med"/>
              <a:tailEnd type="none" w="med" len="med"/>
            </a:ln>
          </p:spPr>
          <p:txBody>
            <a:bodyPr/>
            <a:p>
              <a:pPr lvl="0" algn="just" fontAlgn="base">
                <a:lnSpc>
                  <a:spcPct val="80000"/>
                </a:lnSpc>
                <a:spcBef>
                  <a:spcPct val="30000"/>
                </a:spcBef>
              </a:pPr>
              <a:r>
                <a:rPr lang="zh-CN" altLang="en-US" sz="1400" b="1" strike="noStrike" noProof="1">
                  <a:solidFill>
                    <a:schemeClr val="tx1"/>
                  </a:solidFill>
                  <a:latin typeface="Times New Roman" panose="02020603050405020304" charset="0"/>
                  <a:ea typeface="宋体" panose="02010600030101010101" pitchFamily="2" charset="-122"/>
                  <a:cs typeface="+mn-ea"/>
                </a:rPr>
                <a:t>     </a:t>
              </a:r>
              <a:r>
                <a:rPr lang="en-US" altLang="zh-CN" sz="1400" b="1" strike="noStrike" noProof="1">
                  <a:solidFill>
                    <a:schemeClr val="tx1"/>
                  </a:solidFill>
                  <a:latin typeface="Times New Roman" panose="02020603050405020304" charset="0"/>
                  <a:ea typeface="宋体" panose="02010600030101010101" pitchFamily="2" charset="-122"/>
                  <a:cs typeface="+mn-ea"/>
                </a:rPr>
                <a:t>0</a:t>
              </a:r>
              <a:endParaRPr lang="en-US" altLang="zh-CN" sz="1400" b="1" strike="noStrike" noProof="1">
                <a:solidFill>
                  <a:schemeClr val="tx1"/>
                </a:solidFill>
                <a:latin typeface="Times New Roman" panose="02020603050405020304" charset="0"/>
                <a:ea typeface="宋体" panose="02010600030101010101" pitchFamily="2" charset="-122"/>
              </a:endParaRPr>
            </a:p>
            <a:p>
              <a:pPr lvl="0" algn="just" fontAlgn="base">
                <a:lnSpc>
                  <a:spcPct val="80000"/>
                </a:lnSpc>
                <a:spcBef>
                  <a:spcPct val="30000"/>
                </a:spcBef>
              </a:pPr>
              <a:r>
                <a:rPr lang="en-US" altLang="zh-CN" sz="1400" b="1" strike="noStrike" noProof="1">
                  <a:solidFill>
                    <a:schemeClr val="tx1"/>
                  </a:solidFill>
                  <a:latin typeface="Times New Roman" panose="02020603050405020304" charset="0"/>
                  <a:ea typeface="宋体" panose="02010600030101010101" pitchFamily="2" charset="-122"/>
                  <a:cs typeface="+mn-ea"/>
                </a:rPr>
                <a:t>  46KB</a:t>
              </a:r>
              <a:endParaRPr lang="en-US" altLang="zh-CN" sz="1400" b="1" strike="noStrike" noProof="1">
                <a:solidFill>
                  <a:schemeClr val="tx1"/>
                </a:solidFill>
                <a:latin typeface="Times New Roman" panose="02020603050405020304" charset="0"/>
                <a:ea typeface="宋体" panose="02010600030101010101" pitchFamily="2" charset="-122"/>
              </a:endParaRPr>
            </a:p>
            <a:p>
              <a:pPr lvl="0" algn="just" fontAlgn="base">
                <a:lnSpc>
                  <a:spcPct val="80000"/>
                </a:lnSpc>
                <a:spcBef>
                  <a:spcPct val="30000"/>
                </a:spcBef>
              </a:pPr>
              <a:r>
                <a:rPr lang="en-US" altLang="zh-CN" sz="1400" b="1" strike="noStrike" noProof="1">
                  <a:solidFill>
                    <a:schemeClr val="tx1"/>
                  </a:solidFill>
                  <a:latin typeface="Times New Roman" panose="02020603050405020304" charset="0"/>
                  <a:ea typeface="宋体" panose="02010600030101010101" pitchFamily="2" charset="-122"/>
                  <a:cs typeface="+mn-ea"/>
                </a:rPr>
                <a:t>    ^</a:t>
              </a:r>
              <a:r>
                <a:rPr lang="en-US" altLang="zh-CN"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cs typeface="+mn-ea"/>
                </a:rPr>
                <a:t> </a:t>
              </a:r>
              <a:endParaRPr lang="en-US" altLang="zh-CN"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7647" name="直接连接符 47167"/>
            <p:cNvSpPr/>
            <p:nvPr/>
          </p:nvSpPr>
          <p:spPr>
            <a:xfrm>
              <a:off x="3331" y="210"/>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48" name="直接连接符 47168"/>
            <p:cNvSpPr/>
            <p:nvPr/>
          </p:nvSpPr>
          <p:spPr>
            <a:xfrm>
              <a:off x="3331" y="357"/>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49" name="直接连接符 47169"/>
            <p:cNvSpPr/>
            <p:nvPr/>
          </p:nvSpPr>
          <p:spPr>
            <a:xfrm>
              <a:off x="3331" y="513"/>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47171" name="文本框 47170"/>
          <p:cNvSpPr txBox="1"/>
          <p:nvPr/>
        </p:nvSpPr>
        <p:spPr>
          <a:xfrm>
            <a:off x="7156450" y="5451475"/>
            <a:ext cx="1649413" cy="336550"/>
          </a:xfrm>
          <a:prstGeom prst="rect">
            <a:avLst/>
          </a:prstGeom>
          <a:noFill/>
          <a:ln w="9525">
            <a:noFill/>
            <a:miter/>
          </a:ln>
        </p:spPr>
        <p:txBody>
          <a:bodyPr anchor="t">
            <a:spAutoFit/>
          </a:bodyPr>
          <a:p>
            <a:pPr lvl="0">
              <a:spcBef>
                <a:spcPct val="30000"/>
              </a:spcBef>
            </a:pPr>
            <a:r>
              <a:rPr lang="zh-CN" altLang="en-US" sz="1600" b="0">
                <a:solidFill>
                  <a:schemeClr val="tx1"/>
                </a:solidFill>
                <a:latin typeface="Times New Roman" panose="02020603050405020304" charset="0"/>
                <a:ea typeface="宋体" panose="02010600030101010101" pitchFamily="2" charset="-122"/>
              </a:rPr>
              <a:t>主存分布示意图</a:t>
            </a:r>
            <a:endParaRPr lang="zh-CN" altLang="en-US" sz="1600" b="0">
              <a:solidFill>
                <a:schemeClr val="tx1"/>
              </a:solidFill>
              <a:latin typeface="Times New Roman" panose="02020603050405020304" charset="0"/>
              <a:ea typeface="宋体" panose="02010600030101010101" pitchFamily="2" charset="-122"/>
            </a:endParaRPr>
          </a:p>
        </p:txBody>
      </p:sp>
      <p:sp>
        <p:nvSpPr>
          <p:cNvPr id="47172" name="矩形 47171"/>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分区存储管理</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7171"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1" name="矩形 48130"/>
          <p:cNvSpPr/>
          <p:nvPr/>
        </p:nvSpPr>
        <p:spPr>
          <a:xfrm>
            <a:off x="542925" y="730250"/>
            <a:ext cx="4514850" cy="56673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en-US" altLang="zh-CN" sz="2400" b="1" strike="noStrike" noProof="1">
                <a:solidFill>
                  <a:schemeClr val="tx1"/>
                </a:solidFill>
                <a:latin typeface="宋体" panose="02010600030101010101" pitchFamily="2" charset="-122"/>
                <a:ea typeface="宋体" panose="02010600030101010101" pitchFamily="2" charset="-122"/>
                <a:cs typeface="+mn-cs"/>
              </a:rPr>
              <a:t>ⅲ </a:t>
            </a:r>
            <a:r>
              <a:rPr lang="zh-CN" altLang="en-US" sz="2400" b="1" strike="noStrike" noProof="1">
                <a:solidFill>
                  <a:schemeClr val="tx1"/>
                </a:solidFill>
                <a:latin typeface="Times New Roman" panose="02020603050405020304" charset="0"/>
                <a:ea typeface="宋体" panose="02010600030101010101" pitchFamily="2" charset="-122"/>
                <a:cs typeface="+mn-cs"/>
              </a:rPr>
              <a:t>最坏适应算法</a:t>
            </a:r>
            <a:r>
              <a:rPr lang="zh-CN" altLang="en-US" sz="2400" strike="noStrike" noProof="1">
                <a:solidFill>
                  <a:schemeClr val="tx1"/>
                </a:solidFill>
                <a:latin typeface="Times New Roman" panose="02020603050405020304" charset="0"/>
                <a:ea typeface="宋体" panose="02010600030101010101" pitchFamily="2" charset="-122"/>
                <a:cs typeface="+mn-cs"/>
              </a:rPr>
              <a:t>        </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48132" name="矩形 48131"/>
          <p:cNvSpPr/>
          <p:nvPr/>
        </p:nvSpPr>
        <p:spPr>
          <a:xfrm>
            <a:off x="344488" y="3417888"/>
            <a:ext cx="6443663" cy="231933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cs"/>
              </a:rPr>
              <a:t>     程序</a:t>
            </a:r>
            <a:r>
              <a:rPr lang="en-US" altLang="zh-CN" sz="2400" strike="noStrike" noProof="1">
                <a:solidFill>
                  <a:schemeClr val="tx1"/>
                </a:solidFill>
                <a:latin typeface="Times New Roman" panose="02020603050405020304" charset="0"/>
                <a:ea typeface="宋体" panose="02010600030101010101" pitchFamily="2" charset="-122"/>
                <a:cs typeface="+mn-cs"/>
              </a:rPr>
              <a:t>A</a:t>
            </a:r>
            <a:r>
              <a:rPr lang="zh-CN" altLang="en-US" sz="2400" strike="noStrike" noProof="1">
                <a:solidFill>
                  <a:schemeClr val="tx1"/>
                </a:solidFill>
                <a:latin typeface="Times New Roman" panose="02020603050405020304" charset="0"/>
                <a:ea typeface="宋体" panose="02010600030101010101" pitchFamily="2" charset="-122"/>
                <a:cs typeface="+mn-cs"/>
              </a:rPr>
              <a:t>要求</a:t>
            </a:r>
            <a:r>
              <a:rPr lang="en-US" altLang="zh-CN" sz="2400" strike="noStrike" noProof="1">
                <a:solidFill>
                  <a:schemeClr val="tx1"/>
                </a:solidFill>
                <a:latin typeface="Times New Roman" panose="02020603050405020304" charset="0"/>
                <a:ea typeface="宋体" panose="02010600030101010101" pitchFamily="2" charset="-122"/>
                <a:cs typeface="+mn-cs"/>
              </a:rPr>
              <a:t>18KB</a:t>
            </a:r>
            <a:endParaRPr lang="en-US" altLang="zh-CN"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程序</a:t>
            </a:r>
            <a:r>
              <a:rPr lang="en-US" altLang="zh-CN" sz="2400" strike="noStrike" noProof="1">
                <a:solidFill>
                  <a:schemeClr val="tx1"/>
                </a:solidFill>
                <a:latin typeface="Times New Roman" panose="02020603050405020304" charset="0"/>
                <a:ea typeface="宋体" panose="02010600030101010101" pitchFamily="2" charset="-122"/>
                <a:cs typeface="+mn-ea"/>
              </a:rPr>
              <a:t>B</a:t>
            </a:r>
            <a:r>
              <a:rPr lang="zh-CN" altLang="en-US" sz="2400" strike="noStrike" noProof="1">
                <a:solidFill>
                  <a:schemeClr val="tx1"/>
                </a:solidFill>
                <a:latin typeface="Times New Roman" panose="02020603050405020304" charset="0"/>
                <a:ea typeface="宋体" panose="02010600030101010101" pitchFamily="2" charset="-122"/>
                <a:cs typeface="+mn-ea"/>
              </a:rPr>
              <a:t>要求</a:t>
            </a:r>
            <a:r>
              <a:rPr lang="en-US" altLang="zh-CN" sz="2400" strike="noStrike" noProof="1">
                <a:solidFill>
                  <a:schemeClr val="tx1"/>
                </a:solidFill>
                <a:latin typeface="Times New Roman" panose="02020603050405020304" charset="0"/>
                <a:ea typeface="宋体" panose="02010600030101010101" pitchFamily="2" charset="-122"/>
                <a:cs typeface="+mn-ea"/>
              </a:rPr>
              <a:t>25KB</a:t>
            </a:r>
            <a:endParaRPr lang="en-US" altLang="zh-CN"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程序</a:t>
            </a:r>
            <a:r>
              <a:rPr lang="en-US" altLang="zh-CN" sz="2400" strike="noStrike" noProof="1">
                <a:solidFill>
                  <a:schemeClr val="tx1"/>
                </a:solidFill>
                <a:latin typeface="Times New Roman" panose="02020603050405020304" charset="0"/>
                <a:ea typeface="宋体" panose="02010600030101010101" pitchFamily="2" charset="-122"/>
                <a:cs typeface="+mn-ea"/>
              </a:rPr>
              <a:t>C</a:t>
            </a:r>
            <a:r>
              <a:rPr lang="zh-CN" altLang="en-US" sz="2400" strike="noStrike" noProof="1">
                <a:solidFill>
                  <a:schemeClr val="tx1"/>
                </a:solidFill>
                <a:latin typeface="Times New Roman" panose="02020603050405020304" charset="0"/>
                <a:ea typeface="宋体" panose="02010600030101010101" pitchFamily="2" charset="-122"/>
                <a:cs typeface="+mn-ea"/>
              </a:rPr>
              <a:t>要求</a:t>
            </a:r>
            <a:r>
              <a:rPr lang="en-US" altLang="zh-CN" sz="2400" strike="noStrike" noProof="1">
                <a:solidFill>
                  <a:schemeClr val="tx1"/>
                </a:solidFill>
                <a:latin typeface="Times New Roman" panose="02020603050405020304" charset="0"/>
                <a:ea typeface="宋体" panose="02010600030101010101" pitchFamily="2" charset="-122"/>
                <a:cs typeface="+mn-ea"/>
              </a:rPr>
              <a:t>30KB</a:t>
            </a:r>
            <a:endParaRPr lang="en-US" altLang="zh-CN"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          </a:t>
            </a:r>
            <a:r>
              <a:rPr lang="zh-CN" altLang="en-US" sz="2400" b="1" strike="noStrike" noProof="1">
                <a:solidFill>
                  <a:schemeClr val="tx1"/>
                </a:solidFill>
                <a:latin typeface="Times New Roman" panose="02020603050405020304" charset="0"/>
                <a:ea typeface="宋体" panose="02010600030101010101" pitchFamily="2" charset="-122"/>
                <a:cs typeface="+mn-ea"/>
              </a:rPr>
              <a:t>最坏适应算法对该程序序列是不合适的 </a:t>
            </a:r>
            <a:endParaRPr lang="zh-CN" altLang="en-US" sz="2400" b="1" strike="noStrike" noProof="1">
              <a:solidFill>
                <a:schemeClr val="tx1"/>
              </a:solidFill>
              <a:latin typeface="Times New Roman" panose="02020603050405020304" charset="0"/>
              <a:ea typeface="宋体" panose="02010600030101010101" pitchFamily="2" charset="-122"/>
            </a:endParaRPr>
          </a:p>
        </p:txBody>
      </p:sp>
      <p:grpSp>
        <p:nvGrpSpPr>
          <p:cNvPr id="48133" name="组合 48132"/>
          <p:cNvGrpSpPr/>
          <p:nvPr/>
        </p:nvGrpSpPr>
        <p:grpSpPr>
          <a:xfrm>
            <a:off x="6637338" y="1754188"/>
            <a:ext cx="2232025" cy="3611562"/>
            <a:chOff x="-4" y="0"/>
            <a:chExt cx="1406" cy="2275"/>
          </a:xfrm>
        </p:grpSpPr>
        <p:sp>
          <p:nvSpPr>
            <p:cNvPr id="68613" name="矩形 48133"/>
            <p:cNvSpPr/>
            <p:nvPr/>
          </p:nvSpPr>
          <p:spPr>
            <a:xfrm>
              <a:off x="524" y="741"/>
              <a:ext cx="874" cy="255"/>
            </a:xfrm>
            <a:prstGeom prst="rect">
              <a:avLst/>
            </a:prstGeom>
            <a:solidFill>
              <a:srgbClr val="FFCCCC"/>
            </a:solidFill>
            <a:ln w="9525" cap="flat" cmpd="sng">
              <a:solidFill>
                <a:srgbClr val="000000"/>
              </a:solidFill>
              <a:prstDash val="solid"/>
              <a:miter/>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8614" name="文本框 48134"/>
            <p:cNvSpPr txBox="1"/>
            <p:nvPr/>
          </p:nvSpPr>
          <p:spPr>
            <a:xfrm>
              <a:off x="524" y="103"/>
              <a:ext cx="874" cy="1914"/>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just"/>
              <a:r>
                <a:rPr lang="zh-CN" altLang="en-US">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os</a:t>
              </a:r>
              <a:endParaRPr lang="en-US" altLang="zh-CN" sz="1600">
                <a:solidFill>
                  <a:schemeClr val="tx1"/>
                </a:solidFill>
                <a:latin typeface="Times New Roman" panose="02020603050405020304" charset="0"/>
                <a:ea typeface="宋体" panose="02010600030101010101" pitchFamily="2" charset="-122"/>
              </a:endParaRPr>
            </a:p>
            <a:p>
              <a:pPr lvl="0" algn="just"/>
              <a:endParaRPr lang="en-US" altLang="zh-CN" sz="1600">
                <a:solidFill>
                  <a:schemeClr val="tx1"/>
                </a:solidFill>
                <a:latin typeface="Times New Roman" panose="02020603050405020304" charset="0"/>
                <a:ea typeface="宋体" panose="02010600030101010101" pitchFamily="2" charset="-122"/>
              </a:endParaRPr>
            </a:p>
          </p:txBody>
        </p:sp>
        <p:sp>
          <p:nvSpPr>
            <p:cNvPr id="68615" name="直接连接符 48135"/>
            <p:cNvSpPr/>
            <p:nvPr/>
          </p:nvSpPr>
          <p:spPr>
            <a:xfrm>
              <a:off x="529" y="336"/>
              <a:ext cx="87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8616" name="文本框 48136"/>
            <p:cNvSpPr txBox="1"/>
            <p:nvPr/>
          </p:nvSpPr>
          <p:spPr>
            <a:xfrm>
              <a:off x="631" y="1410"/>
              <a:ext cx="668" cy="192"/>
            </a:xfrm>
            <a:prstGeom prst="rect">
              <a:avLst/>
            </a:prstGeom>
            <a:noFill/>
            <a:ln w="9525">
              <a:noFill/>
              <a:miter/>
            </a:ln>
          </p:spPr>
          <p:txBody>
            <a:bodyPr anchor="t">
              <a:spAutoFit/>
            </a:bodyPr>
            <a:p>
              <a:pPr lvl="0">
                <a:spcBef>
                  <a:spcPct val="50000"/>
                </a:spcBef>
              </a:pPr>
              <a:r>
                <a:rPr lang="zh-CN" altLang="en-US">
                  <a:solidFill>
                    <a:schemeClr val="tx1"/>
                  </a:solidFill>
                  <a:latin typeface="Times New Roman" panose="02020603050405020304" charset="0"/>
                  <a:ea typeface="宋体" panose="02010600030101010101" pitchFamily="2" charset="-122"/>
                </a:rPr>
                <a:t>在使用</a:t>
              </a:r>
              <a:endParaRPr lang="zh-CN" altLang="en-US">
                <a:solidFill>
                  <a:schemeClr val="tx1"/>
                </a:solidFill>
                <a:latin typeface="Times New Roman" panose="02020603050405020304" charset="0"/>
                <a:ea typeface="宋体" panose="02010600030101010101" pitchFamily="2" charset="-122"/>
              </a:endParaRPr>
            </a:p>
          </p:txBody>
        </p:sp>
        <p:sp>
          <p:nvSpPr>
            <p:cNvPr id="68617" name="直接连接符 48137"/>
            <p:cNvSpPr/>
            <p:nvPr/>
          </p:nvSpPr>
          <p:spPr>
            <a:xfrm>
              <a:off x="529" y="523"/>
              <a:ext cx="87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8618" name="直接连接符 48138"/>
            <p:cNvSpPr/>
            <p:nvPr/>
          </p:nvSpPr>
          <p:spPr>
            <a:xfrm>
              <a:off x="529" y="990"/>
              <a:ext cx="87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8619" name="文本框 48139"/>
            <p:cNvSpPr txBox="1"/>
            <p:nvPr/>
          </p:nvSpPr>
          <p:spPr>
            <a:xfrm>
              <a:off x="631" y="523"/>
              <a:ext cx="668" cy="192"/>
            </a:xfrm>
            <a:prstGeom prst="rect">
              <a:avLst/>
            </a:prstGeom>
            <a:noFill/>
            <a:ln w="9525">
              <a:noFill/>
              <a:miter/>
            </a:ln>
          </p:spPr>
          <p:txBody>
            <a:bodyPr anchor="t">
              <a:spAutoFit/>
            </a:bodyPr>
            <a:p>
              <a:pPr lvl="0">
                <a:spcBef>
                  <a:spcPct val="50000"/>
                </a:spcBef>
              </a:pPr>
              <a:r>
                <a:rPr lang="zh-CN" altLang="en-US">
                  <a:solidFill>
                    <a:schemeClr val="tx1"/>
                  </a:solidFill>
                  <a:latin typeface="Times New Roman" panose="02020603050405020304" charset="0"/>
                  <a:ea typeface="宋体" panose="02010600030101010101" pitchFamily="2" charset="-122"/>
                </a:rPr>
                <a:t>在使用</a:t>
              </a:r>
              <a:endParaRPr lang="zh-CN" altLang="en-US">
                <a:solidFill>
                  <a:schemeClr val="tx1"/>
                </a:solidFill>
                <a:latin typeface="Times New Roman" panose="02020603050405020304" charset="0"/>
                <a:ea typeface="宋体" panose="02010600030101010101" pitchFamily="2" charset="-122"/>
              </a:endParaRPr>
            </a:p>
          </p:txBody>
        </p:sp>
        <p:sp>
          <p:nvSpPr>
            <p:cNvPr id="68620" name="直接连接符 48140"/>
            <p:cNvSpPr/>
            <p:nvPr/>
          </p:nvSpPr>
          <p:spPr>
            <a:xfrm>
              <a:off x="529" y="1223"/>
              <a:ext cx="87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8621" name="文本框 48141"/>
            <p:cNvSpPr txBox="1"/>
            <p:nvPr/>
          </p:nvSpPr>
          <p:spPr>
            <a:xfrm>
              <a:off x="631" y="999"/>
              <a:ext cx="668" cy="192"/>
            </a:xfrm>
            <a:prstGeom prst="rect">
              <a:avLst/>
            </a:prstGeom>
            <a:noFill/>
            <a:ln w="9525">
              <a:noFill/>
              <a:miter/>
            </a:ln>
          </p:spPr>
          <p:txBody>
            <a:bodyPr anchor="t">
              <a:spAutoFit/>
            </a:bodyPr>
            <a:p>
              <a:pPr lvl="0">
                <a:spcBef>
                  <a:spcPct val="50000"/>
                </a:spcBef>
              </a:pPr>
              <a:r>
                <a:rPr lang="zh-CN" altLang="en-US">
                  <a:solidFill>
                    <a:schemeClr val="tx1"/>
                  </a:solidFill>
                  <a:latin typeface="Times New Roman" panose="02020603050405020304" charset="0"/>
                  <a:ea typeface="宋体" panose="02010600030101010101" pitchFamily="2" charset="-122"/>
                </a:rPr>
                <a:t>在使用</a:t>
              </a:r>
              <a:endParaRPr lang="zh-CN" altLang="en-US">
                <a:solidFill>
                  <a:schemeClr val="tx1"/>
                </a:solidFill>
                <a:latin typeface="Times New Roman" panose="02020603050405020304" charset="0"/>
                <a:ea typeface="宋体" panose="02010600030101010101" pitchFamily="2" charset="-122"/>
              </a:endParaRPr>
            </a:p>
          </p:txBody>
        </p:sp>
        <p:sp>
          <p:nvSpPr>
            <p:cNvPr id="68622" name="直接连接符 48142"/>
            <p:cNvSpPr/>
            <p:nvPr/>
          </p:nvSpPr>
          <p:spPr>
            <a:xfrm>
              <a:off x="529" y="1410"/>
              <a:ext cx="87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8623" name="直接连接符 48143"/>
            <p:cNvSpPr/>
            <p:nvPr/>
          </p:nvSpPr>
          <p:spPr>
            <a:xfrm>
              <a:off x="529" y="1644"/>
              <a:ext cx="87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8624" name="矩形 48144"/>
            <p:cNvSpPr/>
            <p:nvPr/>
          </p:nvSpPr>
          <p:spPr>
            <a:xfrm>
              <a:off x="529" y="336"/>
              <a:ext cx="868" cy="187"/>
            </a:xfrm>
            <a:prstGeom prst="rect">
              <a:avLst/>
            </a:prstGeom>
            <a:solidFill>
              <a:srgbClr val="FFCCCC"/>
            </a:solidFill>
            <a:ln w="9525" cap="flat" cmpd="sng">
              <a:solidFill>
                <a:srgbClr val="000000"/>
              </a:solidFill>
              <a:prstDash val="solid"/>
              <a:miter/>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8625" name="文本框 48145"/>
            <p:cNvSpPr txBox="1"/>
            <p:nvPr/>
          </p:nvSpPr>
          <p:spPr>
            <a:xfrm>
              <a:off x="683" y="336"/>
              <a:ext cx="513" cy="216"/>
            </a:xfrm>
            <a:prstGeom prst="rect">
              <a:avLst/>
            </a:prstGeom>
            <a:noFill/>
            <a:ln w="9525">
              <a:noFill/>
              <a:miter/>
            </a:ln>
          </p:spPr>
          <p:txBody>
            <a:bodyPr anchor="t"/>
            <a:p>
              <a:pPr lvl="0" algn="just"/>
              <a:r>
                <a:rPr lang="en-US" altLang="zh-CN">
                  <a:solidFill>
                    <a:schemeClr val="tx1"/>
                  </a:solidFill>
                  <a:latin typeface="Times New Roman" panose="02020603050405020304" charset="0"/>
                  <a:ea typeface="宋体" panose="02010600030101010101" pitchFamily="2" charset="-122"/>
                </a:rPr>
                <a:t>30KB</a:t>
              </a:r>
              <a:endParaRPr lang="en-US" altLang="zh-CN">
                <a:solidFill>
                  <a:schemeClr val="tx1"/>
                </a:solidFill>
                <a:latin typeface="Times New Roman" panose="02020603050405020304" charset="0"/>
                <a:ea typeface="宋体" panose="02010600030101010101" pitchFamily="2" charset="-122"/>
              </a:endParaRPr>
            </a:p>
          </p:txBody>
        </p:sp>
        <p:sp>
          <p:nvSpPr>
            <p:cNvPr id="68626" name="矩形 48146"/>
            <p:cNvSpPr/>
            <p:nvPr/>
          </p:nvSpPr>
          <p:spPr>
            <a:xfrm>
              <a:off x="529" y="1223"/>
              <a:ext cx="868" cy="187"/>
            </a:xfrm>
            <a:prstGeom prst="rect">
              <a:avLst/>
            </a:prstGeom>
            <a:solidFill>
              <a:srgbClr val="FFCCCC"/>
            </a:solidFill>
            <a:ln w="9525" cap="flat" cmpd="sng">
              <a:solidFill>
                <a:srgbClr val="000000"/>
              </a:solidFill>
              <a:prstDash val="solid"/>
              <a:miter/>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8627" name="文本框 48147"/>
            <p:cNvSpPr txBox="1"/>
            <p:nvPr/>
          </p:nvSpPr>
          <p:spPr>
            <a:xfrm>
              <a:off x="734" y="1223"/>
              <a:ext cx="514" cy="216"/>
            </a:xfrm>
            <a:prstGeom prst="rect">
              <a:avLst/>
            </a:prstGeom>
            <a:noFill/>
            <a:ln w="9525">
              <a:noFill/>
              <a:miter/>
            </a:ln>
          </p:spPr>
          <p:txBody>
            <a:bodyPr anchor="t"/>
            <a:p>
              <a:pPr lvl="0" algn="just"/>
              <a:r>
                <a:rPr lang="en-US" altLang="zh-CN">
                  <a:solidFill>
                    <a:schemeClr val="tx1"/>
                  </a:solidFill>
                  <a:latin typeface="Times New Roman" panose="02020603050405020304" charset="0"/>
                  <a:ea typeface="宋体" panose="02010600030101010101" pitchFamily="2" charset="-122"/>
                </a:rPr>
                <a:t>5KB</a:t>
              </a:r>
              <a:endParaRPr lang="en-US" altLang="zh-CN">
                <a:solidFill>
                  <a:schemeClr val="tx1"/>
                </a:solidFill>
                <a:latin typeface="Times New Roman" panose="02020603050405020304" charset="0"/>
                <a:ea typeface="宋体" panose="02010600030101010101" pitchFamily="2" charset="-122"/>
              </a:endParaRPr>
            </a:p>
          </p:txBody>
        </p:sp>
        <p:sp>
          <p:nvSpPr>
            <p:cNvPr id="68628" name="矩形 48148"/>
            <p:cNvSpPr/>
            <p:nvPr/>
          </p:nvSpPr>
          <p:spPr>
            <a:xfrm>
              <a:off x="529" y="1644"/>
              <a:ext cx="868" cy="373"/>
            </a:xfrm>
            <a:prstGeom prst="rect">
              <a:avLst/>
            </a:prstGeom>
            <a:solidFill>
              <a:srgbClr val="FFCCCC"/>
            </a:solidFill>
            <a:ln w="9525" cap="flat" cmpd="sng">
              <a:solidFill>
                <a:srgbClr val="000000"/>
              </a:solidFill>
              <a:prstDash val="solid"/>
              <a:miter/>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8629" name="文本框 48149"/>
            <p:cNvSpPr txBox="1"/>
            <p:nvPr/>
          </p:nvSpPr>
          <p:spPr>
            <a:xfrm>
              <a:off x="734" y="1737"/>
              <a:ext cx="514" cy="216"/>
            </a:xfrm>
            <a:prstGeom prst="rect">
              <a:avLst/>
            </a:prstGeom>
            <a:noFill/>
            <a:ln w="9525">
              <a:noFill/>
              <a:miter/>
            </a:ln>
          </p:spPr>
          <p:txBody>
            <a:bodyPr anchor="t"/>
            <a:p>
              <a:pPr lvl="0" algn="just"/>
              <a:r>
                <a:rPr lang="en-US" altLang="zh-CN">
                  <a:solidFill>
                    <a:schemeClr val="tx1"/>
                  </a:solidFill>
                  <a:latin typeface="Times New Roman" panose="02020603050405020304" charset="0"/>
                  <a:ea typeface="宋体" panose="02010600030101010101" pitchFamily="2" charset="-122"/>
                </a:rPr>
                <a:t>46KB</a:t>
              </a:r>
              <a:endParaRPr lang="en-US" altLang="zh-CN">
                <a:solidFill>
                  <a:schemeClr val="tx1"/>
                </a:solidFill>
                <a:latin typeface="Times New Roman" panose="02020603050405020304" charset="0"/>
                <a:ea typeface="宋体" panose="02010600030101010101" pitchFamily="2" charset="-122"/>
              </a:endParaRPr>
            </a:p>
          </p:txBody>
        </p:sp>
        <p:sp>
          <p:nvSpPr>
            <p:cNvPr id="68630" name="直接连接符 48150"/>
            <p:cNvSpPr/>
            <p:nvPr/>
          </p:nvSpPr>
          <p:spPr>
            <a:xfrm>
              <a:off x="524" y="741"/>
              <a:ext cx="874"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8631" name="文本框 48151"/>
            <p:cNvSpPr txBox="1"/>
            <p:nvPr/>
          </p:nvSpPr>
          <p:spPr>
            <a:xfrm>
              <a:off x="211" y="0"/>
              <a:ext cx="460" cy="192"/>
            </a:xfrm>
            <a:prstGeom prst="rect">
              <a:avLst/>
            </a:prstGeom>
            <a:noFill/>
            <a:ln w="9525">
              <a:noFill/>
              <a:miter/>
            </a:ln>
          </p:spPr>
          <p:txBody>
            <a:bodyPr anchor="t">
              <a:spAutoFit/>
            </a:bodyPr>
            <a:p>
              <a:pPr lvl="0">
                <a:spcBef>
                  <a:spcPct val="50000"/>
                </a:spcBef>
              </a:pPr>
              <a:r>
                <a:rPr lang="en-US" altLang="zh-CN">
                  <a:solidFill>
                    <a:schemeClr val="tx1"/>
                  </a:solidFill>
                  <a:latin typeface="Times New Roman" panose="02020603050405020304" charset="0"/>
                  <a:ea typeface="宋体" panose="02010600030101010101" pitchFamily="2" charset="-122"/>
                </a:rPr>
                <a:t>0KB</a:t>
              </a:r>
              <a:endParaRPr lang="en-US" altLang="zh-CN">
                <a:solidFill>
                  <a:schemeClr val="tx1"/>
                </a:solidFill>
                <a:latin typeface="Times New Roman" panose="02020603050405020304" charset="0"/>
                <a:ea typeface="宋体" panose="02010600030101010101" pitchFamily="2" charset="-122"/>
              </a:endParaRPr>
            </a:p>
          </p:txBody>
        </p:sp>
        <p:sp>
          <p:nvSpPr>
            <p:cNvPr id="68632" name="文本框 48152"/>
            <p:cNvSpPr txBox="1"/>
            <p:nvPr/>
          </p:nvSpPr>
          <p:spPr>
            <a:xfrm>
              <a:off x="47" y="231"/>
              <a:ext cx="500" cy="192"/>
            </a:xfrm>
            <a:prstGeom prst="rect">
              <a:avLst/>
            </a:prstGeom>
            <a:noFill/>
            <a:ln w="9525">
              <a:noFill/>
              <a:miter/>
            </a:ln>
          </p:spPr>
          <p:txBody>
            <a:bodyPr wrap="square" anchor="t">
              <a:spAutoFit/>
            </a:bodyPr>
            <a:p>
              <a:pPr lvl="0">
                <a:spcBef>
                  <a:spcPct val="50000"/>
                </a:spcBef>
              </a:pPr>
              <a:r>
                <a:rPr lang="en-US" altLang="zh-CN">
                  <a:solidFill>
                    <a:schemeClr val="tx1"/>
                  </a:solidFill>
                  <a:latin typeface="Times New Roman" panose="02020603050405020304" charset="0"/>
                  <a:ea typeface="宋体" panose="02010600030101010101" pitchFamily="2" charset="-122"/>
                </a:rPr>
                <a:t>20KB</a:t>
              </a:r>
              <a:endParaRPr lang="en-US" altLang="zh-CN">
                <a:solidFill>
                  <a:schemeClr val="tx1"/>
                </a:solidFill>
                <a:latin typeface="Times New Roman" panose="02020603050405020304" charset="0"/>
                <a:ea typeface="宋体" panose="02010600030101010101" pitchFamily="2" charset="-122"/>
              </a:endParaRPr>
            </a:p>
          </p:txBody>
        </p:sp>
        <p:sp>
          <p:nvSpPr>
            <p:cNvPr id="68633" name="文本框 48153"/>
            <p:cNvSpPr txBox="1"/>
            <p:nvPr/>
          </p:nvSpPr>
          <p:spPr>
            <a:xfrm>
              <a:off x="22" y="628"/>
              <a:ext cx="573" cy="192"/>
            </a:xfrm>
            <a:prstGeom prst="rect">
              <a:avLst/>
            </a:prstGeom>
            <a:noFill/>
            <a:ln w="9525">
              <a:noFill/>
              <a:miter/>
            </a:ln>
          </p:spPr>
          <p:txBody>
            <a:bodyPr wrap="square" anchor="t">
              <a:spAutoFit/>
            </a:bodyPr>
            <a:p>
              <a:pPr lvl="0">
                <a:spcBef>
                  <a:spcPct val="50000"/>
                </a:spcBef>
              </a:pPr>
              <a:r>
                <a:rPr lang="en-US" altLang="zh-CN">
                  <a:solidFill>
                    <a:schemeClr val="tx1"/>
                  </a:solidFill>
                  <a:latin typeface="Times New Roman" panose="02020603050405020304" charset="0"/>
                  <a:ea typeface="宋体" panose="02010600030101010101" pitchFamily="2" charset="-122"/>
                </a:rPr>
                <a:t>100KB</a:t>
              </a:r>
              <a:endParaRPr lang="en-US" altLang="zh-CN">
                <a:solidFill>
                  <a:schemeClr val="tx1"/>
                </a:solidFill>
                <a:latin typeface="Times New Roman" panose="02020603050405020304" charset="0"/>
                <a:ea typeface="宋体" panose="02010600030101010101" pitchFamily="2" charset="-122"/>
              </a:endParaRPr>
            </a:p>
          </p:txBody>
        </p:sp>
        <p:sp>
          <p:nvSpPr>
            <p:cNvPr id="68634" name="矩形 48154"/>
            <p:cNvSpPr/>
            <p:nvPr/>
          </p:nvSpPr>
          <p:spPr>
            <a:xfrm>
              <a:off x="524" y="741"/>
              <a:ext cx="874" cy="255"/>
            </a:xfrm>
            <a:prstGeom prst="rect">
              <a:avLst/>
            </a:prstGeom>
            <a:solidFill>
              <a:srgbClr val="FFCCCC"/>
            </a:solidFill>
            <a:ln w="9525" cap="flat" cmpd="sng">
              <a:solidFill>
                <a:srgbClr val="000000"/>
              </a:solidFill>
              <a:prstDash val="solid"/>
              <a:miter/>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8635" name="文本框 48155"/>
            <p:cNvSpPr txBox="1"/>
            <p:nvPr/>
          </p:nvSpPr>
          <p:spPr>
            <a:xfrm>
              <a:off x="691" y="780"/>
              <a:ext cx="514" cy="216"/>
            </a:xfrm>
            <a:prstGeom prst="rect">
              <a:avLst/>
            </a:prstGeom>
            <a:noFill/>
            <a:ln w="9525">
              <a:noFill/>
              <a:miter/>
            </a:ln>
          </p:spPr>
          <p:txBody>
            <a:bodyPr anchor="t"/>
            <a:p>
              <a:pPr lvl="0" algn="just"/>
              <a:r>
                <a:rPr lang="en-US" altLang="zh-CN">
                  <a:solidFill>
                    <a:schemeClr val="tx1"/>
                  </a:solidFill>
                  <a:latin typeface="Times New Roman" panose="02020603050405020304" charset="0"/>
                  <a:ea typeface="宋体" panose="02010600030101010101" pitchFamily="2" charset="-122"/>
                </a:rPr>
                <a:t>20KB</a:t>
              </a:r>
              <a:endParaRPr lang="en-US" altLang="zh-CN">
                <a:solidFill>
                  <a:schemeClr val="tx1"/>
                </a:solidFill>
                <a:latin typeface="Times New Roman" panose="02020603050405020304" charset="0"/>
                <a:ea typeface="宋体" panose="02010600030101010101" pitchFamily="2" charset="-122"/>
              </a:endParaRPr>
            </a:p>
          </p:txBody>
        </p:sp>
        <p:sp>
          <p:nvSpPr>
            <p:cNvPr id="68636" name="文本框 48156"/>
            <p:cNvSpPr txBox="1"/>
            <p:nvPr/>
          </p:nvSpPr>
          <p:spPr>
            <a:xfrm>
              <a:off x="23" y="1123"/>
              <a:ext cx="534" cy="192"/>
            </a:xfrm>
            <a:prstGeom prst="rect">
              <a:avLst/>
            </a:prstGeom>
            <a:noFill/>
            <a:ln w="9525">
              <a:noFill/>
              <a:miter/>
            </a:ln>
          </p:spPr>
          <p:txBody>
            <a:bodyPr wrap="square" anchor="t">
              <a:spAutoFit/>
            </a:bodyPr>
            <a:p>
              <a:pPr lvl="0">
                <a:spcBef>
                  <a:spcPct val="50000"/>
                </a:spcBef>
              </a:pPr>
              <a:r>
                <a:rPr lang="en-US" altLang="zh-CN">
                  <a:solidFill>
                    <a:schemeClr val="tx1"/>
                  </a:solidFill>
                  <a:latin typeface="Times New Roman" panose="02020603050405020304" charset="0"/>
                  <a:ea typeface="宋体" panose="02010600030101010101" pitchFamily="2" charset="-122"/>
                </a:rPr>
                <a:t>160KB</a:t>
              </a:r>
              <a:endParaRPr lang="en-US" altLang="zh-CN">
                <a:solidFill>
                  <a:schemeClr val="tx1"/>
                </a:solidFill>
                <a:latin typeface="Times New Roman" panose="02020603050405020304" charset="0"/>
                <a:ea typeface="宋体" panose="02010600030101010101" pitchFamily="2" charset="-122"/>
              </a:endParaRPr>
            </a:p>
          </p:txBody>
        </p:sp>
        <p:sp>
          <p:nvSpPr>
            <p:cNvPr id="68637" name="文本框 48157"/>
            <p:cNvSpPr txBox="1"/>
            <p:nvPr/>
          </p:nvSpPr>
          <p:spPr>
            <a:xfrm>
              <a:off x="-4" y="1549"/>
              <a:ext cx="562" cy="192"/>
            </a:xfrm>
            <a:prstGeom prst="rect">
              <a:avLst/>
            </a:prstGeom>
            <a:noFill/>
            <a:ln w="9525">
              <a:noFill/>
              <a:miter/>
            </a:ln>
          </p:spPr>
          <p:txBody>
            <a:bodyPr wrap="square" anchor="t">
              <a:spAutoFit/>
            </a:bodyPr>
            <a:p>
              <a:pPr lvl="0">
                <a:spcBef>
                  <a:spcPct val="50000"/>
                </a:spcBef>
              </a:pPr>
              <a:r>
                <a:rPr lang="en-US" altLang="zh-CN">
                  <a:solidFill>
                    <a:schemeClr val="tx1"/>
                  </a:solidFill>
                  <a:latin typeface="Times New Roman" panose="02020603050405020304" charset="0"/>
                  <a:ea typeface="宋体" panose="02010600030101010101" pitchFamily="2" charset="-122"/>
                </a:rPr>
                <a:t>210KB</a:t>
              </a:r>
              <a:endParaRPr lang="en-US" altLang="zh-CN">
                <a:solidFill>
                  <a:schemeClr val="tx1"/>
                </a:solidFill>
                <a:latin typeface="Times New Roman" panose="02020603050405020304" charset="0"/>
                <a:ea typeface="宋体" panose="02010600030101010101" pitchFamily="2" charset="-122"/>
              </a:endParaRPr>
            </a:p>
          </p:txBody>
        </p:sp>
        <p:sp>
          <p:nvSpPr>
            <p:cNvPr id="68638" name="文本框 48158"/>
            <p:cNvSpPr txBox="1"/>
            <p:nvPr/>
          </p:nvSpPr>
          <p:spPr>
            <a:xfrm>
              <a:off x="0" y="1923"/>
              <a:ext cx="606" cy="192"/>
            </a:xfrm>
            <a:prstGeom prst="rect">
              <a:avLst/>
            </a:prstGeom>
            <a:noFill/>
            <a:ln w="9525">
              <a:noFill/>
              <a:miter/>
            </a:ln>
          </p:spPr>
          <p:txBody>
            <a:bodyPr anchor="t">
              <a:spAutoFit/>
            </a:bodyPr>
            <a:p>
              <a:pPr lvl="0">
                <a:spcBef>
                  <a:spcPct val="50000"/>
                </a:spcBef>
              </a:pPr>
              <a:r>
                <a:rPr lang="en-US" altLang="zh-CN">
                  <a:solidFill>
                    <a:schemeClr val="tx1"/>
                  </a:solidFill>
                  <a:latin typeface="Times New Roman" panose="02020603050405020304" charset="0"/>
                  <a:ea typeface="宋体" panose="02010600030101010101" pitchFamily="2" charset="-122"/>
                </a:rPr>
                <a:t>256KB</a:t>
              </a:r>
              <a:endParaRPr lang="en-US" altLang="zh-CN">
                <a:solidFill>
                  <a:schemeClr val="tx1"/>
                </a:solidFill>
                <a:latin typeface="Times New Roman" panose="02020603050405020304" charset="0"/>
                <a:ea typeface="宋体" panose="02010600030101010101" pitchFamily="2" charset="-122"/>
              </a:endParaRPr>
            </a:p>
          </p:txBody>
        </p:sp>
        <p:sp>
          <p:nvSpPr>
            <p:cNvPr id="68639" name="文本框 48159"/>
            <p:cNvSpPr txBox="1"/>
            <p:nvPr/>
          </p:nvSpPr>
          <p:spPr>
            <a:xfrm>
              <a:off x="726" y="2083"/>
              <a:ext cx="369" cy="192"/>
            </a:xfrm>
            <a:prstGeom prst="rect">
              <a:avLst/>
            </a:prstGeom>
            <a:noFill/>
            <a:ln w="9525">
              <a:noFill/>
              <a:miter/>
            </a:ln>
          </p:spPr>
          <p:txBody>
            <a:bodyPr anchor="t">
              <a:spAutoFit/>
            </a:bodyPr>
            <a:p>
              <a:pPr lvl="0">
                <a:spcBef>
                  <a:spcPct val="50000"/>
                </a:spcBef>
              </a:pPr>
              <a:r>
                <a:rPr lang="zh-CN" altLang="en-US">
                  <a:solidFill>
                    <a:schemeClr val="tx1"/>
                  </a:solidFill>
                  <a:latin typeface="Times New Roman" panose="02020603050405020304" charset="0"/>
                  <a:ea typeface="宋体" panose="02010600030101010101" pitchFamily="2" charset="-122"/>
                </a:rPr>
                <a:t>主存</a:t>
              </a:r>
              <a:endParaRPr lang="zh-CN" altLang="en-US">
                <a:solidFill>
                  <a:schemeClr val="tx1"/>
                </a:solidFill>
                <a:latin typeface="Times New Roman" panose="02020603050405020304" charset="0"/>
                <a:ea typeface="宋体" panose="02010600030101010101" pitchFamily="2" charset="-122"/>
              </a:endParaRPr>
            </a:p>
          </p:txBody>
        </p:sp>
      </p:grpSp>
      <p:grpSp>
        <p:nvGrpSpPr>
          <p:cNvPr id="48161" name="组合 48160"/>
          <p:cNvGrpSpPr/>
          <p:nvPr/>
        </p:nvGrpSpPr>
        <p:grpSpPr>
          <a:xfrm>
            <a:off x="206375" y="1827213"/>
            <a:ext cx="6311900" cy="1404937"/>
            <a:chOff x="0" y="-8"/>
            <a:chExt cx="3828" cy="885"/>
          </a:xfrm>
        </p:grpSpPr>
        <p:sp>
          <p:nvSpPr>
            <p:cNvPr id="68641" name="文本框 48161"/>
            <p:cNvSpPr txBox="1"/>
            <p:nvPr/>
          </p:nvSpPr>
          <p:spPr>
            <a:xfrm>
              <a:off x="1289" y="741"/>
              <a:ext cx="1864" cy="136"/>
            </a:xfrm>
            <a:prstGeom prst="rect">
              <a:avLst/>
            </a:prstGeom>
            <a:noFill/>
            <a:ln w="9525">
              <a:noFill/>
              <a:miter/>
            </a:ln>
          </p:spPr>
          <p:txBody>
            <a:bodyPr anchor="t"/>
            <a:p>
              <a:pPr lvl="0" algn="just">
                <a:lnSpc>
                  <a:spcPct val="80000"/>
                </a:lnSpc>
              </a:pPr>
              <a:r>
                <a:rPr lang="en-US" altLang="zh-CN" sz="1600" b="0">
                  <a:solidFill>
                    <a:schemeClr val="tx1"/>
                  </a:solidFill>
                  <a:latin typeface="Times New Roman" panose="02020603050405020304" charset="0"/>
                  <a:ea typeface="宋体" panose="02010600030101010101" pitchFamily="2" charset="-122"/>
                </a:rPr>
                <a:t>(c) </a:t>
              </a:r>
              <a:r>
                <a:rPr lang="zh-CN" altLang="en-US" sz="1600" b="0">
                  <a:solidFill>
                    <a:schemeClr val="tx1"/>
                  </a:solidFill>
                  <a:latin typeface="Times New Roman" panose="02020603050405020304" charset="0"/>
                  <a:ea typeface="宋体" panose="02010600030101010101" pitchFamily="2" charset="-122"/>
                </a:rPr>
                <a:t>最坏适应算法的空闲区队列</a:t>
              </a:r>
              <a:endParaRPr lang="zh-CN" altLang="en-US" sz="1600" b="0">
                <a:solidFill>
                  <a:schemeClr val="tx1"/>
                </a:solidFill>
                <a:latin typeface="Times New Roman" panose="02020603050405020304" charset="0"/>
                <a:ea typeface="宋体" panose="02010600030101010101" pitchFamily="2" charset="-122"/>
              </a:endParaRPr>
            </a:p>
          </p:txBody>
        </p:sp>
        <p:sp>
          <p:nvSpPr>
            <p:cNvPr id="68642" name="文本框 48162"/>
            <p:cNvSpPr txBox="1"/>
            <p:nvPr/>
          </p:nvSpPr>
          <p:spPr>
            <a:xfrm>
              <a:off x="0" y="0"/>
              <a:ext cx="497" cy="161"/>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lnSpc>
                  <a:spcPct val="80000"/>
                </a:lnSpc>
              </a:pPr>
              <a:endParaRPr lang="zh-CN" altLang="en-US">
                <a:solidFill>
                  <a:schemeClr val="tx1"/>
                </a:solidFill>
                <a:latin typeface="Times New Roman" panose="02020603050405020304" charset="0"/>
                <a:ea typeface="宋体" panose="02010600030101010101" pitchFamily="2" charset="-122"/>
              </a:endParaRPr>
            </a:p>
            <a:p>
              <a:pPr lvl="0" algn="just">
                <a:lnSpc>
                  <a:spcPct val="80000"/>
                </a:lnSpc>
              </a:pPr>
              <a:endParaRPr lang="zh-CN" altLang="en-US">
                <a:solidFill>
                  <a:schemeClr val="tx1"/>
                </a:solidFill>
                <a:latin typeface="Times New Roman" panose="02020603050405020304" charset="0"/>
                <a:ea typeface="宋体" panose="02010600030101010101" pitchFamily="2" charset="-122"/>
              </a:endParaRPr>
            </a:p>
          </p:txBody>
        </p:sp>
        <p:sp>
          <p:nvSpPr>
            <p:cNvPr id="68643" name="文本框 48163"/>
            <p:cNvSpPr txBox="1"/>
            <p:nvPr/>
          </p:nvSpPr>
          <p:spPr>
            <a:xfrm>
              <a:off x="4" y="-8"/>
              <a:ext cx="511" cy="171"/>
            </a:xfrm>
            <a:prstGeom prst="rect">
              <a:avLst/>
            </a:prstGeom>
            <a:noFill/>
            <a:ln w="9525">
              <a:noFill/>
              <a:miter/>
            </a:ln>
          </p:spPr>
          <p:txBody>
            <a:bodyPr anchor="t"/>
            <a:p>
              <a:pPr lvl="0" algn="just">
                <a:lnSpc>
                  <a:spcPct val="80000"/>
                </a:lnSpc>
              </a:pPr>
              <a:r>
                <a:rPr lang="en-US" altLang="zh-CN">
                  <a:solidFill>
                    <a:schemeClr val="tx1"/>
                  </a:solidFill>
                  <a:latin typeface="Times New Roman" panose="02020603050405020304" charset="0"/>
                  <a:ea typeface="宋体" panose="02010600030101010101" pitchFamily="2" charset="-122"/>
                </a:rPr>
                <a:t>210KB</a:t>
              </a:r>
              <a:endParaRPr lang="en-US" altLang="zh-CN">
                <a:solidFill>
                  <a:schemeClr val="tx1"/>
                </a:solidFill>
                <a:latin typeface="Times New Roman" panose="02020603050405020304" charset="0"/>
                <a:ea typeface="宋体" panose="02010600030101010101" pitchFamily="2" charset="-122"/>
              </a:endParaRPr>
            </a:p>
          </p:txBody>
        </p:sp>
        <p:sp>
          <p:nvSpPr>
            <p:cNvPr id="68644" name="直接连接符 48164"/>
            <p:cNvSpPr/>
            <p:nvPr/>
          </p:nvSpPr>
          <p:spPr>
            <a:xfrm>
              <a:off x="497" y="64"/>
              <a:ext cx="420"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nvGrpSpPr>
            <p:cNvPr id="68645" name="组合 48165"/>
            <p:cNvGrpSpPr/>
            <p:nvPr/>
          </p:nvGrpSpPr>
          <p:grpSpPr>
            <a:xfrm>
              <a:off x="859" y="64"/>
              <a:ext cx="861" cy="612"/>
              <a:chOff x="-58" y="0"/>
              <a:chExt cx="861" cy="612"/>
            </a:xfrm>
          </p:grpSpPr>
          <p:sp>
            <p:nvSpPr>
              <p:cNvPr id="68646" name="文本框 48166"/>
              <p:cNvSpPr txBox="1"/>
              <p:nvPr/>
            </p:nvSpPr>
            <p:spPr>
              <a:xfrm>
                <a:off x="-58" y="0"/>
                <a:ext cx="555" cy="612"/>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lnSpc>
                    <a:spcPct val="80000"/>
                  </a:lnSpc>
                  <a:spcBef>
                    <a:spcPct val="30000"/>
                  </a:spcBef>
                </a:pPr>
                <a:r>
                  <a:rPr lang="zh-CN" altLang="en-US">
                    <a:solidFill>
                      <a:schemeClr val="tx1"/>
                    </a:solidFill>
                    <a:latin typeface="Times New Roman" panose="02020603050405020304" charset="0"/>
                    <a:ea typeface="宋体" panose="02010600030101010101" pitchFamily="2" charset="-122"/>
                  </a:rPr>
                  <a:t>     </a:t>
                </a:r>
                <a:r>
                  <a:rPr lang="en-US" altLang="zh-CN">
                    <a:solidFill>
                      <a:schemeClr val="tx1"/>
                    </a:solidFill>
                    <a:latin typeface="Times New Roman" panose="02020603050405020304" charset="0"/>
                    <a:ea typeface="宋体" panose="02010600030101010101" pitchFamily="2" charset="-122"/>
                  </a:rPr>
                  <a:t>0</a:t>
                </a:r>
                <a:endParaRPr lang="en-US" altLang="zh-CN">
                  <a:solidFill>
                    <a:schemeClr val="tx1"/>
                  </a:solidFill>
                  <a:latin typeface="Times New Roman" panose="02020603050405020304" charset="0"/>
                  <a:ea typeface="宋体" panose="02010600030101010101" pitchFamily="2" charset="-122"/>
                </a:endParaRPr>
              </a:p>
              <a:p>
                <a:pPr lvl="0" algn="just">
                  <a:lnSpc>
                    <a:spcPct val="80000"/>
                  </a:lnSpc>
                  <a:spcBef>
                    <a:spcPct val="30000"/>
                  </a:spcBef>
                </a:pPr>
                <a:r>
                  <a:rPr lang="en-US" altLang="zh-CN">
                    <a:solidFill>
                      <a:schemeClr val="tx1"/>
                    </a:solidFill>
                    <a:latin typeface="Times New Roman" panose="02020603050405020304" charset="0"/>
                    <a:ea typeface="宋体" panose="02010600030101010101" pitchFamily="2" charset="-122"/>
                  </a:rPr>
                  <a:t>  46KB</a:t>
                </a:r>
                <a:endParaRPr lang="en-US" altLang="zh-CN">
                  <a:solidFill>
                    <a:schemeClr val="tx1"/>
                  </a:solidFill>
                  <a:latin typeface="Times New Roman" panose="02020603050405020304" charset="0"/>
                  <a:ea typeface="宋体" panose="02010600030101010101" pitchFamily="2" charset="-122"/>
                </a:endParaRPr>
              </a:p>
              <a:p>
                <a:pPr lvl="0" algn="just">
                  <a:lnSpc>
                    <a:spcPct val="80000"/>
                  </a:lnSpc>
                  <a:spcBef>
                    <a:spcPct val="30000"/>
                  </a:spcBef>
                </a:pPr>
                <a:r>
                  <a:rPr lang="en-US" altLang="zh-CN">
                    <a:solidFill>
                      <a:schemeClr val="tx1"/>
                    </a:solidFill>
                    <a:latin typeface="Times New Roman" panose="02020603050405020304" charset="0"/>
                    <a:ea typeface="宋体" panose="02010600030101010101" pitchFamily="2" charset="-122"/>
                  </a:rPr>
                  <a:t>  20KB</a:t>
                </a:r>
                <a:endParaRPr lang="en-US" altLang="zh-CN">
                  <a:solidFill>
                    <a:schemeClr val="tx1"/>
                  </a:solidFill>
                  <a:latin typeface="Times New Roman" panose="02020603050405020304" charset="0"/>
                  <a:ea typeface="宋体" panose="02010600030101010101" pitchFamily="2" charset="-122"/>
                </a:endParaRPr>
              </a:p>
            </p:txBody>
          </p:sp>
          <p:sp>
            <p:nvSpPr>
              <p:cNvPr id="68647" name="直接连接符 48167"/>
              <p:cNvSpPr/>
              <p:nvPr/>
            </p:nvSpPr>
            <p:spPr>
              <a:xfrm>
                <a:off x="0" y="147"/>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8648" name="直接连接符 48168"/>
              <p:cNvSpPr/>
              <p:nvPr/>
            </p:nvSpPr>
            <p:spPr>
              <a:xfrm>
                <a:off x="0" y="294"/>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8649" name="直接连接符 48169"/>
              <p:cNvSpPr/>
              <p:nvPr/>
            </p:nvSpPr>
            <p:spPr>
              <a:xfrm>
                <a:off x="0" y="450"/>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8650" name="直接连接符 48170"/>
              <p:cNvSpPr/>
              <p:nvPr/>
            </p:nvSpPr>
            <p:spPr>
              <a:xfrm flipV="1">
                <a:off x="574" y="0"/>
                <a:ext cx="0" cy="345"/>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8651" name="直接连接符 48171"/>
              <p:cNvSpPr/>
              <p:nvPr/>
            </p:nvSpPr>
            <p:spPr>
              <a:xfrm>
                <a:off x="574" y="0"/>
                <a:ext cx="229"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8652" name="直接连接符 48172"/>
              <p:cNvSpPr/>
              <p:nvPr/>
            </p:nvSpPr>
            <p:spPr>
              <a:xfrm>
                <a:off x="459" y="349"/>
                <a:ext cx="115"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grpSp>
          <p:nvGrpSpPr>
            <p:cNvPr id="68653" name="组合 48173"/>
            <p:cNvGrpSpPr/>
            <p:nvPr/>
          </p:nvGrpSpPr>
          <p:grpSpPr>
            <a:xfrm>
              <a:off x="1639" y="64"/>
              <a:ext cx="885" cy="612"/>
              <a:chOff x="-82" y="0"/>
              <a:chExt cx="885" cy="612"/>
            </a:xfrm>
          </p:grpSpPr>
          <p:sp>
            <p:nvSpPr>
              <p:cNvPr id="68654" name="文本框 48174"/>
              <p:cNvSpPr txBox="1"/>
              <p:nvPr/>
            </p:nvSpPr>
            <p:spPr>
              <a:xfrm>
                <a:off x="-82" y="0"/>
                <a:ext cx="580" cy="612"/>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lnSpc>
                    <a:spcPct val="80000"/>
                  </a:lnSpc>
                  <a:spcBef>
                    <a:spcPct val="30000"/>
                  </a:spcBef>
                </a:pPr>
                <a:r>
                  <a:rPr lang="zh-CN" altLang="en-US">
                    <a:solidFill>
                      <a:schemeClr val="tx1"/>
                    </a:solidFill>
                    <a:latin typeface="Times New Roman" panose="02020603050405020304" charset="0"/>
                    <a:ea typeface="宋体" panose="02010600030101010101" pitchFamily="2" charset="-122"/>
                  </a:rPr>
                  <a:t>     </a:t>
                </a:r>
                <a:r>
                  <a:rPr lang="en-US" altLang="zh-CN">
                    <a:solidFill>
                      <a:schemeClr val="tx1"/>
                    </a:solidFill>
                    <a:latin typeface="Times New Roman" panose="02020603050405020304" charset="0"/>
                    <a:ea typeface="宋体" panose="02010600030101010101" pitchFamily="2" charset="-122"/>
                  </a:rPr>
                  <a:t>0</a:t>
                </a:r>
                <a:endParaRPr lang="en-US" altLang="zh-CN">
                  <a:solidFill>
                    <a:schemeClr val="tx1"/>
                  </a:solidFill>
                  <a:latin typeface="Times New Roman" panose="02020603050405020304" charset="0"/>
                  <a:ea typeface="宋体" panose="02010600030101010101" pitchFamily="2" charset="-122"/>
                </a:endParaRPr>
              </a:p>
              <a:p>
                <a:pPr lvl="0" algn="just">
                  <a:lnSpc>
                    <a:spcPct val="80000"/>
                  </a:lnSpc>
                  <a:spcBef>
                    <a:spcPct val="30000"/>
                  </a:spcBef>
                </a:pPr>
                <a:r>
                  <a:rPr lang="en-US" altLang="zh-CN">
                    <a:solidFill>
                      <a:schemeClr val="tx1"/>
                    </a:solidFill>
                    <a:latin typeface="Times New Roman" panose="02020603050405020304" charset="0"/>
                    <a:ea typeface="宋体" panose="02010600030101010101" pitchFamily="2" charset="-122"/>
                  </a:rPr>
                  <a:t>  30KB</a:t>
                </a:r>
                <a:endParaRPr lang="en-US" altLang="zh-CN">
                  <a:solidFill>
                    <a:schemeClr val="tx1"/>
                  </a:solidFill>
                  <a:latin typeface="Times New Roman" panose="02020603050405020304" charset="0"/>
                  <a:ea typeface="宋体" panose="02010600030101010101" pitchFamily="2" charset="-122"/>
                </a:endParaRPr>
              </a:p>
              <a:p>
                <a:pPr lvl="0" algn="just">
                  <a:lnSpc>
                    <a:spcPct val="80000"/>
                  </a:lnSpc>
                  <a:spcBef>
                    <a:spcPct val="30000"/>
                  </a:spcBef>
                </a:pPr>
                <a:r>
                  <a:rPr lang="en-US" altLang="zh-CN">
                    <a:solidFill>
                      <a:schemeClr val="tx1"/>
                    </a:solidFill>
                    <a:latin typeface="Times New Roman" panose="02020603050405020304" charset="0"/>
                    <a:ea typeface="宋体" panose="02010600030101010101" pitchFamily="2" charset="-122"/>
                  </a:rPr>
                  <a:t> 100KB</a:t>
                </a:r>
                <a:endParaRPr lang="en-US" altLang="zh-CN">
                  <a:solidFill>
                    <a:schemeClr val="tx1"/>
                  </a:solidFill>
                  <a:latin typeface="Times New Roman" panose="02020603050405020304" charset="0"/>
                  <a:ea typeface="宋体" panose="02010600030101010101" pitchFamily="2" charset="-122"/>
                </a:endParaRPr>
              </a:p>
            </p:txBody>
          </p:sp>
          <p:sp>
            <p:nvSpPr>
              <p:cNvPr id="68655" name="直接连接符 48175"/>
              <p:cNvSpPr/>
              <p:nvPr/>
            </p:nvSpPr>
            <p:spPr>
              <a:xfrm>
                <a:off x="0" y="147"/>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8656" name="直接连接符 48176"/>
              <p:cNvSpPr/>
              <p:nvPr/>
            </p:nvSpPr>
            <p:spPr>
              <a:xfrm>
                <a:off x="0" y="294"/>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8657" name="直接连接符 48177"/>
              <p:cNvSpPr/>
              <p:nvPr/>
            </p:nvSpPr>
            <p:spPr>
              <a:xfrm>
                <a:off x="0" y="450"/>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8658" name="直接连接符 48178"/>
              <p:cNvSpPr/>
              <p:nvPr/>
            </p:nvSpPr>
            <p:spPr>
              <a:xfrm flipV="1">
                <a:off x="574" y="0"/>
                <a:ext cx="0" cy="345"/>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8659" name="直接连接符 48179"/>
              <p:cNvSpPr/>
              <p:nvPr/>
            </p:nvSpPr>
            <p:spPr>
              <a:xfrm>
                <a:off x="574" y="0"/>
                <a:ext cx="229"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8660" name="直接连接符 48180"/>
              <p:cNvSpPr/>
              <p:nvPr/>
            </p:nvSpPr>
            <p:spPr>
              <a:xfrm>
                <a:off x="459" y="349"/>
                <a:ext cx="115"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grpSp>
          <p:nvGrpSpPr>
            <p:cNvPr id="68661" name="组合 48181"/>
            <p:cNvGrpSpPr/>
            <p:nvPr/>
          </p:nvGrpSpPr>
          <p:grpSpPr>
            <a:xfrm>
              <a:off x="2443" y="64"/>
              <a:ext cx="886" cy="612"/>
              <a:chOff x="-83" y="0"/>
              <a:chExt cx="886" cy="612"/>
            </a:xfrm>
          </p:grpSpPr>
          <p:sp>
            <p:nvSpPr>
              <p:cNvPr id="68662" name="文本框 48182"/>
              <p:cNvSpPr txBox="1"/>
              <p:nvPr/>
            </p:nvSpPr>
            <p:spPr>
              <a:xfrm>
                <a:off x="-83" y="0"/>
                <a:ext cx="580" cy="612"/>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lnSpc>
                    <a:spcPct val="80000"/>
                  </a:lnSpc>
                  <a:spcBef>
                    <a:spcPct val="30000"/>
                  </a:spcBef>
                </a:pPr>
                <a:r>
                  <a:rPr lang="zh-CN" altLang="en-US">
                    <a:solidFill>
                      <a:schemeClr val="tx1"/>
                    </a:solidFill>
                    <a:latin typeface="Times New Roman" panose="02020603050405020304" charset="0"/>
                    <a:ea typeface="宋体" panose="02010600030101010101" pitchFamily="2" charset="-122"/>
                  </a:rPr>
                  <a:t>     </a:t>
                </a:r>
                <a:r>
                  <a:rPr lang="en-US" altLang="zh-CN">
                    <a:solidFill>
                      <a:schemeClr val="tx1"/>
                    </a:solidFill>
                    <a:latin typeface="Times New Roman" panose="02020603050405020304" charset="0"/>
                    <a:ea typeface="宋体" panose="02010600030101010101" pitchFamily="2" charset="-122"/>
                  </a:rPr>
                  <a:t>0</a:t>
                </a:r>
                <a:endParaRPr lang="en-US" altLang="zh-CN">
                  <a:solidFill>
                    <a:schemeClr val="tx1"/>
                  </a:solidFill>
                  <a:latin typeface="Times New Roman" panose="02020603050405020304" charset="0"/>
                  <a:ea typeface="宋体" panose="02010600030101010101" pitchFamily="2" charset="-122"/>
                </a:endParaRPr>
              </a:p>
              <a:p>
                <a:pPr lvl="0" algn="just">
                  <a:lnSpc>
                    <a:spcPct val="80000"/>
                  </a:lnSpc>
                  <a:spcBef>
                    <a:spcPct val="30000"/>
                  </a:spcBef>
                </a:pPr>
                <a:r>
                  <a:rPr lang="en-US" altLang="zh-CN">
                    <a:solidFill>
                      <a:schemeClr val="tx1"/>
                    </a:solidFill>
                    <a:latin typeface="Times New Roman" panose="02020603050405020304" charset="0"/>
                    <a:ea typeface="宋体" panose="02010600030101010101" pitchFamily="2" charset="-122"/>
                  </a:rPr>
                  <a:t>  20KB</a:t>
                </a:r>
                <a:endParaRPr lang="en-US" altLang="zh-CN">
                  <a:solidFill>
                    <a:schemeClr val="tx1"/>
                  </a:solidFill>
                  <a:latin typeface="Times New Roman" panose="02020603050405020304" charset="0"/>
                  <a:ea typeface="宋体" panose="02010600030101010101" pitchFamily="2" charset="-122"/>
                </a:endParaRPr>
              </a:p>
              <a:p>
                <a:pPr lvl="0" algn="just">
                  <a:lnSpc>
                    <a:spcPct val="80000"/>
                  </a:lnSpc>
                  <a:spcBef>
                    <a:spcPct val="30000"/>
                  </a:spcBef>
                </a:pPr>
                <a:r>
                  <a:rPr lang="en-US" altLang="zh-CN">
                    <a:solidFill>
                      <a:schemeClr val="tx1"/>
                    </a:solidFill>
                    <a:latin typeface="Times New Roman" panose="02020603050405020304" charset="0"/>
                    <a:ea typeface="宋体" panose="02010600030101010101" pitchFamily="2" charset="-122"/>
                  </a:rPr>
                  <a:t> 160KB</a:t>
                </a:r>
                <a:endParaRPr lang="en-US" altLang="zh-CN">
                  <a:solidFill>
                    <a:schemeClr val="tx1"/>
                  </a:solidFill>
                  <a:latin typeface="Times New Roman" panose="02020603050405020304" charset="0"/>
                  <a:ea typeface="宋体" panose="02010600030101010101" pitchFamily="2" charset="-122"/>
                </a:endParaRPr>
              </a:p>
            </p:txBody>
          </p:sp>
          <p:sp>
            <p:nvSpPr>
              <p:cNvPr id="68663" name="直接连接符 48183"/>
              <p:cNvSpPr/>
              <p:nvPr/>
            </p:nvSpPr>
            <p:spPr>
              <a:xfrm>
                <a:off x="0" y="147"/>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8664" name="直接连接符 48184"/>
              <p:cNvSpPr/>
              <p:nvPr/>
            </p:nvSpPr>
            <p:spPr>
              <a:xfrm>
                <a:off x="0" y="294"/>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8665" name="直接连接符 48185"/>
              <p:cNvSpPr/>
              <p:nvPr/>
            </p:nvSpPr>
            <p:spPr>
              <a:xfrm>
                <a:off x="0" y="450"/>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8666" name="直接连接符 48186"/>
              <p:cNvSpPr/>
              <p:nvPr/>
            </p:nvSpPr>
            <p:spPr>
              <a:xfrm flipV="1">
                <a:off x="574" y="0"/>
                <a:ext cx="0" cy="345"/>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8667" name="直接连接符 48187"/>
              <p:cNvSpPr/>
              <p:nvPr/>
            </p:nvSpPr>
            <p:spPr>
              <a:xfrm>
                <a:off x="574" y="0"/>
                <a:ext cx="229"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8668" name="直接连接符 48188"/>
              <p:cNvSpPr/>
              <p:nvPr/>
            </p:nvSpPr>
            <p:spPr>
              <a:xfrm>
                <a:off x="459" y="349"/>
                <a:ext cx="115"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48190" name="文本框 48189"/>
            <p:cNvSpPr txBox="1"/>
            <p:nvPr/>
          </p:nvSpPr>
          <p:spPr>
            <a:xfrm>
              <a:off x="3331" y="63"/>
              <a:ext cx="497" cy="612"/>
            </a:xfrm>
            <a:prstGeom prst="rect">
              <a:avLst/>
            </a:prstGeom>
            <a:solidFill>
              <a:srgbClr val="FFFFCC"/>
            </a:solidFill>
            <a:ln w="9525" cap="flat" cmpd="sng">
              <a:solidFill>
                <a:srgbClr val="000000"/>
              </a:solidFill>
              <a:prstDash val="solid"/>
              <a:miter/>
              <a:headEnd type="none" w="med" len="med"/>
              <a:tailEnd type="none" w="med" len="med"/>
            </a:ln>
          </p:spPr>
          <p:txBody>
            <a:bodyPr/>
            <a:p>
              <a:pPr lvl="0" algn="just" fontAlgn="base">
                <a:lnSpc>
                  <a:spcPct val="80000"/>
                </a:lnSpc>
                <a:spcBef>
                  <a:spcPct val="30000"/>
                </a:spcBef>
              </a:pPr>
              <a:r>
                <a:rPr lang="zh-CN" altLang="en-US" sz="1400" b="1" strike="noStrike" noProof="1">
                  <a:solidFill>
                    <a:schemeClr val="tx1"/>
                  </a:solidFill>
                  <a:latin typeface="Times New Roman" panose="02020603050405020304" charset="0"/>
                  <a:ea typeface="宋体" panose="02010600030101010101" pitchFamily="2" charset="-122"/>
                  <a:cs typeface="+mn-ea"/>
                </a:rPr>
                <a:t>     </a:t>
              </a:r>
              <a:r>
                <a:rPr lang="en-US" altLang="zh-CN" sz="1400" b="1" strike="noStrike" noProof="1">
                  <a:solidFill>
                    <a:schemeClr val="tx1"/>
                  </a:solidFill>
                  <a:latin typeface="Times New Roman" panose="02020603050405020304" charset="0"/>
                  <a:ea typeface="宋体" panose="02010600030101010101" pitchFamily="2" charset="-122"/>
                  <a:cs typeface="+mn-ea"/>
                </a:rPr>
                <a:t>0</a:t>
              </a:r>
              <a:endParaRPr lang="en-US" altLang="zh-CN" sz="1400" b="1" strike="noStrike" noProof="1">
                <a:solidFill>
                  <a:schemeClr val="tx1"/>
                </a:solidFill>
                <a:latin typeface="Times New Roman" panose="02020603050405020304" charset="0"/>
                <a:ea typeface="宋体" panose="02010600030101010101" pitchFamily="2" charset="-122"/>
              </a:endParaRPr>
            </a:p>
            <a:p>
              <a:pPr lvl="0" algn="just" fontAlgn="base">
                <a:lnSpc>
                  <a:spcPct val="80000"/>
                </a:lnSpc>
                <a:spcBef>
                  <a:spcPct val="30000"/>
                </a:spcBef>
              </a:pPr>
              <a:r>
                <a:rPr lang="en-US" altLang="zh-CN" sz="1400" b="1" strike="noStrike" noProof="1">
                  <a:solidFill>
                    <a:schemeClr val="tx1"/>
                  </a:solidFill>
                  <a:latin typeface="Times New Roman" panose="02020603050405020304" charset="0"/>
                  <a:ea typeface="宋体" panose="02010600030101010101" pitchFamily="2" charset="-122"/>
                  <a:cs typeface="+mn-ea"/>
                </a:rPr>
                <a:t>  5KB</a:t>
              </a:r>
              <a:endParaRPr lang="en-US" altLang="zh-CN" sz="1400" b="1" strike="noStrike" noProof="1">
                <a:solidFill>
                  <a:schemeClr val="tx1"/>
                </a:solidFill>
                <a:latin typeface="Times New Roman" panose="02020603050405020304" charset="0"/>
                <a:ea typeface="宋体" panose="02010600030101010101" pitchFamily="2" charset="-122"/>
              </a:endParaRPr>
            </a:p>
            <a:p>
              <a:pPr lvl="0" algn="just" fontAlgn="base">
                <a:lnSpc>
                  <a:spcPct val="80000"/>
                </a:lnSpc>
                <a:spcBef>
                  <a:spcPct val="30000"/>
                </a:spcBef>
              </a:pPr>
              <a:r>
                <a:rPr lang="en-US" altLang="zh-CN" sz="1400" b="1" strike="noStrike" noProof="1">
                  <a:solidFill>
                    <a:schemeClr val="tx1"/>
                  </a:solidFill>
                  <a:latin typeface="Times New Roman" panose="02020603050405020304" charset="0"/>
                  <a:ea typeface="宋体" panose="02010600030101010101" pitchFamily="2" charset="-122"/>
                  <a:cs typeface="+mn-ea"/>
                </a:rPr>
                <a:t>    ^</a:t>
              </a:r>
              <a:r>
                <a:rPr lang="en-US" altLang="zh-CN"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cs typeface="+mn-ea"/>
                </a:rPr>
                <a:t> </a:t>
              </a:r>
              <a:endParaRPr lang="en-US" altLang="zh-CN"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8670" name="直接连接符 48190"/>
            <p:cNvSpPr/>
            <p:nvPr/>
          </p:nvSpPr>
          <p:spPr>
            <a:xfrm>
              <a:off x="3331" y="210"/>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8671" name="直接连接符 48191"/>
            <p:cNvSpPr/>
            <p:nvPr/>
          </p:nvSpPr>
          <p:spPr>
            <a:xfrm>
              <a:off x="3331" y="357"/>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8672" name="直接连接符 48192"/>
            <p:cNvSpPr/>
            <p:nvPr/>
          </p:nvSpPr>
          <p:spPr>
            <a:xfrm>
              <a:off x="3331" y="513"/>
              <a:ext cx="49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48194" name="文本框 48193"/>
          <p:cNvSpPr txBox="1"/>
          <p:nvPr/>
        </p:nvSpPr>
        <p:spPr>
          <a:xfrm>
            <a:off x="7156450" y="5451475"/>
            <a:ext cx="1649413" cy="336550"/>
          </a:xfrm>
          <a:prstGeom prst="rect">
            <a:avLst/>
          </a:prstGeom>
          <a:noFill/>
          <a:ln w="9525">
            <a:noFill/>
            <a:miter/>
          </a:ln>
        </p:spPr>
        <p:txBody>
          <a:bodyPr anchor="t">
            <a:spAutoFit/>
          </a:bodyPr>
          <a:p>
            <a:pPr lvl="0">
              <a:spcBef>
                <a:spcPct val="30000"/>
              </a:spcBef>
            </a:pPr>
            <a:r>
              <a:rPr lang="zh-CN" altLang="en-US" sz="1600" b="0">
                <a:solidFill>
                  <a:schemeClr val="tx1"/>
                </a:solidFill>
                <a:latin typeface="Times New Roman" panose="02020603050405020304" charset="0"/>
                <a:ea typeface="宋体" panose="02010600030101010101" pitchFamily="2" charset="-122"/>
              </a:rPr>
              <a:t>主存分布示意图</a:t>
            </a:r>
            <a:endParaRPr lang="zh-CN" altLang="en-US" sz="1600" b="0">
              <a:solidFill>
                <a:schemeClr val="tx1"/>
              </a:solidFill>
              <a:latin typeface="Times New Roman" panose="02020603050405020304" charset="0"/>
              <a:ea typeface="宋体" panose="02010600030101010101" pitchFamily="2" charset="-122"/>
            </a:endParaRPr>
          </a:p>
        </p:txBody>
      </p:sp>
      <p:sp>
        <p:nvSpPr>
          <p:cNvPr id="48195" name="矩形 48194"/>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分区存储管理</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8131" grpId="0" build="p"/>
      <p:bldP spid="48194"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5" name="矩形 44034"/>
          <p:cNvSpPr/>
          <p:nvPr/>
        </p:nvSpPr>
        <p:spPr>
          <a:xfrm>
            <a:off x="233680" y="673100"/>
            <a:ext cx="5841365" cy="452120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zh-CN" altLang="en-US" sz="2400" b="1" strike="noStrike" noProof="1">
                <a:solidFill>
                  <a:srgbClr val="000099"/>
                </a:solidFill>
                <a:latin typeface="宋体" panose="02010600030101010101" pitchFamily="2" charset="-122"/>
                <a:ea typeface="宋体" panose="02010600030101010101" pitchFamily="2" charset="-122"/>
                <a:cs typeface="+mn-ea"/>
              </a:rPr>
              <a:t>习题</a:t>
            </a:r>
            <a:r>
              <a:rPr lang="en-US" altLang="zh-CN" sz="2400" b="1" strike="noStrike" noProof="1">
                <a:solidFill>
                  <a:srgbClr val="000099"/>
                </a:solidFill>
                <a:latin typeface="宋体" panose="02010600030101010101" pitchFamily="2" charset="-122"/>
                <a:ea typeface="宋体" panose="02010600030101010101" pitchFamily="2" charset="-122"/>
                <a:cs typeface="+mn-ea"/>
              </a:rPr>
              <a:t>7-11</a:t>
            </a:r>
            <a:r>
              <a:rPr lang="zh-CN" altLang="en-US" sz="2400" b="1" strike="noStrike" noProof="1">
                <a:solidFill>
                  <a:srgbClr val="000099"/>
                </a:solidFill>
                <a:latin typeface="Times New Roman" panose="02020603050405020304" charset="0"/>
                <a:ea typeface="宋体" panose="02010600030101010101" pitchFamily="2" charset="-122"/>
                <a:cs typeface="+mn-ea"/>
              </a:rPr>
              <a:t> ：</a:t>
            </a:r>
            <a:endParaRPr lang="zh-CN" altLang="en-US" sz="2400" b="1" strike="noStrike" noProof="1">
              <a:solidFill>
                <a:srgbClr val="000099"/>
              </a:solidFill>
              <a:latin typeface="Times New Roman" panose="02020603050405020304" charset="0"/>
              <a:ea typeface="宋体" panose="02010600030101010101" pitchFamily="2" charset="-122"/>
              <a:cs typeface="+mn-ea"/>
            </a:endParaRPr>
          </a:p>
          <a:p>
            <a:pPr marL="533400" lvl="0" indent="-5334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主存中有两个空闲区，现有如下作业序列：</a:t>
            </a:r>
            <a:endParaRPr lang="zh-CN" altLang="en-US"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20000"/>
              </a:lnSpc>
              <a:spcBef>
                <a:spcPct val="20000"/>
              </a:spcBef>
              <a:buNone/>
            </a:pPr>
            <a:r>
              <a:rPr lang="en-US" altLang="zh-CN" sz="2400" strike="noStrike" noProof="1">
                <a:solidFill>
                  <a:schemeClr val="tx1"/>
                </a:solidFill>
                <a:effectLst/>
                <a:latin typeface="Times New Roman" panose="02020603050405020304" charset="0"/>
                <a:ea typeface="宋体" panose="02010600030101010101" pitchFamily="2" charset="-122"/>
                <a:cs typeface="+mn-ea"/>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rPr>
              <a:t>程序</a:t>
            </a:r>
            <a:r>
              <a:rPr lang="en-US" altLang="zh-CN" sz="2400" strike="noStrike" noProof="1">
                <a:solidFill>
                  <a:schemeClr val="tx1"/>
                </a:solidFill>
                <a:effectLst/>
                <a:latin typeface="Times New Roman" panose="02020603050405020304" charset="0"/>
                <a:ea typeface="宋体" panose="02010600030101010101" pitchFamily="2" charset="-122"/>
                <a:cs typeface="+mn-ea"/>
              </a:rPr>
              <a:t>1</a:t>
            </a:r>
            <a:r>
              <a:rPr lang="zh-CN" altLang="en-US" sz="2400" strike="noStrike" noProof="1">
                <a:solidFill>
                  <a:schemeClr val="tx1"/>
                </a:solidFill>
                <a:effectLst/>
                <a:latin typeface="Times New Roman" panose="02020603050405020304" charset="0"/>
                <a:ea typeface="宋体" panose="02010600030101010101" pitchFamily="2" charset="-122"/>
                <a:cs typeface="+mn-ea"/>
              </a:rPr>
              <a:t>要求</a:t>
            </a:r>
            <a:r>
              <a:rPr lang="en-US" altLang="zh-CN" sz="2400" strike="noStrike" noProof="1">
                <a:solidFill>
                  <a:schemeClr val="tx1"/>
                </a:solidFill>
                <a:effectLst/>
                <a:latin typeface="Times New Roman" panose="02020603050405020304" charset="0"/>
                <a:ea typeface="宋体" panose="02010600030101010101" pitchFamily="2" charset="-122"/>
                <a:cs typeface="+mn-ea"/>
              </a:rPr>
              <a:t>50KB</a:t>
            </a:r>
            <a:r>
              <a:rPr lang="zh-CN" altLang="en-US" sz="2400" strike="noStrike" noProof="1">
                <a:solidFill>
                  <a:schemeClr val="tx1"/>
                </a:solidFill>
                <a:effectLst/>
                <a:latin typeface="Times New Roman" panose="02020603050405020304" charset="0"/>
                <a:ea typeface="宋体" panose="02010600030101010101" pitchFamily="2" charset="-122"/>
                <a:cs typeface="+mn-ea"/>
              </a:rPr>
              <a:t>；</a:t>
            </a:r>
            <a:endParaRPr lang="zh-CN" altLang="en-US"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20000"/>
              </a:lnSpc>
              <a:spcBef>
                <a:spcPct val="20000"/>
              </a:spcBef>
              <a:buNone/>
            </a:pPr>
            <a:r>
              <a:rPr lang="en-US" altLang="zh-CN" sz="2400" strike="noStrike" noProof="1">
                <a:solidFill>
                  <a:schemeClr val="tx1"/>
                </a:solidFill>
                <a:effectLst/>
                <a:latin typeface="Times New Roman" panose="02020603050405020304" charset="0"/>
                <a:ea typeface="宋体" panose="02010600030101010101" pitchFamily="2" charset="-122"/>
                <a:cs typeface="+mn-ea"/>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rPr>
              <a:t>程序</a:t>
            </a:r>
            <a:r>
              <a:rPr lang="en-US" altLang="zh-CN" sz="2400" strike="noStrike" noProof="1">
                <a:solidFill>
                  <a:schemeClr val="tx1"/>
                </a:solidFill>
                <a:effectLst/>
                <a:latin typeface="Times New Roman" panose="02020603050405020304" charset="0"/>
                <a:ea typeface="宋体" panose="02010600030101010101" pitchFamily="2" charset="-122"/>
                <a:cs typeface="+mn-ea"/>
              </a:rPr>
              <a:t>2</a:t>
            </a:r>
            <a:r>
              <a:rPr lang="zh-CN" altLang="en-US" sz="2400" strike="noStrike" noProof="1">
                <a:solidFill>
                  <a:schemeClr val="tx1"/>
                </a:solidFill>
                <a:effectLst/>
                <a:latin typeface="Times New Roman" panose="02020603050405020304" charset="0"/>
                <a:ea typeface="宋体" panose="02010600030101010101" pitchFamily="2" charset="-122"/>
                <a:cs typeface="+mn-ea"/>
              </a:rPr>
              <a:t>要求</a:t>
            </a:r>
            <a:r>
              <a:rPr lang="en-US" altLang="zh-CN" sz="2400" strike="noStrike" noProof="1">
                <a:solidFill>
                  <a:schemeClr val="tx1"/>
                </a:solidFill>
                <a:effectLst/>
                <a:latin typeface="Times New Roman" panose="02020603050405020304" charset="0"/>
                <a:ea typeface="宋体" panose="02010600030101010101" pitchFamily="2" charset="-122"/>
                <a:cs typeface="+mn-ea"/>
              </a:rPr>
              <a:t>60KB</a:t>
            </a:r>
            <a:r>
              <a:rPr lang="zh-CN" altLang="en-US" sz="2400" strike="noStrike" noProof="1">
                <a:solidFill>
                  <a:schemeClr val="tx1"/>
                </a:solidFill>
                <a:effectLst/>
                <a:latin typeface="Times New Roman" panose="02020603050405020304" charset="0"/>
                <a:ea typeface="宋体" panose="02010600030101010101" pitchFamily="2" charset="-122"/>
                <a:cs typeface="+mn-ea"/>
              </a:rPr>
              <a:t>；</a:t>
            </a:r>
            <a:endParaRPr lang="zh-CN" altLang="en-US"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20000"/>
              </a:lnSpc>
              <a:spcBef>
                <a:spcPct val="20000"/>
              </a:spcBef>
              <a:buNone/>
            </a:pPr>
            <a:r>
              <a:rPr lang="en-US" altLang="zh-CN" sz="2400" strike="noStrike" noProof="1">
                <a:solidFill>
                  <a:schemeClr val="tx1"/>
                </a:solidFill>
                <a:effectLst/>
                <a:latin typeface="Times New Roman" panose="02020603050405020304" charset="0"/>
                <a:ea typeface="宋体" panose="02010600030101010101" pitchFamily="2" charset="-122"/>
                <a:cs typeface="+mn-ea"/>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rPr>
              <a:t>程序</a:t>
            </a:r>
            <a:r>
              <a:rPr lang="en-US" altLang="zh-CN" sz="2400" strike="noStrike" noProof="1">
                <a:solidFill>
                  <a:schemeClr val="tx1"/>
                </a:solidFill>
                <a:effectLst/>
                <a:latin typeface="Times New Roman" panose="02020603050405020304" charset="0"/>
                <a:ea typeface="宋体" panose="02010600030101010101" pitchFamily="2" charset="-122"/>
                <a:cs typeface="+mn-ea"/>
              </a:rPr>
              <a:t>3</a:t>
            </a:r>
            <a:r>
              <a:rPr lang="zh-CN" altLang="en-US" sz="2400" strike="noStrike" noProof="1">
                <a:solidFill>
                  <a:schemeClr val="tx1"/>
                </a:solidFill>
                <a:effectLst/>
                <a:latin typeface="Times New Roman" panose="02020603050405020304" charset="0"/>
                <a:ea typeface="宋体" panose="02010600030101010101" pitchFamily="2" charset="-122"/>
                <a:cs typeface="+mn-ea"/>
              </a:rPr>
              <a:t>要求</a:t>
            </a:r>
            <a:r>
              <a:rPr lang="en-US" altLang="zh-CN" sz="2400" strike="noStrike" noProof="1">
                <a:solidFill>
                  <a:schemeClr val="tx1"/>
                </a:solidFill>
                <a:effectLst/>
                <a:latin typeface="Times New Roman" panose="02020603050405020304" charset="0"/>
                <a:ea typeface="宋体" panose="02010600030101010101" pitchFamily="2" charset="-122"/>
                <a:cs typeface="+mn-ea"/>
              </a:rPr>
              <a:t>70KB</a:t>
            </a:r>
            <a:r>
              <a:rPr lang="zh-CN" altLang="en-US" sz="2400" strike="noStrike" noProof="1">
                <a:solidFill>
                  <a:schemeClr val="tx1"/>
                </a:solidFill>
                <a:effectLst/>
                <a:latin typeface="Times New Roman" panose="02020603050405020304" charset="0"/>
                <a:ea typeface="宋体" panose="02010600030101010101" pitchFamily="2" charset="-122"/>
                <a:cs typeface="+mn-ea"/>
              </a:rPr>
              <a:t>。</a:t>
            </a:r>
            <a:endParaRPr lang="zh-CN" altLang="en-US"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20000"/>
              </a:lnSpc>
              <a:spcBef>
                <a:spcPct val="20000"/>
              </a:spcBef>
              <a:buNone/>
            </a:pP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如果用首次适应算法和最佳适应算法来处理这个作业序列，问：哪一种算法可以分配的下？简要说明分配过程。</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44036" name="矩形 44035"/>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分区存储管理</a:t>
            </a:r>
            <a:endParaRPr lang="zh-CN" altLang="en-US" sz="2400" strike="noStrike" noProof="1">
              <a:ea typeface="宋体" panose="02010600030101010101" pitchFamily="2" charset="-122"/>
            </a:endParaRPr>
          </a:p>
        </p:txBody>
      </p:sp>
      <p:grpSp>
        <p:nvGrpSpPr>
          <p:cNvPr id="45060" name="组合 45059"/>
          <p:cNvGrpSpPr/>
          <p:nvPr/>
        </p:nvGrpSpPr>
        <p:grpSpPr>
          <a:xfrm>
            <a:off x="6300788" y="1376045"/>
            <a:ext cx="2266950" cy="3165475"/>
            <a:chOff x="19" y="269"/>
            <a:chExt cx="1428" cy="1994"/>
          </a:xfrm>
        </p:grpSpPr>
        <p:sp>
          <p:nvSpPr>
            <p:cNvPr id="45061" name="矩形 45060"/>
            <p:cNvSpPr/>
            <p:nvPr/>
          </p:nvSpPr>
          <p:spPr>
            <a:xfrm>
              <a:off x="569" y="741"/>
              <a:ext cx="874" cy="255"/>
            </a:xfrm>
            <a:prstGeom prst="rect">
              <a:avLst/>
            </a:prstGeom>
            <a:solidFill>
              <a:srgbClr val="FFCCCC"/>
            </a:solidFill>
            <a:ln w="9525" cap="flat" cmpd="sng">
              <a:solidFill>
                <a:srgbClr val="000000"/>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5541" name="文本框 45061"/>
            <p:cNvSpPr txBox="1"/>
            <p:nvPr/>
          </p:nvSpPr>
          <p:spPr>
            <a:xfrm>
              <a:off x="569" y="370"/>
              <a:ext cx="874" cy="1646"/>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endParaRPr lang="zh-CN" altLang="en-US" sz="1600">
                <a:solidFill>
                  <a:schemeClr val="tx1"/>
                </a:solidFill>
                <a:latin typeface="Times New Roman" panose="02020603050405020304" charset="0"/>
                <a:ea typeface="宋体" panose="02010600030101010101" pitchFamily="2" charset="-122"/>
              </a:endParaRPr>
            </a:p>
          </p:txBody>
        </p:sp>
        <p:sp>
          <p:nvSpPr>
            <p:cNvPr id="65545" name="直接连接符 45065"/>
            <p:cNvSpPr/>
            <p:nvPr/>
          </p:nvSpPr>
          <p:spPr>
            <a:xfrm>
              <a:off x="574" y="990"/>
              <a:ext cx="87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5074" name="矩形 45073"/>
            <p:cNvSpPr/>
            <p:nvPr/>
          </p:nvSpPr>
          <p:spPr>
            <a:xfrm>
              <a:off x="561" y="1454"/>
              <a:ext cx="877" cy="255"/>
            </a:xfrm>
            <a:prstGeom prst="rect">
              <a:avLst/>
            </a:prstGeom>
            <a:solidFill>
              <a:srgbClr val="FFCCCC"/>
            </a:solidFill>
            <a:ln w="9525" cap="flat" cmpd="sng">
              <a:solidFill>
                <a:srgbClr val="000000"/>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5554" name="文本框 45074"/>
            <p:cNvSpPr txBox="1"/>
            <p:nvPr/>
          </p:nvSpPr>
          <p:spPr>
            <a:xfrm>
              <a:off x="730" y="1481"/>
              <a:ext cx="540" cy="21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78KB</a:t>
              </a:r>
              <a:endParaRPr lang="en-US" altLang="zh-CN" sz="1600">
                <a:solidFill>
                  <a:schemeClr val="tx1"/>
                </a:solidFill>
                <a:latin typeface="Times New Roman" panose="02020603050405020304" charset="0"/>
                <a:ea typeface="宋体" panose="02010600030101010101" pitchFamily="2" charset="-122"/>
              </a:endParaRPr>
            </a:p>
          </p:txBody>
        </p:sp>
        <p:sp>
          <p:nvSpPr>
            <p:cNvPr id="65557" name="直接连接符 45077"/>
            <p:cNvSpPr/>
            <p:nvPr/>
          </p:nvSpPr>
          <p:spPr>
            <a:xfrm>
              <a:off x="569" y="741"/>
              <a:ext cx="874"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558" name="文本框 45078"/>
            <p:cNvSpPr txBox="1"/>
            <p:nvPr/>
          </p:nvSpPr>
          <p:spPr>
            <a:xfrm>
              <a:off x="111" y="269"/>
              <a:ext cx="460"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0KB</a:t>
              </a:r>
              <a:endParaRPr lang="en-US" altLang="zh-CN" sz="1600">
                <a:solidFill>
                  <a:schemeClr val="tx1"/>
                </a:solidFill>
                <a:latin typeface="Times New Roman" panose="02020603050405020304" charset="0"/>
                <a:ea typeface="宋体" panose="02010600030101010101" pitchFamily="2" charset="-122"/>
              </a:endParaRPr>
            </a:p>
          </p:txBody>
        </p:sp>
        <p:sp>
          <p:nvSpPr>
            <p:cNvPr id="65560" name="文本框 45080"/>
            <p:cNvSpPr txBox="1"/>
            <p:nvPr/>
          </p:nvSpPr>
          <p:spPr>
            <a:xfrm>
              <a:off x="31" y="611"/>
              <a:ext cx="619" cy="212"/>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150KB</a:t>
              </a:r>
              <a:endParaRPr lang="en-US" altLang="zh-CN" sz="1600">
                <a:solidFill>
                  <a:schemeClr val="tx1"/>
                </a:solidFill>
                <a:latin typeface="Times New Roman" panose="02020603050405020304" charset="0"/>
                <a:ea typeface="宋体" panose="02010600030101010101" pitchFamily="2" charset="-122"/>
              </a:endParaRPr>
            </a:p>
          </p:txBody>
        </p:sp>
        <p:sp>
          <p:nvSpPr>
            <p:cNvPr id="45082" name="矩形 45081"/>
            <p:cNvSpPr/>
            <p:nvPr/>
          </p:nvSpPr>
          <p:spPr>
            <a:xfrm>
              <a:off x="569" y="741"/>
              <a:ext cx="873" cy="364"/>
            </a:xfrm>
            <a:prstGeom prst="rect">
              <a:avLst/>
            </a:prstGeom>
            <a:solidFill>
              <a:srgbClr val="FFCCCC"/>
            </a:solidFill>
            <a:ln w="9525" cap="flat" cmpd="sng">
              <a:solidFill>
                <a:srgbClr val="000000"/>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5562" name="文本框 45082"/>
            <p:cNvSpPr txBox="1"/>
            <p:nvPr/>
          </p:nvSpPr>
          <p:spPr>
            <a:xfrm>
              <a:off x="689" y="807"/>
              <a:ext cx="631" cy="21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120KB</a:t>
              </a:r>
              <a:endParaRPr lang="en-US" altLang="zh-CN" sz="1600">
                <a:solidFill>
                  <a:schemeClr val="tx1"/>
                </a:solidFill>
                <a:latin typeface="Times New Roman" panose="02020603050405020304" charset="0"/>
                <a:ea typeface="宋体" panose="02010600030101010101" pitchFamily="2" charset="-122"/>
              </a:endParaRPr>
            </a:p>
          </p:txBody>
        </p:sp>
        <p:sp>
          <p:nvSpPr>
            <p:cNvPr id="65564" name="文本框 45084"/>
            <p:cNvSpPr txBox="1"/>
            <p:nvPr/>
          </p:nvSpPr>
          <p:spPr>
            <a:xfrm>
              <a:off x="19" y="1334"/>
              <a:ext cx="644" cy="212"/>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300KB</a:t>
              </a:r>
              <a:endParaRPr lang="en-US" altLang="zh-CN" sz="1600">
                <a:solidFill>
                  <a:schemeClr val="tx1"/>
                </a:solidFill>
                <a:latin typeface="Times New Roman" panose="02020603050405020304" charset="0"/>
                <a:ea typeface="宋体" panose="02010600030101010101" pitchFamily="2" charset="-122"/>
              </a:endParaRPr>
            </a:p>
          </p:txBody>
        </p:sp>
        <p:sp>
          <p:nvSpPr>
            <p:cNvPr id="65566" name="文本框 45086"/>
            <p:cNvSpPr txBox="1"/>
            <p:nvPr/>
          </p:nvSpPr>
          <p:spPr>
            <a:xfrm>
              <a:off x="819" y="2051"/>
              <a:ext cx="469"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主存</a:t>
              </a:r>
              <a:endParaRPr lang="zh-CN" altLang="en-US" sz="1600">
                <a:solidFill>
                  <a:schemeClr val="tx1"/>
                </a:solidFill>
                <a:latin typeface="Times New Roman" panose="02020603050405020304" charset="0"/>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4035"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内容占位符 76801"/>
          <p:cNvSpPr>
            <a:spLocks noGrp="1"/>
          </p:cNvSpPr>
          <p:nvPr>
            <p:ph idx="1"/>
          </p:nvPr>
        </p:nvSpPr>
        <p:spPr>
          <a:xfrm>
            <a:off x="381000" y="692150"/>
            <a:ext cx="8610600" cy="2230438"/>
          </a:xfrm>
        </p:spPr>
        <p:txBody>
          <a:bodyPr anchor="t">
            <a:spAutoFit/>
          </a:bodyPr>
          <a:p>
            <a:pPr fontAlgn="base">
              <a:lnSpc>
                <a:spcPct val="90000"/>
              </a:lnSpc>
              <a:spcBef>
                <a:spcPct val="30000"/>
              </a:spcBef>
              <a:buNone/>
            </a:pPr>
            <a:r>
              <a:rPr lang="zh-CN" altLang="en-US" sz="4000" b="1" strike="noStrike" noProof="1">
                <a:solidFill>
                  <a:srgbClr val="800000"/>
                </a:solidFill>
                <a:effectLst/>
              </a:rPr>
              <a:t>碎片问题及拼接技术</a:t>
            </a:r>
            <a:endParaRPr lang="zh-CN" altLang="en-US" sz="4000" b="1" strike="noStrike" noProof="1">
              <a:solidFill>
                <a:srgbClr val="800000"/>
              </a:solidFill>
              <a:effectLst/>
              <a:latin typeface="Arial" panose="02080604020202020204" pitchFamily="34" charset="0"/>
            </a:endParaRPr>
          </a:p>
          <a:p>
            <a:pPr fontAlgn="base">
              <a:lnSpc>
                <a:spcPct val="90000"/>
              </a:lnSpc>
              <a:spcBef>
                <a:spcPct val="30000"/>
              </a:spcBef>
              <a:buNone/>
            </a:pPr>
            <a:r>
              <a:rPr lang="en-US" altLang="zh-CN" b="1" strike="noStrike" noProof="1">
                <a:solidFill>
                  <a:schemeClr val="tx1"/>
                </a:solidFill>
                <a:effectLst/>
              </a:rPr>
              <a:t>1. </a:t>
            </a:r>
            <a:r>
              <a:rPr lang="zh-CN" altLang="en-US" b="1" strike="noStrike" noProof="1">
                <a:solidFill>
                  <a:schemeClr val="tx1"/>
                </a:solidFill>
                <a:effectLst/>
              </a:rPr>
              <a:t>什么是碎片问题</a:t>
            </a:r>
            <a:endParaRPr lang="zh-CN" altLang="en-US" b="1" strike="noStrike" noProof="1">
              <a:solidFill>
                <a:schemeClr val="tx1"/>
              </a:solidFill>
              <a:effectLst/>
            </a:endParaRPr>
          </a:p>
          <a:p>
            <a:pPr fontAlgn="base">
              <a:lnSpc>
                <a:spcPct val="90000"/>
              </a:lnSpc>
              <a:buNone/>
            </a:pPr>
            <a:r>
              <a:rPr lang="zh-CN" altLang="en-US" sz="2800" b="1" strike="noStrike" noProof="1">
                <a:solidFill>
                  <a:schemeClr val="tx1"/>
                </a:solidFill>
                <a:effectLst/>
              </a:rPr>
              <a:t>	在已分配区之间存在着的一些没有被充分利用的小空闲区</a:t>
            </a:r>
            <a:r>
              <a:rPr lang="zh-CN" altLang="en-US" b="1" strike="noStrike" noProof="1">
                <a:solidFill>
                  <a:schemeClr val="tx1"/>
                </a:solidFill>
                <a:effectLst/>
              </a:rPr>
              <a:t>。</a:t>
            </a:r>
            <a:r>
              <a:rPr lang="zh-CN" altLang="en-US" sz="2400" b="1" strike="noStrike" noProof="1"/>
              <a:t> </a:t>
            </a:r>
            <a:endParaRPr lang="zh-CN" altLang="en-US" sz="2400" b="1" strike="noStrike" noProof="1"/>
          </a:p>
        </p:txBody>
      </p:sp>
      <p:sp>
        <p:nvSpPr>
          <p:cNvPr id="76803" name="文本框 76802"/>
          <p:cNvSpPr txBox="1"/>
          <p:nvPr/>
        </p:nvSpPr>
        <p:spPr>
          <a:xfrm>
            <a:off x="422275" y="3532188"/>
            <a:ext cx="5545138" cy="1862137"/>
          </a:xfrm>
          <a:prstGeom prst="rect">
            <a:avLst/>
          </a:prstGeom>
          <a:noFill/>
          <a:ln w="9525">
            <a:noFill/>
            <a:miter/>
          </a:ln>
        </p:spPr>
        <p:txBody>
          <a:bodyPr anchor="t">
            <a:spAutoFit/>
          </a:bodyPr>
          <a:p>
            <a:pPr lvl="0">
              <a:spcBef>
                <a:spcPct val="50000"/>
              </a:spcBef>
            </a:pPr>
            <a:r>
              <a:rPr lang="en-US" altLang="zh-CN" sz="3200">
                <a:latin typeface="Times New Roman" panose="02020603050405020304" charset="0"/>
                <a:ea typeface="宋体" panose="02010600030101010101" pitchFamily="2" charset="-122"/>
              </a:rPr>
              <a:t>2. </a:t>
            </a:r>
            <a:r>
              <a:rPr lang="zh-CN" altLang="en-US" sz="3200">
                <a:latin typeface="Times New Roman" panose="02020603050405020304" charset="0"/>
                <a:ea typeface="宋体" panose="02010600030101010101" pitchFamily="2" charset="-122"/>
              </a:rPr>
              <a:t>拼接技术</a:t>
            </a:r>
            <a:endParaRPr lang="zh-CN" altLang="en-US" sz="3200">
              <a:latin typeface="Times New Roman" panose="02020603050405020304" charset="0"/>
              <a:ea typeface="宋体" panose="02010600030101010101" pitchFamily="2" charset="-122"/>
            </a:endParaRPr>
          </a:p>
          <a:p>
            <a:pPr lvl="0"/>
            <a:r>
              <a:rPr lang="zh-CN" altLang="en-US" sz="2800">
                <a:latin typeface="Times New Roman" panose="02020603050405020304" charset="0"/>
                <a:ea typeface="宋体" panose="02010600030101010101" pitchFamily="2" charset="-122"/>
              </a:rPr>
              <a:t>    所谓拼接技术是指移动存储器中某些已分配区中的信息，使本来分散的空闲区连成一个大的空闲区。</a:t>
            </a:r>
            <a:endParaRPr lang="zh-CN" altLang="en-US" sz="2800">
              <a:latin typeface="Times New Roman" panose="02020603050405020304" charset="0"/>
              <a:ea typeface="宋体" panose="02010600030101010101" pitchFamily="2" charset="-122"/>
            </a:endParaRPr>
          </a:p>
        </p:txBody>
      </p:sp>
      <p:sp>
        <p:nvSpPr>
          <p:cNvPr id="76804" name="文本框 76803"/>
          <p:cNvSpPr txBox="1"/>
          <p:nvPr/>
        </p:nvSpPr>
        <p:spPr>
          <a:xfrm>
            <a:off x="685800" y="2973388"/>
            <a:ext cx="4876800" cy="520700"/>
          </a:xfrm>
          <a:prstGeom prst="rect">
            <a:avLst/>
          </a:prstGeom>
          <a:noFill/>
          <a:ln w="9525">
            <a:noFill/>
            <a:miter/>
          </a:ln>
        </p:spPr>
        <p:txBody>
          <a:bodyPr anchor="t">
            <a:spAutoFit/>
          </a:bodyPr>
          <a:p>
            <a:pPr lvl="0">
              <a:spcBef>
                <a:spcPct val="50000"/>
              </a:spcBef>
            </a:pPr>
            <a:r>
              <a:rPr lang="zh-CN" altLang="en-US" sz="2800">
                <a:solidFill>
                  <a:srgbClr val="CC3300"/>
                </a:solidFill>
                <a:latin typeface="Times New Roman" panose="02020603050405020304" charset="0"/>
                <a:ea typeface="宋体" panose="02010600030101010101" pitchFamily="2" charset="-122"/>
              </a:rPr>
              <a:t>如何解决碎片问题？</a:t>
            </a:r>
            <a:endParaRPr lang="zh-CN" altLang="en-US" sz="2800">
              <a:solidFill>
                <a:srgbClr val="CC3300"/>
              </a:solidFill>
              <a:latin typeface="Times New Roman" panose="02020603050405020304" charset="0"/>
              <a:ea typeface="宋体" panose="02010600030101010101" pitchFamily="2" charset="-122"/>
            </a:endParaRPr>
          </a:p>
        </p:txBody>
      </p:sp>
      <p:grpSp>
        <p:nvGrpSpPr>
          <p:cNvPr id="76805" name="组合 76804"/>
          <p:cNvGrpSpPr/>
          <p:nvPr/>
        </p:nvGrpSpPr>
        <p:grpSpPr>
          <a:xfrm>
            <a:off x="6083300" y="2479675"/>
            <a:ext cx="2679700" cy="3949700"/>
            <a:chOff x="0" y="-88"/>
            <a:chExt cx="1544" cy="2488"/>
          </a:xfrm>
        </p:grpSpPr>
        <p:sp>
          <p:nvSpPr>
            <p:cNvPr id="69637" name="文本框 76805"/>
            <p:cNvSpPr txBox="1"/>
            <p:nvPr/>
          </p:nvSpPr>
          <p:spPr>
            <a:xfrm>
              <a:off x="119" y="-88"/>
              <a:ext cx="449" cy="258"/>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  </a:t>
              </a:r>
              <a:r>
                <a:rPr lang="en-US" altLang="zh-CN" sz="1600">
                  <a:latin typeface="Times New Roman" panose="02020603050405020304" charset="0"/>
                  <a:ea typeface="宋体" panose="02010600030101010101" pitchFamily="2" charset="-122"/>
                </a:rPr>
                <a:t>0</a:t>
              </a:r>
              <a:endParaRPr lang="en-US" altLang="zh-CN" sz="2000">
                <a:latin typeface="Times New Roman" panose="02020603050405020304" charset="0"/>
                <a:ea typeface="宋体" panose="02010600030101010101" pitchFamily="2" charset="-122"/>
              </a:endParaRPr>
            </a:p>
          </p:txBody>
        </p:sp>
        <p:sp>
          <p:nvSpPr>
            <p:cNvPr id="69638" name="文本框 76806"/>
            <p:cNvSpPr txBox="1"/>
            <p:nvPr/>
          </p:nvSpPr>
          <p:spPr>
            <a:xfrm>
              <a:off x="66" y="217"/>
              <a:ext cx="590" cy="202"/>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20KB</a:t>
              </a:r>
              <a:endParaRPr lang="en-US" altLang="zh-CN" sz="2800">
                <a:latin typeface="Times New Roman" panose="02020603050405020304" charset="0"/>
                <a:ea typeface="宋体" panose="02010600030101010101" pitchFamily="2" charset="-122"/>
              </a:endParaRPr>
            </a:p>
          </p:txBody>
        </p:sp>
        <p:sp>
          <p:nvSpPr>
            <p:cNvPr id="69639" name="文本框 76807"/>
            <p:cNvSpPr txBox="1"/>
            <p:nvPr/>
          </p:nvSpPr>
          <p:spPr>
            <a:xfrm>
              <a:off x="621" y="0"/>
              <a:ext cx="923" cy="2054"/>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spcBef>
                  <a:spcPct val="20000"/>
                </a:spcBef>
              </a:pPr>
              <a:r>
                <a:rPr lang="en-US" altLang="zh-CN" sz="2800">
                  <a:latin typeface="Times New Roman" panose="02020603050405020304" charset="0"/>
                  <a:ea typeface="宋体" panose="02010600030101010101" pitchFamily="2" charset="-122"/>
                </a:rPr>
                <a:t>    os</a:t>
              </a:r>
              <a:endParaRPr lang="en-US" altLang="zh-CN">
                <a:latin typeface="Times New Roman" panose="02020603050405020304" charset="0"/>
                <a:ea typeface="宋体" panose="02010600030101010101" pitchFamily="2" charset="-122"/>
              </a:endParaRPr>
            </a:p>
            <a:p>
              <a:pPr lvl="0" algn="just">
                <a:spcBef>
                  <a:spcPct val="20000"/>
                </a:spcBef>
              </a:pPr>
              <a:r>
                <a:rPr lang="en-US" altLang="zh-CN">
                  <a:latin typeface="Times New Roman" panose="02020603050405020304" charset="0"/>
                  <a:ea typeface="宋体" panose="02010600030101010101" pitchFamily="2" charset="-122"/>
                </a:rPr>
                <a:t>  </a:t>
              </a:r>
              <a:endParaRPr lang="en-US" altLang="zh-CN">
                <a:latin typeface="Times New Roman" panose="02020603050405020304" charset="0"/>
                <a:ea typeface="宋体" panose="02010600030101010101" pitchFamily="2" charset="-122"/>
              </a:endParaRPr>
            </a:p>
          </p:txBody>
        </p:sp>
        <p:sp>
          <p:nvSpPr>
            <p:cNvPr id="69640" name="矩形 76808"/>
            <p:cNvSpPr/>
            <p:nvPr/>
          </p:nvSpPr>
          <p:spPr>
            <a:xfrm>
              <a:off x="618" y="1177"/>
              <a:ext cx="919" cy="208"/>
            </a:xfrm>
            <a:prstGeom prst="rect">
              <a:avLst/>
            </a:prstGeom>
            <a:pattFill prst="ltUpDiag">
              <a:fgClr>
                <a:srgbClr val="000000"/>
              </a:fgClr>
              <a:bgClr>
                <a:srgbClr val="FFFFFF"/>
              </a:bgClr>
            </a:patt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69641" name="直接连接符 76809"/>
            <p:cNvSpPr/>
            <p:nvPr/>
          </p:nvSpPr>
          <p:spPr>
            <a:xfrm>
              <a:off x="591" y="318"/>
              <a:ext cx="93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69642" name="直接连接符 76810"/>
            <p:cNvSpPr/>
            <p:nvPr/>
          </p:nvSpPr>
          <p:spPr>
            <a:xfrm>
              <a:off x="587" y="621"/>
              <a:ext cx="93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69643" name="直接连接符 76811"/>
            <p:cNvSpPr/>
            <p:nvPr/>
          </p:nvSpPr>
          <p:spPr>
            <a:xfrm>
              <a:off x="587" y="1177"/>
              <a:ext cx="93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69644" name="直接连接符 76812"/>
            <p:cNvSpPr/>
            <p:nvPr/>
          </p:nvSpPr>
          <p:spPr>
            <a:xfrm>
              <a:off x="587" y="1783"/>
              <a:ext cx="93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69645" name="文本框 76813"/>
            <p:cNvSpPr txBox="1"/>
            <p:nvPr/>
          </p:nvSpPr>
          <p:spPr>
            <a:xfrm>
              <a:off x="66" y="499"/>
              <a:ext cx="590" cy="152"/>
            </a:xfrm>
            <a:prstGeom prst="rect">
              <a:avLst/>
            </a:prstGeom>
            <a:noFill/>
            <a:ln w="9525">
              <a:noFill/>
              <a:miter/>
            </a:ln>
          </p:spPr>
          <p:txBody>
            <a:bodyPr anchor="t"/>
            <a:p>
              <a:pPr lvl="0" algn="ctr"/>
              <a:r>
                <a:rPr lang="en-US" altLang="zh-CN" sz="2000">
                  <a:latin typeface="Times New Roman" panose="02020603050405020304" charset="0"/>
                  <a:ea typeface="宋体" panose="02010600030101010101" pitchFamily="2" charset="-122"/>
                </a:rPr>
                <a:t>52KB</a:t>
              </a:r>
              <a:endParaRPr lang="en-US" altLang="zh-CN" sz="2800">
                <a:latin typeface="Times New Roman" panose="02020603050405020304" charset="0"/>
                <a:ea typeface="宋体" panose="02010600030101010101" pitchFamily="2" charset="-122"/>
              </a:endParaRPr>
            </a:p>
          </p:txBody>
        </p:sp>
        <p:sp>
          <p:nvSpPr>
            <p:cNvPr id="69646" name="文本框 76814"/>
            <p:cNvSpPr txBox="1"/>
            <p:nvPr/>
          </p:nvSpPr>
          <p:spPr>
            <a:xfrm>
              <a:off x="93" y="699"/>
              <a:ext cx="591" cy="202"/>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58KB</a:t>
              </a:r>
              <a:endParaRPr lang="en-US" altLang="zh-CN" sz="2800">
                <a:latin typeface="Times New Roman" panose="02020603050405020304" charset="0"/>
                <a:ea typeface="宋体" panose="02010600030101010101" pitchFamily="2" charset="-122"/>
              </a:endParaRPr>
            </a:p>
          </p:txBody>
        </p:sp>
        <p:sp>
          <p:nvSpPr>
            <p:cNvPr id="69647" name="文本框 76815"/>
            <p:cNvSpPr txBox="1"/>
            <p:nvPr/>
          </p:nvSpPr>
          <p:spPr>
            <a:xfrm>
              <a:off x="0" y="1055"/>
              <a:ext cx="722" cy="202"/>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130KB</a:t>
              </a:r>
              <a:endParaRPr lang="en-US" altLang="zh-CN" sz="2000">
                <a:latin typeface="Times New Roman" panose="02020603050405020304" charset="0"/>
                <a:ea typeface="宋体" panose="02010600030101010101" pitchFamily="2" charset="-122"/>
              </a:endParaRPr>
            </a:p>
          </p:txBody>
        </p:sp>
        <p:sp>
          <p:nvSpPr>
            <p:cNvPr id="69648" name="文本框 76816"/>
            <p:cNvSpPr txBox="1"/>
            <p:nvPr/>
          </p:nvSpPr>
          <p:spPr>
            <a:xfrm>
              <a:off x="0" y="1682"/>
              <a:ext cx="711" cy="152"/>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250KB</a:t>
              </a:r>
              <a:endParaRPr lang="en-US" altLang="zh-CN" sz="2800">
                <a:latin typeface="Times New Roman" panose="02020603050405020304" charset="0"/>
                <a:ea typeface="宋体" panose="02010600030101010101" pitchFamily="2" charset="-122"/>
              </a:endParaRPr>
            </a:p>
          </p:txBody>
        </p:sp>
        <p:sp>
          <p:nvSpPr>
            <p:cNvPr id="69649" name="文本框 76817"/>
            <p:cNvSpPr txBox="1"/>
            <p:nvPr/>
          </p:nvSpPr>
          <p:spPr>
            <a:xfrm>
              <a:off x="1" y="2006"/>
              <a:ext cx="908" cy="202"/>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256KB</a:t>
              </a:r>
              <a:endParaRPr lang="en-US" altLang="zh-CN" sz="2000">
                <a:latin typeface="Times New Roman" panose="02020603050405020304" charset="0"/>
                <a:ea typeface="宋体" panose="02010600030101010101" pitchFamily="2" charset="-122"/>
              </a:endParaRPr>
            </a:p>
          </p:txBody>
        </p:sp>
        <p:sp>
          <p:nvSpPr>
            <p:cNvPr id="69650" name="文本框 76818"/>
            <p:cNvSpPr txBox="1"/>
            <p:nvPr/>
          </p:nvSpPr>
          <p:spPr>
            <a:xfrm>
              <a:off x="744" y="2112"/>
              <a:ext cx="656" cy="288"/>
            </a:xfrm>
            <a:prstGeom prst="rect">
              <a:avLst/>
            </a:prstGeom>
            <a:noFill/>
            <a:ln w="9525">
              <a:noFill/>
              <a:miter/>
            </a:ln>
          </p:spPr>
          <p:txBody>
            <a:bodyPr anchor="t"/>
            <a:p>
              <a:pPr lvl="0" algn="ctr"/>
              <a:r>
                <a:rPr lang="zh-CN" altLang="en-US" sz="2000">
                  <a:latin typeface="Times New Roman" panose="02020603050405020304" charset="0"/>
                  <a:ea typeface="宋体" panose="02010600030101010101" pitchFamily="2" charset="-122"/>
                </a:rPr>
                <a:t>主 存</a:t>
              </a:r>
              <a:endParaRPr lang="zh-CN" altLang="en-US" sz="2000">
                <a:latin typeface="Times New Roman" panose="02020603050405020304" charset="0"/>
                <a:ea typeface="宋体" panose="02010600030101010101" pitchFamily="2" charset="-122"/>
              </a:endParaRPr>
            </a:p>
          </p:txBody>
        </p:sp>
        <p:sp>
          <p:nvSpPr>
            <p:cNvPr id="69651" name="矩形 76819"/>
            <p:cNvSpPr/>
            <p:nvPr/>
          </p:nvSpPr>
          <p:spPr>
            <a:xfrm>
              <a:off x="618" y="621"/>
              <a:ext cx="919" cy="191"/>
            </a:xfrm>
            <a:prstGeom prst="rect">
              <a:avLst/>
            </a:prstGeom>
            <a:pattFill prst="ltUpDiag">
              <a:fgClr>
                <a:srgbClr val="000000"/>
              </a:fgClr>
              <a:bgClr>
                <a:srgbClr val="FFFFFF"/>
              </a:bgClr>
            </a:patt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69652" name="文本框 76820"/>
            <p:cNvSpPr txBox="1"/>
            <p:nvPr/>
          </p:nvSpPr>
          <p:spPr>
            <a:xfrm>
              <a:off x="14" y="1253"/>
              <a:ext cx="711" cy="151"/>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138KB</a:t>
              </a:r>
              <a:endParaRPr lang="en-US" altLang="zh-CN" sz="2800">
                <a:latin typeface="Times New Roman" panose="02020603050405020304" charset="0"/>
                <a:ea typeface="宋体" panose="02010600030101010101" pitchFamily="2" charset="-122"/>
              </a:endParaRPr>
            </a:p>
          </p:txBody>
        </p:sp>
        <p:sp>
          <p:nvSpPr>
            <p:cNvPr id="69653" name="矩形 76821"/>
            <p:cNvSpPr/>
            <p:nvPr/>
          </p:nvSpPr>
          <p:spPr>
            <a:xfrm>
              <a:off x="618" y="1783"/>
              <a:ext cx="919" cy="271"/>
            </a:xfrm>
            <a:prstGeom prst="rect">
              <a:avLst/>
            </a:prstGeom>
            <a:pattFill prst="ltUpDiag">
              <a:fgClr>
                <a:srgbClr val="000000"/>
              </a:fgClr>
              <a:bgClr>
                <a:srgbClr val="FFFFFF"/>
              </a:bgClr>
            </a:patt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69654" name="文本框 76822"/>
            <p:cNvSpPr txBox="1"/>
            <p:nvPr/>
          </p:nvSpPr>
          <p:spPr>
            <a:xfrm>
              <a:off x="711" y="372"/>
              <a:ext cx="711" cy="239"/>
            </a:xfrm>
            <a:prstGeom prst="rect">
              <a:avLst/>
            </a:prstGeom>
            <a:noFill/>
            <a:ln w="9525">
              <a:noFill/>
              <a:miter/>
            </a:ln>
          </p:spPr>
          <p:txBody>
            <a:bodyPr anchor="t"/>
            <a:p>
              <a:pPr lvl="0" algn="just"/>
              <a:r>
                <a:rPr lang="zh-CN" altLang="en-US" sz="2000">
                  <a:latin typeface="Times New Roman" panose="02020603050405020304" charset="0"/>
                  <a:ea typeface="宋体" panose="02010600030101010101" pitchFamily="2" charset="-122"/>
                </a:rPr>
                <a:t>作业</a:t>
              </a:r>
              <a:r>
                <a:rPr lang="zh-CN" altLang="en-US" sz="1800">
                  <a:latin typeface="Times New Roman" panose="02020603050405020304" charset="0"/>
                  <a:ea typeface="宋体" panose="02010600030101010101" pitchFamily="2" charset="-122"/>
                </a:rPr>
                <a:t>１</a:t>
              </a:r>
              <a:endParaRPr lang="zh-CN" altLang="en-US">
                <a:latin typeface="Times New Roman" panose="02020603050405020304" charset="0"/>
                <a:ea typeface="宋体" panose="02010600030101010101" pitchFamily="2" charset="-122"/>
              </a:endParaRPr>
            </a:p>
          </p:txBody>
        </p:sp>
        <p:sp>
          <p:nvSpPr>
            <p:cNvPr id="69655" name="文本框 76823"/>
            <p:cNvSpPr txBox="1"/>
            <p:nvPr/>
          </p:nvSpPr>
          <p:spPr>
            <a:xfrm>
              <a:off x="718" y="860"/>
              <a:ext cx="711" cy="239"/>
            </a:xfrm>
            <a:prstGeom prst="rect">
              <a:avLst/>
            </a:prstGeom>
            <a:noFill/>
            <a:ln w="9525">
              <a:noFill/>
              <a:miter/>
            </a:ln>
          </p:spPr>
          <p:txBody>
            <a:bodyPr anchor="t"/>
            <a:p>
              <a:pPr lvl="0" algn="just"/>
              <a:r>
                <a:rPr lang="zh-CN" altLang="en-US" sz="2000">
                  <a:latin typeface="Times New Roman" panose="02020603050405020304" charset="0"/>
                  <a:ea typeface="宋体" panose="02010600030101010101" pitchFamily="2" charset="-122"/>
                </a:rPr>
                <a:t>作业</a:t>
              </a:r>
              <a:r>
                <a:rPr lang="zh-CN" altLang="en-US" sz="1800">
                  <a:latin typeface="Times New Roman" panose="02020603050405020304" charset="0"/>
                  <a:ea typeface="宋体" panose="02010600030101010101" pitchFamily="2" charset="-122"/>
                </a:rPr>
                <a:t>２</a:t>
              </a:r>
              <a:endParaRPr lang="zh-CN" altLang="en-US" sz="2800">
                <a:latin typeface="Times New Roman" panose="02020603050405020304" charset="0"/>
                <a:ea typeface="宋体" panose="02010600030101010101" pitchFamily="2" charset="-122"/>
              </a:endParaRPr>
            </a:p>
          </p:txBody>
        </p:sp>
        <p:sp>
          <p:nvSpPr>
            <p:cNvPr id="69656" name="文本框 76824"/>
            <p:cNvSpPr txBox="1"/>
            <p:nvPr/>
          </p:nvSpPr>
          <p:spPr>
            <a:xfrm>
              <a:off x="737" y="1480"/>
              <a:ext cx="711" cy="239"/>
            </a:xfrm>
            <a:prstGeom prst="rect">
              <a:avLst/>
            </a:prstGeom>
            <a:noFill/>
            <a:ln w="9525">
              <a:noFill/>
              <a:miter/>
            </a:ln>
          </p:spPr>
          <p:txBody>
            <a:bodyPr anchor="t"/>
            <a:p>
              <a:pPr lvl="0" algn="just"/>
              <a:r>
                <a:rPr lang="zh-CN" altLang="en-US" sz="2000">
                  <a:latin typeface="Times New Roman" panose="02020603050405020304" charset="0"/>
                  <a:ea typeface="宋体" panose="02010600030101010101" pitchFamily="2" charset="-122"/>
                </a:rPr>
                <a:t>作业３</a:t>
              </a:r>
              <a:endParaRPr lang="zh-CN" altLang="en-US" sz="3200">
                <a:latin typeface="Times New Roman" panose="02020603050405020304" charset="0"/>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6802" grpId="0" build="p"/>
      <p:bldP spid="76803" grpId="0"/>
      <p:bldP spid="76804"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文本占位符 77825"/>
          <p:cNvSpPr>
            <a:spLocks noGrp="1"/>
          </p:cNvSpPr>
          <p:nvPr>
            <p:ph idx="1"/>
          </p:nvPr>
        </p:nvSpPr>
        <p:spPr>
          <a:xfrm>
            <a:off x="304800" y="704850"/>
            <a:ext cx="8458200" cy="838200"/>
          </a:xfrm>
        </p:spPr>
        <p:txBody>
          <a:bodyPr anchor="t">
            <a:spAutoFit/>
          </a:bodyPr>
          <a:p>
            <a:pPr fontAlgn="base">
              <a:spcBef>
                <a:spcPct val="30000"/>
              </a:spcBef>
              <a:buNone/>
            </a:pPr>
            <a:r>
              <a:rPr lang="zh-CN" altLang="en-US" sz="4000" b="1" strike="noStrike" noProof="1">
                <a:solidFill>
                  <a:srgbClr val="800000"/>
                </a:solidFill>
                <a:effectLst/>
              </a:rPr>
              <a:t>拼接技术图示</a:t>
            </a:r>
            <a:r>
              <a:rPr lang="zh-CN" altLang="en-US" strike="noStrike" noProof="1"/>
              <a:t>         </a:t>
            </a:r>
            <a:r>
              <a:rPr lang="zh-CN" altLang="en-US" sz="2400" strike="noStrike" noProof="1"/>
              <a:t> </a:t>
            </a:r>
            <a:endParaRPr lang="zh-CN" altLang="en-US" sz="3600" b="1" strike="noStrike" noProof="1"/>
          </a:p>
        </p:txBody>
      </p:sp>
      <p:grpSp>
        <p:nvGrpSpPr>
          <p:cNvPr id="77827" name="组合 77826"/>
          <p:cNvGrpSpPr/>
          <p:nvPr/>
        </p:nvGrpSpPr>
        <p:grpSpPr>
          <a:xfrm>
            <a:off x="4459288" y="1365250"/>
            <a:ext cx="2703512" cy="4197350"/>
            <a:chOff x="0" y="48"/>
            <a:chExt cx="1155" cy="2464"/>
          </a:xfrm>
        </p:grpSpPr>
        <p:sp>
          <p:nvSpPr>
            <p:cNvPr id="70659" name="文本框 77827"/>
            <p:cNvSpPr txBox="1"/>
            <p:nvPr/>
          </p:nvSpPr>
          <p:spPr>
            <a:xfrm>
              <a:off x="71" y="336"/>
              <a:ext cx="432" cy="192"/>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20KB</a:t>
              </a:r>
              <a:endParaRPr lang="en-US" altLang="zh-CN" sz="2000">
                <a:latin typeface="Times New Roman" panose="02020603050405020304" charset="0"/>
                <a:ea typeface="宋体" panose="02010600030101010101" pitchFamily="2" charset="-122"/>
              </a:endParaRPr>
            </a:p>
          </p:txBody>
        </p:sp>
        <p:sp>
          <p:nvSpPr>
            <p:cNvPr id="70660" name="文本框 77828"/>
            <p:cNvSpPr txBox="1"/>
            <p:nvPr/>
          </p:nvSpPr>
          <p:spPr>
            <a:xfrm>
              <a:off x="191" y="48"/>
              <a:ext cx="282" cy="162"/>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  0</a:t>
              </a:r>
              <a:endParaRPr lang="en-US" altLang="zh-CN" sz="2000">
                <a:latin typeface="Times New Roman" panose="02020603050405020304" charset="0"/>
                <a:ea typeface="宋体" panose="02010600030101010101" pitchFamily="2" charset="-122"/>
              </a:endParaRPr>
            </a:p>
          </p:txBody>
        </p:sp>
        <p:sp>
          <p:nvSpPr>
            <p:cNvPr id="70661" name="文本框 77829"/>
            <p:cNvSpPr txBox="1"/>
            <p:nvPr/>
          </p:nvSpPr>
          <p:spPr>
            <a:xfrm>
              <a:off x="455" y="144"/>
              <a:ext cx="675" cy="1954"/>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spcBef>
                  <a:spcPct val="20000"/>
                </a:spcBef>
              </a:pPr>
              <a:r>
                <a:rPr lang="en-US" altLang="zh-CN" sz="2000">
                  <a:latin typeface="Times New Roman" panose="02020603050405020304" charset="0"/>
                  <a:ea typeface="宋体" panose="02010600030101010101" pitchFamily="2" charset="-122"/>
                </a:rPr>
                <a:t>      OS</a:t>
              </a:r>
              <a:endParaRPr lang="en-US" altLang="zh-CN" sz="2000">
                <a:latin typeface="Times New Roman" panose="02020603050405020304" charset="0"/>
                <a:ea typeface="宋体" panose="02010600030101010101" pitchFamily="2" charset="-122"/>
              </a:endParaRPr>
            </a:p>
            <a:p>
              <a:pPr lvl="0" algn="just">
                <a:spcBef>
                  <a:spcPct val="20000"/>
                </a:spcBef>
              </a:pPr>
              <a:r>
                <a:rPr lang="en-US" altLang="zh-CN" sz="2000">
                  <a:latin typeface="Times New Roman" panose="02020603050405020304" charset="0"/>
                  <a:ea typeface="宋体" panose="02010600030101010101" pitchFamily="2" charset="-122"/>
                </a:rPr>
                <a:t>  </a:t>
              </a:r>
              <a:endParaRPr lang="en-US" altLang="zh-CN" sz="2000">
                <a:latin typeface="Times New Roman" panose="02020603050405020304" charset="0"/>
                <a:ea typeface="宋体" panose="02010600030101010101" pitchFamily="2" charset="-122"/>
              </a:endParaRPr>
            </a:p>
            <a:p>
              <a:pPr lvl="0" algn="just">
                <a:lnSpc>
                  <a:spcPct val="120000"/>
                </a:lnSpc>
                <a:spcBef>
                  <a:spcPct val="20000"/>
                </a:spcBef>
              </a:pPr>
              <a:r>
                <a:rPr lang="en-US" altLang="zh-CN" sz="2000">
                  <a:latin typeface="Times New Roman" panose="02020603050405020304" charset="0"/>
                  <a:ea typeface="宋体" panose="02010600030101010101" pitchFamily="2" charset="-122"/>
                </a:rPr>
                <a:t>  </a:t>
              </a:r>
              <a:endParaRPr lang="en-US" altLang="zh-CN" sz="2000">
                <a:latin typeface="Times New Roman" panose="02020603050405020304" charset="0"/>
                <a:ea typeface="宋体" panose="02010600030101010101" pitchFamily="2" charset="-122"/>
              </a:endParaRPr>
            </a:p>
            <a:p>
              <a:pPr lvl="0" algn="just">
                <a:lnSpc>
                  <a:spcPct val="120000"/>
                </a:lnSpc>
                <a:spcBef>
                  <a:spcPct val="20000"/>
                </a:spcBef>
              </a:pPr>
              <a:endParaRPr lang="en-US" altLang="zh-CN" sz="2000">
                <a:latin typeface="Times New Roman" panose="02020603050405020304" charset="0"/>
                <a:ea typeface="宋体" panose="02010600030101010101" pitchFamily="2" charset="-122"/>
              </a:endParaRPr>
            </a:p>
            <a:p>
              <a:pPr lvl="0" algn="just">
                <a:lnSpc>
                  <a:spcPct val="130000"/>
                </a:lnSpc>
                <a:spcBef>
                  <a:spcPct val="40000"/>
                </a:spcBef>
              </a:pPr>
              <a:r>
                <a:rPr lang="en-US" altLang="zh-CN" sz="2000">
                  <a:latin typeface="Times New Roman" panose="02020603050405020304" charset="0"/>
                  <a:ea typeface="宋体" panose="02010600030101010101" pitchFamily="2" charset="-122"/>
                </a:rPr>
                <a:t>  </a:t>
              </a:r>
              <a:endParaRPr lang="en-US" altLang="zh-CN" sz="2000">
                <a:latin typeface="Times New Roman" panose="02020603050405020304" charset="0"/>
                <a:ea typeface="宋体" panose="02010600030101010101" pitchFamily="2" charset="-122"/>
              </a:endParaRPr>
            </a:p>
            <a:p>
              <a:pPr lvl="0" algn="just">
                <a:lnSpc>
                  <a:spcPct val="130000"/>
                </a:lnSpc>
                <a:spcBef>
                  <a:spcPct val="40000"/>
                </a:spcBef>
              </a:pPr>
              <a:r>
                <a:rPr lang="en-US" altLang="zh-CN" sz="2000">
                  <a:latin typeface="Times New Roman" panose="02020603050405020304" charset="0"/>
                  <a:ea typeface="宋体" panose="02010600030101010101" pitchFamily="2" charset="-122"/>
                </a:rPr>
                <a:t>  </a:t>
              </a:r>
              <a:endParaRPr lang="en-US" altLang="zh-CN" sz="2000">
                <a:latin typeface="Times New Roman" panose="02020603050405020304" charset="0"/>
                <a:ea typeface="宋体" panose="02010600030101010101" pitchFamily="2" charset="-122"/>
              </a:endParaRPr>
            </a:p>
            <a:p>
              <a:pPr lvl="0" algn="just">
                <a:spcBef>
                  <a:spcPct val="20000"/>
                </a:spcBef>
              </a:pPr>
              <a:r>
                <a:rPr lang="en-US" altLang="zh-CN" sz="2000">
                  <a:latin typeface="Times New Roman" panose="02020603050405020304" charset="0"/>
                  <a:ea typeface="宋体" panose="02010600030101010101" pitchFamily="2" charset="-122"/>
                </a:rPr>
                <a:t>   </a:t>
              </a:r>
              <a:endParaRPr lang="en-US" altLang="zh-CN" sz="2000">
                <a:latin typeface="Times New Roman" panose="02020603050405020304" charset="0"/>
                <a:ea typeface="宋体" panose="02010600030101010101" pitchFamily="2" charset="-122"/>
              </a:endParaRPr>
            </a:p>
            <a:p>
              <a:pPr lvl="0" algn="just">
                <a:spcBef>
                  <a:spcPct val="20000"/>
                </a:spcBef>
              </a:pPr>
              <a:r>
                <a:rPr lang="en-US" altLang="zh-CN" sz="2000">
                  <a:latin typeface="Times New Roman" panose="02020603050405020304" charset="0"/>
                  <a:ea typeface="宋体" panose="02010600030101010101" pitchFamily="2" charset="-122"/>
                </a:rPr>
                <a:t>  </a:t>
              </a:r>
              <a:endParaRPr lang="en-US" altLang="zh-CN" sz="2000">
                <a:latin typeface="Times New Roman" panose="02020603050405020304" charset="0"/>
                <a:ea typeface="宋体" panose="02010600030101010101" pitchFamily="2" charset="-122"/>
              </a:endParaRPr>
            </a:p>
          </p:txBody>
        </p:sp>
        <p:sp>
          <p:nvSpPr>
            <p:cNvPr id="70662" name="矩形 77830"/>
            <p:cNvSpPr/>
            <p:nvPr/>
          </p:nvSpPr>
          <p:spPr>
            <a:xfrm>
              <a:off x="458" y="1599"/>
              <a:ext cx="672" cy="499"/>
            </a:xfrm>
            <a:prstGeom prst="rect">
              <a:avLst/>
            </a:prstGeom>
            <a:pattFill prst="ltUpDiag">
              <a:fgClr>
                <a:srgbClr val="000000"/>
              </a:fgClr>
              <a:bgClr>
                <a:srgbClr val="FFFFFF"/>
              </a:bgClr>
            </a:patt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70663" name="直接连接符 77831"/>
            <p:cNvSpPr/>
            <p:nvPr/>
          </p:nvSpPr>
          <p:spPr>
            <a:xfrm>
              <a:off x="455" y="432"/>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70664" name="直接连接符 77832"/>
            <p:cNvSpPr/>
            <p:nvPr/>
          </p:nvSpPr>
          <p:spPr>
            <a:xfrm>
              <a:off x="452" y="750"/>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70665" name="直接连接符 77833"/>
            <p:cNvSpPr/>
            <p:nvPr/>
          </p:nvSpPr>
          <p:spPr>
            <a:xfrm>
              <a:off x="452" y="1110"/>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70666" name="文本框 77834"/>
            <p:cNvSpPr txBox="1"/>
            <p:nvPr/>
          </p:nvSpPr>
          <p:spPr>
            <a:xfrm>
              <a:off x="71" y="644"/>
              <a:ext cx="432" cy="144"/>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52KB</a:t>
              </a:r>
              <a:endParaRPr lang="en-US" altLang="zh-CN" sz="2000">
                <a:latin typeface="Times New Roman" panose="02020603050405020304" charset="0"/>
                <a:ea typeface="宋体" panose="02010600030101010101" pitchFamily="2" charset="-122"/>
              </a:endParaRPr>
            </a:p>
          </p:txBody>
        </p:sp>
        <p:sp>
          <p:nvSpPr>
            <p:cNvPr id="70667" name="文本框 77835"/>
            <p:cNvSpPr txBox="1"/>
            <p:nvPr/>
          </p:nvSpPr>
          <p:spPr>
            <a:xfrm>
              <a:off x="16" y="999"/>
              <a:ext cx="528" cy="192"/>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124KB</a:t>
              </a:r>
              <a:endParaRPr lang="en-US" altLang="zh-CN" sz="2000">
                <a:latin typeface="Times New Roman" panose="02020603050405020304" charset="0"/>
                <a:ea typeface="宋体" panose="02010600030101010101" pitchFamily="2" charset="-122"/>
              </a:endParaRPr>
            </a:p>
          </p:txBody>
        </p:sp>
        <p:sp>
          <p:nvSpPr>
            <p:cNvPr id="70668" name="文本框 77836"/>
            <p:cNvSpPr txBox="1"/>
            <p:nvPr/>
          </p:nvSpPr>
          <p:spPr>
            <a:xfrm>
              <a:off x="0" y="1473"/>
              <a:ext cx="528" cy="192"/>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236KB</a:t>
              </a:r>
              <a:endParaRPr lang="en-US" altLang="zh-CN" sz="2000">
                <a:latin typeface="Times New Roman" panose="02020603050405020304" charset="0"/>
                <a:ea typeface="宋体" panose="02010600030101010101" pitchFamily="2" charset="-122"/>
              </a:endParaRPr>
            </a:p>
          </p:txBody>
        </p:sp>
        <p:sp>
          <p:nvSpPr>
            <p:cNvPr id="70669" name="文本框 77837"/>
            <p:cNvSpPr txBox="1"/>
            <p:nvPr/>
          </p:nvSpPr>
          <p:spPr>
            <a:xfrm>
              <a:off x="21" y="2052"/>
              <a:ext cx="664" cy="192"/>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256KB</a:t>
              </a:r>
              <a:endParaRPr lang="en-US" altLang="zh-CN" sz="2000">
                <a:latin typeface="Times New Roman" panose="02020603050405020304" charset="0"/>
                <a:ea typeface="宋体" panose="02010600030101010101" pitchFamily="2" charset="-122"/>
              </a:endParaRPr>
            </a:p>
          </p:txBody>
        </p:sp>
        <p:sp>
          <p:nvSpPr>
            <p:cNvPr id="70670" name="文本框 77838"/>
            <p:cNvSpPr txBox="1"/>
            <p:nvPr/>
          </p:nvSpPr>
          <p:spPr>
            <a:xfrm>
              <a:off x="602" y="2320"/>
              <a:ext cx="480" cy="192"/>
            </a:xfrm>
            <a:prstGeom prst="rect">
              <a:avLst/>
            </a:prstGeom>
            <a:noFill/>
            <a:ln w="9525">
              <a:noFill/>
              <a:miter/>
            </a:ln>
          </p:spPr>
          <p:txBody>
            <a:bodyPr anchor="t"/>
            <a:p>
              <a:pPr lvl="0" algn="just"/>
              <a:r>
                <a:rPr lang="zh-CN" altLang="en-US" sz="2000">
                  <a:latin typeface="Times New Roman" panose="02020603050405020304" charset="0"/>
                  <a:ea typeface="宋体" panose="02010600030101010101" pitchFamily="2" charset="-122"/>
                </a:rPr>
                <a:t>主存</a:t>
              </a:r>
              <a:endParaRPr lang="zh-CN" altLang="en-US" sz="2000">
                <a:latin typeface="Times New Roman" panose="02020603050405020304" charset="0"/>
                <a:ea typeface="宋体" panose="02010600030101010101" pitchFamily="2" charset="-122"/>
              </a:endParaRPr>
            </a:p>
          </p:txBody>
        </p:sp>
        <p:sp>
          <p:nvSpPr>
            <p:cNvPr id="70671" name="文本框 77839"/>
            <p:cNvSpPr txBox="1"/>
            <p:nvPr/>
          </p:nvSpPr>
          <p:spPr>
            <a:xfrm>
              <a:off x="550" y="459"/>
              <a:ext cx="590" cy="272"/>
            </a:xfrm>
            <a:prstGeom prst="rect">
              <a:avLst/>
            </a:prstGeom>
            <a:noFill/>
            <a:ln w="9525">
              <a:noFill/>
              <a:miter/>
            </a:ln>
          </p:spPr>
          <p:txBody>
            <a:bodyPr anchor="t"/>
            <a:p>
              <a:pPr lvl="0" algn="just"/>
              <a:r>
                <a:rPr lang="zh-CN" altLang="en-US" sz="2000">
                  <a:latin typeface="Times New Roman" panose="02020603050405020304" charset="0"/>
                  <a:ea typeface="宋体" panose="02010600030101010101" pitchFamily="2" charset="-122"/>
                </a:rPr>
                <a:t>作业</a:t>
              </a:r>
              <a:r>
                <a:rPr lang="en-US" altLang="zh-CN" sz="2000">
                  <a:latin typeface="Times New Roman" panose="02020603050405020304" charset="0"/>
                  <a:ea typeface="宋体" panose="02010600030101010101" pitchFamily="2" charset="-122"/>
                </a:rPr>
                <a:t>1</a:t>
              </a:r>
              <a:endParaRPr lang="en-US" altLang="zh-CN" sz="2000" baseline="-25000">
                <a:latin typeface="Times New Roman" panose="02020603050405020304" charset="0"/>
                <a:ea typeface="宋体" panose="02010600030101010101" pitchFamily="2" charset="-122"/>
              </a:endParaRPr>
            </a:p>
          </p:txBody>
        </p:sp>
        <p:sp>
          <p:nvSpPr>
            <p:cNvPr id="70672" name="文本框 77840"/>
            <p:cNvSpPr txBox="1"/>
            <p:nvPr/>
          </p:nvSpPr>
          <p:spPr>
            <a:xfrm>
              <a:off x="545" y="828"/>
              <a:ext cx="590" cy="272"/>
            </a:xfrm>
            <a:prstGeom prst="rect">
              <a:avLst/>
            </a:prstGeom>
            <a:noFill/>
            <a:ln w="9525">
              <a:noFill/>
              <a:miter/>
            </a:ln>
          </p:spPr>
          <p:txBody>
            <a:bodyPr anchor="t"/>
            <a:p>
              <a:pPr lvl="0" algn="just"/>
              <a:r>
                <a:rPr lang="zh-CN" altLang="en-US" sz="2000">
                  <a:latin typeface="Times New Roman" panose="02020603050405020304" charset="0"/>
                  <a:ea typeface="宋体" panose="02010600030101010101" pitchFamily="2" charset="-122"/>
                </a:rPr>
                <a:t>作业</a:t>
              </a:r>
              <a:r>
                <a:rPr lang="en-US" altLang="zh-CN" sz="2000">
                  <a:latin typeface="Times New Roman" panose="02020603050405020304" charset="0"/>
                  <a:ea typeface="宋体" panose="02010600030101010101" pitchFamily="2" charset="-122"/>
                </a:rPr>
                <a:t>2</a:t>
              </a:r>
              <a:endParaRPr lang="en-US" altLang="zh-CN" sz="2000" baseline="-25000">
                <a:latin typeface="Times New Roman" panose="02020603050405020304" charset="0"/>
                <a:ea typeface="宋体" panose="02010600030101010101" pitchFamily="2" charset="-122"/>
              </a:endParaRPr>
            </a:p>
          </p:txBody>
        </p:sp>
        <p:sp>
          <p:nvSpPr>
            <p:cNvPr id="70673" name="文本框 77841"/>
            <p:cNvSpPr txBox="1"/>
            <p:nvPr/>
          </p:nvSpPr>
          <p:spPr>
            <a:xfrm>
              <a:off x="565" y="1236"/>
              <a:ext cx="590" cy="272"/>
            </a:xfrm>
            <a:prstGeom prst="rect">
              <a:avLst/>
            </a:prstGeom>
            <a:noFill/>
            <a:ln w="9525">
              <a:noFill/>
              <a:miter/>
            </a:ln>
          </p:spPr>
          <p:txBody>
            <a:bodyPr anchor="t"/>
            <a:p>
              <a:pPr lvl="0" algn="just"/>
              <a:r>
                <a:rPr lang="zh-CN" altLang="en-US" sz="2000">
                  <a:latin typeface="Times New Roman" panose="02020603050405020304" charset="0"/>
                  <a:ea typeface="宋体" panose="02010600030101010101" pitchFamily="2" charset="-122"/>
                </a:rPr>
                <a:t>作业</a:t>
              </a:r>
              <a:r>
                <a:rPr lang="en-US" altLang="zh-CN" sz="2000">
                  <a:latin typeface="Times New Roman" panose="02020603050405020304" charset="0"/>
                  <a:ea typeface="宋体" panose="02010600030101010101" pitchFamily="2" charset="-122"/>
                </a:rPr>
                <a:t>3</a:t>
              </a:r>
              <a:endParaRPr lang="en-US" altLang="zh-CN" sz="2000" baseline="-25000">
                <a:latin typeface="Times New Roman" panose="02020603050405020304" charset="0"/>
                <a:ea typeface="宋体" panose="02010600030101010101" pitchFamily="2" charset="-122"/>
              </a:endParaRPr>
            </a:p>
          </p:txBody>
        </p:sp>
      </p:grpSp>
      <p:grpSp>
        <p:nvGrpSpPr>
          <p:cNvPr id="77843" name="组合 77842"/>
          <p:cNvGrpSpPr/>
          <p:nvPr/>
        </p:nvGrpSpPr>
        <p:grpSpPr>
          <a:xfrm>
            <a:off x="1295400" y="1508125"/>
            <a:ext cx="2692400" cy="4130675"/>
            <a:chOff x="0" y="0"/>
            <a:chExt cx="1129" cy="2382"/>
          </a:xfrm>
        </p:grpSpPr>
        <p:sp>
          <p:nvSpPr>
            <p:cNvPr id="70675" name="文本框 77843"/>
            <p:cNvSpPr txBox="1"/>
            <p:nvPr/>
          </p:nvSpPr>
          <p:spPr>
            <a:xfrm>
              <a:off x="48" y="206"/>
              <a:ext cx="432" cy="192"/>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20KB</a:t>
              </a:r>
              <a:endParaRPr lang="en-US" altLang="zh-CN" sz="2000">
                <a:latin typeface="Times New Roman" panose="02020603050405020304" charset="0"/>
                <a:ea typeface="宋体" panose="02010600030101010101" pitchFamily="2" charset="-122"/>
              </a:endParaRPr>
            </a:p>
          </p:txBody>
        </p:sp>
        <p:sp>
          <p:nvSpPr>
            <p:cNvPr id="70676" name="文本框 77844"/>
            <p:cNvSpPr txBox="1"/>
            <p:nvPr/>
          </p:nvSpPr>
          <p:spPr>
            <a:xfrm>
              <a:off x="454" y="0"/>
              <a:ext cx="675" cy="1951"/>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spcBef>
                  <a:spcPct val="20000"/>
                </a:spcBef>
              </a:pPr>
              <a:r>
                <a:rPr lang="en-US" altLang="zh-CN" sz="2000">
                  <a:latin typeface="Times New Roman" panose="02020603050405020304" charset="0"/>
                  <a:ea typeface="宋体" panose="02010600030101010101" pitchFamily="2" charset="-122"/>
                </a:rPr>
                <a:t>       OS</a:t>
              </a:r>
              <a:endParaRPr lang="en-US" altLang="zh-CN" sz="2000">
                <a:latin typeface="Times New Roman" panose="02020603050405020304" charset="0"/>
                <a:ea typeface="宋体" panose="02010600030101010101" pitchFamily="2" charset="-122"/>
              </a:endParaRPr>
            </a:p>
            <a:p>
              <a:pPr lvl="0" algn="just">
                <a:spcBef>
                  <a:spcPct val="20000"/>
                </a:spcBef>
              </a:pPr>
              <a:r>
                <a:rPr lang="en-US" altLang="zh-CN" sz="2000">
                  <a:latin typeface="Times New Roman" panose="02020603050405020304" charset="0"/>
                  <a:ea typeface="宋体" panose="02010600030101010101" pitchFamily="2" charset="-122"/>
                </a:rPr>
                <a:t>  </a:t>
              </a:r>
              <a:endParaRPr lang="en-US" altLang="zh-CN" sz="2000">
                <a:latin typeface="Times New Roman" panose="02020603050405020304" charset="0"/>
                <a:ea typeface="宋体" panose="02010600030101010101" pitchFamily="2" charset="-122"/>
              </a:endParaRPr>
            </a:p>
          </p:txBody>
        </p:sp>
        <p:sp>
          <p:nvSpPr>
            <p:cNvPr id="70677" name="矩形 77845"/>
            <p:cNvSpPr/>
            <p:nvPr/>
          </p:nvSpPr>
          <p:spPr>
            <a:xfrm>
              <a:off x="452" y="1118"/>
              <a:ext cx="672" cy="198"/>
            </a:xfrm>
            <a:prstGeom prst="rect">
              <a:avLst/>
            </a:prstGeom>
            <a:pattFill prst="ltUpDiag">
              <a:fgClr>
                <a:srgbClr val="000000"/>
              </a:fgClr>
              <a:bgClr>
                <a:srgbClr val="FFFFFF"/>
              </a:bgClr>
            </a:patt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70678" name="直接连接符 77846"/>
            <p:cNvSpPr/>
            <p:nvPr/>
          </p:nvSpPr>
          <p:spPr>
            <a:xfrm>
              <a:off x="432" y="302"/>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70679" name="直接连接符 77847"/>
            <p:cNvSpPr/>
            <p:nvPr/>
          </p:nvSpPr>
          <p:spPr>
            <a:xfrm>
              <a:off x="429" y="590"/>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70680" name="直接连接符 77848"/>
            <p:cNvSpPr/>
            <p:nvPr/>
          </p:nvSpPr>
          <p:spPr>
            <a:xfrm>
              <a:off x="429" y="1118"/>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70681" name="直接连接符 77849"/>
            <p:cNvSpPr/>
            <p:nvPr/>
          </p:nvSpPr>
          <p:spPr>
            <a:xfrm>
              <a:off x="429" y="1694"/>
              <a:ext cx="68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70682" name="文本框 77850"/>
            <p:cNvSpPr txBox="1"/>
            <p:nvPr/>
          </p:nvSpPr>
          <p:spPr>
            <a:xfrm>
              <a:off x="48" y="474"/>
              <a:ext cx="432" cy="144"/>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52KB</a:t>
              </a:r>
              <a:endParaRPr lang="en-US" altLang="zh-CN" sz="2000">
                <a:latin typeface="Times New Roman" panose="02020603050405020304" charset="0"/>
                <a:ea typeface="宋体" panose="02010600030101010101" pitchFamily="2" charset="-122"/>
              </a:endParaRPr>
            </a:p>
          </p:txBody>
        </p:sp>
        <p:sp>
          <p:nvSpPr>
            <p:cNvPr id="70683" name="文本框 77851"/>
            <p:cNvSpPr txBox="1"/>
            <p:nvPr/>
          </p:nvSpPr>
          <p:spPr>
            <a:xfrm>
              <a:off x="68" y="664"/>
              <a:ext cx="432" cy="192"/>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58KB</a:t>
              </a:r>
              <a:endParaRPr lang="en-US" altLang="zh-CN" sz="2000">
                <a:latin typeface="Times New Roman" panose="02020603050405020304" charset="0"/>
                <a:ea typeface="宋体" panose="02010600030101010101" pitchFamily="2" charset="-122"/>
              </a:endParaRPr>
            </a:p>
          </p:txBody>
        </p:sp>
        <p:sp>
          <p:nvSpPr>
            <p:cNvPr id="70684" name="文本框 77852"/>
            <p:cNvSpPr txBox="1"/>
            <p:nvPr/>
          </p:nvSpPr>
          <p:spPr>
            <a:xfrm>
              <a:off x="0" y="1002"/>
              <a:ext cx="528" cy="192"/>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130KB</a:t>
              </a:r>
              <a:endParaRPr lang="en-US" altLang="zh-CN" sz="2000">
                <a:latin typeface="Times New Roman" panose="02020603050405020304" charset="0"/>
                <a:ea typeface="宋体" panose="02010600030101010101" pitchFamily="2" charset="-122"/>
              </a:endParaRPr>
            </a:p>
          </p:txBody>
        </p:sp>
        <p:sp>
          <p:nvSpPr>
            <p:cNvPr id="70685" name="文本框 77853"/>
            <p:cNvSpPr txBox="1"/>
            <p:nvPr/>
          </p:nvSpPr>
          <p:spPr>
            <a:xfrm>
              <a:off x="0" y="1598"/>
              <a:ext cx="520" cy="144"/>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250KB</a:t>
              </a:r>
              <a:endParaRPr lang="en-US" altLang="zh-CN" sz="2000">
                <a:latin typeface="Times New Roman" panose="02020603050405020304" charset="0"/>
                <a:ea typeface="宋体" panose="02010600030101010101" pitchFamily="2" charset="-122"/>
              </a:endParaRPr>
            </a:p>
          </p:txBody>
        </p:sp>
        <p:sp>
          <p:nvSpPr>
            <p:cNvPr id="70686" name="文本框 77854"/>
            <p:cNvSpPr txBox="1"/>
            <p:nvPr/>
          </p:nvSpPr>
          <p:spPr>
            <a:xfrm>
              <a:off x="1" y="1905"/>
              <a:ext cx="664" cy="192"/>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256KB</a:t>
              </a:r>
              <a:endParaRPr lang="en-US" altLang="zh-CN" sz="2000">
                <a:latin typeface="Times New Roman" panose="02020603050405020304" charset="0"/>
                <a:ea typeface="宋体" panose="02010600030101010101" pitchFamily="2" charset="-122"/>
              </a:endParaRPr>
            </a:p>
          </p:txBody>
        </p:sp>
        <p:sp>
          <p:nvSpPr>
            <p:cNvPr id="70687" name="文本框 77855"/>
            <p:cNvSpPr txBox="1"/>
            <p:nvPr/>
          </p:nvSpPr>
          <p:spPr>
            <a:xfrm>
              <a:off x="579" y="2190"/>
              <a:ext cx="480" cy="192"/>
            </a:xfrm>
            <a:prstGeom prst="rect">
              <a:avLst/>
            </a:prstGeom>
            <a:noFill/>
            <a:ln w="9525">
              <a:noFill/>
              <a:miter/>
            </a:ln>
          </p:spPr>
          <p:txBody>
            <a:bodyPr anchor="t"/>
            <a:p>
              <a:pPr lvl="0" algn="just"/>
              <a:r>
                <a:rPr lang="zh-CN" altLang="en-US" sz="2000">
                  <a:latin typeface="Times New Roman" panose="02020603050405020304" charset="0"/>
                  <a:ea typeface="宋体" panose="02010600030101010101" pitchFamily="2" charset="-122"/>
                </a:rPr>
                <a:t>主存</a:t>
              </a:r>
              <a:endParaRPr lang="zh-CN" altLang="en-US" sz="2000">
                <a:latin typeface="Times New Roman" panose="02020603050405020304" charset="0"/>
                <a:ea typeface="宋体" panose="02010600030101010101" pitchFamily="2" charset="-122"/>
              </a:endParaRPr>
            </a:p>
          </p:txBody>
        </p:sp>
        <p:sp>
          <p:nvSpPr>
            <p:cNvPr id="70688" name="矩形 77856"/>
            <p:cNvSpPr/>
            <p:nvPr/>
          </p:nvSpPr>
          <p:spPr>
            <a:xfrm>
              <a:off x="452" y="590"/>
              <a:ext cx="672" cy="181"/>
            </a:xfrm>
            <a:prstGeom prst="rect">
              <a:avLst/>
            </a:prstGeom>
            <a:pattFill prst="ltUpDiag">
              <a:fgClr>
                <a:srgbClr val="000000"/>
              </a:fgClr>
              <a:bgClr>
                <a:srgbClr val="FFFFFF"/>
              </a:bgClr>
            </a:patt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70689" name="文本框 77857"/>
            <p:cNvSpPr txBox="1"/>
            <p:nvPr/>
          </p:nvSpPr>
          <p:spPr>
            <a:xfrm>
              <a:off x="10" y="1190"/>
              <a:ext cx="520" cy="144"/>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138KB</a:t>
              </a:r>
              <a:endParaRPr lang="en-US" altLang="zh-CN" sz="2000">
                <a:latin typeface="Times New Roman" panose="02020603050405020304" charset="0"/>
                <a:ea typeface="宋体" panose="02010600030101010101" pitchFamily="2" charset="-122"/>
              </a:endParaRPr>
            </a:p>
          </p:txBody>
        </p:sp>
        <p:sp>
          <p:nvSpPr>
            <p:cNvPr id="70690" name="矩形 77858"/>
            <p:cNvSpPr/>
            <p:nvPr/>
          </p:nvSpPr>
          <p:spPr>
            <a:xfrm>
              <a:off x="452" y="1694"/>
              <a:ext cx="672" cy="257"/>
            </a:xfrm>
            <a:prstGeom prst="rect">
              <a:avLst/>
            </a:prstGeom>
            <a:pattFill prst="ltUpDiag">
              <a:fgClr>
                <a:srgbClr val="000000"/>
              </a:fgClr>
              <a:bgClr>
                <a:srgbClr val="FFFFFF"/>
              </a:bgClr>
            </a:pattFill>
            <a:ln w="9525"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70691" name="文本框 77859"/>
            <p:cNvSpPr txBox="1"/>
            <p:nvPr/>
          </p:nvSpPr>
          <p:spPr>
            <a:xfrm>
              <a:off x="520" y="353"/>
              <a:ext cx="520" cy="227"/>
            </a:xfrm>
            <a:prstGeom prst="rect">
              <a:avLst/>
            </a:prstGeom>
            <a:noFill/>
            <a:ln w="9525">
              <a:noFill/>
              <a:miter/>
            </a:ln>
          </p:spPr>
          <p:txBody>
            <a:bodyPr anchor="t"/>
            <a:p>
              <a:pPr lvl="0" algn="just"/>
              <a:r>
                <a:rPr lang="zh-CN" altLang="en-US" sz="2000">
                  <a:latin typeface="Times New Roman" panose="02020603050405020304" charset="0"/>
                  <a:ea typeface="宋体" panose="02010600030101010101" pitchFamily="2" charset="-122"/>
                </a:rPr>
                <a:t>作业１</a:t>
              </a:r>
              <a:endParaRPr lang="zh-CN" altLang="en-US" sz="2000">
                <a:latin typeface="Times New Roman" panose="02020603050405020304" charset="0"/>
                <a:ea typeface="宋体" panose="02010600030101010101" pitchFamily="2" charset="-122"/>
              </a:endParaRPr>
            </a:p>
          </p:txBody>
        </p:sp>
        <p:sp>
          <p:nvSpPr>
            <p:cNvPr id="70692" name="文本框 77860"/>
            <p:cNvSpPr txBox="1"/>
            <p:nvPr/>
          </p:nvSpPr>
          <p:spPr>
            <a:xfrm>
              <a:off x="525" y="817"/>
              <a:ext cx="520" cy="227"/>
            </a:xfrm>
            <a:prstGeom prst="rect">
              <a:avLst/>
            </a:prstGeom>
            <a:noFill/>
            <a:ln w="9525">
              <a:noFill/>
              <a:miter/>
            </a:ln>
          </p:spPr>
          <p:txBody>
            <a:bodyPr anchor="t"/>
            <a:p>
              <a:pPr lvl="0" algn="just"/>
              <a:r>
                <a:rPr lang="zh-CN" altLang="en-US" sz="2000">
                  <a:latin typeface="Times New Roman" panose="02020603050405020304" charset="0"/>
                  <a:ea typeface="宋体" panose="02010600030101010101" pitchFamily="2" charset="-122"/>
                </a:rPr>
                <a:t>作业２</a:t>
              </a:r>
              <a:endParaRPr lang="zh-CN" altLang="en-US" sz="2000">
                <a:latin typeface="Times New Roman" panose="02020603050405020304" charset="0"/>
                <a:ea typeface="宋体" panose="02010600030101010101" pitchFamily="2" charset="-122"/>
              </a:endParaRPr>
            </a:p>
          </p:txBody>
        </p:sp>
        <p:sp>
          <p:nvSpPr>
            <p:cNvPr id="70693" name="文本框 77861"/>
            <p:cNvSpPr txBox="1"/>
            <p:nvPr/>
          </p:nvSpPr>
          <p:spPr>
            <a:xfrm>
              <a:off x="539" y="1406"/>
              <a:ext cx="520" cy="227"/>
            </a:xfrm>
            <a:prstGeom prst="rect">
              <a:avLst/>
            </a:prstGeom>
            <a:noFill/>
            <a:ln w="9525">
              <a:noFill/>
              <a:miter/>
            </a:ln>
          </p:spPr>
          <p:txBody>
            <a:bodyPr anchor="t"/>
            <a:p>
              <a:pPr lvl="0" algn="just"/>
              <a:r>
                <a:rPr lang="zh-CN" altLang="en-US" sz="2000">
                  <a:latin typeface="Times New Roman" panose="02020603050405020304" charset="0"/>
                  <a:ea typeface="宋体" panose="02010600030101010101" pitchFamily="2" charset="-122"/>
                </a:rPr>
                <a:t>作业３</a:t>
              </a:r>
              <a:endParaRPr lang="zh-CN" altLang="en-US" sz="2000">
                <a:latin typeface="Times New Roman" panose="02020603050405020304" charset="0"/>
                <a:ea typeface="宋体" panose="02010600030101010101" pitchFamily="2" charset="-122"/>
              </a:endParaRPr>
            </a:p>
          </p:txBody>
        </p:sp>
      </p:grpSp>
      <p:sp>
        <p:nvSpPr>
          <p:cNvPr id="70695" name="文本框 77828"/>
          <p:cNvSpPr txBox="1"/>
          <p:nvPr/>
        </p:nvSpPr>
        <p:spPr>
          <a:xfrm>
            <a:off x="1609725" y="1355725"/>
            <a:ext cx="660400" cy="276225"/>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  0</a:t>
            </a:r>
            <a:endParaRPr lang="en-US" altLang="zh-CN" sz="2000">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标题 86017"/>
          <p:cNvSpPr>
            <a:spLocks noGrp="1"/>
          </p:cNvSpPr>
          <p:nvPr>
            <p:ph type="title"/>
          </p:nvPr>
        </p:nvSpPr>
        <p:spPr>
          <a:xfrm>
            <a:off x="363538" y="788988"/>
            <a:ext cx="4627563" cy="633413"/>
          </a:xfrm>
        </p:spPr>
        <p:txBody>
          <a:bodyPr wrap="square">
            <a:spAutoFit/>
          </a:bodyPr>
          <a:p>
            <a:pPr lvl="0"/>
            <a:r>
              <a:rPr lang="zh-CN" altLang="zh-CN" sz="3600">
                <a:solidFill>
                  <a:srgbClr val="A50021"/>
                </a:solidFill>
                <a:latin typeface="Times New Roman" panose="02020603050405020304" charset="0"/>
                <a:ea typeface="宋体" panose="02010600030101010101" pitchFamily="2" charset="-122"/>
              </a:rPr>
              <a:t>(</a:t>
            </a:r>
            <a:r>
              <a:rPr lang="zh-CN" altLang="en-US" sz="3600">
                <a:solidFill>
                  <a:srgbClr val="A50021"/>
                </a:solidFill>
                <a:latin typeface="Times New Roman" panose="02020603050405020304" charset="0"/>
                <a:ea typeface="宋体" panose="02010600030101010101" pitchFamily="2" charset="-122"/>
              </a:rPr>
              <a:t>3) 拼接技术缺点</a:t>
            </a:r>
            <a:endParaRPr lang="zh-CN" altLang="en-US" sz="3600" dirty="0">
              <a:solidFill>
                <a:srgbClr val="A50021"/>
              </a:solidFill>
              <a:latin typeface="Times New Roman" panose="02020603050405020304" charset="0"/>
              <a:ea typeface="宋体" panose="02010600030101010101" pitchFamily="2" charset="-122"/>
            </a:endParaRPr>
          </a:p>
        </p:txBody>
      </p:sp>
      <p:sp>
        <p:nvSpPr>
          <p:cNvPr id="86020" name="文本占位符 86019"/>
          <p:cNvSpPr>
            <a:spLocks noGrp="1"/>
          </p:cNvSpPr>
          <p:nvPr>
            <p:ph idx="1"/>
          </p:nvPr>
        </p:nvSpPr>
        <p:spPr>
          <a:xfrm>
            <a:off x="382588" y="1925638"/>
            <a:ext cx="8229600" cy="2608263"/>
          </a:xfrm>
        </p:spPr>
        <p:txBody>
          <a:bodyPr>
            <a:spAutoFit/>
          </a:bodyPr>
          <a:p>
            <a:pPr fontAlgn="base"/>
            <a:r>
              <a:rPr lang="zh-CN" altLang="en-US" sz="3600" strike="noStrike" noProof="1" dirty="0">
                <a:solidFill>
                  <a:schemeClr val="tx1"/>
                </a:solidFill>
                <a:effectLst/>
              </a:rPr>
              <a:t>移</a:t>
            </a:r>
            <a:r>
              <a:rPr lang="zh-CN" altLang="en-US" sz="3600" strike="noStrike" noProof="1">
                <a:solidFill>
                  <a:schemeClr val="tx1"/>
                </a:solidFill>
                <a:effectLst/>
              </a:rPr>
              <a:t>动分区花费</a:t>
            </a:r>
            <a:r>
              <a:rPr lang="en-US" altLang="zh-CN" sz="3600" strike="noStrike" noProof="1">
                <a:solidFill>
                  <a:schemeClr val="tx1"/>
                </a:solidFill>
                <a:effectLst/>
              </a:rPr>
              <a:t>CPU</a:t>
            </a:r>
            <a:r>
              <a:rPr lang="zh-CN" altLang="en-US" sz="3600" strike="noStrike" noProof="1">
                <a:solidFill>
                  <a:schemeClr val="tx1"/>
                </a:solidFill>
                <a:effectLst/>
              </a:rPr>
              <a:t>时间</a:t>
            </a:r>
            <a:endParaRPr lang="zh-CN" altLang="en-US" sz="3600" strike="noStrike" noProof="1">
              <a:solidFill>
                <a:schemeClr val="tx1"/>
              </a:solidFill>
              <a:effectLst/>
            </a:endParaRPr>
          </a:p>
          <a:p>
            <a:pPr fontAlgn="base"/>
            <a:r>
              <a:rPr lang="zh-CN" altLang="en-US" sz="3600" strike="noStrike" noProof="1" dirty="0">
                <a:solidFill>
                  <a:schemeClr val="tx1"/>
                </a:solidFill>
                <a:effectLst/>
              </a:rPr>
              <a:t>拼</a:t>
            </a:r>
            <a:r>
              <a:rPr lang="zh-CN" altLang="en-US" sz="3600" strike="noStrike" noProof="1">
                <a:solidFill>
                  <a:schemeClr val="tx1"/>
                </a:solidFill>
                <a:effectLst/>
              </a:rPr>
              <a:t>接时，停止了所有工作，影响性能</a:t>
            </a:r>
            <a:endParaRPr lang="zh-CN" altLang="en-US" sz="3600" strike="noStrike" noProof="1">
              <a:solidFill>
                <a:schemeClr val="tx1"/>
              </a:solidFill>
              <a:effectLst/>
            </a:endParaRPr>
          </a:p>
          <a:p>
            <a:pPr fontAlgn="base"/>
            <a:r>
              <a:rPr lang="zh-CN" altLang="en-US" sz="3600" strike="noStrike" noProof="1" dirty="0">
                <a:solidFill>
                  <a:schemeClr val="tx1"/>
                </a:solidFill>
                <a:effectLst/>
              </a:rPr>
              <a:t>需</a:t>
            </a:r>
            <a:r>
              <a:rPr lang="zh-CN" altLang="en-US" sz="3600" strike="noStrike" noProof="1">
                <a:solidFill>
                  <a:schemeClr val="tx1"/>
                </a:solidFill>
                <a:effectLst/>
              </a:rPr>
              <a:t>要重新定义内存中的作业</a:t>
            </a:r>
            <a:endParaRPr lang="zh-CN" altLang="en-US" sz="3600" strike="noStrike" noProof="1">
              <a:solidFill>
                <a:schemeClr val="tx1"/>
              </a:solidFill>
              <a:effectLst/>
            </a:endParaRPr>
          </a:p>
          <a:p>
            <a:pPr fontAlgn="base"/>
            <a:endParaRPr lang="zh-CN" altLang="en-US" sz="3600"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86020" grpId="0" animBg="1"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标题 79873"/>
          <p:cNvSpPr>
            <a:spLocks noGrp="1"/>
          </p:cNvSpPr>
          <p:nvPr>
            <p:ph type="title"/>
          </p:nvPr>
        </p:nvSpPr>
        <p:spPr>
          <a:xfrm>
            <a:off x="363538" y="572770"/>
            <a:ext cx="8393113" cy="619760"/>
          </a:xfrm>
        </p:spPr>
        <p:txBody>
          <a:bodyPr anchor="b">
            <a:spAutoFit/>
          </a:bodyPr>
          <a:p>
            <a:pPr fontAlgn="base"/>
            <a:r>
              <a:rPr lang="zh-CN" altLang="en-US" sz="3600" strike="noStrike" noProof="1">
                <a:solidFill>
                  <a:srgbClr val="800000"/>
                </a:solidFill>
              </a:rPr>
              <a:t>二、伙伴</a:t>
            </a:r>
            <a:r>
              <a:rPr lang="x-none" altLang="zh-CN" sz="3600" strike="noStrike" noProof="1">
                <a:solidFill>
                  <a:srgbClr val="800000"/>
                </a:solidFill>
              </a:rPr>
              <a:t>算法</a:t>
            </a:r>
            <a:endParaRPr lang="x-none" altLang="zh-CN" sz="3600" strike="noStrike" noProof="1">
              <a:solidFill>
                <a:srgbClr val="800000"/>
              </a:solidFill>
            </a:endParaRPr>
          </a:p>
        </p:txBody>
      </p:sp>
      <p:sp>
        <p:nvSpPr>
          <p:cNvPr id="79875" name="内容占位符 79874"/>
          <p:cNvSpPr>
            <a:spLocks noGrp="1"/>
          </p:cNvSpPr>
          <p:nvPr>
            <p:ph idx="1"/>
          </p:nvPr>
        </p:nvSpPr>
        <p:spPr>
          <a:xfrm>
            <a:off x="493395" y="1179830"/>
            <a:ext cx="8176260" cy="4921885"/>
          </a:xfrm>
        </p:spPr>
        <p:txBody>
          <a:bodyPr wrap="square" anchor="t">
            <a:spAutoFit/>
          </a:bodyPr>
          <a:p>
            <a:pPr fontAlgn="base">
              <a:buNone/>
            </a:pPr>
            <a:r>
              <a:rPr lang="x-none" altLang="zh-CN" sz="2800" strike="noStrike" noProof="1" dirty="0">
                <a:solidFill>
                  <a:schemeClr val="tx1"/>
                </a:solidFill>
                <a:effectLst/>
              </a:rPr>
              <a:t>把内存分为大小相等的页，</a:t>
            </a:r>
            <a:r>
              <a:rPr lang="zh-CN" altLang="en-US" sz="2800" strike="noStrike" noProof="1" dirty="0">
                <a:solidFill>
                  <a:schemeClr val="tx1"/>
                </a:solidFill>
                <a:effectLst/>
              </a:rPr>
              <a:t>每次</a:t>
            </a:r>
            <a:r>
              <a:rPr lang="x-none" altLang="zh-CN" sz="2800" strike="noStrike" noProof="1" dirty="0">
                <a:solidFill>
                  <a:schemeClr val="tx1"/>
                </a:solidFill>
                <a:effectLst/>
              </a:rPr>
              <a:t>只能分配2</a:t>
            </a:r>
            <a:r>
              <a:rPr lang="x-none" altLang="zh-CN" sz="2800" strike="noStrike" baseline="30000" noProof="1" dirty="0">
                <a:solidFill>
                  <a:schemeClr val="tx1"/>
                </a:solidFill>
                <a:effectLst/>
              </a:rPr>
              <a:t>n</a:t>
            </a:r>
            <a:r>
              <a:rPr lang="x-none" altLang="zh-CN" sz="2800" strike="noStrike" noProof="1" dirty="0">
                <a:solidFill>
                  <a:schemeClr val="tx1"/>
                </a:solidFill>
                <a:effectLst/>
              </a:rPr>
              <a:t>个的内存</a:t>
            </a:r>
            <a:r>
              <a:rPr lang="zh-CN" altLang="x-none" sz="2800" strike="noStrike" noProof="1" dirty="0">
                <a:solidFill>
                  <a:schemeClr val="tx1"/>
                </a:solidFill>
                <a:effectLst/>
              </a:rPr>
              <a:t>单元。</a:t>
            </a:r>
            <a:r>
              <a:rPr lang="x-none" altLang="zh-CN" sz="2800" strike="noStrike" noProof="1" dirty="0">
                <a:solidFill>
                  <a:schemeClr val="tx1"/>
                </a:solidFill>
                <a:effectLst/>
              </a:rPr>
              <a:t>(n=0, 1, ...)</a:t>
            </a:r>
            <a:endParaRPr lang="x-none" altLang="zh-CN" sz="2800" strike="noStrike" noProof="1" dirty="0">
              <a:solidFill>
                <a:schemeClr val="tx1"/>
              </a:solidFill>
              <a:effectLst/>
            </a:endParaRPr>
          </a:p>
          <a:p>
            <a:pPr fontAlgn="base">
              <a:buNone/>
            </a:pPr>
            <a:r>
              <a:rPr lang="x-none" altLang="zh-CN" sz="2800" strike="noStrike" noProof="1" dirty="0">
                <a:solidFill>
                  <a:schemeClr val="tx1"/>
                </a:solidFill>
                <a:effectLst/>
              </a:rPr>
              <a:t>满足伙伴的的要求如下：</a:t>
            </a:r>
            <a:endParaRPr lang="x-none" altLang="zh-CN" sz="2800" strike="noStrike" noProof="1" dirty="0">
              <a:solidFill>
                <a:schemeClr val="tx1"/>
              </a:solidFill>
              <a:effectLst/>
            </a:endParaRPr>
          </a:p>
          <a:p>
            <a:pPr fontAlgn="base">
              <a:buNone/>
            </a:pPr>
            <a:r>
              <a:rPr lang="x-none" altLang="zh-CN" sz="2800" strike="noStrike" noProof="1" dirty="0">
                <a:solidFill>
                  <a:schemeClr val="tx1"/>
                </a:solidFill>
                <a:effectLst/>
              </a:rPr>
              <a:t>1）两个块具有相同的大小，记作2</a:t>
            </a:r>
            <a:r>
              <a:rPr lang="x-none" altLang="zh-CN" sz="2800" strike="noStrike" baseline="30000" noProof="1" dirty="0">
                <a:solidFill>
                  <a:schemeClr val="tx1"/>
                </a:solidFill>
                <a:effectLst/>
              </a:rPr>
              <a:t>b</a:t>
            </a:r>
            <a:r>
              <a:rPr lang="x-none" altLang="zh-CN" sz="2800" strike="noStrike" noProof="1" dirty="0">
                <a:solidFill>
                  <a:schemeClr val="tx1"/>
                </a:solidFill>
                <a:effectLst/>
              </a:rPr>
              <a:t>。</a:t>
            </a:r>
            <a:endParaRPr lang="x-none" altLang="zh-CN" sz="2800" strike="noStrike" noProof="1" dirty="0">
              <a:solidFill>
                <a:schemeClr val="tx1"/>
              </a:solidFill>
              <a:effectLst/>
            </a:endParaRPr>
          </a:p>
          <a:p>
            <a:pPr fontAlgn="base">
              <a:buNone/>
            </a:pPr>
            <a:r>
              <a:rPr lang="x-none" altLang="zh-CN" sz="2800" strike="noStrike" noProof="1" dirty="0">
                <a:solidFill>
                  <a:schemeClr val="tx1"/>
                </a:solidFill>
                <a:effectLst/>
              </a:rPr>
              <a:t>2）它们的物理地址是连续的。</a:t>
            </a:r>
            <a:endParaRPr lang="x-none" altLang="zh-CN" sz="2800" strike="noStrike" noProof="1" dirty="0">
              <a:solidFill>
                <a:schemeClr val="tx1"/>
              </a:solidFill>
              <a:effectLst/>
            </a:endParaRPr>
          </a:p>
          <a:p>
            <a:pPr fontAlgn="base">
              <a:buNone/>
            </a:pPr>
            <a:r>
              <a:rPr lang="x-none" altLang="zh-CN" sz="2800" strike="noStrike" noProof="1" dirty="0">
                <a:solidFill>
                  <a:schemeClr val="tx1"/>
                </a:solidFill>
                <a:effectLst/>
              </a:rPr>
              <a:t>3）第一块的第一个页的物理地址是2</a:t>
            </a:r>
            <a:r>
              <a:rPr lang="x-none" altLang="zh-CN" sz="2800" strike="noStrike" baseline="30000" noProof="1" dirty="0">
                <a:solidFill>
                  <a:schemeClr val="tx1"/>
                </a:solidFill>
                <a:effectLst/>
              </a:rPr>
              <a:t>b</a:t>
            </a:r>
            <a:r>
              <a:rPr lang="x-none" altLang="zh-CN" sz="2800" strike="noStrike" noProof="1" dirty="0">
                <a:solidFill>
                  <a:schemeClr val="tx1"/>
                </a:solidFill>
                <a:effectLst/>
              </a:rPr>
              <a:t>的倍数，第0块和第1块是伙伴，第2块和第3块是伙伴，但是第1块和第2块不是伙伴。这样规定的目的是确保一对伙伴中的两个块可以合并成更高级的大块。</a:t>
            </a:r>
            <a:endParaRPr lang="x-none" altLang="zh-CN" sz="2800" strike="noStrike" noProof="1" dirty="0">
              <a:solidFill>
                <a:schemeClr val="tx1"/>
              </a:solidFill>
              <a:effectLst/>
            </a:endParaRPr>
          </a:p>
          <a:p>
            <a:pPr fontAlgn="base">
              <a:buNone/>
            </a:pPr>
            <a:r>
              <a:rPr lang="x-none" altLang="zh-CN" sz="2400" strike="noStrike" noProof="1" dirty="0">
                <a:solidFill>
                  <a:schemeClr val="tx1"/>
                </a:solidFill>
                <a:effectLst/>
              </a:rPr>
              <a:t>	伙伴：2n*2</a:t>
            </a:r>
            <a:r>
              <a:rPr lang="x-none" altLang="zh-CN" sz="2400" strike="noStrike" baseline="30000" noProof="1" dirty="0">
                <a:solidFill>
                  <a:schemeClr val="tx1"/>
                </a:solidFill>
                <a:effectLst/>
              </a:rPr>
              <a:t>b</a:t>
            </a:r>
            <a:r>
              <a:rPr lang="x-none" altLang="zh-CN" sz="2400" strike="noStrike" noProof="1" dirty="0">
                <a:solidFill>
                  <a:schemeClr val="tx1"/>
                </a:solidFill>
                <a:effectLst/>
              </a:rPr>
              <a:t>    (2n+1)*2</a:t>
            </a:r>
            <a:r>
              <a:rPr lang="x-none" altLang="zh-CN" sz="2400" strike="noStrike" baseline="30000" noProof="1" dirty="0">
                <a:solidFill>
                  <a:schemeClr val="tx1"/>
                </a:solidFill>
                <a:effectLst/>
              </a:rPr>
              <a:t>b</a:t>
            </a:r>
            <a:endParaRPr lang="x-none" altLang="zh-CN" sz="2400" strike="noStrike" baseline="30000" noProof="1" dirty="0">
              <a:solidFill>
                <a:schemeClr val="tx1"/>
              </a:solidFill>
              <a:effectLst/>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9875"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标题 79873"/>
          <p:cNvSpPr>
            <a:spLocks noGrp="1"/>
          </p:cNvSpPr>
          <p:nvPr>
            <p:ph type="title"/>
          </p:nvPr>
        </p:nvSpPr>
        <p:spPr>
          <a:xfrm>
            <a:off x="363538" y="607695"/>
            <a:ext cx="8393113" cy="619760"/>
          </a:xfrm>
        </p:spPr>
        <p:txBody>
          <a:bodyPr anchor="b">
            <a:spAutoFit/>
          </a:bodyPr>
          <a:p>
            <a:pPr fontAlgn="base"/>
            <a:r>
              <a:rPr lang="zh-CN" altLang="en-US" sz="3600" strike="noStrike" noProof="1">
                <a:solidFill>
                  <a:srgbClr val="800000"/>
                </a:solidFill>
              </a:rPr>
              <a:t>二、伙伴</a:t>
            </a:r>
            <a:r>
              <a:rPr lang="x-none" altLang="zh-CN" sz="3600" strike="noStrike" noProof="1">
                <a:solidFill>
                  <a:srgbClr val="800000"/>
                </a:solidFill>
              </a:rPr>
              <a:t>算法</a:t>
            </a:r>
            <a:endParaRPr lang="x-none" altLang="zh-CN" sz="3600" strike="noStrike" noProof="1">
              <a:solidFill>
                <a:srgbClr val="800000"/>
              </a:solidFill>
            </a:endParaRPr>
          </a:p>
        </p:txBody>
      </p:sp>
      <p:sp>
        <p:nvSpPr>
          <p:cNvPr id="79875" name="内容占位符 79874"/>
          <p:cNvSpPr>
            <a:spLocks noGrp="1"/>
          </p:cNvSpPr>
          <p:nvPr>
            <p:ph idx="1"/>
          </p:nvPr>
        </p:nvSpPr>
        <p:spPr>
          <a:xfrm>
            <a:off x="827405" y="1298575"/>
            <a:ext cx="7369810" cy="4902835"/>
          </a:xfrm>
        </p:spPr>
        <p:txBody>
          <a:bodyPr wrap="square" anchor="t">
            <a:spAutoFit/>
          </a:bodyPr>
          <a:p>
            <a:pPr fontAlgn="base">
              <a:buNone/>
            </a:pPr>
            <a:r>
              <a:rPr lang="zh-CN" altLang="en-US" sz="2800" strike="noStrike" noProof="1" dirty="0">
                <a:solidFill>
                  <a:schemeClr val="tx1"/>
                </a:solidFill>
              </a:rPr>
              <a:t>总大小1M的内存</a:t>
            </a:r>
            <a:r>
              <a:rPr lang="x-none" altLang="zh-CN" sz="2800" strike="noStrike" noProof="1" dirty="0">
                <a:solidFill>
                  <a:schemeClr val="tx1"/>
                </a:solidFill>
              </a:rPr>
              <a:t>，以1K为</a:t>
            </a:r>
            <a:r>
              <a:rPr lang="zh-CN" altLang="x-none" sz="2800" strike="noStrike" noProof="1" dirty="0">
                <a:solidFill>
                  <a:schemeClr val="tx1"/>
                </a:solidFill>
              </a:rPr>
              <a:t>分配</a:t>
            </a:r>
            <a:r>
              <a:rPr lang="x-none" altLang="zh-CN" sz="2800" strike="noStrike" noProof="1" dirty="0">
                <a:solidFill>
                  <a:schemeClr val="tx1"/>
                </a:solidFill>
              </a:rPr>
              <a:t>单位</a:t>
            </a:r>
            <a:endParaRPr lang="x-none" altLang="zh-CN" sz="2800" strike="noStrike" noProof="1" dirty="0">
              <a:solidFill>
                <a:schemeClr val="tx1"/>
              </a:solidFill>
            </a:endParaRPr>
          </a:p>
          <a:p>
            <a:pPr lvl="1" fontAlgn="base">
              <a:buNone/>
            </a:pPr>
            <a:r>
              <a:rPr lang="zh-CN" altLang="en-US" sz="2400" strike="noStrike" noProof="1" dirty="0">
                <a:solidFill>
                  <a:schemeClr val="tx1"/>
                </a:solidFill>
              </a:rPr>
              <a:t>1.请求A=100KB</a:t>
            </a:r>
            <a:endParaRPr lang="zh-CN" altLang="en-US" sz="2400" strike="noStrike" noProof="1" dirty="0">
              <a:solidFill>
                <a:schemeClr val="tx1"/>
              </a:solidFill>
            </a:endParaRPr>
          </a:p>
          <a:p>
            <a:pPr lvl="1" fontAlgn="base">
              <a:buNone/>
            </a:pPr>
            <a:r>
              <a:rPr lang="zh-CN" altLang="en-US" sz="2400" strike="noStrike" noProof="1" dirty="0">
                <a:solidFill>
                  <a:schemeClr val="tx1"/>
                </a:solidFill>
              </a:rPr>
              <a:t>2.请求B=240KB</a:t>
            </a:r>
            <a:endParaRPr lang="zh-CN" altLang="en-US" sz="2400" strike="noStrike" noProof="1" dirty="0">
              <a:solidFill>
                <a:schemeClr val="tx1"/>
              </a:solidFill>
            </a:endParaRPr>
          </a:p>
          <a:p>
            <a:pPr lvl="1" fontAlgn="base">
              <a:buNone/>
            </a:pPr>
            <a:r>
              <a:rPr lang="zh-CN" altLang="en-US" sz="2400" strike="noStrike" noProof="1" dirty="0">
                <a:solidFill>
                  <a:schemeClr val="tx1"/>
                </a:solidFill>
              </a:rPr>
              <a:t>3.请求C=64KB</a:t>
            </a:r>
            <a:endParaRPr lang="zh-CN" altLang="en-US" sz="2400" strike="noStrike" noProof="1" dirty="0">
              <a:solidFill>
                <a:schemeClr val="tx1"/>
              </a:solidFill>
            </a:endParaRPr>
          </a:p>
          <a:p>
            <a:pPr lvl="1" fontAlgn="base">
              <a:buNone/>
            </a:pPr>
            <a:r>
              <a:rPr lang="zh-CN" altLang="en-US" sz="2400" strike="noStrike" noProof="1" dirty="0">
                <a:solidFill>
                  <a:schemeClr val="tx1"/>
                </a:solidFill>
              </a:rPr>
              <a:t>4.请求D=256KB</a:t>
            </a:r>
            <a:endParaRPr lang="zh-CN" altLang="en-US" sz="2400" strike="noStrike" noProof="1" dirty="0">
              <a:solidFill>
                <a:schemeClr val="tx1"/>
              </a:solidFill>
            </a:endParaRPr>
          </a:p>
          <a:p>
            <a:pPr lvl="1" fontAlgn="base">
              <a:buNone/>
            </a:pPr>
            <a:r>
              <a:rPr lang="zh-CN" altLang="en-US" sz="2400" strike="noStrike" noProof="1" dirty="0">
                <a:solidFill>
                  <a:schemeClr val="tx1"/>
                </a:solidFill>
              </a:rPr>
              <a:t>5.释放B</a:t>
            </a:r>
            <a:endParaRPr lang="zh-CN" altLang="en-US" sz="2400" strike="noStrike" noProof="1" dirty="0">
              <a:solidFill>
                <a:schemeClr val="tx1"/>
              </a:solidFill>
            </a:endParaRPr>
          </a:p>
          <a:p>
            <a:pPr lvl="1" fontAlgn="base">
              <a:buNone/>
            </a:pPr>
            <a:r>
              <a:rPr lang="zh-CN" altLang="en-US" sz="2400" strike="noStrike" noProof="1" dirty="0">
                <a:solidFill>
                  <a:schemeClr val="tx1"/>
                </a:solidFill>
              </a:rPr>
              <a:t>6.释放A</a:t>
            </a:r>
            <a:endParaRPr lang="zh-CN" altLang="en-US" sz="2400" strike="noStrike" noProof="1" dirty="0">
              <a:solidFill>
                <a:schemeClr val="tx1"/>
              </a:solidFill>
            </a:endParaRPr>
          </a:p>
          <a:p>
            <a:pPr lvl="1" fontAlgn="base">
              <a:buNone/>
            </a:pPr>
            <a:r>
              <a:rPr lang="zh-CN" altLang="en-US" sz="2400" strike="noStrike" noProof="1" dirty="0">
                <a:solidFill>
                  <a:schemeClr val="tx1"/>
                </a:solidFill>
              </a:rPr>
              <a:t>7.请求E=75KB</a:t>
            </a:r>
            <a:endParaRPr lang="zh-CN" altLang="en-US" sz="2400" strike="noStrike" noProof="1" dirty="0">
              <a:solidFill>
                <a:schemeClr val="tx1"/>
              </a:solidFill>
            </a:endParaRPr>
          </a:p>
          <a:p>
            <a:pPr lvl="1" fontAlgn="base">
              <a:buNone/>
            </a:pPr>
            <a:r>
              <a:rPr lang="zh-CN" altLang="en-US" sz="2400" strike="noStrike" noProof="1" dirty="0">
                <a:solidFill>
                  <a:schemeClr val="tx1"/>
                </a:solidFill>
              </a:rPr>
              <a:t>8.释放C</a:t>
            </a:r>
            <a:endParaRPr lang="zh-CN" altLang="en-US" sz="2400" strike="noStrike" noProof="1" dirty="0">
              <a:solidFill>
                <a:schemeClr val="tx1"/>
              </a:solidFill>
            </a:endParaRPr>
          </a:p>
          <a:p>
            <a:pPr lvl="1" fontAlgn="base">
              <a:buNone/>
            </a:pPr>
            <a:r>
              <a:rPr lang="zh-CN" altLang="en-US" sz="2400" strike="noStrike" noProof="1" dirty="0">
                <a:solidFill>
                  <a:schemeClr val="tx1"/>
                </a:solidFill>
              </a:rPr>
              <a:t>9.释放E</a:t>
            </a:r>
            <a:endParaRPr lang="zh-CN" altLang="en-US" sz="2400" strike="noStrike" noProof="1" dirty="0">
              <a:solidFill>
                <a:schemeClr val="tx1"/>
              </a:solidFill>
            </a:endParaRPr>
          </a:p>
          <a:p>
            <a:pPr lvl="1" fontAlgn="base">
              <a:buNone/>
            </a:pPr>
            <a:r>
              <a:rPr lang="zh-CN" altLang="en-US" sz="2400" strike="noStrike" noProof="1" dirty="0">
                <a:solidFill>
                  <a:schemeClr val="tx1"/>
                </a:solidFill>
              </a:rPr>
              <a:t>10.释放D</a:t>
            </a:r>
            <a:endParaRPr lang="zh-CN" altLang="en-US" sz="2400" strike="noStrike" noProof="1" dirty="0">
              <a:solidFill>
                <a:schemeClr val="tx1"/>
              </a:solidFill>
            </a:endParaRPr>
          </a:p>
        </p:txBody>
      </p:sp>
      <p:sp>
        <p:nvSpPr>
          <p:cNvPr id="72707" name="灯片编号占位符 1"/>
          <p:cNvSpPr/>
          <p:nvPr>
            <p:ph type="sldNum" sz="quarter"/>
          </p:nvPr>
        </p:nvSpPr>
        <p:spPr>
          <a:xfrm>
            <a:off x="6553200" y="6248400"/>
            <a:ext cx="1905000" cy="457200"/>
          </a:xfrm>
          <a:prstGeom prst="rect">
            <a:avLst/>
          </a:prstGeom>
          <a:noFill/>
          <a:ln w="9525">
            <a:noFill/>
            <a:miter/>
          </a:ln>
        </p:spPr>
        <p:txBody>
          <a:bodyPr anchor="t"/>
          <a:p>
            <a:pPr lvl="0">
              <a:spcBef>
                <a:spcPct val="50000"/>
              </a:spcBef>
            </a:pPr>
            <a:fld id="{9A0DB2DC-4C9A-4742-B13C-FB6460FD3503}"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9875"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标题 79873"/>
          <p:cNvSpPr>
            <a:spLocks noGrp="1"/>
          </p:cNvSpPr>
          <p:nvPr>
            <p:ph type="title"/>
          </p:nvPr>
        </p:nvSpPr>
        <p:spPr>
          <a:xfrm>
            <a:off x="363538" y="638175"/>
            <a:ext cx="8393113" cy="589280"/>
          </a:xfrm>
        </p:spPr>
        <p:txBody>
          <a:bodyPr anchor="b">
            <a:spAutoFit/>
          </a:bodyPr>
          <a:p>
            <a:pPr fontAlgn="base"/>
            <a:r>
              <a:rPr lang="x-none" altLang="zh-CN" sz="3600" strike="noStrike" noProof="1">
                <a:solidFill>
                  <a:srgbClr val="800000"/>
                </a:solidFill>
              </a:rPr>
              <a:t>三</a:t>
            </a:r>
            <a:r>
              <a:rPr lang="zh-CN" altLang="en-US" sz="3600" strike="noStrike" noProof="1">
                <a:solidFill>
                  <a:srgbClr val="800000"/>
                </a:solidFill>
              </a:rPr>
              <a:t>、</a:t>
            </a:r>
            <a:r>
              <a:rPr lang="x-none" altLang="zh-CN" sz="3600" strike="noStrike" noProof="1">
                <a:solidFill>
                  <a:srgbClr val="800000"/>
                </a:solidFill>
              </a:rPr>
              <a:t>实际常用的算法</a:t>
            </a:r>
            <a:endParaRPr lang="x-none" altLang="zh-CN" sz="3600" strike="noStrike" noProof="1">
              <a:solidFill>
                <a:srgbClr val="800000"/>
              </a:solidFill>
            </a:endParaRPr>
          </a:p>
        </p:txBody>
      </p:sp>
      <p:sp>
        <p:nvSpPr>
          <p:cNvPr id="79875" name="内容占位符 79874"/>
          <p:cNvSpPr>
            <a:spLocks noGrp="1"/>
          </p:cNvSpPr>
          <p:nvPr>
            <p:ph idx="1"/>
          </p:nvPr>
        </p:nvSpPr>
        <p:spPr>
          <a:xfrm>
            <a:off x="555625" y="1298575"/>
            <a:ext cx="7641590" cy="2857500"/>
          </a:xfrm>
        </p:spPr>
        <p:txBody>
          <a:bodyPr wrap="square" anchor="t">
            <a:spAutoFit/>
          </a:bodyPr>
          <a:p>
            <a:pPr fontAlgn="base">
              <a:buNone/>
            </a:pPr>
            <a:r>
              <a:rPr lang="x-none" sz="2400" strike="noStrike" noProof="1" dirty="0">
                <a:solidFill>
                  <a:schemeClr val="tx1"/>
                </a:solidFill>
                <a:effectLst/>
              </a:rPr>
              <a:t>1、程序中频繁分配的是小内存：小内存用一整块内存（比如4K）集中分配，</a:t>
            </a:r>
            <a:endParaRPr lang="x-none" sz="2400" strike="noStrike" noProof="1" dirty="0">
              <a:solidFill>
                <a:schemeClr val="tx1"/>
              </a:solidFill>
              <a:effectLst/>
            </a:endParaRPr>
          </a:p>
          <a:p>
            <a:pPr fontAlgn="base">
              <a:buNone/>
            </a:pPr>
            <a:r>
              <a:rPr lang="x-none" sz="2400" strike="noStrike" noProof="1" dirty="0">
                <a:solidFill>
                  <a:schemeClr val="tx1"/>
                </a:solidFill>
                <a:effectLst/>
              </a:rPr>
              <a:t>2、大内存以4K为单位分配。因为大内存分配的次数少，当然产生碎片的机会就少，大内存碎片也会少。</a:t>
            </a:r>
            <a:endParaRPr lang="x-none" sz="2400" strike="noStrike" noProof="1" dirty="0">
              <a:solidFill>
                <a:schemeClr val="tx1"/>
              </a:solidFill>
              <a:effectLst/>
            </a:endParaRPr>
          </a:p>
          <a:p>
            <a:pPr fontAlgn="base">
              <a:buNone/>
            </a:pPr>
            <a:endParaRPr lang="x-none" sz="2400" strike="noStrike" noProof="1" dirty="0">
              <a:solidFill>
                <a:schemeClr val="tx1"/>
              </a:solidFill>
              <a:effectLst/>
            </a:endParaRPr>
          </a:p>
          <a:p>
            <a:pPr fontAlgn="base">
              <a:buNone/>
            </a:pPr>
            <a:endParaRPr lang="x-none" sz="2400" strike="noStrike" noProof="1" dirty="0">
              <a:solidFill>
                <a:schemeClr val="tx1"/>
              </a:solidFill>
              <a:effectLst/>
            </a:endParaRPr>
          </a:p>
          <a:p>
            <a:pPr fontAlgn="base">
              <a:buNone/>
            </a:pPr>
            <a:r>
              <a:rPr lang="en-US" altLang="x-none" sz="2400" strike="noStrike" noProof="1" dirty="0">
                <a:solidFill>
                  <a:schemeClr val="tx1"/>
                </a:solidFill>
                <a:effectLst/>
              </a:rPr>
              <a:t>ptmalloc</a:t>
            </a:r>
            <a:r>
              <a:rPr lang="zh-CN" altLang="en-US" sz="2400" strike="noStrike" noProof="1" dirty="0">
                <a:solidFill>
                  <a:schemeClr val="tx1"/>
                </a:solidFill>
                <a:effectLst/>
              </a:rPr>
              <a:t>，</a:t>
            </a:r>
            <a:r>
              <a:rPr lang="en-US" altLang="x-none" sz="2400" strike="noStrike" noProof="1" dirty="0">
                <a:solidFill>
                  <a:schemeClr val="tx1"/>
                </a:solidFill>
                <a:effectLst/>
              </a:rPr>
              <a:t>tcmalloc</a:t>
            </a:r>
            <a:r>
              <a:rPr lang="zh-CN" altLang="en-US" sz="2400" strike="noStrike" noProof="1" dirty="0">
                <a:solidFill>
                  <a:schemeClr val="tx1"/>
                </a:solidFill>
                <a:effectLst/>
              </a:rPr>
              <a:t>，</a:t>
            </a:r>
            <a:r>
              <a:rPr lang="en-US" altLang="x-none" sz="2400" strike="noStrike" noProof="1" dirty="0">
                <a:solidFill>
                  <a:schemeClr val="tx1"/>
                </a:solidFill>
                <a:effectLst/>
              </a:rPr>
              <a:t>jemalloc</a:t>
            </a:r>
            <a:endParaRPr lang="en-US" altLang="x-none" sz="2400" strike="noStrike" noProof="1" dirty="0">
              <a:solidFill>
                <a:schemeClr val="tx1"/>
              </a:solidFill>
              <a:effectLst/>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9875"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矩形 50177"/>
          <p:cNvSpPr/>
          <p:nvPr/>
        </p:nvSpPr>
        <p:spPr>
          <a:xfrm>
            <a:off x="720725" y="1562100"/>
            <a:ext cx="7696200" cy="213995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zh-CN" altLang="en-US" sz="2800" b="1" strike="noStrike" noProof="1">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000" b="1" strike="noStrike" noProof="1">
                <a:solidFill>
                  <a:srgbClr val="663300"/>
                </a:solidFill>
                <a:latin typeface="Arial" panose="02080604020202020204" pitchFamily="34" charset="0"/>
                <a:ea typeface="宋体" panose="02010600030101010101" pitchFamily="2" charset="-122"/>
                <a:cs typeface="+mn-ea"/>
              </a:rPr>
              <a:t>页式存储管理</a:t>
            </a:r>
            <a:endParaRPr lang="zh-CN" altLang="en-US" sz="4000" b="1" strike="noStrike" noProof="1">
              <a:solidFill>
                <a:srgbClr val="6633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endParaRPr lang="zh-CN" altLang="en-US" sz="4400" b="1" strike="noStrike" noProof="1">
              <a:solidFill>
                <a:schemeClr val="tx2"/>
              </a:solidFill>
              <a:ea typeface="宋体" panose="02010600030101010101" pitchFamily="2" charset="-122"/>
            </a:endParaRPr>
          </a:p>
        </p:txBody>
      </p:sp>
      <p:graphicFrame>
        <p:nvGraphicFramePr>
          <p:cNvPr id="73730" name="内容占位符 50178"/>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83" name="" r:id="rId2" imgW="838200" imgH="647700" progId="Paint.Picture">
                  <p:embed/>
                </p:oleObj>
              </mc:Choice>
              <mc:Fallback>
                <p:oleObj name="" r:id="rId2" imgW="838200" imgH="647700" progId="Paint.Picture">
                  <p:embed/>
                  <p:pic>
                    <p:nvPicPr>
                      <p:cNvPr id="0" name="图片 3082"/>
                      <p:cNvPicPr/>
                      <p:nvPr/>
                    </p:nvPicPr>
                    <p:blipFill>
                      <a:blip r:embed="rId3"/>
                      <a:stretch>
                        <a:fillRect/>
                      </a:stretch>
                    </p:blipFill>
                    <p:spPr>
                      <a:xfrm>
                        <a:off x="0" y="0"/>
                        <a:ext cx="838200" cy="517525"/>
                      </a:xfrm>
                      <a:prstGeom prst="rect">
                        <a:avLst/>
                      </a:prstGeom>
                      <a:noFill/>
                      <a:ln w="38100"/>
                    </p:spPr>
                  </p:pic>
                </p:oleObj>
              </mc:Fallback>
            </mc:AlternateContent>
          </a:graphicData>
        </a:graphic>
      </p:graphicFrame>
      <p:sp>
        <p:nvSpPr>
          <p:cNvPr id="50180" name="矩形 50179"/>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页式存储管理</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4" name="矩形 87043"/>
          <p:cNvSpPr/>
          <p:nvPr/>
        </p:nvSpPr>
        <p:spPr>
          <a:xfrm>
            <a:off x="407988" y="1103313"/>
            <a:ext cx="8229600" cy="4293235"/>
          </a:xfrm>
          <a:prstGeom prst="rect">
            <a:avLst/>
          </a:prstGeom>
          <a:noFill/>
          <a:ln w="9525">
            <a:noFill/>
            <a:miter/>
          </a:ln>
        </p:spPr>
        <p:txBody>
          <a:bodyPr anchor="t">
            <a:spAutoFit/>
          </a:bodyPr>
          <a:p>
            <a:pPr lvl="0" eaLnBrk="0">
              <a:lnSpc>
                <a:spcPct val="110000"/>
              </a:lnSpc>
              <a:spcBef>
                <a:spcPct val="40000"/>
              </a:spcBef>
            </a:pPr>
            <a:r>
              <a:rPr lang="zh-CN" altLang="en-US" sz="3200">
                <a:solidFill>
                  <a:schemeClr val="tx1"/>
                </a:solidFill>
                <a:latin typeface="Times New Roman" panose="02020603050405020304" charset="0"/>
                <a:ea typeface="宋体" panose="02010600030101010101" pitchFamily="2" charset="-122"/>
              </a:rPr>
              <a:t>背景，碎片问题</a:t>
            </a:r>
            <a:r>
              <a:rPr lang="zh-CN" altLang="zh-CN" sz="3200">
                <a:solidFill>
                  <a:schemeClr val="tx1"/>
                </a:solidFill>
                <a:latin typeface="Times New Roman" panose="02020603050405020304" charset="0"/>
                <a:ea typeface="宋体" panose="02010600030101010101" pitchFamily="2" charset="-122"/>
              </a:rPr>
              <a:t>：</a:t>
            </a:r>
            <a:endParaRPr lang="zh-CN" altLang="zh-CN" sz="3200">
              <a:solidFill>
                <a:schemeClr val="tx1"/>
              </a:solidFill>
              <a:latin typeface="Times New Roman" panose="02020603050405020304" charset="0"/>
              <a:ea typeface="宋体" panose="02010600030101010101" pitchFamily="2" charset="-122"/>
            </a:endParaRPr>
          </a:p>
          <a:p>
            <a:pPr lvl="0" algn="l" eaLnBrk="0">
              <a:lnSpc>
                <a:spcPct val="110000"/>
              </a:lnSpc>
              <a:spcBef>
                <a:spcPct val="40000"/>
              </a:spcBef>
            </a:pPr>
            <a:r>
              <a:rPr lang="en-US" altLang="zh-CN" sz="2800">
                <a:solidFill>
                  <a:schemeClr val="tx1"/>
                </a:solidFill>
                <a:latin typeface="Times New Roman" panose="02020603050405020304" charset="0"/>
                <a:ea typeface="宋体" panose="02010600030101010101" pitchFamily="2" charset="-122"/>
              </a:rPr>
              <a:t>	</a:t>
            </a:r>
            <a:r>
              <a:rPr lang="zh-CN" altLang="en-US" sz="2800" b="0">
                <a:solidFill>
                  <a:schemeClr val="tx1"/>
                </a:solidFill>
                <a:latin typeface="Times New Roman" panose="02020603050405020304" charset="0"/>
                <a:ea typeface="宋体" panose="02010600030101010101" pitchFamily="2" charset="-122"/>
              </a:rPr>
              <a:t>用户要求分配的逻辑地址是一个连续的范围，它要求</a:t>
            </a:r>
            <a:r>
              <a:rPr lang="x-none" altLang="zh-CN" sz="2800" b="0">
                <a:solidFill>
                  <a:schemeClr val="tx1"/>
                </a:solidFill>
                <a:latin typeface="Times New Roman" panose="02020603050405020304" charset="0"/>
                <a:ea typeface="宋体" panose="02010600030101010101" pitchFamily="2" charset="-122"/>
              </a:rPr>
              <a:t>物理</a:t>
            </a:r>
            <a:r>
              <a:rPr lang="zh-CN" altLang="en-US" sz="2800" b="0">
                <a:solidFill>
                  <a:schemeClr val="tx1"/>
                </a:solidFill>
                <a:latin typeface="Times New Roman" panose="02020603050405020304" charset="0"/>
                <a:ea typeface="宋体" panose="02010600030101010101" pitchFamily="2" charset="-122"/>
              </a:rPr>
              <a:t>主存也有一</a:t>
            </a:r>
            <a:r>
              <a:rPr lang="x-none" altLang="zh-CN" sz="2800" b="0">
                <a:solidFill>
                  <a:schemeClr val="tx1"/>
                </a:solidFill>
                <a:latin typeface="Times New Roman" panose="02020603050405020304" charset="0"/>
                <a:ea typeface="宋体" panose="02010600030101010101" pitchFamily="2" charset="-122"/>
              </a:rPr>
              <a:t>块</a:t>
            </a:r>
            <a:r>
              <a:rPr lang="zh-CN" altLang="en-US" sz="2800" b="0">
                <a:solidFill>
                  <a:schemeClr val="tx1"/>
                </a:solidFill>
                <a:latin typeface="Times New Roman" panose="02020603050405020304" charset="0"/>
                <a:ea typeface="宋体" panose="02010600030101010101" pitchFamily="2" charset="-122"/>
              </a:rPr>
              <a:t>连续的区域，</a:t>
            </a:r>
            <a:r>
              <a:rPr lang="zh-CN" altLang="en-US" sz="2800" b="0">
                <a:solidFill>
                  <a:schemeClr val="tx1"/>
                </a:solidFill>
                <a:latin typeface="Times New Roman" panose="02020603050405020304" charset="0"/>
                <a:ea typeface="宋体" panose="02010600030101010101" pitchFamily="2" charset="-122"/>
                <a:cs typeface="+mn-ea"/>
              </a:rPr>
              <a:t>当主存中现有的空闲区大小都小于要求分配的大小时，就是碎片。采用拼接手段解决碎片问题代价太大。</a:t>
            </a:r>
            <a:endParaRPr lang="zh-CN" altLang="en-US" sz="2800" b="0">
              <a:solidFill>
                <a:schemeClr val="tx1"/>
              </a:solidFill>
              <a:latin typeface="Times New Roman" panose="02020603050405020304" charset="0"/>
              <a:ea typeface="宋体" panose="02010600030101010101" pitchFamily="2" charset="-122"/>
              <a:cs typeface="+mn-ea"/>
            </a:endParaRPr>
          </a:p>
          <a:p>
            <a:pPr lvl="0" algn="l" eaLnBrk="0">
              <a:lnSpc>
                <a:spcPct val="110000"/>
              </a:lnSpc>
              <a:spcBef>
                <a:spcPct val="40000"/>
              </a:spcBef>
            </a:pPr>
            <a:r>
              <a:rPr lang="zh-CN" altLang="en-US" sz="2800" b="0">
                <a:solidFill>
                  <a:schemeClr val="tx1"/>
                </a:solidFill>
                <a:latin typeface="Times New Roman" panose="02020603050405020304" charset="0"/>
                <a:ea typeface="宋体" panose="02010600030101010101" pitchFamily="2" charset="-122"/>
                <a:cs typeface="+mn-ea"/>
                <a:sym typeface="Arial" panose="02080604020202020204" pitchFamily="34" charset="0"/>
              </a:rPr>
              <a:t>	为了寻找解决碎片问题的新路径，能否避开程序对连续性的要求，使得可以将程序放到不相邻的区域中。这正是分页的思想</a:t>
            </a:r>
            <a:r>
              <a:rPr lang="zh-CN" altLang="en-US" sz="2800">
                <a:solidFill>
                  <a:schemeClr val="tx1"/>
                </a:solidFill>
                <a:latin typeface="Times New Roman" panose="02020603050405020304" charset="0"/>
                <a:ea typeface="宋体" panose="02010600030101010101" pitchFamily="2" charset="-122"/>
                <a:cs typeface="+mn-ea"/>
                <a:sym typeface="Arial" panose="02080604020202020204" pitchFamily="34" charset="0"/>
              </a:rPr>
              <a:t>。</a:t>
            </a:r>
            <a:endParaRPr lang="zh-CN" altLang="en-US" sz="2800">
              <a:solidFill>
                <a:schemeClr val="tx1"/>
              </a:solidFill>
              <a:latin typeface="Times New Roman" panose="02020603050405020304" charset="0"/>
              <a:ea typeface="宋体" panose="02010600030101010101" pitchFamily="2" charset="-122"/>
              <a:cs typeface="+mn-ea"/>
              <a:sym typeface="Arial" panose="0208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87044" grpId="0" animBg="1"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4" name="矩形 87043"/>
          <p:cNvSpPr/>
          <p:nvPr/>
        </p:nvSpPr>
        <p:spPr>
          <a:xfrm>
            <a:off x="407988" y="1103313"/>
            <a:ext cx="8229600" cy="3911600"/>
          </a:xfrm>
          <a:prstGeom prst="rect">
            <a:avLst/>
          </a:prstGeom>
          <a:noFill/>
          <a:ln w="9525">
            <a:noFill/>
            <a:miter/>
          </a:ln>
        </p:spPr>
        <p:txBody>
          <a:bodyPr anchor="t">
            <a:spAutoFit/>
          </a:bodyPr>
          <a:p>
            <a:pPr lvl="0" eaLnBrk="0">
              <a:lnSpc>
                <a:spcPct val="110000"/>
              </a:lnSpc>
              <a:spcBef>
                <a:spcPct val="40000"/>
              </a:spcBef>
            </a:pPr>
            <a:r>
              <a:rPr lang="zh-CN" altLang="en-US" sz="3200">
                <a:solidFill>
                  <a:schemeClr val="tx1"/>
                </a:solidFill>
                <a:latin typeface="Times New Roman" panose="02020603050405020304" charset="0"/>
                <a:ea typeface="宋体" panose="02010600030101010101" pitchFamily="2" charset="-122"/>
              </a:rPr>
              <a:t>背景，</a:t>
            </a:r>
            <a:r>
              <a:rPr lang="zh-CN" altLang="en-US" sz="3200">
                <a:solidFill>
                  <a:schemeClr val="tx1"/>
                </a:solidFill>
                <a:latin typeface="Times New Roman" panose="02020603050405020304" charset="0"/>
                <a:sym typeface="Arial" panose="02080604020202020204" pitchFamily="34" charset="0"/>
              </a:rPr>
              <a:t>主存的扩容：</a:t>
            </a:r>
            <a:endParaRPr lang="zh-CN" altLang="zh-CN" sz="3200">
              <a:solidFill>
                <a:schemeClr val="tx1"/>
              </a:solidFill>
              <a:latin typeface="Times New Roman" panose="02020603050405020304" charset="0"/>
              <a:ea typeface="宋体" panose="02010600030101010101" pitchFamily="2" charset="-122"/>
            </a:endParaRPr>
          </a:p>
          <a:p>
            <a:pPr lvl="0" eaLnBrk="0">
              <a:lnSpc>
                <a:spcPct val="110000"/>
              </a:lnSpc>
              <a:spcBef>
                <a:spcPct val="40000"/>
              </a:spcBef>
            </a:pPr>
            <a:r>
              <a:rPr lang="en-US" altLang="zh-CN" sz="3200">
                <a:solidFill>
                  <a:schemeClr val="tx1"/>
                </a:solidFill>
                <a:latin typeface="Times New Roman" panose="02020603050405020304" charset="0"/>
                <a:ea typeface="宋体" panose="02010600030101010101" pitchFamily="2" charset="-122"/>
              </a:rPr>
              <a:t>	</a:t>
            </a:r>
            <a:r>
              <a:rPr lang="zh-CN" altLang="en-US" sz="2800" b="0">
                <a:solidFill>
                  <a:schemeClr val="tx1"/>
                </a:solidFill>
                <a:latin typeface="Times New Roman" panose="02020603050405020304" charset="0"/>
                <a:ea typeface="宋体" panose="02010600030101010101" pitchFamily="2" charset="-122"/>
              </a:rPr>
              <a:t>分区存储中，当程序的地址空间小于主存可用空间时，该作业是不能投入运行的。</a:t>
            </a:r>
            <a:endParaRPr lang="zh-CN" altLang="en-US" sz="2800" b="0">
              <a:solidFill>
                <a:schemeClr val="tx1"/>
              </a:solidFill>
              <a:latin typeface="Times New Roman" panose="02020603050405020304" charset="0"/>
              <a:ea typeface="宋体" panose="02010600030101010101" pitchFamily="2" charset="-122"/>
            </a:endParaRPr>
          </a:p>
          <a:p>
            <a:pPr lvl="0" eaLnBrk="0">
              <a:lnSpc>
                <a:spcPct val="110000"/>
              </a:lnSpc>
              <a:spcBef>
                <a:spcPct val="40000"/>
              </a:spcBef>
            </a:pPr>
            <a:r>
              <a:rPr lang="en-US" altLang="zh-CN" sz="2800" b="0">
                <a:solidFill>
                  <a:schemeClr val="tx1"/>
                </a:solidFill>
                <a:latin typeface="Times New Roman" panose="02020603050405020304" charset="0"/>
                <a:ea typeface="宋体" panose="02010600030101010101" pitchFamily="2" charset="-122"/>
                <a:sym typeface="Arial" panose="02080604020202020204" pitchFamily="34" charset="0"/>
              </a:rPr>
              <a:t>	</a:t>
            </a:r>
            <a:r>
              <a:rPr lang="zh-CN" altLang="en-US" sz="2800" b="0">
                <a:solidFill>
                  <a:schemeClr val="tx1"/>
                </a:solidFill>
                <a:latin typeface="Times New Roman" panose="02020603050405020304" charset="0"/>
                <a:ea typeface="宋体" panose="02010600030101010101" pitchFamily="2" charset="-122"/>
                <a:sym typeface="Arial" panose="02080604020202020204" pitchFamily="34" charset="0"/>
              </a:rPr>
              <a:t>能否不必把所有程序地址空间装入主存，而只把当前所需的一部分内容装入主存？在程序运行时，由操作系统和硬件配合，自动的从辅存调入运行所需的内容。</a:t>
            </a:r>
            <a:endParaRPr lang="zh-CN" altLang="en-US" sz="2800" b="0">
              <a:solidFill>
                <a:schemeClr val="tx1"/>
              </a:solidFill>
              <a:latin typeface="Times New Roman" panose="02020603050405020304" charset="0"/>
              <a:ea typeface="宋体" panose="02010600030101010101" pitchFamily="2" charset="-122"/>
              <a:sym typeface="Arial" panose="0208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87044" grpId="0" animBg="1"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4" name="矩形 87043"/>
          <p:cNvSpPr/>
          <p:nvPr/>
        </p:nvSpPr>
        <p:spPr>
          <a:xfrm>
            <a:off x="407988" y="1103313"/>
            <a:ext cx="8229600" cy="3584575"/>
          </a:xfrm>
          <a:prstGeom prst="rect">
            <a:avLst/>
          </a:prstGeom>
          <a:noFill/>
          <a:ln w="9525">
            <a:noFill/>
            <a:miter/>
          </a:ln>
        </p:spPr>
        <p:txBody>
          <a:bodyPr anchor="t">
            <a:spAutoFit/>
          </a:bodyPr>
          <a:p>
            <a:pPr lvl="0" eaLnBrk="0">
              <a:lnSpc>
                <a:spcPct val="110000"/>
              </a:lnSpc>
              <a:spcBef>
                <a:spcPct val="40000"/>
              </a:spcBef>
            </a:pPr>
            <a:r>
              <a:rPr lang="zh-CN" altLang="en-US" sz="3200">
                <a:solidFill>
                  <a:schemeClr val="tx1"/>
                </a:solidFill>
                <a:latin typeface="Times New Roman" panose="02020603050405020304" charset="0"/>
                <a:ea typeface="宋体" panose="02010600030101010101" pitchFamily="2" charset="-122"/>
              </a:rPr>
              <a:t>背景</a:t>
            </a:r>
            <a:r>
              <a:rPr lang="zh-CN" altLang="zh-CN" sz="3200">
                <a:solidFill>
                  <a:schemeClr val="tx1"/>
                </a:solidFill>
                <a:latin typeface="Times New Roman" panose="02020603050405020304" charset="0"/>
                <a:ea typeface="宋体" panose="02010600030101010101" pitchFamily="2" charset="-122"/>
              </a:rPr>
              <a:t>：</a:t>
            </a:r>
            <a:endParaRPr lang="zh-CN" altLang="zh-CN" sz="3200">
              <a:solidFill>
                <a:schemeClr val="tx1"/>
              </a:solidFill>
              <a:latin typeface="Times New Roman" panose="02020603050405020304" charset="0"/>
              <a:ea typeface="宋体" panose="02010600030101010101" pitchFamily="2" charset="-122"/>
            </a:endParaRPr>
          </a:p>
          <a:p>
            <a:pPr lvl="0" eaLnBrk="0">
              <a:lnSpc>
                <a:spcPct val="110000"/>
              </a:lnSpc>
              <a:spcBef>
                <a:spcPct val="40000"/>
              </a:spcBef>
            </a:pPr>
            <a:r>
              <a:rPr lang="zh-CN" altLang="en-US" sz="3200">
                <a:solidFill>
                  <a:schemeClr val="tx1"/>
                </a:solidFill>
                <a:latin typeface="Times New Roman" panose="02020603050405020304" charset="0"/>
                <a:ea typeface="宋体" panose="02010600030101010101" pitchFamily="2" charset="-122"/>
              </a:rPr>
              <a:t>    1、分区存储管理的碎片问题；</a:t>
            </a:r>
            <a:endParaRPr lang="zh-CN" altLang="zh-CN" sz="3200">
              <a:solidFill>
                <a:schemeClr val="tx1"/>
              </a:solidFill>
              <a:latin typeface="Times New Roman" panose="02020603050405020304" charset="0"/>
              <a:ea typeface="宋体" panose="02010600030101010101" pitchFamily="2" charset="-122"/>
            </a:endParaRPr>
          </a:p>
          <a:p>
            <a:pPr lvl="0" eaLnBrk="0">
              <a:lnSpc>
                <a:spcPct val="110000"/>
              </a:lnSpc>
              <a:spcBef>
                <a:spcPct val="40000"/>
              </a:spcBef>
            </a:pPr>
            <a:r>
              <a:rPr lang="zh-CN" altLang="en-US" sz="3200">
                <a:solidFill>
                  <a:schemeClr val="tx1"/>
                </a:solidFill>
                <a:latin typeface="Times New Roman" panose="02020603050405020304" charset="0"/>
                <a:ea typeface="宋体" panose="02010600030101010101" pitchFamily="2" charset="-122"/>
                <a:sym typeface="Arial" panose="02080604020202020204" pitchFamily="34" charset="0"/>
              </a:rPr>
              <a:t>    2、</a:t>
            </a:r>
            <a:r>
              <a:rPr lang="zh-CN" altLang="zh-CN" sz="3200">
                <a:solidFill>
                  <a:schemeClr val="tx1"/>
                </a:solidFill>
                <a:latin typeface="Times New Roman" panose="02020603050405020304" charset="0"/>
                <a:ea typeface="宋体" panose="02010600030101010101" pitchFamily="2" charset="-122"/>
                <a:sym typeface="Arial" panose="02080604020202020204" pitchFamily="34" charset="0"/>
              </a:rPr>
              <a:t>程序部分装入，</a:t>
            </a:r>
            <a:r>
              <a:rPr lang="zh-CN" altLang="en-US" sz="3200">
                <a:solidFill>
                  <a:schemeClr val="tx1"/>
                </a:solidFill>
                <a:latin typeface="Times New Roman" panose="02020603050405020304" charset="0"/>
                <a:ea typeface="宋体" panose="02010600030101010101" pitchFamily="2" charset="-122"/>
                <a:sym typeface="Arial" panose="02080604020202020204" pitchFamily="34" charset="0"/>
              </a:rPr>
              <a:t>主存的扩容；</a:t>
            </a:r>
            <a:endParaRPr lang="zh-CN" altLang="zh-CN" sz="3200">
              <a:solidFill>
                <a:schemeClr val="tx1"/>
              </a:solidFill>
              <a:latin typeface="Times New Roman" panose="02020603050405020304" charset="0"/>
              <a:ea typeface="宋体" panose="02010600030101010101" pitchFamily="2" charset="-122"/>
              <a:sym typeface="Arial" panose="02080604020202020204" pitchFamily="34" charset="0"/>
            </a:endParaRPr>
          </a:p>
          <a:p>
            <a:pPr lvl="0" eaLnBrk="0">
              <a:lnSpc>
                <a:spcPct val="110000"/>
              </a:lnSpc>
              <a:spcBef>
                <a:spcPct val="40000"/>
              </a:spcBef>
            </a:pPr>
            <a:r>
              <a:rPr lang="zh-CN" altLang="zh-CN" sz="3200">
                <a:solidFill>
                  <a:schemeClr val="tx1"/>
                </a:solidFill>
                <a:latin typeface="Times New Roman" panose="02020603050405020304" charset="0"/>
                <a:ea typeface="宋体" panose="02010600030101010101" pitchFamily="2" charset="-122"/>
                <a:sym typeface="Arial" panose="02080604020202020204" pitchFamily="34" charset="0"/>
              </a:rPr>
              <a:t>    3、内存保护；</a:t>
            </a:r>
            <a:endParaRPr lang="zh-CN" altLang="zh-CN" sz="3200">
              <a:solidFill>
                <a:schemeClr val="tx1"/>
              </a:solidFill>
              <a:latin typeface="Times New Roman" panose="02020603050405020304" charset="0"/>
              <a:ea typeface="宋体" panose="02010600030101010101" pitchFamily="2" charset="-122"/>
              <a:sym typeface="Arial" panose="02080604020202020204" pitchFamily="34" charset="0"/>
            </a:endParaRPr>
          </a:p>
          <a:p>
            <a:pPr lvl="0" eaLnBrk="0">
              <a:lnSpc>
                <a:spcPct val="110000"/>
              </a:lnSpc>
              <a:spcBef>
                <a:spcPct val="40000"/>
              </a:spcBef>
            </a:pPr>
            <a:r>
              <a:rPr lang="zh-CN" altLang="zh-CN" sz="3200">
                <a:solidFill>
                  <a:schemeClr val="tx1"/>
                </a:solidFill>
                <a:latin typeface="Times New Roman" panose="02020603050405020304" charset="0"/>
                <a:ea typeface="宋体" panose="02010600030101010101" pitchFamily="2" charset="-122"/>
                <a:sym typeface="Arial" panose="02080604020202020204" pitchFamily="34" charset="0"/>
              </a:rPr>
              <a:t>    4、实现了虚拟</a:t>
            </a:r>
            <a:r>
              <a:rPr lang="zh-CN" altLang="zh-CN" sz="3200" dirty="0">
                <a:solidFill>
                  <a:schemeClr val="tx1"/>
                </a:solidFill>
                <a:latin typeface="Arial" panose="02080604020202020204" pitchFamily="34" charset="0"/>
                <a:ea typeface="宋体" panose="02010600030101010101" pitchFamily="2" charset="-122"/>
                <a:sym typeface="Arial" panose="02080604020202020204" pitchFamily="34" charset="0"/>
              </a:rPr>
              <a:t>存储；</a:t>
            </a:r>
            <a:r>
              <a:rPr lang="en-US" altLang="zh-CN" sz="3200" dirty="0">
                <a:solidFill>
                  <a:schemeClr val="tx1"/>
                </a:solidFill>
                <a:latin typeface="Arial" panose="02080604020202020204" pitchFamily="34" charset="0"/>
                <a:ea typeface="宋体" panose="02010600030101010101" pitchFamily="2" charset="-122"/>
                <a:sym typeface="Arial" panose="02080604020202020204" pitchFamily="34" charset="0"/>
              </a:rPr>
              <a:t>(</a:t>
            </a:r>
            <a:r>
              <a:rPr lang="zh-CN" altLang="en-US" sz="3200" dirty="0">
                <a:solidFill>
                  <a:schemeClr val="tx1"/>
                </a:solidFill>
                <a:latin typeface="Arial" panose="02080604020202020204" pitchFamily="34" charset="0"/>
                <a:ea typeface="宋体" panose="02010600030101010101" pitchFamily="2" charset="-122"/>
                <a:sym typeface="Arial" panose="02080604020202020204" pitchFamily="34" charset="0"/>
              </a:rPr>
              <a:t>动态地址映射</a:t>
            </a:r>
            <a:r>
              <a:rPr lang="en-US" altLang="zh-CN" sz="3200" dirty="0">
                <a:solidFill>
                  <a:schemeClr val="tx1"/>
                </a:solidFill>
                <a:latin typeface="Arial" panose="02080604020202020204" pitchFamily="34" charset="0"/>
                <a:ea typeface="宋体" panose="02010600030101010101" pitchFamily="2" charset="-122"/>
                <a:sym typeface="Arial" panose="02080604020202020204" pitchFamily="34" charset="0"/>
              </a:rPr>
              <a:t>)</a:t>
            </a:r>
            <a:endParaRPr lang="en-US" altLang="zh-CN" sz="3200" dirty="0">
              <a:solidFill>
                <a:schemeClr val="tx1"/>
              </a:solidFill>
              <a:latin typeface="Arial" panose="02080604020202020204" pitchFamily="34" charset="0"/>
              <a:ea typeface="宋体" panose="02010600030101010101" pitchFamily="2" charset="-122"/>
              <a:sym typeface="Arial" panose="02080604020202020204" pitchFamily="34" charset="0"/>
            </a:endParaRPr>
          </a:p>
        </p:txBody>
      </p:sp>
      <p:sp>
        <p:nvSpPr>
          <p:cNvPr id="100" name="文本框 99"/>
          <p:cNvSpPr txBox="1"/>
          <p:nvPr/>
        </p:nvSpPr>
        <p:spPr>
          <a:xfrm>
            <a:off x="942340" y="5069840"/>
            <a:ext cx="7877175" cy="497205"/>
          </a:xfrm>
          <a:prstGeom prst="rect">
            <a:avLst/>
          </a:prstGeom>
          <a:noFill/>
          <a:ln w="9525">
            <a:noFill/>
          </a:ln>
        </p:spPr>
        <p:txBody>
          <a:bodyPr wrap="square">
            <a:spAutoFit/>
          </a:bodyPr>
          <a:p>
            <a:pPr marL="0" algn="l" eaLnBrk="0">
              <a:lnSpc>
                <a:spcPct val="110000"/>
              </a:lnSpc>
              <a:spcBef>
                <a:spcPct val="40000"/>
              </a:spcBef>
              <a:buClrTx/>
              <a:buSzTx/>
              <a:buFontTx/>
            </a:pPr>
            <a:r>
              <a:rPr lang="zh-CN" altLang="zh-CN" sz="2400" b="0">
                <a:solidFill>
                  <a:srgbClr val="FF0000"/>
                </a:solidFill>
                <a:latin typeface="Times New Roman" panose="02020603050405020304" charset="0"/>
                <a:cs typeface="+mn-ea"/>
              </a:rPr>
              <a:t>分页存储是一种比较完美的内存管理方式</a:t>
            </a:r>
            <a:r>
              <a:rPr lang="x-none" altLang="zh-CN" sz="2400" b="0">
                <a:solidFill>
                  <a:srgbClr val="FF0000"/>
                </a:solidFill>
                <a:latin typeface="Times New Roman" panose="02020603050405020304" charset="0"/>
                <a:cs typeface="+mn-ea"/>
              </a:rPr>
              <a:t>，被广泛采用</a:t>
            </a:r>
            <a:endParaRPr lang="x-none" altLang="zh-CN" sz="2400" b="0">
              <a:solidFill>
                <a:srgbClr val="FF0000"/>
              </a:solidFill>
              <a:latin typeface="Times New Roman" panose="02020603050405020304" charset="0"/>
              <a:cs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87044" grpId="0" animBg="1"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标题 86017"/>
          <p:cNvSpPr>
            <a:spLocks noGrp="1"/>
          </p:cNvSpPr>
          <p:nvPr>
            <p:ph type="title"/>
          </p:nvPr>
        </p:nvSpPr>
        <p:spPr>
          <a:xfrm>
            <a:off x="363538" y="592138"/>
            <a:ext cx="7745413" cy="754063"/>
          </a:xfrm>
        </p:spPr>
        <p:txBody>
          <a:bodyPr wrap="square" anchor="b">
            <a:spAutoFit/>
          </a:bodyPr>
          <a:p>
            <a:pPr fontAlgn="base"/>
            <a:r>
              <a:rPr lang="zh-CN" altLang="en-US" sz="4400" strike="noStrike" noProof="1">
                <a:solidFill>
                  <a:srgbClr val="800000"/>
                </a:solidFill>
              </a:rPr>
              <a:t>一、页式系统的基本概念</a:t>
            </a:r>
            <a:endParaRPr lang="zh-CN" altLang="en-US" sz="4400" strike="noStrike" noProof="1">
              <a:solidFill>
                <a:srgbClr val="800000"/>
              </a:solidFill>
            </a:endParaRPr>
          </a:p>
        </p:txBody>
      </p:sp>
      <p:sp>
        <p:nvSpPr>
          <p:cNvPr id="86019" name="内容占位符 86018"/>
          <p:cNvSpPr>
            <a:spLocks noGrp="1"/>
          </p:cNvSpPr>
          <p:nvPr>
            <p:ph idx="1"/>
          </p:nvPr>
        </p:nvSpPr>
        <p:spPr>
          <a:xfrm>
            <a:off x="381000" y="1482725"/>
            <a:ext cx="8388350" cy="4178935"/>
          </a:xfrm>
        </p:spPr>
        <p:txBody>
          <a:bodyPr wrap="square" anchor="t">
            <a:spAutoFit/>
          </a:bodyPr>
          <a:p>
            <a:pPr fontAlgn="base">
              <a:lnSpc>
                <a:spcPct val="80000"/>
              </a:lnSpc>
              <a:buNone/>
            </a:pPr>
            <a:r>
              <a:rPr lang="zh-CN" altLang="en-US" sz="2800" strike="noStrike" noProof="1" dirty="0">
                <a:solidFill>
                  <a:schemeClr val="tx1"/>
                </a:solidFill>
                <a:effectLst/>
              </a:rPr>
              <a:t>1. 分页</a:t>
            </a:r>
            <a:endParaRPr lang="zh-CN" altLang="en-US" sz="2800" strike="noStrike" noProof="1" dirty="0">
              <a:solidFill>
                <a:schemeClr val="tx1"/>
              </a:solidFill>
              <a:effectLst/>
            </a:endParaRPr>
          </a:p>
          <a:p>
            <a:pPr fontAlgn="base">
              <a:lnSpc>
                <a:spcPct val="80000"/>
              </a:lnSpc>
              <a:buNone/>
            </a:pPr>
            <a:r>
              <a:rPr lang="zh-CN" altLang="en-US" sz="2400" strike="noStrike" noProof="1" dirty="0">
                <a:solidFill>
                  <a:schemeClr val="tx1"/>
                </a:solidFill>
                <a:effectLst/>
              </a:rPr>
              <a:t>		</a:t>
            </a:r>
            <a:r>
              <a:rPr lang="zh-CN" altLang="en-US" sz="2800" strike="noStrike" noProof="1" dirty="0">
                <a:solidFill>
                  <a:schemeClr val="tx1"/>
                </a:solidFill>
                <a:effectLst/>
              </a:rPr>
              <a:t>程序的虚拟地址空间被等分成大小相等的片，称为页面，又称为虚页。</a:t>
            </a:r>
            <a:endParaRPr lang="zh-CN" altLang="en-US" sz="2800" strike="noStrike" noProof="1" dirty="0">
              <a:solidFill>
                <a:schemeClr val="tx1"/>
              </a:solidFill>
              <a:effectLst/>
            </a:endParaRPr>
          </a:p>
          <a:p>
            <a:pPr fontAlgn="base">
              <a:lnSpc>
                <a:spcPct val="80000"/>
              </a:lnSpc>
              <a:buNone/>
            </a:pPr>
            <a:r>
              <a:rPr lang="zh-CN" altLang="en-US" sz="2800" strike="noStrike" noProof="1" dirty="0">
                <a:solidFill>
                  <a:schemeClr val="tx1"/>
                </a:solidFill>
                <a:effectLst/>
              </a:rPr>
              <a:t>		物理内存也被等分成大小相等的片，称为主存块，又称为实页。</a:t>
            </a:r>
            <a:endParaRPr lang="zh-CN" altLang="en-US" sz="2800" strike="noStrike" noProof="1" dirty="0">
              <a:solidFill>
                <a:schemeClr val="tx1"/>
              </a:solidFill>
              <a:effectLst/>
            </a:endParaRPr>
          </a:p>
          <a:p>
            <a:pPr fontAlgn="base">
              <a:lnSpc>
                <a:spcPct val="80000"/>
              </a:lnSpc>
              <a:buNone/>
            </a:pPr>
            <a:r>
              <a:rPr lang="zh-CN" altLang="en-US" sz="2800" strike="noStrike" noProof="1" dirty="0">
                <a:solidFill>
                  <a:schemeClr val="tx1"/>
                </a:solidFill>
                <a:effectLst/>
              </a:rPr>
              <a:t>2. 动态映射</a:t>
            </a:r>
            <a:endParaRPr lang="zh-CN" altLang="en-US" sz="2800" strike="noStrike" noProof="1" dirty="0">
              <a:solidFill>
                <a:schemeClr val="tx1"/>
              </a:solidFill>
              <a:effectLst/>
            </a:endParaRPr>
          </a:p>
          <a:p>
            <a:pPr fontAlgn="base">
              <a:lnSpc>
                <a:spcPct val="80000"/>
              </a:lnSpc>
              <a:buNone/>
            </a:pPr>
            <a:r>
              <a:rPr lang="zh-CN" altLang="en-US" sz="2800" strike="noStrike" noProof="1" dirty="0">
                <a:solidFill>
                  <a:schemeClr val="tx1"/>
                </a:solidFill>
                <a:effectLst/>
              </a:rPr>
              <a:t>	   虚页和</a:t>
            </a:r>
            <a:r>
              <a:rPr lang="zh-CN" altLang="en-US" sz="2800" strike="noStrike" noProof="1" dirty="0">
                <a:solidFill>
                  <a:schemeClr val="tx1"/>
                </a:solidFill>
                <a:effectLst/>
                <a:sym typeface="Arial" panose="02080604020202020204" pitchFamily="34" charset="0"/>
              </a:rPr>
              <a:t>实页的大小是一样的，连续的虚页可以被映射到不连续的实页。解决了碎片问题。</a:t>
            </a:r>
            <a:endParaRPr lang="zh-CN" altLang="en-US" sz="2800" strike="noStrike" noProof="1" dirty="0">
              <a:solidFill>
                <a:schemeClr val="tx1"/>
              </a:solidFill>
              <a:effectLst/>
              <a:sym typeface="Arial" panose="02080604020202020204" pitchFamily="34" charset="0"/>
            </a:endParaRPr>
          </a:p>
          <a:p>
            <a:pPr fontAlgn="base">
              <a:lnSpc>
                <a:spcPct val="80000"/>
              </a:lnSpc>
              <a:buNone/>
            </a:pPr>
            <a:r>
              <a:rPr lang="zh-CN" altLang="en-US" sz="2800" strike="noStrike" noProof="1" dirty="0">
                <a:solidFill>
                  <a:schemeClr val="tx1"/>
                </a:solidFill>
                <a:effectLst/>
                <a:sym typeface="Arial" panose="02080604020202020204" pitchFamily="34" charset="0"/>
              </a:rPr>
              <a:t> 		程序开始运行时，</a:t>
            </a:r>
            <a:r>
              <a:rPr lang="x-none" altLang="zh-CN" sz="2800" strike="noStrike" noProof="1" dirty="0">
                <a:solidFill>
                  <a:schemeClr val="tx1"/>
                </a:solidFill>
                <a:effectLst/>
                <a:sym typeface="Arial" panose="02080604020202020204" pitchFamily="34" charset="0"/>
              </a:rPr>
              <a:t>部分</a:t>
            </a:r>
            <a:r>
              <a:rPr lang="zh-CN" altLang="en-US" sz="2800" strike="noStrike" noProof="1" dirty="0">
                <a:solidFill>
                  <a:schemeClr val="tx1"/>
                </a:solidFill>
                <a:effectLst/>
                <a:sym typeface="Arial" panose="02080604020202020204" pitchFamily="34" charset="0"/>
              </a:rPr>
              <a:t>页面装入到主存块中，程序可以部分装入就运行，在运行时按需加载。</a:t>
            </a:r>
            <a:endParaRPr lang="zh-CN" altLang="en-US" sz="2800" strike="noStrike" noProof="1" dirty="0">
              <a:solidFill>
                <a:schemeClr val="tx1"/>
              </a:solidFill>
              <a:effectLst/>
              <a:sym typeface="Arial" panose="0208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86019" grpId="0" bldLvl="2"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文本占位符 87041"/>
          <p:cNvSpPr>
            <a:spLocks noGrp="1"/>
          </p:cNvSpPr>
          <p:nvPr>
            <p:ph idx="1"/>
          </p:nvPr>
        </p:nvSpPr>
        <p:spPr>
          <a:xfrm>
            <a:off x="609600" y="639763"/>
            <a:ext cx="8001000" cy="609600"/>
          </a:xfrm>
        </p:spPr>
        <p:txBody>
          <a:bodyPr anchor="t">
            <a:spAutoFit/>
          </a:bodyPr>
          <a:p>
            <a:pPr fontAlgn="base">
              <a:lnSpc>
                <a:spcPct val="90000"/>
              </a:lnSpc>
              <a:spcBef>
                <a:spcPct val="30000"/>
              </a:spcBef>
              <a:buNone/>
            </a:pPr>
            <a:r>
              <a:rPr lang="en-US" altLang="zh-CN" sz="4000" b="1" strike="noStrike" noProof="1">
                <a:solidFill>
                  <a:srgbClr val="800000"/>
                </a:solidFill>
              </a:rPr>
              <a:t> </a:t>
            </a:r>
            <a:r>
              <a:rPr lang="zh-CN" altLang="en-US" sz="4000" b="1" strike="noStrike" noProof="1">
                <a:solidFill>
                  <a:srgbClr val="800000"/>
                </a:solidFill>
              </a:rPr>
              <a:t>页式系统实例 </a:t>
            </a:r>
            <a:endParaRPr lang="zh-CN" altLang="en-US" sz="4000" b="1" strike="noStrike" noProof="1">
              <a:solidFill>
                <a:srgbClr val="800000"/>
              </a:solidFill>
            </a:endParaRPr>
          </a:p>
        </p:txBody>
      </p:sp>
      <p:grpSp>
        <p:nvGrpSpPr>
          <p:cNvPr id="87043" name="组合 87042"/>
          <p:cNvGrpSpPr/>
          <p:nvPr/>
        </p:nvGrpSpPr>
        <p:grpSpPr>
          <a:xfrm>
            <a:off x="949325" y="1317625"/>
            <a:ext cx="6750050" cy="4478338"/>
            <a:chOff x="0" y="0"/>
            <a:chExt cx="4080" cy="2821"/>
          </a:xfrm>
        </p:grpSpPr>
        <p:sp>
          <p:nvSpPr>
            <p:cNvPr id="76803" name="矩形 87043"/>
            <p:cNvSpPr/>
            <p:nvPr/>
          </p:nvSpPr>
          <p:spPr>
            <a:xfrm>
              <a:off x="426" y="518"/>
              <a:ext cx="1093" cy="862"/>
            </a:xfrm>
            <a:prstGeom prst="rect">
              <a:avLst/>
            </a:prstGeom>
            <a:noFill/>
            <a:ln w="19050"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76804" name="矩形 87044"/>
            <p:cNvSpPr/>
            <p:nvPr/>
          </p:nvSpPr>
          <p:spPr>
            <a:xfrm>
              <a:off x="2862" y="146"/>
              <a:ext cx="1218" cy="2392"/>
            </a:xfrm>
            <a:prstGeom prst="rect">
              <a:avLst/>
            </a:prstGeom>
            <a:noFill/>
            <a:ln w="19050" cap="flat" cmpd="sng">
              <a:solidFill>
                <a:srgbClr val="000000"/>
              </a:solidFill>
              <a:prstDash val="solid"/>
              <a:miter/>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76805" name="文本框 87045"/>
            <p:cNvSpPr txBox="1"/>
            <p:nvPr/>
          </p:nvSpPr>
          <p:spPr>
            <a:xfrm>
              <a:off x="2664" y="0"/>
              <a:ext cx="259" cy="199"/>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0</a:t>
              </a:r>
              <a:endParaRPr lang="en-US" altLang="zh-CN" sz="2000">
                <a:latin typeface="Times New Roman" panose="02020603050405020304" charset="0"/>
                <a:ea typeface="宋体" panose="02010600030101010101" pitchFamily="2" charset="-122"/>
              </a:endParaRPr>
            </a:p>
          </p:txBody>
        </p:sp>
        <p:sp>
          <p:nvSpPr>
            <p:cNvPr id="76806" name="文本框 87046"/>
            <p:cNvSpPr txBox="1"/>
            <p:nvPr/>
          </p:nvSpPr>
          <p:spPr>
            <a:xfrm>
              <a:off x="2436" y="253"/>
              <a:ext cx="487" cy="199"/>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2KB</a:t>
              </a:r>
              <a:endParaRPr lang="en-US" altLang="zh-CN" sz="2000">
                <a:latin typeface="Times New Roman" panose="02020603050405020304" charset="0"/>
                <a:ea typeface="宋体" panose="02010600030101010101" pitchFamily="2" charset="-122"/>
              </a:endParaRPr>
            </a:p>
          </p:txBody>
        </p:sp>
        <p:sp>
          <p:nvSpPr>
            <p:cNvPr id="76807" name="直接连接符 87047"/>
            <p:cNvSpPr/>
            <p:nvPr/>
          </p:nvSpPr>
          <p:spPr>
            <a:xfrm>
              <a:off x="2862" y="359"/>
              <a:ext cx="1218" cy="0"/>
            </a:xfrm>
            <a:prstGeom prst="line">
              <a:avLst/>
            </a:prstGeom>
            <a:ln w="19050"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76808" name="直接连接符 87048"/>
            <p:cNvSpPr/>
            <p:nvPr/>
          </p:nvSpPr>
          <p:spPr>
            <a:xfrm>
              <a:off x="2862" y="571"/>
              <a:ext cx="1218" cy="0"/>
            </a:xfrm>
            <a:prstGeom prst="line">
              <a:avLst/>
            </a:prstGeom>
            <a:ln w="19050"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76809" name="直接连接符 87049"/>
            <p:cNvSpPr/>
            <p:nvPr/>
          </p:nvSpPr>
          <p:spPr>
            <a:xfrm>
              <a:off x="2862" y="1263"/>
              <a:ext cx="1218" cy="0"/>
            </a:xfrm>
            <a:prstGeom prst="line">
              <a:avLst/>
            </a:prstGeom>
            <a:ln w="19050"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76810" name="文本框 87050"/>
            <p:cNvSpPr txBox="1"/>
            <p:nvPr/>
          </p:nvSpPr>
          <p:spPr>
            <a:xfrm>
              <a:off x="2436" y="518"/>
              <a:ext cx="487" cy="200"/>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4KB</a:t>
              </a:r>
              <a:endParaRPr lang="en-US" altLang="zh-CN" sz="2000">
                <a:latin typeface="Times New Roman" panose="02020603050405020304" charset="0"/>
                <a:ea typeface="宋体" panose="02010600030101010101" pitchFamily="2" charset="-122"/>
              </a:endParaRPr>
            </a:p>
          </p:txBody>
        </p:sp>
        <p:sp>
          <p:nvSpPr>
            <p:cNvPr id="76811" name="文本框 87051"/>
            <p:cNvSpPr txBox="1"/>
            <p:nvPr/>
          </p:nvSpPr>
          <p:spPr>
            <a:xfrm>
              <a:off x="2154" y="2236"/>
              <a:ext cx="892" cy="200"/>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254KB</a:t>
              </a:r>
              <a:endParaRPr lang="en-US" altLang="zh-CN" sz="2000">
                <a:latin typeface="Times New Roman" panose="02020603050405020304" charset="0"/>
                <a:ea typeface="宋体" panose="02010600030101010101" pitchFamily="2" charset="-122"/>
              </a:endParaRPr>
            </a:p>
          </p:txBody>
        </p:sp>
        <p:sp>
          <p:nvSpPr>
            <p:cNvPr id="76812" name="文本框 87052"/>
            <p:cNvSpPr txBox="1"/>
            <p:nvPr/>
          </p:nvSpPr>
          <p:spPr>
            <a:xfrm>
              <a:off x="2002" y="2458"/>
              <a:ext cx="1073" cy="266"/>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256KB-</a:t>
              </a:r>
              <a:r>
                <a:rPr lang="en-US" altLang="zh-CN" sz="2000">
                  <a:latin typeface="Times New Roman" panose="02020603050405020304" charset="0"/>
                  <a:ea typeface="宋体" panose="02010600030101010101" pitchFamily="2" charset="-122"/>
                  <a:sym typeface="Symbol" panose="05050102010706020507" pitchFamily="18" charset="2"/>
                </a:rPr>
                <a:t>1</a:t>
              </a:r>
              <a:endParaRPr lang="en-US" altLang="zh-CN" sz="2000">
                <a:latin typeface="Times New Roman" panose="02020603050405020304" charset="0"/>
                <a:ea typeface="宋体" panose="02010600030101010101" pitchFamily="2" charset="-122"/>
              </a:endParaRPr>
            </a:p>
          </p:txBody>
        </p:sp>
        <p:sp>
          <p:nvSpPr>
            <p:cNvPr id="76813" name="直接连接符 87053"/>
            <p:cNvSpPr/>
            <p:nvPr/>
          </p:nvSpPr>
          <p:spPr>
            <a:xfrm>
              <a:off x="426" y="731"/>
              <a:ext cx="1096" cy="0"/>
            </a:xfrm>
            <a:prstGeom prst="line">
              <a:avLst/>
            </a:prstGeom>
            <a:ln w="19050"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76814" name="直接连接符 87054"/>
            <p:cNvSpPr/>
            <p:nvPr/>
          </p:nvSpPr>
          <p:spPr>
            <a:xfrm>
              <a:off x="426" y="944"/>
              <a:ext cx="1096" cy="0"/>
            </a:xfrm>
            <a:prstGeom prst="line">
              <a:avLst/>
            </a:prstGeom>
            <a:ln w="19050"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76815" name="直接连接符 87055"/>
            <p:cNvSpPr/>
            <p:nvPr/>
          </p:nvSpPr>
          <p:spPr>
            <a:xfrm>
              <a:off x="426" y="1156"/>
              <a:ext cx="1096" cy="0"/>
            </a:xfrm>
            <a:prstGeom prst="line">
              <a:avLst/>
            </a:prstGeom>
            <a:ln w="19050"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76816" name="文本框 87056"/>
            <p:cNvSpPr txBox="1"/>
            <p:nvPr/>
          </p:nvSpPr>
          <p:spPr>
            <a:xfrm>
              <a:off x="183" y="372"/>
              <a:ext cx="258" cy="199"/>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0</a:t>
              </a:r>
              <a:endParaRPr lang="en-US" altLang="zh-CN" sz="2000">
                <a:latin typeface="Times New Roman" panose="02020603050405020304" charset="0"/>
                <a:ea typeface="宋体" panose="02010600030101010101" pitchFamily="2" charset="-122"/>
              </a:endParaRPr>
            </a:p>
          </p:txBody>
        </p:sp>
        <p:sp>
          <p:nvSpPr>
            <p:cNvPr id="76817" name="文本框 87057"/>
            <p:cNvSpPr txBox="1"/>
            <p:nvPr/>
          </p:nvSpPr>
          <p:spPr>
            <a:xfrm>
              <a:off x="0" y="625"/>
              <a:ext cx="487" cy="199"/>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2KB</a:t>
              </a:r>
              <a:endParaRPr lang="en-US" altLang="zh-CN" sz="2000">
                <a:latin typeface="Times New Roman" panose="02020603050405020304" charset="0"/>
                <a:ea typeface="宋体" panose="02010600030101010101" pitchFamily="2" charset="-122"/>
              </a:endParaRPr>
            </a:p>
          </p:txBody>
        </p:sp>
        <p:sp>
          <p:nvSpPr>
            <p:cNvPr id="76818" name="文本框 87058"/>
            <p:cNvSpPr txBox="1"/>
            <p:nvPr/>
          </p:nvSpPr>
          <p:spPr>
            <a:xfrm>
              <a:off x="0" y="837"/>
              <a:ext cx="487" cy="200"/>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4KB</a:t>
              </a:r>
              <a:endParaRPr lang="en-US" altLang="zh-CN" sz="2000">
                <a:latin typeface="Times New Roman" panose="02020603050405020304" charset="0"/>
                <a:ea typeface="宋体" panose="02010600030101010101" pitchFamily="2" charset="-122"/>
              </a:endParaRPr>
            </a:p>
          </p:txBody>
        </p:sp>
        <p:sp>
          <p:nvSpPr>
            <p:cNvPr id="76819" name="文本框 87059"/>
            <p:cNvSpPr txBox="1"/>
            <p:nvPr/>
          </p:nvSpPr>
          <p:spPr>
            <a:xfrm>
              <a:off x="0" y="1037"/>
              <a:ext cx="487" cy="199"/>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6KB</a:t>
              </a:r>
              <a:endParaRPr lang="en-US" altLang="zh-CN" sz="2000">
                <a:latin typeface="Times New Roman" panose="02020603050405020304" charset="0"/>
                <a:ea typeface="宋体" panose="02010600030101010101" pitchFamily="2" charset="-122"/>
              </a:endParaRPr>
            </a:p>
          </p:txBody>
        </p:sp>
        <p:sp>
          <p:nvSpPr>
            <p:cNvPr id="76820" name="文本框 87060"/>
            <p:cNvSpPr txBox="1"/>
            <p:nvPr/>
          </p:nvSpPr>
          <p:spPr>
            <a:xfrm>
              <a:off x="1488" y="489"/>
              <a:ext cx="488" cy="199"/>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0</a:t>
              </a:r>
              <a:r>
                <a:rPr lang="zh-CN" altLang="en-US" sz="2000">
                  <a:latin typeface="Times New Roman" panose="02020603050405020304" charset="0"/>
                  <a:ea typeface="宋体" panose="02010600030101010101" pitchFamily="2" charset="-122"/>
                </a:rPr>
                <a:t>页</a:t>
              </a:r>
              <a:endParaRPr lang="zh-CN" altLang="en-US" sz="2000">
                <a:latin typeface="Times New Roman" panose="02020603050405020304" charset="0"/>
                <a:ea typeface="宋体" panose="02010600030101010101" pitchFamily="2" charset="-122"/>
              </a:endParaRPr>
            </a:p>
          </p:txBody>
        </p:sp>
        <p:sp>
          <p:nvSpPr>
            <p:cNvPr id="76821" name="文本框 87061"/>
            <p:cNvSpPr txBox="1"/>
            <p:nvPr/>
          </p:nvSpPr>
          <p:spPr>
            <a:xfrm>
              <a:off x="1488" y="708"/>
              <a:ext cx="488" cy="199"/>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1</a:t>
              </a:r>
              <a:r>
                <a:rPr lang="zh-CN" altLang="en-US" sz="2000">
                  <a:latin typeface="Times New Roman" panose="02020603050405020304" charset="0"/>
                  <a:ea typeface="宋体" panose="02010600030101010101" pitchFamily="2" charset="-122"/>
                </a:rPr>
                <a:t>页</a:t>
              </a:r>
              <a:endParaRPr lang="zh-CN" altLang="en-US" sz="2000">
                <a:latin typeface="Times New Roman" panose="02020603050405020304" charset="0"/>
                <a:ea typeface="宋体" panose="02010600030101010101" pitchFamily="2" charset="-122"/>
              </a:endParaRPr>
            </a:p>
          </p:txBody>
        </p:sp>
        <p:sp>
          <p:nvSpPr>
            <p:cNvPr id="76822" name="文本框 87062"/>
            <p:cNvSpPr txBox="1"/>
            <p:nvPr/>
          </p:nvSpPr>
          <p:spPr>
            <a:xfrm>
              <a:off x="1488" y="948"/>
              <a:ext cx="488" cy="199"/>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2</a:t>
              </a:r>
              <a:r>
                <a:rPr lang="zh-CN" altLang="en-US" sz="2000">
                  <a:latin typeface="Times New Roman" panose="02020603050405020304" charset="0"/>
                  <a:ea typeface="宋体" panose="02010600030101010101" pitchFamily="2" charset="-122"/>
                </a:rPr>
                <a:t>页</a:t>
              </a:r>
              <a:endParaRPr lang="zh-CN" altLang="en-US" sz="2000">
                <a:latin typeface="Times New Roman" panose="02020603050405020304" charset="0"/>
                <a:ea typeface="宋体" panose="02010600030101010101" pitchFamily="2" charset="-122"/>
              </a:endParaRPr>
            </a:p>
          </p:txBody>
        </p:sp>
        <p:sp>
          <p:nvSpPr>
            <p:cNvPr id="76823" name="文本框 87063"/>
            <p:cNvSpPr txBox="1"/>
            <p:nvPr/>
          </p:nvSpPr>
          <p:spPr>
            <a:xfrm>
              <a:off x="1488" y="1180"/>
              <a:ext cx="488" cy="200"/>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3</a:t>
              </a:r>
              <a:r>
                <a:rPr lang="zh-CN" altLang="en-US" sz="2000">
                  <a:latin typeface="Times New Roman" panose="02020603050405020304" charset="0"/>
                  <a:ea typeface="宋体" panose="02010600030101010101" pitchFamily="2" charset="-122"/>
                </a:rPr>
                <a:t>页</a:t>
              </a:r>
              <a:endParaRPr lang="zh-CN" altLang="en-US" sz="2000">
                <a:latin typeface="Times New Roman" panose="02020603050405020304" charset="0"/>
                <a:ea typeface="宋体" panose="02010600030101010101" pitchFamily="2" charset="-122"/>
              </a:endParaRPr>
            </a:p>
          </p:txBody>
        </p:sp>
        <p:sp>
          <p:nvSpPr>
            <p:cNvPr id="76824" name="文本框 87064"/>
            <p:cNvSpPr txBox="1"/>
            <p:nvPr/>
          </p:nvSpPr>
          <p:spPr>
            <a:xfrm>
              <a:off x="3167" y="2628"/>
              <a:ext cx="625" cy="193"/>
            </a:xfrm>
            <a:prstGeom prst="rect">
              <a:avLst/>
            </a:prstGeom>
            <a:noFill/>
            <a:ln w="9525">
              <a:noFill/>
              <a:miter/>
            </a:ln>
          </p:spPr>
          <p:txBody>
            <a:bodyPr anchor="t">
              <a:spAutoFit/>
            </a:bodyPr>
            <a:p>
              <a:pPr lvl="0" algn="ctr">
                <a:spcBef>
                  <a:spcPct val="50000"/>
                </a:spcBef>
              </a:pPr>
              <a:r>
                <a:rPr lang="zh-CN" altLang="en-US">
                  <a:latin typeface="Times New Roman" panose="02020603050405020304" charset="0"/>
                  <a:ea typeface="宋体" panose="02010600030101010101" pitchFamily="2" charset="-122"/>
                </a:rPr>
                <a:t>主 存</a:t>
              </a:r>
              <a:endParaRPr lang="zh-CN" altLang="en-US">
                <a:latin typeface="Times New Roman" panose="02020603050405020304" charset="0"/>
                <a:ea typeface="宋体" panose="02010600030101010101" pitchFamily="2" charset="-122"/>
              </a:endParaRPr>
            </a:p>
          </p:txBody>
        </p:sp>
        <p:sp>
          <p:nvSpPr>
            <p:cNvPr id="76825" name="文本框 87065"/>
            <p:cNvSpPr txBox="1"/>
            <p:nvPr/>
          </p:nvSpPr>
          <p:spPr>
            <a:xfrm>
              <a:off x="304" y="1422"/>
              <a:ext cx="1401" cy="193"/>
            </a:xfrm>
            <a:prstGeom prst="rect">
              <a:avLst/>
            </a:prstGeom>
            <a:noFill/>
            <a:ln w="9525">
              <a:noFill/>
              <a:miter/>
            </a:ln>
          </p:spPr>
          <p:txBody>
            <a:bodyPr anchor="t">
              <a:spAutoFit/>
            </a:bodyPr>
            <a:p>
              <a:pPr lvl="0">
                <a:spcBef>
                  <a:spcPct val="50000"/>
                </a:spcBef>
              </a:pPr>
              <a:r>
                <a:rPr lang="zh-CN" altLang="en-US">
                  <a:latin typeface="Times New Roman" panose="02020603050405020304" charset="0"/>
                  <a:ea typeface="宋体" panose="02010600030101010101" pitchFamily="2" charset="-122"/>
                </a:rPr>
                <a:t>作业地址空间</a:t>
              </a:r>
              <a:endParaRPr lang="zh-CN" altLang="en-US">
                <a:latin typeface="Times New Roman" panose="02020603050405020304" charset="0"/>
                <a:ea typeface="宋体" panose="02010600030101010101" pitchFamily="2" charset="-122"/>
              </a:endParaRPr>
            </a:p>
          </p:txBody>
        </p:sp>
        <p:sp>
          <p:nvSpPr>
            <p:cNvPr id="76826" name="直接连接符 87066"/>
            <p:cNvSpPr/>
            <p:nvPr/>
          </p:nvSpPr>
          <p:spPr>
            <a:xfrm>
              <a:off x="2862" y="2113"/>
              <a:ext cx="1218" cy="0"/>
            </a:xfrm>
            <a:prstGeom prst="line">
              <a:avLst/>
            </a:prstGeom>
            <a:ln w="19050"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76827" name="直接连接符 87067"/>
            <p:cNvSpPr/>
            <p:nvPr/>
          </p:nvSpPr>
          <p:spPr>
            <a:xfrm>
              <a:off x="2862" y="1475"/>
              <a:ext cx="1218" cy="0"/>
            </a:xfrm>
            <a:prstGeom prst="line">
              <a:avLst/>
            </a:prstGeom>
            <a:ln w="19050"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76828" name="直接连接符 87068"/>
            <p:cNvSpPr/>
            <p:nvPr/>
          </p:nvSpPr>
          <p:spPr>
            <a:xfrm>
              <a:off x="2862" y="1050"/>
              <a:ext cx="1218" cy="0"/>
            </a:xfrm>
            <a:prstGeom prst="line">
              <a:avLst/>
            </a:prstGeom>
            <a:ln w="19050"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76829" name="直接连接符 87069"/>
            <p:cNvSpPr/>
            <p:nvPr/>
          </p:nvSpPr>
          <p:spPr>
            <a:xfrm flipV="1">
              <a:off x="1824" y="465"/>
              <a:ext cx="1038" cy="147"/>
            </a:xfrm>
            <a:prstGeom prst="line">
              <a:avLst/>
            </a:prstGeom>
            <a:ln w="19050" cap="flat" cmpd="sng">
              <a:solidFill>
                <a:srgbClr val="000000"/>
              </a:solidFill>
              <a:prstDash val="solid"/>
              <a:round/>
              <a:headEnd type="none" w="med" len="med"/>
              <a:tailEnd type="triangle" w="med" len="med"/>
            </a:ln>
          </p:spPr>
          <p:txBody>
            <a:bodyPr anchor="t"/>
            <a:p>
              <a:pPr lvl="0"/>
              <a:endParaRPr lang="zh-CN" altLang="en-US">
                <a:latin typeface="Times New Roman" panose="02020603050405020304" charset="0"/>
                <a:ea typeface="宋体" panose="02010600030101010101" pitchFamily="2" charset="-122"/>
              </a:endParaRPr>
            </a:p>
          </p:txBody>
        </p:sp>
        <p:sp>
          <p:nvSpPr>
            <p:cNvPr id="76830" name="直接连接符 87070"/>
            <p:cNvSpPr/>
            <p:nvPr/>
          </p:nvSpPr>
          <p:spPr>
            <a:xfrm>
              <a:off x="1776" y="852"/>
              <a:ext cx="1086" cy="304"/>
            </a:xfrm>
            <a:prstGeom prst="line">
              <a:avLst/>
            </a:prstGeom>
            <a:ln w="19050" cap="flat" cmpd="sng">
              <a:solidFill>
                <a:srgbClr val="000000"/>
              </a:solidFill>
              <a:prstDash val="solid"/>
              <a:round/>
              <a:headEnd type="none" w="med" len="med"/>
              <a:tailEnd type="triangle" w="med" len="med"/>
            </a:ln>
          </p:spPr>
          <p:txBody>
            <a:bodyPr anchor="t"/>
            <a:p>
              <a:pPr lvl="0"/>
              <a:endParaRPr lang="zh-CN" altLang="en-US">
                <a:latin typeface="Times New Roman" panose="02020603050405020304" charset="0"/>
                <a:ea typeface="宋体" panose="02010600030101010101" pitchFamily="2" charset="-122"/>
              </a:endParaRPr>
            </a:p>
          </p:txBody>
        </p:sp>
        <p:sp>
          <p:nvSpPr>
            <p:cNvPr id="76831" name="直接连接符 87071"/>
            <p:cNvSpPr/>
            <p:nvPr/>
          </p:nvSpPr>
          <p:spPr>
            <a:xfrm>
              <a:off x="2862" y="2326"/>
              <a:ext cx="1218" cy="0"/>
            </a:xfrm>
            <a:prstGeom prst="line">
              <a:avLst/>
            </a:prstGeom>
            <a:ln w="19050" cap="flat" cmpd="sng">
              <a:solidFill>
                <a:srgbClr val="000000"/>
              </a:solidFill>
              <a:prstDash val="solid"/>
              <a:round/>
              <a:headEnd type="none" w="med" len="med"/>
              <a:tailEnd type="none" w="med" len="med"/>
            </a:ln>
          </p:spPr>
          <p:txBody>
            <a:bodyPr anchor="t"/>
            <a:p>
              <a:pPr lvl="0"/>
              <a:endParaRPr lang="zh-CN" altLang="en-US">
                <a:latin typeface="Times New Roman" panose="02020603050405020304" charset="0"/>
                <a:ea typeface="宋体" panose="02010600030101010101" pitchFamily="2" charset="-122"/>
              </a:endParaRPr>
            </a:p>
          </p:txBody>
        </p:sp>
        <p:sp>
          <p:nvSpPr>
            <p:cNvPr id="76832" name="直接连接符 87072"/>
            <p:cNvSpPr/>
            <p:nvPr/>
          </p:nvSpPr>
          <p:spPr>
            <a:xfrm>
              <a:off x="1776" y="1092"/>
              <a:ext cx="1086" cy="277"/>
            </a:xfrm>
            <a:prstGeom prst="line">
              <a:avLst/>
            </a:prstGeom>
            <a:ln w="19050" cap="flat" cmpd="sng">
              <a:solidFill>
                <a:srgbClr val="000000"/>
              </a:solidFill>
              <a:prstDash val="solid"/>
              <a:round/>
              <a:headEnd type="none" w="med" len="med"/>
              <a:tailEnd type="triangle" w="med" len="med"/>
            </a:ln>
          </p:spPr>
          <p:txBody>
            <a:bodyPr anchor="t"/>
            <a:p>
              <a:pPr lvl="0"/>
              <a:endParaRPr lang="zh-CN" altLang="en-US">
                <a:latin typeface="Times New Roman" panose="02020603050405020304" charset="0"/>
                <a:ea typeface="宋体" panose="02010600030101010101" pitchFamily="2" charset="-122"/>
              </a:endParaRPr>
            </a:p>
          </p:txBody>
        </p:sp>
        <p:sp>
          <p:nvSpPr>
            <p:cNvPr id="76833" name="直接连接符 87073"/>
            <p:cNvSpPr/>
            <p:nvPr/>
          </p:nvSpPr>
          <p:spPr>
            <a:xfrm>
              <a:off x="1776" y="1332"/>
              <a:ext cx="1086" cy="887"/>
            </a:xfrm>
            <a:prstGeom prst="line">
              <a:avLst/>
            </a:prstGeom>
            <a:ln w="19050" cap="flat" cmpd="sng">
              <a:solidFill>
                <a:srgbClr val="000000"/>
              </a:solidFill>
              <a:prstDash val="solid"/>
              <a:round/>
              <a:headEnd type="none" w="med" len="med"/>
              <a:tailEnd type="triangle" w="med" len="med"/>
            </a:ln>
          </p:spPr>
          <p:txBody>
            <a:bodyPr anchor="t"/>
            <a:p>
              <a:pPr lvl="0"/>
              <a:endParaRPr lang="zh-CN" altLang="en-US">
                <a:latin typeface="Times New Roman" panose="02020603050405020304" charset="0"/>
                <a:ea typeface="宋体" panose="02010600030101010101" pitchFamily="2" charset="-122"/>
              </a:endParaRPr>
            </a:p>
          </p:txBody>
        </p:sp>
        <p:sp>
          <p:nvSpPr>
            <p:cNvPr id="76834" name="文本框 87074"/>
            <p:cNvSpPr txBox="1"/>
            <p:nvPr/>
          </p:nvSpPr>
          <p:spPr>
            <a:xfrm>
              <a:off x="3419" y="612"/>
              <a:ext cx="239" cy="384"/>
            </a:xfrm>
            <a:prstGeom prst="rect">
              <a:avLst/>
            </a:prstGeom>
            <a:noFill/>
            <a:ln w="9525">
              <a:noFill/>
              <a:miter/>
            </a:ln>
          </p:spPr>
          <p:txBody>
            <a:bodyPr vert="eaVert" anchor="t">
              <a:spAutoFit/>
            </a:bodyPr>
            <a:p>
              <a:pPr lvl="0">
                <a:spcBef>
                  <a:spcPct val="50000"/>
                </a:spcBef>
              </a:pPr>
              <a:r>
                <a:rPr lang="en-US" altLang="zh-CN">
                  <a:latin typeface="Times New Roman" panose="02020603050405020304" charset="0"/>
                  <a:ea typeface="宋体" panose="02010600030101010101" pitchFamily="2" charset="-122"/>
                </a:rPr>
                <a:t>……</a:t>
              </a:r>
              <a:endParaRPr lang="en-US" altLang="zh-CN">
                <a:latin typeface="Times New Roman" panose="02020603050405020304" charset="0"/>
                <a:ea typeface="宋体" panose="02010600030101010101" pitchFamily="2" charset="-122"/>
              </a:endParaRPr>
            </a:p>
          </p:txBody>
        </p:sp>
        <p:sp>
          <p:nvSpPr>
            <p:cNvPr id="76835" name="文本框 87075"/>
            <p:cNvSpPr txBox="1"/>
            <p:nvPr/>
          </p:nvSpPr>
          <p:spPr>
            <a:xfrm>
              <a:off x="3419" y="1572"/>
              <a:ext cx="239" cy="384"/>
            </a:xfrm>
            <a:prstGeom prst="rect">
              <a:avLst/>
            </a:prstGeom>
            <a:noFill/>
            <a:ln w="9525">
              <a:noFill/>
              <a:miter/>
            </a:ln>
          </p:spPr>
          <p:txBody>
            <a:bodyPr vert="eaVert" anchor="t">
              <a:spAutoFit/>
            </a:bodyPr>
            <a:p>
              <a:pPr lvl="0">
                <a:spcBef>
                  <a:spcPct val="50000"/>
                </a:spcBef>
              </a:pPr>
              <a:r>
                <a:rPr lang="en-US" altLang="zh-CN">
                  <a:latin typeface="Times New Roman" panose="02020603050405020304" charset="0"/>
                  <a:ea typeface="宋体" panose="02010600030101010101" pitchFamily="2" charset="-122"/>
                </a:rPr>
                <a:t>……</a:t>
              </a:r>
              <a:endParaRPr lang="en-US" altLang="zh-CN">
                <a:latin typeface="Times New Roman" panose="02020603050405020304" charset="0"/>
                <a:ea typeface="宋体" panose="02010600030101010101" pitchFamily="2" charset="-122"/>
              </a:endParaRPr>
            </a:p>
          </p:txBody>
        </p:sp>
        <p:sp>
          <p:nvSpPr>
            <p:cNvPr id="76836" name="文本框 87076"/>
            <p:cNvSpPr txBox="1"/>
            <p:nvPr/>
          </p:nvSpPr>
          <p:spPr>
            <a:xfrm>
              <a:off x="0" y="1229"/>
              <a:ext cx="487" cy="199"/>
            </a:xfrm>
            <a:prstGeom prst="rect">
              <a:avLst/>
            </a:prstGeom>
            <a:noFill/>
            <a:ln w="9525">
              <a:noFill/>
              <a:miter/>
            </a:ln>
          </p:spPr>
          <p:txBody>
            <a:bodyPr anchor="t"/>
            <a:p>
              <a:pPr lvl="0" algn="just"/>
              <a:r>
                <a:rPr lang="en-US" altLang="zh-CN" sz="2000">
                  <a:latin typeface="Times New Roman" panose="02020603050405020304" charset="0"/>
                  <a:ea typeface="宋体" panose="02010600030101010101" pitchFamily="2" charset="-122"/>
                </a:rPr>
                <a:t>8KB</a:t>
              </a:r>
              <a:endParaRPr lang="en-US" altLang="zh-CN" sz="2000">
                <a:latin typeface="Times New Roman" panose="02020603050405020304" charset="0"/>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标题 88065"/>
          <p:cNvSpPr>
            <a:spLocks noGrp="1"/>
          </p:cNvSpPr>
          <p:nvPr>
            <p:ph type="title"/>
          </p:nvPr>
        </p:nvSpPr>
        <p:spPr>
          <a:xfrm>
            <a:off x="363538" y="590550"/>
            <a:ext cx="8393113" cy="755650"/>
          </a:xfrm>
        </p:spPr>
        <p:txBody>
          <a:bodyPr anchor="b">
            <a:spAutoFit/>
          </a:bodyPr>
          <a:p>
            <a:pPr fontAlgn="base"/>
            <a:r>
              <a:rPr lang="zh-CN" altLang="en-US" sz="4400" strike="noStrike" noProof="1" dirty="0"/>
              <a:t>页式系统需要解决的问题：</a:t>
            </a:r>
            <a:endParaRPr lang="zh-CN" altLang="en-US" sz="4400" strike="noStrike" noProof="1" dirty="0"/>
          </a:p>
        </p:txBody>
      </p:sp>
      <p:sp>
        <p:nvSpPr>
          <p:cNvPr id="88067" name="内容占位符 88066"/>
          <p:cNvSpPr>
            <a:spLocks noGrp="1"/>
          </p:cNvSpPr>
          <p:nvPr>
            <p:ph idx="1"/>
          </p:nvPr>
        </p:nvSpPr>
        <p:spPr>
          <a:xfrm>
            <a:off x="381000" y="1803400"/>
            <a:ext cx="8388350" cy="2747645"/>
          </a:xfrm>
        </p:spPr>
        <p:txBody>
          <a:bodyPr wrap="square" anchor="t">
            <a:spAutoFit/>
          </a:bodyPr>
          <a:p>
            <a:pPr fontAlgn="base"/>
            <a:r>
              <a:rPr lang="zh-CN" altLang="en-US" strike="noStrike" noProof="1" dirty="0">
                <a:solidFill>
                  <a:schemeClr val="tx1"/>
                </a:solidFill>
                <a:effectLst/>
                <a:latin typeface="宋体" panose="02010600030101010101" pitchFamily="2" charset="-122"/>
              </a:rPr>
              <a:t>地址映射（方法和效率）。</a:t>
            </a:r>
            <a:endParaRPr lang="zh-CN" altLang="en-US" strike="noStrike" noProof="1" dirty="0">
              <a:solidFill>
                <a:schemeClr val="tx1"/>
              </a:solidFill>
              <a:effectLst/>
              <a:latin typeface="宋体" panose="02010600030101010101" pitchFamily="2" charset="-122"/>
            </a:endParaRPr>
          </a:p>
          <a:p>
            <a:pPr fontAlgn="base"/>
            <a:r>
              <a:rPr lang="zh-CN" altLang="en-US" strike="noStrike" noProof="1" dirty="0">
                <a:solidFill>
                  <a:schemeClr val="tx1"/>
                </a:solidFill>
                <a:effectLst/>
                <a:latin typeface="宋体" panose="02010600030101010101" pitchFamily="2" charset="-122"/>
                <a:sym typeface="Arial" panose="02080604020202020204" pitchFamily="34" charset="0"/>
              </a:rPr>
              <a:t>请调</a:t>
            </a:r>
            <a:r>
              <a:rPr lang="x-none" altLang="zh-CN" strike="noStrike" noProof="1" dirty="0">
                <a:solidFill>
                  <a:schemeClr val="tx1"/>
                </a:solidFill>
                <a:effectLst/>
                <a:latin typeface="宋体" panose="02010600030101010101" pitchFamily="2" charset="-122"/>
                <a:sym typeface="Arial" panose="02080604020202020204" pitchFamily="34" charset="0"/>
              </a:rPr>
              <a:t>机制</a:t>
            </a:r>
            <a:endParaRPr lang="x-none" altLang="zh-CN" strike="noStrike" noProof="1" dirty="0">
              <a:solidFill>
                <a:schemeClr val="tx1"/>
              </a:solidFill>
              <a:effectLst/>
              <a:latin typeface="宋体" panose="02010600030101010101" pitchFamily="2" charset="-122"/>
              <a:sym typeface="Arial" panose="02080604020202020204" pitchFamily="34" charset="0"/>
            </a:endParaRPr>
          </a:p>
          <a:p>
            <a:pPr lvl="1" fontAlgn="base"/>
            <a:r>
              <a:rPr lang="zh-CN" altLang="en-US" strike="noStrike" noProof="1" dirty="0">
                <a:solidFill>
                  <a:schemeClr val="tx1"/>
                </a:solidFill>
                <a:effectLst/>
                <a:latin typeface="宋体" panose="02010600030101010101" pitchFamily="2" charset="-122"/>
                <a:sym typeface="Arial" panose="02080604020202020204" pitchFamily="34" charset="0"/>
              </a:rPr>
              <a:t>能够判断当前访问页面是否在内存中。</a:t>
            </a:r>
            <a:endParaRPr lang="zh-CN" altLang="en-US" strike="noStrike" noProof="1" dirty="0">
              <a:solidFill>
                <a:schemeClr val="tx1"/>
              </a:solidFill>
              <a:effectLst/>
              <a:latin typeface="宋体" panose="02010600030101010101" pitchFamily="2" charset="-122"/>
              <a:sym typeface="Arial" panose="02080604020202020204" pitchFamily="34" charset="0"/>
            </a:endParaRPr>
          </a:p>
          <a:p>
            <a:pPr lvl="1" fontAlgn="base"/>
            <a:r>
              <a:rPr lang="zh-CN" altLang="en-US" strike="noStrike" noProof="1" dirty="0">
                <a:solidFill>
                  <a:schemeClr val="tx1"/>
                </a:solidFill>
                <a:effectLst/>
                <a:latin typeface="宋体" panose="02010600030101010101" pitchFamily="2" charset="-122"/>
                <a:sym typeface="Arial" panose="02080604020202020204" pitchFamily="34" charset="0"/>
              </a:rPr>
              <a:t>如果不在内存时如何处理。</a:t>
            </a:r>
            <a:endParaRPr lang="zh-CN" altLang="en-US" strike="noStrike" noProof="1" dirty="0">
              <a:solidFill>
                <a:schemeClr val="tx1"/>
              </a:solidFill>
              <a:effectLst/>
              <a:latin typeface="宋体" panose="02010600030101010101" pitchFamily="2" charset="-122"/>
              <a:sym typeface="Arial" panose="02080604020202020204" pitchFamily="34" charset="0"/>
            </a:endParaRPr>
          </a:p>
          <a:p>
            <a:pPr fontAlgn="base"/>
            <a:r>
              <a:rPr lang="zh-CN" altLang="en-US" strike="noStrike" noProof="1" dirty="0">
                <a:solidFill>
                  <a:schemeClr val="tx1"/>
                </a:solidFill>
                <a:effectLst/>
                <a:latin typeface="宋体" panose="02010600030101010101" pitchFamily="2" charset="-122"/>
                <a:sym typeface="Arial" panose="02080604020202020204" pitchFamily="34" charset="0"/>
              </a:rPr>
              <a:t>淘汰策略</a:t>
            </a:r>
            <a:r>
              <a:rPr lang="x-none" altLang="zh-CN" strike="noStrike" noProof="1" dirty="0">
                <a:solidFill>
                  <a:schemeClr val="tx1"/>
                </a:solidFill>
                <a:effectLst/>
                <a:latin typeface="宋体" panose="02010600030101010101" pitchFamily="2" charset="-122"/>
                <a:sym typeface="Arial" panose="02080604020202020204" pitchFamily="34" charset="0"/>
              </a:rPr>
              <a:t>（置换算法）</a:t>
            </a:r>
            <a:endParaRPr lang="x-none" altLang="zh-CN" strike="noStrike" noProof="1" dirty="0">
              <a:solidFill>
                <a:schemeClr val="tx1"/>
              </a:solidFill>
              <a:effectLst/>
              <a:latin typeface="宋体" panose="02010600030101010101" pitchFamily="2" charset="-122"/>
              <a:sym typeface="Arial" panose="0208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88067"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7" name="矩形 52226"/>
          <p:cNvSpPr/>
          <p:nvPr/>
        </p:nvSpPr>
        <p:spPr>
          <a:xfrm>
            <a:off x="252413" y="1627188"/>
            <a:ext cx="8647113" cy="254635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页表</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b="1" strike="noStrike" noProof="1">
                <a:solidFill>
                  <a:srgbClr val="000099"/>
                </a:solidFill>
                <a:latin typeface="Times New Roman" panose="02020603050405020304" charset="0"/>
                <a:ea typeface="宋体" panose="02010600030101010101" pitchFamily="2" charset="-122"/>
                <a:cs typeface="+mn-ea"/>
              </a:rPr>
              <a:t>   ①</a:t>
            </a:r>
            <a:r>
              <a:rPr lang="zh-CN" altLang="en-US"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rPr>
              <a:t>什么是页表</a:t>
            </a:r>
            <a:endParaRPr lang="zh-CN" altLang="en-US" sz="2400" b="1" strike="noStrike" noProof="1">
              <a:solidFill>
                <a:srgbClr val="000099"/>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cs"/>
              </a:rPr>
              <a:t>  为了实现从</a:t>
            </a:r>
            <a:r>
              <a:rPr lang="x-none" altLang="zh-CN" sz="2400" strike="noStrike" noProof="1">
                <a:solidFill>
                  <a:schemeClr val="tx1"/>
                </a:solidFill>
                <a:latin typeface="Times New Roman" panose="02020603050405020304" charset="0"/>
                <a:ea typeface="宋体" panose="02010600030101010101" pitchFamily="2" charset="-122"/>
                <a:cs typeface="+mn-cs"/>
              </a:rPr>
              <a:t>逻辑</a:t>
            </a:r>
            <a:r>
              <a:rPr lang="zh-CN" altLang="en-US" sz="2400" strike="noStrike" noProof="1">
                <a:solidFill>
                  <a:schemeClr val="tx1"/>
                </a:solidFill>
                <a:latin typeface="Times New Roman" panose="02020603050405020304" charset="0"/>
                <a:ea typeface="宋体" panose="02010600030101010101" pitchFamily="2" charset="-122"/>
                <a:cs typeface="+mn-cs"/>
              </a:rPr>
              <a:t>地址空间到物理主存的映象，系统建立的记录页与内存块之间对应关系的地址变换</a:t>
            </a:r>
            <a:r>
              <a:rPr lang="x-none" altLang="zh-CN" sz="2400" strike="noStrike" noProof="1">
                <a:solidFill>
                  <a:schemeClr val="tx1"/>
                </a:solidFill>
                <a:latin typeface="Times New Roman" panose="02020603050405020304" charset="0"/>
                <a:ea typeface="宋体" panose="02010600030101010101" pitchFamily="2" charset="-122"/>
                <a:cs typeface="+mn-cs"/>
              </a:rPr>
              <a:t>的</a:t>
            </a:r>
            <a:r>
              <a:rPr lang="zh-CN" altLang="en-US" sz="2400" strike="noStrike" noProof="1">
                <a:solidFill>
                  <a:schemeClr val="tx1"/>
                </a:solidFill>
                <a:latin typeface="Times New Roman" panose="02020603050405020304" charset="0"/>
                <a:ea typeface="宋体" panose="02010600030101010101" pitchFamily="2" charset="-122"/>
                <a:cs typeface="+mn-cs"/>
              </a:rPr>
              <a:t>机构称为页面映像表，简称页表。</a:t>
            </a:r>
            <a:r>
              <a:rPr lang="zh-CN" altLang="en-US" sz="2400" b="1" strike="noStrike" noProof="1">
                <a:solidFill>
                  <a:srgbClr val="000099"/>
                </a:solidFill>
                <a:latin typeface="Times New Roman" panose="02020603050405020304" charset="0"/>
                <a:ea typeface="宋体" panose="02010600030101010101" pitchFamily="2" charset="-122"/>
                <a:cs typeface="+mn-ea"/>
              </a:rPr>
              <a:t> </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52228" name="矩形 5222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页式存储管理</a:t>
            </a:r>
            <a:endParaRPr lang="zh-CN" altLang="en-US" sz="2400" strike="noStrike" noProof="1">
              <a:ea typeface="宋体" panose="02010600030101010101" pitchFamily="2" charset="-122"/>
            </a:endParaRPr>
          </a:p>
        </p:txBody>
      </p:sp>
      <p:sp>
        <p:nvSpPr>
          <p:cNvPr id="89089" name="标题 89089"/>
          <p:cNvSpPr>
            <a:spLocks noGrp="1"/>
          </p:cNvSpPr>
          <p:nvPr>
            <p:ph type="title"/>
          </p:nvPr>
        </p:nvSpPr>
        <p:spPr>
          <a:xfrm>
            <a:off x="363538" y="650875"/>
            <a:ext cx="8393113" cy="695325"/>
          </a:xfrm>
        </p:spPr>
        <p:txBody>
          <a:bodyPr anchor="b">
            <a:spAutoFit/>
          </a:bodyPr>
          <a:p>
            <a:pPr fontAlgn="base"/>
            <a:r>
              <a:rPr lang="x-none" altLang="zh-CN" sz="4000" strike="noStrike" noProof="1">
                <a:solidFill>
                  <a:srgbClr val="800000"/>
                </a:solidFill>
              </a:rPr>
              <a:t>地址</a:t>
            </a:r>
            <a:r>
              <a:rPr lang="x-none" altLang="zh-CN" sz="4000" strike="noStrike" noProof="1">
                <a:solidFill>
                  <a:srgbClr val="800000"/>
                </a:solidFill>
                <a:sym typeface="+mn-ea"/>
              </a:rPr>
              <a:t>映射</a:t>
            </a:r>
            <a:endParaRPr lang="x-none" altLang="zh-CN" sz="4000" strike="noStrike" noProof="1">
              <a:solidFill>
                <a:srgbClr val="800000"/>
              </a:solidFill>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1" name="矩形 53250"/>
          <p:cNvSpPr/>
          <p:nvPr/>
        </p:nvSpPr>
        <p:spPr>
          <a:xfrm>
            <a:off x="630238" y="688975"/>
            <a:ext cx="5575300" cy="60325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800" b="1" strike="noStrike" noProof="1">
                <a:solidFill>
                  <a:srgbClr val="A50021"/>
                </a:solidFill>
                <a:latin typeface="Times New Roman" panose="02020603050405020304" charset="0"/>
                <a:ea typeface="宋体" panose="02010600030101010101" pitchFamily="2" charset="-122"/>
                <a:cs typeface="+mn-ea"/>
              </a:rPr>
              <a:t>(5) </a:t>
            </a:r>
            <a:r>
              <a:rPr lang="zh-CN" altLang="en-US" sz="2800" b="1" strike="noStrike" noProof="1">
                <a:solidFill>
                  <a:srgbClr val="A50021"/>
                </a:solidFill>
                <a:latin typeface="Times New Roman" panose="02020603050405020304" charset="0"/>
                <a:ea typeface="宋体" panose="02010600030101010101" pitchFamily="2" charset="-122"/>
                <a:cs typeface="+mn-ea"/>
              </a:rPr>
              <a:t>分页映像存储的例</a:t>
            </a:r>
            <a:r>
              <a:rPr lang="x-none" altLang="zh-CN" sz="2800" b="1" strike="noStrike" noProof="1">
                <a:solidFill>
                  <a:srgbClr val="A50021"/>
                </a:solidFill>
                <a:latin typeface="Times New Roman" panose="02020603050405020304" charset="0"/>
                <a:ea typeface="宋体" panose="02010600030101010101" pitchFamily="2" charset="-122"/>
                <a:cs typeface="+mn-ea"/>
              </a:rPr>
              <a:t>子</a:t>
            </a:r>
            <a:endParaRPr lang="x-none" altLang="zh-CN" sz="2800" b="1" strike="noStrike" noProof="1">
              <a:solidFill>
                <a:srgbClr val="A50021"/>
              </a:solidFill>
              <a:latin typeface="Times New Roman" panose="02020603050405020304" charset="0"/>
              <a:ea typeface="宋体" panose="02010600030101010101" pitchFamily="2" charset="-122"/>
              <a:cs typeface="+mn-ea"/>
            </a:endParaRPr>
          </a:p>
        </p:txBody>
      </p:sp>
      <p:grpSp>
        <p:nvGrpSpPr>
          <p:cNvPr id="53252" name="组合 53251"/>
          <p:cNvGrpSpPr/>
          <p:nvPr/>
        </p:nvGrpSpPr>
        <p:grpSpPr>
          <a:xfrm>
            <a:off x="454025" y="1428750"/>
            <a:ext cx="8224838" cy="4057650"/>
            <a:chOff x="0" y="0"/>
            <a:chExt cx="4851" cy="2556"/>
          </a:xfrm>
        </p:grpSpPr>
        <p:sp>
          <p:nvSpPr>
            <p:cNvPr id="53253" name="矩形 53252"/>
            <p:cNvSpPr/>
            <p:nvPr/>
          </p:nvSpPr>
          <p:spPr>
            <a:xfrm>
              <a:off x="451" y="968"/>
              <a:ext cx="793" cy="526"/>
            </a:xfrm>
            <a:prstGeom prst="rect">
              <a:avLst/>
            </a:prstGeom>
            <a:no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3254" name="矩形 53253"/>
            <p:cNvSpPr/>
            <p:nvPr/>
          </p:nvSpPr>
          <p:spPr>
            <a:xfrm>
              <a:off x="3400" y="100"/>
              <a:ext cx="884" cy="2149"/>
            </a:xfrm>
            <a:prstGeom prst="rect">
              <a:avLst/>
            </a:prstGeom>
            <a:no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79878" name="文本框 53254"/>
            <p:cNvSpPr txBox="1"/>
            <p:nvPr/>
          </p:nvSpPr>
          <p:spPr>
            <a:xfrm>
              <a:off x="4328" y="14"/>
              <a:ext cx="188" cy="161"/>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79879" name="文本框 53255"/>
            <p:cNvSpPr txBox="1"/>
            <p:nvPr/>
          </p:nvSpPr>
          <p:spPr>
            <a:xfrm>
              <a:off x="4284" y="202"/>
              <a:ext cx="463" cy="20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1KB</a:t>
              </a:r>
              <a:endParaRPr lang="en-US" altLang="zh-CN" sz="1600">
                <a:solidFill>
                  <a:schemeClr val="tx1"/>
                </a:solidFill>
                <a:latin typeface="Times New Roman" panose="02020603050405020304" charset="0"/>
                <a:ea typeface="宋体" panose="02010600030101010101" pitchFamily="2" charset="-122"/>
              </a:endParaRPr>
            </a:p>
          </p:txBody>
        </p:sp>
        <p:sp>
          <p:nvSpPr>
            <p:cNvPr id="79880" name="直接连接符 53256"/>
            <p:cNvSpPr/>
            <p:nvPr/>
          </p:nvSpPr>
          <p:spPr>
            <a:xfrm>
              <a:off x="3400" y="315"/>
              <a:ext cx="884"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9881" name="直接连接符 53257"/>
            <p:cNvSpPr/>
            <p:nvPr/>
          </p:nvSpPr>
          <p:spPr>
            <a:xfrm>
              <a:off x="3400" y="530"/>
              <a:ext cx="884"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9882" name="直接连接符 53258"/>
            <p:cNvSpPr/>
            <p:nvPr/>
          </p:nvSpPr>
          <p:spPr>
            <a:xfrm>
              <a:off x="3400" y="1175"/>
              <a:ext cx="884"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9883" name="直接连接符 53259"/>
            <p:cNvSpPr/>
            <p:nvPr/>
          </p:nvSpPr>
          <p:spPr>
            <a:xfrm>
              <a:off x="451" y="1140"/>
              <a:ext cx="795"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9884" name="直接连接符 53260"/>
            <p:cNvSpPr/>
            <p:nvPr/>
          </p:nvSpPr>
          <p:spPr>
            <a:xfrm>
              <a:off x="451" y="1312"/>
              <a:ext cx="795"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9885" name="文本框 53261"/>
            <p:cNvSpPr txBox="1"/>
            <p:nvPr/>
          </p:nvSpPr>
          <p:spPr>
            <a:xfrm>
              <a:off x="274" y="849"/>
              <a:ext cx="188" cy="16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79886" name="文本框 53262"/>
            <p:cNvSpPr txBox="1"/>
            <p:nvPr/>
          </p:nvSpPr>
          <p:spPr>
            <a:xfrm>
              <a:off x="124" y="1036"/>
              <a:ext cx="444" cy="161"/>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1KB</a:t>
              </a:r>
              <a:endParaRPr lang="en-US" altLang="zh-CN" sz="1600">
                <a:solidFill>
                  <a:schemeClr val="tx1"/>
                </a:solidFill>
                <a:latin typeface="Times New Roman" panose="02020603050405020304" charset="0"/>
                <a:ea typeface="宋体" panose="02010600030101010101" pitchFamily="2" charset="-122"/>
              </a:endParaRPr>
            </a:p>
          </p:txBody>
        </p:sp>
        <p:sp>
          <p:nvSpPr>
            <p:cNvPr id="79887" name="文本框 53263"/>
            <p:cNvSpPr txBox="1"/>
            <p:nvPr/>
          </p:nvSpPr>
          <p:spPr>
            <a:xfrm>
              <a:off x="124" y="1199"/>
              <a:ext cx="445" cy="180"/>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2KB</a:t>
              </a:r>
              <a:endParaRPr lang="en-US" altLang="zh-CN" sz="1600">
                <a:solidFill>
                  <a:schemeClr val="tx1"/>
                </a:solidFill>
                <a:latin typeface="Times New Roman" panose="02020603050405020304" charset="0"/>
                <a:ea typeface="宋体" panose="02010600030101010101" pitchFamily="2" charset="-122"/>
              </a:endParaRPr>
            </a:p>
          </p:txBody>
        </p:sp>
        <p:sp>
          <p:nvSpPr>
            <p:cNvPr id="79888" name="文本框 53264"/>
            <p:cNvSpPr txBox="1"/>
            <p:nvPr/>
          </p:nvSpPr>
          <p:spPr>
            <a:xfrm>
              <a:off x="0" y="1398"/>
              <a:ext cx="716" cy="189"/>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3KB-</a:t>
              </a:r>
              <a:r>
                <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rPr>
                <a:t>1</a:t>
              </a:r>
              <a:endPar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endParaRPr>
            </a:p>
          </p:txBody>
        </p:sp>
        <p:sp>
          <p:nvSpPr>
            <p:cNvPr id="79889" name="文本框 53265"/>
            <p:cNvSpPr txBox="1"/>
            <p:nvPr/>
          </p:nvSpPr>
          <p:spPr>
            <a:xfrm>
              <a:off x="3693" y="2315"/>
              <a:ext cx="430"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主存</a:t>
              </a:r>
              <a:endParaRPr lang="zh-CN" altLang="en-US" sz="1600">
                <a:solidFill>
                  <a:schemeClr val="tx1"/>
                </a:solidFill>
                <a:latin typeface="Times New Roman" panose="02020603050405020304" charset="0"/>
                <a:ea typeface="宋体" panose="02010600030101010101" pitchFamily="2" charset="-122"/>
              </a:endParaRPr>
            </a:p>
          </p:txBody>
        </p:sp>
        <p:sp>
          <p:nvSpPr>
            <p:cNvPr id="79890" name="文本框 53266"/>
            <p:cNvSpPr txBox="1"/>
            <p:nvPr/>
          </p:nvSpPr>
          <p:spPr>
            <a:xfrm>
              <a:off x="380" y="1578"/>
              <a:ext cx="1025"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程序</a:t>
              </a:r>
              <a:r>
                <a:rPr lang="en-US" altLang="zh-CN" sz="1600" baseline="-25000">
                  <a:solidFill>
                    <a:schemeClr val="tx1"/>
                  </a:solidFill>
                  <a:latin typeface="Times New Roman" panose="02020603050405020304" charset="0"/>
                  <a:ea typeface="宋体" panose="02010600030101010101" pitchFamily="2" charset="-122"/>
                </a:rPr>
                <a:t>2</a:t>
              </a:r>
              <a:r>
                <a:rPr lang="zh-CN" altLang="en-US" sz="1600">
                  <a:solidFill>
                    <a:schemeClr val="tx1"/>
                  </a:solidFill>
                  <a:latin typeface="Times New Roman" panose="02020603050405020304" charset="0"/>
                  <a:ea typeface="宋体" panose="02010600030101010101" pitchFamily="2" charset="-122"/>
                </a:rPr>
                <a:t>地址空间</a:t>
              </a:r>
              <a:endParaRPr lang="zh-CN" altLang="en-US" sz="1600">
                <a:solidFill>
                  <a:schemeClr val="tx1"/>
                </a:solidFill>
                <a:latin typeface="Times New Roman" panose="02020603050405020304" charset="0"/>
                <a:ea typeface="宋体" panose="02010600030101010101" pitchFamily="2" charset="-122"/>
              </a:endParaRPr>
            </a:p>
          </p:txBody>
        </p:sp>
        <p:sp>
          <p:nvSpPr>
            <p:cNvPr id="79891" name="直接连接符 53267"/>
            <p:cNvSpPr/>
            <p:nvPr/>
          </p:nvSpPr>
          <p:spPr>
            <a:xfrm>
              <a:off x="3400" y="1819"/>
              <a:ext cx="884"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9892" name="直接连接符 53268"/>
            <p:cNvSpPr/>
            <p:nvPr/>
          </p:nvSpPr>
          <p:spPr>
            <a:xfrm>
              <a:off x="3400" y="1389"/>
              <a:ext cx="884"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9893" name="直接连接符 53269"/>
            <p:cNvSpPr/>
            <p:nvPr/>
          </p:nvSpPr>
          <p:spPr>
            <a:xfrm>
              <a:off x="3400" y="960"/>
              <a:ext cx="884"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9894" name="直接连接符 53270"/>
            <p:cNvSpPr/>
            <p:nvPr/>
          </p:nvSpPr>
          <p:spPr>
            <a:xfrm>
              <a:off x="3400" y="2034"/>
              <a:ext cx="884"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9895" name="直接连接符 53271"/>
            <p:cNvSpPr/>
            <p:nvPr/>
          </p:nvSpPr>
          <p:spPr>
            <a:xfrm>
              <a:off x="3400" y="745"/>
              <a:ext cx="884"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9896" name="直接连接符 53272"/>
            <p:cNvSpPr/>
            <p:nvPr/>
          </p:nvSpPr>
          <p:spPr>
            <a:xfrm>
              <a:off x="3400" y="1604"/>
              <a:ext cx="884"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9897" name="文本框 53273"/>
            <p:cNvSpPr txBox="1"/>
            <p:nvPr/>
          </p:nvSpPr>
          <p:spPr>
            <a:xfrm>
              <a:off x="4275" y="426"/>
              <a:ext cx="435" cy="207"/>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2KB</a:t>
              </a:r>
              <a:endParaRPr lang="en-US" altLang="zh-CN" sz="1600">
                <a:solidFill>
                  <a:schemeClr val="tx1"/>
                </a:solidFill>
                <a:latin typeface="Times New Roman" panose="02020603050405020304" charset="0"/>
                <a:ea typeface="宋体" panose="02010600030101010101" pitchFamily="2" charset="-122"/>
              </a:endParaRPr>
            </a:p>
          </p:txBody>
        </p:sp>
        <p:sp>
          <p:nvSpPr>
            <p:cNvPr id="79898" name="文本框 53274"/>
            <p:cNvSpPr txBox="1"/>
            <p:nvPr/>
          </p:nvSpPr>
          <p:spPr>
            <a:xfrm>
              <a:off x="4284" y="632"/>
              <a:ext cx="445" cy="21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3KB</a:t>
              </a:r>
              <a:endParaRPr lang="en-US" altLang="zh-CN" sz="1600">
                <a:solidFill>
                  <a:schemeClr val="tx1"/>
                </a:solidFill>
                <a:latin typeface="Times New Roman" panose="02020603050405020304" charset="0"/>
                <a:ea typeface="宋体" panose="02010600030101010101" pitchFamily="2" charset="-122"/>
              </a:endParaRPr>
            </a:p>
          </p:txBody>
        </p:sp>
        <p:sp>
          <p:nvSpPr>
            <p:cNvPr id="79899" name="文本框 53275"/>
            <p:cNvSpPr txBox="1"/>
            <p:nvPr/>
          </p:nvSpPr>
          <p:spPr>
            <a:xfrm>
              <a:off x="4284" y="856"/>
              <a:ext cx="426" cy="197"/>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4KB</a:t>
              </a:r>
              <a:endParaRPr lang="en-US" altLang="zh-CN" sz="1600">
                <a:solidFill>
                  <a:schemeClr val="tx1"/>
                </a:solidFill>
                <a:latin typeface="Times New Roman" panose="02020603050405020304" charset="0"/>
                <a:ea typeface="宋体" panose="02010600030101010101" pitchFamily="2" charset="-122"/>
              </a:endParaRPr>
            </a:p>
          </p:txBody>
        </p:sp>
        <p:sp>
          <p:nvSpPr>
            <p:cNvPr id="79900" name="文本框 53276"/>
            <p:cNvSpPr txBox="1"/>
            <p:nvPr/>
          </p:nvSpPr>
          <p:spPr>
            <a:xfrm>
              <a:off x="4293" y="1071"/>
              <a:ext cx="408" cy="189"/>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5KB</a:t>
              </a:r>
              <a:endParaRPr lang="en-US" altLang="zh-CN" sz="1600">
                <a:solidFill>
                  <a:schemeClr val="tx1"/>
                </a:solidFill>
                <a:latin typeface="Times New Roman" panose="02020603050405020304" charset="0"/>
                <a:ea typeface="宋体" panose="02010600030101010101" pitchFamily="2" charset="-122"/>
              </a:endParaRPr>
            </a:p>
          </p:txBody>
        </p:sp>
        <p:sp>
          <p:nvSpPr>
            <p:cNvPr id="79901" name="文本框 53277"/>
            <p:cNvSpPr txBox="1"/>
            <p:nvPr/>
          </p:nvSpPr>
          <p:spPr>
            <a:xfrm>
              <a:off x="4293" y="1295"/>
              <a:ext cx="399" cy="189"/>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6KB</a:t>
              </a:r>
              <a:endParaRPr lang="en-US" altLang="zh-CN" sz="1600">
                <a:solidFill>
                  <a:schemeClr val="tx1"/>
                </a:solidFill>
                <a:latin typeface="Times New Roman" panose="02020603050405020304" charset="0"/>
                <a:ea typeface="宋体" panose="02010600030101010101" pitchFamily="2" charset="-122"/>
              </a:endParaRPr>
            </a:p>
          </p:txBody>
        </p:sp>
        <p:sp>
          <p:nvSpPr>
            <p:cNvPr id="79902" name="文本框 53278"/>
            <p:cNvSpPr txBox="1"/>
            <p:nvPr/>
          </p:nvSpPr>
          <p:spPr>
            <a:xfrm>
              <a:off x="4293" y="1500"/>
              <a:ext cx="381" cy="208"/>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7KB</a:t>
              </a:r>
              <a:endParaRPr lang="en-US" altLang="zh-CN" sz="1600">
                <a:solidFill>
                  <a:schemeClr val="tx1"/>
                </a:solidFill>
                <a:latin typeface="Times New Roman" panose="02020603050405020304" charset="0"/>
                <a:ea typeface="宋体" panose="02010600030101010101" pitchFamily="2" charset="-122"/>
              </a:endParaRPr>
            </a:p>
          </p:txBody>
        </p:sp>
        <p:sp>
          <p:nvSpPr>
            <p:cNvPr id="79903" name="文本框 53279"/>
            <p:cNvSpPr txBox="1"/>
            <p:nvPr/>
          </p:nvSpPr>
          <p:spPr>
            <a:xfrm>
              <a:off x="4293" y="1715"/>
              <a:ext cx="381" cy="208"/>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8KB</a:t>
              </a:r>
              <a:endParaRPr lang="en-US" altLang="zh-CN" sz="1600">
                <a:solidFill>
                  <a:schemeClr val="tx1"/>
                </a:solidFill>
                <a:latin typeface="Times New Roman" panose="02020603050405020304" charset="0"/>
                <a:ea typeface="宋体" panose="02010600030101010101" pitchFamily="2" charset="-122"/>
              </a:endParaRPr>
            </a:p>
          </p:txBody>
        </p:sp>
        <p:sp>
          <p:nvSpPr>
            <p:cNvPr id="79904" name="文本框 53280"/>
            <p:cNvSpPr txBox="1"/>
            <p:nvPr/>
          </p:nvSpPr>
          <p:spPr>
            <a:xfrm>
              <a:off x="4293" y="1930"/>
              <a:ext cx="381" cy="21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9KB</a:t>
              </a:r>
              <a:endParaRPr lang="en-US" altLang="zh-CN" sz="1600">
                <a:solidFill>
                  <a:schemeClr val="tx1"/>
                </a:solidFill>
                <a:latin typeface="Times New Roman" panose="02020603050405020304" charset="0"/>
                <a:ea typeface="宋体" panose="02010600030101010101" pitchFamily="2" charset="-122"/>
              </a:endParaRPr>
            </a:p>
          </p:txBody>
        </p:sp>
        <p:sp>
          <p:nvSpPr>
            <p:cNvPr id="79905" name="文本框 53281"/>
            <p:cNvSpPr txBox="1"/>
            <p:nvPr/>
          </p:nvSpPr>
          <p:spPr>
            <a:xfrm>
              <a:off x="4171" y="2163"/>
              <a:ext cx="680" cy="207"/>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10KB-</a:t>
              </a:r>
              <a:r>
                <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rPr>
                <a:t>1</a:t>
              </a:r>
              <a:endPar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endParaRPr>
            </a:p>
          </p:txBody>
        </p:sp>
        <p:sp>
          <p:nvSpPr>
            <p:cNvPr id="53283" name="矩形 53282"/>
            <p:cNvSpPr/>
            <p:nvPr/>
          </p:nvSpPr>
          <p:spPr>
            <a:xfrm>
              <a:off x="451" y="159"/>
              <a:ext cx="793" cy="387"/>
            </a:xfrm>
            <a:prstGeom prst="rect">
              <a:avLst/>
            </a:prstGeom>
            <a:no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79907" name="直接连接符 53283"/>
            <p:cNvSpPr/>
            <p:nvPr/>
          </p:nvSpPr>
          <p:spPr>
            <a:xfrm>
              <a:off x="451" y="353"/>
              <a:ext cx="795"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9908" name="文本框 53284"/>
            <p:cNvSpPr txBox="1"/>
            <p:nvPr/>
          </p:nvSpPr>
          <p:spPr>
            <a:xfrm>
              <a:off x="289" y="33"/>
              <a:ext cx="188" cy="161"/>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79909" name="文本框 53285"/>
            <p:cNvSpPr txBox="1"/>
            <p:nvPr/>
          </p:nvSpPr>
          <p:spPr>
            <a:xfrm>
              <a:off x="124" y="247"/>
              <a:ext cx="426" cy="161"/>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1KB</a:t>
              </a:r>
              <a:endParaRPr lang="en-US" altLang="zh-CN" sz="1600">
                <a:solidFill>
                  <a:schemeClr val="tx1"/>
                </a:solidFill>
                <a:latin typeface="Times New Roman" panose="02020603050405020304" charset="0"/>
                <a:ea typeface="宋体" panose="02010600030101010101" pitchFamily="2" charset="-122"/>
              </a:endParaRPr>
            </a:p>
          </p:txBody>
        </p:sp>
        <p:sp>
          <p:nvSpPr>
            <p:cNvPr id="79910" name="文本框 53286"/>
            <p:cNvSpPr txBox="1"/>
            <p:nvPr/>
          </p:nvSpPr>
          <p:spPr>
            <a:xfrm>
              <a:off x="0" y="451"/>
              <a:ext cx="654" cy="17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2KB-</a:t>
              </a:r>
              <a:r>
                <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rPr>
                <a:t>1</a:t>
              </a:r>
              <a:endPar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endParaRPr>
            </a:p>
          </p:txBody>
        </p:sp>
        <p:sp>
          <p:nvSpPr>
            <p:cNvPr id="79911" name="文本框 53287"/>
            <p:cNvSpPr txBox="1"/>
            <p:nvPr/>
          </p:nvSpPr>
          <p:spPr>
            <a:xfrm>
              <a:off x="389" y="589"/>
              <a:ext cx="961"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程序</a:t>
              </a:r>
              <a:r>
                <a:rPr lang="en-US" altLang="zh-CN" sz="1600" baseline="-25000">
                  <a:solidFill>
                    <a:schemeClr val="tx1"/>
                  </a:solidFill>
                  <a:latin typeface="Times New Roman" panose="02020603050405020304" charset="0"/>
                  <a:ea typeface="宋体" panose="02010600030101010101" pitchFamily="2" charset="-122"/>
                </a:rPr>
                <a:t>1</a:t>
              </a:r>
              <a:r>
                <a:rPr lang="zh-CN" altLang="en-US" sz="1600">
                  <a:solidFill>
                    <a:schemeClr val="tx1"/>
                  </a:solidFill>
                  <a:latin typeface="Times New Roman" panose="02020603050405020304" charset="0"/>
                  <a:ea typeface="宋体" panose="02010600030101010101" pitchFamily="2" charset="-122"/>
                </a:rPr>
                <a:t>地址空间</a:t>
              </a:r>
              <a:endParaRPr lang="zh-CN" altLang="en-US" sz="1600">
                <a:solidFill>
                  <a:schemeClr val="tx1"/>
                </a:solidFill>
                <a:latin typeface="Times New Roman" panose="02020603050405020304" charset="0"/>
                <a:ea typeface="宋体" panose="02010600030101010101" pitchFamily="2" charset="-122"/>
              </a:endParaRPr>
            </a:p>
          </p:txBody>
        </p:sp>
        <p:sp>
          <p:nvSpPr>
            <p:cNvPr id="53289" name="矩形 53288"/>
            <p:cNvSpPr/>
            <p:nvPr/>
          </p:nvSpPr>
          <p:spPr>
            <a:xfrm>
              <a:off x="451" y="1999"/>
              <a:ext cx="793" cy="215"/>
            </a:xfrm>
            <a:prstGeom prst="rect">
              <a:avLst/>
            </a:prstGeom>
            <a:no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79913" name="文本框 53289"/>
            <p:cNvSpPr txBox="1"/>
            <p:nvPr/>
          </p:nvSpPr>
          <p:spPr>
            <a:xfrm>
              <a:off x="274" y="1881"/>
              <a:ext cx="188" cy="161"/>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79914" name="文本框 53290"/>
            <p:cNvSpPr txBox="1"/>
            <p:nvPr/>
          </p:nvSpPr>
          <p:spPr>
            <a:xfrm>
              <a:off x="9" y="2128"/>
              <a:ext cx="724" cy="190"/>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1KB-</a:t>
              </a:r>
              <a:r>
                <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rPr>
                <a:t>1</a:t>
              </a:r>
              <a:endPar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endParaRPr>
            </a:p>
          </p:txBody>
        </p:sp>
        <p:sp>
          <p:nvSpPr>
            <p:cNvPr id="79915" name="文本框 53291"/>
            <p:cNvSpPr txBox="1"/>
            <p:nvPr/>
          </p:nvSpPr>
          <p:spPr>
            <a:xfrm>
              <a:off x="344" y="2318"/>
              <a:ext cx="970"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程序</a:t>
              </a:r>
              <a:r>
                <a:rPr lang="en-US" altLang="zh-CN" sz="1600" baseline="-25000">
                  <a:solidFill>
                    <a:schemeClr val="tx1"/>
                  </a:solidFill>
                  <a:latin typeface="Times New Roman" panose="02020603050405020304" charset="0"/>
                  <a:ea typeface="宋体" panose="02010600030101010101" pitchFamily="2" charset="-122"/>
                </a:rPr>
                <a:t>3</a:t>
              </a:r>
              <a:r>
                <a:rPr lang="zh-CN" altLang="en-US" sz="1600">
                  <a:solidFill>
                    <a:schemeClr val="tx1"/>
                  </a:solidFill>
                  <a:latin typeface="Times New Roman" panose="02020603050405020304" charset="0"/>
                  <a:ea typeface="宋体" panose="02010600030101010101" pitchFamily="2" charset="-122"/>
                </a:rPr>
                <a:t>地址空间</a:t>
              </a:r>
              <a:endParaRPr lang="zh-CN" altLang="en-US" sz="1600">
                <a:solidFill>
                  <a:schemeClr val="tx1"/>
                </a:solidFill>
                <a:latin typeface="Times New Roman" panose="02020603050405020304" charset="0"/>
                <a:ea typeface="宋体" panose="02010600030101010101" pitchFamily="2" charset="-122"/>
              </a:endParaRPr>
            </a:p>
          </p:txBody>
        </p:sp>
        <p:sp>
          <p:nvSpPr>
            <p:cNvPr id="53293" name="矩形 53292"/>
            <p:cNvSpPr/>
            <p:nvPr/>
          </p:nvSpPr>
          <p:spPr>
            <a:xfrm>
              <a:off x="1588" y="194"/>
              <a:ext cx="793" cy="344"/>
            </a:xfrm>
            <a:prstGeom prst="rect">
              <a:avLst/>
            </a:prstGeom>
            <a:no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79917" name="直接连接符 53293"/>
            <p:cNvSpPr/>
            <p:nvPr/>
          </p:nvSpPr>
          <p:spPr>
            <a:xfrm>
              <a:off x="1588" y="366"/>
              <a:ext cx="795"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9918" name="直接连接符 53294"/>
            <p:cNvSpPr/>
            <p:nvPr/>
          </p:nvSpPr>
          <p:spPr>
            <a:xfrm>
              <a:off x="1941" y="194"/>
              <a:ext cx="0" cy="344"/>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9919" name="文本框 53295"/>
            <p:cNvSpPr txBox="1"/>
            <p:nvPr/>
          </p:nvSpPr>
          <p:spPr>
            <a:xfrm>
              <a:off x="1676" y="194"/>
              <a:ext cx="188" cy="161"/>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79920" name="文本框 53296"/>
            <p:cNvSpPr txBox="1"/>
            <p:nvPr/>
          </p:nvSpPr>
          <p:spPr>
            <a:xfrm>
              <a:off x="2118" y="194"/>
              <a:ext cx="188" cy="161"/>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5</a:t>
              </a:r>
              <a:endParaRPr lang="en-US" altLang="zh-CN" sz="1600">
                <a:solidFill>
                  <a:schemeClr val="tx1"/>
                </a:solidFill>
                <a:latin typeface="Times New Roman" panose="02020603050405020304" charset="0"/>
                <a:ea typeface="宋体" panose="02010600030101010101" pitchFamily="2" charset="-122"/>
              </a:endParaRPr>
            </a:p>
          </p:txBody>
        </p:sp>
        <p:sp>
          <p:nvSpPr>
            <p:cNvPr id="79921" name="文本框 53297"/>
            <p:cNvSpPr txBox="1"/>
            <p:nvPr/>
          </p:nvSpPr>
          <p:spPr>
            <a:xfrm>
              <a:off x="1676" y="366"/>
              <a:ext cx="188" cy="161"/>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79922" name="文本框 53298"/>
            <p:cNvSpPr txBox="1"/>
            <p:nvPr/>
          </p:nvSpPr>
          <p:spPr>
            <a:xfrm>
              <a:off x="2107" y="366"/>
              <a:ext cx="188" cy="161"/>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6</a:t>
              </a:r>
              <a:endParaRPr lang="en-US" altLang="zh-CN" sz="1600">
                <a:solidFill>
                  <a:schemeClr val="tx1"/>
                </a:solidFill>
                <a:latin typeface="Times New Roman" panose="02020603050405020304" charset="0"/>
                <a:ea typeface="宋体" panose="02010600030101010101" pitchFamily="2" charset="-122"/>
              </a:endParaRPr>
            </a:p>
          </p:txBody>
        </p:sp>
        <p:sp>
          <p:nvSpPr>
            <p:cNvPr id="79923" name="文本框 53299"/>
            <p:cNvSpPr txBox="1"/>
            <p:nvPr/>
          </p:nvSpPr>
          <p:spPr>
            <a:xfrm>
              <a:off x="1615" y="0"/>
              <a:ext cx="398" cy="204"/>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页号</a:t>
              </a:r>
              <a:endParaRPr lang="zh-CN" altLang="en-US" sz="1600">
                <a:solidFill>
                  <a:schemeClr val="tx1"/>
                </a:solidFill>
                <a:latin typeface="Times New Roman" panose="02020603050405020304" charset="0"/>
                <a:ea typeface="宋体" panose="02010600030101010101" pitchFamily="2" charset="-122"/>
              </a:endParaRPr>
            </a:p>
          </p:txBody>
        </p:sp>
        <p:sp>
          <p:nvSpPr>
            <p:cNvPr id="79924" name="文本框 53300"/>
            <p:cNvSpPr txBox="1"/>
            <p:nvPr/>
          </p:nvSpPr>
          <p:spPr>
            <a:xfrm>
              <a:off x="1995" y="11"/>
              <a:ext cx="397" cy="204"/>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块号</a:t>
              </a:r>
              <a:endParaRPr lang="zh-CN" altLang="en-US" sz="1600">
                <a:solidFill>
                  <a:schemeClr val="tx1"/>
                </a:solidFill>
                <a:latin typeface="Times New Roman" panose="02020603050405020304" charset="0"/>
                <a:ea typeface="宋体" panose="02010600030101010101" pitchFamily="2" charset="-122"/>
              </a:endParaRPr>
            </a:p>
          </p:txBody>
        </p:sp>
        <p:sp>
          <p:nvSpPr>
            <p:cNvPr id="53302" name="矩形 53301"/>
            <p:cNvSpPr/>
            <p:nvPr/>
          </p:nvSpPr>
          <p:spPr>
            <a:xfrm>
              <a:off x="1599" y="960"/>
              <a:ext cx="793" cy="558"/>
            </a:xfrm>
            <a:prstGeom prst="rect">
              <a:avLst/>
            </a:prstGeom>
            <a:no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79926" name="直接连接符 53302"/>
            <p:cNvSpPr/>
            <p:nvPr/>
          </p:nvSpPr>
          <p:spPr>
            <a:xfrm>
              <a:off x="1599" y="1132"/>
              <a:ext cx="795"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9927" name="文本框 53303"/>
            <p:cNvSpPr txBox="1"/>
            <p:nvPr/>
          </p:nvSpPr>
          <p:spPr>
            <a:xfrm>
              <a:off x="1687" y="960"/>
              <a:ext cx="188" cy="161"/>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79928" name="文本框 53304"/>
            <p:cNvSpPr txBox="1"/>
            <p:nvPr/>
          </p:nvSpPr>
          <p:spPr>
            <a:xfrm>
              <a:off x="2129" y="960"/>
              <a:ext cx="188" cy="161"/>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79929" name="文本框 53305"/>
            <p:cNvSpPr txBox="1"/>
            <p:nvPr/>
          </p:nvSpPr>
          <p:spPr>
            <a:xfrm>
              <a:off x="1687" y="1132"/>
              <a:ext cx="188" cy="161"/>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79930" name="文本框 53306"/>
            <p:cNvSpPr txBox="1"/>
            <p:nvPr/>
          </p:nvSpPr>
          <p:spPr>
            <a:xfrm>
              <a:off x="2118" y="1132"/>
              <a:ext cx="188" cy="161"/>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4</a:t>
              </a:r>
              <a:endParaRPr lang="en-US" altLang="zh-CN" sz="1600">
                <a:solidFill>
                  <a:schemeClr val="tx1"/>
                </a:solidFill>
                <a:latin typeface="Times New Roman" panose="02020603050405020304" charset="0"/>
                <a:ea typeface="宋体" panose="02010600030101010101" pitchFamily="2" charset="-122"/>
              </a:endParaRPr>
            </a:p>
          </p:txBody>
        </p:sp>
        <p:sp>
          <p:nvSpPr>
            <p:cNvPr id="53308" name="矩形 53307"/>
            <p:cNvSpPr/>
            <p:nvPr/>
          </p:nvSpPr>
          <p:spPr>
            <a:xfrm>
              <a:off x="1588" y="2034"/>
              <a:ext cx="793" cy="215"/>
            </a:xfrm>
            <a:prstGeom prst="rect">
              <a:avLst/>
            </a:prstGeom>
            <a:no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79932" name="文本框 53308"/>
            <p:cNvSpPr txBox="1"/>
            <p:nvPr/>
          </p:nvSpPr>
          <p:spPr>
            <a:xfrm>
              <a:off x="1676" y="2034"/>
              <a:ext cx="188" cy="161"/>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79933" name="文本框 53309"/>
            <p:cNvSpPr txBox="1"/>
            <p:nvPr/>
          </p:nvSpPr>
          <p:spPr>
            <a:xfrm>
              <a:off x="2118" y="2034"/>
              <a:ext cx="188" cy="161"/>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8</a:t>
              </a:r>
              <a:endParaRPr lang="en-US" altLang="zh-CN" sz="1600">
                <a:solidFill>
                  <a:schemeClr val="tx1"/>
                </a:solidFill>
                <a:latin typeface="Times New Roman" panose="02020603050405020304" charset="0"/>
                <a:ea typeface="宋体" panose="02010600030101010101" pitchFamily="2" charset="-122"/>
              </a:endParaRPr>
            </a:p>
          </p:txBody>
        </p:sp>
        <p:sp>
          <p:nvSpPr>
            <p:cNvPr id="79934" name="直接连接符 53310"/>
            <p:cNvSpPr/>
            <p:nvPr/>
          </p:nvSpPr>
          <p:spPr>
            <a:xfrm>
              <a:off x="1588" y="1346"/>
              <a:ext cx="795"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9935" name="直接连接符 53311"/>
            <p:cNvSpPr/>
            <p:nvPr/>
          </p:nvSpPr>
          <p:spPr>
            <a:xfrm>
              <a:off x="1941" y="960"/>
              <a:ext cx="0" cy="558"/>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9936" name="文本框 53312"/>
            <p:cNvSpPr txBox="1"/>
            <p:nvPr/>
          </p:nvSpPr>
          <p:spPr>
            <a:xfrm>
              <a:off x="1676" y="1346"/>
              <a:ext cx="188" cy="16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79937" name="文本框 53313"/>
            <p:cNvSpPr txBox="1"/>
            <p:nvPr/>
          </p:nvSpPr>
          <p:spPr>
            <a:xfrm>
              <a:off x="2107" y="1346"/>
              <a:ext cx="188" cy="16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7</a:t>
              </a:r>
              <a:endParaRPr lang="en-US" altLang="zh-CN" sz="1600">
                <a:solidFill>
                  <a:schemeClr val="tx1"/>
                </a:solidFill>
                <a:latin typeface="Times New Roman" panose="02020603050405020304" charset="0"/>
                <a:ea typeface="宋体" panose="02010600030101010101" pitchFamily="2" charset="-122"/>
              </a:endParaRPr>
            </a:p>
          </p:txBody>
        </p:sp>
        <p:sp>
          <p:nvSpPr>
            <p:cNvPr id="79938" name="直接连接符 53314"/>
            <p:cNvSpPr/>
            <p:nvPr/>
          </p:nvSpPr>
          <p:spPr>
            <a:xfrm>
              <a:off x="1941" y="2034"/>
              <a:ext cx="0" cy="215"/>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9939" name="文本框 53315"/>
            <p:cNvSpPr txBox="1"/>
            <p:nvPr/>
          </p:nvSpPr>
          <p:spPr>
            <a:xfrm>
              <a:off x="1659" y="589"/>
              <a:ext cx="743"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程序</a:t>
              </a:r>
              <a:r>
                <a:rPr lang="en-US" altLang="zh-CN" sz="1600" baseline="-25000">
                  <a:solidFill>
                    <a:schemeClr val="tx1"/>
                  </a:solidFill>
                  <a:latin typeface="Times New Roman" panose="02020603050405020304" charset="0"/>
                  <a:ea typeface="宋体" panose="02010600030101010101" pitchFamily="2" charset="-122"/>
                </a:rPr>
                <a:t>1</a:t>
              </a:r>
              <a:r>
                <a:rPr lang="zh-CN" altLang="en-US" sz="1600">
                  <a:solidFill>
                    <a:schemeClr val="tx1"/>
                  </a:solidFill>
                  <a:latin typeface="Times New Roman" panose="02020603050405020304" charset="0"/>
                  <a:ea typeface="宋体" panose="02010600030101010101" pitchFamily="2" charset="-122"/>
                </a:rPr>
                <a:t>页表</a:t>
              </a:r>
              <a:endParaRPr lang="zh-CN" altLang="en-US" sz="1600">
                <a:solidFill>
                  <a:schemeClr val="tx1"/>
                </a:solidFill>
                <a:latin typeface="Times New Roman" panose="02020603050405020304" charset="0"/>
                <a:ea typeface="宋体" panose="02010600030101010101" pitchFamily="2" charset="-122"/>
              </a:endParaRPr>
            </a:p>
          </p:txBody>
        </p:sp>
        <p:sp>
          <p:nvSpPr>
            <p:cNvPr id="79940" name="文本框 53316"/>
            <p:cNvSpPr txBox="1"/>
            <p:nvPr/>
          </p:nvSpPr>
          <p:spPr>
            <a:xfrm>
              <a:off x="1677" y="1579"/>
              <a:ext cx="751"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程序</a:t>
              </a:r>
              <a:r>
                <a:rPr lang="en-US" altLang="zh-CN" sz="1600" baseline="-25000">
                  <a:solidFill>
                    <a:schemeClr val="tx1"/>
                  </a:solidFill>
                  <a:latin typeface="Times New Roman" panose="02020603050405020304" charset="0"/>
                  <a:ea typeface="宋体" panose="02010600030101010101" pitchFamily="2" charset="-122"/>
                </a:rPr>
                <a:t>2</a:t>
              </a:r>
              <a:r>
                <a:rPr lang="zh-CN" altLang="en-US" sz="1600">
                  <a:solidFill>
                    <a:schemeClr val="tx1"/>
                  </a:solidFill>
                  <a:latin typeface="Times New Roman" panose="02020603050405020304" charset="0"/>
                  <a:ea typeface="宋体" panose="02010600030101010101" pitchFamily="2" charset="-122"/>
                </a:rPr>
                <a:t>页表</a:t>
              </a:r>
              <a:endParaRPr lang="zh-CN" altLang="en-US" sz="1600">
                <a:solidFill>
                  <a:schemeClr val="tx1"/>
                </a:solidFill>
                <a:latin typeface="Times New Roman" panose="02020603050405020304" charset="0"/>
                <a:ea typeface="宋体" panose="02010600030101010101" pitchFamily="2" charset="-122"/>
              </a:endParaRPr>
            </a:p>
          </p:txBody>
        </p:sp>
        <p:sp>
          <p:nvSpPr>
            <p:cNvPr id="79941" name="文本框 53317"/>
            <p:cNvSpPr txBox="1"/>
            <p:nvPr/>
          </p:nvSpPr>
          <p:spPr>
            <a:xfrm>
              <a:off x="1677" y="2344"/>
              <a:ext cx="735"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程序</a:t>
              </a:r>
              <a:r>
                <a:rPr lang="en-US" altLang="zh-CN" sz="1600" baseline="-25000">
                  <a:solidFill>
                    <a:schemeClr val="tx1"/>
                  </a:solidFill>
                  <a:latin typeface="Times New Roman" panose="02020603050405020304" charset="0"/>
                  <a:ea typeface="宋体" panose="02010600030101010101" pitchFamily="2" charset="-122"/>
                </a:rPr>
                <a:t>3</a:t>
              </a:r>
              <a:r>
                <a:rPr lang="zh-CN" altLang="en-US" sz="1600">
                  <a:solidFill>
                    <a:schemeClr val="tx1"/>
                  </a:solidFill>
                  <a:latin typeface="Times New Roman" panose="02020603050405020304" charset="0"/>
                  <a:ea typeface="宋体" panose="02010600030101010101" pitchFamily="2" charset="-122"/>
                </a:rPr>
                <a:t>页表</a:t>
              </a:r>
              <a:endParaRPr lang="zh-CN" altLang="en-US" sz="1600">
                <a:solidFill>
                  <a:schemeClr val="tx1"/>
                </a:solidFill>
                <a:latin typeface="Times New Roman" panose="02020603050405020304" charset="0"/>
                <a:ea typeface="宋体" panose="02010600030101010101" pitchFamily="2" charset="-122"/>
              </a:endParaRPr>
            </a:p>
          </p:txBody>
        </p:sp>
        <p:sp>
          <p:nvSpPr>
            <p:cNvPr id="79942" name="文本框 53318"/>
            <p:cNvSpPr txBox="1"/>
            <p:nvPr/>
          </p:nvSpPr>
          <p:spPr>
            <a:xfrm>
              <a:off x="3709" y="100"/>
              <a:ext cx="354" cy="161"/>
            </a:xfrm>
            <a:prstGeom prst="rect">
              <a:avLst/>
            </a:prstGeom>
            <a:noFill/>
            <a:ln w="9525">
              <a:noFill/>
              <a:miter/>
            </a:ln>
          </p:spPr>
          <p:txBody>
            <a:bodyPr anchor="t"/>
            <a:p>
              <a:pPr lvl="0" algn="just">
                <a:lnSpc>
                  <a:spcPct val="80000"/>
                </a:lnSpc>
              </a:pPr>
              <a:r>
                <a:rPr lang="en-US" altLang="zh-CN" sz="2000">
                  <a:solidFill>
                    <a:schemeClr val="tx1"/>
                  </a:solidFill>
                  <a:latin typeface="Times New Roman" panose="02020603050405020304" charset="0"/>
                  <a:ea typeface="宋体" panose="02010600030101010101" pitchFamily="2" charset="-122"/>
                </a:rPr>
                <a:t>os</a:t>
              </a:r>
              <a:endParaRPr lang="en-US" altLang="zh-CN" sz="2000">
                <a:solidFill>
                  <a:schemeClr val="tx1"/>
                </a:solidFill>
                <a:latin typeface="Times New Roman" panose="02020603050405020304" charset="0"/>
                <a:ea typeface="宋体" panose="02010600030101010101" pitchFamily="2" charset="-122"/>
              </a:endParaRPr>
            </a:p>
          </p:txBody>
        </p:sp>
        <p:sp>
          <p:nvSpPr>
            <p:cNvPr id="79943" name="文本框 53319"/>
            <p:cNvSpPr txBox="1"/>
            <p:nvPr/>
          </p:nvSpPr>
          <p:spPr>
            <a:xfrm>
              <a:off x="3709" y="315"/>
              <a:ext cx="354" cy="161"/>
            </a:xfrm>
            <a:prstGeom prst="rect">
              <a:avLst/>
            </a:prstGeom>
            <a:noFill/>
            <a:ln w="9525">
              <a:noFill/>
              <a:miter/>
            </a:ln>
          </p:spPr>
          <p:txBody>
            <a:bodyPr anchor="t"/>
            <a:p>
              <a:pPr lvl="0" algn="just">
                <a:lnSpc>
                  <a:spcPct val="80000"/>
                </a:lnSpc>
              </a:pPr>
              <a:r>
                <a:rPr lang="en-US" altLang="zh-CN" sz="2000">
                  <a:solidFill>
                    <a:schemeClr val="tx1"/>
                  </a:solidFill>
                  <a:latin typeface="Times New Roman" panose="02020603050405020304" charset="0"/>
                  <a:ea typeface="宋体" panose="02010600030101010101" pitchFamily="2" charset="-122"/>
                </a:rPr>
                <a:t>os</a:t>
              </a:r>
              <a:endParaRPr lang="en-US" altLang="zh-CN" sz="2000">
                <a:solidFill>
                  <a:schemeClr val="tx1"/>
                </a:solidFill>
                <a:latin typeface="Times New Roman" panose="02020603050405020304" charset="0"/>
                <a:ea typeface="宋体" panose="02010600030101010101" pitchFamily="2" charset="-122"/>
              </a:endParaRPr>
            </a:p>
          </p:txBody>
        </p:sp>
        <p:sp>
          <p:nvSpPr>
            <p:cNvPr id="79944" name="直接连接符 53320"/>
            <p:cNvSpPr/>
            <p:nvPr/>
          </p:nvSpPr>
          <p:spPr>
            <a:xfrm>
              <a:off x="2383" y="272"/>
              <a:ext cx="1017" cy="989"/>
            </a:xfrm>
            <a:prstGeom prst="line">
              <a:avLst/>
            </a:prstGeom>
            <a:ln w="1905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9945" name="直接连接符 53321"/>
            <p:cNvSpPr/>
            <p:nvPr/>
          </p:nvSpPr>
          <p:spPr>
            <a:xfrm>
              <a:off x="2383" y="487"/>
              <a:ext cx="1017" cy="988"/>
            </a:xfrm>
            <a:prstGeom prst="line">
              <a:avLst/>
            </a:prstGeom>
            <a:ln w="1905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9946" name="直接连接符 53322"/>
            <p:cNvSpPr/>
            <p:nvPr/>
          </p:nvSpPr>
          <p:spPr>
            <a:xfrm flipV="1">
              <a:off x="2383" y="573"/>
              <a:ext cx="1017" cy="473"/>
            </a:xfrm>
            <a:prstGeom prst="line">
              <a:avLst/>
            </a:prstGeom>
            <a:ln w="1905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9947" name="直接连接符 53323"/>
            <p:cNvSpPr/>
            <p:nvPr/>
          </p:nvSpPr>
          <p:spPr>
            <a:xfrm flipV="1">
              <a:off x="2383" y="1003"/>
              <a:ext cx="1017" cy="215"/>
            </a:xfrm>
            <a:prstGeom prst="line">
              <a:avLst/>
            </a:prstGeom>
            <a:ln w="1905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9948" name="直接连接符 53324"/>
            <p:cNvSpPr/>
            <p:nvPr/>
          </p:nvSpPr>
          <p:spPr>
            <a:xfrm>
              <a:off x="2383" y="1389"/>
              <a:ext cx="1017" cy="301"/>
            </a:xfrm>
            <a:prstGeom prst="line">
              <a:avLst/>
            </a:prstGeom>
            <a:ln w="1905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9949" name="直接连接符 53325"/>
            <p:cNvSpPr/>
            <p:nvPr/>
          </p:nvSpPr>
          <p:spPr>
            <a:xfrm flipV="1">
              <a:off x="2383" y="1905"/>
              <a:ext cx="1017" cy="258"/>
            </a:xfrm>
            <a:prstGeom prst="line">
              <a:avLst/>
            </a:prstGeom>
            <a:ln w="1905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53327" name="文本框 53326"/>
          <p:cNvSpPr txBox="1"/>
          <p:nvPr/>
        </p:nvSpPr>
        <p:spPr>
          <a:xfrm>
            <a:off x="3841750" y="5857875"/>
            <a:ext cx="1635125" cy="336550"/>
          </a:xfrm>
          <a:prstGeom prst="rect">
            <a:avLst/>
          </a:prstGeom>
          <a:noFill/>
          <a:ln w="9525">
            <a:noFill/>
            <a:miter/>
          </a:ln>
        </p:spPr>
        <p:txBody>
          <a:bodyPr anchor="t">
            <a:spAutoFit/>
          </a:bodyPr>
          <a:p>
            <a:pPr lvl="0">
              <a:spcBef>
                <a:spcPct val="30000"/>
              </a:spcBef>
            </a:pPr>
            <a:r>
              <a:rPr lang="zh-CN" altLang="en-US" sz="1600" b="0">
                <a:solidFill>
                  <a:schemeClr val="tx1"/>
                </a:solidFill>
                <a:latin typeface="Times New Roman" panose="02020603050405020304" charset="0"/>
                <a:ea typeface="宋体" panose="02010600030101010101" pitchFamily="2" charset="-122"/>
              </a:rPr>
              <a:t>分页映像存储</a:t>
            </a:r>
            <a:endParaRPr lang="zh-CN" altLang="en-US" sz="1600" b="0">
              <a:solidFill>
                <a:schemeClr val="tx1"/>
              </a:solidFill>
              <a:latin typeface="Times New Roman" panose="02020603050405020304" charset="0"/>
              <a:ea typeface="宋体" panose="02010600030101010101" pitchFamily="2" charset="-122"/>
            </a:endParaRPr>
          </a:p>
        </p:txBody>
      </p:sp>
      <p:sp>
        <p:nvSpPr>
          <p:cNvPr id="53328" name="矩形 5332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页式存储管理</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3251" grpId="0" build="p"/>
      <p:bldP spid="53327"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5" name="矩形 54274"/>
          <p:cNvSpPr/>
          <p:nvPr/>
        </p:nvSpPr>
        <p:spPr>
          <a:xfrm>
            <a:off x="171450" y="544513"/>
            <a:ext cx="8797925" cy="234632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b="1" strike="noStrike" noProof="1">
                <a:solidFill>
                  <a:srgbClr val="990000"/>
                </a:solidFill>
                <a:latin typeface="Times New Roman" panose="02020603050405020304" charset="0"/>
                <a:ea typeface="宋体" panose="02010600030101010101" pitchFamily="2" charset="-122"/>
                <a:cs typeface="+mn-ea"/>
              </a:rPr>
              <a:t>页式地址变换</a:t>
            </a:r>
            <a:endParaRPr lang="zh-CN" altLang="en-US" b="1" strike="noStrike" noProof="1">
              <a:solidFill>
                <a:srgbClr val="990000"/>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虚地址结构</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当</a:t>
            </a:r>
            <a:r>
              <a:rPr lang="en-US" altLang="zh-CN" sz="2400" strike="noStrike" noProof="1">
                <a:solidFill>
                  <a:schemeClr val="tx1"/>
                </a:solidFill>
                <a:latin typeface="Times New Roman" panose="02020603050405020304" charset="0"/>
                <a:ea typeface="宋体" panose="02010600030101010101" pitchFamily="2" charset="-122"/>
                <a:cs typeface="+mn-ea"/>
              </a:rPr>
              <a:t>CPU</a:t>
            </a:r>
            <a:r>
              <a:rPr lang="zh-CN" altLang="en-US" sz="2400" strike="noStrike" noProof="1">
                <a:solidFill>
                  <a:schemeClr val="tx1"/>
                </a:solidFill>
                <a:latin typeface="Times New Roman" panose="02020603050405020304" charset="0"/>
                <a:ea typeface="宋体" panose="02010600030101010101" pitchFamily="2" charset="-122"/>
                <a:cs typeface="+mn-ea"/>
              </a:rPr>
              <a:t>给出的虚地址长度为</a:t>
            </a:r>
            <a:r>
              <a:rPr lang="en-US" altLang="zh-CN" sz="2400" strike="noStrike" noProof="1">
                <a:solidFill>
                  <a:schemeClr val="tx1"/>
                </a:solidFill>
                <a:latin typeface="Times New Roman" panose="02020603050405020304" charset="0"/>
                <a:ea typeface="宋体" panose="02010600030101010101" pitchFamily="2" charset="-122"/>
                <a:cs typeface="+mn-ea"/>
              </a:rPr>
              <a:t>16</a:t>
            </a:r>
            <a:r>
              <a:rPr lang="zh-CN" altLang="en-US" sz="2400" strike="noStrike" noProof="1">
                <a:solidFill>
                  <a:schemeClr val="tx1"/>
                </a:solidFill>
                <a:latin typeface="Times New Roman" panose="02020603050405020304" charset="0"/>
                <a:ea typeface="宋体" panose="02010600030101010101" pitchFamily="2" charset="-122"/>
                <a:cs typeface="+mn-ea"/>
              </a:rPr>
              <a:t>位，页面大小为</a:t>
            </a:r>
            <a:r>
              <a:rPr lang="en-US" altLang="zh-CN" sz="2400" strike="noStrike" noProof="1">
                <a:solidFill>
                  <a:schemeClr val="tx1"/>
                </a:solidFill>
                <a:latin typeface="Times New Roman" panose="02020603050405020304" charset="0"/>
                <a:ea typeface="宋体" panose="02010600030101010101" pitchFamily="2" charset="-122"/>
                <a:cs typeface="+mn-ea"/>
              </a:rPr>
              <a:t>1KB</a:t>
            </a:r>
            <a:r>
              <a:rPr lang="zh-CN" altLang="en-US" sz="2400" strike="noStrike" noProof="1">
                <a:solidFill>
                  <a:schemeClr val="tx1"/>
                </a:solidFill>
                <a:latin typeface="Times New Roman" panose="02020603050405020304" charset="0"/>
                <a:ea typeface="宋体" panose="02010600030101010101" pitchFamily="2" charset="-122"/>
                <a:cs typeface="+mn-ea"/>
              </a:rPr>
              <a:t>时，</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在分页系统中地址结构的格式如下：</a:t>
            </a:r>
            <a:endParaRPr lang="zh-CN" altLang="en-US" sz="2400" strike="noStrike" noProof="1">
              <a:solidFill>
                <a:schemeClr val="tx1"/>
              </a:solidFill>
              <a:latin typeface="Times New Roman" panose="02020603050405020304" charset="0"/>
              <a:ea typeface="宋体" panose="02010600030101010101" pitchFamily="2" charset="-122"/>
            </a:endParaRPr>
          </a:p>
        </p:txBody>
      </p:sp>
      <p:grpSp>
        <p:nvGrpSpPr>
          <p:cNvPr id="54276" name="组合 54275"/>
          <p:cNvGrpSpPr/>
          <p:nvPr/>
        </p:nvGrpSpPr>
        <p:grpSpPr>
          <a:xfrm>
            <a:off x="720725" y="3180398"/>
            <a:ext cx="3914775" cy="1114125"/>
            <a:chOff x="0" y="0"/>
            <a:chExt cx="2134" cy="865"/>
          </a:xfrm>
        </p:grpSpPr>
        <p:grpSp>
          <p:nvGrpSpPr>
            <p:cNvPr id="80899" name="组合 54276"/>
            <p:cNvGrpSpPr/>
            <p:nvPr/>
          </p:nvGrpSpPr>
          <p:grpSpPr>
            <a:xfrm>
              <a:off x="48" y="268"/>
              <a:ext cx="1968" cy="336"/>
              <a:chOff x="0" y="0"/>
              <a:chExt cx="3360" cy="480"/>
            </a:xfrm>
          </p:grpSpPr>
          <p:sp>
            <p:nvSpPr>
              <p:cNvPr id="80900" name="文本框 54277"/>
              <p:cNvSpPr txBox="1"/>
              <p:nvPr/>
            </p:nvSpPr>
            <p:spPr>
              <a:xfrm>
                <a:off x="0" y="0"/>
                <a:ext cx="3360" cy="480"/>
              </a:xfrm>
              <a:prstGeom prst="rect">
                <a:avLst/>
              </a:prstGeom>
              <a:noFill/>
              <a:ln w="9525" cap="flat" cmpd="sng">
                <a:solidFill>
                  <a:srgbClr val="000000"/>
                </a:solidFill>
                <a:prstDash val="solid"/>
                <a:miter/>
                <a:headEnd type="none" w="med" len="med"/>
                <a:tailEnd type="none" w="med" len="med"/>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p                          w</a:t>
                </a:r>
                <a:endParaRPr lang="en-US" altLang="zh-CN" sz="1600">
                  <a:solidFill>
                    <a:schemeClr val="tx1"/>
                  </a:solidFill>
                  <a:latin typeface="Times New Roman" panose="02020603050405020304" charset="0"/>
                  <a:ea typeface="宋体" panose="02010600030101010101" pitchFamily="2" charset="-122"/>
                </a:endParaRPr>
              </a:p>
            </p:txBody>
          </p:sp>
          <p:sp>
            <p:nvSpPr>
              <p:cNvPr id="80901" name="直接连接符 54278"/>
              <p:cNvSpPr/>
              <p:nvPr/>
            </p:nvSpPr>
            <p:spPr>
              <a:xfrm>
                <a:off x="1335" y="0"/>
                <a:ext cx="0" cy="48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80902" name="文本框 54279"/>
            <p:cNvSpPr txBox="1"/>
            <p:nvPr/>
          </p:nvSpPr>
          <p:spPr>
            <a:xfrm>
              <a:off x="0" y="603"/>
              <a:ext cx="2134" cy="262"/>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15                   10   9                                    0</a:t>
              </a:r>
              <a:endParaRPr lang="en-US" altLang="zh-CN" sz="1600">
                <a:solidFill>
                  <a:schemeClr val="tx1"/>
                </a:solidFill>
                <a:latin typeface="Times New Roman" panose="02020603050405020304" charset="0"/>
                <a:ea typeface="宋体" panose="02010600030101010101" pitchFamily="2" charset="-122"/>
              </a:endParaRPr>
            </a:p>
          </p:txBody>
        </p:sp>
        <p:sp>
          <p:nvSpPr>
            <p:cNvPr id="80903" name="文本框 54280"/>
            <p:cNvSpPr txBox="1"/>
            <p:nvPr/>
          </p:nvSpPr>
          <p:spPr>
            <a:xfrm>
              <a:off x="192" y="0"/>
              <a:ext cx="528" cy="26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页号</a:t>
              </a:r>
              <a:r>
                <a:rPr lang="en-US" altLang="zh-CN" sz="1600">
                  <a:solidFill>
                    <a:schemeClr val="tx1"/>
                  </a:solidFill>
                  <a:latin typeface="Times New Roman" panose="02020603050405020304" charset="0"/>
                  <a:ea typeface="宋体" panose="02010600030101010101" pitchFamily="2" charset="-122"/>
                </a:rPr>
                <a:t>P</a:t>
              </a:r>
              <a:endParaRPr lang="en-US" altLang="zh-CN" sz="1600">
                <a:solidFill>
                  <a:schemeClr val="tx1"/>
                </a:solidFill>
                <a:latin typeface="Times New Roman" panose="02020603050405020304" charset="0"/>
                <a:ea typeface="宋体" panose="02010600030101010101" pitchFamily="2" charset="-122"/>
              </a:endParaRPr>
            </a:p>
          </p:txBody>
        </p:sp>
        <p:sp>
          <p:nvSpPr>
            <p:cNvPr id="80904" name="文本框 54281"/>
            <p:cNvSpPr txBox="1"/>
            <p:nvPr/>
          </p:nvSpPr>
          <p:spPr>
            <a:xfrm>
              <a:off x="1057" y="0"/>
              <a:ext cx="863" cy="26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页内位移</a:t>
              </a:r>
              <a:r>
                <a:rPr lang="en-US" altLang="zh-CN" sz="1600">
                  <a:solidFill>
                    <a:schemeClr val="tx1"/>
                  </a:solidFill>
                  <a:latin typeface="Times New Roman" panose="02020603050405020304" charset="0"/>
                  <a:ea typeface="宋体" panose="02010600030101010101" pitchFamily="2" charset="-122"/>
                </a:rPr>
                <a:t>W</a:t>
              </a:r>
              <a:endParaRPr lang="en-US" altLang="zh-CN" sz="1600">
                <a:solidFill>
                  <a:schemeClr val="tx1"/>
                </a:solidFill>
                <a:latin typeface="Times New Roman" panose="02020603050405020304" charset="0"/>
                <a:ea typeface="宋体" panose="02010600030101010101" pitchFamily="2" charset="-122"/>
              </a:endParaRPr>
            </a:p>
          </p:txBody>
        </p:sp>
      </p:grpSp>
      <p:grpSp>
        <p:nvGrpSpPr>
          <p:cNvPr id="54283" name="组合 54282"/>
          <p:cNvGrpSpPr/>
          <p:nvPr/>
        </p:nvGrpSpPr>
        <p:grpSpPr>
          <a:xfrm>
            <a:off x="5272088" y="3271838"/>
            <a:ext cx="3559175" cy="2185987"/>
            <a:chOff x="156" y="72"/>
            <a:chExt cx="1048" cy="1256"/>
          </a:xfrm>
        </p:grpSpPr>
        <p:sp>
          <p:nvSpPr>
            <p:cNvPr id="80906" name="文本框 54283"/>
            <p:cNvSpPr txBox="1"/>
            <p:nvPr/>
          </p:nvSpPr>
          <p:spPr>
            <a:xfrm>
              <a:off x="426" y="127"/>
              <a:ext cx="612" cy="933"/>
            </a:xfrm>
            <a:prstGeom prst="rect">
              <a:avLst/>
            </a:prstGeom>
            <a:noFill/>
            <a:ln w="9525" cap="flat" cmpd="sng">
              <a:solidFill>
                <a:srgbClr val="000000"/>
              </a:solidFill>
              <a:prstDash val="solid"/>
              <a:miter/>
              <a:headEnd type="none" w="med" len="med"/>
              <a:tailEnd type="none" w="med" len="med"/>
            </a:ln>
          </p:spPr>
          <p:txBody>
            <a:bodyPr anchor="t"/>
            <a:p>
              <a:pPr lvl="0" algn="just"/>
              <a:r>
                <a:rPr lang="en-US" altLang="zh-CN" sz="1600">
                  <a:solidFill>
                    <a:schemeClr val="tx1"/>
                  </a:solidFill>
                  <a:latin typeface="Times New Roman" panose="02020603050405020304" charset="0"/>
                  <a:ea typeface="宋体" panose="02010600030101010101" pitchFamily="2" charset="-122"/>
                </a:rPr>
                <a:t>mov  r</a:t>
              </a:r>
              <a:r>
                <a:rPr lang="en-US" altLang="zh-CN" sz="1600" baseline="-25000">
                  <a:solidFill>
                    <a:schemeClr val="tx1"/>
                  </a:solidFill>
                  <a:latin typeface="Times New Roman" panose="02020603050405020304" charset="0"/>
                  <a:ea typeface="宋体" panose="02010600030101010101" pitchFamily="2" charset="-122"/>
                </a:rPr>
                <a:t>1 </a:t>
              </a:r>
              <a:r>
                <a:rPr lang="en-US" altLang="zh-CN" sz="1600">
                  <a:solidFill>
                    <a:schemeClr val="tx1"/>
                  </a:solidFill>
                  <a:latin typeface="Times New Roman" panose="02020603050405020304" charset="0"/>
                  <a:ea typeface="宋体" panose="02010600030101010101" pitchFamily="2" charset="-122"/>
                </a:rPr>
                <a:t>, [2500]</a:t>
              </a:r>
              <a:endParaRPr lang="en-US" altLang="zh-CN" sz="1600">
                <a:solidFill>
                  <a:schemeClr val="tx1"/>
                </a:solidFill>
                <a:latin typeface="Times New Roman" panose="02020603050405020304" charset="0"/>
                <a:ea typeface="宋体" panose="02010600030101010101" pitchFamily="2" charset="-122"/>
              </a:endParaRPr>
            </a:p>
            <a:p>
              <a:pPr lvl="0" algn="just"/>
              <a:endParaRPr lang="en-US" altLang="zh-CN" sz="1600">
                <a:solidFill>
                  <a:schemeClr val="tx1"/>
                </a:solidFill>
                <a:latin typeface="Times New Roman" panose="02020603050405020304" charset="0"/>
                <a:ea typeface="宋体" panose="02010600030101010101" pitchFamily="2" charset="-122"/>
              </a:endParaRPr>
            </a:p>
            <a:p>
              <a:pPr lvl="0" algn="just"/>
              <a:endParaRPr lang="en-US" altLang="zh-CN" sz="1600">
                <a:solidFill>
                  <a:schemeClr val="tx1"/>
                </a:solidFill>
                <a:latin typeface="Times New Roman" panose="02020603050405020304" charset="0"/>
                <a:ea typeface="宋体" panose="02010600030101010101" pitchFamily="2" charset="-122"/>
              </a:endParaRPr>
            </a:p>
            <a:p>
              <a:pPr lvl="0" algn="just"/>
              <a:endParaRPr lang="en-US" altLang="zh-CN" sz="1600">
                <a:solidFill>
                  <a:schemeClr val="tx1"/>
                </a:solidFill>
                <a:latin typeface="Times New Roman" panose="02020603050405020304" charset="0"/>
                <a:ea typeface="宋体" panose="02010600030101010101" pitchFamily="2" charset="-122"/>
              </a:endParaRPr>
            </a:p>
            <a:p>
              <a:pPr lvl="0" algn="just"/>
              <a:endParaRPr lang="en-US" altLang="zh-CN" sz="1600">
                <a:solidFill>
                  <a:schemeClr val="tx1"/>
                </a:solidFill>
                <a:latin typeface="Times New Roman" panose="02020603050405020304" charset="0"/>
                <a:ea typeface="宋体" panose="02010600030101010101" pitchFamily="2" charset="-122"/>
              </a:endParaRPr>
            </a:p>
            <a:p>
              <a:pPr lvl="0" algn="just"/>
              <a:r>
                <a:rPr lang="en-US" altLang="zh-CN" sz="1600">
                  <a:solidFill>
                    <a:schemeClr val="tx1"/>
                  </a:solidFill>
                  <a:latin typeface="Times New Roman" panose="02020603050405020304" charset="0"/>
                  <a:ea typeface="宋体" panose="02010600030101010101" pitchFamily="2" charset="-122"/>
                </a:rPr>
                <a:t>123</a:t>
              </a:r>
              <a:endParaRPr lang="en-US" altLang="zh-CN" sz="1600">
                <a:solidFill>
                  <a:schemeClr val="tx1"/>
                </a:solidFill>
                <a:latin typeface="Times New Roman" panose="02020603050405020304" charset="0"/>
                <a:ea typeface="宋体" panose="02010600030101010101" pitchFamily="2" charset="-122"/>
              </a:endParaRPr>
            </a:p>
          </p:txBody>
        </p:sp>
        <p:sp>
          <p:nvSpPr>
            <p:cNvPr id="80907" name="直接连接符 54284"/>
            <p:cNvSpPr/>
            <p:nvPr/>
          </p:nvSpPr>
          <p:spPr>
            <a:xfrm>
              <a:off x="415" y="466"/>
              <a:ext cx="62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0908" name="直接连接符 54285"/>
            <p:cNvSpPr/>
            <p:nvPr/>
          </p:nvSpPr>
          <p:spPr>
            <a:xfrm>
              <a:off x="415" y="763"/>
              <a:ext cx="62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0909" name="文本框 54286"/>
            <p:cNvSpPr txBox="1"/>
            <p:nvPr/>
          </p:nvSpPr>
          <p:spPr>
            <a:xfrm>
              <a:off x="295" y="72"/>
              <a:ext cx="176" cy="159"/>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80910" name="文本框 54287"/>
            <p:cNvSpPr txBox="1"/>
            <p:nvPr/>
          </p:nvSpPr>
          <p:spPr>
            <a:xfrm>
              <a:off x="225" y="341"/>
              <a:ext cx="237" cy="168"/>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1KB</a:t>
              </a:r>
              <a:endParaRPr lang="en-US" altLang="zh-CN" sz="1600">
                <a:solidFill>
                  <a:schemeClr val="tx1"/>
                </a:solidFill>
                <a:latin typeface="Times New Roman" panose="02020603050405020304" charset="0"/>
                <a:ea typeface="宋体" panose="02010600030101010101" pitchFamily="2" charset="-122"/>
              </a:endParaRPr>
            </a:p>
          </p:txBody>
        </p:sp>
        <p:sp>
          <p:nvSpPr>
            <p:cNvPr id="80911" name="文本框 54288"/>
            <p:cNvSpPr txBox="1"/>
            <p:nvPr/>
          </p:nvSpPr>
          <p:spPr>
            <a:xfrm>
              <a:off x="225" y="693"/>
              <a:ext cx="249" cy="18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2KB</a:t>
              </a:r>
              <a:endParaRPr lang="en-US" altLang="zh-CN" sz="1600">
                <a:solidFill>
                  <a:schemeClr val="tx1"/>
                </a:solidFill>
                <a:latin typeface="Times New Roman" panose="02020603050405020304" charset="0"/>
                <a:ea typeface="宋体" panose="02010600030101010101" pitchFamily="2" charset="-122"/>
              </a:endParaRPr>
            </a:p>
          </p:txBody>
        </p:sp>
        <p:sp>
          <p:nvSpPr>
            <p:cNvPr id="80912" name="文本框 54289"/>
            <p:cNvSpPr txBox="1"/>
            <p:nvPr/>
          </p:nvSpPr>
          <p:spPr>
            <a:xfrm>
              <a:off x="156" y="999"/>
              <a:ext cx="315" cy="170"/>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3KB-</a:t>
              </a:r>
              <a:r>
                <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rPr>
                <a:t>1</a:t>
              </a:r>
              <a:endPar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endParaRPr>
            </a:p>
          </p:txBody>
        </p:sp>
        <p:sp>
          <p:nvSpPr>
            <p:cNvPr id="80913" name="文本框 54290"/>
            <p:cNvSpPr txBox="1"/>
            <p:nvPr/>
          </p:nvSpPr>
          <p:spPr>
            <a:xfrm>
              <a:off x="327" y="1134"/>
              <a:ext cx="877" cy="194"/>
            </a:xfrm>
            <a:prstGeom prst="rect">
              <a:avLst/>
            </a:prstGeom>
            <a:noFill/>
            <a:ln w="9525">
              <a:noFill/>
              <a:miter/>
            </a:ln>
          </p:spPr>
          <p:txBody>
            <a:bodyPr anchor="t">
              <a:spAutoFit/>
            </a:bodyPr>
            <a:p>
              <a:pPr lvl="0">
                <a:spcBef>
                  <a:spcPct val="50000"/>
                </a:spcBef>
              </a:pPr>
              <a:r>
                <a:rPr lang="zh-CN" altLang="en-US" sz="1600" b="0">
                  <a:solidFill>
                    <a:schemeClr val="tx1"/>
                  </a:solidFill>
                  <a:latin typeface="Times New Roman" panose="02020603050405020304" charset="0"/>
                  <a:ea typeface="宋体" panose="02010600030101010101" pitchFamily="2" charset="-122"/>
                </a:rPr>
                <a:t>程序</a:t>
              </a:r>
              <a:r>
                <a:rPr lang="en-US" altLang="zh-CN" sz="1600" b="0" baseline="-25000">
                  <a:solidFill>
                    <a:schemeClr val="tx1"/>
                  </a:solidFill>
                  <a:latin typeface="Times New Roman" panose="02020603050405020304" charset="0"/>
                  <a:ea typeface="宋体" panose="02010600030101010101" pitchFamily="2" charset="-122"/>
                </a:rPr>
                <a:t>2</a:t>
              </a:r>
              <a:r>
                <a:rPr lang="zh-CN" altLang="en-US" sz="1600" b="0">
                  <a:solidFill>
                    <a:schemeClr val="tx1"/>
                  </a:solidFill>
                  <a:latin typeface="Times New Roman" panose="02020603050405020304" charset="0"/>
                  <a:ea typeface="宋体" panose="02010600030101010101" pitchFamily="2" charset="-122"/>
                </a:rPr>
                <a:t>地址空间</a:t>
              </a:r>
              <a:endParaRPr lang="zh-CN" altLang="en-US" sz="1600" b="0">
                <a:solidFill>
                  <a:schemeClr val="tx1"/>
                </a:solidFill>
                <a:latin typeface="Times New Roman" panose="02020603050405020304" charset="0"/>
                <a:ea typeface="宋体" panose="02010600030101010101" pitchFamily="2" charset="-122"/>
              </a:endParaRPr>
            </a:p>
          </p:txBody>
        </p:sp>
      </p:grpSp>
      <p:sp>
        <p:nvSpPr>
          <p:cNvPr id="54292" name="文本框 54291"/>
          <p:cNvSpPr txBox="1"/>
          <p:nvPr/>
        </p:nvSpPr>
        <p:spPr>
          <a:xfrm>
            <a:off x="1750378" y="4340860"/>
            <a:ext cx="1314450" cy="336550"/>
          </a:xfrm>
          <a:prstGeom prst="rect">
            <a:avLst/>
          </a:prstGeom>
          <a:noFill/>
          <a:ln w="9525">
            <a:noFill/>
            <a:miter/>
          </a:ln>
        </p:spPr>
        <p:txBody>
          <a:bodyPr anchor="t">
            <a:spAutoFit/>
          </a:bodyPr>
          <a:p>
            <a:pPr lvl="0">
              <a:spcBef>
                <a:spcPct val="30000"/>
              </a:spcBef>
            </a:pPr>
            <a:r>
              <a:rPr lang="zh-CN" altLang="en-US" sz="1600" b="0">
                <a:solidFill>
                  <a:schemeClr val="tx1"/>
                </a:solidFill>
                <a:latin typeface="Times New Roman" panose="02020603050405020304" charset="0"/>
                <a:ea typeface="宋体" panose="02010600030101010101" pitchFamily="2" charset="-122"/>
              </a:rPr>
              <a:t>虚地址结构</a:t>
            </a:r>
            <a:endParaRPr lang="zh-CN" altLang="en-US" sz="1600" b="0">
              <a:solidFill>
                <a:schemeClr val="tx1"/>
              </a:solidFill>
              <a:latin typeface="Times New Roman" panose="02020603050405020304" charset="0"/>
              <a:ea typeface="宋体" panose="02010600030101010101" pitchFamily="2" charset="-122"/>
            </a:endParaRPr>
          </a:p>
        </p:txBody>
      </p:sp>
      <p:sp>
        <p:nvSpPr>
          <p:cNvPr id="54293" name="矩形 54292"/>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页式存储管理</a:t>
            </a:r>
            <a:endParaRPr lang="zh-CN" altLang="en-US" sz="2400" strike="noStrike" noProof="1">
              <a:ea typeface="宋体" panose="02010600030101010101" pitchFamily="2" charset="-122"/>
            </a:endParaRPr>
          </a:p>
        </p:txBody>
      </p:sp>
      <p:grpSp>
        <p:nvGrpSpPr>
          <p:cNvPr id="2" name="组合 1"/>
          <p:cNvGrpSpPr/>
          <p:nvPr/>
        </p:nvGrpSpPr>
        <p:grpSpPr>
          <a:xfrm>
            <a:off x="3369945" y="5180965"/>
            <a:ext cx="1308735" cy="1308100"/>
            <a:chOff x="4453" y="7910"/>
            <a:chExt cx="2061" cy="2060"/>
          </a:xfrm>
        </p:grpSpPr>
        <p:sp>
          <p:nvSpPr>
            <p:cNvPr id="56350" name="矩形 56349"/>
            <p:cNvSpPr/>
            <p:nvPr/>
          </p:nvSpPr>
          <p:spPr>
            <a:xfrm>
              <a:off x="4453" y="7910"/>
              <a:ext cx="2028" cy="1427"/>
            </a:xfrm>
            <a:prstGeom prst="rect">
              <a:avLst/>
            </a:prstGeom>
            <a:no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82974" name="直接连接符 56350"/>
            <p:cNvSpPr/>
            <p:nvPr/>
          </p:nvSpPr>
          <p:spPr>
            <a:xfrm>
              <a:off x="4480" y="8350"/>
              <a:ext cx="2035"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2975" name="文本框 56351"/>
            <p:cNvSpPr txBox="1"/>
            <p:nvPr/>
          </p:nvSpPr>
          <p:spPr>
            <a:xfrm>
              <a:off x="4708" y="7910"/>
              <a:ext cx="480" cy="41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82976" name="文本框 56352"/>
            <p:cNvSpPr txBox="1"/>
            <p:nvPr/>
          </p:nvSpPr>
          <p:spPr>
            <a:xfrm>
              <a:off x="5838" y="7910"/>
              <a:ext cx="480" cy="41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82977" name="文本框 56353"/>
            <p:cNvSpPr txBox="1"/>
            <p:nvPr/>
          </p:nvSpPr>
          <p:spPr>
            <a:xfrm>
              <a:off x="4708" y="8350"/>
              <a:ext cx="480" cy="41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82978" name="文本框 56354"/>
            <p:cNvSpPr txBox="1"/>
            <p:nvPr/>
          </p:nvSpPr>
          <p:spPr>
            <a:xfrm>
              <a:off x="5808" y="8350"/>
              <a:ext cx="483" cy="41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4</a:t>
              </a:r>
              <a:endParaRPr lang="en-US" altLang="zh-CN" sz="1600">
                <a:solidFill>
                  <a:schemeClr val="tx1"/>
                </a:solidFill>
                <a:latin typeface="Times New Roman" panose="02020603050405020304" charset="0"/>
                <a:ea typeface="宋体" panose="02010600030101010101" pitchFamily="2" charset="-122"/>
              </a:endParaRPr>
            </a:p>
          </p:txBody>
        </p:sp>
        <p:sp>
          <p:nvSpPr>
            <p:cNvPr id="82979" name="直接连接符 56355"/>
            <p:cNvSpPr/>
            <p:nvPr/>
          </p:nvSpPr>
          <p:spPr>
            <a:xfrm>
              <a:off x="4453" y="8900"/>
              <a:ext cx="2035"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2980" name="直接连接符 56356"/>
            <p:cNvSpPr/>
            <p:nvPr/>
          </p:nvSpPr>
          <p:spPr>
            <a:xfrm>
              <a:off x="5358" y="7910"/>
              <a:ext cx="0" cy="1427"/>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2981" name="文本框 56357"/>
            <p:cNvSpPr txBox="1"/>
            <p:nvPr/>
          </p:nvSpPr>
          <p:spPr>
            <a:xfrm>
              <a:off x="4678" y="8900"/>
              <a:ext cx="483" cy="410"/>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82982" name="文本框 56358"/>
            <p:cNvSpPr txBox="1"/>
            <p:nvPr/>
          </p:nvSpPr>
          <p:spPr>
            <a:xfrm>
              <a:off x="5780" y="8900"/>
              <a:ext cx="480" cy="410"/>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7</a:t>
              </a:r>
              <a:endParaRPr lang="en-US" altLang="zh-CN" sz="1600">
                <a:solidFill>
                  <a:schemeClr val="tx1"/>
                </a:solidFill>
                <a:latin typeface="Times New Roman" panose="02020603050405020304" charset="0"/>
                <a:ea typeface="宋体" panose="02010600030101010101" pitchFamily="2" charset="-122"/>
              </a:endParaRPr>
            </a:p>
          </p:txBody>
        </p:sp>
        <p:sp>
          <p:nvSpPr>
            <p:cNvPr id="82983" name="文本框 56359"/>
            <p:cNvSpPr txBox="1"/>
            <p:nvPr/>
          </p:nvSpPr>
          <p:spPr>
            <a:xfrm>
              <a:off x="4905" y="9448"/>
              <a:ext cx="1018" cy="522"/>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页表</a:t>
              </a:r>
              <a:endParaRPr lang="zh-CN" altLang="en-US" sz="1600">
                <a:solidFill>
                  <a:schemeClr val="tx1"/>
                </a:solidFill>
                <a:latin typeface="Times New Roman" panose="02020603050405020304" charset="0"/>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4275" grpId="0" uiExpand="1" build="p"/>
      <p:bldP spid="54292"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文本框 5632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40</a:t>
            </a:r>
            <a:endParaRPr lang="en-US" altLang="zh-CN" b="0">
              <a:solidFill>
                <a:schemeClr val="tx2"/>
              </a:solidFill>
              <a:latin typeface="Times New Roman" panose="02020603050405020304" charset="0"/>
              <a:ea typeface="宋体" panose="02010600030101010101" pitchFamily="2" charset="-122"/>
            </a:endParaRPr>
          </a:p>
        </p:txBody>
      </p:sp>
      <p:sp>
        <p:nvSpPr>
          <p:cNvPr id="56323" name="矩形 56322"/>
          <p:cNvSpPr/>
          <p:nvPr/>
        </p:nvSpPr>
        <p:spPr>
          <a:xfrm>
            <a:off x="685800" y="615950"/>
            <a:ext cx="5008563" cy="53022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Font typeface="Wingdings" panose="05000000000000000000" pitchFamily="2" charset="2"/>
              <a:buNone/>
            </a:pPr>
            <a:r>
              <a:rPr lang="zh-CN" altLang="en-US" sz="2400" b="1" strike="noStrike" noProof="1">
                <a:solidFill>
                  <a:srgbClr val="000099"/>
                </a:solidFill>
                <a:latin typeface="宋体" panose="02010600030101010101" pitchFamily="2" charset="-122"/>
                <a:ea typeface="宋体" panose="02010600030101010101" pitchFamily="2" charset="-122"/>
                <a:cs typeface="+mn-ea"/>
              </a:rPr>
              <a:t>② </a:t>
            </a:r>
            <a:r>
              <a:rPr lang="zh-CN" altLang="en-US" sz="2400" b="1" strike="noStrike" noProof="1">
                <a:solidFill>
                  <a:srgbClr val="000099"/>
                </a:solidFill>
                <a:latin typeface="Times New Roman" panose="02020603050405020304" charset="0"/>
                <a:ea typeface="宋体" panose="02010600030101010101" pitchFamily="2" charset="-122"/>
                <a:cs typeface="+mn-ea"/>
              </a:rPr>
              <a:t>页式地址变换过程</a:t>
            </a:r>
            <a:endParaRPr lang="zh-CN" altLang="en-US" sz="2400" b="1" strike="noStrike" noProof="1">
              <a:solidFill>
                <a:srgbClr val="000099"/>
              </a:solidFill>
              <a:latin typeface="Times New Roman" panose="02020603050405020304" charset="0"/>
              <a:ea typeface="宋体" panose="02010600030101010101" pitchFamily="2" charset="-122"/>
            </a:endParaRPr>
          </a:p>
        </p:txBody>
      </p:sp>
      <p:grpSp>
        <p:nvGrpSpPr>
          <p:cNvPr id="56324" name="组合 56323"/>
          <p:cNvGrpSpPr/>
          <p:nvPr/>
        </p:nvGrpSpPr>
        <p:grpSpPr>
          <a:xfrm>
            <a:off x="2354263" y="2549525"/>
            <a:ext cx="1662112" cy="674688"/>
            <a:chOff x="0" y="0"/>
            <a:chExt cx="1047" cy="425"/>
          </a:xfrm>
        </p:grpSpPr>
        <p:sp>
          <p:nvSpPr>
            <p:cNvPr id="82948" name="文本框 56324"/>
            <p:cNvSpPr txBox="1"/>
            <p:nvPr/>
          </p:nvSpPr>
          <p:spPr>
            <a:xfrm>
              <a:off x="0" y="0"/>
              <a:ext cx="1047"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页表始址寄存器</a:t>
              </a:r>
              <a:endParaRPr lang="zh-CN" altLang="en-US" sz="1600">
                <a:solidFill>
                  <a:schemeClr val="tx1"/>
                </a:solidFill>
                <a:latin typeface="Times New Roman" panose="02020603050405020304" charset="0"/>
                <a:ea typeface="宋体" panose="02010600030101010101" pitchFamily="2" charset="-122"/>
              </a:endParaRPr>
            </a:p>
          </p:txBody>
        </p:sp>
        <p:sp>
          <p:nvSpPr>
            <p:cNvPr id="56326" name="矩形 56325"/>
            <p:cNvSpPr/>
            <p:nvPr/>
          </p:nvSpPr>
          <p:spPr>
            <a:xfrm>
              <a:off x="208" y="238"/>
              <a:ext cx="677" cy="187"/>
            </a:xfrm>
            <a:prstGeom prst="rect">
              <a:avLst/>
            </a:prstGeom>
            <a:no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grpSp>
      <p:grpSp>
        <p:nvGrpSpPr>
          <p:cNvPr id="56327" name="组合 56326"/>
          <p:cNvGrpSpPr/>
          <p:nvPr/>
        </p:nvGrpSpPr>
        <p:grpSpPr>
          <a:xfrm>
            <a:off x="177800" y="2090738"/>
            <a:ext cx="2073275" cy="2311400"/>
            <a:chOff x="-8" y="0"/>
            <a:chExt cx="1306" cy="1456"/>
          </a:xfrm>
        </p:grpSpPr>
        <p:sp>
          <p:nvSpPr>
            <p:cNvPr id="82951" name="文本框 56327"/>
            <p:cNvSpPr txBox="1"/>
            <p:nvPr/>
          </p:nvSpPr>
          <p:spPr>
            <a:xfrm>
              <a:off x="453" y="132"/>
              <a:ext cx="666" cy="967"/>
            </a:xfrm>
            <a:prstGeom prst="rect">
              <a:avLst/>
            </a:prstGeom>
            <a:noFill/>
            <a:ln w="9525" cap="flat" cmpd="sng">
              <a:solidFill>
                <a:srgbClr val="000000"/>
              </a:solidFill>
              <a:prstDash val="solid"/>
              <a:miter/>
              <a:headEnd type="none" w="med" len="med"/>
              <a:tailEnd type="none" w="med" len="med"/>
            </a:ln>
          </p:spPr>
          <p:txBody>
            <a:bodyPr anchor="t"/>
            <a:p>
              <a:pPr lvl="0" algn="just"/>
              <a:r>
                <a:rPr lang="en-US" altLang="zh-CN">
                  <a:solidFill>
                    <a:schemeClr val="tx1"/>
                  </a:solidFill>
                  <a:latin typeface="Times New Roman" panose="02020603050405020304" charset="0"/>
                  <a:ea typeface="宋体" panose="02010600030101010101" pitchFamily="2" charset="-122"/>
                </a:rPr>
                <a:t>mov  r</a:t>
              </a:r>
              <a:r>
                <a:rPr lang="en-US" altLang="zh-CN" baseline="-25000">
                  <a:solidFill>
                    <a:schemeClr val="tx1"/>
                  </a:solidFill>
                  <a:latin typeface="Times New Roman" panose="02020603050405020304" charset="0"/>
                  <a:ea typeface="宋体" panose="02010600030101010101" pitchFamily="2" charset="-122"/>
                </a:rPr>
                <a:t>1 </a:t>
              </a:r>
              <a:r>
                <a:rPr lang="en-US" altLang="zh-CN">
                  <a:solidFill>
                    <a:schemeClr val="tx1"/>
                  </a:solidFill>
                  <a:latin typeface="Times New Roman" panose="02020603050405020304" charset="0"/>
                  <a:ea typeface="宋体" panose="02010600030101010101" pitchFamily="2" charset="-122"/>
                </a:rPr>
                <a:t>,</a:t>
              </a:r>
              <a:endParaRPr lang="en-US" altLang="zh-CN">
                <a:solidFill>
                  <a:schemeClr val="tx1"/>
                </a:solidFill>
                <a:latin typeface="Times New Roman" panose="02020603050405020304" charset="0"/>
                <a:ea typeface="宋体" panose="02010600030101010101" pitchFamily="2" charset="-122"/>
              </a:endParaRPr>
            </a:p>
            <a:p>
              <a:pPr lvl="0" algn="just"/>
              <a:r>
                <a:rPr lang="en-US" altLang="zh-CN">
                  <a:solidFill>
                    <a:schemeClr val="tx1"/>
                  </a:solidFill>
                  <a:latin typeface="Times New Roman" panose="02020603050405020304" charset="0"/>
                  <a:ea typeface="宋体" panose="02010600030101010101" pitchFamily="2" charset="-122"/>
                </a:rPr>
                <a:t>[2500]</a:t>
              </a:r>
              <a:endParaRPr lang="en-US" altLang="zh-CN" sz="1600">
                <a:solidFill>
                  <a:schemeClr val="tx1"/>
                </a:solidFill>
                <a:latin typeface="Times New Roman" panose="02020603050405020304" charset="0"/>
                <a:ea typeface="宋体" panose="02010600030101010101" pitchFamily="2" charset="-122"/>
              </a:endParaRPr>
            </a:p>
            <a:p>
              <a:pPr lvl="0" algn="just"/>
              <a:endParaRPr lang="en-US" altLang="zh-CN" sz="1600">
                <a:solidFill>
                  <a:schemeClr val="tx1"/>
                </a:solidFill>
                <a:latin typeface="Times New Roman" panose="02020603050405020304" charset="0"/>
                <a:ea typeface="宋体" panose="02010600030101010101" pitchFamily="2" charset="-122"/>
              </a:endParaRPr>
            </a:p>
            <a:p>
              <a:pPr lvl="0" algn="just"/>
              <a:endParaRPr lang="en-US" altLang="zh-CN" sz="1600">
                <a:solidFill>
                  <a:schemeClr val="tx1"/>
                </a:solidFill>
                <a:latin typeface="Times New Roman" panose="02020603050405020304" charset="0"/>
                <a:ea typeface="宋体" panose="02010600030101010101" pitchFamily="2" charset="-122"/>
              </a:endParaRPr>
            </a:p>
            <a:p>
              <a:pPr lvl="0" algn="just"/>
              <a:endParaRPr lang="en-US" altLang="zh-CN" sz="1600">
                <a:solidFill>
                  <a:schemeClr val="tx1"/>
                </a:solidFill>
                <a:latin typeface="Times New Roman" panose="02020603050405020304" charset="0"/>
                <a:ea typeface="宋体" panose="02010600030101010101" pitchFamily="2" charset="-122"/>
              </a:endParaRPr>
            </a:p>
            <a:p>
              <a:pPr lvl="0" algn="just"/>
              <a:r>
                <a:rPr lang="en-US" altLang="zh-CN" sz="1600">
                  <a:solidFill>
                    <a:schemeClr val="tx1"/>
                  </a:solidFill>
                  <a:latin typeface="Times New Roman" panose="02020603050405020304" charset="0"/>
                  <a:ea typeface="宋体" panose="02010600030101010101" pitchFamily="2" charset="-122"/>
                </a:rPr>
                <a:t>123</a:t>
              </a:r>
              <a:endParaRPr lang="en-US" altLang="zh-CN" sz="1600">
                <a:solidFill>
                  <a:schemeClr val="tx1"/>
                </a:solidFill>
                <a:latin typeface="Times New Roman" panose="02020603050405020304" charset="0"/>
                <a:ea typeface="宋体" panose="02010600030101010101" pitchFamily="2" charset="-122"/>
              </a:endParaRPr>
            </a:p>
          </p:txBody>
        </p:sp>
        <p:sp>
          <p:nvSpPr>
            <p:cNvPr id="82952" name="直接连接符 56328"/>
            <p:cNvSpPr/>
            <p:nvPr/>
          </p:nvSpPr>
          <p:spPr>
            <a:xfrm>
              <a:off x="442" y="483"/>
              <a:ext cx="677"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2953" name="直接连接符 56329"/>
            <p:cNvSpPr/>
            <p:nvPr/>
          </p:nvSpPr>
          <p:spPr>
            <a:xfrm>
              <a:off x="442" y="791"/>
              <a:ext cx="677"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2954" name="文本框 56330"/>
            <p:cNvSpPr txBox="1"/>
            <p:nvPr/>
          </p:nvSpPr>
          <p:spPr>
            <a:xfrm>
              <a:off x="250" y="0"/>
              <a:ext cx="192" cy="165"/>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82955" name="文本框 56331"/>
            <p:cNvSpPr txBox="1"/>
            <p:nvPr/>
          </p:nvSpPr>
          <p:spPr>
            <a:xfrm>
              <a:off x="82" y="372"/>
              <a:ext cx="434" cy="19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1KB</a:t>
              </a:r>
              <a:endParaRPr lang="en-US" altLang="zh-CN" sz="1600">
                <a:solidFill>
                  <a:schemeClr val="tx1"/>
                </a:solidFill>
                <a:latin typeface="Times New Roman" panose="02020603050405020304" charset="0"/>
                <a:ea typeface="宋体" panose="02010600030101010101" pitchFamily="2" charset="-122"/>
              </a:endParaRPr>
            </a:p>
          </p:txBody>
        </p:sp>
        <p:sp>
          <p:nvSpPr>
            <p:cNvPr id="82956" name="文本框 56332"/>
            <p:cNvSpPr txBox="1"/>
            <p:nvPr/>
          </p:nvSpPr>
          <p:spPr>
            <a:xfrm>
              <a:off x="65" y="668"/>
              <a:ext cx="425" cy="174"/>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2KB</a:t>
              </a:r>
              <a:endParaRPr lang="en-US" altLang="zh-CN" sz="1600">
                <a:solidFill>
                  <a:schemeClr val="tx1"/>
                </a:solidFill>
                <a:latin typeface="Times New Roman" panose="02020603050405020304" charset="0"/>
                <a:ea typeface="宋体" panose="02010600030101010101" pitchFamily="2" charset="-122"/>
              </a:endParaRPr>
            </a:p>
          </p:txBody>
        </p:sp>
        <p:sp>
          <p:nvSpPr>
            <p:cNvPr id="82957" name="文本框 56333"/>
            <p:cNvSpPr txBox="1"/>
            <p:nvPr/>
          </p:nvSpPr>
          <p:spPr>
            <a:xfrm>
              <a:off x="-8" y="1064"/>
              <a:ext cx="698" cy="194"/>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3KB-</a:t>
              </a:r>
              <a:r>
                <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rPr>
                <a:t>1</a:t>
              </a:r>
              <a:endPar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endParaRPr>
            </a:p>
          </p:txBody>
        </p:sp>
        <p:sp>
          <p:nvSpPr>
            <p:cNvPr id="82958" name="文本框 56334"/>
            <p:cNvSpPr txBox="1"/>
            <p:nvPr/>
          </p:nvSpPr>
          <p:spPr>
            <a:xfrm>
              <a:off x="324" y="1244"/>
              <a:ext cx="974"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程序</a:t>
              </a:r>
              <a:r>
                <a:rPr lang="en-US" altLang="zh-CN" sz="1600" baseline="-25000">
                  <a:solidFill>
                    <a:schemeClr val="tx1"/>
                  </a:solidFill>
                  <a:latin typeface="Times New Roman" panose="02020603050405020304" charset="0"/>
                  <a:ea typeface="宋体" panose="02010600030101010101" pitchFamily="2" charset="-122"/>
                </a:rPr>
                <a:t>2</a:t>
              </a:r>
              <a:r>
                <a:rPr lang="zh-CN" altLang="en-US" sz="1600">
                  <a:solidFill>
                    <a:schemeClr val="tx1"/>
                  </a:solidFill>
                  <a:latin typeface="Times New Roman" panose="02020603050405020304" charset="0"/>
                  <a:ea typeface="宋体" panose="02010600030101010101" pitchFamily="2" charset="-122"/>
                </a:rPr>
                <a:t>地址空间</a:t>
              </a:r>
              <a:endParaRPr lang="zh-CN" altLang="en-US" sz="1600">
                <a:solidFill>
                  <a:schemeClr val="tx1"/>
                </a:solidFill>
                <a:latin typeface="Times New Roman" panose="02020603050405020304" charset="0"/>
                <a:ea typeface="宋体" panose="02010600030101010101" pitchFamily="2" charset="-122"/>
              </a:endParaRPr>
            </a:p>
          </p:txBody>
        </p:sp>
      </p:grpSp>
      <p:grpSp>
        <p:nvGrpSpPr>
          <p:cNvPr id="56336" name="组合 56335"/>
          <p:cNvGrpSpPr/>
          <p:nvPr/>
        </p:nvGrpSpPr>
        <p:grpSpPr>
          <a:xfrm>
            <a:off x="2471738" y="2441575"/>
            <a:ext cx="1458912" cy="1116013"/>
            <a:chOff x="0" y="0"/>
            <a:chExt cx="1083" cy="703"/>
          </a:xfrm>
        </p:grpSpPr>
        <p:sp>
          <p:nvSpPr>
            <p:cNvPr id="82960" name="直接连接符 56336"/>
            <p:cNvSpPr/>
            <p:nvPr/>
          </p:nvSpPr>
          <p:spPr>
            <a:xfrm>
              <a:off x="1083" y="0"/>
              <a:ext cx="0" cy="703"/>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2961" name="直接连接符 56337"/>
            <p:cNvSpPr/>
            <p:nvPr/>
          </p:nvSpPr>
          <p:spPr>
            <a:xfrm flipH="1">
              <a:off x="0" y="703"/>
              <a:ext cx="1083" cy="0"/>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grpSp>
        <p:nvGrpSpPr>
          <p:cNvPr id="56339" name="组合 56338"/>
          <p:cNvGrpSpPr/>
          <p:nvPr/>
        </p:nvGrpSpPr>
        <p:grpSpPr>
          <a:xfrm>
            <a:off x="2111375" y="3067050"/>
            <a:ext cx="715963" cy="2582863"/>
            <a:chOff x="0" y="0"/>
            <a:chExt cx="451" cy="1627"/>
          </a:xfrm>
        </p:grpSpPr>
        <p:sp>
          <p:nvSpPr>
            <p:cNvPr id="82963" name="直接连接符 56339"/>
            <p:cNvSpPr/>
            <p:nvPr/>
          </p:nvSpPr>
          <p:spPr>
            <a:xfrm>
              <a:off x="117" y="0"/>
              <a:ext cx="271"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6341" name="椭圆 56340"/>
            <p:cNvSpPr/>
            <p:nvPr/>
          </p:nvSpPr>
          <p:spPr>
            <a:xfrm>
              <a:off x="0" y="220"/>
              <a:ext cx="226" cy="200"/>
            </a:xfrm>
            <a:prstGeom prst="ellipse">
              <a:avLst/>
            </a:prstGeom>
            <a:noFill/>
            <a:ln w="9525"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82965" name="文本框 56341"/>
            <p:cNvSpPr txBox="1"/>
            <p:nvPr/>
          </p:nvSpPr>
          <p:spPr>
            <a:xfrm>
              <a:off x="36" y="200"/>
              <a:ext cx="175" cy="209"/>
            </a:xfrm>
            <a:prstGeom prst="rect">
              <a:avLst/>
            </a:prstGeom>
            <a:noFill/>
            <a:ln w="9525">
              <a:noFill/>
              <a:miter/>
            </a:ln>
          </p:spPr>
          <p:txBody>
            <a:bodyPr anchor="t"/>
            <a:p>
              <a:pPr lvl="0" algn="ctr"/>
              <a:r>
                <a:rPr lang="en-US" altLang="zh-CN" sz="1600">
                  <a:solidFill>
                    <a:schemeClr val="tx1"/>
                  </a:solidFill>
                  <a:latin typeface="Times New Roman" panose="02020603050405020304" charset="0"/>
                  <a:ea typeface="宋体" panose="02010600030101010101" pitchFamily="2" charset="-122"/>
                </a:rPr>
                <a:t>+</a:t>
              </a:r>
              <a:endParaRPr lang="en-US" altLang="zh-CN" sz="1600">
                <a:solidFill>
                  <a:schemeClr val="tx1"/>
                </a:solidFill>
                <a:latin typeface="Times New Roman" panose="02020603050405020304" charset="0"/>
                <a:ea typeface="宋体" panose="02010600030101010101" pitchFamily="2" charset="-122"/>
              </a:endParaRPr>
            </a:p>
          </p:txBody>
        </p:sp>
        <p:sp>
          <p:nvSpPr>
            <p:cNvPr id="82966" name="直接连接符 56342"/>
            <p:cNvSpPr/>
            <p:nvPr/>
          </p:nvSpPr>
          <p:spPr>
            <a:xfrm>
              <a:off x="118" y="0"/>
              <a:ext cx="0" cy="220"/>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2967" name="直接连接符 56343"/>
            <p:cNvSpPr/>
            <p:nvPr/>
          </p:nvSpPr>
          <p:spPr>
            <a:xfrm>
              <a:off x="126" y="431"/>
              <a:ext cx="0" cy="1187"/>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2968" name="直接连接符 56344"/>
            <p:cNvSpPr/>
            <p:nvPr/>
          </p:nvSpPr>
          <p:spPr>
            <a:xfrm>
              <a:off x="135" y="1627"/>
              <a:ext cx="316" cy="0"/>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56346" name="直接连接符 56345"/>
          <p:cNvSpPr/>
          <p:nvPr/>
        </p:nvSpPr>
        <p:spPr>
          <a:xfrm>
            <a:off x="6269038" y="4184650"/>
            <a:ext cx="358775" cy="279400"/>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nvGrpSpPr>
          <p:cNvPr id="56347" name="组合 56346"/>
          <p:cNvGrpSpPr/>
          <p:nvPr/>
        </p:nvGrpSpPr>
        <p:grpSpPr>
          <a:xfrm>
            <a:off x="2827338" y="4827588"/>
            <a:ext cx="1520825" cy="1503362"/>
            <a:chOff x="0" y="0"/>
            <a:chExt cx="958" cy="947"/>
          </a:xfrm>
        </p:grpSpPr>
        <p:sp>
          <p:nvSpPr>
            <p:cNvPr id="82971" name="直接连接符 56347"/>
            <p:cNvSpPr/>
            <p:nvPr/>
          </p:nvSpPr>
          <p:spPr>
            <a:xfrm>
              <a:off x="777" y="597"/>
              <a:ext cx="181"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2972" name="直接连接符 56348"/>
            <p:cNvSpPr/>
            <p:nvPr/>
          </p:nvSpPr>
          <p:spPr>
            <a:xfrm flipV="1">
              <a:off x="958" y="0"/>
              <a:ext cx="0" cy="597"/>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6350" name="矩形 56349"/>
            <p:cNvSpPr/>
            <p:nvPr/>
          </p:nvSpPr>
          <p:spPr>
            <a:xfrm>
              <a:off x="0" y="123"/>
              <a:ext cx="811" cy="571"/>
            </a:xfrm>
            <a:prstGeom prst="rect">
              <a:avLst/>
            </a:prstGeom>
            <a:no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82974" name="直接连接符 56350"/>
            <p:cNvSpPr/>
            <p:nvPr/>
          </p:nvSpPr>
          <p:spPr>
            <a:xfrm>
              <a:off x="11" y="299"/>
              <a:ext cx="814"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2975" name="文本框 56351"/>
            <p:cNvSpPr txBox="1"/>
            <p:nvPr/>
          </p:nvSpPr>
          <p:spPr>
            <a:xfrm>
              <a:off x="102" y="123"/>
              <a:ext cx="192" cy="165"/>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82976" name="文本框 56352"/>
            <p:cNvSpPr txBox="1"/>
            <p:nvPr/>
          </p:nvSpPr>
          <p:spPr>
            <a:xfrm>
              <a:off x="554" y="123"/>
              <a:ext cx="192" cy="165"/>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82977" name="文本框 56353"/>
            <p:cNvSpPr txBox="1"/>
            <p:nvPr/>
          </p:nvSpPr>
          <p:spPr>
            <a:xfrm>
              <a:off x="102" y="299"/>
              <a:ext cx="192" cy="165"/>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82978" name="文本框 56354"/>
            <p:cNvSpPr txBox="1"/>
            <p:nvPr/>
          </p:nvSpPr>
          <p:spPr>
            <a:xfrm>
              <a:off x="542" y="299"/>
              <a:ext cx="193" cy="165"/>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4</a:t>
              </a:r>
              <a:endParaRPr lang="en-US" altLang="zh-CN" sz="1600">
                <a:solidFill>
                  <a:schemeClr val="tx1"/>
                </a:solidFill>
                <a:latin typeface="Times New Roman" panose="02020603050405020304" charset="0"/>
                <a:ea typeface="宋体" panose="02010600030101010101" pitchFamily="2" charset="-122"/>
              </a:endParaRPr>
            </a:p>
          </p:txBody>
        </p:sp>
        <p:sp>
          <p:nvSpPr>
            <p:cNvPr id="82979" name="直接连接符 56355"/>
            <p:cNvSpPr/>
            <p:nvPr/>
          </p:nvSpPr>
          <p:spPr>
            <a:xfrm>
              <a:off x="0" y="519"/>
              <a:ext cx="814"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2980" name="直接连接符 56356"/>
            <p:cNvSpPr/>
            <p:nvPr/>
          </p:nvSpPr>
          <p:spPr>
            <a:xfrm>
              <a:off x="362" y="123"/>
              <a:ext cx="0" cy="571"/>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2981" name="文本框 56357"/>
            <p:cNvSpPr txBox="1"/>
            <p:nvPr/>
          </p:nvSpPr>
          <p:spPr>
            <a:xfrm>
              <a:off x="90" y="519"/>
              <a:ext cx="193" cy="164"/>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82982" name="文本框 56358"/>
            <p:cNvSpPr txBox="1"/>
            <p:nvPr/>
          </p:nvSpPr>
          <p:spPr>
            <a:xfrm>
              <a:off x="531" y="519"/>
              <a:ext cx="192" cy="164"/>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7</a:t>
              </a:r>
              <a:endParaRPr lang="en-US" altLang="zh-CN" sz="1600">
                <a:solidFill>
                  <a:schemeClr val="tx1"/>
                </a:solidFill>
                <a:latin typeface="Times New Roman" panose="02020603050405020304" charset="0"/>
                <a:ea typeface="宋体" panose="02010600030101010101" pitchFamily="2" charset="-122"/>
              </a:endParaRPr>
            </a:p>
          </p:txBody>
        </p:sp>
        <p:sp>
          <p:nvSpPr>
            <p:cNvPr id="82983" name="文本框 56359"/>
            <p:cNvSpPr txBox="1"/>
            <p:nvPr/>
          </p:nvSpPr>
          <p:spPr>
            <a:xfrm>
              <a:off x="181" y="738"/>
              <a:ext cx="407" cy="209"/>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页表</a:t>
              </a:r>
              <a:endParaRPr lang="zh-CN" altLang="en-US" sz="1600">
                <a:solidFill>
                  <a:schemeClr val="tx1"/>
                </a:solidFill>
                <a:latin typeface="Times New Roman" panose="02020603050405020304" charset="0"/>
                <a:ea typeface="宋体" panose="02010600030101010101" pitchFamily="2" charset="-122"/>
              </a:endParaRPr>
            </a:p>
          </p:txBody>
        </p:sp>
      </p:grpSp>
      <p:grpSp>
        <p:nvGrpSpPr>
          <p:cNvPr id="56361" name="组合 56360"/>
          <p:cNvGrpSpPr/>
          <p:nvPr/>
        </p:nvGrpSpPr>
        <p:grpSpPr>
          <a:xfrm>
            <a:off x="705485" y="1127125"/>
            <a:ext cx="5903595" cy="1186180"/>
            <a:chOff x="-192" y="0"/>
            <a:chExt cx="3204" cy="747"/>
          </a:xfrm>
        </p:grpSpPr>
        <p:grpSp>
          <p:nvGrpSpPr>
            <p:cNvPr id="82985" name="组合 56361"/>
            <p:cNvGrpSpPr/>
            <p:nvPr/>
          </p:nvGrpSpPr>
          <p:grpSpPr>
            <a:xfrm>
              <a:off x="442" y="0"/>
              <a:ext cx="2570" cy="747"/>
              <a:chOff x="-234" y="0"/>
              <a:chExt cx="2570" cy="747"/>
            </a:xfrm>
          </p:grpSpPr>
          <p:grpSp>
            <p:nvGrpSpPr>
              <p:cNvPr id="82986" name="组合 56362"/>
              <p:cNvGrpSpPr/>
              <p:nvPr/>
            </p:nvGrpSpPr>
            <p:grpSpPr>
              <a:xfrm>
                <a:off x="-135" y="246"/>
                <a:ext cx="2416" cy="307"/>
                <a:chOff x="-247" y="0"/>
                <a:chExt cx="4384" cy="480"/>
              </a:xfrm>
            </p:grpSpPr>
            <p:sp>
              <p:nvSpPr>
                <p:cNvPr id="82987" name="文本框 56363"/>
                <p:cNvSpPr txBox="1"/>
                <p:nvPr/>
              </p:nvSpPr>
              <p:spPr>
                <a:xfrm>
                  <a:off x="-247" y="0"/>
                  <a:ext cx="4384" cy="480"/>
                </a:xfrm>
                <a:prstGeom prst="rect">
                  <a:avLst/>
                </a:prstGeom>
                <a:noFill/>
                <a:ln w="9525" cap="flat" cmpd="sng">
                  <a:solidFill>
                    <a:srgbClr val="000000"/>
                  </a:solidFill>
                  <a:prstDash val="solid"/>
                  <a:miter/>
                  <a:headEnd type="none" w="med" len="med"/>
                  <a:tailEnd type="none" w="med" len="med"/>
                </a:ln>
              </p:spPr>
              <p:txBody>
                <a:bodyPr anchor="t"/>
                <a:p>
                  <a:pPr lvl="0" algn="just">
                    <a:lnSpc>
                      <a:spcPct val="120000"/>
                    </a:lnSpc>
                    <a:spcBef>
                      <a:spcPct val="30000"/>
                    </a:spcBef>
                  </a:pPr>
                  <a:r>
                    <a:rPr lang="en-US" altLang="zh-CN" sz="1600">
                      <a:solidFill>
                        <a:schemeClr val="tx1"/>
                      </a:solidFill>
                      <a:latin typeface="Times New Roman" panose="02020603050405020304" charset="0"/>
                      <a:ea typeface="宋体" panose="02010600030101010101" pitchFamily="2" charset="-122"/>
                    </a:rPr>
                    <a:t>0   0   0   0   1 </a:t>
                  </a:r>
                  <a:r>
                    <a:rPr lang="x-none" altLang="en-US" sz="1600">
                      <a:solidFill>
                        <a:schemeClr val="tx1"/>
                      </a:solidFill>
                      <a:latin typeface="Times New Roman" panose="02020603050405020304" charset="0"/>
                      <a:ea typeface="宋体" panose="02010600030101010101" pitchFamily="2" charset="-122"/>
                    </a:rPr>
                    <a:t> </a:t>
                  </a:r>
                  <a:r>
                    <a:rPr lang="en-US" altLang="x-none"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0   </a:t>
                  </a:r>
                  <a:r>
                    <a:rPr lang="x-none"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  0 1 1 1 0 0 0 1 0 0</a:t>
                  </a:r>
                  <a:endParaRPr lang="en-US" altLang="zh-CN" sz="1600">
                    <a:solidFill>
                      <a:schemeClr val="tx1"/>
                    </a:solidFill>
                    <a:latin typeface="Times New Roman" panose="02020603050405020304" charset="0"/>
                    <a:ea typeface="宋体" panose="02010600030101010101" pitchFamily="2" charset="-122"/>
                  </a:endParaRPr>
                </a:p>
              </p:txBody>
            </p:sp>
            <p:sp>
              <p:nvSpPr>
                <p:cNvPr id="82988" name="直接连接符 56364"/>
                <p:cNvSpPr/>
                <p:nvPr/>
              </p:nvSpPr>
              <p:spPr>
                <a:xfrm>
                  <a:off x="1335" y="0"/>
                  <a:ext cx="0" cy="48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82989" name="文本框 56365"/>
              <p:cNvSpPr txBox="1"/>
              <p:nvPr/>
            </p:nvSpPr>
            <p:spPr>
              <a:xfrm>
                <a:off x="-234" y="554"/>
                <a:ext cx="2570" cy="193"/>
              </a:xfrm>
              <a:prstGeom prst="rect">
                <a:avLst/>
              </a:prstGeom>
              <a:noFill/>
              <a:ln w="9525">
                <a:noFill/>
                <a:miter/>
              </a:ln>
            </p:spPr>
            <p:txBody>
              <a:bodyPr wrap="square" anchor="t">
                <a:spAutoFit/>
              </a:bodyPr>
              <a:p>
                <a:pPr lvl="0">
                  <a:spcBef>
                    <a:spcPct val="50000"/>
                  </a:spcBef>
                </a:pPr>
                <a:r>
                  <a:rPr lang="en-US" altLang="zh-CN">
                    <a:solidFill>
                      <a:schemeClr val="tx1"/>
                    </a:solidFill>
                    <a:latin typeface="Times New Roman" panose="02020603050405020304" charset="0"/>
                    <a:ea typeface="宋体" panose="02010600030101010101" pitchFamily="2" charset="-122"/>
                  </a:rPr>
                  <a:t>   15                         10 </a:t>
                </a:r>
                <a:r>
                  <a:rPr lang="x-none" altLang="en-US">
                    <a:solidFill>
                      <a:schemeClr val="tx1"/>
                    </a:solidFill>
                    <a:latin typeface="Times New Roman" panose="02020603050405020304" charset="0"/>
                    <a:ea typeface="宋体" panose="02010600030101010101" pitchFamily="2" charset="-122"/>
                  </a:rPr>
                  <a:t> </a:t>
                </a:r>
                <a:r>
                  <a:rPr lang="en-US" altLang="zh-CN">
                    <a:solidFill>
                      <a:schemeClr val="tx1"/>
                    </a:solidFill>
                    <a:latin typeface="Times New Roman" panose="02020603050405020304" charset="0"/>
                    <a:ea typeface="宋体" panose="02010600030101010101" pitchFamily="2" charset="-122"/>
                  </a:rPr>
                  <a:t>   9                              0</a:t>
                </a:r>
                <a:endParaRPr lang="en-US" altLang="zh-CN">
                  <a:solidFill>
                    <a:schemeClr val="tx1"/>
                  </a:solidFill>
                  <a:latin typeface="Times New Roman" panose="02020603050405020304" charset="0"/>
                  <a:ea typeface="宋体" panose="02010600030101010101" pitchFamily="2" charset="-122"/>
                </a:endParaRPr>
              </a:p>
            </p:txBody>
          </p:sp>
          <p:sp>
            <p:nvSpPr>
              <p:cNvPr id="82990" name="文本框 56366"/>
              <p:cNvSpPr txBox="1"/>
              <p:nvPr/>
            </p:nvSpPr>
            <p:spPr>
              <a:xfrm>
                <a:off x="137" y="0"/>
                <a:ext cx="497"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页号</a:t>
                </a:r>
                <a:r>
                  <a:rPr lang="en-US" altLang="zh-CN" sz="1600">
                    <a:solidFill>
                      <a:schemeClr val="tx1"/>
                    </a:solidFill>
                    <a:latin typeface="Times New Roman" panose="02020603050405020304" charset="0"/>
                    <a:ea typeface="宋体" panose="02010600030101010101" pitchFamily="2" charset="-122"/>
                  </a:rPr>
                  <a:t>P</a:t>
                </a:r>
                <a:endParaRPr lang="en-US" altLang="zh-CN" sz="1600">
                  <a:solidFill>
                    <a:schemeClr val="tx1"/>
                  </a:solidFill>
                  <a:latin typeface="Times New Roman" panose="02020603050405020304" charset="0"/>
                  <a:ea typeface="宋体" panose="02010600030101010101" pitchFamily="2" charset="-122"/>
                </a:endParaRPr>
              </a:p>
            </p:txBody>
          </p:sp>
          <p:sp>
            <p:nvSpPr>
              <p:cNvPr id="82991" name="文本框 56367"/>
              <p:cNvSpPr txBox="1"/>
              <p:nvPr/>
            </p:nvSpPr>
            <p:spPr>
              <a:xfrm>
                <a:off x="950" y="0"/>
                <a:ext cx="812"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页内位移</a:t>
                </a:r>
                <a:r>
                  <a:rPr lang="en-US" altLang="zh-CN" sz="1600">
                    <a:solidFill>
                      <a:schemeClr val="tx1"/>
                    </a:solidFill>
                    <a:latin typeface="Times New Roman" panose="02020603050405020304" charset="0"/>
                    <a:ea typeface="宋体" panose="02010600030101010101" pitchFamily="2" charset="-122"/>
                  </a:rPr>
                  <a:t>W</a:t>
                </a:r>
                <a:endParaRPr lang="en-US" altLang="zh-CN" sz="1600">
                  <a:solidFill>
                    <a:schemeClr val="tx1"/>
                  </a:solidFill>
                  <a:latin typeface="Times New Roman" panose="02020603050405020304" charset="0"/>
                  <a:ea typeface="宋体" panose="02010600030101010101" pitchFamily="2" charset="-122"/>
                </a:endParaRPr>
              </a:p>
            </p:txBody>
          </p:sp>
        </p:grpSp>
        <p:grpSp>
          <p:nvGrpSpPr>
            <p:cNvPr id="82992" name="组合 56368"/>
            <p:cNvGrpSpPr/>
            <p:nvPr/>
          </p:nvGrpSpPr>
          <p:grpSpPr>
            <a:xfrm>
              <a:off x="-192" y="132"/>
              <a:ext cx="777" cy="264"/>
              <a:chOff x="-192" y="0"/>
              <a:chExt cx="777" cy="264"/>
            </a:xfrm>
          </p:grpSpPr>
          <p:sp>
            <p:nvSpPr>
              <p:cNvPr id="82993" name="直接连接符 56369"/>
              <p:cNvSpPr/>
              <p:nvPr/>
            </p:nvSpPr>
            <p:spPr>
              <a:xfrm>
                <a:off x="-192" y="264"/>
                <a:ext cx="677" cy="0"/>
              </a:xfrm>
              <a:prstGeom prst="line">
                <a:avLst/>
              </a:prstGeom>
              <a:ln w="1905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2994" name="文本框 56370"/>
              <p:cNvSpPr txBox="1"/>
              <p:nvPr/>
            </p:nvSpPr>
            <p:spPr>
              <a:xfrm>
                <a:off x="24" y="0"/>
                <a:ext cx="561" cy="212"/>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2500</a:t>
                </a:r>
                <a:endParaRPr lang="en-US" altLang="zh-CN" sz="1600">
                  <a:solidFill>
                    <a:schemeClr val="tx1"/>
                  </a:solidFill>
                  <a:latin typeface="Times New Roman" panose="02020603050405020304" charset="0"/>
                  <a:ea typeface="宋体" panose="02010600030101010101" pitchFamily="2" charset="-122"/>
                </a:endParaRPr>
              </a:p>
            </p:txBody>
          </p:sp>
        </p:grpSp>
      </p:grpSp>
      <p:grpSp>
        <p:nvGrpSpPr>
          <p:cNvPr id="56372" name="组合 56371"/>
          <p:cNvGrpSpPr/>
          <p:nvPr/>
        </p:nvGrpSpPr>
        <p:grpSpPr>
          <a:xfrm>
            <a:off x="6475413" y="1643063"/>
            <a:ext cx="2481262" cy="4051300"/>
            <a:chOff x="-96" y="0"/>
            <a:chExt cx="1563" cy="2552"/>
          </a:xfrm>
        </p:grpSpPr>
        <p:sp>
          <p:nvSpPr>
            <p:cNvPr id="56373" name="矩形 56372"/>
            <p:cNvSpPr/>
            <p:nvPr/>
          </p:nvSpPr>
          <p:spPr>
            <a:xfrm>
              <a:off x="0" y="106"/>
              <a:ext cx="903" cy="2199"/>
            </a:xfrm>
            <a:prstGeom prst="rect">
              <a:avLst/>
            </a:prstGeom>
            <a:no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82997" name="文本框 56373"/>
            <p:cNvSpPr txBox="1"/>
            <p:nvPr/>
          </p:nvSpPr>
          <p:spPr>
            <a:xfrm>
              <a:off x="948" y="0"/>
              <a:ext cx="192" cy="165"/>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82998" name="文本框 56374"/>
            <p:cNvSpPr txBox="1"/>
            <p:nvPr/>
          </p:nvSpPr>
          <p:spPr>
            <a:xfrm>
              <a:off x="903" y="220"/>
              <a:ext cx="467" cy="183"/>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1KB</a:t>
              </a:r>
              <a:endParaRPr lang="en-US" altLang="zh-CN" sz="1600">
                <a:solidFill>
                  <a:schemeClr val="tx1"/>
                </a:solidFill>
                <a:latin typeface="Times New Roman" panose="02020603050405020304" charset="0"/>
                <a:ea typeface="宋体" panose="02010600030101010101" pitchFamily="2" charset="-122"/>
              </a:endParaRPr>
            </a:p>
          </p:txBody>
        </p:sp>
        <p:sp>
          <p:nvSpPr>
            <p:cNvPr id="82999" name="直接连接符 56375"/>
            <p:cNvSpPr/>
            <p:nvPr/>
          </p:nvSpPr>
          <p:spPr>
            <a:xfrm>
              <a:off x="0" y="326"/>
              <a:ext cx="90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3000" name="直接连接符 56376"/>
            <p:cNvSpPr/>
            <p:nvPr/>
          </p:nvSpPr>
          <p:spPr>
            <a:xfrm>
              <a:off x="0" y="546"/>
              <a:ext cx="90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3001" name="直接连接符 56377"/>
            <p:cNvSpPr/>
            <p:nvPr/>
          </p:nvSpPr>
          <p:spPr>
            <a:xfrm>
              <a:off x="0" y="1205"/>
              <a:ext cx="90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3002" name="文本框 56378"/>
            <p:cNvSpPr txBox="1"/>
            <p:nvPr/>
          </p:nvSpPr>
          <p:spPr>
            <a:xfrm>
              <a:off x="226" y="2339"/>
              <a:ext cx="542" cy="213"/>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主存</a:t>
              </a:r>
              <a:endParaRPr lang="zh-CN" altLang="en-US" sz="1600">
                <a:solidFill>
                  <a:schemeClr val="tx1"/>
                </a:solidFill>
                <a:latin typeface="Times New Roman" panose="02020603050405020304" charset="0"/>
                <a:ea typeface="宋体" panose="02010600030101010101" pitchFamily="2" charset="-122"/>
              </a:endParaRPr>
            </a:p>
          </p:txBody>
        </p:sp>
        <p:sp>
          <p:nvSpPr>
            <p:cNvPr id="83003" name="直接连接符 56379"/>
            <p:cNvSpPr/>
            <p:nvPr/>
          </p:nvSpPr>
          <p:spPr>
            <a:xfrm>
              <a:off x="0" y="1865"/>
              <a:ext cx="90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3004" name="直接连接符 56380"/>
            <p:cNvSpPr/>
            <p:nvPr/>
          </p:nvSpPr>
          <p:spPr>
            <a:xfrm>
              <a:off x="0" y="1425"/>
              <a:ext cx="90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3005" name="直接连接符 56381"/>
            <p:cNvSpPr/>
            <p:nvPr/>
          </p:nvSpPr>
          <p:spPr>
            <a:xfrm>
              <a:off x="0" y="985"/>
              <a:ext cx="90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3006" name="直接连接符 56382"/>
            <p:cNvSpPr/>
            <p:nvPr/>
          </p:nvSpPr>
          <p:spPr>
            <a:xfrm>
              <a:off x="0" y="2085"/>
              <a:ext cx="90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3007" name="直接连接符 56383"/>
            <p:cNvSpPr/>
            <p:nvPr/>
          </p:nvSpPr>
          <p:spPr>
            <a:xfrm>
              <a:off x="0" y="810"/>
              <a:ext cx="90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3008" name="直接连接符 56384"/>
            <p:cNvSpPr/>
            <p:nvPr/>
          </p:nvSpPr>
          <p:spPr>
            <a:xfrm>
              <a:off x="0" y="1645"/>
              <a:ext cx="90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3009" name="文本框 56385"/>
            <p:cNvSpPr txBox="1"/>
            <p:nvPr/>
          </p:nvSpPr>
          <p:spPr>
            <a:xfrm>
              <a:off x="903" y="440"/>
              <a:ext cx="416" cy="193"/>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2KB</a:t>
              </a:r>
              <a:endParaRPr lang="en-US" altLang="zh-CN" sz="1600">
                <a:solidFill>
                  <a:schemeClr val="tx1"/>
                </a:solidFill>
                <a:latin typeface="Times New Roman" panose="02020603050405020304" charset="0"/>
                <a:ea typeface="宋体" panose="02010600030101010101" pitchFamily="2" charset="-122"/>
              </a:endParaRPr>
            </a:p>
          </p:txBody>
        </p:sp>
        <p:sp>
          <p:nvSpPr>
            <p:cNvPr id="83010" name="文本框 56386"/>
            <p:cNvSpPr txBox="1"/>
            <p:nvPr/>
          </p:nvSpPr>
          <p:spPr>
            <a:xfrm>
              <a:off x="903" y="678"/>
              <a:ext cx="407" cy="19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3KB</a:t>
              </a:r>
              <a:endParaRPr lang="en-US" altLang="zh-CN" sz="1600">
                <a:solidFill>
                  <a:schemeClr val="tx1"/>
                </a:solidFill>
                <a:latin typeface="Times New Roman" panose="02020603050405020304" charset="0"/>
                <a:ea typeface="宋体" panose="02010600030101010101" pitchFamily="2" charset="-122"/>
              </a:endParaRPr>
            </a:p>
          </p:txBody>
        </p:sp>
        <p:sp>
          <p:nvSpPr>
            <p:cNvPr id="83011" name="文本框 56387"/>
            <p:cNvSpPr txBox="1"/>
            <p:nvPr/>
          </p:nvSpPr>
          <p:spPr>
            <a:xfrm>
              <a:off x="903" y="898"/>
              <a:ext cx="406" cy="165"/>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4KB</a:t>
              </a:r>
              <a:endParaRPr lang="en-US" altLang="zh-CN" sz="1600">
                <a:solidFill>
                  <a:schemeClr val="tx1"/>
                </a:solidFill>
                <a:latin typeface="Times New Roman" panose="02020603050405020304" charset="0"/>
                <a:ea typeface="宋体" panose="02010600030101010101" pitchFamily="2" charset="-122"/>
              </a:endParaRPr>
            </a:p>
          </p:txBody>
        </p:sp>
        <p:sp>
          <p:nvSpPr>
            <p:cNvPr id="83012" name="文本框 56388"/>
            <p:cNvSpPr txBox="1"/>
            <p:nvPr/>
          </p:nvSpPr>
          <p:spPr>
            <a:xfrm>
              <a:off x="903" y="1117"/>
              <a:ext cx="458" cy="219"/>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5KB</a:t>
              </a:r>
              <a:endParaRPr lang="en-US" altLang="zh-CN" sz="1600">
                <a:solidFill>
                  <a:schemeClr val="tx1"/>
                </a:solidFill>
                <a:latin typeface="Times New Roman" panose="02020603050405020304" charset="0"/>
                <a:ea typeface="宋体" panose="02010600030101010101" pitchFamily="2" charset="-122"/>
              </a:endParaRPr>
            </a:p>
          </p:txBody>
        </p:sp>
        <p:sp>
          <p:nvSpPr>
            <p:cNvPr id="83013" name="文本框 56389"/>
            <p:cNvSpPr txBox="1"/>
            <p:nvPr/>
          </p:nvSpPr>
          <p:spPr>
            <a:xfrm>
              <a:off x="903" y="1337"/>
              <a:ext cx="439" cy="220"/>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6KB</a:t>
              </a:r>
              <a:endParaRPr lang="en-US" altLang="zh-CN" sz="1600">
                <a:solidFill>
                  <a:schemeClr val="tx1"/>
                </a:solidFill>
                <a:latin typeface="Times New Roman" panose="02020603050405020304" charset="0"/>
                <a:ea typeface="宋体" panose="02010600030101010101" pitchFamily="2" charset="-122"/>
              </a:endParaRPr>
            </a:p>
          </p:txBody>
        </p:sp>
        <p:sp>
          <p:nvSpPr>
            <p:cNvPr id="83014" name="文本框 56390"/>
            <p:cNvSpPr txBox="1"/>
            <p:nvPr/>
          </p:nvSpPr>
          <p:spPr>
            <a:xfrm>
              <a:off x="904" y="1539"/>
              <a:ext cx="450" cy="19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7KB</a:t>
              </a:r>
              <a:endParaRPr lang="en-US" altLang="zh-CN" sz="1600">
                <a:solidFill>
                  <a:schemeClr val="tx1"/>
                </a:solidFill>
                <a:latin typeface="Times New Roman" panose="02020603050405020304" charset="0"/>
                <a:ea typeface="宋体" panose="02010600030101010101" pitchFamily="2" charset="-122"/>
              </a:endParaRPr>
            </a:p>
          </p:txBody>
        </p:sp>
        <p:sp>
          <p:nvSpPr>
            <p:cNvPr id="83015" name="文本框 56391"/>
            <p:cNvSpPr txBox="1"/>
            <p:nvPr/>
          </p:nvSpPr>
          <p:spPr>
            <a:xfrm>
              <a:off x="903" y="1768"/>
              <a:ext cx="458" cy="20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8KB</a:t>
              </a:r>
              <a:endParaRPr lang="en-US" altLang="zh-CN" sz="1600">
                <a:solidFill>
                  <a:schemeClr val="tx1"/>
                </a:solidFill>
                <a:latin typeface="Times New Roman" panose="02020603050405020304" charset="0"/>
                <a:ea typeface="宋体" panose="02010600030101010101" pitchFamily="2" charset="-122"/>
              </a:endParaRPr>
            </a:p>
          </p:txBody>
        </p:sp>
        <p:sp>
          <p:nvSpPr>
            <p:cNvPr id="83016" name="文本框 56392"/>
            <p:cNvSpPr txBox="1"/>
            <p:nvPr/>
          </p:nvSpPr>
          <p:spPr>
            <a:xfrm>
              <a:off x="903" y="1979"/>
              <a:ext cx="406" cy="183"/>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9KB</a:t>
              </a:r>
              <a:endParaRPr lang="en-US" altLang="zh-CN" sz="1600">
                <a:solidFill>
                  <a:schemeClr val="tx1"/>
                </a:solidFill>
                <a:latin typeface="Times New Roman" panose="02020603050405020304" charset="0"/>
                <a:ea typeface="宋体" panose="02010600030101010101" pitchFamily="2" charset="-122"/>
              </a:endParaRPr>
            </a:p>
          </p:txBody>
        </p:sp>
        <p:sp>
          <p:nvSpPr>
            <p:cNvPr id="83017" name="文本框 56393"/>
            <p:cNvSpPr txBox="1"/>
            <p:nvPr/>
          </p:nvSpPr>
          <p:spPr>
            <a:xfrm>
              <a:off x="695" y="2226"/>
              <a:ext cx="772" cy="193"/>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10KB-</a:t>
              </a:r>
              <a:r>
                <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rPr>
                <a:t>1</a:t>
              </a:r>
              <a:endPar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endParaRPr>
            </a:p>
          </p:txBody>
        </p:sp>
        <p:sp>
          <p:nvSpPr>
            <p:cNvPr id="83018" name="文本框 56394"/>
            <p:cNvSpPr txBox="1"/>
            <p:nvPr/>
          </p:nvSpPr>
          <p:spPr>
            <a:xfrm>
              <a:off x="316" y="106"/>
              <a:ext cx="361" cy="165"/>
            </a:xfrm>
            <a:prstGeom prst="rect">
              <a:avLst/>
            </a:prstGeom>
            <a:noFill/>
            <a:ln w="9525">
              <a:noFill/>
              <a:miter/>
            </a:ln>
          </p:spPr>
          <p:txBody>
            <a:bodyPr anchor="t"/>
            <a:p>
              <a:pPr lvl="0" algn="just">
                <a:lnSpc>
                  <a:spcPct val="80000"/>
                </a:lnSpc>
              </a:pPr>
              <a:r>
                <a:rPr lang="en-US" altLang="zh-CN" sz="2000">
                  <a:solidFill>
                    <a:schemeClr val="tx1"/>
                  </a:solidFill>
                  <a:latin typeface="Times New Roman" panose="02020603050405020304" charset="0"/>
                  <a:ea typeface="宋体" panose="02010600030101010101" pitchFamily="2" charset="-122"/>
                </a:rPr>
                <a:t>os</a:t>
              </a:r>
              <a:endParaRPr lang="en-US" altLang="zh-CN" sz="2000">
                <a:solidFill>
                  <a:schemeClr val="tx1"/>
                </a:solidFill>
                <a:latin typeface="Times New Roman" panose="02020603050405020304" charset="0"/>
                <a:ea typeface="宋体" panose="02010600030101010101" pitchFamily="2" charset="-122"/>
              </a:endParaRPr>
            </a:p>
          </p:txBody>
        </p:sp>
        <p:sp>
          <p:nvSpPr>
            <p:cNvPr id="83019" name="文本框 56395"/>
            <p:cNvSpPr txBox="1"/>
            <p:nvPr/>
          </p:nvSpPr>
          <p:spPr>
            <a:xfrm>
              <a:off x="316" y="326"/>
              <a:ext cx="361" cy="165"/>
            </a:xfrm>
            <a:prstGeom prst="rect">
              <a:avLst/>
            </a:prstGeom>
            <a:noFill/>
            <a:ln w="9525">
              <a:noFill/>
              <a:miter/>
            </a:ln>
          </p:spPr>
          <p:txBody>
            <a:bodyPr anchor="t"/>
            <a:p>
              <a:pPr lvl="0" algn="just">
                <a:lnSpc>
                  <a:spcPct val="80000"/>
                </a:lnSpc>
              </a:pPr>
              <a:r>
                <a:rPr lang="en-US" altLang="zh-CN" sz="2000">
                  <a:solidFill>
                    <a:schemeClr val="tx1"/>
                  </a:solidFill>
                  <a:latin typeface="Times New Roman" panose="02020603050405020304" charset="0"/>
                  <a:ea typeface="宋体" panose="02010600030101010101" pitchFamily="2" charset="-122"/>
                </a:rPr>
                <a:t>os</a:t>
              </a:r>
              <a:endParaRPr lang="en-US" altLang="zh-CN" sz="2000">
                <a:solidFill>
                  <a:schemeClr val="tx1"/>
                </a:solidFill>
                <a:latin typeface="Times New Roman" panose="02020603050405020304" charset="0"/>
                <a:ea typeface="宋体" panose="02010600030101010101" pitchFamily="2" charset="-122"/>
              </a:endParaRPr>
            </a:p>
          </p:txBody>
        </p:sp>
        <p:sp>
          <p:nvSpPr>
            <p:cNvPr id="83020" name="文本框 56396"/>
            <p:cNvSpPr txBox="1"/>
            <p:nvPr/>
          </p:nvSpPr>
          <p:spPr>
            <a:xfrm>
              <a:off x="-96" y="546"/>
              <a:ext cx="1131" cy="264"/>
            </a:xfrm>
            <a:prstGeom prst="rect">
              <a:avLst/>
            </a:prstGeom>
            <a:noFill/>
            <a:ln w="9525">
              <a:noFill/>
              <a:miter/>
            </a:ln>
          </p:spPr>
          <p:txBody>
            <a:bodyPr anchor="t"/>
            <a:p>
              <a:pPr lvl="0" algn="ctr">
                <a:spcBef>
                  <a:spcPct val="10000"/>
                </a:spcBef>
                <a:spcAft>
                  <a:spcPct val="30000"/>
                </a:spcAft>
              </a:pPr>
              <a:r>
                <a:rPr lang="en-US" altLang="zh-CN">
                  <a:solidFill>
                    <a:schemeClr val="tx1"/>
                  </a:solidFill>
                  <a:latin typeface="Times New Roman" panose="02020603050405020304" charset="0"/>
                  <a:ea typeface="宋体" panose="02010600030101010101" pitchFamily="2" charset="-122"/>
                </a:rPr>
                <a:t>mov r</a:t>
              </a:r>
              <a:r>
                <a:rPr lang="en-US" altLang="zh-CN" baseline="-25000">
                  <a:solidFill>
                    <a:schemeClr val="tx1"/>
                  </a:solidFill>
                  <a:latin typeface="Times New Roman" panose="02020603050405020304" charset="0"/>
                  <a:ea typeface="宋体" panose="02010600030101010101" pitchFamily="2" charset="-122"/>
                </a:rPr>
                <a:t>1,</a:t>
              </a:r>
              <a:r>
                <a:rPr lang="en-US" altLang="zh-CN">
                  <a:solidFill>
                    <a:schemeClr val="tx1"/>
                  </a:solidFill>
                  <a:latin typeface="Times New Roman" panose="02020603050405020304" charset="0"/>
                  <a:ea typeface="宋体" panose="02010600030101010101" pitchFamily="2" charset="-122"/>
                </a:rPr>
                <a:t> [2500]</a:t>
              </a:r>
              <a:endParaRPr lang="en-US" altLang="zh-CN">
                <a:solidFill>
                  <a:schemeClr val="tx1"/>
                </a:solidFill>
                <a:latin typeface="Times New Roman" panose="02020603050405020304" charset="0"/>
                <a:ea typeface="宋体" panose="02010600030101010101" pitchFamily="2" charset="-122"/>
              </a:endParaRPr>
            </a:p>
          </p:txBody>
        </p:sp>
        <p:sp>
          <p:nvSpPr>
            <p:cNvPr id="83021" name="文本框 56397"/>
            <p:cNvSpPr txBox="1"/>
            <p:nvPr/>
          </p:nvSpPr>
          <p:spPr>
            <a:xfrm>
              <a:off x="45" y="1645"/>
              <a:ext cx="407" cy="209"/>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123</a:t>
              </a:r>
              <a:endParaRPr lang="en-US" altLang="zh-CN" sz="1600">
                <a:solidFill>
                  <a:schemeClr val="tx1"/>
                </a:solidFill>
                <a:latin typeface="Times New Roman" panose="02020603050405020304" charset="0"/>
                <a:ea typeface="宋体" panose="02010600030101010101" pitchFamily="2" charset="-122"/>
              </a:endParaRPr>
            </a:p>
          </p:txBody>
        </p:sp>
        <p:sp>
          <p:nvSpPr>
            <p:cNvPr id="83022" name="文本框 56398"/>
            <p:cNvSpPr txBox="1"/>
            <p:nvPr/>
          </p:nvSpPr>
          <p:spPr>
            <a:xfrm>
              <a:off x="146" y="996"/>
              <a:ext cx="587" cy="253"/>
            </a:xfrm>
            <a:prstGeom prst="rect">
              <a:avLst/>
            </a:prstGeom>
            <a:noFill/>
            <a:ln w="9525">
              <a:noFill/>
              <a:miter/>
            </a:ln>
          </p:spPr>
          <p:txBody>
            <a:bodyPr anchor="t"/>
            <a:p>
              <a:pPr lvl="0" algn="ct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p:txBody>
        </p:sp>
      </p:grpSp>
      <p:sp>
        <p:nvSpPr>
          <p:cNvPr id="56400" name="直接连接符 56399"/>
          <p:cNvSpPr/>
          <p:nvPr/>
        </p:nvSpPr>
        <p:spPr>
          <a:xfrm>
            <a:off x="5365750" y="2439988"/>
            <a:ext cx="0" cy="1185862"/>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nvGrpSpPr>
          <p:cNvPr id="56401" name="组合 56400"/>
          <p:cNvGrpSpPr/>
          <p:nvPr/>
        </p:nvGrpSpPr>
        <p:grpSpPr>
          <a:xfrm>
            <a:off x="3328988" y="3625850"/>
            <a:ext cx="2940050" cy="877888"/>
            <a:chOff x="45" y="0"/>
            <a:chExt cx="1852" cy="553"/>
          </a:xfrm>
        </p:grpSpPr>
        <p:sp>
          <p:nvSpPr>
            <p:cNvPr id="83025" name="文本框 56401"/>
            <p:cNvSpPr txBox="1"/>
            <p:nvPr/>
          </p:nvSpPr>
          <p:spPr>
            <a:xfrm>
              <a:off x="181" y="0"/>
              <a:ext cx="496"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页号</a:t>
              </a:r>
              <a:r>
                <a:rPr lang="en-US" altLang="zh-CN" sz="1600">
                  <a:solidFill>
                    <a:schemeClr val="tx1"/>
                  </a:solidFill>
                  <a:latin typeface="Times New Roman" panose="02020603050405020304" charset="0"/>
                  <a:ea typeface="宋体" panose="02010600030101010101" pitchFamily="2" charset="-122"/>
                </a:rPr>
                <a:t>P</a:t>
              </a:r>
              <a:endParaRPr lang="en-US" altLang="zh-CN" sz="1600">
                <a:solidFill>
                  <a:schemeClr val="tx1"/>
                </a:solidFill>
                <a:latin typeface="Times New Roman" panose="02020603050405020304" charset="0"/>
                <a:ea typeface="宋体" panose="02010600030101010101" pitchFamily="2" charset="-122"/>
              </a:endParaRPr>
            </a:p>
          </p:txBody>
        </p:sp>
        <p:sp>
          <p:nvSpPr>
            <p:cNvPr id="83026" name="文本框 56402"/>
            <p:cNvSpPr txBox="1"/>
            <p:nvPr/>
          </p:nvSpPr>
          <p:spPr>
            <a:xfrm>
              <a:off x="994" y="0"/>
              <a:ext cx="812"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页内位移</a:t>
              </a:r>
              <a:r>
                <a:rPr lang="en-US" altLang="zh-CN" sz="1600">
                  <a:solidFill>
                    <a:schemeClr val="tx1"/>
                  </a:solidFill>
                  <a:latin typeface="Times New Roman" panose="02020603050405020304" charset="0"/>
                  <a:ea typeface="宋体" panose="02010600030101010101" pitchFamily="2" charset="-122"/>
                </a:rPr>
                <a:t>W</a:t>
              </a:r>
              <a:endParaRPr lang="en-US" altLang="zh-CN" sz="1600">
                <a:solidFill>
                  <a:schemeClr val="tx1"/>
                </a:solidFill>
                <a:latin typeface="Times New Roman" panose="02020603050405020304" charset="0"/>
                <a:ea typeface="宋体" panose="02010600030101010101" pitchFamily="2" charset="-122"/>
              </a:endParaRPr>
            </a:p>
          </p:txBody>
        </p:sp>
        <p:grpSp>
          <p:nvGrpSpPr>
            <p:cNvPr id="83027" name="组合 56403"/>
            <p:cNvGrpSpPr/>
            <p:nvPr/>
          </p:nvGrpSpPr>
          <p:grpSpPr>
            <a:xfrm>
              <a:off x="45" y="246"/>
              <a:ext cx="1852" cy="307"/>
              <a:chOff x="0" y="0"/>
              <a:chExt cx="3360" cy="480"/>
            </a:xfrm>
          </p:grpSpPr>
          <p:sp>
            <p:nvSpPr>
              <p:cNvPr id="83028" name="文本框 56404"/>
              <p:cNvSpPr txBox="1"/>
              <p:nvPr/>
            </p:nvSpPr>
            <p:spPr>
              <a:xfrm>
                <a:off x="0" y="0"/>
                <a:ext cx="3360" cy="480"/>
              </a:xfrm>
              <a:prstGeom prst="rect">
                <a:avLst/>
              </a:prstGeom>
              <a:noFill/>
              <a:ln w="9525" cap="flat" cmpd="sng">
                <a:solidFill>
                  <a:srgbClr val="000000"/>
                </a:solidFill>
                <a:prstDash val="solid"/>
                <a:miter/>
                <a:headEnd type="none" w="med" len="med"/>
                <a:tailEnd type="none" w="med" len="med"/>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endParaRPr lang="zh-CN" altLang="en-US" sz="1600">
                  <a:solidFill>
                    <a:schemeClr val="tx1"/>
                  </a:solidFill>
                  <a:latin typeface="Times New Roman" panose="02020603050405020304" charset="0"/>
                  <a:ea typeface="宋体" panose="02010600030101010101" pitchFamily="2" charset="-122"/>
                </a:endParaRPr>
              </a:p>
            </p:txBody>
          </p:sp>
          <p:sp>
            <p:nvSpPr>
              <p:cNvPr id="83029" name="直接连接符 56405"/>
              <p:cNvSpPr/>
              <p:nvPr/>
            </p:nvSpPr>
            <p:spPr>
              <a:xfrm>
                <a:off x="1335" y="0"/>
                <a:ext cx="0" cy="48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grpSp>
      <p:sp>
        <p:nvSpPr>
          <p:cNvPr id="56408" name="文本框 56407"/>
          <p:cNvSpPr txBox="1"/>
          <p:nvPr/>
        </p:nvSpPr>
        <p:spPr>
          <a:xfrm>
            <a:off x="3368675" y="4084638"/>
            <a:ext cx="1127125" cy="334962"/>
          </a:xfrm>
          <a:prstGeom prst="rect">
            <a:avLst/>
          </a:prstGeom>
          <a:noFill/>
          <a:ln w="9525">
            <a:noFill/>
            <a:miter/>
          </a:ln>
        </p:spPr>
        <p:txBody>
          <a:bodyPr wrap="square"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      2</a:t>
            </a:r>
            <a:endParaRPr lang="zh-CN" altLang="en-US" sz="1600">
              <a:solidFill>
                <a:schemeClr val="tx1"/>
              </a:solidFill>
              <a:latin typeface="Times New Roman" panose="02020603050405020304" charset="0"/>
              <a:ea typeface="宋体" panose="02010600030101010101" pitchFamily="2" charset="-122"/>
            </a:endParaRPr>
          </a:p>
        </p:txBody>
      </p:sp>
      <p:sp>
        <p:nvSpPr>
          <p:cNvPr id="56409" name="文本框 56408"/>
          <p:cNvSpPr txBox="1"/>
          <p:nvPr/>
        </p:nvSpPr>
        <p:spPr>
          <a:xfrm>
            <a:off x="4546600" y="4071938"/>
            <a:ext cx="1752600" cy="33496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        452</a:t>
            </a:r>
            <a:endParaRPr lang="zh-CN" altLang="en-US" sz="1600">
              <a:solidFill>
                <a:schemeClr val="tx1"/>
              </a:solidFill>
              <a:latin typeface="Times New Roman" panose="02020603050405020304" charset="0"/>
              <a:ea typeface="宋体" panose="02010600030101010101" pitchFamily="2" charset="-122"/>
            </a:endParaRPr>
          </a:p>
        </p:txBody>
      </p:sp>
      <p:grpSp>
        <p:nvGrpSpPr>
          <p:cNvPr id="56410" name="组合 56409"/>
          <p:cNvGrpSpPr/>
          <p:nvPr/>
        </p:nvGrpSpPr>
        <p:grpSpPr>
          <a:xfrm>
            <a:off x="4754563" y="4411663"/>
            <a:ext cx="1868487" cy="1255712"/>
            <a:chOff x="-303" y="0"/>
            <a:chExt cx="1177" cy="791"/>
          </a:xfrm>
        </p:grpSpPr>
        <p:sp>
          <p:nvSpPr>
            <p:cNvPr id="83033" name="文本框 56410"/>
            <p:cNvSpPr txBox="1"/>
            <p:nvPr/>
          </p:nvSpPr>
          <p:spPr>
            <a:xfrm>
              <a:off x="-303" y="426"/>
              <a:ext cx="1177" cy="365"/>
            </a:xfrm>
            <a:prstGeom prst="rect">
              <a:avLst/>
            </a:prstGeom>
            <a:noFill/>
            <a:ln w="9525">
              <a:noFill/>
              <a:miter/>
            </a:ln>
          </p:spPr>
          <p:txBody>
            <a:bodyPr wrap="square" anchor="t">
              <a:spAutoFit/>
            </a:bodyPr>
            <a:p>
              <a:pPr lvl="0"/>
              <a:r>
                <a:rPr lang="en-US" altLang="zh-CN" sz="1600">
                  <a:solidFill>
                    <a:schemeClr val="tx1"/>
                  </a:solidFill>
                  <a:latin typeface="Times New Roman" panose="02020603050405020304" charset="0"/>
                  <a:ea typeface="宋体" panose="02010600030101010101" pitchFamily="2" charset="-122"/>
                </a:rPr>
                <a:t>7</a:t>
              </a:r>
              <a:r>
                <a:rPr lang="en-US" altLang="zh-CN" sz="1600">
                  <a:solidFill>
                    <a:schemeClr val="tx1"/>
                  </a:solidFill>
                  <a:latin typeface="Times New Roman" panose="02020603050405020304" charset="0"/>
                  <a:ea typeface="Times New Roman" panose="02020603050405020304" charset="0"/>
                </a:rPr>
                <a:t>×</a:t>
              </a:r>
              <a:r>
                <a:rPr lang="en-US" altLang="zh-CN" sz="1600">
                  <a:solidFill>
                    <a:schemeClr val="tx1"/>
                  </a:solidFill>
                  <a:latin typeface="Times New Roman" panose="02020603050405020304" charset="0"/>
                  <a:ea typeface="宋体" panose="02010600030101010101" pitchFamily="2" charset="-122"/>
                </a:rPr>
                <a:t>1024+452</a:t>
              </a:r>
              <a:endParaRPr lang="en-US" altLang="zh-CN" sz="1600">
                <a:solidFill>
                  <a:schemeClr val="tx1"/>
                </a:solidFill>
                <a:latin typeface="Times New Roman" panose="02020603050405020304" charset="0"/>
                <a:ea typeface="宋体" panose="02010600030101010101" pitchFamily="2" charset="-122"/>
              </a:endParaRPr>
            </a:p>
            <a:p>
              <a:pPr lvl="0"/>
              <a:r>
                <a:rPr lang="en-US" altLang="zh-CN" sz="1600">
                  <a:solidFill>
                    <a:schemeClr val="tx1"/>
                  </a:solidFill>
                  <a:latin typeface="Times New Roman" panose="02020603050405020304" charset="0"/>
                  <a:ea typeface="宋体" panose="02010600030101010101" pitchFamily="2" charset="-122"/>
                </a:rPr>
                <a:t>=7620</a:t>
              </a:r>
              <a:endParaRPr lang="en-US" altLang="zh-CN" sz="1600">
                <a:solidFill>
                  <a:schemeClr val="tx1"/>
                </a:solidFill>
                <a:latin typeface="Times New Roman" panose="02020603050405020304" charset="0"/>
                <a:ea typeface="宋体" panose="02010600030101010101" pitchFamily="2" charset="-122"/>
              </a:endParaRPr>
            </a:p>
          </p:txBody>
        </p:sp>
        <p:sp>
          <p:nvSpPr>
            <p:cNvPr id="83034" name="直接连接符 56411"/>
            <p:cNvSpPr/>
            <p:nvPr/>
          </p:nvSpPr>
          <p:spPr>
            <a:xfrm flipV="1">
              <a:off x="551" y="0"/>
              <a:ext cx="201" cy="476"/>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56413" name="文本框 56412"/>
          <p:cNvSpPr txBox="1"/>
          <p:nvPr/>
        </p:nvSpPr>
        <p:spPr>
          <a:xfrm>
            <a:off x="4529138" y="6119813"/>
            <a:ext cx="2273300" cy="336550"/>
          </a:xfrm>
          <a:prstGeom prst="rect">
            <a:avLst/>
          </a:prstGeom>
          <a:noFill/>
          <a:ln w="9525">
            <a:noFill/>
            <a:miter/>
          </a:ln>
        </p:spPr>
        <p:txBody>
          <a:bodyPr anchor="t">
            <a:spAutoFit/>
          </a:bodyPr>
          <a:p>
            <a:pPr lvl="0">
              <a:spcBef>
                <a:spcPct val="30000"/>
              </a:spcBef>
            </a:pPr>
            <a:r>
              <a:rPr lang="zh-CN" altLang="en-US" sz="1600" b="0">
                <a:solidFill>
                  <a:schemeClr val="tx1"/>
                </a:solidFill>
                <a:latin typeface="Times New Roman" panose="02020603050405020304" charset="0"/>
                <a:ea typeface="宋体" panose="02010600030101010101" pitchFamily="2" charset="-122"/>
              </a:rPr>
              <a:t>页式地址变换过程</a:t>
            </a:r>
            <a:endParaRPr lang="zh-CN" altLang="en-US" sz="1600" b="0">
              <a:solidFill>
                <a:schemeClr val="tx1"/>
              </a:solidFill>
              <a:latin typeface="Times New Roman" panose="02020603050405020304" charset="0"/>
              <a:ea typeface="宋体" panose="02010600030101010101" pitchFamily="2" charset="-122"/>
            </a:endParaRPr>
          </a:p>
        </p:txBody>
      </p:sp>
      <p:sp>
        <p:nvSpPr>
          <p:cNvPr id="56414" name="矩形 56413"/>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页式存储管理</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6323" grpId="0" build="p"/>
      <p:bldP spid="56408" grpId="0"/>
      <p:bldP spid="56409" grpId="0"/>
      <p:bldP spid="56413"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文本框 57345"/>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41</a:t>
            </a:r>
            <a:endParaRPr lang="en-US" altLang="zh-CN" b="0">
              <a:solidFill>
                <a:schemeClr val="tx2"/>
              </a:solidFill>
              <a:latin typeface="Times New Roman" panose="02020603050405020304" charset="0"/>
              <a:ea typeface="宋体" panose="02010600030101010101" pitchFamily="2" charset="-122"/>
            </a:endParaRPr>
          </a:p>
        </p:txBody>
      </p:sp>
      <p:sp>
        <p:nvSpPr>
          <p:cNvPr id="57347" name="矩形 57346"/>
          <p:cNvSpPr/>
          <p:nvPr/>
        </p:nvSpPr>
        <p:spPr>
          <a:xfrm>
            <a:off x="679450" y="715963"/>
            <a:ext cx="8261350" cy="436943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Font typeface="Wingdings" panose="05000000000000000000" pitchFamily="2" charset="2"/>
              <a:buNone/>
            </a:pPr>
            <a:r>
              <a:rPr lang="zh-CN" altLang="en-US" sz="2400" b="1" strike="noStrike" noProof="1">
                <a:solidFill>
                  <a:srgbClr val="000099"/>
                </a:solidFill>
                <a:latin typeface="宋体" panose="02010600030101010101" pitchFamily="2" charset="-122"/>
                <a:ea typeface="宋体" panose="02010600030101010101" pitchFamily="2" charset="-122"/>
                <a:cs typeface="+mn-ea"/>
              </a:rPr>
              <a:t>③ </a:t>
            </a:r>
            <a:r>
              <a:rPr lang="zh-CN" altLang="en-US" sz="2400" b="1" strike="noStrike" noProof="1">
                <a:solidFill>
                  <a:srgbClr val="000099"/>
                </a:solidFill>
                <a:latin typeface="Times New Roman" panose="02020603050405020304" charset="0"/>
                <a:ea typeface="宋体" panose="02010600030101010101" pitchFamily="2" charset="-122"/>
                <a:cs typeface="+mn-ea"/>
              </a:rPr>
              <a:t>页式地址变换步骤</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30000"/>
              </a:lnSpc>
              <a:buFont typeface="Wingdings" panose="05000000000000000000" pitchFamily="2" charset="2"/>
              <a:buAutoNum type="arabicPeriod"/>
            </a:pPr>
            <a:r>
              <a:rPr lang="en-US" altLang="zh-CN" sz="2400" strike="noStrike" noProof="1">
                <a:solidFill>
                  <a:schemeClr val="tx1"/>
                </a:solidFill>
                <a:latin typeface="Times New Roman" panose="02020603050405020304" charset="0"/>
                <a:ea typeface="宋体" panose="02010600030101010101" pitchFamily="2" charset="-122"/>
                <a:cs typeface="+mn-ea"/>
              </a:rPr>
              <a:t>CPU</a:t>
            </a:r>
            <a:r>
              <a:rPr lang="zh-CN" altLang="en-US" sz="2400" strike="noStrike" noProof="1">
                <a:solidFill>
                  <a:schemeClr val="tx1"/>
                </a:solidFill>
                <a:latin typeface="Times New Roman" panose="02020603050405020304" charset="0"/>
                <a:ea typeface="宋体" panose="02010600030101010101" pitchFamily="2" charset="-122"/>
                <a:cs typeface="+mn-ea"/>
              </a:rPr>
              <a:t>给出操作数地址 </a:t>
            </a:r>
            <a:r>
              <a:rPr lang="en-US" altLang="zh-CN" sz="2400" strike="noStrike" noProof="1">
                <a:solidFill>
                  <a:schemeClr val="tx1"/>
                </a:solidFill>
                <a:latin typeface="Times New Roman" panose="02020603050405020304" charset="0"/>
                <a:ea typeface="宋体" panose="02010600030101010101" pitchFamily="2" charset="-122"/>
                <a:cs typeface="+mn-ea"/>
              </a:rPr>
              <a:t>(</a:t>
            </a:r>
            <a:r>
              <a:rPr lang="zh-CN" altLang="en-US" sz="2400" strike="noStrike" noProof="1">
                <a:solidFill>
                  <a:schemeClr val="tx1"/>
                </a:solidFill>
                <a:latin typeface="Times New Roman" panose="02020603050405020304" charset="0"/>
                <a:ea typeface="宋体" panose="02010600030101010101" pitchFamily="2" charset="-122"/>
                <a:cs typeface="+mn-ea"/>
              </a:rPr>
              <a:t>为</a:t>
            </a:r>
            <a:r>
              <a:rPr lang="en-US" altLang="zh-CN" sz="2400" strike="noStrike" noProof="1">
                <a:solidFill>
                  <a:schemeClr val="tx1"/>
                </a:solidFill>
                <a:latin typeface="Times New Roman" panose="02020603050405020304" charset="0"/>
                <a:ea typeface="宋体" panose="02010600030101010101" pitchFamily="2" charset="-122"/>
                <a:cs typeface="+mn-ea"/>
              </a:rPr>
              <a:t>2500) </a:t>
            </a:r>
            <a:r>
              <a:rPr lang="zh-CN" altLang="en-US" sz="2400" strike="noStrike" noProof="1">
                <a:solidFill>
                  <a:schemeClr val="tx1"/>
                </a:solidFill>
                <a:latin typeface="Times New Roman" panose="02020603050405020304" charset="0"/>
                <a:ea typeface="宋体" panose="02010600030101010101" pitchFamily="2" charset="-122"/>
                <a:cs typeface="+mn-ea"/>
              </a:rPr>
              <a:t>；</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Font typeface="Wingdings" panose="05000000000000000000" pitchFamily="2" charset="2"/>
              <a:buAutoNum type="arabicPeriod"/>
            </a:pPr>
            <a:r>
              <a:rPr lang="zh-CN" altLang="en-US" sz="2400" strike="noStrike" noProof="1">
                <a:solidFill>
                  <a:schemeClr val="tx1"/>
                </a:solidFill>
                <a:latin typeface="Times New Roman" panose="02020603050405020304" charset="0"/>
                <a:ea typeface="宋体" panose="02010600030101010101" pitchFamily="2" charset="-122"/>
                <a:cs typeface="+mn-ea"/>
              </a:rPr>
              <a:t>由分页机构自动地把逻辑地址分为两部分，得到页号</a:t>
            </a:r>
            <a:r>
              <a:rPr lang="en-US" altLang="zh-CN" sz="2400" strike="noStrike" noProof="1">
                <a:solidFill>
                  <a:schemeClr val="tx1"/>
                </a:solidFill>
                <a:latin typeface="Times New Roman" panose="02020603050405020304" charset="0"/>
                <a:ea typeface="宋体" panose="02010600030101010101" pitchFamily="2" charset="-122"/>
                <a:cs typeface="+mn-ea"/>
              </a:rPr>
              <a:t>p</a:t>
            </a:r>
            <a:r>
              <a:rPr lang="zh-CN" altLang="en-US" sz="2400" strike="noStrike" noProof="1">
                <a:solidFill>
                  <a:schemeClr val="tx1"/>
                </a:solidFill>
                <a:latin typeface="Times New Roman" panose="02020603050405020304" charset="0"/>
                <a:ea typeface="宋体" panose="02010600030101010101" pitchFamily="2" charset="-122"/>
                <a:cs typeface="+mn-ea"/>
              </a:rPr>
              <a:t>和页内相对位移</a:t>
            </a:r>
            <a:r>
              <a:rPr lang="en-US" altLang="zh-CN" sz="2400" strike="noStrike" noProof="1">
                <a:solidFill>
                  <a:schemeClr val="tx1"/>
                </a:solidFill>
                <a:latin typeface="Times New Roman" panose="02020603050405020304" charset="0"/>
                <a:ea typeface="宋体" panose="02010600030101010101" pitchFamily="2" charset="-122"/>
                <a:cs typeface="+mn-ea"/>
              </a:rPr>
              <a:t>w (p =2</a:t>
            </a:r>
            <a:r>
              <a:rPr lang="zh-CN" altLang="en-US" sz="2400" strike="noStrike" noProof="1">
                <a:solidFill>
                  <a:schemeClr val="tx1"/>
                </a:solidFill>
                <a:latin typeface="Times New Roman" panose="02020603050405020304" charset="0"/>
                <a:ea typeface="宋体" panose="02010600030101010101" pitchFamily="2" charset="-122"/>
                <a:cs typeface="+mn-ea"/>
              </a:rPr>
              <a:t>， </a:t>
            </a:r>
            <a:r>
              <a:rPr lang="en-US" altLang="zh-CN" sz="2400" strike="noStrike" noProof="1">
                <a:solidFill>
                  <a:schemeClr val="tx1"/>
                </a:solidFill>
                <a:latin typeface="Times New Roman" panose="02020603050405020304" charset="0"/>
                <a:ea typeface="宋体" panose="02010600030101010101" pitchFamily="2" charset="-122"/>
                <a:cs typeface="+mn-ea"/>
              </a:rPr>
              <a:t>w =452)</a:t>
            </a:r>
            <a:r>
              <a:rPr lang="zh-CN" altLang="en-US" sz="2400" strike="noStrike" noProof="1">
                <a:solidFill>
                  <a:schemeClr val="tx1"/>
                </a:solidFill>
                <a:latin typeface="Times New Roman" panose="02020603050405020304" charset="0"/>
                <a:ea typeface="宋体" panose="02010600030101010101" pitchFamily="2" charset="-122"/>
                <a:cs typeface="+mn-ea"/>
              </a:rPr>
              <a:t>；</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Font typeface="Wingdings" panose="05000000000000000000" pitchFamily="2" charset="2"/>
              <a:buAutoNum type="arabicPeriod"/>
            </a:pPr>
            <a:r>
              <a:rPr lang="zh-CN" altLang="en-US" sz="2400" strike="noStrike" noProof="1">
                <a:solidFill>
                  <a:schemeClr val="tx1"/>
                </a:solidFill>
                <a:latin typeface="Times New Roman" panose="02020603050405020304" charset="0"/>
                <a:ea typeface="宋体" panose="02010600030101010101" pitchFamily="2" charset="-122"/>
                <a:cs typeface="+mn-ea"/>
              </a:rPr>
              <a:t>根据页表始址寄存器指示的页表始地址，以页号为索引，找到第</a:t>
            </a:r>
            <a:r>
              <a:rPr lang="en-US" altLang="zh-CN" sz="2400" strike="noStrike" noProof="1">
                <a:solidFill>
                  <a:schemeClr val="tx1"/>
                </a:solidFill>
                <a:latin typeface="Times New Roman" panose="02020603050405020304" charset="0"/>
                <a:ea typeface="宋体" panose="02010600030101010101" pitchFamily="2" charset="-122"/>
                <a:cs typeface="+mn-ea"/>
              </a:rPr>
              <a:t>2</a:t>
            </a:r>
            <a:r>
              <a:rPr lang="zh-CN" altLang="en-US" sz="2400" strike="noStrike" noProof="1">
                <a:solidFill>
                  <a:schemeClr val="tx1"/>
                </a:solidFill>
                <a:latin typeface="Times New Roman" panose="02020603050405020304" charset="0"/>
                <a:ea typeface="宋体" panose="02010600030101010101" pitchFamily="2" charset="-122"/>
                <a:cs typeface="+mn-ea"/>
              </a:rPr>
              <a:t>页所对应的块号 </a:t>
            </a:r>
            <a:r>
              <a:rPr lang="en-US" altLang="zh-CN" sz="2400" strike="noStrike" noProof="1">
                <a:solidFill>
                  <a:schemeClr val="tx1"/>
                </a:solidFill>
                <a:latin typeface="Times New Roman" panose="02020603050405020304" charset="0"/>
                <a:ea typeface="宋体" panose="02010600030101010101" pitchFamily="2" charset="-122"/>
                <a:cs typeface="+mn-ea"/>
              </a:rPr>
              <a:t>(</a:t>
            </a:r>
            <a:r>
              <a:rPr lang="zh-CN" altLang="en-US" sz="2400" strike="noStrike" noProof="1">
                <a:solidFill>
                  <a:schemeClr val="tx1"/>
                </a:solidFill>
                <a:latin typeface="Times New Roman" panose="02020603050405020304" charset="0"/>
                <a:ea typeface="宋体" panose="02010600030101010101" pitchFamily="2" charset="-122"/>
                <a:cs typeface="+mn-ea"/>
              </a:rPr>
              <a:t>为</a:t>
            </a:r>
            <a:r>
              <a:rPr lang="en-US" altLang="zh-CN" sz="2400" strike="noStrike" noProof="1">
                <a:solidFill>
                  <a:schemeClr val="tx1"/>
                </a:solidFill>
                <a:latin typeface="Times New Roman" panose="02020603050405020304" charset="0"/>
                <a:ea typeface="宋体" panose="02010600030101010101" pitchFamily="2" charset="-122"/>
                <a:cs typeface="+mn-ea"/>
              </a:rPr>
              <a:t>7) </a:t>
            </a:r>
            <a:r>
              <a:rPr lang="zh-CN" altLang="en-US" sz="2400" strike="noStrike" noProof="1">
                <a:solidFill>
                  <a:schemeClr val="tx1"/>
                </a:solidFill>
                <a:latin typeface="Times New Roman" panose="02020603050405020304" charset="0"/>
                <a:ea typeface="宋体" panose="02010600030101010101" pitchFamily="2" charset="-122"/>
                <a:cs typeface="+mn-ea"/>
              </a:rPr>
              <a:t>；</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Font typeface="Wingdings" panose="05000000000000000000" pitchFamily="2" charset="2"/>
              <a:buAutoNum type="arabicPeriod"/>
            </a:pPr>
            <a:r>
              <a:rPr lang="zh-CN" altLang="en-US" sz="2400" strike="noStrike" noProof="1">
                <a:solidFill>
                  <a:schemeClr val="tx1"/>
                </a:solidFill>
                <a:latin typeface="Times New Roman" panose="02020603050405020304" charset="0"/>
                <a:ea typeface="宋体" panose="02010600030101010101" pitchFamily="2" charset="-122"/>
                <a:cs typeface="+mn-ea"/>
              </a:rPr>
              <a:t>将块号</a:t>
            </a:r>
            <a:r>
              <a:rPr lang="en-US" altLang="zh-CN" sz="2400" strike="noStrike" noProof="1">
                <a:solidFill>
                  <a:schemeClr val="tx1"/>
                </a:solidFill>
                <a:latin typeface="Times New Roman" panose="02020603050405020304" charset="0"/>
                <a:ea typeface="宋体" panose="02010600030101010101" pitchFamily="2" charset="-122"/>
                <a:cs typeface="+mn-ea"/>
              </a:rPr>
              <a:t>b</a:t>
            </a:r>
            <a:r>
              <a:rPr lang="zh-CN" altLang="en-US" sz="2400" strike="noStrike" noProof="1">
                <a:solidFill>
                  <a:schemeClr val="tx1"/>
                </a:solidFill>
                <a:latin typeface="Times New Roman" panose="02020603050405020304" charset="0"/>
                <a:ea typeface="宋体" panose="02010600030101010101" pitchFamily="2" charset="-122"/>
                <a:cs typeface="+mn-ea"/>
              </a:rPr>
              <a:t>和页内位移量</a:t>
            </a:r>
            <a:r>
              <a:rPr lang="en-US" altLang="zh-CN" sz="2400" strike="noStrike" noProof="1">
                <a:solidFill>
                  <a:schemeClr val="tx1"/>
                </a:solidFill>
                <a:latin typeface="Times New Roman" panose="02020603050405020304" charset="0"/>
                <a:ea typeface="宋体" panose="02010600030101010101" pitchFamily="2" charset="-122"/>
                <a:cs typeface="+mn-ea"/>
              </a:rPr>
              <a:t>w</a:t>
            </a:r>
            <a:r>
              <a:rPr lang="zh-CN" altLang="en-US" sz="2400" strike="noStrike" noProof="1">
                <a:solidFill>
                  <a:schemeClr val="tx1"/>
                </a:solidFill>
                <a:latin typeface="Times New Roman" panose="02020603050405020304" charset="0"/>
                <a:ea typeface="宋体" panose="02010600030101010101" pitchFamily="2" charset="-122"/>
                <a:cs typeface="+mn-ea"/>
              </a:rPr>
              <a:t>拼接在一起，就形成了访问主存的物理地址 </a:t>
            </a:r>
            <a:r>
              <a:rPr lang="en-US" altLang="zh-CN" sz="2400" strike="noStrike" noProof="1">
                <a:solidFill>
                  <a:schemeClr val="tx1"/>
                </a:solidFill>
                <a:latin typeface="Times New Roman" panose="02020603050405020304" charset="0"/>
                <a:ea typeface="宋体" panose="02010600030101010101" pitchFamily="2" charset="-122"/>
                <a:cs typeface="+mn-ea"/>
              </a:rPr>
              <a:t>(7*1024+452=7620)</a:t>
            </a:r>
            <a:endParaRPr lang="en-US" altLang="zh-CN" sz="2400" strike="noStrike" noProof="1">
              <a:solidFill>
                <a:schemeClr val="tx1"/>
              </a:solidFill>
              <a:latin typeface="Times New Roman" panose="02020603050405020304" charset="0"/>
              <a:ea typeface="宋体" panose="02010600030101010101" pitchFamily="2" charset="-122"/>
            </a:endParaRPr>
          </a:p>
        </p:txBody>
      </p:sp>
      <p:sp>
        <p:nvSpPr>
          <p:cNvPr id="57348" name="矩形 5734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页式存储管理</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7347" grpId="0" uiExpand="1"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文本框 57345"/>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41</a:t>
            </a:r>
            <a:endParaRPr lang="en-US" altLang="zh-CN" b="0">
              <a:solidFill>
                <a:schemeClr val="tx2"/>
              </a:solidFill>
              <a:latin typeface="Times New Roman" panose="02020603050405020304" charset="0"/>
              <a:ea typeface="宋体" panose="02010600030101010101" pitchFamily="2" charset="-122"/>
            </a:endParaRPr>
          </a:p>
        </p:txBody>
      </p:sp>
      <p:sp>
        <p:nvSpPr>
          <p:cNvPr id="57347" name="矩形 57346"/>
          <p:cNvSpPr/>
          <p:nvPr/>
        </p:nvSpPr>
        <p:spPr>
          <a:xfrm>
            <a:off x="412750" y="715963"/>
            <a:ext cx="8261350" cy="212026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Font typeface="Wingdings" panose="05000000000000000000" pitchFamily="2" charset="2"/>
              <a:buNone/>
            </a:pPr>
            <a:r>
              <a:rPr lang="zh-CN" altLang="en-US" sz="2400" b="1" strike="noStrike" noProof="1">
                <a:solidFill>
                  <a:srgbClr val="000099"/>
                </a:solidFill>
                <a:latin typeface="Times New Roman" panose="02020603050405020304" charset="0"/>
                <a:ea typeface="宋体" panose="02010600030101010101" pitchFamily="2" charset="-122"/>
              </a:rPr>
              <a:t>习题</a:t>
            </a:r>
            <a:r>
              <a:rPr lang="en-US" altLang="zh-CN" sz="2400" b="1" strike="noStrike" noProof="1">
                <a:solidFill>
                  <a:srgbClr val="000099"/>
                </a:solidFill>
                <a:latin typeface="Times New Roman" panose="02020603050405020304" charset="0"/>
                <a:ea typeface="宋体" panose="02010600030101010101" pitchFamily="2" charset="-122"/>
              </a:rPr>
              <a:t>7-14</a:t>
            </a:r>
            <a:endParaRPr lang="en-US" altLang="zh-CN"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30000"/>
              </a:lnSpc>
              <a:buFont typeface="Wingdings" panose="05000000000000000000" pitchFamily="2" charset="2"/>
              <a:buNone/>
            </a:pPr>
            <a:r>
              <a:rPr lang="zh-CN" altLang="en-US" sz="2400" strike="noStrike" noProof="1">
                <a:solidFill>
                  <a:schemeClr val="tx1"/>
                </a:solidFill>
                <a:effectLst/>
                <a:latin typeface="Times New Roman" panose="02020603050405020304" charset="0"/>
                <a:ea typeface="宋体" panose="02010600030101010101" pitchFamily="2" charset="-122"/>
              </a:rPr>
              <a:t>已知主存容量为</a:t>
            </a:r>
            <a:r>
              <a:rPr lang="en-US" altLang="zh-CN" sz="2400" strike="noStrike" noProof="1">
                <a:solidFill>
                  <a:schemeClr val="tx1"/>
                </a:solidFill>
                <a:effectLst/>
                <a:latin typeface="Times New Roman" panose="02020603050405020304" charset="0"/>
                <a:ea typeface="宋体" panose="02010600030101010101" pitchFamily="2" charset="-122"/>
              </a:rPr>
              <a:t>64KB</a:t>
            </a:r>
            <a:r>
              <a:rPr lang="zh-CN" altLang="en-US" sz="2400" strike="noStrike" noProof="1">
                <a:solidFill>
                  <a:schemeClr val="tx1"/>
                </a:solidFill>
                <a:effectLst/>
                <a:latin typeface="Times New Roman" panose="02020603050405020304" charset="0"/>
                <a:ea typeface="宋体" panose="02010600030101010101" pitchFamily="2" charset="-122"/>
              </a:rPr>
              <a:t>，某一作业</a:t>
            </a:r>
            <a:r>
              <a:rPr lang="en-US" altLang="zh-CN" sz="2400" strike="noStrike" noProof="1">
                <a:solidFill>
                  <a:schemeClr val="tx1"/>
                </a:solidFill>
                <a:effectLst/>
                <a:latin typeface="Times New Roman" panose="02020603050405020304" charset="0"/>
                <a:ea typeface="宋体" panose="02010600030101010101" pitchFamily="2" charset="-122"/>
              </a:rPr>
              <a:t>A</a:t>
            </a:r>
            <a:r>
              <a:rPr lang="zh-CN" altLang="en-US" sz="2400" strike="noStrike" noProof="1">
                <a:solidFill>
                  <a:schemeClr val="tx1"/>
                </a:solidFill>
                <a:effectLst/>
                <a:latin typeface="Times New Roman" panose="02020603050405020304" charset="0"/>
                <a:ea typeface="宋体" panose="02010600030101010101" pitchFamily="2" charset="-122"/>
              </a:rPr>
              <a:t>的地址空间如图所示，它的四个页面（页面大小为</a:t>
            </a:r>
            <a:r>
              <a:rPr lang="en-US" altLang="zh-CN" sz="2400" strike="noStrike" noProof="1">
                <a:solidFill>
                  <a:schemeClr val="tx1"/>
                </a:solidFill>
                <a:effectLst/>
                <a:latin typeface="Times New Roman" panose="02020603050405020304" charset="0"/>
                <a:ea typeface="宋体" panose="02010600030101010101" pitchFamily="2" charset="-122"/>
              </a:rPr>
              <a:t>1KB</a:t>
            </a:r>
            <a:r>
              <a:rPr lang="zh-CN" altLang="en-US" sz="2400" strike="noStrike" noProof="1">
                <a:solidFill>
                  <a:schemeClr val="tx1"/>
                </a:solidFill>
                <a:effectLst/>
                <a:latin typeface="Times New Roman" panose="02020603050405020304" charset="0"/>
                <a:ea typeface="宋体" panose="02010600030101010101" pitchFamily="2" charset="-122"/>
              </a:rPr>
              <a:t>）</a:t>
            </a:r>
            <a:r>
              <a:rPr lang="en-US" altLang="zh-CN" sz="2400" strike="noStrike" noProof="1">
                <a:solidFill>
                  <a:schemeClr val="tx1"/>
                </a:solidFill>
                <a:effectLst/>
                <a:latin typeface="Times New Roman" panose="02020603050405020304" charset="0"/>
                <a:ea typeface="宋体" panose="02010600030101010101" pitchFamily="2" charset="-122"/>
              </a:rPr>
              <a:t>0</a:t>
            </a:r>
            <a:r>
              <a:rPr lang="zh-CN" altLang="en-US" sz="2400" strike="noStrike" noProof="1">
                <a:solidFill>
                  <a:schemeClr val="tx1"/>
                </a:solidFill>
                <a:effectLst/>
                <a:latin typeface="Times New Roman" panose="02020603050405020304" charset="0"/>
                <a:ea typeface="宋体" panose="02010600030101010101" pitchFamily="2" charset="-122"/>
              </a:rPr>
              <a:t>、</a:t>
            </a:r>
            <a:r>
              <a:rPr lang="en-US" altLang="zh-CN" sz="2400" strike="noStrike" noProof="1">
                <a:solidFill>
                  <a:schemeClr val="tx1"/>
                </a:solidFill>
                <a:effectLst/>
                <a:latin typeface="Times New Roman" panose="02020603050405020304" charset="0"/>
                <a:ea typeface="宋体" panose="02010600030101010101" pitchFamily="2" charset="-122"/>
              </a:rPr>
              <a:t>1</a:t>
            </a:r>
            <a:r>
              <a:rPr lang="zh-CN" altLang="en-US" sz="2400" strike="noStrike" noProof="1">
                <a:solidFill>
                  <a:schemeClr val="tx1"/>
                </a:solidFill>
                <a:effectLst/>
                <a:latin typeface="Times New Roman" panose="02020603050405020304" charset="0"/>
                <a:ea typeface="宋体" panose="02010600030101010101" pitchFamily="2" charset="-122"/>
              </a:rPr>
              <a:t>、</a:t>
            </a:r>
            <a:r>
              <a:rPr lang="en-US" altLang="zh-CN" sz="2400" strike="noStrike" noProof="1">
                <a:solidFill>
                  <a:schemeClr val="tx1"/>
                </a:solidFill>
                <a:effectLst/>
                <a:latin typeface="Times New Roman" panose="02020603050405020304" charset="0"/>
                <a:ea typeface="宋体" panose="02010600030101010101" pitchFamily="2" charset="-122"/>
              </a:rPr>
              <a:t>2</a:t>
            </a:r>
            <a:r>
              <a:rPr lang="zh-CN" altLang="en-US" sz="2400" strike="noStrike" noProof="1">
                <a:solidFill>
                  <a:schemeClr val="tx1"/>
                </a:solidFill>
                <a:effectLst/>
                <a:latin typeface="Times New Roman" panose="02020603050405020304" charset="0"/>
                <a:ea typeface="宋体" panose="02010600030101010101" pitchFamily="2" charset="-122"/>
              </a:rPr>
              <a:t>、</a:t>
            </a:r>
            <a:r>
              <a:rPr lang="en-US" altLang="zh-CN" sz="2400" strike="noStrike" noProof="1">
                <a:solidFill>
                  <a:schemeClr val="tx1"/>
                </a:solidFill>
                <a:effectLst/>
                <a:latin typeface="Times New Roman" panose="02020603050405020304" charset="0"/>
                <a:ea typeface="宋体" panose="02010600030101010101" pitchFamily="2" charset="-122"/>
              </a:rPr>
              <a:t>3</a:t>
            </a:r>
            <a:r>
              <a:rPr lang="zh-CN" altLang="en-US" sz="2400" strike="noStrike" noProof="1">
                <a:solidFill>
                  <a:schemeClr val="tx1"/>
                </a:solidFill>
                <a:effectLst/>
                <a:latin typeface="Times New Roman" panose="02020603050405020304" charset="0"/>
                <a:ea typeface="宋体" panose="02010600030101010101" pitchFamily="2" charset="-122"/>
              </a:rPr>
              <a:t>被分配到主存的</a:t>
            </a:r>
            <a:r>
              <a:rPr lang="en-US" altLang="zh-CN" sz="2400" strike="noStrike" noProof="1">
                <a:solidFill>
                  <a:schemeClr val="tx1"/>
                </a:solidFill>
                <a:effectLst/>
                <a:latin typeface="Times New Roman" panose="02020603050405020304" charset="0"/>
                <a:ea typeface="宋体" panose="02010600030101010101" pitchFamily="2" charset="-122"/>
              </a:rPr>
              <a:t>2</a:t>
            </a:r>
            <a:r>
              <a:rPr lang="zh-CN" altLang="en-US" sz="2400" strike="noStrike" noProof="1">
                <a:solidFill>
                  <a:schemeClr val="tx1"/>
                </a:solidFill>
                <a:effectLst/>
                <a:latin typeface="Times New Roman" panose="02020603050405020304" charset="0"/>
                <a:ea typeface="宋体" panose="02010600030101010101" pitchFamily="2" charset="-122"/>
              </a:rPr>
              <a:t>、</a:t>
            </a:r>
            <a:r>
              <a:rPr lang="en-US" altLang="zh-CN" sz="2400" strike="noStrike" noProof="1">
                <a:solidFill>
                  <a:schemeClr val="tx1"/>
                </a:solidFill>
                <a:effectLst/>
                <a:latin typeface="Times New Roman" panose="02020603050405020304" charset="0"/>
                <a:ea typeface="宋体" panose="02010600030101010101" pitchFamily="2" charset="-122"/>
              </a:rPr>
              <a:t>4</a:t>
            </a:r>
            <a:r>
              <a:rPr lang="zh-CN" altLang="en-US" sz="2400" strike="noStrike" noProof="1">
                <a:solidFill>
                  <a:schemeClr val="tx1"/>
                </a:solidFill>
                <a:effectLst/>
                <a:latin typeface="Times New Roman" panose="02020603050405020304" charset="0"/>
                <a:ea typeface="宋体" panose="02010600030101010101" pitchFamily="2" charset="-122"/>
              </a:rPr>
              <a:t>、</a:t>
            </a:r>
            <a:r>
              <a:rPr lang="en-US" altLang="zh-CN" sz="2400" strike="noStrike" noProof="1">
                <a:solidFill>
                  <a:schemeClr val="tx1"/>
                </a:solidFill>
                <a:effectLst/>
                <a:latin typeface="Times New Roman" panose="02020603050405020304" charset="0"/>
                <a:ea typeface="宋体" panose="02010600030101010101" pitchFamily="2" charset="-122"/>
              </a:rPr>
              <a:t>6</a:t>
            </a:r>
            <a:r>
              <a:rPr lang="zh-CN" altLang="en-US" sz="2400" strike="noStrike" noProof="1">
                <a:solidFill>
                  <a:schemeClr val="tx1"/>
                </a:solidFill>
                <a:effectLst/>
                <a:latin typeface="Times New Roman" panose="02020603050405020304" charset="0"/>
                <a:ea typeface="宋体" panose="02010600030101010101" pitchFamily="2" charset="-122"/>
              </a:rPr>
              <a:t>、</a:t>
            </a:r>
            <a:r>
              <a:rPr lang="en-US" altLang="zh-CN" sz="2400" strike="noStrike" noProof="1">
                <a:solidFill>
                  <a:schemeClr val="tx1"/>
                </a:solidFill>
                <a:effectLst/>
                <a:latin typeface="Times New Roman" panose="02020603050405020304" charset="0"/>
                <a:ea typeface="宋体" panose="02010600030101010101" pitchFamily="2" charset="-122"/>
              </a:rPr>
              <a:t>7</a:t>
            </a:r>
            <a:r>
              <a:rPr lang="zh-CN" altLang="en-US" sz="2400" strike="noStrike" noProof="1">
                <a:solidFill>
                  <a:schemeClr val="tx1"/>
                </a:solidFill>
                <a:effectLst/>
                <a:latin typeface="Times New Roman" panose="02020603050405020304" charset="0"/>
                <a:ea typeface="宋体" panose="02010600030101010101" pitchFamily="2" charset="-122"/>
              </a:rPr>
              <a:t>块中。</a:t>
            </a:r>
            <a:endParaRPr lang="zh-CN" altLang="en-US" sz="2400" strike="noStrike" noProof="1">
              <a:solidFill>
                <a:schemeClr val="tx1"/>
              </a:solidFill>
              <a:effectLst/>
              <a:latin typeface="Times New Roman" panose="02020603050405020304" charset="0"/>
              <a:ea typeface="宋体" panose="02010600030101010101" pitchFamily="2" charset="-122"/>
            </a:endParaRPr>
          </a:p>
        </p:txBody>
      </p:sp>
      <p:sp>
        <p:nvSpPr>
          <p:cNvPr id="57348" name="矩形 5734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页式存储管理</a:t>
            </a:r>
            <a:endParaRPr lang="zh-CN" altLang="en-US" sz="2400" strike="noStrike" noProof="1">
              <a:ea typeface="宋体" panose="02010600030101010101" pitchFamily="2" charset="-122"/>
            </a:endParaRPr>
          </a:p>
        </p:txBody>
      </p:sp>
      <p:grpSp>
        <p:nvGrpSpPr>
          <p:cNvPr id="4" name="组合 3"/>
          <p:cNvGrpSpPr/>
          <p:nvPr/>
        </p:nvGrpSpPr>
        <p:grpSpPr>
          <a:xfrm>
            <a:off x="308610" y="3141345"/>
            <a:ext cx="2957195" cy="2184400"/>
            <a:chOff x="486" y="4947"/>
            <a:chExt cx="4657" cy="3440"/>
          </a:xfrm>
        </p:grpSpPr>
        <p:sp>
          <p:nvSpPr>
            <p:cNvPr id="80906" name="文本框 54283"/>
            <p:cNvSpPr txBox="1"/>
            <p:nvPr/>
          </p:nvSpPr>
          <p:spPr>
            <a:xfrm>
              <a:off x="1834" y="5097"/>
              <a:ext cx="3273" cy="2557"/>
            </a:xfrm>
            <a:prstGeom prst="rect">
              <a:avLst/>
            </a:prstGeom>
            <a:noFill/>
            <a:ln w="9525" cap="flat" cmpd="sng">
              <a:solidFill>
                <a:srgbClr val="000000"/>
              </a:solidFill>
              <a:prstDash val="solid"/>
              <a:miter/>
              <a:headEnd type="none" w="med" len="med"/>
              <a:tailEnd type="none" w="med" len="med"/>
            </a:ln>
          </p:spPr>
          <p:txBody>
            <a:bodyPr anchor="t"/>
            <a:p>
              <a:pPr lvl="0" algn="just"/>
              <a:r>
                <a:rPr lang="en-US" altLang="zh-CN" sz="1600">
                  <a:solidFill>
                    <a:schemeClr val="tx1"/>
                  </a:solidFill>
                  <a:latin typeface="Times New Roman" panose="02020603050405020304" charset="0"/>
                  <a:ea typeface="宋体" panose="02010600030101010101" pitchFamily="2" charset="-122"/>
                </a:rPr>
                <a:t>mov  r</a:t>
              </a:r>
              <a:r>
                <a:rPr lang="en-US" altLang="zh-CN" sz="1600" baseline="-25000">
                  <a:solidFill>
                    <a:schemeClr val="tx1"/>
                  </a:solidFill>
                  <a:latin typeface="Times New Roman" panose="02020603050405020304" charset="0"/>
                  <a:ea typeface="宋体" panose="02010600030101010101" pitchFamily="2" charset="-122"/>
                </a:rPr>
                <a:t>1 </a:t>
              </a:r>
              <a:r>
                <a:rPr lang="en-US" altLang="zh-CN" sz="1600">
                  <a:solidFill>
                    <a:schemeClr val="tx1"/>
                  </a:solidFill>
                  <a:latin typeface="Times New Roman" panose="02020603050405020304" charset="0"/>
                  <a:ea typeface="宋体" panose="02010600030101010101" pitchFamily="2" charset="-122"/>
                </a:rPr>
                <a:t>, [3500]</a:t>
              </a:r>
              <a:endParaRPr lang="en-US" altLang="zh-CN" sz="1600">
                <a:solidFill>
                  <a:schemeClr val="tx1"/>
                </a:solidFill>
                <a:latin typeface="Times New Roman" panose="02020603050405020304" charset="0"/>
                <a:ea typeface="宋体" panose="02010600030101010101" pitchFamily="2" charset="-122"/>
              </a:endParaRPr>
            </a:p>
            <a:p>
              <a:pPr lvl="0" algn="just"/>
              <a:endParaRPr lang="en-US" altLang="zh-CN" sz="1600">
                <a:solidFill>
                  <a:schemeClr val="tx1"/>
                </a:solidFill>
                <a:latin typeface="Times New Roman" panose="02020603050405020304" charset="0"/>
                <a:ea typeface="宋体" panose="02010600030101010101" pitchFamily="2" charset="-122"/>
              </a:endParaRPr>
            </a:p>
            <a:p>
              <a:pPr lvl="0" algn="just"/>
              <a:endParaRPr lang="en-US" altLang="zh-CN" sz="1600">
                <a:solidFill>
                  <a:schemeClr val="tx1"/>
                </a:solidFill>
                <a:latin typeface="Times New Roman" panose="02020603050405020304" charset="0"/>
                <a:ea typeface="宋体" panose="02010600030101010101" pitchFamily="2" charset="-122"/>
              </a:endParaRPr>
            </a:p>
            <a:p>
              <a:pPr lvl="0" algn="just"/>
              <a:endParaRPr lang="en-US" altLang="zh-CN" sz="1600">
                <a:solidFill>
                  <a:schemeClr val="tx1"/>
                </a:solidFill>
                <a:latin typeface="Times New Roman" panose="02020603050405020304" charset="0"/>
                <a:ea typeface="宋体" panose="02010600030101010101" pitchFamily="2" charset="-122"/>
              </a:endParaRPr>
            </a:p>
            <a:p>
              <a:pPr lvl="0" algn="just"/>
              <a:endParaRPr lang="en-US" altLang="zh-CN" sz="1600">
                <a:solidFill>
                  <a:schemeClr val="tx1"/>
                </a:solidFill>
                <a:latin typeface="Times New Roman" panose="02020603050405020304" charset="0"/>
                <a:ea typeface="宋体" panose="02010600030101010101" pitchFamily="2" charset="-122"/>
              </a:endParaRPr>
            </a:p>
            <a:p>
              <a:pPr lvl="0" algn="just"/>
              <a:r>
                <a:rPr lang="en-US" altLang="zh-CN" sz="1600">
                  <a:solidFill>
                    <a:schemeClr val="tx1"/>
                  </a:solidFill>
                  <a:latin typeface="Times New Roman" panose="02020603050405020304" charset="0"/>
                  <a:ea typeface="宋体" panose="02010600030101010101" pitchFamily="2" charset="-122"/>
                </a:rPr>
                <a:t>12345</a:t>
              </a:r>
              <a:endParaRPr lang="en-US" altLang="zh-CN" sz="1600">
                <a:solidFill>
                  <a:schemeClr val="tx1"/>
                </a:solidFill>
                <a:latin typeface="Times New Roman" panose="02020603050405020304" charset="0"/>
                <a:ea typeface="宋体" panose="02010600030101010101" pitchFamily="2" charset="-122"/>
              </a:endParaRPr>
            </a:p>
          </p:txBody>
        </p:sp>
        <p:sp>
          <p:nvSpPr>
            <p:cNvPr id="80907" name="直接连接符 54284"/>
            <p:cNvSpPr/>
            <p:nvPr/>
          </p:nvSpPr>
          <p:spPr>
            <a:xfrm>
              <a:off x="1799" y="5738"/>
              <a:ext cx="3332"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0908" name="直接连接符 54285"/>
            <p:cNvSpPr/>
            <p:nvPr/>
          </p:nvSpPr>
          <p:spPr>
            <a:xfrm>
              <a:off x="1811" y="6996"/>
              <a:ext cx="3332"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0909" name="文本框 54286"/>
            <p:cNvSpPr txBox="1"/>
            <p:nvPr/>
          </p:nvSpPr>
          <p:spPr>
            <a:xfrm>
              <a:off x="1133" y="4947"/>
              <a:ext cx="941" cy="43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80910" name="文本框 54287"/>
            <p:cNvSpPr txBox="1"/>
            <p:nvPr/>
          </p:nvSpPr>
          <p:spPr>
            <a:xfrm>
              <a:off x="759" y="5552"/>
              <a:ext cx="1268" cy="460"/>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1KB</a:t>
              </a:r>
              <a:endParaRPr lang="en-US" altLang="zh-CN" sz="1600">
                <a:solidFill>
                  <a:schemeClr val="tx1"/>
                </a:solidFill>
                <a:latin typeface="Times New Roman" panose="02020603050405020304" charset="0"/>
                <a:ea typeface="宋体" panose="02010600030101010101" pitchFamily="2" charset="-122"/>
              </a:endParaRPr>
            </a:p>
          </p:txBody>
        </p:sp>
        <p:sp>
          <p:nvSpPr>
            <p:cNvPr id="80911" name="文本框 54288"/>
            <p:cNvSpPr txBox="1"/>
            <p:nvPr/>
          </p:nvSpPr>
          <p:spPr>
            <a:xfrm>
              <a:off x="759" y="6793"/>
              <a:ext cx="1332" cy="510"/>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3KB</a:t>
              </a:r>
              <a:endParaRPr lang="en-US" altLang="zh-CN" sz="1600">
                <a:solidFill>
                  <a:schemeClr val="tx1"/>
                </a:solidFill>
                <a:latin typeface="Times New Roman" panose="02020603050405020304" charset="0"/>
                <a:ea typeface="宋体" panose="02010600030101010101" pitchFamily="2" charset="-122"/>
              </a:endParaRPr>
            </a:p>
          </p:txBody>
        </p:sp>
        <p:sp>
          <p:nvSpPr>
            <p:cNvPr id="80912" name="文本框 54289"/>
            <p:cNvSpPr txBox="1"/>
            <p:nvPr/>
          </p:nvSpPr>
          <p:spPr>
            <a:xfrm>
              <a:off x="486" y="7331"/>
              <a:ext cx="1685" cy="46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4KB-</a:t>
              </a:r>
              <a:r>
                <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rPr>
                <a:t>1</a:t>
              </a:r>
              <a:endPar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endParaRPr>
            </a:p>
          </p:txBody>
        </p:sp>
        <p:sp>
          <p:nvSpPr>
            <p:cNvPr id="80913" name="文本框 54290"/>
            <p:cNvSpPr txBox="1"/>
            <p:nvPr/>
          </p:nvSpPr>
          <p:spPr>
            <a:xfrm>
              <a:off x="2108" y="7857"/>
              <a:ext cx="2281" cy="531"/>
            </a:xfrm>
            <a:prstGeom prst="rect">
              <a:avLst/>
            </a:prstGeom>
            <a:noFill/>
            <a:ln w="9525">
              <a:noFill/>
              <a:miter/>
            </a:ln>
          </p:spPr>
          <p:txBody>
            <a:bodyPr wrap="square" anchor="t">
              <a:spAutoFit/>
            </a:bodyPr>
            <a:p>
              <a:pPr lvl="0">
                <a:spcBef>
                  <a:spcPct val="50000"/>
                </a:spcBef>
              </a:pPr>
              <a:r>
                <a:rPr lang="zh-CN" altLang="en-US" sz="1600" b="0">
                  <a:solidFill>
                    <a:schemeClr val="tx1"/>
                  </a:solidFill>
                  <a:latin typeface="Times New Roman" panose="02020603050405020304" charset="0"/>
                  <a:ea typeface="宋体" panose="02010600030101010101" pitchFamily="2" charset="-122"/>
                </a:rPr>
                <a:t>作业地址空间</a:t>
              </a:r>
              <a:endParaRPr lang="zh-CN" altLang="en-US" sz="1600" b="0">
                <a:solidFill>
                  <a:schemeClr val="tx1"/>
                </a:solidFill>
                <a:latin typeface="Times New Roman" panose="02020603050405020304" charset="0"/>
                <a:ea typeface="宋体" panose="02010600030101010101" pitchFamily="2" charset="-122"/>
              </a:endParaRPr>
            </a:p>
          </p:txBody>
        </p:sp>
        <p:sp>
          <p:nvSpPr>
            <p:cNvPr id="2" name="直接连接符 54284"/>
            <p:cNvSpPr/>
            <p:nvPr/>
          </p:nvSpPr>
          <p:spPr>
            <a:xfrm>
              <a:off x="1795" y="6370"/>
              <a:ext cx="3332"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 name="文本框 54288"/>
            <p:cNvSpPr txBox="1"/>
            <p:nvPr/>
          </p:nvSpPr>
          <p:spPr>
            <a:xfrm>
              <a:off x="771" y="6175"/>
              <a:ext cx="1332" cy="510"/>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2KB</a:t>
              </a:r>
              <a:endParaRPr lang="en-US" altLang="zh-CN" sz="1600">
                <a:solidFill>
                  <a:schemeClr val="tx1"/>
                </a:solidFill>
                <a:latin typeface="Times New Roman" panose="02020603050405020304" charset="0"/>
                <a:ea typeface="宋体" panose="02010600030101010101" pitchFamily="2" charset="-122"/>
              </a:endParaRPr>
            </a:p>
          </p:txBody>
        </p:sp>
      </p:grpSp>
      <p:sp>
        <p:nvSpPr>
          <p:cNvPr id="5" name="文本框 4"/>
          <p:cNvSpPr txBox="1"/>
          <p:nvPr/>
        </p:nvSpPr>
        <p:spPr>
          <a:xfrm>
            <a:off x="3752850" y="2988945"/>
            <a:ext cx="4921250" cy="2676525"/>
          </a:xfrm>
          <a:prstGeom prst="rect">
            <a:avLst/>
          </a:prstGeom>
          <a:noFill/>
        </p:spPr>
        <p:txBody>
          <a:bodyPr wrap="square" rtlCol="0" anchor="t">
            <a:spAutoFit/>
          </a:bodyPr>
          <a:p>
            <a:pPr>
              <a:lnSpc>
                <a:spcPct val="140000"/>
              </a:lnSpc>
            </a:pPr>
            <a:r>
              <a:rPr lang="zh-CN" altLang="en-US" sz="2000">
                <a:solidFill>
                  <a:schemeClr val="tx1"/>
                </a:solidFill>
                <a:effectLst/>
                <a:latin typeface="Times New Roman" panose="02020603050405020304" charset="0"/>
                <a:sym typeface="+mn-ea"/>
              </a:rPr>
              <a:t>（</a:t>
            </a:r>
            <a:r>
              <a:rPr lang="en-US" altLang="zh-CN" sz="2000">
                <a:solidFill>
                  <a:schemeClr val="tx1"/>
                </a:solidFill>
                <a:effectLst/>
                <a:latin typeface="Times New Roman" panose="02020603050405020304" charset="0"/>
                <a:sym typeface="+mn-ea"/>
              </a:rPr>
              <a:t>1</a:t>
            </a:r>
            <a:r>
              <a:rPr lang="zh-CN" altLang="en-US" sz="2000">
                <a:solidFill>
                  <a:schemeClr val="tx1"/>
                </a:solidFill>
                <a:effectLst/>
                <a:latin typeface="Times New Roman" panose="02020603050405020304" charset="0"/>
                <a:sym typeface="+mn-ea"/>
              </a:rPr>
              <a:t>）试画出作业</a:t>
            </a:r>
            <a:r>
              <a:rPr lang="en-US" altLang="zh-CN" sz="2000">
                <a:solidFill>
                  <a:schemeClr val="tx1"/>
                </a:solidFill>
                <a:effectLst/>
                <a:latin typeface="Times New Roman" panose="02020603050405020304" charset="0"/>
                <a:sym typeface="+mn-ea"/>
              </a:rPr>
              <a:t>A</a:t>
            </a:r>
            <a:r>
              <a:rPr lang="zh-CN" altLang="en-US" sz="2000">
                <a:solidFill>
                  <a:schemeClr val="tx1"/>
                </a:solidFill>
                <a:effectLst/>
                <a:latin typeface="Times New Roman" panose="02020603050405020304" charset="0"/>
                <a:sym typeface="+mn-ea"/>
              </a:rPr>
              <a:t>的页面映射表；</a:t>
            </a:r>
            <a:endParaRPr lang="zh-CN" altLang="en-US" sz="2000">
              <a:solidFill>
                <a:schemeClr val="tx1"/>
              </a:solidFill>
              <a:effectLst/>
              <a:latin typeface="Times New Roman" panose="02020603050405020304" charset="0"/>
              <a:sym typeface="+mn-ea"/>
            </a:endParaRPr>
          </a:p>
          <a:p>
            <a:pPr>
              <a:lnSpc>
                <a:spcPct val="140000"/>
              </a:lnSpc>
            </a:pPr>
            <a:r>
              <a:rPr lang="zh-CN" altLang="en-US" sz="2000">
                <a:solidFill>
                  <a:schemeClr val="tx1"/>
                </a:solidFill>
                <a:effectLst/>
                <a:latin typeface="Times New Roman" panose="02020603050405020304" charset="0"/>
                <a:sym typeface="+mn-ea"/>
              </a:rPr>
              <a:t>（</a:t>
            </a:r>
            <a:r>
              <a:rPr lang="en-US" altLang="zh-CN" sz="2000">
                <a:solidFill>
                  <a:schemeClr val="tx1"/>
                </a:solidFill>
                <a:effectLst/>
                <a:latin typeface="Times New Roman" panose="02020603050405020304" charset="0"/>
                <a:sym typeface="+mn-ea"/>
              </a:rPr>
              <a:t>2</a:t>
            </a:r>
            <a:r>
              <a:rPr lang="zh-CN" altLang="en-US" sz="2000">
                <a:solidFill>
                  <a:schemeClr val="tx1"/>
                </a:solidFill>
                <a:effectLst/>
                <a:latin typeface="Times New Roman" panose="02020603050405020304" charset="0"/>
                <a:sym typeface="+mn-ea"/>
              </a:rPr>
              <a:t>）当</a:t>
            </a:r>
            <a:r>
              <a:rPr lang="en-US" altLang="zh-CN" sz="2000">
                <a:solidFill>
                  <a:schemeClr val="tx1"/>
                </a:solidFill>
                <a:effectLst/>
                <a:latin typeface="Times New Roman" panose="02020603050405020304" charset="0"/>
                <a:sym typeface="+mn-ea"/>
              </a:rPr>
              <a:t>200</a:t>
            </a:r>
            <a:r>
              <a:rPr lang="zh-CN" altLang="en-US" sz="2000">
                <a:solidFill>
                  <a:schemeClr val="tx1"/>
                </a:solidFill>
                <a:effectLst/>
                <a:latin typeface="Times New Roman" panose="02020603050405020304" charset="0"/>
                <a:sym typeface="+mn-ea"/>
              </a:rPr>
              <a:t>号单元初有一条指令</a:t>
            </a:r>
            <a:endParaRPr lang="zh-CN" altLang="en-US" sz="2000">
              <a:solidFill>
                <a:schemeClr val="tx1"/>
              </a:solidFill>
              <a:effectLst/>
              <a:latin typeface="Times New Roman" panose="02020603050405020304" charset="0"/>
              <a:sym typeface="+mn-ea"/>
            </a:endParaRPr>
          </a:p>
          <a:p>
            <a:pPr>
              <a:lnSpc>
                <a:spcPct val="140000"/>
              </a:lnSpc>
            </a:pPr>
            <a:r>
              <a:rPr lang="en-US" altLang="zh-CN" sz="2000">
                <a:solidFill>
                  <a:schemeClr val="tx1"/>
                </a:solidFill>
                <a:effectLst/>
                <a:latin typeface="Times New Roman" panose="02020603050405020304" charset="0"/>
                <a:sym typeface="+mn-ea"/>
              </a:rPr>
              <a:t>“mov r1, [3500]”</a:t>
            </a:r>
            <a:r>
              <a:rPr lang="zh-CN" altLang="en-US" sz="2000">
                <a:solidFill>
                  <a:schemeClr val="tx1"/>
                </a:solidFill>
                <a:effectLst/>
                <a:latin typeface="Times New Roman" panose="02020603050405020304" charset="0"/>
                <a:sym typeface="+mn-ea"/>
              </a:rPr>
              <a:t>执行时，如何进行正确的地址变化，以使得</a:t>
            </a:r>
            <a:r>
              <a:rPr lang="en-US" altLang="zh-CN" sz="2000">
                <a:solidFill>
                  <a:schemeClr val="tx1"/>
                </a:solidFill>
                <a:effectLst/>
                <a:latin typeface="Times New Roman" panose="02020603050405020304" charset="0"/>
                <a:sym typeface="+mn-ea"/>
              </a:rPr>
              <a:t>3500</a:t>
            </a:r>
            <a:r>
              <a:rPr lang="zh-CN" altLang="en-US" sz="2000">
                <a:solidFill>
                  <a:schemeClr val="tx1"/>
                </a:solidFill>
                <a:effectLst/>
                <a:latin typeface="Times New Roman" panose="02020603050405020304" charset="0"/>
                <a:sym typeface="+mn-ea"/>
              </a:rPr>
              <a:t>处的内容</a:t>
            </a:r>
            <a:r>
              <a:rPr lang="en-US" altLang="zh-CN" sz="2000">
                <a:solidFill>
                  <a:schemeClr val="tx1"/>
                </a:solidFill>
                <a:effectLst/>
                <a:latin typeface="Times New Roman" panose="02020603050405020304" charset="0"/>
                <a:sym typeface="+mn-ea"/>
              </a:rPr>
              <a:t>12345</a:t>
            </a:r>
            <a:r>
              <a:rPr lang="zh-CN" altLang="en-US" sz="2000">
                <a:solidFill>
                  <a:schemeClr val="tx1"/>
                </a:solidFill>
                <a:effectLst/>
                <a:latin typeface="Times New Roman" panose="02020603050405020304" charset="0"/>
                <a:sym typeface="+mn-ea"/>
              </a:rPr>
              <a:t>装入寄存器</a:t>
            </a:r>
            <a:r>
              <a:rPr lang="en-US" altLang="zh-CN" sz="2000">
                <a:solidFill>
                  <a:schemeClr val="tx1"/>
                </a:solidFill>
                <a:effectLst/>
                <a:latin typeface="Times New Roman" panose="02020603050405020304" charset="0"/>
                <a:sym typeface="+mn-ea"/>
              </a:rPr>
              <a:t>r1</a:t>
            </a:r>
            <a:r>
              <a:rPr lang="zh-CN" altLang="en-US" sz="2000">
                <a:solidFill>
                  <a:schemeClr val="tx1"/>
                </a:solidFill>
                <a:effectLst/>
                <a:latin typeface="Times New Roman" panose="02020603050405020304" charset="0"/>
                <a:sym typeface="+mn-ea"/>
              </a:rPr>
              <a:t>中，要求用图画出地址变换过程，并给出最终的物理地址。</a:t>
            </a:r>
            <a:endParaRPr lang="zh-CN" altLang="en-US" sz="2000">
              <a:solidFill>
                <a:schemeClr val="tx1"/>
              </a:solidFill>
              <a:effectLst/>
              <a:latin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标题 95233"/>
          <p:cNvSpPr>
            <a:spLocks noGrp="1"/>
          </p:cNvSpPr>
          <p:nvPr>
            <p:ph type="title"/>
          </p:nvPr>
        </p:nvSpPr>
        <p:spPr>
          <a:xfrm>
            <a:off x="363538" y="726441"/>
            <a:ext cx="8393113" cy="619760"/>
          </a:xfrm>
        </p:spPr>
        <p:txBody>
          <a:bodyPr anchor="b">
            <a:spAutoFit/>
          </a:bodyPr>
          <a:p>
            <a:pPr fontAlgn="base"/>
            <a:r>
              <a:rPr lang="x-none" altLang="zh-CN" sz="3600" strike="noStrike" noProof="1" dirty="0">
                <a:solidFill>
                  <a:srgbClr val="800000"/>
                </a:solidFill>
                <a:latin typeface="宋体" panose="02010600030101010101" pitchFamily="2" charset="-122"/>
              </a:rPr>
              <a:t>二级页表</a:t>
            </a:r>
            <a:r>
              <a:rPr lang="zh-CN" altLang="en-US" sz="3600" strike="noStrike" noProof="1" dirty="0">
                <a:solidFill>
                  <a:srgbClr val="800000"/>
                </a:solidFill>
                <a:latin typeface="宋体" panose="02010600030101010101" pitchFamily="2" charset="-122"/>
              </a:rPr>
              <a:t>：</a:t>
            </a:r>
            <a:endParaRPr lang="zh-CN" altLang="en-US" sz="3600" strike="noStrike" noProof="1" dirty="0">
              <a:solidFill>
                <a:srgbClr val="800000"/>
              </a:solidFill>
              <a:latin typeface="宋体" panose="02010600030101010101" pitchFamily="2" charset="-122"/>
            </a:endParaRPr>
          </a:p>
        </p:txBody>
      </p:sp>
      <p:grpSp>
        <p:nvGrpSpPr>
          <p:cNvPr id="13" name="组合 12"/>
          <p:cNvGrpSpPr/>
          <p:nvPr/>
        </p:nvGrpSpPr>
        <p:grpSpPr>
          <a:xfrm>
            <a:off x="600075" y="1440815"/>
            <a:ext cx="7799070" cy="4229100"/>
            <a:chOff x="945" y="2269"/>
            <a:chExt cx="12282" cy="6660"/>
          </a:xfrm>
        </p:grpSpPr>
        <p:sp>
          <p:nvSpPr>
            <p:cNvPr id="30732" name="矩形 36876"/>
            <p:cNvSpPr/>
            <p:nvPr/>
          </p:nvSpPr>
          <p:spPr>
            <a:xfrm>
              <a:off x="5361" y="8210"/>
              <a:ext cx="1242" cy="575"/>
            </a:xfrm>
            <a:prstGeom prst="rect">
              <a:avLst/>
            </a:prstGeom>
            <a:noFill/>
            <a:ln w="9525">
              <a:noFill/>
              <a:miter/>
            </a:ln>
          </p:spPr>
          <p:txBody>
            <a:bodyPr anchor="t"/>
            <a:p>
              <a:pPr lvl="0" algn="ctr">
                <a:spcBef>
                  <a:spcPct val="20000"/>
                </a:spcBef>
                <a:buClr>
                  <a:schemeClr val="folHlink"/>
                </a:buClr>
                <a:buSzPct val="75000"/>
                <a:buFont typeface="Wingdings" panose="05000000000000000000" pitchFamily="2" charset="2"/>
                <a:buNone/>
              </a:pPr>
              <a:r>
                <a:rPr lang="zh-CN" altLang="en-US" b="1">
                  <a:solidFill>
                    <a:srgbClr val="FF3300"/>
                  </a:solidFill>
                  <a:latin typeface="Verdana" panose="020B0604030504040204" pitchFamily="2" charset="0"/>
                  <a:ea typeface="宋体" panose="02010600030101010101" pitchFamily="2" charset="-122"/>
                </a:rPr>
                <a:t>页表</a:t>
              </a:r>
              <a:endParaRPr lang="zh-CN" altLang="en-US" b="1">
                <a:solidFill>
                  <a:srgbClr val="FF3300"/>
                </a:solidFill>
                <a:latin typeface="Verdana" panose="020B0604030504040204" pitchFamily="2" charset="0"/>
                <a:ea typeface="宋体" panose="02010600030101010101" pitchFamily="2" charset="-122"/>
              </a:endParaRPr>
            </a:p>
          </p:txBody>
        </p:sp>
        <p:sp>
          <p:nvSpPr>
            <p:cNvPr id="30733" name="矩形 36877"/>
            <p:cNvSpPr/>
            <p:nvPr/>
          </p:nvSpPr>
          <p:spPr>
            <a:xfrm>
              <a:off x="1359" y="8210"/>
              <a:ext cx="2070" cy="719"/>
            </a:xfrm>
            <a:prstGeom prst="rect">
              <a:avLst/>
            </a:prstGeom>
            <a:noFill/>
            <a:ln w="9525">
              <a:noFill/>
              <a:miter/>
            </a:ln>
          </p:spPr>
          <p:txBody>
            <a:bodyPr anchor="t"/>
            <a:p>
              <a:pPr lvl="0" algn="ctr">
                <a:spcBef>
                  <a:spcPct val="20000"/>
                </a:spcBef>
                <a:buClr>
                  <a:schemeClr val="folHlink"/>
                </a:buClr>
                <a:buSzPct val="75000"/>
                <a:buFont typeface="Wingdings" panose="05000000000000000000" pitchFamily="2" charset="2"/>
                <a:buNone/>
              </a:pPr>
              <a:r>
                <a:rPr lang="zh-CN" altLang="en-US" b="1">
                  <a:solidFill>
                    <a:srgbClr val="FF3300"/>
                  </a:solidFill>
                  <a:latin typeface="Verdana" panose="020B0604030504040204" pitchFamily="2" charset="0"/>
                  <a:ea typeface="宋体" panose="02010600030101010101" pitchFamily="2" charset="-122"/>
                </a:rPr>
                <a:t>页表目录</a:t>
              </a:r>
              <a:endParaRPr lang="zh-CN" altLang="en-US" b="1">
                <a:solidFill>
                  <a:srgbClr val="FF3300"/>
                </a:solidFill>
                <a:latin typeface="Verdana" panose="020B0604030504040204" pitchFamily="2" charset="0"/>
                <a:ea typeface="宋体" panose="02010600030101010101" pitchFamily="2" charset="-122"/>
              </a:endParaRPr>
            </a:p>
          </p:txBody>
        </p:sp>
        <p:sp>
          <p:nvSpPr>
            <p:cNvPr id="30747" name="矩形 36891"/>
            <p:cNvSpPr/>
            <p:nvPr/>
          </p:nvSpPr>
          <p:spPr>
            <a:xfrm rot="5445218">
              <a:off x="1957" y="4702"/>
              <a:ext cx="1150" cy="690"/>
            </a:xfrm>
            <a:prstGeom prst="rect">
              <a:avLst/>
            </a:prstGeom>
            <a:noFill/>
            <a:ln w="9525">
              <a:noFill/>
              <a:miter/>
            </a:ln>
          </p:spPr>
          <p:txBody>
            <a:bodyPr anchor="t"/>
            <a:p>
              <a:pPr lvl="0" algn="ctr">
                <a:spcBef>
                  <a:spcPct val="20000"/>
                </a:spcBef>
                <a:buClr>
                  <a:schemeClr val="folHlink"/>
                </a:buClr>
                <a:buSzPct val="75000"/>
                <a:buFont typeface="Wingdings" panose="05000000000000000000" pitchFamily="2" charset="2"/>
                <a:buNone/>
              </a:pPr>
              <a:r>
                <a:rPr lang="en-US" altLang="zh-CN" b="1">
                  <a:solidFill>
                    <a:srgbClr val="FF3300"/>
                  </a:solidFill>
                  <a:latin typeface="Verdana" panose="020B0604030504040204" pitchFamily="2" charset="0"/>
                  <a:ea typeface="宋体" panose="02010600030101010101" pitchFamily="2" charset="-122"/>
                </a:rPr>
                <a:t>…</a:t>
              </a:r>
              <a:endParaRPr lang="en-US" altLang="zh-CN" b="1">
                <a:solidFill>
                  <a:srgbClr val="FF3300"/>
                </a:solidFill>
                <a:latin typeface="Verdana" panose="020B0604030504040204" pitchFamily="2" charset="0"/>
                <a:ea typeface="宋体" panose="02010600030101010101" pitchFamily="2" charset="-122"/>
              </a:endParaRPr>
            </a:p>
          </p:txBody>
        </p:sp>
        <p:sp>
          <p:nvSpPr>
            <p:cNvPr id="30753" name="矩形 36897"/>
            <p:cNvSpPr/>
            <p:nvPr/>
          </p:nvSpPr>
          <p:spPr>
            <a:xfrm>
              <a:off x="5637" y="2822"/>
              <a:ext cx="2070" cy="719"/>
            </a:xfrm>
            <a:prstGeom prst="rect">
              <a:avLst/>
            </a:prstGeom>
            <a:noFill/>
            <a:ln w="9525">
              <a:noFill/>
              <a:miter/>
            </a:ln>
          </p:spPr>
          <p:txBody>
            <a:bodyPr anchor="t"/>
            <a:p>
              <a:pPr lvl="0" algn="ctr">
                <a:spcBef>
                  <a:spcPct val="20000"/>
                </a:spcBef>
                <a:buClr>
                  <a:schemeClr val="folHlink"/>
                </a:buClr>
                <a:buSzPct val="75000"/>
                <a:buFont typeface="Wingdings" panose="05000000000000000000" pitchFamily="2" charset="2"/>
                <a:buNone/>
              </a:pPr>
              <a:r>
                <a:rPr lang="zh-CN" altLang="en-US" b="1">
                  <a:solidFill>
                    <a:srgbClr val="FF3300"/>
                  </a:solidFill>
                  <a:latin typeface="Verdana" panose="020B0604030504040204" pitchFamily="2" charset="0"/>
                  <a:ea typeface="宋体" panose="02010600030101010101" pitchFamily="2" charset="-122"/>
                </a:rPr>
                <a:t>页表索引</a:t>
              </a:r>
              <a:endParaRPr lang="zh-CN" altLang="en-US" b="1">
                <a:solidFill>
                  <a:srgbClr val="FF3300"/>
                </a:solidFill>
                <a:latin typeface="Verdana" panose="020B0604030504040204" pitchFamily="2" charset="0"/>
                <a:ea typeface="宋体" panose="02010600030101010101" pitchFamily="2" charset="-122"/>
              </a:endParaRPr>
            </a:p>
          </p:txBody>
        </p:sp>
        <p:sp>
          <p:nvSpPr>
            <p:cNvPr id="30754" name="矩形 36898"/>
            <p:cNvSpPr/>
            <p:nvPr/>
          </p:nvSpPr>
          <p:spPr>
            <a:xfrm>
              <a:off x="2601" y="2822"/>
              <a:ext cx="7314" cy="788"/>
            </a:xfrm>
            <a:prstGeom prst="rect">
              <a:avLst/>
            </a:prstGeom>
            <a:noFill/>
            <a:ln w="9525" cap="flat" cmpd="sng">
              <a:solidFill>
                <a:schemeClr val="tx1"/>
              </a:solidFill>
              <a:prstDash val="solid"/>
              <a:miter/>
              <a:headEnd type="none" w="med" len="med"/>
              <a:tailEnd type="none" w="med" len="med"/>
            </a:ln>
          </p:spPr>
          <p:txBody>
            <a:bodyPr anchor="t"/>
            <a:p>
              <a:pPr lvl="0"/>
              <a:endParaRPr lang="zh-CN" altLang="en-US">
                <a:latin typeface="Arial" panose="02080604020202020204" pitchFamily="34" charset="0"/>
                <a:ea typeface="方正书宋_GBK" panose="02000000000000000000" charset="-122"/>
              </a:endParaRPr>
            </a:p>
          </p:txBody>
        </p:sp>
        <p:sp>
          <p:nvSpPr>
            <p:cNvPr id="30755" name="矩形 36899"/>
            <p:cNvSpPr/>
            <p:nvPr/>
          </p:nvSpPr>
          <p:spPr>
            <a:xfrm>
              <a:off x="2739" y="2890"/>
              <a:ext cx="2835" cy="788"/>
            </a:xfrm>
            <a:prstGeom prst="rect">
              <a:avLst/>
            </a:prstGeom>
            <a:noFill/>
            <a:ln w="9525">
              <a:noFill/>
              <a:miter/>
            </a:ln>
          </p:spPr>
          <p:txBody>
            <a:bodyPr anchor="t"/>
            <a:p>
              <a:pPr lvl="0" algn="ctr">
                <a:spcBef>
                  <a:spcPct val="20000"/>
                </a:spcBef>
                <a:buClr>
                  <a:schemeClr val="folHlink"/>
                </a:buClr>
                <a:buSzPct val="75000"/>
                <a:buFont typeface="Wingdings" panose="05000000000000000000" pitchFamily="2" charset="2"/>
                <a:buNone/>
              </a:pPr>
              <a:r>
                <a:rPr lang="zh-CN" altLang="en-US" b="1">
                  <a:solidFill>
                    <a:srgbClr val="FF3300"/>
                  </a:solidFill>
                  <a:latin typeface="Verdana" panose="020B0604030504040204" pitchFamily="2" charset="0"/>
                  <a:ea typeface="宋体" panose="02010600030101010101" pitchFamily="2" charset="-122"/>
                </a:rPr>
                <a:t>页表目录索引</a:t>
              </a:r>
              <a:endParaRPr lang="zh-CN" altLang="en-US" b="1">
                <a:solidFill>
                  <a:srgbClr val="FF3300"/>
                </a:solidFill>
                <a:latin typeface="Verdana" panose="020B0604030504040204" pitchFamily="2" charset="0"/>
                <a:ea typeface="宋体" panose="02010600030101010101" pitchFamily="2" charset="-122"/>
              </a:endParaRPr>
            </a:p>
          </p:txBody>
        </p:sp>
        <p:sp>
          <p:nvSpPr>
            <p:cNvPr id="30756" name="矩形 36900"/>
            <p:cNvSpPr/>
            <p:nvPr/>
          </p:nvSpPr>
          <p:spPr>
            <a:xfrm>
              <a:off x="7845" y="2822"/>
              <a:ext cx="2070" cy="719"/>
            </a:xfrm>
            <a:prstGeom prst="rect">
              <a:avLst/>
            </a:prstGeom>
            <a:noFill/>
            <a:ln w="9525">
              <a:noFill/>
              <a:miter/>
            </a:ln>
          </p:spPr>
          <p:txBody>
            <a:bodyPr anchor="t"/>
            <a:p>
              <a:pPr lvl="0" algn="ctr">
                <a:spcBef>
                  <a:spcPct val="20000"/>
                </a:spcBef>
                <a:buClr>
                  <a:schemeClr val="folHlink"/>
                </a:buClr>
                <a:buSzPct val="75000"/>
                <a:buFont typeface="Wingdings" panose="05000000000000000000" pitchFamily="2" charset="2"/>
                <a:buNone/>
              </a:pPr>
              <a:r>
                <a:rPr lang="zh-CN" altLang="en-US" b="1">
                  <a:solidFill>
                    <a:srgbClr val="FF3300"/>
                  </a:solidFill>
                  <a:latin typeface="Verdana" panose="020B0604030504040204" pitchFamily="2" charset="0"/>
                  <a:ea typeface="宋体" panose="02010600030101010101" pitchFamily="2" charset="-122"/>
                </a:rPr>
                <a:t>页表偏移</a:t>
              </a:r>
              <a:endParaRPr lang="zh-CN" altLang="en-US" b="1">
                <a:solidFill>
                  <a:srgbClr val="FF3300"/>
                </a:solidFill>
                <a:latin typeface="Verdana" panose="020B0604030504040204" pitchFamily="2" charset="0"/>
                <a:ea typeface="宋体" panose="02010600030101010101" pitchFamily="2" charset="-122"/>
              </a:endParaRPr>
            </a:p>
          </p:txBody>
        </p:sp>
        <p:sp>
          <p:nvSpPr>
            <p:cNvPr id="30757" name="直接连接符 36901"/>
            <p:cNvSpPr/>
            <p:nvPr/>
          </p:nvSpPr>
          <p:spPr>
            <a:xfrm>
              <a:off x="5499" y="2822"/>
              <a:ext cx="0" cy="719"/>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方正书宋_GBK" panose="02000000000000000000" charset="-122"/>
              </a:endParaRPr>
            </a:p>
          </p:txBody>
        </p:sp>
        <p:sp>
          <p:nvSpPr>
            <p:cNvPr id="30758" name="直接连接符 36902"/>
            <p:cNvSpPr/>
            <p:nvPr/>
          </p:nvSpPr>
          <p:spPr>
            <a:xfrm>
              <a:off x="7707" y="2822"/>
              <a:ext cx="0" cy="719"/>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方正书宋_GBK" panose="02000000000000000000" charset="-122"/>
              </a:endParaRPr>
            </a:p>
          </p:txBody>
        </p:sp>
        <p:sp>
          <p:nvSpPr>
            <p:cNvPr id="30759" name="矩形 36903"/>
            <p:cNvSpPr/>
            <p:nvPr/>
          </p:nvSpPr>
          <p:spPr>
            <a:xfrm>
              <a:off x="9915" y="2890"/>
              <a:ext cx="2271" cy="788"/>
            </a:xfrm>
            <a:prstGeom prst="rect">
              <a:avLst/>
            </a:prstGeom>
            <a:noFill/>
            <a:ln w="9525">
              <a:noFill/>
              <a:miter/>
            </a:ln>
          </p:spPr>
          <p:txBody>
            <a:bodyPr anchor="t"/>
            <a:p>
              <a:pPr lvl="0" algn="ctr">
                <a:spcBef>
                  <a:spcPct val="20000"/>
                </a:spcBef>
                <a:buClr>
                  <a:schemeClr val="folHlink"/>
                </a:buClr>
                <a:buSzPct val="75000"/>
                <a:buFont typeface="Wingdings" panose="05000000000000000000" pitchFamily="2" charset="2"/>
                <a:buNone/>
              </a:pPr>
              <a:r>
                <a:rPr lang="zh-CN" altLang="en-US" b="1">
                  <a:solidFill>
                    <a:srgbClr val="FF3300"/>
                  </a:solidFill>
                  <a:latin typeface="Verdana" panose="020B0604030504040204" pitchFamily="2" charset="0"/>
                  <a:ea typeface="宋体" panose="02010600030101010101" pitchFamily="2" charset="-122"/>
                </a:rPr>
                <a:t>线性地址</a:t>
              </a:r>
              <a:endParaRPr lang="zh-CN" altLang="en-US" b="1">
                <a:solidFill>
                  <a:srgbClr val="FF3300"/>
                </a:solidFill>
                <a:latin typeface="Verdana" panose="020B0604030504040204" pitchFamily="2" charset="0"/>
                <a:ea typeface="宋体" panose="02010600030101010101" pitchFamily="2" charset="-122"/>
              </a:endParaRPr>
            </a:p>
          </p:txBody>
        </p:sp>
        <p:sp>
          <p:nvSpPr>
            <p:cNvPr id="30761" name="直接连接符 36905"/>
            <p:cNvSpPr/>
            <p:nvPr/>
          </p:nvSpPr>
          <p:spPr>
            <a:xfrm>
              <a:off x="945" y="6161"/>
              <a:ext cx="552" cy="0"/>
            </a:xfrm>
            <a:prstGeom prst="line">
              <a:avLst/>
            </a:prstGeom>
            <a:ln w="9525" cap="flat" cmpd="sng">
              <a:solidFill>
                <a:schemeClr val="tx1"/>
              </a:solidFill>
              <a:prstDash val="solid"/>
              <a:round/>
              <a:headEnd type="none" w="med" len="med"/>
              <a:tailEnd type="triangle" w="sm" len="lg"/>
            </a:ln>
          </p:spPr>
          <p:txBody>
            <a:bodyPr anchor="t"/>
            <a:p>
              <a:pPr lvl="0"/>
              <a:endParaRPr lang="zh-CN" altLang="en-US">
                <a:latin typeface="Arial" panose="02080604020202020204" pitchFamily="34" charset="0"/>
                <a:ea typeface="方正书宋_GBK" panose="02000000000000000000" charset="-122"/>
              </a:endParaRPr>
            </a:p>
          </p:txBody>
        </p:sp>
        <p:sp>
          <p:nvSpPr>
            <p:cNvPr id="30762" name="未知"/>
            <p:cNvSpPr/>
            <p:nvPr/>
          </p:nvSpPr>
          <p:spPr>
            <a:xfrm>
              <a:off x="1497" y="6341"/>
              <a:ext cx="1757" cy="4"/>
            </a:xfrm>
            <a:custGeom>
              <a:avLst/>
              <a:gdLst/>
              <a:ahLst/>
              <a:cxnLst/>
              <a:pathLst>
                <a:path w="611" h="1">
                  <a:moveTo>
                    <a:pt x="0" y="0"/>
                  </a:moveTo>
                  <a:lnTo>
                    <a:pt x="611"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30763" name="直接连接符 36907"/>
            <p:cNvSpPr/>
            <p:nvPr/>
          </p:nvSpPr>
          <p:spPr>
            <a:xfrm>
              <a:off x="1486" y="5985"/>
              <a:ext cx="1794"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方正书宋_GBK" panose="02000000000000000000" charset="-122"/>
              </a:endParaRPr>
            </a:p>
          </p:txBody>
        </p:sp>
        <p:sp>
          <p:nvSpPr>
            <p:cNvPr id="30764" name="矩形 36908"/>
            <p:cNvSpPr/>
            <p:nvPr/>
          </p:nvSpPr>
          <p:spPr>
            <a:xfrm>
              <a:off x="1497" y="4472"/>
              <a:ext cx="1794" cy="3595"/>
            </a:xfrm>
            <a:prstGeom prst="rect">
              <a:avLst/>
            </a:prstGeom>
            <a:noFill/>
            <a:ln w="9525" cap="flat" cmpd="sng">
              <a:solidFill>
                <a:schemeClr val="tx1"/>
              </a:solidFill>
              <a:prstDash val="solid"/>
              <a:miter/>
              <a:headEnd type="none" w="med" len="med"/>
              <a:tailEnd type="none" w="med" len="med"/>
            </a:ln>
          </p:spPr>
          <p:txBody>
            <a:bodyPr anchor="t"/>
            <a:p>
              <a:pPr lvl="0"/>
              <a:endParaRPr lang="zh-CN" altLang="en-US">
                <a:latin typeface="Arial" panose="02080604020202020204" pitchFamily="34" charset="0"/>
                <a:ea typeface="方正书宋_GBK" panose="02000000000000000000" charset="-122"/>
              </a:endParaRPr>
            </a:p>
          </p:txBody>
        </p:sp>
        <p:sp>
          <p:nvSpPr>
            <p:cNvPr id="30765" name="未知"/>
            <p:cNvSpPr/>
            <p:nvPr/>
          </p:nvSpPr>
          <p:spPr>
            <a:xfrm>
              <a:off x="1497" y="7767"/>
              <a:ext cx="1817" cy="12"/>
            </a:xfrm>
            <a:custGeom>
              <a:avLst/>
              <a:gdLst/>
              <a:ahLst/>
              <a:cxnLst/>
              <a:pathLst>
                <a:path w="632" h="4">
                  <a:moveTo>
                    <a:pt x="0" y="4"/>
                  </a:moveTo>
                  <a:lnTo>
                    <a:pt x="63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30766" name="直接连接符 36910"/>
            <p:cNvSpPr/>
            <p:nvPr/>
          </p:nvSpPr>
          <p:spPr>
            <a:xfrm>
              <a:off x="1497" y="7435"/>
              <a:ext cx="1794"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方正书宋_GBK" panose="02000000000000000000" charset="-122"/>
              </a:endParaRPr>
            </a:p>
          </p:txBody>
        </p:sp>
        <p:sp>
          <p:nvSpPr>
            <p:cNvPr id="30767" name="矩形 36911"/>
            <p:cNvSpPr/>
            <p:nvPr/>
          </p:nvSpPr>
          <p:spPr>
            <a:xfrm rot="5445218">
              <a:off x="1957" y="6571"/>
              <a:ext cx="1150" cy="690"/>
            </a:xfrm>
            <a:prstGeom prst="rect">
              <a:avLst/>
            </a:prstGeom>
            <a:noFill/>
            <a:ln w="9525">
              <a:noFill/>
              <a:miter/>
            </a:ln>
          </p:spPr>
          <p:txBody>
            <a:bodyPr anchor="t"/>
            <a:p>
              <a:pPr lvl="0" algn="ctr">
                <a:spcBef>
                  <a:spcPct val="20000"/>
                </a:spcBef>
                <a:buClr>
                  <a:schemeClr val="folHlink"/>
                </a:buClr>
                <a:buSzPct val="75000"/>
                <a:buFont typeface="Wingdings" panose="05000000000000000000" pitchFamily="2" charset="2"/>
                <a:buNone/>
              </a:pPr>
              <a:r>
                <a:rPr lang="en-US" altLang="zh-CN" b="1">
                  <a:solidFill>
                    <a:srgbClr val="FF3300"/>
                  </a:solidFill>
                  <a:latin typeface="Verdana" panose="020B0604030504040204" pitchFamily="2" charset="0"/>
                  <a:ea typeface="宋体" panose="02010600030101010101" pitchFamily="2" charset="-122"/>
                </a:rPr>
                <a:t>…</a:t>
              </a:r>
              <a:endParaRPr lang="en-US" altLang="zh-CN" b="1">
                <a:solidFill>
                  <a:srgbClr val="FF3300"/>
                </a:solidFill>
                <a:latin typeface="Verdana" panose="020B0604030504040204" pitchFamily="2" charset="0"/>
                <a:ea typeface="宋体" panose="02010600030101010101" pitchFamily="2" charset="-122"/>
              </a:endParaRPr>
            </a:p>
          </p:txBody>
        </p:sp>
        <p:sp>
          <p:nvSpPr>
            <p:cNvPr id="30768" name="直接连接符 36912"/>
            <p:cNvSpPr/>
            <p:nvPr/>
          </p:nvSpPr>
          <p:spPr>
            <a:xfrm>
              <a:off x="4533" y="5730"/>
              <a:ext cx="552" cy="0"/>
            </a:xfrm>
            <a:prstGeom prst="line">
              <a:avLst/>
            </a:prstGeom>
            <a:ln w="9525" cap="flat" cmpd="sng">
              <a:solidFill>
                <a:schemeClr val="tx1"/>
              </a:solidFill>
              <a:prstDash val="solid"/>
              <a:round/>
              <a:headEnd type="none" w="med" len="med"/>
              <a:tailEnd type="triangle" w="sm" len="lg"/>
            </a:ln>
          </p:spPr>
          <p:txBody>
            <a:bodyPr anchor="t"/>
            <a:p>
              <a:pPr lvl="0"/>
              <a:endParaRPr lang="zh-CN" altLang="en-US">
                <a:latin typeface="Arial" panose="02080604020202020204" pitchFamily="34" charset="0"/>
                <a:ea typeface="方正书宋_GBK" panose="02000000000000000000" charset="-122"/>
              </a:endParaRPr>
            </a:p>
          </p:txBody>
        </p:sp>
        <p:sp>
          <p:nvSpPr>
            <p:cNvPr id="30769" name="未知"/>
            <p:cNvSpPr/>
            <p:nvPr/>
          </p:nvSpPr>
          <p:spPr>
            <a:xfrm>
              <a:off x="5097" y="5548"/>
              <a:ext cx="1757" cy="4"/>
            </a:xfrm>
            <a:custGeom>
              <a:avLst/>
              <a:gdLst/>
              <a:ahLst/>
              <a:cxnLst/>
              <a:pathLst>
                <a:path w="611" h="1">
                  <a:moveTo>
                    <a:pt x="0" y="0"/>
                  </a:moveTo>
                  <a:lnTo>
                    <a:pt x="611"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30770" name="直接连接符 36914"/>
            <p:cNvSpPr/>
            <p:nvPr/>
          </p:nvSpPr>
          <p:spPr>
            <a:xfrm>
              <a:off x="5085" y="4788"/>
              <a:ext cx="1794"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方正书宋_GBK" panose="02000000000000000000" charset="-122"/>
              </a:endParaRPr>
            </a:p>
          </p:txBody>
        </p:sp>
        <p:sp>
          <p:nvSpPr>
            <p:cNvPr id="30771" name="矩形 36915"/>
            <p:cNvSpPr/>
            <p:nvPr/>
          </p:nvSpPr>
          <p:spPr>
            <a:xfrm>
              <a:off x="5085" y="4472"/>
              <a:ext cx="1794" cy="3595"/>
            </a:xfrm>
            <a:prstGeom prst="rect">
              <a:avLst/>
            </a:prstGeom>
            <a:noFill/>
            <a:ln w="9525" cap="flat" cmpd="sng">
              <a:solidFill>
                <a:schemeClr val="tx1"/>
              </a:solidFill>
              <a:prstDash val="solid"/>
              <a:miter/>
              <a:headEnd type="none" w="med" len="med"/>
              <a:tailEnd type="none" w="med" len="med"/>
            </a:ln>
          </p:spPr>
          <p:txBody>
            <a:bodyPr anchor="t"/>
            <a:p>
              <a:pPr lvl="0"/>
              <a:endParaRPr lang="zh-CN" altLang="en-US">
                <a:latin typeface="Arial" panose="02080604020202020204" pitchFamily="34" charset="0"/>
                <a:ea typeface="方正书宋_GBK" panose="02000000000000000000" charset="-122"/>
              </a:endParaRPr>
            </a:p>
          </p:txBody>
        </p:sp>
        <p:sp>
          <p:nvSpPr>
            <p:cNvPr id="30772" name="未知"/>
            <p:cNvSpPr/>
            <p:nvPr/>
          </p:nvSpPr>
          <p:spPr>
            <a:xfrm>
              <a:off x="5085" y="7767"/>
              <a:ext cx="1846" cy="12"/>
            </a:xfrm>
            <a:custGeom>
              <a:avLst/>
              <a:gdLst/>
              <a:ahLst/>
              <a:cxnLst/>
              <a:pathLst>
                <a:path w="642" h="4">
                  <a:moveTo>
                    <a:pt x="0" y="4"/>
                  </a:moveTo>
                  <a:lnTo>
                    <a:pt x="64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30773" name="未知"/>
            <p:cNvSpPr/>
            <p:nvPr/>
          </p:nvSpPr>
          <p:spPr>
            <a:xfrm>
              <a:off x="5085" y="7435"/>
              <a:ext cx="1846" cy="16"/>
            </a:xfrm>
            <a:custGeom>
              <a:avLst/>
              <a:gdLst/>
              <a:ahLst/>
              <a:cxnLst/>
              <a:pathLst>
                <a:path w="642" h="5">
                  <a:moveTo>
                    <a:pt x="0" y="0"/>
                  </a:moveTo>
                  <a:lnTo>
                    <a:pt x="642" y="5"/>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30774" name="直接连接符 36918"/>
            <p:cNvSpPr/>
            <p:nvPr/>
          </p:nvSpPr>
          <p:spPr>
            <a:xfrm>
              <a:off x="5085" y="6255"/>
              <a:ext cx="1794" cy="4"/>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方正书宋_GBK" panose="02000000000000000000" charset="-122"/>
              </a:endParaRPr>
            </a:p>
          </p:txBody>
        </p:sp>
        <p:sp>
          <p:nvSpPr>
            <p:cNvPr id="30775" name="直接连接符 36919"/>
            <p:cNvSpPr/>
            <p:nvPr/>
          </p:nvSpPr>
          <p:spPr>
            <a:xfrm>
              <a:off x="5085" y="5910"/>
              <a:ext cx="1794"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方正书宋_GBK" panose="02000000000000000000" charset="-122"/>
              </a:endParaRPr>
            </a:p>
          </p:txBody>
        </p:sp>
        <p:sp>
          <p:nvSpPr>
            <p:cNvPr id="30777" name="矩形 36921"/>
            <p:cNvSpPr/>
            <p:nvPr/>
          </p:nvSpPr>
          <p:spPr>
            <a:xfrm rot="5445218">
              <a:off x="5545" y="4675"/>
              <a:ext cx="1150" cy="690"/>
            </a:xfrm>
            <a:prstGeom prst="rect">
              <a:avLst/>
            </a:prstGeom>
            <a:noFill/>
            <a:ln w="9525">
              <a:noFill/>
              <a:miter/>
            </a:ln>
          </p:spPr>
          <p:txBody>
            <a:bodyPr anchor="t"/>
            <a:p>
              <a:pPr lvl="0" algn="ctr">
                <a:spcBef>
                  <a:spcPct val="20000"/>
                </a:spcBef>
                <a:buClr>
                  <a:schemeClr val="folHlink"/>
                </a:buClr>
                <a:buSzPct val="75000"/>
                <a:buFont typeface="Wingdings" panose="05000000000000000000" pitchFamily="2" charset="2"/>
                <a:buNone/>
              </a:pPr>
              <a:r>
                <a:rPr lang="en-US" altLang="zh-CN" b="1">
                  <a:solidFill>
                    <a:srgbClr val="FF3300"/>
                  </a:solidFill>
                  <a:latin typeface="Verdana" panose="020B0604030504040204" pitchFamily="2" charset="0"/>
                  <a:ea typeface="宋体" panose="02010600030101010101" pitchFamily="2" charset="-122"/>
                </a:rPr>
                <a:t>…</a:t>
              </a:r>
              <a:endParaRPr lang="en-US" altLang="zh-CN" b="1">
                <a:solidFill>
                  <a:srgbClr val="FF3300"/>
                </a:solidFill>
                <a:latin typeface="Verdana" panose="020B0604030504040204" pitchFamily="2" charset="0"/>
                <a:ea typeface="宋体" panose="02010600030101010101" pitchFamily="2" charset="-122"/>
              </a:endParaRPr>
            </a:p>
          </p:txBody>
        </p:sp>
        <p:sp>
          <p:nvSpPr>
            <p:cNvPr id="30778" name="矩形 36922"/>
            <p:cNvSpPr/>
            <p:nvPr/>
          </p:nvSpPr>
          <p:spPr>
            <a:xfrm rot="5445218">
              <a:off x="5545" y="6530"/>
              <a:ext cx="1150" cy="690"/>
            </a:xfrm>
            <a:prstGeom prst="rect">
              <a:avLst/>
            </a:prstGeom>
            <a:noFill/>
            <a:ln w="9525">
              <a:noFill/>
              <a:miter/>
            </a:ln>
          </p:spPr>
          <p:txBody>
            <a:bodyPr anchor="t"/>
            <a:p>
              <a:pPr lvl="0" algn="ctr">
                <a:spcBef>
                  <a:spcPct val="20000"/>
                </a:spcBef>
                <a:buClr>
                  <a:schemeClr val="folHlink"/>
                </a:buClr>
                <a:buSzPct val="75000"/>
                <a:buFont typeface="Wingdings" panose="05000000000000000000" pitchFamily="2" charset="2"/>
                <a:buNone/>
              </a:pPr>
              <a:r>
                <a:rPr lang="en-US" altLang="zh-CN" b="1">
                  <a:solidFill>
                    <a:srgbClr val="FF3300"/>
                  </a:solidFill>
                  <a:latin typeface="Verdana" panose="020B0604030504040204" pitchFamily="2" charset="0"/>
                  <a:ea typeface="宋体" panose="02010600030101010101" pitchFamily="2" charset="-122"/>
                </a:rPr>
                <a:t>…</a:t>
              </a:r>
              <a:endParaRPr lang="en-US" altLang="zh-CN" b="1">
                <a:solidFill>
                  <a:srgbClr val="FF3300"/>
                </a:solidFill>
                <a:latin typeface="Verdana" panose="020B0604030504040204" pitchFamily="2" charset="0"/>
                <a:ea typeface="宋体" panose="02010600030101010101" pitchFamily="2" charset="-122"/>
              </a:endParaRPr>
            </a:p>
          </p:txBody>
        </p:sp>
        <p:sp>
          <p:nvSpPr>
            <p:cNvPr id="30779" name="直接连接符 36923"/>
            <p:cNvSpPr/>
            <p:nvPr/>
          </p:nvSpPr>
          <p:spPr>
            <a:xfrm flipV="1">
              <a:off x="4533" y="4112"/>
              <a:ext cx="0" cy="1582"/>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方正书宋_GBK" panose="02000000000000000000" charset="-122"/>
              </a:endParaRPr>
            </a:p>
          </p:txBody>
        </p:sp>
        <p:sp>
          <p:nvSpPr>
            <p:cNvPr id="30780" name="直接连接符 36924"/>
            <p:cNvSpPr/>
            <p:nvPr/>
          </p:nvSpPr>
          <p:spPr>
            <a:xfrm>
              <a:off x="4533" y="4112"/>
              <a:ext cx="1380"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方正书宋_GBK" panose="02000000000000000000" charset="-122"/>
              </a:endParaRPr>
            </a:p>
          </p:txBody>
        </p:sp>
        <p:sp>
          <p:nvSpPr>
            <p:cNvPr id="30781" name="未知"/>
            <p:cNvSpPr/>
            <p:nvPr/>
          </p:nvSpPr>
          <p:spPr>
            <a:xfrm>
              <a:off x="5913" y="3613"/>
              <a:ext cx="3" cy="501"/>
            </a:xfrm>
            <a:custGeom>
              <a:avLst/>
              <a:gdLst/>
              <a:ahLst/>
              <a:cxnLst/>
              <a:pathLst>
                <a:path w="1" h="167">
                  <a:moveTo>
                    <a:pt x="0" y="167"/>
                  </a:moveTo>
                  <a:lnTo>
                    <a:pt x="1"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30782" name="直接连接符 36926"/>
            <p:cNvSpPr/>
            <p:nvPr/>
          </p:nvSpPr>
          <p:spPr>
            <a:xfrm>
              <a:off x="1497" y="5622"/>
              <a:ext cx="1794"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方正书宋_GBK" panose="02000000000000000000" charset="-122"/>
              </a:endParaRPr>
            </a:p>
          </p:txBody>
        </p:sp>
        <p:sp>
          <p:nvSpPr>
            <p:cNvPr id="30783" name="直接连接符 36927"/>
            <p:cNvSpPr/>
            <p:nvPr/>
          </p:nvSpPr>
          <p:spPr>
            <a:xfrm>
              <a:off x="945" y="4040"/>
              <a:ext cx="0" cy="2157"/>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方正书宋_GBK" panose="02000000000000000000" charset="-122"/>
              </a:endParaRPr>
            </a:p>
          </p:txBody>
        </p:sp>
        <p:sp>
          <p:nvSpPr>
            <p:cNvPr id="30784" name="直接连接符 36928"/>
            <p:cNvSpPr/>
            <p:nvPr/>
          </p:nvSpPr>
          <p:spPr>
            <a:xfrm flipH="1">
              <a:off x="945" y="4040"/>
              <a:ext cx="2898"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方正书宋_GBK" panose="02000000000000000000" charset="-122"/>
              </a:endParaRPr>
            </a:p>
          </p:txBody>
        </p:sp>
        <p:sp>
          <p:nvSpPr>
            <p:cNvPr id="30785" name="未知"/>
            <p:cNvSpPr/>
            <p:nvPr/>
          </p:nvSpPr>
          <p:spPr>
            <a:xfrm>
              <a:off x="3843" y="3573"/>
              <a:ext cx="3" cy="501"/>
            </a:xfrm>
            <a:custGeom>
              <a:avLst/>
              <a:gdLst/>
              <a:ahLst/>
              <a:cxnLst/>
              <a:pathLst>
                <a:path w="1" h="167">
                  <a:moveTo>
                    <a:pt x="0" y="167"/>
                  </a:moveTo>
                  <a:lnTo>
                    <a:pt x="1"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30786" name="矩形 36930"/>
            <p:cNvSpPr/>
            <p:nvPr/>
          </p:nvSpPr>
          <p:spPr>
            <a:xfrm>
              <a:off x="8121" y="4328"/>
              <a:ext cx="4416" cy="719"/>
            </a:xfrm>
            <a:prstGeom prst="rect">
              <a:avLst/>
            </a:prstGeom>
            <a:noFill/>
            <a:ln w="9525" cap="flat" cmpd="sng">
              <a:solidFill>
                <a:schemeClr val="tx1"/>
              </a:solidFill>
              <a:prstDash val="solid"/>
              <a:miter/>
              <a:headEnd type="none" w="med" len="med"/>
              <a:tailEnd type="none" w="med" len="med"/>
            </a:ln>
          </p:spPr>
          <p:txBody>
            <a:bodyPr anchor="t"/>
            <a:p>
              <a:pPr lvl="0"/>
              <a:endParaRPr lang="zh-CN" altLang="en-US">
                <a:latin typeface="Arial" panose="02080604020202020204" pitchFamily="34" charset="0"/>
                <a:ea typeface="方正书宋_GBK" panose="02000000000000000000" charset="-122"/>
              </a:endParaRPr>
            </a:p>
          </p:txBody>
        </p:sp>
        <p:sp>
          <p:nvSpPr>
            <p:cNvPr id="30787" name="矩形 36931"/>
            <p:cNvSpPr/>
            <p:nvPr/>
          </p:nvSpPr>
          <p:spPr>
            <a:xfrm>
              <a:off x="9363" y="5334"/>
              <a:ext cx="3864" cy="719"/>
            </a:xfrm>
            <a:prstGeom prst="rect">
              <a:avLst/>
            </a:prstGeom>
            <a:noFill/>
            <a:ln w="9525">
              <a:noFill/>
              <a:miter/>
            </a:ln>
          </p:spPr>
          <p:txBody>
            <a:bodyPr anchor="t"/>
            <a:p>
              <a:pPr lvl="0" algn="ctr">
                <a:spcBef>
                  <a:spcPct val="20000"/>
                </a:spcBef>
                <a:buClr>
                  <a:schemeClr val="folHlink"/>
                </a:buClr>
                <a:buSzPct val="75000"/>
                <a:buFont typeface="Wingdings" panose="05000000000000000000" pitchFamily="2" charset="2"/>
                <a:buNone/>
              </a:pPr>
              <a:r>
                <a:rPr lang="zh-CN" altLang="en-US" b="1">
                  <a:solidFill>
                    <a:srgbClr val="FF3300"/>
                  </a:solidFill>
                  <a:latin typeface="Verdana" panose="020B0604030504040204" pitchFamily="2" charset="0"/>
                  <a:ea typeface="宋体" panose="02010600030101010101" pitchFamily="2" charset="-122"/>
                </a:rPr>
                <a:t>物理地址（实地址）</a:t>
              </a:r>
              <a:endParaRPr lang="zh-CN" altLang="en-US" b="1">
                <a:solidFill>
                  <a:srgbClr val="FF3300"/>
                </a:solidFill>
                <a:latin typeface="Verdana" panose="020B0604030504040204" pitchFamily="2" charset="0"/>
                <a:ea typeface="宋体" panose="02010600030101010101" pitchFamily="2" charset="-122"/>
              </a:endParaRPr>
            </a:p>
          </p:txBody>
        </p:sp>
        <p:sp>
          <p:nvSpPr>
            <p:cNvPr id="30788" name="矩形 36932"/>
            <p:cNvSpPr/>
            <p:nvPr/>
          </p:nvSpPr>
          <p:spPr>
            <a:xfrm>
              <a:off x="10467" y="4328"/>
              <a:ext cx="2070" cy="719"/>
            </a:xfrm>
            <a:prstGeom prst="rect">
              <a:avLst/>
            </a:prstGeom>
            <a:noFill/>
            <a:ln w="9525">
              <a:noFill/>
              <a:miter/>
            </a:ln>
          </p:spPr>
          <p:txBody>
            <a:bodyPr anchor="t"/>
            <a:p>
              <a:pPr lvl="0" algn="ctr">
                <a:spcBef>
                  <a:spcPct val="20000"/>
                </a:spcBef>
                <a:buClr>
                  <a:schemeClr val="folHlink"/>
                </a:buClr>
                <a:buSzPct val="75000"/>
                <a:buFont typeface="Wingdings" panose="05000000000000000000" pitchFamily="2" charset="2"/>
                <a:buNone/>
              </a:pPr>
              <a:r>
                <a:rPr lang="zh-CN" altLang="en-US" b="1">
                  <a:solidFill>
                    <a:srgbClr val="FF3300"/>
                  </a:solidFill>
                  <a:latin typeface="Verdana" panose="020B0604030504040204" pitchFamily="2" charset="0"/>
                  <a:ea typeface="宋体" panose="02010600030101010101" pitchFamily="2" charset="-122"/>
                </a:rPr>
                <a:t>页内偏移</a:t>
              </a:r>
              <a:endParaRPr lang="zh-CN" altLang="en-US" b="1">
                <a:solidFill>
                  <a:srgbClr val="FF3300"/>
                </a:solidFill>
                <a:latin typeface="Verdana" panose="020B0604030504040204" pitchFamily="2" charset="0"/>
                <a:ea typeface="宋体" panose="02010600030101010101" pitchFamily="2" charset="-122"/>
              </a:endParaRPr>
            </a:p>
          </p:txBody>
        </p:sp>
        <p:sp>
          <p:nvSpPr>
            <p:cNvPr id="30789" name="直接连接符 36933"/>
            <p:cNvSpPr/>
            <p:nvPr/>
          </p:nvSpPr>
          <p:spPr>
            <a:xfrm>
              <a:off x="10329" y="4328"/>
              <a:ext cx="0" cy="719"/>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方正书宋_GBK" panose="02000000000000000000" charset="-122"/>
              </a:endParaRPr>
            </a:p>
          </p:txBody>
        </p:sp>
        <p:sp>
          <p:nvSpPr>
            <p:cNvPr id="30790" name="矩形 36934"/>
            <p:cNvSpPr/>
            <p:nvPr/>
          </p:nvSpPr>
          <p:spPr>
            <a:xfrm>
              <a:off x="8397" y="4328"/>
              <a:ext cx="1585" cy="480"/>
            </a:xfrm>
            <a:prstGeom prst="rect">
              <a:avLst/>
            </a:prstGeom>
            <a:noFill/>
            <a:ln w="9525">
              <a:noFill/>
              <a:miter/>
            </a:ln>
          </p:spPr>
          <p:txBody>
            <a:bodyPr wrap="square" anchor="t">
              <a:spAutoFit/>
            </a:bodyPr>
            <a:p>
              <a:pPr lvl="0"/>
              <a:r>
                <a:rPr lang="zh-CN" altLang="en-US" b="1">
                  <a:solidFill>
                    <a:srgbClr val="FF3300"/>
                  </a:solidFill>
                  <a:latin typeface="Arial" panose="02080604020202020204" pitchFamily="34" charset="0"/>
                  <a:ea typeface="宋体" panose="02010600030101010101" pitchFamily="2" charset="-122"/>
                </a:rPr>
                <a:t>页首地址</a:t>
              </a:r>
              <a:endParaRPr lang="zh-CN" altLang="en-US" b="1">
                <a:solidFill>
                  <a:srgbClr val="FF3300"/>
                </a:solidFill>
                <a:latin typeface="Arial" panose="02080604020202020204" pitchFamily="34" charset="0"/>
                <a:ea typeface="宋体" panose="02010600030101010101" pitchFamily="2" charset="-122"/>
              </a:endParaRPr>
            </a:p>
          </p:txBody>
        </p:sp>
        <p:sp>
          <p:nvSpPr>
            <p:cNvPr id="30791" name="直接连接符 36935"/>
            <p:cNvSpPr/>
            <p:nvPr/>
          </p:nvSpPr>
          <p:spPr>
            <a:xfrm>
              <a:off x="6879" y="5766"/>
              <a:ext cx="2346"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方正书宋_GBK" panose="02000000000000000000" charset="-122"/>
              </a:endParaRPr>
            </a:p>
          </p:txBody>
        </p:sp>
        <p:sp>
          <p:nvSpPr>
            <p:cNvPr id="30792" name="直接连接符 36936"/>
            <p:cNvSpPr/>
            <p:nvPr/>
          </p:nvSpPr>
          <p:spPr>
            <a:xfrm flipV="1">
              <a:off x="9191" y="5047"/>
              <a:ext cx="0" cy="719"/>
            </a:xfrm>
            <a:prstGeom prst="line">
              <a:avLst/>
            </a:prstGeom>
            <a:ln w="9525" cap="flat" cmpd="sng">
              <a:solidFill>
                <a:schemeClr val="tx1"/>
              </a:solidFill>
              <a:prstDash val="solid"/>
              <a:round/>
              <a:headEnd type="none" w="med" len="med"/>
              <a:tailEnd type="triangle" w="sm" len="lg"/>
            </a:ln>
          </p:spPr>
          <p:txBody>
            <a:bodyPr anchor="t"/>
            <a:p>
              <a:pPr lvl="0"/>
              <a:endParaRPr lang="zh-CN" altLang="en-US">
                <a:latin typeface="Arial" panose="02080604020202020204" pitchFamily="34" charset="0"/>
                <a:ea typeface="方正书宋_GBK" panose="02000000000000000000" charset="-122"/>
              </a:endParaRPr>
            </a:p>
          </p:txBody>
        </p:sp>
        <p:sp>
          <p:nvSpPr>
            <p:cNvPr id="30794" name="未知"/>
            <p:cNvSpPr/>
            <p:nvPr/>
          </p:nvSpPr>
          <p:spPr>
            <a:xfrm>
              <a:off x="3843" y="4512"/>
              <a:ext cx="1194" cy="16"/>
            </a:xfrm>
            <a:custGeom>
              <a:avLst/>
              <a:gdLst/>
              <a:ahLst/>
              <a:cxnLst/>
              <a:pathLst>
                <a:path w="415" h="5">
                  <a:moveTo>
                    <a:pt x="0" y="5"/>
                  </a:moveTo>
                  <a:lnTo>
                    <a:pt x="415" y="0"/>
                  </a:lnTo>
                </a:path>
              </a:pathLst>
            </a:custGeom>
            <a:noFill/>
            <a:ln w="9525" cap="flat" cmpd="sng">
              <a:solidFill>
                <a:schemeClr val="tx1"/>
              </a:solidFill>
              <a:prstDash val="solid"/>
              <a:round/>
              <a:headEnd type="none" w="med" len="med"/>
              <a:tailEnd type="triangle" w="sm" len="lg"/>
            </a:ln>
          </p:spPr>
          <p:txBody>
            <a:bodyPr/>
            <a:p>
              <a:endParaRPr lang="zh-CN" altLang="en-US"/>
            </a:p>
          </p:txBody>
        </p:sp>
        <p:sp>
          <p:nvSpPr>
            <p:cNvPr id="30795" name="未知"/>
            <p:cNvSpPr/>
            <p:nvPr/>
          </p:nvSpPr>
          <p:spPr>
            <a:xfrm>
              <a:off x="3843" y="4528"/>
              <a:ext cx="12" cy="1705"/>
            </a:xfrm>
            <a:custGeom>
              <a:avLst/>
              <a:gdLst/>
              <a:ahLst/>
              <a:cxnLst/>
              <a:pathLst>
                <a:path w="4" h="569">
                  <a:moveTo>
                    <a:pt x="0" y="569"/>
                  </a:moveTo>
                  <a:lnTo>
                    <a:pt x="4"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30796" name="直接连接符 36940"/>
            <p:cNvSpPr/>
            <p:nvPr/>
          </p:nvSpPr>
          <p:spPr>
            <a:xfrm>
              <a:off x="3326" y="6233"/>
              <a:ext cx="552"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80604020202020204" pitchFamily="34" charset="0"/>
                <a:ea typeface="方正书宋_GBK" panose="02000000000000000000" charset="-122"/>
              </a:endParaRPr>
            </a:p>
          </p:txBody>
        </p:sp>
        <p:sp>
          <p:nvSpPr>
            <p:cNvPr id="2" name="矩形 36875"/>
            <p:cNvSpPr/>
            <p:nvPr/>
          </p:nvSpPr>
          <p:spPr>
            <a:xfrm>
              <a:off x="7529" y="2285"/>
              <a:ext cx="770" cy="596"/>
            </a:xfrm>
            <a:prstGeom prst="rect">
              <a:avLst/>
            </a:prstGeom>
            <a:noFill/>
            <a:ln w="9525">
              <a:noFill/>
              <a:miter/>
            </a:ln>
          </p:spPr>
          <p:txBody>
            <a:bodyPr anchor="t"/>
            <a:p>
              <a:pPr lvl="0" algn="ctr">
                <a:spcBef>
                  <a:spcPct val="20000"/>
                </a:spcBef>
                <a:buClr>
                  <a:schemeClr val="folHlink"/>
                </a:buClr>
                <a:buSzPct val="75000"/>
                <a:buFont typeface="Wingdings" panose="05000000000000000000" pitchFamily="2" charset="2"/>
                <a:buNone/>
              </a:pPr>
              <a:r>
                <a:rPr lang="x-none" altLang="en-US" b="1">
                  <a:solidFill>
                    <a:srgbClr val="FF3300"/>
                  </a:solidFill>
                  <a:latin typeface="Verdana" panose="020B0604030504040204" pitchFamily="2" charset="0"/>
                  <a:ea typeface="宋体" panose="02010600030101010101" pitchFamily="2" charset="-122"/>
                </a:rPr>
                <a:t>11</a:t>
              </a:r>
              <a:endParaRPr lang="x-none" altLang="en-US" b="1">
                <a:solidFill>
                  <a:srgbClr val="FF3300"/>
                </a:solidFill>
                <a:latin typeface="Verdana" panose="020B0604030504040204" pitchFamily="2" charset="0"/>
                <a:ea typeface="宋体" panose="02010600030101010101" pitchFamily="2" charset="-122"/>
              </a:endParaRPr>
            </a:p>
          </p:txBody>
        </p:sp>
        <p:sp>
          <p:nvSpPr>
            <p:cNvPr id="3" name="矩形 36875"/>
            <p:cNvSpPr/>
            <p:nvPr/>
          </p:nvSpPr>
          <p:spPr>
            <a:xfrm>
              <a:off x="12026" y="3758"/>
              <a:ext cx="770" cy="596"/>
            </a:xfrm>
            <a:prstGeom prst="rect">
              <a:avLst/>
            </a:prstGeom>
            <a:noFill/>
            <a:ln w="9525">
              <a:noFill/>
              <a:miter/>
            </a:ln>
          </p:spPr>
          <p:txBody>
            <a:bodyPr anchor="t"/>
            <a:p>
              <a:pPr lvl="0" algn="ctr">
                <a:spcBef>
                  <a:spcPct val="20000"/>
                </a:spcBef>
                <a:buClr>
                  <a:schemeClr val="folHlink"/>
                </a:buClr>
                <a:buSzPct val="75000"/>
                <a:buFont typeface="Wingdings" panose="05000000000000000000" pitchFamily="2" charset="2"/>
                <a:buNone/>
              </a:pPr>
              <a:r>
                <a:rPr lang="en-US" altLang="zh-CN" b="1">
                  <a:solidFill>
                    <a:srgbClr val="FF3300"/>
                  </a:solidFill>
                  <a:latin typeface="Verdana" panose="020B0604030504040204" pitchFamily="2" charset="0"/>
                  <a:ea typeface="宋体" panose="02010600030101010101" pitchFamily="2" charset="-122"/>
                </a:rPr>
                <a:t>0</a:t>
              </a:r>
              <a:endParaRPr lang="en-US" altLang="zh-CN" b="1">
                <a:solidFill>
                  <a:srgbClr val="FF3300"/>
                </a:solidFill>
                <a:latin typeface="Verdana" panose="020B0604030504040204" pitchFamily="2" charset="0"/>
                <a:ea typeface="宋体" panose="02010600030101010101" pitchFamily="2" charset="-122"/>
              </a:endParaRPr>
            </a:p>
          </p:txBody>
        </p:sp>
        <p:sp>
          <p:nvSpPr>
            <p:cNvPr id="4" name="矩形 36875"/>
            <p:cNvSpPr/>
            <p:nvPr/>
          </p:nvSpPr>
          <p:spPr>
            <a:xfrm>
              <a:off x="7070" y="2289"/>
              <a:ext cx="770" cy="596"/>
            </a:xfrm>
            <a:prstGeom prst="rect">
              <a:avLst/>
            </a:prstGeom>
            <a:noFill/>
            <a:ln w="9525">
              <a:noFill/>
              <a:miter/>
            </a:ln>
          </p:spPr>
          <p:txBody>
            <a:bodyPr anchor="t"/>
            <a:p>
              <a:pPr lvl="0" algn="ctr">
                <a:spcBef>
                  <a:spcPct val="20000"/>
                </a:spcBef>
                <a:buClr>
                  <a:schemeClr val="folHlink"/>
                </a:buClr>
                <a:buSzPct val="75000"/>
                <a:buFont typeface="Wingdings" panose="05000000000000000000" pitchFamily="2" charset="2"/>
                <a:buNone/>
              </a:pPr>
              <a:r>
                <a:rPr lang="x-none" altLang="en-US" b="1">
                  <a:solidFill>
                    <a:srgbClr val="FF3300"/>
                  </a:solidFill>
                  <a:latin typeface="Verdana" panose="020B0604030504040204" pitchFamily="2" charset="0"/>
                  <a:ea typeface="宋体" panose="02010600030101010101" pitchFamily="2" charset="-122"/>
                </a:rPr>
                <a:t>12</a:t>
              </a:r>
              <a:endParaRPr lang="x-none" altLang="en-US" b="1">
                <a:solidFill>
                  <a:srgbClr val="FF3300"/>
                </a:solidFill>
                <a:latin typeface="Verdana" panose="020B0604030504040204" pitchFamily="2" charset="0"/>
                <a:ea typeface="宋体" panose="02010600030101010101" pitchFamily="2" charset="-122"/>
              </a:endParaRPr>
            </a:p>
          </p:txBody>
        </p:sp>
        <p:sp>
          <p:nvSpPr>
            <p:cNvPr id="5" name="矩形 36875"/>
            <p:cNvSpPr/>
            <p:nvPr/>
          </p:nvSpPr>
          <p:spPr>
            <a:xfrm>
              <a:off x="5352" y="2317"/>
              <a:ext cx="770" cy="596"/>
            </a:xfrm>
            <a:prstGeom prst="rect">
              <a:avLst/>
            </a:prstGeom>
            <a:noFill/>
            <a:ln w="9525">
              <a:noFill/>
              <a:miter/>
            </a:ln>
          </p:spPr>
          <p:txBody>
            <a:bodyPr anchor="t"/>
            <a:p>
              <a:pPr lvl="0" algn="ctr">
                <a:spcBef>
                  <a:spcPct val="20000"/>
                </a:spcBef>
                <a:buClr>
                  <a:schemeClr val="folHlink"/>
                </a:buClr>
                <a:buSzPct val="75000"/>
                <a:buFont typeface="Wingdings" panose="05000000000000000000" pitchFamily="2" charset="2"/>
                <a:buNone/>
              </a:pPr>
              <a:r>
                <a:rPr lang="x-none" altLang="en-US" b="1">
                  <a:solidFill>
                    <a:srgbClr val="FF3300"/>
                  </a:solidFill>
                  <a:latin typeface="Verdana" panose="020B0604030504040204" pitchFamily="2" charset="0"/>
                  <a:ea typeface="宋体" panose="02010600030101010101" pitchFamily="2" charset="-122"/>
                </a:rPr>
                <a:t>21</a:t>
              </a:r>
              <a:endParaRPr lang="x-none" altLang="en-US" b="1">
                <a:solidFill>
                  <a:srgbClr val="FF3300"/>
                </a:solidFill>
                <a:latin typeface="Verdana" panose="020B0604030504040204" pitchFamily="2" charset="0"/>
                <a:ea typeface="宋体" panose="02010600030101010101" pitchFamily="2" charset="-122"/>
              </a:endParaRPr>
            </a:p>
          </p:txBody>
        </p:sp>
        <p:sp>
          <p:nvSpPr>
            <p:cNvPr id="6" name="矩形 36875"/>
            <p:cNvSpPr/>
            <p:nvPr/>
          </p:nvSpPr>
          <p:spPr>
            <a:xfrm>
              <a:off x="4867" y="2315"/>
              <a:ext cx="770" cy="596"/>
            </a:xfrm>
            <a:prstGeom prst="rect">
              <a:avLst/>
            </a:prstGeom>
            <a:noFill/>
            <a:ln w="9525">
              <a:noFill/>
              <a:miter/>
            </a:ln>
          </p:spPr>
          <p:txBody>
            <a:bodyPr anchor="t"/>
            <a:p>
              <a:pPr lvl="0" algn="ctr">
                <a:spcBef>
                  <a:spcPct val="20000"/>
                </a:spcBef>
                <a:buClr>
                  <a:schemeClr val="folHlink"/>
                </a:buClr>
                <a:buSzPct val="75000"/>
                <a:buFont typeface="Wingdings" panose="05000000000000000000" pitchFamily="2" charset="2"/>
                <a:buNone/>
              </a:pPr>
              <a:r>
                <a:rPr lang="x-none" altLang="en-US" b="1">
                  <a:solidFill>
                    <a:srgbClr val="FF3300"/>
                  </a:solidFill>
                  <a:latin typeface="Verdana" panose="020B0604030504040204" pitchFamily="2" charset="0"/>
                  <a:ea typeface="宋体" panose="02010600030101010101" pitchFamily="2" charset="-122"/>
                </a:rPr>
                <a:t>22</a:t>
              </a:r>
              <a:endParaRPr lang="x-none" altLang="en-US" b="1">
                <a:solidFill>
                  <a:srgbClr val="FF3300"/>
                </a:solidFill>
                <a:latin typeface="Verdana" panose="020B0604030504040204" pitchFamily="2" charset="0"/>
                <a:ea typeface="宋体" panose="02010600030101010101" pitchFamily="2" charset="-122"/>
              </a:endParaRPr>
            </a:p>
          </p:txBody>
        </p:sp>
        <p:sp>
          <p:nvSpPr>
            <p:cNvPr id="7" name="矩形 36875"/>
            <p:cNvSpPr/>
            <p:nvPr/>
          </p:nvSpPr>
          <p:spPr>
            <a:xfrm>
              <a:off x="2427" y="2331"/>
              <a:ext cx="770" cy="596"/>
            </a:xfrm>
            <a:prstGeom prst="rect">
              <a:avLst/>
            </a:prstGeom>
            <a:noFill/>
            <a:ln w="9525">
              <a:noFill/>
              <a:miter/>
            </a:ln>
          </p:spPr>
          <p:txBody>
            <a:bodyPr anchor="t"/>
            <a:p>
              <a:pPr lvl="0" algn="ctr">
                <a:spcBef>
                  <a:spcPct val="20000"/>
                </a:spcBef>
                <a:buClr>
                  <a:schemeClr val="folHlink"/>
                </a:buClr>
                <a:buSzPct val="75000"/>
                <a:buFont typeface="Wingdings" panose="05000000000000000000" pitchFamily="2" charset="2"/>
                <a:buNone/>
              </a:pPr>
              <a:r>
                <a:rPr lang="x-none" altLang="en-US" b="1">
                  <a:solidFill>
                    <a:srgbClr val="FF3300"/>
                  </a:solidFill>
                  <a:latin typeface="Verdana" panose="020B0604030504040204" pitchFamily="2" charset="0"/>
                  <a:ea typeface="宋体" panose="02010600030101010101" pitchFamily="2" charset="-122"/>
                </a:rPr>
                <a:t>31</a:t>
              </a:r>
              <a:endParaRPr lang="x-none" altLang="en-US" b="1">
                <a:solidFill>
                  <a:srgbClr val="FF3300"/>
                </a:solidFill>
                <a:latin typeface="Verdana" panose="020B0604030504040204" pitchFamily="2" charset="0"/>
                <a:ea typeface="宋体" panose="02010600030101010101" pitchFamily="2" charset="-122"/>
              </a:endParaRPr>
            </a:p>
          </p:txBody>
        </p:sp>
        <p:sp>
          <p:nvSpPr>
            <p:cNvPr id="8" name="矩形 36875"/>
            <p:cNvSpPr/>
            <p:nvPr/>
          </p:nvSpPr>
          <p:spPr>
            <a:xfrm>
              <a:off x="9388" y="2269"/>
              <a:ext cx="770" cy="596"/>
            </a:xfrm>
            <a:prstGeom prst="rect">
              <a:avLst/>
            </a:prstGeom>
            <a:noFill/>
            <a:ln w="9525">
              <a:noFill/>
              <a:miter/>
            </a:ln>
          </p:spPr>
          <p:txBody>
            <a:bodyPr anchor="t"/>
            <a:p>
              <a:pPr lvl="0" algn="ctr">
                <a:spcBef>
                  <a:spcPct val="20000"/>
                </a:spcBef>
                <a:buClr>
                  <a:schemeClr val="folHlink"/>
                </a:buClr>
                <a:buSzPct val="75000"/>
                <a:buFont typeface="Wingdings" panose="05000000000000000000" pitchFamily="2" charset="2"/>
                <a:buNone/>
              </a:pPr>
              <a:r>
                <a:rPr lang="en-US" altLang="zh-CN" b="1">
                  <a:solidFill>
                    <a:srgbClr val="FF3300"/>
                  </a:solidFill>
                  <a:latin typeface="Verdana" panose="020B0604030504040204" pitchFamily="2" charset="0"/>
                  <a:ea typeface="宋体" panose="02010600030101010101" pitchFamily="2" charset="-122"/>
                </a:rPr>
                <a:t>0</a:t>
              </a:r>
              <a:endParaRPr lang="en-US" altLang="zh-CN" b="1">
                <a:solidFill>
                  <a:srgbClr val="FF3300"/>
                </a:solidFill>
                <a:latin typeface="Verdana" panose="020B0604030504040204" pitchFamily="2" charset="0"/>
                <a:ea typeface="宋体" panose="02010600030101010101" pitchFamily="2" charset="-122"/>
              </a:endParaRPr>
            </a:p>
          </p:txBody>
        </p:sp>
        <p:sp>
          <p:nvSpPr>
            <p:cNvPr id="9" name="矩形 36875"/>
            <p:cNvSpPr/>
            <p:nvPr/>
          </p:nvSpPr>
          <p:spPr>
            <a:xfrm>
              <a:off x="10137" y="3777"/>
              <a:ext cx="770" cy="596"/>
            </a:xfrm>
            <a:prstGeom prst="rect">
              <a:avLst/>
            </a:prstGeom>
            <a:noFill/>
            <a:ln w="9525">
              <a:noFill/>
              <a:miter/>
            </a:ln>
          </p:spPr>
          <p:txBody>
            <a:bodyPr anchor="t"/>
            <a:p>
              <a:pPr lvl="0" algn="ctr">
                <a:spcBef>
                  <a:spcPct val="20000"/>
                </a:spcBef>
                <a:buClr>
                  <a:schemeClr val="folHlink"/>
                </a:buClr>
                <a:buSzPct val="75000"/>
                <a:buFont typeface="Wingdings" panose="05000000000000000000" pitchFamily="2" charset="2"/>
                <a:buNone/>
              </a:pPr>
              <a:r>
                <a:rPr lang="x-none" altLang="en-US" b="1">
                  <a:solidFill>
                    <a:srgbClr val="FF3300"/>
                  </a:solidFill>
                  <a:latin typeface="Verdana" panose="020B0604030504040204" pitchFamily="2" charset="0"/>
                  <a:ea typeface="宋体" panose="02010600030101010101" pitchFamily="2" charset="-122"/>
                </a:rPr>
                <a:t>11</a:t>
              </a:r>
              <a:endParaRPr lang="x-none" altLang="en-US" b="1">
                <a:solidFill>
                  <a:srgbClr val="FF3300"/>
                </a:solidFill>
                <a:latin typeface="Verdana" panose="020B0604030504040204" pitchFamily="2" charset="0"/>
                <a:ea typeface="宋体" panose="02010600030101010101" pitchFamily="2" charset="-122"/>
              </a:endParaRPr>
            </a:p>
          </p:txBody>
        </p:sp>
        <p:sp>
          <p:nvSpPr>
            <p:cNvPr id="10" name="矩形 36875"/>
            <p:cNvSpPr/>
            <p:nvPr/>
          </p:nvSpPr>
          <p:spPr>
            <a:xfrm>
              <a:off x="9717" y="3776"/>
              <a:ext cx="770" cy="596"/>
            </a:xfrm>
            <a:prstGeom prst="rect">
              <a:avLst/>
            </a:prstGeom>
            <a:noFill/>
            <a:ln w="9525">
              <a:noFill/>
              <a:miter/>
            </a:ln>
          </p:spPr>
          <p:txBody>
            <a:bodyPr anchor="t"/>
            <a:p>
              <a:pPr lvl="0" algn="ctr">
                <a:spcBef>
                  <a:spcPct val="20000"/>
                </a:spcBef>
                <a:buClr>
                  <a:schemeClr val="folHlink"/>
                </a:buClr>
                <a:buSzPct val="75000"/>
                <a:buFont typeface="Wingdings" panose="05000000000000000000" pitchFamily="2" charset="2"/>
                <a:buNone/>
              </a:pPr>
              <a:r>
                <a:rPr lang="x-none" altLang="en-US" b="1">
                  <a:solidFill>
                    <a:srgbClr val="FF3300"/>
                  </a:solidFill>
                  <a:latin typeface="Verdana" panose="020B0604030504040204" pitchFamily="2" charset="0"/>
                  <a:ea typeface="宋体" panose="02010600030101010101" pitchFamily="2" charset="-122"/>
                </a:rPr>
                <a:t>12</a:t>
              </a:r>
              <a:endParaRPr lang="x-none" altLang="en-US" b="1">
                <a:solidFill>
                  <a:srgbClr val="FF3300"/>
                </a:solidFill>
                <a:latin typeface="Verdana" panose="020B0604030504040204" pitchFamily="2" charset="0"/>
                <a:ea typeface="宋体" panose="02010600030101010101" pitchFamily="2" charset="-122"/>
              </a:endParaRPr>
            </a:p>
          </p:txBody>
        </p:sp>
        <p:sp>
          <p:nvSpPr>
            <p:cNvPr id="11" name="矩形 36875"/>
            <p:cNvSpPr/>
            <p:nvPr/>
          </p:nvSpPr>
          <p:spPr>
            <a:xfrm>
              <a:off x="7908" y="3827"/>
              <a:ext cx="770" cy="596"/>
            </a:xfrm>
            <a:prstGeom prst="rect">
              <a:avLst/>
            </a:prstGeom>
            <a:noFill/>
            <a:ln w="9525">
              <a:noFill/>
              <a:miter/>
            </a:ln>
          </p:spPr>
          <p:txBody>
            <a:bodyPr anchor="t"/>
            <a:p>
              <a:pPr lvl="0" algn="ctr">
                <a:spcBef>
                  <a:spcPct val="20000"/>
                </a:spcBef>
                <a:buClr>
                  <a:schemeClr val="folHlink"/>
                </a:buClr>
                <a:buSzPct val="75000"/>
                <a:buFont typeface="Wingdings" panose="05000000000000000000" pitchFamily="2" charset="2"/>
                <a:buNone/>
              </a:pPr>
              <a:r>
                <a:rPr lang="x-none" altLang="en-US" b="1">
                  <a:solidFill>
                    <a:srgbClr val="FF3300"/>
                  </a:solidFill>
                  <a:latin typeface="Verdana" panose="020B0604030504040204" pitchFamily="2" charset="0"/>
                  <a:ea typeface="宋体" panose="02010600030101010101" pitchFamily="2" charset="-122"/>
                </a:rPr>
                <a:t>31</a:t>
              </a:r>
              <a:endParaRPr lang="x-none" altLang="en-US" b="1">
                <a:solidFill>
                  <a:srgbClr val="FF3300"/>
                </a:solidFill>
                <a:latin typeface="Verdana" panose="020B0604030504040204" pitchFamily="2" charset="0"/>
                <a:ea typeface="宋体" panose="02010600030101010101" pitchFamily="2" charset="-122"/>
              </a:endParaRPr>
            </a:p>
          </p:txBody>
        </p:sp>
      </p:grpSp>
      <p:sp>
        <p:nvSpPr>
          <p:cNvPr id="14" name="矩形 36875"/>
          <p:cNvSpPr/>
          <p:nvPr/>
        </p:nvSpPr>
        <p:spPr>
          <a:xfrm>
            <a:off x="510540" y="4899025"/>
            <a:ext cx="525780" cy="281305"/>
          </a:xfrm>
          <a:prstGeom prst="rect">
            <a:avLst/>
          </a:prstGeom>
          <a:noFill/>
          <a:ln w="9525">
            <a:noFill/>
            <a:miter/>
          </a:ln>
        </p:spPr>
        <p:txBody>
          <a:bodyPr anchor="t"/>
          <a:p>
            <a:pPr lvl="0" algn="ctr">
              <a:spcBef>
                <a:spcPct val="20000"/>
              </a:spcBef>
              <a:buClr>
                <a:schemeClr val="folHlink"/>
              </a:buClr>
              <a:buSzPct val="75000"/>
              <a:buFont typeface="Wingdings" panose="05000000000000000000" pitchFamily="2" charset="2"/>
              <a:buNone/>
            </a:pPr>
            <a:r>
              <a:rPr lang="x-none" altLang="en-US" sz="1000" b="0">
                <a:solidFill>
                  <a:schemeClr val="tx1"/>
                </a:solidFill>
                <a:latin typeface="Verdana" panose="020B0604030504040204" pitchFamily="2" charset="0"/>
                <a:ea typeface="宋体" panose="02010600030101010101" pitchFamily="2" charset="-122"/>
              </a:rPr>
              <a:t>1023</a:t>
            </a:r>
            <a:endParaRPr lang="x-none" altLang="en-US" sz="1000" b="0">
              <a:solidFill>
                <a:schemeClr val="tx1"/>
              </a:solidFill>
              <a:latin typeface="Verdana" panose="020B0604030504040204" pitchFamily="2" charset="0"/>
              <a:ea typeface="宋体" panose="02010600030101010101" pitchFamily="2" charset="-122"/>
            </a:endParaRPr>
          </a:p>
        </p:txBody>
      </p:sp>
      <p:sp>
        <p:nvSpPr>
          <p:cNvPr id="15" name="矩形 36875"/>
          <p:cNvSpPr/>
          <p:nvPr/>
        </p:nvSpPr>
        <p:spPr>
          <a:xfrm>
            <a:off x="504190" y="4704715"/>
            <a:ext cx="525780" cy="281305"/>
          </a:xfrm>
          <a:prstGeom prst="rect">
            <a:avLst/>
          </a:prstGeom>
          <a:noFill/>
          <a:ln w="9525">
            <a:noFill/>
            <a:miter/>
          </a:ln>
        </p:spPr>
        <p:txBody>
          <a:bodyPr anchor="t"/>
          <a:p>
            <a:pPr lvl="0" algn="ctr">
              <a:spcBef>
                <a:spcPct val="20000"/>
              </a:spcBef>
              <a:buClr>
                <a:schemeClr val="folHlink"/>
              </a:buClr>
              <a:buSzPct val="75000"/>
              <a:buFont typeface="Wingdings" panose="05000000000000000000" pitchFamily="2" charset="2"/>
              <a:buNone/>
            </a:pPr>
            <a:r>
              <a:rPr lang="x-none" altLang="en-US" sz="1000" b="0">
                <a:solidFill>
                  <a:schemeClr val="tx1"/>
                </a:solidFill>
                <a:latin typeface="Verdana" panose="020B0604030504040204" pitchFamily="2" charset="0"/>
                <a:ea typeface="宋体" panose="02010600030101010101" pitchFamily="2" charset="-122"/>
              </a:rPr>
              <a:t>1022</a:t>
            </a:r>
            <a:endParaRPr lang="x-none" altLang="en-US" sz="1000" b="0">
              <a:solidFill>
                <a:schemeClr val="tx1"/>
              </a:solidFill>
              <a:latin typeface="Verdana" panose="020B0604030504040204" pitchFamily="2" charset="0"/>
              <a:ea typeface="宋体" panose="02010600030101010101" pitchFamily="2" charset="-122"/>
            </a:endParaRPr>
          </a:p>
        </p:txBody>
      </p:sp>
      <p:sp>
        <p:nvSpPr>
          <p:cNvPr id="16" name="矩形 36875"/>
          <p:cNvSpPr/>
          <p:nvPr/>
        </p:nvSpPr>
        <p:spPr>
          <a:xfrm>
            <a:off x="690880" y="2823210"/>
            <a:ext cx="350520" cy="281305"/>
          </a:xfrm>
          <a:prstGeom prst="rect">
            <a:avLst/>
          </a:prstGeom>
          <a:noFill/>
          <a:ln w="9525">
            <a:noFill/>
            <a:miter/>
          </a:ln>
        </p:spPr>
        <p:txBody>
          <a:bodyPr anchor="t"/>
          <a:p>
            <a:pPr lvl="0" algn="ctr">
              <a:spcBef>
                <a:spcPct val="20000"/>
              </a:spcBef>
              <a:buClr>
                <a:schemeClr val="folHlink"/>
              </a:buClr>
              <a:buSzPct val="75000"/>
              <a:buFont typeface="Wingdings" panose="05000000000000000000" pitchFamily="2" charset="2"/>
              <a:buNone/>
            </a:pPr>
            <a:r>
              <a:rPr lang="x-none" altLang="en-US" sz="1000" b="0">
                <a:solidFill>
                  <a:schemeClr val="tx1"/>
                </a:solidFill>
                <a:latin typeface="Verdana" panose="020B0604030504040204" pitchFamily="2" charset="0"/>
                <a:ea typeface="宋体" panose="02010600030101010101" pitchFamily="2" charset="-122"/>
              </a:rPr>
              <a:t>0</a:t>
            </a:r>
            <a:endParaRPr lang="x-none" altLang="en-US" sz="1000" b="0">
              <a:solidFill>
                <a:schemeClr val="tx1"/>
              </a:solidFill>
              <a:latin typeface="Verdana" panose="020B0604030504040204" pitchFamily="2" charset="0"/>
              <a:ea typeface="宋体" panose="02010600030101010101" pitchFamily="2" charset="-122"/>
            </a:endParaRPr>
          </a:p>
        </p:txBody>
      </p:sp>
      <p:sp>
        <p:nvSpPr>
          <p:cNvPr id="17" name="未知"/>
          <p:cNvSpPr/>
          <p:nvPr/>
        </p:nvSpPr>
        <p:spPr>
          <a:xfrm>
            <a:off x="937260" y="3030855"/>
            <a:ext cx="1153795" cy="7620"/>
          </a:xfrm>
          <a:custGeom>
            <a:avLst/>
            <a:gdLst/>
            <a:ahLst/>
            <a:cxnLst/>
            <a:pathLst>
              <a:path w="632" h="4">
                <a:moveTo>
                  <a:pt x="0" y="4"/>
                </a:moveTo>
                <a:lnTo>
                  <a:pt x="632" y="0"/>
                </a:lnTo>
              </a:path>
            </a:pathLst>
          </a:custGeom>
          <a:noFill/>
          <a:ln w="9525" cap="flat" cmpd="sng">
            <a:solidFill>
              <a:schemeClr val="tx1"/>
            </a:solidFill>
            <a:prstDash val="solid"/>
            <a:round/>
            <a:headEnd type="none" w="med" len="med"/>
            <a:tailEnd type="none" w="med" len="med"/>
          </a:ln>
        </p:spPr>
        <p:txBody>
          <a:bodyPr/>
          <a:p>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标题 95233"/>
          <p:cNvSpPr>
            <a:spLocks noGrp="1"/>
          </p:cNvSpPr>
          <p:nvPr>
            <p:ph type="title"/>
          </p:nvPr>
        </p:nvSpPr>
        <p:spPr/>
        <p:txBody>
          <a:bodyPr anchor="b">
            <a:spAutoFit/>
          </a:bodyPr>
          <a:p>
            <a:pPr fontAlgn="base"/>
            <a:r>
              <a:rPr lang="zh-CN" altLang="en-US" sz="3600" strike="noStrike" noProof="1" dirty="0">
                <a:solidFill>
                  <a:srgbClr val="800000"/>
                </a:solidFill>
                <a:latin typeface="宋体" panose="02010600030101010101" pitchFamily="2" charset="-122"/>
              </a:rPr>
              <a:t>效率分析：</a:t>
            </a:r>
            <a:endParaRPr lang="zh-CN" altLang="en-US" sz="3600" strike="noStrike" noProof="1" dirty="0">
              <a:solidFill>
                <a:srgbClr val="800000"/>
              </a:solidFill>
              <a:latin typeface="宋体" panose="02010600030101010101" pitchFamily="2" charset="-122"/>
            </a:endParaRPr>
          </a:p>
        </p:txBody>
      </p:sp>
      <p:sp>
        <p:nvSpPr>
          <p:cNvPr id="95234" name="文本占位符 95234"/>
          <p:cNvSpPr>
            <a:spLocks noGrp="1"/>
          </p:cNvSpPr>
          <p:nvPr>
            <p:ph idx="1"/>
          </p:nvPr>
        </p:nvSpPr>
        <p:spPr>
          <a:xfrm>
            <a:off x="381000" y="1803400"/>
            <a:ext cx="8388350" cy="3370263"/>
          </a:xfrm>
        </p:spPr>
        <p:txBody>
          <a:bodyPr anchor="t">
            <a:spAutoFit/>
          </a:bodyPr>
          <a:p>
            <a:pPr algn="just" fontAlgn="base">
              <a:buNone/>
            </a:pPr>
            <a:r>
              <a:rPr lang="zh-CN" altLang="en-US" strike="noStrike" noProof="1" dirty="0">
                <a:solidFill>
                  <a:schemeClr val="tx1"/>
                </a:solidFill>
                <a:effectLst/>
                <a:latin typeface="宋体" panose="02010600030101010101" pitchFamily="2" charset="-122"/>
              </a:rPr>
              <a:t>	每次读写一个数据至少需要访问2次内存。执行速度下降100%。</a:t>
            </a:r>
            <a:endParaRPr lang="zh-CN" altLang="en-US" strike="noStrike" noProof="1" dirty="0">
              <a:solidFill>
                <a:schemeClr val="tx1"/>
              </a:solidFill>
              <a:effectLst/>
              <a:latin typeface="宋体" panose="02010600030101010101" pitchFamily="2" charset="-122"/>
            </a:endParaRPr>
          </a:p>
          <a:p>
            <a:pPr algn="just" fontAlgn="base">
              <a:buNone/>
            </a:pPr>
            <a:endParaRPr lang="zh-CN" altLang="en-US" b="1" strike="noStrike" noProof="1" dirty="0">
              <a:latin typeface="宋体" panose="02010600030101010101" pitchFamily="2" charset="-122"/>
            </a:endParaRPr>
          </a:p>
          <a:p>
            <a:pPr algn="just" fontAlgn="base">
              <a:buNone/>
            </a:pPr>
            <a:endParaRPr lang="zh-CN" altLang="en-US" b="1" strike="noStrike" noProof="1" dirty="0">
              <a:latin typeface="宋体" panose="02010600030101010101" pitchFamily="2" charset="-122"/>
            </a:endParaRPr>
          </a:p>
          <a:p>
            <a:pPr algn="just" fontAlgn="base">
              <a:buNone/>
            </a:pPr>
            <a:r>
              <a:rPr lang="zh-CN" altLang="en-US" strike="noStrike" noProof="1" dirty="0">
                <a:solidFill>
                  <a:schemeClr val="tx1"/>
                </a:solidFill>
                <a:effectLst/>
                <a:latin typeface="宋体" panose="02010600030101010101" pitchFamily="2" charset="-122"/>
              </a:rPr>
              <a:t>怎么办：</a:t>
            </a:r>
            <a:endParaRPr lang="zh-CN" altLang="en-US" strike="noStrike" noProof="1" dirty="0">
              <a:solidFill>
                <a:schemeClr val="tx1"/>
              </a:solidFill>
              <a:effectLst/>
              <a:latin typeface="宋体" panose="02010600030101010101" pitchFamily="2" charset="-122"/>
            </a:endParaRPr>
          </a:p>
          <a:p>
            <a:pPr algn="just" fontAlgn="base">
              <a:buNone/>
            </a:pPr>
            <a:r>
              <a:rPr lang="zh-CN" altLang="en-US" strike="noStrike" noProof="1" dirty="0">
                <a:solidFill>
                  <a:schemeClr val="tx1"/>
                </a:solidFill>
                <a:effectLst/>
                <a:latin typeface="宋体" panose="02010600030101010101" pitchFamily="2" charset="-122"/>
              </a:rPr>
              <a:t>	一种特殊的高速缓冲存储器：</a:t>
            </a:r>
            <a:r>
              <a:rPr lang="x-none" altLang="zh-CN" strike="noStrike" noProof="1" dirty="0">
                <a:solidFill>
                  <a:schemeClr val="tx1"/>
                </a:solidFill>
                <a:effectLst/>
                <a:latin typeface="宋体" panose="02010600030101010101" pitchFamily="2" charset="-122"/>
              </a:rPr>
              <a:t>联想</a:t>
            </a:r>
            <a:r>
              <a:rPr lang="zh-CN" altLang="en-US" strike="noStrike" noProof="1" dirty="0">
                <a:solidFill>
                  <a:schemeClr val="tx1"/>
                </a:solidFill>
                <a:effectLst/>
                <a:latin typeface="宋体" panose="02010600030101010101" pitchFamily="2" charset="-122"/>
              </a:rPr>
              <a:t>存储器</a:t>
            </a:r>
            <a:endParaRPr lang="zh-CN" altLang="en-US" strike="noStrike" noProof="1" dirty="0">
              <a:solidFill>
                <a:schemeClr val="tx1"/>
              </a:solidFill>
              <a:effectLst/>
              <a:latin typeface="宋体" panose="02010600030101010101" pitchFamily="2" charset="-122"/>
            </a:endParaRPr>
          </a:p>
        </p:txBody>
      </p:sp>
      <p:sp>
        <p:nvSpPr>
          <p:cNvPr id="83971" name="灯片编号占位符 1"/>
          <p:cNvSpPr/>
          <p:nvPr>
            <p:ph type="sldNum" sz="quarter"/>
          </p:nvPr>
        </p:nvSpPr>
        <p:spPr>
          <a:xfrm>
            <a:off x="6553200" y="6248400"/>
            <a:ext cx="1905000" cy="457200"/>
          </a:xfrm>
          <a:prstGeom prst="rect">
            <a:avLst/>
          </a:prstGeom>
          <a:noFill/>
          <a:ln w="9525">
            <a:noFill/>
            <a:miter/>
          </a:ln>
        </p:spPr>
        <p:txBody>
          <a:bodyPr anchor="t"/>
          <a:p>
            <a:pPr lvl="0" algn="r">
              <a:spcBef>
                <a:spcPct val="50000"/>
              </a:spcBef>
            </a:pPr>
            <a:fld id="{9A0DB2DC-4C9A-4742-B13C-FB6460FD3503}" type="slidenum">
              <a:rPr lang="zh-CN" altLang="en-US">
                <a:solidFill>
                  <a:schemeClr val="bg2"/>
                </a:solidFill>
                <a:ea typeface="方正书宋_GBK" panose="02000000000000000000" charset="-122"/>
              </a:rPr>
            </a:fld>
            <a:endParaRPr lang="zh-CN" altLang="en-US">
              <a:solidFill>
                <a:schemeClr val="bg2"/>
              </a:solidFill>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文本框 58369"/>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42</a:t>
            </a:r>
            <a:endParaRPr lang="en-US" altLang="zh-CN" b="0">
              <a:solidFill>
                <a:schemeClr val="tx2"/>
              </a:solidFill>
              <a:latin typeface="Times New Roman" panose="02020603050405020304" charset="0"/>
              <a:ea typeface="宋体" panose="02010600030101010101" pitchFamily="2" charset="-122"/>
            </a:endParaRPr>
          </a:p>
        </p:txBody>
      </p:sp>
      <p:sp>
        <p:nvSpPr>
          <p:cNvPr id="58371" name="矩形 58370"/>
          <p:cNvSpPr/>
          <p:nvPr/>
        </p:nvSpPr>
        <p:spPr>
          <a:xfrm>
            <a:off x="671513" y="830263"/>
            <a:ext cx="8375650" cy="3457575"/>
          </a:xfrm>
          <a:prstGeom prst="rect">
            <a:avLst/>
          </a:prstGeom>
          <a:noFill/>
          <a:ln w="9525">
            <a:noFill/>
            <a:miter/>
          </a:ln>
        </p:spPr>
        <p:txBody>
          <a:bodyPr anchor="t">
            <a:spAutoFit/>
          </a:bodyPr>
          <a:p>
            <a:pPr marL="533400" lvl="0" indent="-533400">
              <a:lnSpc>
                <a:spcPct val="130000"/>
              </a:lnSpc>
              <a:spcBef>
                <a:spcPct val="30000"/>
              </a:spcBef>
              <a:buClr>
                <a:schemeClr val="tx2"/>
              </a:buClr>
              <a:buSzPct val="95000"/>
              <a:buFont typeface="Wingdings" panose="05000000000000000000" pitchFamily="2" charset="2"/>
              <a:buNone/>
            </a:pPr>
            <a:r>
              <a:rPr lang="en-US" altLang="zh-CN" sz="2800">
                <a:solidFill>
                  <a:srgbClr val="A50021"/>
                </a:solidFill>
                <a:latin typeface="Times New Roman" panose="02020603050405020304" charset="0"/>
                <a:ea typeface="宋体" panose="02010600030101010101" pitchFamily="2" charset="-122"/>
              </a:rPr>
              <a:t>(4) </a:t>
            </a:r>
            <a:r>
              <a:rPr lang="zh-CN" altLang="en-US" sz="2800">
                <a:solidFill>
                  <a:srgbClr val="A50021"/>
                </a:solidFill>
                <a:latin typeface="Times New Roman" panose="02020603050405020304" charset="0"/>
                <a:ea typeface="宋体" panose="02010600030101010101" pitchFamily="2" charset="-122"/>
              </a:rPr>
              <a:t>采用联想存储器加快查表速度</a:t>
            </a:r>
            <a:endParaRPr lang="zh-CN" altLang="en-US" sz="2800">
              <a:solidFill>
                <a:srgbClr val="A50021"/>
              </a:solidFill>
              <a:latin typeface="Times New Roman" panose="02020603050405020304" charset="0"/>
              <a:ea typeface="宋体" panose="02010600030101010101" pitchFamily="2" charset="-122"/>
            </a:endParaRPr>
          </a:p>
          <a:p>
            <a:pPr marL="533400" lvl="0" indent="-533400">
              <a:lnSpc>
                <a:spcPct val="130000"/>
              </a:lnSpc>
              <a:spcBef>
                <a:spcPct val="30000"/>
              </a:spcBef>
              <a:buClr>
                <a:schemeClr val="tx2"/>
              </a:buClr>
              <a:buSzPct val="95000"/>
              <a:buFont typeface="Wingdings" panose="05000000000000000000" pitchFamily="2" charset="2"/>
              <a:buNone/>
            </a:pPr>
            <a:r>
              <a:rPr lang="zh-CN" altLang="en-US" sz="2400">
                <a:solidFill>
                  <a:srgbClr val="000099"/>
                </a:solidFill>
                <a:latin typeface="Times New Roman" panose="02020603050405020304" charset="0"/>
                <a:ea typeface="宋体" panose="02010600030101010101" pitchFamily="2" charset="-122"/>
              </a:rPr>
              <a:t>①</a:t>
            </a:r>
            <a:r>
              <a:rPr lang="zh-CN" altLang="en-US" sz="2400">
                <a:solidFill>
                  <a:srgbClr val="000099"/>
                </a:solidFill>
                <a:latin typeface="宋体" panose="02010600030101010101" pitchFamily="2" charset="-122"/>
                <a:ea typeface="宋体" panose="02010600030101010101" pitchFamily="2" charset="-122"/>
              </a:rPr>
              <a:t> </a:t>
            </a:r>
            <a:r>
              <a:rPr lang="zh-CN" altLang="en-US" sz="2400">
                <a:solidFill>
                  <a:srgbClr val="000099"/>
                </a:solidFill>
                <a:latin typeface="Times New Roman" panose="02020603050405020304" charset="0"/>
                <a:ea typeface="宋体" panose="02010600030101010101" pitchFamily="2" charset="-122"/>
              </a:rPr>
              <a:t>什么是联想存储器</a:t>
            </a:r>
            <a:endParaRPr lang="zh-CN" altLang="en-US" sz="2400">
              <a:solidFill>
                <a:srgbClr val="000099"/>
              </a:solidFill>
              <a:latin typeface="Times New Roman" panose="02020603050405020304" charset="0"/>
              <a:ea typeface="宋体" panose="02010600030101010101" pitchFamily="2" charset="-122"/>
            </a:endParaRPr>
          </a:p>
          <a:p>
            <a:pPr marL="533400" lvl="0" indent="-533400">
              <a:lnSpc>
                <a:spcPct val="130000"/>
              </a:lnSpc>
              <a:spcBef>
                <a:spcPct val="30000"/>
              </a:spcBef>
              <a:buClr>
                <a:schemeClr val="tx2"/>
              </a:buClr>
              <a:buSzPct val="95000"/>
              <a:buFont typeface="Wingdings" panose="05000000000000000000" pitchFamily="2" charset="2"/>
              <a:buNone/>
            </a:pPr>
            <a:r>
              <a:rPr lang="zh-CN" altLang="en-US" sz="2400">
                <a:solidFill>
                  <a:srgbClr val="000099"/>
                </a:solidFill>
                <a:latin typeface="Times New Roman" panose="02020603050405020304" charset="0"/>
                <a:ea typeface="宋体" panose="02010600030101010101" pitchFamily="2" charset="-122"/>
              </a:rPr>
              <a:t>      </a:t>
            </a:r>
            <a:r>
              <a:rPr lang="zh-CN" altLang="en-US" sz="2400" b="0">
                <a:solidFill>
                  <a:schemeClr val="tx1"/>
                </a:solidFill>
                <a:latin typeface="Times New Roman" panose="02020603050405020304" charset="0"/>
                <a:ea typeface="宋体" panose="02010600030101010101" pitchFamily="2" charset="-122"/>
              </a:rPr>
              <a:t>高速、小容量半导体存储部件，又称</a:t>
            </a:r>
            <a:r>
              <a:rPr lang="zh-CN" altLang="zh-CN" sz="2400" b="0">
                <a:solidFill>
                  <a:schemeClr val="tx1"/>
                </a:solidFill>
                <a:latin typeface="Times New Roman" panose="02020603050405020304" charset="0"/>
                <a:ea typeface="宋体" panose="02010600030101010101" pitchFamily="2" charset="-122"/>
              </a:rPr>
              <a:t>高速</a:t>
            </a:r>
            <a:r>
              <a:rPr lang="zh-CN" altLang="en-US" sz="2400" b="0">
                <a:solidFill>
                  <a:schemeClr val="tx1"/>
                </a:solidFill>
                <a:latin typeface="Times New Roman" panose="02020603050405020304" charset="0"/>
                <a:ea typeface="宋体" panose="02010600030101010101" pitchFamily="2" charset="-122"/>
              </a:rPr>
              <a:t>缓冲存储器。</a:t>
            </a:r>
            <a:endParaRPr lang="zh-CN" altLang="en-US" sz="2400">
              <a:solidFill>
                <a:schemeClr val="bg2"/>
              </a:solidFill>
              <a:latin typeface="Times New Roman" panose="02020603050405020304" charset="0"/>
              <a:ea typeface="宋体" panose="02010600030101010101" pitchFamily="2" charset="-122"/>
            </a:endParaRPr>
          </a:p>
          <a:p>
            <a:pPr marL="533400" lvl="0" indent="-533400">
              <a:lnSpc>
                <a:spcPct val="130000"/>
              </a:lnSpc>
              <a:spcBef>
                <a:spcPct val="30000"/>
              </a:spcBef>
              <a:buClr>
                <a:schemeClr val="tx2"/>
              </a:buClr>
              <a:buSzPct val="95000"/>
              <a:buFont typeface="Wingdings" panose="05000000000000000000" pitchFamily="2" charset="2"/>
              <a:buNone/>
            </a:pPr>
            <a:r>
              <a:rPr lang="zh-CN" altLang="en-US" sz="2400">
                <a:solidFill>
                  <a:srgbClr val="000099"/>
                </a:solidFill>
                <a:latin typeface="Times New Roman" panose="02020603050405020304" charset="0"/>
                <a:ea typeface="宋体" panose="02010600030101010101" pitchFamily="2" charset="-122"/>
              </a:rPr>
              <a:t>②</a:t>
            </a:r>
            <a:r>
              <a:rPr lang="zh-CN" altLang="en-US" sz="2400">
                <a:solidFill>
                  <a:srgbClr val="000099"/>
                </a:solidFill>
                <a:latin typeface="宋体" panose="02010600030101010101" pitchFamily="2" charset="-122"/>
                <a:ea typeface="宋体" panose="02010600030101010101" pitchFamily="2" charset="-122"/>
              </a:rPr>
              <a:t> </a:t>
            </a:r>
            <a:r>
              <a:rPr lang="zh-CN" altLang="en-US" sz="2400">
                <a:solidFill>
                  <a:srgbClr val="000099"/>
                </a:solidFill>
                <a:latin typeface="Times New Roman" panose="02020603050405020304" charset="0"/>
                <a:ea typeface="宋体" panose="02010600030101010101" pitchFamily="2" charset="-122"/>
              </a:rPr>
              <a:t>快表</a:t>
            </a:r>
            <a:endParaRPr lang="zh-CN" altLang="en-US" sz="2400">
              <a:solidFill>
                <a:srgbClr val="000099"/>
              </a:solidFill>
              <a:latin typeface="Times New Roman" panose="02020603050405020304" charset="0"/>
              <a:ea typeface="宋体" panose="02010600030101010101" pitchFamily="2" charset="-122"/>
            </a:endParaRPr>
          </a:p>
          <a:p>
            <a:pPr marL="533400" lvl="0" indent="-533400">
              <a:lnSpc>
                <a:spcPct val="130000"/>
              </a:lnSpc>
              <a:spcBef>
                <a:spcPct val="30000"/>
              </a:spcBef>
              <a:buClr>
                <a:schemeClr val="tx2"/>
              </a:buClr>
              <a:buSzPct val="95000"/>
              <a:buFont typeface="Wingdings" panose="05000000000000000000" pitchFamily="2" charset="2"/>
              <a:buNone/>
            </a:pPr>
            <a:r>
              <a:rPr lang="zh-CN" altLang="en-US" sz="2400" b="0">
                <a:solidFill>
                  <a:schemeClr val="tx1"/>
                </a:solidFill>
                <a:latin typeface="Times New Roman" panose="02020603050405020304" charset="0"/>
                <a:ea typeface="宋体" panose="02010600030101010101" pitchFamily="2" charset="-122"/>
              </a:rPr>
              <a:t>      在</a:t>
            </a:r>
            <a:r>
              <a:rPr lang="zh-CN" altLang="zh-CN" sz="2400" b="0">
                <a:solidFill>
                  <a:schemeClr val="tx1"/>
                </a:solidFill>
                <a:latin typeface="Times New Roman" panose="02020603050405020304" charset="0"/>
                <a:ea typeface="宋体" panose="02010600030101010101" pitchFamily="2" charset="-122"/>
              </a:rPr>
              <a:t>高速</a:t>
            </a:r>
            <a:r>
              <a:rPr lang="zh-CN" altLang="en-US" sz="2400" b="0">
                <a:solidFill>
                  <a:schemeClr val="tx1"/>
                </a:solidFill>
                <a:latin typeface="Times New Roman" panose="02020603050405020304" charset="0"/>
                <a:ea typeface="宋体" panose="02010600030101010101" pitchFamily="2" charset="-122"/>
              </a:rPr>
              <a:t>缓冲存储器中存放正在运行的进程当前用到的页号和对应的块号，又称为快表。</a:t>
            </a:r>
            <a:endParaRPr lang="zh-CN" altLang="en-US" sz="2400" b="0">
              <a:solidFill>
                <a:schemeClr val="tx1"/>
              </a:solidFill>
              <a:latin typeface="Times New Roman" panose="02020603050405020304" charset="0"/>
              <a:ea typeface="宋体" panose="02010600030101010101" pitchFamily="2" charset="-122"/>
            </a:endParaRPr>
          </a:p>
        </p:txBody>
      </p:sp>
      <p:sp>
        <p:nvSpPr>
          <p:cNvPr id="58372" name="矩形 58371"/>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页式存储管理</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文本框 5939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43</a:t>
            </a:r>
            <a:endParaRPr lang="en-US" altLang="zh-CN" b="0">
              <a:solidFill>
                <a:schemeClr val="tx2"/>
              </a:solidFill>
              <a:latin typeface="Times New Roman" panose="02020603050405020304" charset="0"/>
              <a:ea typeface="宋体" panose="02010600030101010101" pitchFamily="2" charset="-122"/>
            </a:endParaRPr>
          </a:p>
        </p:txBody>
      </p:sp>
      <p:sp>
        <p:nvSpPr>
          <p:cNvPr id="59395" name="矩形 59394"/>
          <p:cNvSpPr/>
          <p:nvPr/>
        </p:nvSpPr>
        <p:spPr>
          <a:xfrm>
            <a:off x="114300" y="644525"/>
            <a:ext cx="5530850" cy="53022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buNone/>
            </a:pPr>
            <a:r>
              <a:rPr lang="zh-CN" altLang="en-US" sz="2400" b="1" strike="noStrike" noProof="1">
                <a:solidFill>
                  <a:srgbClr val="000099"/>
                </a:solidFill>
                <a:latin typeface="宋体" panose="02010600030101010101" pitchFamily="2" charset="-122"/>
                <a:ea typeface="宋体" panose="02010600030101010101" pitchFamily="2" charset="-122"/>
                <a:cs typeface="+mn-cs"/>
              </a:rPr>
              <a:t>③ </a:t>
            </a:r>
            <a:r>
              <a:rPr lang="zh-CN" altLang="en-US" sz="2400" b="1" strike="noStrike" noProof="1">
                <a:solidFill>
                  <a:srgbClr val="000099"/>
                </a:solidFill>
                <a:latin typeface="Times New Roman" panose="02020603050405020304" charset="0"/>
                <a:ea typeface="宋体" panose="02010600030101010101" pitchFamily="2" charset="-122"/>
                <a:cs typeface="+mn-cs"/>
              </a:rPr>
              <a:t>利用快表进行地址映射</a:t>
            </a:r>
            <a:r>
              <a:rPr lang="zh-CN" altLang="en-US" sz="1800" strike="noStrike" noProof="1">
                <a:solidFill>
                  <a:schemeClr val="tx1"/>
                </a:solidFill>
                <a:latin typeface="Times New Roman" panose="02020603050405020304" charset="0"/>
                <a:ea typeface="宋体" panose="02010600030101010101" pitchFamily="2" charset="-122"/>
                <a:cs typeface="+mn-cs"/>
              </a:rPr>
              <a:t>        </a:t>
            </a:r>
            <a:endParaRPr lang="zh-CN" altLang="en-US" sz="1800" strike="noStrike" noProof="1">
              <a:solidFill>
                <a:schemeClr val="tx1"/>
              </a:solidFill>
              <a:latin typeface="Times New Roman" panose="02020603050405020304" charset="0"/>
              <a:ea typeface="宋体" panose="02010600030101010101" pitchFamily="2" charset="-122"/>
            </a:endParaRPr>
          </a:p>
        </p:txBody>
      </p:sp>
      <p:grpSp>
        <p:nvGrpSpPr>
          <p:cNvPr id="59396" name="组合 59395"/>
          <p:cNvGrpSpPr/>
          <p:nvPr/>
        </p:nvGrpSpPr>
        <p:grpSpPr>
          <a:xfrm>
            <a:off x="557213" y="1624013"/>
            <a:ext cx="7583487" cy="4324350"/>
            <a:chOff x="0" y="0"/>
            <a:chExt cx="4777" cy="2724"/>
          </a:xfrm>
        </p:grpSpPr>
        <p:sp>
          <p:nvSpPr>
            <p:cNvPr id="86020" name="文本框 59396"/>
            <p:cNvSpPr txBox="1"/>
            <p:nvPr/>
          </p:nvSpPr>
          <p:spPr>
            <a:xfrm>
              <a:off x="351" y="0"/>
              <a:ext cx="581" cy="292"/>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a</a:t>
              </a:r>
              <a:endParaRPr lang="en-US" altLang="zh-CN" sz="1600">
                <a:solidFill>
                  <a:schemeClr val="tx1"/>
                </a:solidFill>
                <a:latin typeface="Times New Roman" panose="02020603050405020304" charset="0"/>
                <a:ea typeface="宋体" panose="02010600030101010101" pitchFamily="2" charset="-122"/>
              </a:endParaRPr>
            </a:p>
          </p:txBody>
        </p:sp>
        <p:sp>
          <p:nvSpPr>
            <p:cNvPr id="86021" name="文本框 59397"/>
            <p:cNvSpPr txBox="1"/>
            <p:nvPr/>
          </p:nvSpPr>
          <p:spPr>
            <a:xfrm>
              <a:off x="581" y="707"/>
              <a:ext cx="701" cy="1424"/>
            </a:xfrm>
            <a:prstGeom prst="rect">
              <a:avLst/>
            </a:prstGeom>
            <a:solidFill>
              <a:srgbClr val="FFFFCC"/>
            </a:solidFill>
            <a:ln w="9525" cap="flat" cmpd="sng">
              <a:solidFill>
                <a:srgbClr val="000000"/>
              </a:solidFill>
              <a:prstDash val="solid"/>
              <a:miter/>
              <a:headEnd type="none" w="med" len="med"/>
              <a:tailEnd type="none" w="med" len="med"/>
            </a:ln>
          </p:spPr>
          <p:txBody>
            <a:bodyPr anchor="t"/>
            <a:p>
              <a:pPr lvl="0" algn="just"/>
              <a:endParaRPr lang="zh-CN" altLang="en-US" sz="1600">
                <a:solidFill>
                  <a:schemeClr val="tx1"/>
                </a:solidFill>
                <a:latin typeface="Times New Roman" panose="02020603050405020304" charset="0"/>
                <a:ea typeface="宋体" panose="02010600030101010101" pitchFamily="2" charset="-122"/>
              </a:endParaRPr>
            </a:p>
            <a:p>
              <a:pPr lvl="0" algn="just"/>
              <a:endParaRPr lang="zh-CN" altLang="en-US" sz="1600">
                <a:solidFill>
                  <a:schemeClr val="tx1"/>
                </a:solidFill>
                <a:latin typeface="Times New Roman" panose="02020603050405020304" charset="0"/>
                <a:ea typeface="宋体" panose="02010600030101010101" pitchFamily="2" charset="-122"/>
              </a:endParaRPr>
            </a:p>
            <a:p>
              <a:pPr lvl="0" algn="just"/>
              <a:r>
                <a:rPr lang="zh-CN" altLang="en-US" sz="1600">
                  <a:solidFill>
                    <a:schemeClr val="tx1"/>
                  </a:solidFill>
                  <a:latin typeface="Times New Roman" panose="02020603050405020304" charset="0"/>
                  <a:ea typeface="宋体" panose="02010600030101010101" pitchFamily="2" charset="-122"/>
                </a:rPr>
                <a:t>       </a:t>
              </a:r>
              <a:endParaRPr lang="zh-CN" altLang="en-US" sz="1600">
                <a:solidFill>
                  <a:schemeClr val="tx1"/>
                </a:solidFill>
                <a:latin typeface="Times New Roman" panose="02020603050405020304" charset="0"/>
                <a:ea typeface="宋体" panose="02010600030101010101" pitchFamily="2" charset="-122"/>
              </a:endParaRPr>
            </a:p>
            <a:p>
              <a:pPr lvl="0" algn="just"/>
              <a:endParaRPr lang="zh-CN" altLang="en-US" sz="1600">
                <a:solidFill>
                  <a:schemeClr val="tx1"/>
                </a:solidFill>
                <a:latin typeface="Times New Roman" panose="02020603050405020304" charset="0"/>
                <a:ea typeface="宋体" panose="02010600030101010101" pitchFamily="2" charset="-122"/>
              </a:endParaRPr>
            </a:p>
            <a:p>
              <a:pPr lvl="0" algn="just"/>
              <a:endParaRPr lang="zh-CN" altLang="en-US" sz="1600">
                <a:solidFill>
                  <a:schemeClr val="tx1"/>
                </a:solidFill>
                <a:latin typeface="Times New Roman" panose="02020603050405020304" charset="0"/>
                <a:ea typeface="宋体" panose="02010600030101010101" pitchFamily="2" charset="-122"/>
              </a:endParaRPr>
            </a:p>
            <a:p>
              <a:pPr lvl="0"/>
              <a:endParaRPr lang="zh-CN" altLang="en-US" sz="1600">
                <a:solidFill>
                  <a:schemeClr val="tx1"/>
                </a:solidFill>
                <a:latin typeface="Times New Roman" panose="02020603050405020304" charset="0"/>
                <a:ea typeface="宋体" panose="02010600030101010101" pitchFamily="2" charset="-122"/>
              </a:endParaRPr>
            </a:p>
          </p:txBody>
        </p:sp>
        <p:sp>
          <p:nvSpPr>
            <p:cNvPr id="86022" name="直接连接符 59398"/>
            <p:cNvSpPr/>
            <p:nvPr/>
          </p:nvSpPr>
          <p:spPr>
            <a:xfrm>
              <a:off x="581" y="1043"/>
              <a:ext cx="701"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6023" name="直接连接符 59399"/>
            <p:cNvSpPr/>
            <p:nvPr/>
          </p:nvSpPr>
          <p:spPr>
            <a:xfrm>
              <a:off x="581" y="1290"/>
              <a:ext cx="701"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6024" name="直接连接符 59400"/>
            <p:cNvSpPr/>
            <p:nvPr/>
          </p:nvSpPr>
          <p:spPr>
            <a:xfrm>
              <a:off x="581" y="1437"/>
              <a:ext cx="701"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6025" name="直接连接符 59401"/>
            <p:cNvSpPr/>
            <p:nvPr/>
          </p:nvSpPr>
          <p:spPr>
            <a:xfrm>
              <a:off x="581" y="1974"/>
              <a:ext cx="701"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9403" name="椭圆 59402"/>
            <p:cNvSpPr/>
            <p:nvPr/>
          </p:nvSpPr>
          <p:spPr>
            <a:xfrm>
              <a:off x="0" y="449"/>
              <a:ext cx="263" cy="224"/>
            </a:xfrm>
            <a:prstGeom prst="ellipse">
              <a:avLst/>
            </a:prstGeom>
            <a:solidFill>
              <a:srgbClr val="FFFFFF"/>
            </a:solidFill>
            <a:ln w="9525"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86027" name="文本框 59403"/>
            <p:cNvSpPr txBox="1"/>
            <p:nvPr/>
          </p:nvSpPr>
          <p:spPr>
            <a:xfrm>
              <a:off x="36" y="439"/>
              <a:ext cx="306" cy="318"/>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a:t>
              </a:r>
              <a:endParaRPr lang="en-US" altLang="zh-CN" sz="1600">
                <a:solidFill>
                  <a:schemeClr val="tx1"/>
                </a:solidFill>
                <a:latin typeface="Times New Roman" panose="02020603050405020304" charset="0"/>
                <a:ea typeface="宋体" panose="02010600030101010101" pitchFamily="2" charset="-122"/>
              </a:endParaRPr>
            </a:p>
          </p:txBody>
        </p:sp>
        <p:sp>
          <p:nvSpPr>
            <p:cNvPr id="86028" name="文本框 59404"/>
            <p:cNvSpPr txBox="1"/>
            <p:nvPr/>
          </p:nvSpPr>
          <p:spPr>
            <a:xfrm>
              <a:off x="2695" y="34"/>
              <a:ext cx="2027" cy="325"/>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P                 w</a:t>
              </a:r>
              <a:endParaRPr lang="en-US" altLang="zh-CN" sz="1600">
                <a:solidFill>
                  <a:schemeClr val="tx1"/>
                </a:solidFill>
                <a:latin typeface="Times New Roman" panose="02020603050405020304" charset="0"/>
                <a:ea typeface="宋体" panose="02010600030101010101" pitchFamily="2" charset="-122"/>
              </a:endParaRPr>
            </a:p>
          </p:txBody>
        </p:sp>
        <p:sp>
          <p:nvSpPr>
            <p:cNvPr id="86029" name="直接连接符 59405"/>
            <p:cNvSpPr/>
            <p:nvPr/>
          </p:nvSpPr>
          <p:spPr>
            <a:xfrm>
              <a:off x="3353" y="34"/>
              <a:ext cx="0" cy="325"/>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6030" name="文本框 59406"/>
            <p:cNvSpPr txBox="1"/>
            <p:nvPr/>
          </p:nvSpPr>
          <p:spPr>
            <a:xfrm>
              <a:off x="2695" y="707"/>
              <a:ext cx="921" cy="1144"/>
            </a:xfrm>
            <a:prstGeom prst="rect">
              <a:avLst/>
            </a:prstGeom>
            <a:solidFill>
              <a:srgbClr val="CCFFFF"/>
            </a:solidFill>
            <a:ln w="9525" cap="flat" cmpd="sng">
              <a:solidFill>
                <a:srgbClr val="000000"/>
              </a:solidFill>
              <a:prstDash val="solid"/>
              <a:miter/>
              <a:headEnd type="none" w="med" len="med"/>
              <a:tailEnd type="none" w="med" len="med"/>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endParaRPr lang="zh-CN" altLang="en-US" sz="1600">
                <a:solidFill>
                  <a:schemeClr val="tx1"/>
                </a:solidFill>
                <a:latin typeface="Times New Roman" panose="02020603050405020304" charset="0"/>
                <a:ea typeface="宋体" panose="02010600030101010101" pitchFamily="2" charset="-122"/>
              </a:endParaRPr>
            </a:p>
            <a:p>
              <a:pPr lvl="0" algn="just"/>
              <a:r>
                <a:rPr lang="zh-CN" altLang="en-US" sz="1600">
                  <a:solidFill>
                    <a:schemeClr val="tx1"/>
                  </a:solidFill>
                  <a:latin typeface="Times New Roman" panose="02020603050405020304" charset="0"/>
                  <a:ea typeface="宋体" panose="02010600030101010101" pitchFamily="2" charset="-122"/>
                </a:rPr>
                <a:t>  </a:t>
              </a:r>
              <a:endParaRPr lang="zh-CN" altLang="en-US" sz="1600">
                <a:solidFill>
                  <a:schemeClr val="tx1"/>
                </a:solidFill>
                <a:latin typeface="Times New Roman" panose="02020603050405020304" charset="0"/>
                <a:ea typeface="宋体" panose="02010600030101010101" pitchFamily="2" charset="-122"/>
              </a:endParaRPr>
            </a:p>
            <a:p>
              <a:pPr lvl="0" algn="just"/>
              <a:r>
                <a:rPr lang="zh-CN" altLang="en-US" sz="1600">
                  <a:solidFill>
                    <a:schemeClr val="tx1"/>
                  </a:solidFill>
                  <a:latin typeface="Times New Roman" panose="02020603050405020304" charset="0"/>
                  <a:ea typeface="宋体" panose="02010600030101010101" pitchFamily="2" charset="-122"/>
                </a:rPr>
                <a:t> </a:t>
              </a:r>
              <a:endParaRPr lang="zh-CN" altLang="en-US" sz="1600">
                <a:solidFill>
                  <a:schemeClr val="tx1"/>
                </a:solidFill>
                <a:latin typeface="Times New Roman" panose="02020603050405020304" charset="0"/>
                <a:ea typeface="宋体" panose="02010600030101010101" pitchFamily="2" charset="-122"/>
              </a:endParaRPr>
            </a:p>
            <a:p>
              <a:pPr lvl="0"/>
              <a:endParaRPr lang="zh-CN" altLang="en-US" sz="1600">
                <a:solidFill>
                  <a:schemeClr val="tx1"/>
                </a:solidFill>
                <a:latin typeface="Times New Roman" panose="02020603050405020304" charset="0"/>
                <a:ea typeface="宋体" panose="02010600030101010101" pitchFamily="2" charset="-122"/>
              </a:endParaRPr>
            </a:p>
          </p:txBody>
        </p:sp>
        <p:sp>
          <p:nvSpPr>
            <p:cNvPr id="86031" name="直接连接符 59407"/>
            <p:cNvSpPr/>
            <p:nvPr/>
          </p:nvSpPr>
          <p:spPr>
            <a:xfrm>
              <a:off x="2695" y="830"/>
              <a:ext cx="921"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6032" name="直接连接符 59408"/>
            <p:cNvSpPr/>
            <p:nvPr/>
          </p:nvSpPr>
          <p:spPr>
            <a:xfrm>
              <a:off x="2695" y="1067"/>
              <a:ext cx="921"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6033" name="直接连接符 59409"/>
            <p:cNvSpPr/>
            <p:nvPr/>
          </p:nvSpPr>
          <p:spPr>
            <a:xfrm>
              <a:off x="2695" y="1234"/>
              <a:ext cx="921"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6034" name="直接连接符 59410"/>
            <p:cNvSpPr/>
            <p:nvPr/>
          </p:nvSpPr>
          <p:spPr>
            <a:xfrm>
              <a:off x="2695" y="1672"/>
              <a:ext cx="921"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6035" name="直接连接符 59411"/>
            <p:cNvSpPr/>
            <p:nvPr/>
          </p:nvSpPr>
          <p:spPr>
            <a:xfrm>
              <a:off x="3134" y="707"/>
              <a:ext cx="0" cy="1144"/>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6036" name="直接连接符 59412"/>
            <p:cNvSpPr/>
            <p:nvPr/>
          </p:nvSpPr>
          <p:spPr>
            <a:xfrm flipH="1">
              <a:off x="2345" y="203"/>
              <a:ext cx="350"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6037" name="直接连接符 59413"/>
            <p:cNvSpPr/>
            <p:nvPr/>
          </p:nvSpPr>
          <p:spPr>
            <a:xfrm>
              <a:off x="2345" y="203"/>
              <a:ext cx="0" cy="1469"/>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6038" name="直接连接符 59414"/>
            <p:cNvSpPr/>
            <p:nvPr/>
          </p:nvSpPr>
          <p:spPr>
            <a:xfrm>
              <a:off x="2345" y="707"/>
              <a:ext cx="350" cy="0"/>
            </a:xfrm>
            <a:prstGeom prst="line">
              <a:avLst/>
            </a:prstGeom>
            <a:ln w="9525" cap="flat" cmpd="sng">
              <a:solidFill>
                <a:srgbClr val="000000"/>
              </a:solidFill>
              <a:prstDash val="solid"/>
              <a:round/>
              <a:headEnd type="none" w="med" len="med"/>
              <a:tailEnd type="triangle" w="sm" len="sm"/>
            </a:ln>
          </p:spPr>
          <p:txBody>
            <a:bodyPr anchor="t"/>
            <a:p>
              <a:pPr lvl="0" algn="ctr"/>
              <a:endParaRPr lang="zh-CN" altLang="en-US">
                <a:latin typeface="Arial" panose="02080604020202020204" pitchFamily="34" charset="0"/>
                <a:ea typeface="宋体" panose="02010600030101010101" pitchFamily="2" charset="-122"/>
              </a:endParaRPr>
            </a:p>
          </p:txBody>
        </p:sp>
        <p:sp>
          <p:nvSpPr>
            <p:cNvPr id="86039" name="直接连接符 59415"/>
            <p:cNvSpPr/>
            <p:nvPr/>
          </p:nvSpPr>
          <p:spPr>
            <a:xfrm>
              <a:off x="2345" y="819"/>
              <a:ext cx="350" cy="0"/>
            </a:xfrm>
            <a:prstGeom prst="line">
              <a:avLst/>
            </a:prstGeom>
            <a:ln w="9525" cap="flat" cmpd="sng">
              <a:solidFill>
                <a:srgbClr val="000000"/>
              </a:solidFill>
              <a:prstDash val="solid"/>
              <a:round/>
              <a:headEnd type="none" w="med" len="med"/>
              <a:tailEnd type="triangle" w="sm" len="sm"/>
            </a:ln>
          </p:spPr>
          <p:txBody>
            <a:bodyPr anchor="t"/>
            <a:p>
              <a:pPr lvl="0" algn="ctr"/>
              <a:endParaRPr lang="zh-CN" altLang="en-US">
                <a:latin typeface="Arial" panose="02080604020202020204" pitchFamily="34" charset="0"/>
                <a:ea typeface="宋体" panose="02010600030101010101" pitchFamily="2" charset="-122"/>
              </a:endParaRPr>
            </a:p>
          </p:txBody>
        </p:sp>
        <p:sp>
          <p:nvSpPr>
            <p:cNvPr id="86040" name="直接连接符 59416"/>
            <p:cNvSpPr/>
            <p:nvPr/>
          </p:nvSpPr>
          <p:spPr>
            <a:xfrm>
              <a:off x="2345" y="1067"/>
              <a:ext cx="350" cy="0"/>
            </a:xfrm>
            <a:prstGeom prst="line">
              <a:avLst/>
            </a:prstGeom>
            <a:ln w="9525" cap="flat" cmpd="sng">
              <a:solidFill>
                <a:srgbClr val="000000"/>
              </a:solidFill>
              <a:prstDash val="solid"/>
              <a:round/>
              <a:headEnd type="none" w="med" len="med"/>
              <a:tailEnd type="triangle" w="sm" len="sm"/>
            </a:ln>
          </p:spPr>
          <p:txBody>
            <a:bodyPr anchor="t"/>
            <a:p>
              <a:pPr lvl="0" algn="ctr"/>
              <a:endParaRPr lang="zh-CN" altLang="en-US">
                <a:latin typeface="Arial" panose="02080604020202020204" pitchFamily="34" charset="0"/>
                <a:ea typeface="宋体" panose="02010600030101010101" pitchFamily="2" charset="-122"/>
              </a:endParaRPr>
            </a:p>
          </p:txBody>
        </p:sp>
        <p:sp>
          <p:nvSpPr>
            <p:cNvPr id="86041" name="直接连接符 59417"/>
            <p:cNvSpPr/>
            <p:nvPr/>
          </p:nvSpPr>
          <p:spPr>
            <a:xfrm>
              <a:off x="2345" y="1234"/>
              <a:ext cx="350" cy="0"/>
            </a:xfrm>
            <a:prstGeom prst="line">
              <a:avLst/>
            </a:prstGeom>
            <a:ln w="9525" cap="flat" cmpd="sng">
              <a:solidFill>
                <a:srgbClr val="000000"/>
              </a:solidFill>
              <a:prstDash val="solid"/>
              <a:round/>
              <a:headEnd type="none" w="med" len="med"/>
              <a:tailEnd type="triangle" w="sm" len="sm"/>
            </a:ln>
          </p:spPr>
          <p:txBody>
            <a:bodyPr anchor="t"/>
            <a:p>
              <a:pPr lvl="0" algn="ctr"/>
              <a:endParaRPr lang="zh-CN" altLang="en-US">
                <a:latin typeface="Arial" panose="02080604020202020204" pitchFamily="34" charset="0"/>
                <a:ea typeface="宋体" panose="02010600030101010101" pitchFamily="2" charset="-122"/>
              </a:endParaRPr>
            </a:p>
          </p:txBody>
        </p:sp>
        <p:sp>
          <p:nvSpPr>
            <p:cNvPr id="86042" name="直接连接符 59418"/>
            <p:cNvSpPr/>
            <p:nvPr/>
          </p:nvSpPr>
          <p:spPr>
            <a:xfrm>
              <a:off x="2345" y="1672"/>
              <a:ext cx="350"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6043" name="直接连接符 59419"/>
            <p:cNvSpPr/>
            <p:nvPr/>
          </p:nvSpPr>
          <p:spPr>
            <a:xfrm flipH="1">
              <a:off x="132" y="169"/>
              <a:ext cx="219"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6044" name="直接连接符 59420"/>
            <p:cNvSpPr/>
            <p:nvPr/>
          </p:nvSpPr>
          <p:spPr>
            <a:xfrm>
              <a:off x="143" y="169"/>
              <a:ext cx="0" cy="257"/>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6045" name="直接连接符 59421"/>
            <p:cNvSpPr/>
            <p:nvPr/>
          </p:nvSpPr>
          <p:spPr>
            <a:xfrm>
              <a:off x="132" y="663"/>
              <a:ext cx="0" cy="608"/>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6046" name="直接连接符 59422"/>
            <p:cNvSpPr/>
            <p:nvPr/>
          </p:nvSpPr>
          <p:spPr>
            <a:xfrm>
              <a:off x="132" y="1284"/>
              <a:ext cx="449"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6047" name="直接连接符 59423"/>
            <p:cNvSpPr/>
            <p:nvPr/>
          </p:nvSpPr>
          <p:spPr>
            <a:xfrm flipH="1">
              <a:off x="263" y="528"/>
              <a:ext cx="2082"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6048" name="文本框 59424"/>
            <p:cNvSpPr txBox="1"/>
            <p:nvPr/>
          </p:nvSpPr>
          <p:spPr>
            <a:xfrm>
              <a:off x="319" y="349"/>
              <a:ext cx="1840" cy="168"/>
            </a:xfrm>
            <a:prstGeom prst="rect">
              <a:avLst/>
            </a:prstGeom>
            <a:noFill/>
            <a:ln w="9525">
              <a:noFill/>
              <a:miter/>
            </a:ln>
          </p:spPr>
          <p:txBody>
            <a:bodyPr anchor="t"/>
            <a:p>
              <a:pPr lvl="0" algn="just"/>
              <a:r>
                <a:rPr lang="zh-CN" altLang="en-US">
                  <a:solidFill>
                    <a:schemeClr val="tx1"/>
                  </a:solidFill>
                  <a:latin typeface="Times New Roman" panose="02020603050405020304" charset="0"/>
                  <a:ea typeface="宋体" panose="02010600030101010101" pitchFamily="2" charset="-122"/>
                </a:rPr>
                <a:t>仅在联想映像不匹配时进行</a:t>
              </a:r>
              <a:endParaRPr lang="zh-CN" altLang="en-US">
                <a:solidFill>
                  <a:schemeClr val="tx1"/>
                </a:solidFill>
                <a:latin typeface="Times New Roman" panose="02020603050405020304" charset="0"/>
                <a:ea typeface="宋体" panose="02010600030101010101" pitchFamily="2" charset="-122"/>
              </a:endParaRPr>
            </a:p>
          </p:txBody>
        </p:sp>
        <p:sp>
          <p:nvSpPr>
            <p:cNvPr id="86049" name="文本框 59425"/>
            <p:cNvSpPr txBox="1"/>
            <p:nvPr/>
          </p:nvSpPr>
          <p:spPr>
            <a:xfrm>
              <a:off x="762" y="510"/>
              <a:ext cx="527" cy="282"/>
            </a:xfrm>
            <a:prstGeom prst="rect">
              <a:avLst/>
            </a:prstGeom>
            <a:noFill/>
            <a:ln w="9525">
              <a:noFill/>
              <a:miter/>
            </a:ln>
          </p:spPr>
          <p:txBody>
            <a:bodyPr anchor="t"/>
            <a:p>
              <a:pPr lvl="0" algn="just"/>
              <a:r>
                <a:rPr lang="zh-CN" altLang="en-US">
                  <a:solidFill>
                    <a:schemeClr val="tx1"/>
                  </a:solidFill>
                  <a:latin typeface="Times New Roman" panose="02020603050405020304" charset="0"/>
                  <a:ea typeface="宋体" panose="02010600030101010101" pitchFamily="2" charset="-122"/>
                </a:rPr>
                <a:t>页号</a:t>
              </a:r>
              <a:endParaRPr lang="zh-CN" altLang="en-US">
                <a:solidFill>
                  <a:schemeClr val="tx1"/>
                </a:solidFill>
                <a:latin typeface="Times New Roman" panose="02020603050405020304" charset="0"/>
                <a:ea typeface="宋体" panose="02010600030101010101" pitchFamily="2" charset="-122"/>
              </a:endParaRPr>
            </a:p>
          </p:txBody>
        </p:sp>
        <p:sp>
          <p:nvSpPr>
            <p:cNvPr id="86050" name="文本框 59426"/>
            <p:cNvSpPr txBox="1"/>
            <p:nvPr/>
          </p:nvSpPr>
          <p:spPr>
            <a:xfrm>
              <a:off x="2750" y="2121"/>
              <a:ext cx="2027" cy="326"/>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b                           w</a:t>
              </a:r>
              <a:endParaRPr lang="en-US" altLang="zh-CN" sz="1600">
                <a:solidFill>
                  <a:schemeClr val="tx1"/>
                </a:solidFill>
                <a:latin typeface="Times New Roman" panose="02020603050405020304" charset="0"/>
                <a:ea typeface="宋体" panose="02010600030101010101" pitchFamily="2" charset="-122"/>
              </a:endParaRPr>
            </a:p>
          </p:txBody>
        </p:sp>
        <p:sp>
          <p:nvSpPr>
            <p:cNvPr id="86051" name="直接连接符 59427"/>
            <p:cNvSpPr/>
            <p:nvPr/>
          </p:nvSpPr>
          <p:spPr>
            <a:xfrm>
              <a:off x="3440" y="2121"/>
              <a:ext cx="0" cy="326"/>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6052" name="直接连接符 59428"/>
            <p:cNvSpPr/>
            <p:nvPr/>
          </p:nvSpPr>
          <p:spPr>
            <a:xfrm>
              <a:off x="3616" y="1144"/>
              <a:ext cx="285"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6053" name="直接连接符 59429"/>
            <p:cNvSpPr/>
            <p:nvPr/>
          </p:nvSpPr>
          <p:spPr>
            <a:xfrm>
              <a:off x="3134" y="1941"/>
              <a:ext cx="767"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6054" name="直接连接符 59430"/>
            <p:cNvSpPr/>
            <p:nvPr/>
          </p:nvSpPr>
          <p:spPr>
            <a:xfrm>
              <a:off x="3134" y="1941"/>
              <a:ext cx="0" cy="18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6055" name="直接连接符 59431"/>
            <p:cNvSpPr/>
            <p:nvPr/>
          </p:nvSpPr>
          <p:spPr>
            <a:xfrm>
              <a:off x="3890" y="1144"/>
              <a:ext cx="0" cy="797"/>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6056" name="直接连接符 59432"/>
            <p:cNvSpPr/>
            <p:nvPr/>
          </p:nvSpPr>
          <p:spPr>
            <a:xfrm>
              <a:off x="4393" y="404"/>
              <a:ext cx="0" cy="169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6057" name="文本框 59433"/>
            <p:cNvSpPr txBox="1"/>
            <p:nvPr/>
          </p:nvSpPr>
          <p:spPr>
            <a:xfrm>
              <a:off x="1995" y="633"/>
              <a:ext cx="257" cy="810"/>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首</a:t>
              </a:r>
              <a:endParaRPr lang="zh-CN" altLang="en-US" sz="1600">
                <a:solidFill>
                  <a:schemeClr val="tx1"/>
                </a:solidFill>
                <a:latin typeface="Times New Roman" panose="02020603050405020304" charset="0"/>
                <a:ea typeface="宋体" panose="02010600030101010101" pitchFamily="2" charset="-122"/>
              </a:endParaRPr>
            </a:p>
            <a:p>
              <a:pPr lvl="0" algn="just"/>
              <a:r>
                <a:rPr lang="zh-CN" altLang="en-US" sz="1600">
                  <a:solidFill>
                    <a:schemeClr val="tx1"/>
                  </a:solidFill>
                  <a:latin typeface="Times New Roman" panose="02020603050405020304" charset="0"/>
                  <a:ea typeface="宋体" panose="02010600030101010101" pitchFamily="2" charset="-122"/>
                </a:rPr>
                <a:t>先</a:t>
              </a:r>
              <a:endParaRPr lang="zh-CN" altLang="en-US" sz="1600">
                <a:solidFill>
                  <a:schemeClr val="tx1"/>
                </a:solidFill>
                <a:latin typeface="Times New Roman" panose="02020603050405020304" charset="0"/>
                <a:ea typeface="宋体" panose="02010600030101010101" pitchFamily="2" charset="-122"/>
              </a:endParaRPr>
            </a:p>
            <a:p>
              <a:pPr lvl="0" algn="just"/>
              <a:r>
                <a:rPr lang="zh-CN" altLang="en-US" sz="1600">
                  <a:solidFill>
                    <a:schemeClr val="tx1"/>
                  </a:solidFill>
                  <a:latin typeface="Times New Roman" panose="02020603050405020304" charset="0"/>
                  <a:ea typeface="宋体" panose="02010600030101010101" pitchFamily="2" charset="-122"/>
                </a:rPr>
                <a:t>选</a:t>
              </a:r>
              <a:endParaRPr lang="zh-CN" altLang="en-US" sz="1600">
                <a:solidFill>
                  <a:schemeClr val="tx1"/>
                </a:solidFill>
                <a:latin typeface="Times New Roman" panose="02020603050405020304" charset="0"/>
                <a:ea typeface="宋体" panose="02010600030101010101" pitchFamily="2" charset="-122"/>
              </a:endParaRPr>
            </a:p>
            <a:p>
              <a:pPr lvl="0" algn="just"/>
              <a:r>
                <a:rPr lang="zh-CN" altLang="en-US" sz="1600">
                  <a:solidFill>
                    <a:schemeClr val="tx1"/>
                  </a:solidFill>
                  <a:latin typeface="Times New Roman" panose="02020603050405020304" charset="0"/>
                  <a:ea typeface="宋体" panose="02010600030101010101" pitchFamily="2" charset="-122"/>
                </a:rPr>
                <a:t>择</a:t>
              </a:r>
              <a:endParaRPr lang="zh-CN" altLang="en-US" sz="1600">
                <a:solidFill>
                  <a:schemeClr val="tx1"/>
                </a:solidFill>
                <a:latin typeface="Times New Roman" panose="02020603050405020304" charset="0"/>
                <a:ea typeface="宋体" panose="02010600030101010101" pitchFamily="2" charset="-122"/>
              </a:endParaRPr>
            </a:p>
            <a:p>
              <a:pPr lvl="0"/>
              <a:endParaRPr lang="zh-CN" altLang="en-US" sz="1600">
                <a:solidFill>
                  <a:schemeClr val="tx1"/>
                </a:solidFill>
                <a:latin typeface="Times New Roman" panose="02020603050405020304" charset="0"/>
                <a:ea typeface="宋体" panose="02010600030101010101" pitchFamily="2" charset="-122"/>
              </a:endParaRPr>
            </a:p>
          </p:txBody>
        </p:sp>
        <p:sp>
          <p:nvSpPr>
            <p:cNvPr id="86058" name="文本框 59434"/>
            <p:cNvSpPr txBox="1"/>
            <p:nvPr/>
          </p:nvSpPr>
          <p:spPr>
            <a:xfrm>
              <a:off x="2704" y="472"/>
              <a:ext cx="868" cy="252"/>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联想存储器</a:t>
              </a:r>
              <a:endParaRPr lang="zh-CN" altLang="en-US" sz="1600">
                <a:solidFill>
                  <a:schemeClr val="tx1"/>
                </a:solidFill>
                <a:latin typeface="Times New Roman" panose="02020603050405020304" charset="0"/>
                <a:ea typeface="宋体" panose="02010600030101010101" pitchFamily="2" charset="-122"/>
              </a:endParaRPr>
            </a:p>
          </p:txBody>
        </p:sp>
        <p:sp>
          <p:nvSpPr>
            <p:cNvPr id="86059" name="文本框 59435"/>
            <p:cNvSpPr txBox="1"/>
            <p:nvPr/>
          </p:nvSpPr>
          <p:spPr>
            <a:xfrm>
              <a:off x="395" y="2165"/>
              <a:ext cx="1402" cy="337"/>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所有页表在主存中</a:t>
              </a:r>
              <a:endParaRPr lang="zh-CN" altLang="en-US" sz="1600">
                <a:solidFill>
                  <a:schemeClr val="tx1"/>
                </a:solidFill>
                <a:latin typeface="Times New Roman" panose="02020603050405020304" charset="0"/>
                <a:ea typeface="宋体" panose="02010600030101010101" pitchFamily="2" charset="-122"/>
              </a:endParaRPr>
            </a:p>
          </p:txBody>
        </p:sp>
        <p:sp>
          <p:nvSpPr>
            <p:cNvPr id="86060" name="文本框 59436"/>
            <p:cNvSpPr txBox="1"/>
            <p:nvPr/>
          </p:nvSpPr>
          <p:spPr>
            <a:xfrm>
              <a:off x="3134" y="2502"/>
              <a:ext cx="876" cy="222"/>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物理地址</a:t>
              </a:r>
              <a:endParaRPr lang="zh-CN" altLang="en-US" sz="1600">
                <a:solidFill>
                  <a:schemeClr val="tx1"/>
                </a:solidFill>
                <a:latin typeface="Times New Roman" panose="02020603050405020304" charset="0"/>
                <a:ea typeface="宋体" panose="02010600030101010101" pitchFamily="2" charset="-122"/>
              </a:endParaRPr>
            </a:p>
          </p:txBody>
        </p:sp>
        <p:sp>
          <p:nvSpPr>
            <p:cNvPr id="86061" name="直接连接符 59437"/>
            <p:cNvSpPr/>
            <p:nvPr/>
          </p:nvSpPr>
          <p:spPr>
            <a:xfrm>
              <a:off x="2695" y="1234"/>
              <a:ext cx="921"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6062" name="文本框 59438"/>
            <p:cNvSpPr txBox="1"/>
            <p:nvPr/>
          </p:nvSpPr>
          <p:spPr>
            <a:xfrm>
              <a:off x="2847" y="1003"/>
              <a:ext cx="264" cy="28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endParaRPr lang="en-US" altLang="zh-CN" sz="1600">
                <a:solidFill>
                  <a:schemeClr val="tx1"/>
                </a:solidFill>
                <a:latin typeface="Times New Roman" panose="02020603050405020304" charset="0"/>
                <a:ea typeface="宋体" panose="02010600030101010101" pitchFamily="2" charset="-122"/>
              </a:endParaRPr>
            </a:p>
          </p:txBody>
        </p:sp>
        <p:sp>
          <p:nvSpPr>
            <p:cNvPr id="86063" name="文本框 59439"/>
            <p:cNvSpPr txBox="1"/>
            <p:nvPr/>
          </p:nvSpPr>
          <p:spPr>
            <a:xfrm>
              <a:off x="3274" y="1037"/>
              <a:ext cx="264" cy="283"/>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b</a:t>
              </a:r>
              <a:endParaRPr lang="en-US" altLang="zh-CN" sz="1600">
                <a:solidFill>
                  <a:schemeClr val="tx1"/>
                </a:solidFill>
                <a:latin typeface="Times New Roman" panose="02020603050405020304" charset="0"/>
                <a:ea typeface="宋体" panose="02010600030101010101" pitchFamily="2" charset="-122"/>
              </a:endParaRPr>
            </a:p>
          </p:txBody>
        </p:sp>
        <p:sp>
          <p:nvSpPr>
            <p:cNvPr id="86064" name="文本框 59440"/>
            <p:cNvSpPr txBox="1"/>
            <p:nvPr/>
          </p:nvSpPr>
          <p:spPr>
            <a:xfrm>
              <a:off x="3228" y="1311"/>
              <a:ext cx="263" cy="283"/>
            </a:xfrm>
            <a:prstGeom prst="rect">
              <a:avLst/>
            </a:prstGeom>
            <a:noFill/>
            <a:ln w="9525">
              <a:noFill/>
              <a:miter/>
            </a:ln>
          </p:spPr>
          <p:txBody>
            <a:bodyPr anchor="t"/>
            <a:p>
              <a:pPr lvl="0" algn="just"/>
              <a:r>
                <a:rPr lang="zh-CN" altLang="en-US" sz="1600">
                  <a:solidFill>
                    <a:schemeClr val="tx1"/>
                  </a:solidFill>
                  <a:latin typeface="宋体" panose="02010600030101010101" pitchFamily="2" charset="-122"/>
                  <a:ea typeface="宋体" panose="02010600030101010101" pitchFamily="2" charset="-122"/>
                </a:rPr>
                <a:t>┇</a:t>
              </a:r>
              <a:endParaRPr lang="zh-CN" altLang="en-US" sz="1600">
                <a:solidFill>
                  <a:schemeClr val="tx1"/>
                </a:solidFill>
                <a:latin typeface="宋体" panose="02010600030101010101" pitchFamily="2" charset="-122"/>
                <a:ea typeface="宋体" panose="02010600030101010101" pitchFamily="2" charset="-122"/>
              </a:endParaRPr>
            </a:p>
          </p:txBody>
        </p:sp>
        <p:sp>
          <p:nvSpPr>
            <p:cNvPr id="86065" name="文本框 59441"/>
            <p:cNvSpPr txBox="1"/>
            <p:nvPr/>
          </p:nvSpPr>
          <p:spPr>
            <a:xfrm>
              <a:off x="2406" y="830"/>
              <a:ext cx="263" cy="282"/>
            </a:xfrm>
            <a:prstGeom prst="rect">
              <a:avLst/>
            </a:prstGeom>
            <a:noFill/>
            <a:ln w="9525">
              <a:noFill/>
              <a:miter/>
            </a:ln>
          </p:spPr>
          <p:txBody>
            <a:bodyPr anchor="t"/>
            <a:p>
              <a:pPr lvl="0" algn="just"/>
              <a:r>
                <a:rPr lang="zh-CN" altLang="en-US" sz="1600">
                  <a:solidFill>
                    <a:schemeClr val="tx1"/>
                  </a:solidFill>
                  <a:latin typeface="宋体" panose="02010600030101010101" pitchFamily="2" charset="-122"/>
                  <a:ea typeface="宋体" panose="02010600030101010101" pitchFamily="2" charset="-122"/>
                </a:rPr>
                <a:t>┇</a:t>
              </a:r>
              <a:endParaRPr lang="zh-CN" altLang="en-US" sz="1600">
                <a:solidFill>
                  <a:schemeClr val="tx1"/>
                </a:solidFill>
                <a:latin typeface="宋体" panose="02010600030101010101" pitchFamily="2" charset="-122"/>
                <a:ea typeface="宋体" panose="02010600030101010101" pitchFamily="2" charset="-122"/>
              </a:endParaRPr>
            </a:p>
          </p:txBody>
        </p:sp>
        <p:sp>
          <p:nvSpPr>
            <p:cNvPr id="86066" name="文本框 59442"/>
            <p:cNvSpPr txBox="1"/>
            <p:nvPr/>
          </p:nvSpPr>
          <p:spPr>
            <a:xfrm>
              <a:off x="2414" y="1290"/>
              <a:ext cx="263" cy="283"/>
            </a:xfrm>
            <a:prstGeom prst="rect">
              <a:avLst/>
            </a:prstGeom>
            <a:noFill/>
            <a:ln w="9525">
              <a:noFill/>
              <a:miter/>
            </a:ln>
          </p:spPr>
          <p:txBody>
            <a:bodyPr anchor="t"/>
            <a:p>
              <a:pPr lvl="0" algn="just"/>
              <a:r>
                <a:rPr lang="zh-CN" altLang="en-US" sz="1600">
                  <a:solidFill>
                    <a:schemeClr val="tx1"/>
                  </a:solidFill>
                  <a:latin typeface="宋体" panose="02010600030101010101" pitchFamily="2" charset="-122"/>
                  <a:ea typeface="宋体" panose="02010600030101010101" pitchFamily="2" charset="-122"/>
                </a:rPr>
                <a:t>┇</a:t>
              </a:r>
              <a:endParaRPr lang="zh-CN" altLang="en-US" sz="1600">
                <a:solidFill>
                  <a:schemeClr val="tx1"/>
                </a:solidFill>
                <a:latin typeface="宋体" panose="02010600030101010101" pitchFamily="2" charset="-122"/>
                <a:ea typeface="宋体" panose="02010600030101010101" pitchFamily="2" charset="-122"/>
              </a:endParaRPr>
            </a:p>
          </p:txBody>
        </p:sp>
        <p:sp>
          <p:nvSpPr>
            <p:cNvPr id="86067" name="文本框 59443"/>
            <p:cNvSpPr txBox="1"/>
            <p:nvPr/>
          </p:nvSpPr>
          <p:spPr>
            <a:xfrm>
              <a:off x="2798" y="833"/>
              <a:ext cx="263" cy="282"/>
            </a:xfrm>
            <a:prstGeom prst="rect">
              <a:avLst/>
            </a:prstGeom>
            <a:noFill/>
            <a:ln w="9525">
              <a:noFill/>
              <a:miter/>
            </a:ln>
          </p:spPr>
          <p:txBody>
            <a:bodyPr anchor="t"/>
            <a:p>
              <a:pPr lvl="0" algn="just"/>
              <a:r>
                <a:rPr lang="zh-CN" altLang="en-US" sz="1600">
                  <a:solidFill>
                    <a:schemeClr val="tx1"/>
                  </a:solidFill>
                  <a:latin typeface="宋体" panose="02010600030101010101" pitchFamily="2" charset="-122"/>
                  <a:ea typeface="宋体" panose="02010600030101010101" pitchFamily="2" charset="-122"/>
                </a:rPr>
                <a:t>┇</a:t>
              </a:r>
              <a:endParaRPr lang="zh-CN" altLang="en-US" sz="1600">
                <a:solidFill>
                  <a:schemeClr val="tx1"/>
                </a:solidFill>
                <a:latin typeface="宋体" panose="02010600030101010101" pitchFamily="2" charset="-122"/>
                <a:ea typeface="宋体" panose="02010600030101010101" pitchFamily="2" charset="-122"/>
              </a:endParaRPr>
            </a:p>
          </p:txBody>
        </p:sp>
        <p:sp>
          <p:nvSpPr>
            <p:cNvPr id="86068" name="文本框 59444"/>
            <p:cNvSpPr txBox="1"/>
            <p:nvPr/>
          </p:nvSpPr>
          <p:spPr>
            <a:xfrm>
              <a:off x="3218" y="827"/>
              <a:ext cx="265" cy="283"/>
            </a:xfrm>
            <a:prstGeom prst="rect">
              <a:avLst/>
            </a:prstGeom>
            <a:noFill/>
            <a:ln w="9525">
              <a:noFill/>
              <a:miter/>
            </a:ln>
          </p:spPr>
          <p:txBody>
            <a:bodyPr anchor="t"/>
            <a:p>
              <a:pPr lvl="0" algn="just"/>
              <a:r>
                <a:rPr lang="zh-CN" altLang="en-US" sz="1600">
                  <a:solidFill>
                    <a:schemeClr val="tx1"/>
                  </a:solidFill>
                  <a:latin typeface="宋体" panose="02010600030101010101" pitchFamily="2" charset="-122"/>
                  <a:ea typeface="宋体" panose="02010600030101010101" pitchFamily="2" charset="-122"/>
                </a:rPr>
                <a:t>┇</a:t>
              </a:r>
              <a:endParaRPr lang="zh-CN" altLang="en-US" sz="1600">
                <a:solidFill>
                  <a:schemeClr val="tx1"/>
                </a:solidFill>
                <a:latin typeface="宋体" panose="02010600030101010101" pitchFamily="2" charset="-122"/>
                <a:ea typeface="宋体" panose="02010600030101010101" pitchFamily="2" charset="-122"/>
              </a:endParaRPr>
            </a:p>
          </p:txBody>
        </p:sp>
        <p:sp>
          <p:nvSpPr>
            <p:cNvPr id="86069" name="文本框 59445"/>
            <p:cNvSpPr txBox="1"/>
            <p:nvPr/>
          </p:nvSpPr>
          <p:spPr>
            <a:xfrm>
              <a:off x="2792" y="1311"/>
              <a:ext cx="263" cy="283"/>
            </a:xfrm>
            <a:prstGeom prst="rect">
              <a:avLst/>
            </a:prstGeom>
            <a:noFill/>
            <a:ln w="9525">
              <a:noFill/>
              <a:miter/>
            </a:ln>
          </p:spPr>
          <p:txBody>
            <a:bodyPr anchor="t"/>
            <a:p>
              <a:pPr lvl="0" algn="just"/>
              <a:r>
                <a:rPr lang="zh-CN" altLang="en-US" sz="1600">
                  <a:solidFill>
                    <a:schemeClr val="tx1"/>
                  </a:solidFill>
                  <a:latin typeface="宋体" panose="02010600030101010101" pitchFamily="2" charset="-122"/>
                  <a:ea typeface="宋体" panose="02010600030101010101" pitchFamily="2" charset="-122"/>
                </a:rPr>
                <a:t>┇</a:t>
              </a:r>
              <a:endParaRPr lang="zh-CN" altLang="en-US" sz="1600">
                <a:solidFill>
                  <a:schemeClr val="tx1"/>
                </a:solidFill>
                <a:latin typeface="宋体" panose="02010600030101010101" pitchFamily="2" charset="-122"/>
                <a:ea typeface="宋体" panose="02010600030101010101" pitchFamily="2" charset="-122"/>
              </a:endParaRPr>
            </a:p>
          </p:txBody>
        </p:sp>
        <p:sp>
          <p:nvSpPr>
            <p:cNvPr id="86070" name="文本框 59446"/>
            <p:cNvSpPr txBox="1"/>
            <p:nvPr/>
          </p:nvSpPr>
          <p:spPr>
            <a:xfrm>
              <a:off x="818" y="1256"/>
              <a:ext cx="263" cy="28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b</a:t>
              </a:r>
              <a:endParaRPr lang="en-US" altLang="zh-CN" sz="1600">
                <a:solidFill>
                  <a:schemeClr val="tx1"/>
                </a:solidFill>
                <a:latin typeface="Times New Roman" panose="02020603050405020304" charset="0"/>
                <a:ea typeface="宋体" panose="02010600030101010101" pitchFamily="2" charset="-122"/>
              </a:endParaRPr>
            </a:p>
          </p:txBody>
        </p:sp>
        <p:sp>
          <p:nvSpPr>
            <p:cNvPr id="86071" name="文本框 59447"/>
            <p:cNvSpPr txBox="1"/>
            <p:nvPr/>
          </p:nvSpPr>
          <p:spPr>
            <a:xfrm>
              <a:off x="202" y="1080"/>
              <a:ext cx="440" cy="283"/>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a+p</a:t>
              </a:r>
              <a:endParaRPr lang="en-US" altLang="zh-CN" sz="1600">
                <a:solidFill>
                  <a:schemeClr val="tx1"/>
                </a:solidFill>
                <a:latin typeface="Times New Roman" panose="02020603050405020304" charset="0"/>
                <a:ea typeface="宋体" panose="02010600030101010101" pitchFamily="2" charset="-122"/>
              </a:endParaRPr>
            </a:p>
          </p:txBody>
        </p:sp>
        <p:sp>
          <p:nvSpPr>
            <p:cNvPr id="86072" name="文本框 59448"/>
            <p:cNvSpPr txBox="1"/>
            <p:nvPr/>
          </p:nvSpPr>
          <p:spPr>
            <a:xfrm>
              <a:off x="414" y="923"/>
              <a:ext cx="263" cy="28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a</a:t>
              </a:r>
              <a:endParaRPr lang="en-US" altLang="zh-CN" sz="1600">
                <a:solidFill>
                  <a:schemeClr val="tx1"/>
                </a:solidFill>
                <a:latin typeface="Times New Roman" panose="02020603050405020304" charset="0"/>
                <a:ea typeface="宋体" panose="02010600030101010101" pitchFamily="2" charset="-122"/>
              </a:endParaRPr>
            </a:p>
          </p:txBody>
        </p:sp>
      </p:grpSp>
      <p:sp>
        <p:nvSpPr>
          <p:cNvPr id="59450" name="文本框 59449"/>
          <p:cNvSpPr txBox="1"/>
          <p:nvPr/>
        </p:nvSpPr>
        <p:spPr>
          <a:xfrm>
            <a:off x="2514600" y="6091238"/>
            <a:ext cx="4421188" cy="336550"/>
          </a:xfrm>
          <a:prstGeom prst="rect">
            <a:avLst/>
          </a:prstGeom>
          <a:noFill/>
          <a:ln w="9525">
            <a:noFill/>
            <a:miter/>
          </a:ln>
        </p:spPr>
        <p:txBody>
          <a:bodyPr anchor="t">
            <a:spAutoFit/>
          </a:bodyPr>
          <a:p>
            <a:pPr lvl="0">
              <a:spcBef>
                <a:spcPct val="30000"/>
              </a:spcBef>
            </a:pPr>
            <a:r>
              <a:rPr lang="zh-CN" altLang="en-US" sz="1600" b="0">
                <a:solidFill>
                  <a:schemeClr val="tx1"/>
                </a:solidFill>
                <a:latin typeface="Times New Roman" panose="02020603050405020304" charset="0"/>
                <a:ea typeface="宋体" panose="02010600030101010101" pitchFamily="2" charset="-122"/>
              </a:rPr>
              <a:t>联想寄存器和主存页表相结合的分页地址变换</a:t>
            </a:r>
            <a:endParaRPr lang="zh-CN" altLang="en-US" sz="1600" b="0">
              <a:solidFill>
                <a:schemeClr val="tx1"/>
              </a:solidFill>
              <a:latin typeface="Times New Roman" panose="02020603050405020304" charset="0"/>
              <a:ea typeface="宋体" panose="02010600030101010101" pitchFamily="2" charset="-122"/>
            </a:endParaRPr>
          </a:p>
        </p:txBody>
      </p:sp>
      <p:sp>
        <p:nvSpPr>
          <p:cNvPr id="59451" name="矩形 59450"/>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页式存储管理</a:t>
            </a:r>
            <a:endParaRPr lang="zh-CN" altLang="en-US" sz="2400" strike="noStrike" noProof="1">
              <a:ea typeface="宋体" panose="02010600030101010101" pitchFamily="2" charset="-122"/>
            </a:endParaRPr>
          </a:p>
        </p:txBody>
      </p:sp>
      <p:sp>
        <p:nvSpPr>
          <p:cNvPr id="2" name="文本框 59435"/>
          <p:cNvSpPr txBox="1"/>
          <p:nvPr/>
        </p:nvSpPr>
        <p:spPr>
          <a:xfrm>
            <a:off x="1030605" y="1334770"/>
            <a:ext cx="2225675" cy="273685"/>
          </a:xfrm>
          <a:prstGeom prst="rect">
            <a:avLst/>
          </a:prstGeom>
          <a:noFill/>
          <a:ln w="9525">
            <a:noFill/>
            <a:miter/>
          </a:ln>
        </p:spPr>
        <p:txBody>
          <a:bodyPr anchor="t"/>
          <a:p>
            <a:pPr lvl="0" algn="just"/>
            <a:r>
              <a:rPr lang="zh-CN" altLang="en-US">
                <a:solidFill>
                  <a:schemeClr val="tx1"/>
                </a:solidFill>
                <a:latin typeface="Times New Roman" panose="02020603050405020304" charset="0"/>
                <a:ea typeface="宋体" panose="02010600030101010101" pitchFamily="2" charset="-122"/>
              </a:rPr>
              <a:t>页表起始地址寄存器</a:t>
            </a:r>
            <a:endParaRPr lang="zh-CN" altLang="en-US">
              <a:solidFill>
                <a:schemeClr val="tx1"/>
              </a:solidFill>
              <a:latin typeface="Times New Roman" panose="02020603050405020304" charset="0"/>
              <a:ea typeface="宋体" panose="02010600030101010101" pitchFamily="2" charset="-122"/>
            </a:endParaRPr>
          </a:p>
        </p:txBody>
      </p:sp>
      <p:sp>
        <p:nvSpPr>
          <p:cNvPr id="3" name="文本框 59436"/>
          <p:cNvSpPr txBox="1"/>
          <p:nvPr/>
        </p:nvSpPr>
        <p:spPr>
          <a:xfrm>
            <a:off x="5406708" y="1255713"/>
            <a:ext cx="1390650" cy="352425"/>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逻辑地址</a:t>
            </a:r>
            <a:endParaRPr lang="zh-CN" altLang="en-US" sz="1600">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9395" grpId="0" build="p"/>
      <p:bldP spid="59450"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标题 88065"/>
          <p:cNvSpPr>
            <a:spLocks noGrp="1"/>
          </p:cNvSpPr>
          <p:nvPr>
            <p:ph type="title"/>
          </p:nvPr>
        </p:nvSpPr>
        <p:spPr>
          <a:xfrm>
            <a:off x="363538" y="595313"/>
            <a:ext cx="8393113" cy="755650"/>
          </a:xfrm>
        </p:spPr>
        <p:txBody>
          <a:bodyPr anchor="t">
            <a:spAutoFit/>
          </a:bodyPr>
          <a:p>
            <a:pPr fontAlgn="base"/>
            <a:r>
              <a:rPr lang="zh-CN" altLang="en-US" strike="noStrike" noProof="1" dirty="0">
                <a:solidFill>
                  <a:srgbClr val="800000"/>
                </a:solidFill>
                <a:latin typeface="宋体" panose="02010600030101010101" pitchFamily="2" charset="-122"/>
              </a:rPr>
              <a:t>采用联想存储器的地址转换</a:t>
            </a:r>
            <a:endParaRPr lang="zh-CN" altLang="en-US" strike="noStrike" noProof="1" dirty="0">
              <a:solidFill>
                <a:srgbClr val="800000"/>
              </a:solidFill>
              <a:latin typeface="宋体" panose="02010600030101010101" pitchFamily="2" charset="-122"/>
            </a:endParaRPr>
          </a:p>
        </p:txBody>
      </p:sp>
      <p:sp>
        <p:nvSpPr>
          <p:cNvPr id="88068" name="文本占位符 88067"/>
          <p:cNvSpPr>
            <a:spLocks noGrp="1"/>
          </p:cNvSpPr>
          <p:nvPr>
            <p:ph idx="1"/>
          </p:nvPr>
        </p:nvSpPr>
        <p:spPr>
          <a:xfrm>
            <a:off x="535305" y="1389380"/>
            <a:ext cx="7833360" cy="4225925"/>
          </a:xfrm>
        </p:spPr>
        <p:txBody>
          <a:bodyPr wrap="square" anchor="t">
            <a:spAutoFit/>
          </a:bodyPr>
          <a:p>
            <a:pPr lvl="0"/>
            <a:r>
              <a:rPr lang="zh-CN" altLang="en-US" dirty="0">
                <a:solidFill>
                  <a:schemeClr val="tx1"/>
                </a:solidFill>
                <a:effectLst/>
                <a:ea typeface="宋体" panose="02010600030101010101" pitchFamily="2" charset="-122"/>
              </a:rPr>
              <a:t>假</a:t>
            </a:r>
            <a:r>
              <a:rPr lang="zh-CN" altLang="en-US">
                <a:solidFill>
                  <a:schemeClr val="tx1"/>
                </a:solidFill>
                <a:effectLst/>
                <a:ea typeface="宋体" panose="02010600030101010101" pitchFamily="2" charset="-122"/>
              </a:rPr>
              <a:t>定访问主存时间为</a:t>
            </a:r>
            <a:r>
              <a:rPr lang="en-US" altLang="zh-CN">
                <a:solidFill>
                  <a:schemeClr val="tx1"/>
                </a:solidFill>
                <a:effectLst/>
                <a:ea typeface="宋体" panose="02010600030101010101" pitchFamily="2" charset="-122"/>
              </a:rPr>
              <a:t>100</a:t>
            </a:r>
            <a:r>
              <a:rPr lang="zh-CN" altLang="en-US">
                <a:solidFill>
                  <a:schemeClr val="tx1"/>
                </a:solidFill>
                <a:effectLst/>
                <a:ea typeface="宋体" panose="02010600030101010101" pitchFamily="2" charset="-122"/>
              </a:rPr>
              <a:t>微秒，访问联想存储器时间为</a:t>
            </a:r>
            <a:r>
              <a:rPr lang="en-US" altLang="zh-CN">
                <a:solidFill>
                  <a:schemeClr val="tx1"/>
                </a:solidFill>
                <a:effectLst/>
                <a:ea typeface="宋体" panose="02010600030101010101" pitchFamily="2" charset="-122"/>
              </a:rPr>
              <a:t>10</a:t>
            </a:r>
            <a:r>
              <a:rPr lang="zh-CN" altLang="en-US">
                <a:solidFill>
                  <a:schemeClr val="tx1"/>
                </a:solidFill>
                <a:effectLst/>
                <a:ea typeface="宋体" panose="02010600030101010101" pitchFamily="2" charset="-122"/>
              </a:rPr>
              <a:t>微秒，联想存储器为</a:t>
            </a:r>
            <a:r>
              <a:rPr lang="en-US" altLang="zh-CN">
                <a:solidFill>
                  <a:schemeClr val="tx1"/>
                </a:solidFill>
                <a:effectLst/>
                <a:ea typeface="宋体" panose="02010600030101010101" pitchFamily="2" charset="-122"/>
              </a:rPr>
              <a:t>32</a:t>
            </a:r>
            <a:r>
              <a:rPr lang="zh-CN" altLang="en-US">
                <a:solidFill>
                  <a:schemeClr val="tx1"/>
                </a:solidFill>
                <a:effectLst/>
                <a:ea typeface="宋体" panose="02010600030101010101" pitchFamily="2" charset="-122"/>
              </a:rPr>
              <a:t>个单元时快表命中率可达</a:t>
            </a:r>
            <a:r>
              <a:rPr lang="en-US" altLang="zh-CN">
                <a:solidFill>
                  <a:schemeClr val="tx1"/>
                </a:solidFill>
                <a:effectLst/>
                <a:ea typeface="宋体" panose="02010600030101010101" pitchFamily="2" charset="-122"/>
              </a:rPr>
              <a:t>99%</a:t>
            </a:r>
            <a:r>
              <a:rPr lang="zh-CN" altLang="en-US">
                <a:solidFill>
                  <a:schemeClr val="tx1"/>
                </a:solidFill>
                <a:effectLst/>
                <a:ea typeface="宋体" panose="02010600030101010101" pitchFamily="2" charset="-122"/>
              </a:rPr>
              <a:t>，按逻辑地址存取的平均时间为：</a:t>
            </a:r>
            <a:endParaRPr lang="zh-CN" altLang="en-US">
              <a:solidFill>
                <a:schemeClr val="tx1"/>
              </a:solidFill>
              <a:effectLst/>
              <a:ea typeface="宋体" panose="02010600030101010101" pitchFamily="2" charset="-122"/>
            </a:endParaRPr>
          </a:p>
          <a:p>
            <a:pPr lvl="0">
              <a:buNone/>
            </a:pPr>
            <a:r>
              <a:rPr lang="en-US" altLang="zh-CN">
                <a:solidFill>
                  <a:schemeClr val="tx1"/>
                </a:solidFill>
                <a:effectLst/>
                <a:ea typeface="宋体" panose="02010600030101010101" pitchFamily="2" charset="-122"/>
              </a:rPr>
              <a:t>(100</a:t>
            </a:r>
            <a:r>
              <a:rPr lang="zh-CN" altLang="en-US">
                <a:solidFill>
                  <a:schemeClr val="tx1"/>
                </a:solidFill>
                <a:effectLst/>
                <a:ea typeface="宋体" panose="02010600030101010101" pitchFamily="2" charset="-122"/>
              </a:rPr>
              <a:t>＋</a:t>
            </a:r>
            <a:r>
              <a:rPr lang="en-US" altLang="zh-CN">
                <a:solidFill>
                  <a:schemeClr val="tx1"/>
                </a:solidFill>
                <a:effectLst/>
                <a:ea typeface="宋体" panose="02010600030101010101" pitchFamily="2" charset="-122"/>
              </a:rPr>
              <a:t>10)×99% </a:t>
            </a:r>
            <a:r>
              <a:rPr lang="zh-CN" altLang="en-US">
                <a:solidFill>
                  <a:schemeClr val="tx1"/>
                </a:solidFill>
                <a:effectLst/>
                <a:ea typeface="宋体" panose="02010600030101010101" pitchFamily="2" charset="-122"/>
              </a:rPr>
              <a:t>＋</a:t>
            </a:r>
            <a:endParaRPr lang="zh-CN" altLang="en-US">
              <a:solidFill>
                <a:schemeClr val="tx1"/>
              </a:solidFill>
              <a:effectLst/>
              <a:ea typeface="宋体" panose="02010600030101010101" pitchFamily="2" charset="-122"/>
            </a:endParaRPr>
          </a:p>
          <a:p>
            <a:pPr lvl="0">
              <a:buNone/>
            </a:pPr>
            <a:r>
              <a:rPr lang="en-US" altLang="zh-CN">
                <a:solidFill>
                  <a:schemeClr val="tx1"/>
                </a:solidFill>
                <a:effectLst/>
                <a:ea typeface="宋体" panose="02010600030101010101" pitchFamily="2" charset="-122"/>
              </a:rPr>
              <a:t>(100+100)×(1-99%)</a:t>
            </a:r>
            <a:r>
              <a:rPr lang="zh-CN" altLang="en-US">
                <a:solidFill>
                  <a:schemeClr val="tx1"/>
                </a:solidFill>
                <a:effectLst/>
                <a:ea typeface="宋体" panose="02010600030101010101" pitchFamily="2" charset="-122"/>
              </a:rPr>
              <a:t>＝</a:t>
            </a:r>
            <a:r>
              <a:rPr lang="en-US" altLang="zh-CN">
                <a:solidFill>
                  <a:schemeClr val="tx1"/>
                </a:solidFill>
                <a:effectLst/>
                <a:ea typeface="宋体" panose="02010600030101010101" pitchFamily="2" charset="-122"/>
              </a:rPr>
              <a:t>111</a:t>
            </a:r>
            <a:r>
              <a:rPr lang="zh-CN" altLang="en-US">
                <a:solidFill>
                  <a:schemeClr val="tx1"/>
                </a:solidFill>
                <a:effectLst/>
                <a:ea typeface="宋体" panose="02010600030101010101" pitchFamily="2" charset="-122"/>
              </a:rPr>
              <a:t>微秒</a:t>
            </a:r>
            <a:endParaRPr lang="zh-CN" altLang="en-US">
              <a:solidFill>
                <a:schemeClr val="tx1"/>
              </a:solidFill>
              <a:effectLst/>
              <a:ea typeface="宋体" panose="02010600030101010101" pitchFamily="2" charset="-122"/>
            </a:endParaRPr>
          </a:p>
          <a:p>
            <a:pPr lvl="0"/>
            <a:r>
              <a:rPr lang="zh-CN" altLang="en-US" dirty="0">
                <a:solidFill>
                  <a:schemeClr val="tx1"/>
                </a:solidFill>
                <a:effectLst/>
                <a:ea typeface="宋体" panose="02010600030101010101" pitchFamily="2" charset="-122"/>
              </a:rPr>
              <a:t>两</a:t>
            </a:r>
            <a:r>
              <a:rPr lang="zh-CN" altLang="en-US">
                <a:solidFill>
                  <a:schemeClr val="tx1"/>
                </a:solidFill>
                <a:effectLst/>
                <a:ea typeface="宋体" panose="02010600030101010101" pitchFamily="2" charset="-122"/>
              </a:rPr>
              <a:t>次访问主存的时间为：</a:t>
            </a:r>
            <a:endParaRPr lang="zh-CN" altLang="en-US">
              <a:solidFill>
                <a:schemeClr val="tx1"/>
              </a:solidFill>
              <a:effectLst/>
              <a:ea typeface="宋体" panose="02010600030101010101" pitchFamily="2" charset="-122"/>
            </a:endParaRPr>
          </a:p>
          <a:p>
            <a:pPr lvl="0">
              <a:buNone/>
            </a:pPr>
            <a:r>
              <a:rPr lang="en-US" altLang="zh-CN">
                <a:solidFill>
                  <a:schemeClr val="tx1"/>
                </a:solidFill>
                <a:effectLst/>
                <a:ea typeface="宋体" panose="02010600030101010101" pitchFamily="2" charset="-122"/>
              </a:rPr>
              <a:t>	100×2</a:t>
            </a:r>
            <a:r>
              <a:rPr lang="zh-CN" altLang="en-US">
                <a:solidFill>
                  <a:schemeClr val="tx1"/>
                </a:solidFill>
                <a:effectLst/>
                <a:ea typeface="宋体" panose="02010600030101010101" pitchFamily="2" charset="-122"/>
              </a:rPr>
              <a:t>＝</a:t>
            </a:r>
            <a:r>
              <a:rPr lang="en-US" altLang="zh-CN">
                <a:solidFill>
                  <a:schemeClr val="tx1"/>
                </a:solidFill>
                <a:effectLst/>
                <a:ea typeface="宋体" panose="02010600030101010101" pitchFamily="2" charset="-122"/>
              </a:rPr>
              <a:t>200</a:t>
            </a:r>
            <a:r>
              <a:rPr lang="zh-CN" altLang="en-US">
                <a:solidFill>
                  <a:schemeClr val="tx1"/>
                </a:solidFill>
                <a:effectLst/>
                <a:ea typeface="宋体" panose="02010600030101010101" pitchFamily="2" charset="-122"/>
              </a:rPr>
              <a:t>微秒。</a:t>
            </a:r>
            <a:endParaRPr lang="zh-CN" altLang="en-US">
              <a:solidFill>
                <a:schemeClr val="tx1"/>
              </a:solidFill>
              <a:effectLst/>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7" name="文本占位符 90116"/>
          <p:cNvSpPr>
            <a:spLocks noGrp="1"/>
          </p:cNvSpPr>
          <p:nvPr>
            <p:ph idx="1"/>
          </p:nvPr>
        </p:nvSpPr>
        <p:spPr>
          <a:xfrm>
            <a:off x="409575" y="1493838"/>
            <a:ext cx="7848600" cy="3352800"/>
          </a:xfrm>
        </p:spPr>
        <p:txBody>
          <a:bodyPr anchor="t">
            <a:spAutoFit/>
          </a:bodyPr>
          <a:p>
            <a:pPr lvl="0"/>
            <a:r>
              <a:rPr lang="zh-CN" altLang="en-US">
                <a:solidFill>
                  <a:schemeClr val="tx1"/>
                </a:solidFill>
                <a:effectLst/>
                <a:ea typeface="宋体" panose="02010600030101010101" pitchFamily="2" charset="-122"/>
              </a:rPr>
              <a:t>只装入一个作业的部分页面即可投入运行，一个作业事先分配固定数目的主存块。</a:t>
            </a:r>
            <a:endParaRPr lang="zh-CN" altLang="en-US">
              <a:solidFill>
                <a:schemeClr val="tx1"/>
              </a:solidFill>
              <a:effectLst/>
              <a:ea typeface="宋体" panose="02010600030101010101" pitchFamily="2" charset="-122"/>
            </a:endParaRPr>
          </a:p>
          <a:p>
            <a:pPr lvl="0"/>
            <a:r>
              <a:rPr lang="zh-CN" altLang="en-US">
                <a:solidFill>
                  <a:schemeClr val="tx1"/>
                </a:solidFill>
                <a:effectLst/>
                <a:ea typeface="宋体" panose="02010600030101010101" pitchFamily="2" charset="-122"/>
              </a:rPr>
              <a:t>在程序执行过程中，如果需执行的指令或访问的数据尚未在内存（称为缺页），则由处理器通知操作系统将相应的页或段调入到内存，然后继续执行程序。</a:t>
            </a:r>
            <a:endParaRPr lang="zh-CN" altLang="en-US">
              <a:solidFill>
                <a:schemeClr val="tx1"/>
              </a:solidFill>
              <a:effectLst/>
              <a:ea typeface="宋体" panose="02010600030101010101" pitchFamily="2" charset="-122"/>
            </a:endParaRPr>
          </a:p>
        </p:txBody>
      </p:sp>
      <p:sp>
        <p:nvSpPr>
          <p:cNvPr id="90118" name="矩形 90117"/>
          <p:cNvSpPr/>
          <p:nvPr/>
        </p:nvSpPr>
        <p:spPr>
          <a:xfrm>
            <a:off x="236855" y="595630"/>
            <a:ext cx="7772400" cy="755650"/>
          </a:xfrm>
          <a:prstGeom prst="rect">
            <a:avLst/>
          </a:prstGeom>
          <a:noFill/>
          <a:ln w="9525">
            <a:noFill/>
            <a:miter/>
          </a:ln>
        </p:spPr>
        <p:txBody>
          <a:bodyPr wrap="square" anchor="t">
            <a:spAutoFit/>
          </a:bodyPr>
          <a:p>
            <a:pPr marL="533400" lvl="0" indent="-533400">
              <a:lnSpc>
                <a:spcPct val="120000"/>
              </a:lnSpc>
              <a:spcBef>
                <a:spcPct val="30000"/>
              </a:spcBef>
              <a:buClr>
                <a:schemeClr val="tx2"/>
              </a:buClr>
              <a:buSzPct val="95000"/>
              <a:buFont typeface="Wingdings" panose="05000000000000000000" pitchFamily="2" charset="2"/>
              <a:buNone/>
            </a:pPr>
            <a:r>
              <a:rPr lang="zh-CN" altLang="en-US" sz="3600" dirty="0">
                <a:solidFill>
                  <a:srgbClr val="000099"/>
                </a:solidFill>
                <a:latin typeface="Times New Roman" panose="02020603050405020304" charset="0"/>
                <a:ea typeface="宋体" panose="02010600030101010101" pitchFamily="2" charset="-122"/>
              </a:rPr>
              <a:t>内存扩充（即程序部分装入问题）</a:t>
            </a:r>
            <a:endParaRPr lang="zh-CN" altLang="en-US" sz="3600" dirty="0">
              <a:solidFill>
                <a:srgbClr val="000099"/>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90118"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21" name="矩形 60420"/>
          <p:cNvSpPr/>
          <p:nvPr/>
        </p:nvSpPr>
        <p:spPr>
          <a:xfrm>
            <a:off x="249238" y="2527300"/>
            <a:ext cx="5980113" cy="74930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zh-CN" altLang="en-US" sz="3600" b="1" strike="noStrike" noProof="1">
                <a:solidFill>
                  <a:schemeClr val="tx2"/>
                </a:solidFill>
                <a:latin typeface="Times New Roman" panose="02020603050405020304" charset="0"/>
                <a:ea typeface="宋体" panose="02010600030101010101" pitchFamily="2" charset="-122"/>
                <a:cs typeface="+mn-ea"/>
              </a:rPr>
              <a:t>扩充页表功能</a:t>
            </a:r>
            <a:r>
              <a:rPr lang="zh-CN" altLang="en-US" sz="2000" b="1" strike="noStrike" noProof="1">
                <a:solidFill>
                  <a:srgbClr val="CC3300"/>
                </a:solidFill>
                <a:latin typeface="Times New Roman" panose="02020603050405020304" charset="0"/>
                <a:ea typeface="宋体" panose="02010600030101010101" pitchFamily="2" charset="-122"/>
                <a:cs typeface="+mn-ea"/>
              </a:rPr>
              <a:t>     </a:t>
            </a:r>
            <a:endParaRPr lang="zh-CN" altLang="en-US" sz="2000" b="1" strike="noStrike" noProof="1">
              <a:solidFill>
                <a:srgbClr val="CC3300"/>
              </a:solidFill>
              <a:latin typeface="Times New Roman" panose="02020603050405020304" charset="0"/>
              <a:ea typeface="宋体" panose="02010600030101010101" pitchFamily="2" charset="-122"/>
            </a:endParaRPr>
          </a:p>
        </p:txBody>
      </p:sp>
      <p:grpSp>
        <p:nvGrpSpPr>
          <p:cNvPr id="60422" name="组合 60421"/>
          <p:cNvGrpSpPr/>
          <p:nvPr/>
        </p:nvGrpSpPr>
        <p:grpSpPr>
          <a:xfrm>
            <a:off x="555625" y="3517900"/>
            <a:ext cx="7664450" cy="758825"/>
            <a:chOff x="0" y="0"/>
            <a:chExt cx="3360" cy="432"/>
          </a:xfrm>
        </p:grpSpPr>
        <p:sp>
          <p:nvSpPr>
            <p:cNvPr id="89092" name="文本框 60422"/>
            <p:cNvSpPr txBox="1"/>
            <p:nvPr/>
          </p:nvSpPr>
          <p:spPr>
            <a:xfrm>
              <a:off x="0" y="0"/>
              <a:ext cx="3360" cy="414"/>
            </a:xfrm>
            <a:prstGeom prst="rect">
              <a:avLst/>
            </a:prstGeom>
            <a:noFill/>
            <a:ln w="12700" cap="flat" cmpd="sng">
              <a:solidFill>
                <a:srgbClr val="000000"/>
              </a:solidFill>
              <a:prstDash val="solid"/>
              <a:miter/>
              <a:headEnd type="none" w="med" len="med"/>
              <a:tailEnd type="none" w="med" len="med"/>
            </a:ln>
          </p:spPr>
          <p:txBody>
            <a:bodyPr anchor="t"/>
            <a:p>
              <a:pPr lvl="0" algn="just">
                <a:lnSpc>
                  <a:spcPct val="130000"/>
                </a:lnSpc>
                <a:spcBef>
                  <a:spcPct val="30000"/>
                </a:spcBef>
              </a:pPr>
              <a:r>
                <a:rPr lang="zh-CN" altLang="en-US" sz="1600">
                  <a:solidFill>
                    <a:schemeClr val="tx1"/>
                  </a:solidFill>
                  <a:latin typeface="Times New Roman" panose="02020603050405020304" charset="0"/>
                  <a:ea typeface="宋体" panose="02010600030101010101" pitchFamily="2" charset="-122"/>
                </a:rPr>
                <a:t>         </a:t>
              </a:r>
              <a:r>
                <a:rPr lang="zh-CN" altLang="en-US" sz="2400">
                  <a:solidFill>
                    <a:schemeClr val="tx1"/>
                  </a:solidFill>
                  <a:latin typeface="Times New Roman" panose="02020603050405020304" charset="0"/>
                  <a:ea typeface="宋体" panose="02010600030101010101" pitchFamily="2" charset="-122"/>
                </a:rPr>
                <a:t>页号 </a:t>
              </a:r>
              <a:r>
                <a:rPr lang="en-US" altLang="zh-CN" sz="2400">
                  <a:solidFill>
                    <a:schemeClr val="tx1"/>
                  </a:solidFill>
                  <a:latin typeface="Times New Roman" panose="02020603050405020304" charset="0"/>
                  <a:ea typeface="宋体" panose="02010600030101010101" pitchFamily="2" charset="-122"/>
                </a:rPr>
                <a:t>   </a:t>
              </a:r>
              <a:r>
                <a:rPr lang="zh-CN" altLang="en-US" sz="2400">
                  <a:solidFill>
                    <a:schemeClr val="tx1"/>
                  </a:solidFill>
                  <a:latin typeface="Times New Roman" panose="02020603050405020304" charset="0"/>
                  <a:ea typeface="宋体" panose="02010600030101010101" pitchFamily="2" charset="-122"/>
                </a:rPr>
                <a:t>      主存块号 </a:t>
              </a:r>
              <a:r>
                <a:rPr lang="en-US" altLang="zh-CN" sz="2400">
                  <a:solidFill>
                    <a:schemeClr val="tx1"/>
                  </a:solidFill>
                  <a:latin typeface="Times New Roman" panose="02020603050405020304" charset="0"/>
                  <a:ea typeface="宋体" panose="02010600030101010101" pitchFamily="2" charset="-122"/>
                </a:rPr>
                <a:t>        </a:t>
              </a:r>
              <a:r>
                <a:rPr lang="zh-CN" altLang="en-US" sz="2400">
                  <a:solidFill>
                    <a:schemeClr val="tx1"/>
                  </a:solidFill>
                  <a:latin typeface="Times New Roman" panose="02020603050405020304" charset="0"/>
                  <a:ea typeface="宋体" panose="02010600030101010101" pitchFamily="2" charset="-122"/>
                </a:rPr>
                <a:t> 中断位         辅存地址</a:t>
              </a:r>
              <a:endParaRPr lang="zh-CN" altLang="en-US" sz="2400">
                <a:solidFill>
                  <a:schemeClr val="tx1"/>
                </a:solidFill>
                <a:latin typeface="Times New Roman" panose="02020603050405020304" charset="0"/>
                <a:ea typeface="宋体" panose="02010600030101010101" pitchFamily="2" charset="-122"/>
              </a:endParaRPr>
            </a:p>
          </p:txBody>
        </p:sp>
        <p:sp>
          <p:nvSpPr>
            <p:cNvPr id="89093" name="直接连接符 60423"/>
            <p:cNvSpPr/>
            <p:nvPr/>
          </p:nvSpPr>
          <p:spPr>
            <a:xfrm>
              <a:off x="720" y="0"/>
              <a:ext cx="0" cy="43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9094" name="直接连接符 60424"/>
            <p:cNvSpPr/>
            <p:nvPr/>
          </p:nvSpPr>
          <p:spPr>
            <a:xfrm>
              <a:off x="1536" y="0"/>
              <a:ext cx="0" cy="43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9095" name="直接连接符 60425"/>
            <p:cNvSpPr/>
            <p:nvPr/>
          </p:nvSpPr>
          <p:spPr>
            <a:xfrm>
              <a:off x="2304" y="0"/>
              <a:ext cx="0" cy="43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60427" name="矩形 60426"/>
          <p:cNvSpPr/>
          <p:nvPr/>
        </p:nvSpPr>
        <p:spPr>
          <a:xfrm>
            <a:off x="555625" y="4256405"/>
            <a:ext cx="7327900" cy="208470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spcBef>
                <a:spcPct val="20000"/>
              </a:spcBef>
            </a:pPr>
            <a:r>
              <a:rPr lang="zh-CN" altLang="en-US" sz="2400" b="1" strike="noStrike" noProof="1">
                <a:solidFill>
                  <a:schemeClr val="tx1"/>
                </a:solidFill>
                <a:effectLst/>
                <a:latin typeface="+mn-lt"/>
                <a:ea typeface="宋体" panose="02010600030101010101" pitchFamily="2" charset="-122"/>
                <a:cs typeface="+mn-cs"/>
              </a:rPr>
              <a:t>中断位</a:t>
            </a:r>
            <a:r>
              <a:rPr lang="en-US" altLang="zh-CN" sz="2400" b="1" strike="noStrike" noProof="1">
                <a:solidFill>
                  <a:schemeClr val="tx1"/>
                </a:solidFill>
                <a:effectLst/>
                <a:latin typeface="+mn-lt"/>
                <a:ea typeface="宋体" panose="02010600030101010101" pitchFamily="2" charset="-122"/>
                <a:cs typeface="+mn-cs"/>
              </a:rPr>
              <a:t>i</a:t>
            </a:r>
            <a:r>
              <a:rPr lang="en-US" altLang="zh-CN" sz="2400" strike="noStrike" noProof="1">
                <a:solidFill>
                  <a:schemeClr val="tx1"/>
                </a:solidFill>
                <a:effectLst/>
                <a:latin typeface="+mn-lt"/>
                <a:ea typeface="宋体" panose="02010600030101010101" pitchFamily="2" charset="-122"/>
                <a:cs typeface="+mn-cs"/>
              </a:rPr>
              <a:t>  </a:t>
            </a:r>
            <a:r>
              <a:rPr lang="zh-CN" altLang="en-US" sz="2400" strike="noStrike" noProof="1">
                <a:solidFill>
                  <a:schemeClr val="tx1"/>
                </a:solidFill>
                <a:effectLst/>
                <a:latin typeface="+mn-lt"/>
                <a:ea typeface="宋体" panose="02010600030101010101" pitchFamily="2" charset="-122"/>
                <a:cs typeface="+mn-cs"/>
              </a:rPr>
              <a:t>：标识该页是否在主存</a:t>
            </a:r>
            <a:endParaRPr lang="zh-CN" altLang="en-US" sz="2400" strike="noStrike" noProof="1">
              <a:solidFill>
                <a:schemeClr val="tx1"/>
              </a:solidFill>
              <a:effectLst/>
              <a:ea typeface="宋体" panose="02010600030101010101" pitchFamily="2" charset="-122"/>
            </a:endParaRPr>
          </a:p>
          <a:p>
            <a:pPr marL="533400" lvl="0" indent="-533400" fontAlgn="base">
              <a:lnSpc>
                <a:spcPct val="120000"/>
              </a:lnSpc>
              <a:spcBef>
                <a:spcPct val="20000"/>
              </a:spcBef>
              <a:buNone/>
            </a:pPr>
            <a:r>
              <a:rPr lang="en-US" altLang="zh-CN" sz="2400" strike="noStrike" noProof="1" dirty="0">
                <a:solidFill>
                  <a:schemeClr val="tx1"/>
                </a:solidFill>
                <a:effectLst/>
                <a:latin typeface="Times New Roman" panose="02020603050405020304" charset="0"/>
                <a:ea typeface="宋体" panose="02010600030101010101" pitchFamily="2" charset="-122"/>
                <a:cs typeface="+mn-ea"/>
              </a:rPr>
              <a:t>		</a:t>
            </a:r>
            <a:r>
              <a:rPr lang="zh-CN" altLang="en-US" sz="2400" strike="noStrike" noProof="1" dirty="0">
                <a:solidFill>
                  <a:schemeClr val="tx1"/>
                </a:solidFill>
                <a:effectLst/>
                <a:latin typeface="Times New Roman" panose="02020603050405020304" charset="0"/>
                <a:ea typeface="宋体" panose="02010600030101010101" pitchFamily="2" charset="-122"/>
                <a:cs typeface="+mn-ea"/>
              </a:rPr>
              <a:t>若</a:t>
            </a:r>
            <a:r>
              <a:rPr lang="en-US" altLang="zh-CN" sz="2400" strike="noStrike" noProof="1">
                <a:solidFill>
                  <a:schemeClr val="tx1"/>
                </a:solidFill>
                <a:effectLst/>
                <a:latin typeface="Arial" panose="02080604020202020204" pitchFamily="34" charset="0"/>
                <a:ea typeface="宋体" panose="02010600030101010101" pitchFamily="2" charset="-122"/>
                <a:cs typeface="+mn-ea"/>
              </a:rPr>
              <a:t>i</a:t>
            </a:r>
            <a:r>
              <a:rPr lang="en-US" altLang="zh-CN" sz="2400" strike="noStrike" noProof="1">
                <a:solidFill>
                  <a:schemeClr val="tx1"/>
                </a:solidFill>
                <a:effectLst/>
                <a:latin typeface="Times New Roman" panose="02020603050405020304" charset="0"/>
                <a:ea typeface="宋体" panose="02010600030101010101" pitchFamily="2" charset="-122"/>
                <a:cs typeface="+mn-ea"/>
              </a:rPr>
              <a:t>=1</a:t>
            </a:r>
            <a:r>
              <a:rPr lang="zh-CN" altLang="en-US" sz="2400" strike="noStrike" noProof="1">
                <a:solidFill>
                  <a:schemeClr val="tx1"/>
                </a:solidFill>
                <a:effectLst/>
                <a:latin typeface="Times New Roman" panose="02020603050405020304" charset="0"/>
                <a:ea typeface="宋体" panose="02010600030101010101" pitchFamily="2" charset="-122"/>
                <a:cs typeface="+mn-ea"/>
              </a:rPr>
              <a:t>，表示此页不在主存；</a:t>
            </a:r>
            <a:endParaRPr lang="zh-CN" altLang="en-US"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20000"/>
              </a:lnSpc>
              <a:spcBef>
                <a:spcPct val="20000"/>
              </a:spcBef>
              <a:buNone/>
            </a:pPr>
            <a:r>
              <a:rPr lang="en-US" altLang="zh-CN" sz="2400" strike="noStrike" noProof="1">
                <a:solidFill>
                  <a:schemeClr val="tx1"/>
                </a:solidFill>
                <a:effectLst/>
                <a:latin typeface="Times New Roman" panose="02020603050405020304" charset="0"/>
                <a:ea typeface="宋体" panose="02010600030101010101" pitchFamily="2" charset="-122"/>
                <a:cs typeface="+mn-ea"/>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rPr>
              <a:t>若</a:t>
            </a:r>
            <a:r>
              <a:rPr lang="en-US" altLang="zh-CN" sz="2400" strike="noStrike" noProof="1">
                <a:solidFill>
                  <a:schemeClr val="tx1"/>
                </a:solidFill>
                <a:effectLst/>
                <a:latin typeface="Times New Roman" panose="02020603050405020304" charset="0"/>
                <a:ea typeface="宋体" panose="02010600030101010101" pitchFamily="2" charset="-122"/>
                <a:cs typeface="+mn-ea"/>
              </a:rPr>
              <a:t>i=0</a:t>
            </a:r>
            <a:r>
              <a:rPr lang="zh-CN" altLang="en-US" sz="2400" strike="noStrike" noProof="1">
                <a:solidFill>
                  <a:schemeClr val="tx1"/>
                </a:solidFill>
                <a:effectLst/>
                <a:latin typeface="Times New Roman" panose="02020603050405020304" charset="0"/>
                <a:ea typeface="宋体" panose="02010600030101010101" pitchFamily="2" charset="-122"/>
                <a:cs typeface="+mn-ea"/>
              </a:rPr>
              <a:t>，表示该页在主存</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20000"/>
              </a:lnSpc>
              <a:spcBef>
                <a:spcPct val="20000"/>
              </a:spcBef>
            </a:pPr>
            <a:r>
              <a:rPr lang="zh-CN" altLang="en-US" sz="2400" b="1" strike="noStrike" noProof="1">
                <a:solidFill>
                  <a:schemeClr val="tx1"/>
                </a:solidFill>
                <a:effectLst/>
                <a:latin typeface="+mn-lt"/>
                <a:ea typeface="宋体" panose="02010600030101010101" pitchFamily="2" charset="-122"/>
                <a:cs typeface="+mn-cs"/>
              </a:rPr>
              <a:t>辅存地址</a:t>
            </a:r>
            <a:r>
              <a:rPr lang="zh-CN" altLang="en-US" sz="2400" strike="noStrike" noProof="1">
                <a:solidFill>
                  <a:schemeClr val="tx1"/>
                </a:solidFill>
                <a:effectLst/>
                <a:latin typeface="+mn-lt"/>
                <a:ea typeface="宋体" panose="02010600030101010101" pitchFamily="2" charset="-122"/>
                <a:cs typeface="+mn-cs"/>
              </a:rPr>
              <a:t> ：该页面在辅存的</a:t>
            </a:r>
            <a:r>
              <a:rPr lang="zh-CN" altLang="en-US" sz="2400" strike="noStrike" noProof="1" dirty="0">
                <a:solidFill>
                  <a:schemeClr val="tx1"/>
                </a:solidFill>
                <a:effectLst/>
                <a:latin typeface="+mn-lt"/>
                <a:ea typeface="宋体" panose="02010600030101010101" pitchFamily="2" charset="-122"/>
                <a:cs typeface="+mn-cs"/>
              </a:rPr>
              <a:t>位置</a:t>
            </a:r>
            <a:endParaRPr lang="zh-CN" altLang="en-US" sz="2400" strike="noStrike" noProof="1" dirty="0">
              <a:solidFill>
                <a:schemeClr val="tx1"/>
              </a:solidFill>
              <a:effectLst/>
              <a:ea typeface="宋体" panose="02010600030101010101" pitchFamily="2" charset="-122"/>
            </a:endParaRPr>
          </a:p>
        </p:txBody>
      </p:sp>
      <p:sp>
        <p:nvSpPr>
          <p:cNvPr id="60428" name="矩形 6042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页式存储管理</a:t>
            </a:r>
            <a:endParaRPr lang="zh-CN" altLang="en-US" sz="2400" strike="noStrike" noProof="1">
              <a:ea typeface="宋体" panose="02010600030101010101" pitchFamily="2" charset="-122"/>
            </a:endParaRPr>
          </a:p>
        </p:txBody>
      </p:sp>
      <p:sp>
        <p:nvSpPr>
          <p:cNvPr id="60429" name="矩形 60428"/>
          <p:cNvSpPr/>
          <p:nvPr/>
        </p:nvSpPr>
        <p:spPr>
          <a:xfrm>
            <a:off x="152400" y="594360"/>
            <a:ext cx="8839200" cy="1925320"/>
          </a:xfrm>
          <a:prstGeom prst="rect">
            <a:avLst/>
          </a:prstGeom>
          <a:noFill/>
          <a:ln w="9525">
            <a:noFill/>
            <a:miter/>
          </a:ln>
        </p:spPr>
        <p: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lvl="0" fontAlgn="base">
              <a:buNone/>
            </a:pPr>
            <a:r>
              <a:rPr lang="x-none" sz="3600" b="1" strike="noStrike" noProof="1">
                <a:solidFill>
                  <a:schemeClr val="tx2"/>
                </a:solidFill>
                <a:latin typeface="Arial" panose="02080604020202020204" pitchFamily="34" charset="0"/>
                <a:ea typeface="宋体" panose="02010600030101010101" pitchFamily="2" charset="-122"/>
                <a:cs typeface="+mn-ea"/>
              </a:rPr>
              <a:t>程序部分装入</a:t>
            </a:r>
            <a:r>
              <a:rPr lang="zh-CN" altLang="en-US" sz="3600" b="1" strike="noStrike" noProof="1">
                <a:solidFill>
                  <a:schemeClr val="tx2"/>
                </a:solidFill>
                <a:latin typeface="Arial" panose="02080604020202020204" pitchFamily="34" charset="0"/>
                <a:ea typeface="宋体" panose="02010600030101010101" pitchFamily="2" charset="-122"/>
                <a:cs typeface="+mn-ea"/>
              </a:rPr>
              <a:t>需解决的问题</a:t>
            </a:r>
            <a:endParaRPr lang="zh-CN" altLang="en-US" b="1" strike="noStrike" noProof="1">
              <a:solidFill>
                <a:schemeClr val="tx2"/>
              </a:solidFill>
            </a:endParaRPr>
          </a:p>
          <a:p>
            <a:pPr marL="0" lvl="0" indent="0" fontAlgn="base">
              <a:buFont typeface="Wingdings" panose="05000000000000000000" pitchFamily="2" charset="2"/>
              <a:buNone/>
            </a:pPr>
            <a:r>
              <a:rPr lang="zh-CN" altLang="en-US" b="1" strike="noStrike" noProof="1" dirty="0">
                <a:solidFill>
                  <a:srgbClr val="CC3300"/>
                </a:solidFill>
                <a:latin typeface="Arial" panose="02080604020202020204" pitchFamily="34" charset="0"/>
                <a:ea typeface="宋体" panose="02010600030101010101" pitchFamily="2" charset="-122"/>
                <a:cs typeface="+mn-ea"/>
              </a:rPr>
              <a:t>  怎</a:t>
            </a:r>
            <a:r>
              <a:rPr lang="zh-CN" altLang="en-US" b="1" strike="noStrike" noProof="1">
                <a:solidFill>
                  <a:srgbClr val="CC3300"/>
                </a:solidFill>
                <a:latin typeface="Arial" panose="02080604020202020204" pitchFamily="34" charset="0"/>
                <a:ea typeface="宋体" panose="02010600030101010101" pitchFamily="2" charset="-122"/>
                <a:cs typeface="+mn-ea"/>
              </a:rPr>
              <a:t>样发现所访问的页面在不在主存？</a:t>
            </a:r>
            <a:endParaRPr lang="zh-CN" altLang="en-US" b="1" strike="noStrike" noProof="1">
              <a:solidFill>
                <a:srgbClr val="CC3300"/>
              </a:solidFill>
            </a:endParaRPr>
          </a:p>
          <a:p>
            <a:pPr marL="0" lvl="0" indent="0" fontAlgn="base">
              <a:buFont typeface="Wingdings" panose="05000000000000000000" pitchFamily="2" charset="2"/>
              <a:buNone/>
            </a:pPr>
            <a:r>
              <a:rPr lang="zh-CN" altLang="en-US" b="1" strike="noStrike" noProof="1" dirty="0">
                <a:solidFill>
                  <a:srgbClr val="CC3300"/>
                </a:solidFill>
                <a:latin typeface="Arial" panose="02080604020202020204" pitchFamily="34" charset="0"/>
                <a:ea typeface="宋体" panose="02010600030101010101" pitchFamily="2" charset="-122"/>
                <a:cs typeface="+mn-ea"/>
              </a:rPr>
              <a:t>  当</a:t>
            </a:r>
            <a:r>
              <a:rPr lang="zh-CN" altLang="en-US" b="1" strike="noStrike" noProof="1">
                <a:solidFill>
                  <a:srgbClr val="CC3300"/>
                </a:solidFill>
                <a:latin typeface="Arial" panose="02080604020202020204" pitchFamily="34" charset="0"/>
                <a:ea typeface="宋体" panose="02010600030101010101" pitchFamily="2" charset="-122"/>
                <a:cs typeface="+mn-ea"/>
              </a:rPr>
              <a:t>发现所需访问的页面不在主存时如何处理</a:t>
            </a:r>
            <a:r>
              <a:rPr lang="en-US" altLang="zh-CN" strike="noStrike" noProof="1">
                <a:solidFill>
                  <a:srgbClr val="CC3300"/>
                </a:solidFill>
                <a:latin typeface="Arial" panose="02080604020202020204" pitchFamily="34" charset="0"/>
                <a:ea typeface="宋体" panose="02010600030101010101" pitchFamily="2" charset="-122"/>
                <a:cs typeface="+mn-ea"/>
              </a:rPr>
              <a:t>?</a:t>
            </a:r>
            <a:endParaRPr lang="en-US" altLang="zh-CN" b="1"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0421" grpId="0" build="p"/>
      <p:bldP spid="60427" grpId="0"/>
      <p:bldP spid="60429"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3" name="矩形 61442"/>
          <p:cNvSpPr/>
          <p:nvPr/>
        </p:nvSpPr>
        <p:spPr>
          <a:xfrm>
            <a:off x="657225" y="601663"/>
            <a:ext cx="8375650" cy="74930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zh-CN" altLang="en-US" sz="3600" b="1" strike="noStrike" noProof="1" dirty="0">
                <a:solidFill>
                  <a:srgbClr val="FF0000"/>
                </a:solidFill>
                <a:latin typeface="Times New Roman" panose="02020603050405020304" charset="0"/>
                <a:ea typeface="宋体" panose="02010600030101010101" pitchFamily="2" charset="-122"/>
                <a:cs typeface="+mn-ea"/>
              </a:rPr>
              <a:t>缺</a:t>
            </a:r>
            <a:r>
              <a:rPr lang="zh-CN" altLang="en-US" sz="3600" b="1" strike="noStrike" noProof="1">
                <a:solidFill>
                  <a:srgbClr val="FF0000"/>
                </a:solidFill>
                <a:latin typeface="Times New Roman" panose="02020603050405020304" charset="0"/>
                <a:ea typeface="宋体" panose="02010600030101010101" pitchFamily="2" charset="-122"/>
                <a:cs typeface="+mn-ea"/>
              </a:rPr>
              <a:t>页处理</a:t>
            </a:r>
            <a:r>
              <a:rPr lang="zh-CN" altLang="en-US" sz="3600" b="1" strike="noStrike" noProof="1" dirty="0">
                <a:solidFill>
                  <a:srgbClr val="FF0000"/>
                </a:solidFill>
                <a:latin typeface="Times New Roman" panose="02020603050405020304" charset="0"/>
                <a:ea typeface="宋体" panose="02010600030101010101" pitchFamily="2" charset="-122"/>
                <a:cs typeface="+mn-ea"/>
              </a:rPr>
              <a:t>示例</a:t>
            </a:r>
            <a:endParaRPr lang="zh-CN" altLang="en-US" sz="3600" b="1" strike="noStrike" noProof="1">
              <a:solidFill>
                <a:srgbClr val="FF0000"/>
              </a:solidFill>
              <a:latin typeface="Times New Roman" panose="02020603050405020304" charset="0"/>
              <a:ea typeface="宋体" panose="02010600030101010101" pitchFamily="2" charset="-122"/>
            </a:endParaRPr>
          </a:p>
        </p:txBody>
      </p:sp>
      <p:sp>
        <p:nvSpPr>
          <p:cNvPr id="61444" name="矩形 61443"/>
          <p:cNvSpPr/>
          <p:nvPr/>
        </p:nvSpPr>
        <p:spPr>
          <a:xfrm>
            <a:off x="130175" y="1195388"/>
            <a:ext cx="6373813" cy="53022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buNone/>
            </a:pPr>
            <a:r>
              <a:rPr lang="zh-CN" altLang="en-US" sz="2400" b="1" strike="noStrike" noProof="1">
                <a:solidFill>
                  <a:srgbClr val="000099"/>
                </a:solidFill>
                <a:latin typeface="Times New Roman" panose="02020603050405020304" charset="0"/>
                <a:ea typeface="宋体" panose="02010600030101010101" pitchFamily="2" charset="-122"/>
                <a:cs typeface="+mn-cs"/>
              </a:rPr>
              <a:t>①</a:t>
            </a:r>
            <a:r>
              <a:rPr lang="zh-CN" altLang="en-US" sz="2400" b="1" strike="noStrike" noProof="1">
                <a:solidFill>
                  <a:srgbClr val="000099"/>
                </a:solidFill>
                <a:latin typeface="宋体" panose="02010600030101010101" pitchFamily="2" charset="-122"/>
                <a:ea typeface="宋体" panose="02010600030101010101" pitchFamily="2" charset="-122"/>
                <a:cs typeface="+mn-cs"/>
              </a:rPr>
              <a:t> </a:t>
            </a:r>
            <a:r>
              <a:rPr lang="zh-CN" altLang="en-US" sz="2400" b="1" strike="noStrike" noProof="1">
                <a:solidFill>
                  <a:srgbClr val="000099"/>
                </a:solidFill>
                <a:latin typeface="Times New Roman" panose="02020603050405020304" charset="0"/>
                <a:ea typeface="宋体" panose="02010600030101010101" pitchFamily="2" charset="-122"/>
                <a:cs typeface="+mn-cs"/>
              </a:rPr>
              <a:t>程序</a:t>
            </a:r>
            <a:r>
              <a:rPr lang="en-US" altLang="zh-CN" sz="2400" b="1" strike="noStrike" noProof="1">
                <a:solidFill>
                  <a:srgbClr val="000099"/>
                </a:solidFill>
                <a:latin typeface="Times New Roman" panose="02020603050405020304" charset="0"/>
                <a:ea typeface="宋体" panose="02010600030101010101" pitchFamily="2" charset="-122"/>
                <a:cs typeface="+mn-cs"/>
              </a:rPr>
              <a:t>2</a:t>
            </a:r>
            <a:r>
              <a:rPr lang="zh-CN" altLang="en-US" sz="2400" b="1" strike="noStrike" noProof="1">
                <a:solidFill>
                  <a:srgbClr val="000099"/>
                </a:solidFill>
                <a:latin typeface="Times New Roman" panose="02020603050405020304" charset="0"/>
                <a:ea typeface="宋体" panose="02010600030101010101" pitchFamily="2" charset="-122"/>
                <a:cs typeface="+mn-cs"/>
              </a:rPr>
              <a:t>在请求分页系统中的存储映像</a:t>
            </a:r>
            <a:endParaRPr lang="zh-CN" altLang="en-US" sz="2400" b="1" strike="noStrike" noProof="1">
              <a:solidFill>
                <a:srgbClr val="000099"/>
              </a:solidFill>
              <a:latin typeface="Times New Roman" panose="02020603050405020304" charset="0"/>
              <a:ea typeface="宋体" panose="02010600030101010101" pitchFamily="2" charset="-122"/>
            </a:endParaRPr>
          </a:p>
        </p:txBody>
      </p:sp>
      <p:grpSp>
        <p:nvGrpSpPr>
          <p:cNvPr id="61445" name="组合 61444"/>
          <p:cNvGrpSpPr/>
          <p:nvPr/>
        </p:nvGrpSpPr>
        <p:grpSpPr>
          <a:xfrm>
            <a:off x="174625" y="1887538"/>
            <a:ext cx="2843213" cy="3014662"/>
            <a:chOff x="0" y="0"/>
            <a:chExt cx="1290" cy="1791"/>
          </a:xfrm>
        </p:grpSpPr>
        <p:sp>
          <p:nvSpPr>
            <p:cNvPr id="90117" name="矩形 61445"/>
            <p:cNvSpPr/>
            <p:nvPr/>
          </p:nvSpPr>
          <p:spPr>
            <a:xfrm>
              <a:off x="407" y="166"/>
              <a:ext cx="810" cy="1347"/>
            </a:xfrm>
            <a:prstGeom prst="rect">
              <a:avLst/>
            </a:prstGeom>
            <a:noFill/>
            <a:ln w="9525" cap="flat" cmpd="sng">
              <a:solidFill>
                <a:srgbClr val="000000"/>
              </a:solidFill>
              <a:prstDash val="solid"/>
              <a:miter/>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0118" name="直接连接符 61446"/>
            <p:cNvSpPr/>
            <p:nvPr/>
          </p:nvSpPr>
          <p:spPr>
            <a:xfrm>
              <a:off x="407" y="409"/>
              <a:ext cx="81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0119" name="直接连接符 61447"/>
            <p:cNvSpPr/>
            <p:nvPr/>
          </p:nvSpPr>
          <p:spPr>
            <a:xfrm>
              <a:off x="407" y="1211"/>
              <a:ext cx="81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0120" name="文本框 61448"/>
            <p:cNvSpPr txBox="1"/>
            <p:nvPr/>
          </p:nvSpPr>
          <p:spPr>
            <a:xfrm>
              <a:off x="226" y="0"/>
              <a:ext cx="192" cy="227"/>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90121" name="文本框 61449"/>
            <p:cNvSpPr txBox="1"/>
            <p:nvPr/>
          </p:nvSpPr>
          <p:spPr>
            <a:xfrm>
              <a:off x="90" y="287"/>
              <a:ext cx="362" cy="227"/>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1KB</a:t>
              </a:r>
              <a:endParaRPr lang="en-US" altLang="zh-CN" sz="1600">
                <a:solidFill>
                  <a:schemeClr val="tx1"/>
                </a:solidFill>
                <a:latin typeface="Times New Roman" panose="02020603050405020304" charset="0"/>
                <a:ea typeface="宋体" panose="02010600030101010101" pitchFamily="2" charset="-122"/>
              </a:endParaRPr>
            </a:p>
          </p:txBody>
        </p:sp>
        <p:sp>
          <p:nvSpPr>
            <p:cNvPr id="90122" name="文本框 61450"/>
            <p:cNvSpPr txBox="1"/>
            <p:nvPr/>
          </p:nvSpPr>
          <p:spPr>
            <a:xfrm>
              <a:off x="90" y="742"/>
              <a:ext cx="362" cy="22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2KB</a:t>
              </a:r>
              <a:endParaRPr lang="en-US" altLang="zh-CN" sz="1600">
                <a:solidFill>
                  <a:schemeClr val="tx1"/>
                </a:solidFill>
                <a:latin typeface="Times New Roman" panose="02020603050405020304" charset="0"/>
                <a:ea typeface="宋体" panose="02010600030101010101" pitchFamily="2" charset="-122"/>
              </a:endParaRPr>
            </a:p>
          </p:txBody>
        </p:sp>
        <p:sp>
          <p:nvSpPr>
            <p:cNvPr id="90123" name="文本框 61451"/>
            <p:cNvSpPr txBox="1"/>
            <p:nvPr/>
          </p:nvSpPr>
          <p:spPr>
            <a:xfrm>
              <a:off x="0" y="1452"/>
              <a:ext cx="497" cy="243"/>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4KB-</a:t>
              </a:r>
              <a:r>
                <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rPr>
                <a:t>1</a:t>
              </a:r>
              <a:endPar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endParaRPr>
            </a:p>
          </p:txBody>
        </p:sp>
        <p:sp>
          <p:nvSpPr>
            <p:cNvPr id="90124" name="文本框 61452"/>
            <p:cNvSpPr txBox="1"/>
            <p:nvPr/>
          </p:nvSpPr>
          <p:spPr>
            <a:xfrm>
              <a:off x="396" y="1591"/>
              <a:ext cx="894" cy="200"/>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程序</a:t>
              </a:r>
              <a:r>
                <a:rPr lang="en-US" altLang="zh-CN" sz="1600">
                  <a:solidFill>
                    <a:schemeClr val="tx1"/>
                  </a:solidFill>
                  <a:latin typeface="Times New Roman" panose="02020603050405020304" charset="0"/>
                  <a:ea typeface="宋体" panose="02010600030101010101" pitchFamily="2" charset="-122"/>
                </a:rPr>
                <a:t>2</a:t>
              </a:r>
              <a:r>
                <a:rPr lang="zh-CN" altLang="en-US" sz="1600">
                  <a:solidFill>
                    <a:schemeClr val="tx1"/>
                  </a:solidFill>
                  <a:latin typeface="Times New Roman" panose="02020603050405020304" charset="0"/>
                  <a:ea typeface="宋体" panose="02010600030101010101" pitchFamily="2" charset="-122"/>
                </a:rPr>
                <a:t>地址空间</a:t>
              </a:r>
              <a:endParaRPr lang="zh-CN" altLang="en-US" sz="1600">
                <a:solidFill>
                  <a:schemeClr val="tx1"/>
                </a:solidFill>
                <a:latin typeface="Times New Roman" panose="02020603050405020304" charset="0"/>
                <a:ea typeface="宋体" panose="02010600030101010101" pitchFamily="2" charset="-122"/>
              </a:endParaRPr>
            </a:p>
          </p:txBody>
        </p:sp>
        <p:sp>
          <p:nvSpPr>
            <p:cNvPr id="90125" name="直接连接符 61453"/>
            <p:cNvSpPr/>
            <p:nvPr/>
          </p:nvSpPr>
          <p:spPr>
            <a:xfrm>
              <a:off x="407" y="908"/>
              <a:ext cx="81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0126" name="文本框 61454"/>
            <p:cNvSpPr txBox="1"/>
            <p:nvPr/>
          </p:nvSpPr>
          <p:spPr>
            <a:xfrm>
              <a:off x="407" y="424"/>
              <a:ext cx="858" cy="460"/>
            </a:xfrm>
            <a:prstGeom prst="rect">
              <a:avLst/>
            </a:prstGeom>
            <a:noFill/>
            <a:ln w="9525">
              <a:noFill/>
              <a:miter/>
            </a:ln>
          </p:spPr>
          <p:txBody>
            <a:bodyPr anchor="t">
              <a:spAutoFit/>
            </a:bodyPr>
            <a:p>
              <a:pPr lvl="0">
                <a:lnSpc>
                  <a:spcPct val="140000"/>
                </a:lnSpc>
              </a:pPr>
              <a:r>
                <a:rPr lang="en-US" altLang="zh-CN" sz="1600">
                  <a:solidFill>
                    <a:schemeClr val="tx1"/>
                  </a:solidFill>
                  <a:latin typeface="Times New Roman" panose="02020603050405020304" charset="0"/>
                  <a:ea typeface="宋体" panose="02010600030101010101" pitchFamily="2" charset="-122"/>
                </a:rPr>
                <a:t>mov r1,[2120]</a:t>
              </a:r>
              <a:endParaRPr lang="en-US" altLang="zh-CN" sz="1600">
                <a:solidFill>
                  <a:schemeClr val="tx1"/>
                </a:solidFill>
                <a:latin typeface="Times New Roman" panose="02020603050405020304" charset="0"/>
                <a:ea typeface="宋体" panose="02010600030101010101" pitchFamily="2" charset="-122"/>
              </a:endParaRPr>
            </a:p>
            <a:p>
              <a:pPr lvl="0">
                <a:lnSpc>
                  <a:spcPct val="140000"/>
                </a:lnSpc>
              </a:pPr>
              <a:r>
                <a:rPr lang="en-US" altLang="zh-CN" sz="1600">
                  <a:solidFill>
                    <a:schemeClr val="tx1"/>
                  </a:solidFill>
                  <a:latin typeface="Times New Roman" panose="02020603050405020304" charset="0"/>
                  <a:ea typeface="宋体" panose="02010600030101010101" pitchFamily="2" charset="-122"/>
                </a:rPr>
                <a:t>add  r1,[3410]</a:t>
              </a:r>
              <a:endParaRPr lang="en-US" altLang="zh-CN" sz="1600">
                <a:solidFill>
                  <a:schemeClr val="tx1"/>
                </a:solidFill>
                <a:latin typeface="Times New Roman" panose="02020603050405020304" charset="0"/>
                <a:ea typeface="宋体" panose="02010600030101010101" pitchFamily="2" charset="-122"/>
              </a:endParaRPr>
            </a:p>
          </p:txBody>
        </p:sp>
        <p:sp>
          <p:nvSpPr>
            <p:cNvPr id="90127" name="文本框 61455"/>
            <p:cNvSpPr txBox="1"/>
            <p:nvPr/>
          </p:nvSpPr>
          <p:spPr>
            <a:xfrm>
              <a:off x="452" y="1211"/>
              <a:ext cx="588" cy="199"/>
            </a:xfrm>
            <a:prstGeom prst="rect">
              <a:avLst/>
            </a:prstGeom>
            <a:noFill/>
            <a:ln w="9525">
              <a:noFill/>
              <a:miter/>
            </a:ln>
          </p:spPr>
          <p:txBody>
            <a:bodyPr anchor="t">
              <a:spAutoFit/>
            </a:bodyPr>
            <a:p>
              <a:pPr lvl="0"/>
              <a:r>
                <a:rPr lang="en-US" altLang="x-none" sz="1600">
                  <a:solidFill>
                    <a:schemeClr val="tx1"/>
                  </a:solidFill>
                  <a:latin typeface="Times New Roman" panose="02020603050405020304" charset="0"/>
                  <a:ea typeface="宋体" panose="02010600030101010101" pitchFamily="2" charset="-122"/>
                </a:rPr>
                <a:t>006251  </a:t>
              </a:r>
              <a:endParaRPr lang="en-US" altLang="x-none" sz="1600">
                <a:solidFill>
                  <a:schemeClr val="tx1"/>
                </a:solidFill>
                <a:latin typeface="Times New Roman" panose="02020603050405020304" charset="0"/>
                <a:ea typeface="宋体" panose="02010600030101010101" pitchFamily="2" charset="-122"/>
              </a:endParaRPr>
            </a:p>
          </p:txBody>
        </p:sp>
        <p:sp>
          <p:nvSpPr>
            <p:cNvPr id="90128" name="文本框 61456"/>
            <p:cNvSpPr txBox="1"/>
            <p:nvPr/>
          </p:nvSpPr>
          <p:spPr>
            <a:xfrm>
              <a:off x="452" y="968"/>
              <a:ext cx="678" cy="199"/>
            </a:xfrm>
            <a:prstGeom prst="rect">
              <a:avLst/>
            </a:prstGeom>
            <a:noFill/>
            <a:ln w="9525">
              <a:noFill/>
              <a:miter/>
            </a:ln>
          </p:spPr>
          <p:txBody>
            <a:bodyPr anchor="t">
              <a:spAutoFit/>
            </a:bodyPr>
            <a:p>
              <a:pPr lvl="0"/>
              <a:r>
                <a:rPr lang="en-US" altLang="x-none" sz="1600">
                  <a:solidFill>
                    <a:schemeClr val="tx1"/>
                  </a:solidFill>
                  <a:latin typeface="Times New Roman" panose="02020603050405020304" charset="0"/>
                  <a:ea typeface="宋体" panose="02010600030101010101" pitchFamily="2" charset="-122"/>
                </a:rPr>
                <a:t>006802  </a:t>
              </a:r>
              <a:endParaRPr lang="en-US" altLang="x-none" sz="1600">
                <a:solidFill>
                  <a:schemeClr val="tx1"/>
                </a:solidFill>
                <a:latin typeface="Times New Roman" panose="02020603050405020304" charset="0"/>
                <a:ea typeface="宋体" panose="02010600030101010101" pitchFamily="2" charset="-122"/>
              </a:endParaRPr>
            </a:p>
          </p:txBody>
        </p:sp>
        <p:sp>
          <p:nvSpPr>
            <p:cNvPr id="90129" name="文本框 61457"/>
            <p:cNvSpPr txBox="1"/>
            <p:nvPr/>
          </p:nvSpPr>
          <p:spPr>
            <a:xfrm>
              <a:off x="90" y="1090"/>
              <a:ext cx="362" cy="22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3KB</a:t>
              </a:r>
              <a:endParaRPr lang="en-US" altLang="zh-CN" sz="1600">
                <a:solidFill>
                  <a:schemeClr val="tx1"/>
                </a:solidFill>
                <a:latin typeface="Times New Roman" panose="02020603050405020304" charset="0"/>
                <a:ea typeface="宋体" panose="02010600030101010101" pitchFamily="2" charset="-122"/>
              </a:endParaRPr>
            </a:p>
          </p:txBody>
        </p:sp>
      </p:grpSp>
      <p:grpSp>
        <p:nvGrpSpPr>
          <p:cNvPr id="61459" name="组合 61458"/>
          <p:cNvGrpSpPr/>
          <p:nvPr/>
        </p:nvGrpSpPr>
        <p:grpSpPr>
          <a:xfrm>
            <a:off x="3025775" y="1752600"/>
            <a:ext cx="5532438" cy="4057650"/>
            <a:chOff x="0" y="0"/>
            <a:chExt cx="3485" cy="2556"/>
          </a:xfrm>
        </p:grpSpPr>
        <p:sp>
          <p:nvSpPr>
            <p:cNvPr id="61460" name="矩形 61459"/>
            <p:cNvSpPr/>
            <p:nvPr/>
          </p:nvSpPr>
          <p:spPr>
            <a:xfrm>
              <a:off x="1938" y="89"/>
              <a:ext cx="905" cy="2219"/>
            </a:xfrm>
            <a:prstGeom prst="rect">
              <a:avLst/>
            </a:prstGeom>
            <a:no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0132" name="文本框 61460"/>
            <p:cNvSpPr txBox="1"/>
            <p:nvPr/>
          </p:nvSpPr>
          <p:spPr>
            <a:xfrm>
              <a:off x="2888" y="0"/>
              <a:ext cx="192" cy="167"/>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90133" name="文本框 61461"/>
            <p:cNvSpPr txBox="1"/>
            <p:nvPr/>
          </p:nvSpPr>
          <p:spPr>
            <a:xfrm>
              <a:off x="2843" y="203"/>
              <a:ext cx="451" cy="185"/>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1KB</a:t>
              </a:r>
              <a:endParaRPr lang="en-US" altLang="zh-CN" sz="1600">
                <a:solidFill>
                  <a:schemeClr val="tx1"/>
                </a:solidFill>
                <a:latin typeface="Times New Roman" panose="02020603050405020304" charset="0"/>
                <a:ea typeface="宋体" panose="02010600030101010101" pitchFamily="2" charset="-122"/>
              </a:endParaRPr>
            </a:p>
          </p:txBody>
        </p:sp>
        <p:sp>
          <p:nvSpPr>
            <p:cNvPr id="90134" name="直接连接符 61462"/>
            <p:cNvSpPr/>
            <p:nvPr/>
          </p:nvSpPr>
          <p:spPr>
            <a:xfrm>
              <a:off x="1938" y="311"/>
              <a:ext cx="905"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0135" name="直接连接符 61463"/>
            <p:cNvSpPr/>
            <p:nvPr/>
          </p:nvSpPr>
          <p:spPr>
            <a:xfrm>
              <a:off x="1938" y="532"/>
              <a:ext cx="905"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0136" name="直接连接符 61464"/>
            <p:cNvSpPr/>
            <p:nvPr/>
          </p:nvSpPr>
          <p:spPr>
            <a:xfrm>
              <a:off x="1938" y="1199"/>
              <a:ext cx="905"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0137" name="文本框 61465"/>
            <p:cNvSpPr txBox="1"/>
            <p:nvPr/>
          </p:nvSpPr>
          <p:spPr>
            <a:xfrm>
              <a:off x="2165" y="2343"/>
              <a:ext cx="678" cy="213"/>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主存</a:t>
              </a:r>
              <a:endParaRPr lang="zh-CN" altLang="en-US" sz="1600">
                <a:solidFill>
                  <a:schemeClr val="tx1"/>
                </a:solidFill>
                <a:latin typeface="Times New Roman" panose="02020603050405020304" charset="0"/>
                <a:ea typeface="宋体" panose="02010600030101010101" pitchFamily="2" charset="-122"/>
              </a:endParaRPr>
            </a:p>
          </p:txBody>
        </p:sp>
        <p:sp>
          <p:nvSpPr>
            <p:cNvPr id="90138" name="直接连接符 61466"/>
            <p:cNvSpPr/>
            <p:nvPr/>
          </p:nvSpPr>
          <p:spPr>
            <a:xfrm>
              <a:off x="1938" y="1865"/>
              <a:ext cx="905"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0139" name="直接连接符 61467"/>
            <p:cNvSpPr/>
            <p:nvPr/>
          </p:nvSpPr>
          <p:spPr>
            <a:xfrm>
              <a:off x="1938" y="1420"/>
              <a:ext cx="905"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0140" name="直接连接符 61468"/>
            <p:cNvSpPr/>
            <p:nvPr/>
          </p:nvSpPr>
          <p:spPr>
            <a:xfrm>
              <a:off x="1938" y="977"/>
              <a:ext cx="905"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0141" name="直接连接符 61469"/>
            <p:cNvSpPr/>
            <p:nvPr/>
          </p:nvSpPr>
          <p:spPr>
            <a:xfrm>
              <a:off x="1938" y="2086"/>
              <a:ext cx="905"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0142" name="直接连接符 61470"/>
            <p:cNvSpPr/>
            <p:nvPr/>
          </p:nvSpPr>
          <p:spPr>
            <a:xfrm>
              <a:off x="1938" y="754"/>
              <a:ext cx="905"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0143" name="直接连接符 61471"/>
            <p:cNvSpPr/>
            <p:nvPr/>
          </p:nvSpPr>
          <p:spPr>
            <a:xfrm>
              <a:off x="1938" y="1642"/>
              <a:ext cx="905"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0144" name="文本框 61472"/>
            <p:cNvSpPr txBox="1"/>
            <p:nvPr/>
          </p:nvSpPr>
          <p:spPr>
            <a:xfrm>
              <a:off x="2843" y="424"/>
              <a:ext cx="421" cy="18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2KB</a:t>
              </a:r>
              <a:endParaRPr lang="en-US" altLang="zh-CN" sz="1600">
                <a:solidFill>
                  <a:schemeClr val="tx1"/>
                </a:solidFill>
                <a:latin typeface="Times New Roman" panose="02020603050405020304" charset="0"/>
                <a:ea typeface="宋体" panose="02010600030101010101" pitchFamily="2" charset="-122"/>
              </a:endParaRPr>
            </a:p>
          </p:txBody>
        </p:sp>
        <p:sp>
          <p:nvSpPr>
            <p:cNvPr id="90145" name="文本框 61473"/>
            <p:cNvSpPr txBox="1"/>
            <p:nvPr/>
          </p:nvSpPr>
          <p:spPr>
            <a:xfrm>
              <a:off x="2843" y="656"/>
              <a:ext cx="451" cy="17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3KB</a:t>
              </a:r>
              <a:endParaRPr lang="en-US" altLang="zh-CN" sz="1600">
                <a:solidFill>
                  <a:schemeClr val="tx1"/>
                </a:solidFill>
                <a:latin typeface="Times New Roman" panose="02020603050405020304" charset="0"/>
                <a:ea typeface="宋体" panose="02010600030101010101" pitchFamily="2" charset="-122"/>
              </a:endParaRPr>
            </a:p>
          </p:txBody>
        </p:sp>
        <p:sp>
          <p:nvSpPr>
            <p:cNvPr id="90146" name="文本框 61474"/>
            <p:cNvSpPr txBox="1"/>
            <p:nvPr/>
          </p:nvSpPr>
          <p:spPr>
            <a:xfrm>
              <a:off x="2843" y="859"/>
              <a:ext cx="421" cy="19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4KB</a:t>
              </a:r>
              <a:endParaRPr lang="en-US" altLang="zh-CN" sz="1600">
                <a:solidFill>
                  <a:schemeClr val="tx1"/>
                </a:solidFill>
                <a:latin typeface="Times New Roman" panose="02020603050405020304" charset="0"/>
                <a:ea typeface="宋体" panose="02010600030101010101" pitchFamily="2" charset="-122"/>
              </a:endParaRPr>
            </a:p>
          </p:txBody>
        </p:sp>
        <p:sp>
          <p:nvSpPr>
            <p:cNvPr id="90147" name="文本框 61475"/>
            <p:cNvSpPr txBox="1"/>
            <p:nvPr/>
          </p:nvSpPr>
          <p:spPr>
            <a:xfrm>
              <a:off x="2843" y="1060"/>
              <a:ext cx="412" cy="21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5KB</a:t>
              </a:r>
              <a:endParaRPr lang="en-US" altLang="zh-CN" sz="1600">
                <a:solidFill>
                  <a:schemeClr val="tx1"/>
                </a:solidFill>
                <a:latin typeface="Times New Roman" panose="02020603050405020304" charset="0"/>
                <a:ea typeface="宋体" panose="02010600030101010101" pitchFamily="2" charset="-122"/>
              </a:endParaRPr>
            </a:p>
          </p:txBody>
        </p:sp>
        <p:sp>
          <p:nvSpPr>
            <p:cNvPr id="90148" name="文本框 61476"/>
            <p:cNvSpPr txBox="1"/>
            <p:nvPr/>
          </p:nvSpPr>
          <p:spPr>
            <a:xfrm>
              <a:off x="2843" y="1282"/>
              <a:ext cx="412" cy="21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6KB</a:t>
              </a:r>
              <a:endParaRPr lang="en-US" altLang="zh-CN" sz="1600">
                <a:solidFill>
                  <a:schemeClr val="tx1"/>
                </a:solidFill>
                <a:latin typeface="Times New Roman" panose="02020603050405020304" charset="0"/>
                <a:ea typeface="宋体" panose="02010600030101010101" pitchFamily="2" charset="-122"/>
              </a:endParaRPr>
            </a:p>
          </p:txBody>
        </p:sp>
        <p:sp>
          <p:nvSpPr>
            <p:cNvPr id="90149" name="文本框 61477"/>
            <p:cNvSpPr txBox="1"/>
            <p:nvPr/>
          </p:nvSpPr>
          <p:spPr>
            <a:xfrm>
              <a:off x="2843" y="1505"/>
              <a:ext cx="441" cy="215"/>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7KB</a:t>
              </a:r>
              <a:endParaRPr lang="en-US" altLang="zh-CN" sz="1600">
                <a:solidFill>
                  <a:schemeClr val="tx1"/>
                </a:solidFill>
                <a:latin typeface="Times New Roman" panose="02020603050405020304" charset="0"/>
                <a:ea typeface="宋体" panose="02010600030101010101" pitchFamily="2" charset="-122"/>
              </a:endParaRPr>
            </a:p>
          </p:txBody>
        </p:sp>
        <p:sp>
          <p:nvSpPr>
            <p:cNvPr id="90150" name="文本框 61478"/>
            <p:cNvSpPr txBox="1"/>
            <p:nvPr/>
          </p:nvSpPr>
          <p:spPr>
            <a:xfrm>
              <a:off x="2843" y="1717"/>
              <a:ext cx="421" cy="225"/>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8KB</a:t>
              </a:r>
              <a:endParaRPr lang="en-US" altLang="zh-CN" sz="1600">
                <a:solidFill>
                  <a:schemeClr val="tx1"/>
                </a:solidFill>
                <a:latin typeface="Times New Roman" panose="02020603050405020304" charset="0"/>
                <a:ea typeface="宋体" panose="02010600030101010101" pitchFamily="2" charset="-122"/>
              </a:endParaRPr>
            </a:p>
          </p:txBody>
        </p:sp>
        <p:sp>
          <p:nvSpPr>
            <p:cNvPr id="90151" name="文本框 61479"/>
            <p:cNvSpPr txBox="1"/>
            <p:nvPr/>
          </p:nvSpPr>
          <p:spPr>
            <a:xfrm>
              <a:off x="2843" y="1948"/>
              <a:ext cx="431" cy="21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9KB</a:t>
              </a:r>
              <a:endParaRPr lang="en-US" altLang="zh-CN" sz="1600">
                <a:solidFill>
                  <a:schemeClr val="tx1"/>
                </a:solidFill>
                <a:latin typeface="Times New Roman" panose="02020603050405020304" charset="0"/>
                <a:ea typeface="宋体" panose="02010600030101010101" pitchFamily="2" charset="-122"/>
              </a:endParaRPr>
            </a:p>
          </p:txBody>
        </p:sp>
        <p:sp>
          <p:nvSpPr>
            <p:cNvPr id="90152" name="文本框 61480"/>
            <p:cNvSpPr txBox="1"/>
            <p:nvPr/>
          </p:nvSpPr>
          <p:spPr>
            <a:xfrm>
              <a:off x="2713" y="2182"/>
              <a:ext cx="772" cy="205"/>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10KB</a:t>
              </a:r>
              <a:r>
                <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rPr>
                <a:t>1</a:t>
              </a:r>
              <a:endPar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endParaRPr>
            </a:p>
          </p:txBody>
        </p:sp>
        <p:sp>
          <p:nvSpPr>
            <p:cNvPr id="61482" name="矩形 61481"/>
            <p:cNvSpPr/>
            <p:nvPr/>
          </p:nvSpPr>
          <p:spPr>
            <a:xfrm>
              <a:off x="51" y="558"/>
              <a:ext cx="1481" cy="818"/>
            </a:xfrm>
            <a:prstGeom prst="rect">
              <a:avLst/>
            </a:prstGeom>
            <a:no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0154" name="文本框 61482"/>
            <p:cNvSpPr txBox="1"/>
            <p:nvPr/>
          </p:nvSpPr>
          <p:spPr>
            <a:xfrm>
              <a:off x="142" y="558"/>
              <a:ext cx="192" cy="16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90155" name="文本框 61483"/>
            <p:cNvSpPr txBox="1"/>
            <p:nvPr/>
          </p:nvSpPr>
          <p:spPr>
            <a:xfrm>
              <a:off x="1306" y="577"/>
              <a:ext cx="192" cy="167"/>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90156" name="文本框 61484"/>
            <p:cNvSpPr txBox="1"/>
            <p:nvPr/>
          </p:nvSpPr>
          <p:spPr>
            <a:xfrm>
              <a:off x="142" y="735"/>
              <a:ext cx="192" cy="167"/>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90157" name="文本框 61485"/>
            <p:cNvSpPr txBox="1"/>
            <p:nvPr/>
          </p:nvSpPr>
          <p:spPr>
            <a:xfrm>
              <a:off x="1306" y="754"/>
              <a:ext cx="192" cy="167"/>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4</a:t>
              </a:r>
              <a:endParaRPr lang="en-US" altLang="zh-CN" sz="1600">
                <a:solidFill>
                  <a:schemeClr val="tx1"/>
                </a:solidFill>
                <a:latin typeface="Times New Roman" panose="02020603050405020304" charset="0"/>
                <a:ea typeface="宋体" panose="02010600030101010101" pitchFamily="2" charset="-122"/>
              </a:endParaRPr>
            </a:p>
          </p:txBody>
        </p:sp>
        <p:sp>
          <p:nvSpPr>
            <p:cNvPr id="90158" name="文本框 61486"/>
            <p:cNvSpPr txBox="1"/>
            <p:nvPr/>
          </p:nvSpPr>
          <p:spPr>
            <a:xfrm>
              <a:off x="130" y="957"/>
              <a:ext cx="192" cy="16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90159" name="文本框 61487"/>
            <p:cNvSpPr txBox="1"/>
            <p:nvPr/>
          </p:nvSpPr>
          <p:spPr>
            <a:xfrm>
              <a:off x="434" y="1454"/>
              <a:ext cx="723"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程序</a:t>
              </a:r>
              <a:r>
                <a:rPr lang="en-US" altLang="zh-CN" sz="1600">
                  <a:solidFill>
                    <a:schemeClr val="tx1"/>
                  </a:solidFill>
                  <a:latin typeface="Times New Roman" panose="02020603050405020304" charset="0"/>
                  <a:ea typeface="宋体" panose="02010600030101010101" pitchFamily="2" charset="-122"/>
                </a:rPr>
                <a:t>2</a:t>
              </a:r>
              <a:r>
                <a:rPr lang="zh-CN" altLang="en-US" sz="1600">
                  <a:solidFill>
                    <a:schemeClr val="tx1"/>
                  </a:solidFill>
                  <a:latin typeface="Times New Roman" panose="02020603050405020304" charset="0"/>
                  <a:ea typeface="宋体" panose="02010600030101010101" pitchFamily="2" charset="-122"/>
                </a:rPr>
                <a:t>页表</a:t>
              </a:r>
              <a:endParaRPr lang="zh-CN" altLang="en-US" sz="1600">
                <a:solidFill>
                  <a:schemeClr val="tx1"/>
                </a:solidFill>
                <a:latin typeface="Times New Roman" panose="02020603050405020304" charset="0"/>
                <a:ea typeface="宋体" panose="02010600030101010101" pitchFamily="2" charset="-122"/>
              </a:endParaRPr>
            </a:p>
          </p:txBody>
        </p:sp>
        <p:sp>
          <p:nvSpPr>
            <p:cNvPr id="90160" name="文本框 61488"/>
            <p:cNvSpPr txBox="1"/>
            <p:nvPr/>
          </p:nvSpPr>
          <p:spPr>
            <a:xfrm>
              <a:off x="2255" y="45"/>
              <a:ext cx="362" cy="221"/>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os</a:t>
              </a:r>
              <a:endParaRPr lang="en-US" altLang="zh-CN" sz="1600">
                <a:solidFill>
                  <a:schemeClr val="tx1"/>
                </a:solidFill>
                <a:latin typeface="Times New Roman" panose="02020603050405020304" charset="0"/>
                <a:ea typeface="宋体" panose="02010600030101010101" pitchFamily="2" charset="-122"/>
              </a:endParaRPr>
            </a:p>
          </p:txBody>
        </p:sp>
        <p:sp>
          <p:nvSpPr>
            <p:cNvPr id="90161" name="文本框 61489"/>
            <p:cNvSpPr txBox="1"/>
            <p:nvPr/>
          </p:nvSpPr>
          <p:spPr>
            <a:xfrm>
              <a:off x="2255" y="311"/>
              <a:ext cx="362" cy="26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os</a:t>
              </a:r>
              <a:endParaRPr lang="en-US" altLang="zh-CN" sz="1600">
                <a:solidFill>
                  <a:schemeClr val="tx1"/>
                </a:solidFill>
                <a:latin typeface="Times New Roman" panose="02020603050405020304" charset="0"/>
                <a:ea typeface="宋体" panose="02010600030101010101" pitchFamily="2" charset="-122"/>
              </a:endParaRPr>
            </a:p>
          </p:txBody>
        </p:sp>
        <p:sp>
          <p:nvSpPr>
            <p:cNvPr id="90162" name="文本框 61490"/>
            <p:cNvSpPr txBox="1"/>
            <p:nvPr/>
          </p:nvSpPr>
          <p:spPr>
            <a:xfrm>
              <a:off x="1954" y="984"/>
              <a:ext cx="860" cy="212"/>
            </a:xfrm>
            <a:prstGeom prst="rect">
              <a:avLst/>
            </a:prstGeom>
            <a:noFill/>
            <a:ln w="9525">
              <a:noFill/>
              <a:miter/>
            </a:ln>
          </p:spPr>
          <p:txBody>
            <a:bodyPr anchor="t">
              <a:spAutoFit/>
            </a:bodyPr>
            <a:p>
              <a:pPr lvl="0">
                <a:spcBef>
                  <a:spcPct val="50000"/>
                </a:spcBef>
              </a:pPr>
              <a:r>
                <a:rPr lang="zh-CN" altLang="en-US" sz="1600" b="0">
                  <a:solidFill>
                    <a:schemeClr val="tx1"/>
                  </a:solidFill>
                  <a:latin typeface="Times New Roman" panose="02020603050405020304" charset="0"/>
                  <a:ea typeface="宋体" panose="02010600030101010101" pitchFamily="2" charset="-122"/>
                </a:rPr>
                <a:t>程序</a:t>
              </a:r>
              <a:r>
                <a:rPr lang="en-US" altLang="zh-CN" sz="1600" b="0" baseline="-25000">
                  <a:solidFill>
                    <a:schemeClr val="tx1"/>
                  </a:solidFill>
                  <a:latin typeface="Times New Roman" panose="02020603050405020304" charset="0"/>
                  <a:ea typeface="宋体" panose="02010600030101010101" pitchFamily="2" charset="-122"/>
                </a:rPr>
                <a:t>2</a:t>
              </a:r>
              <a:r>
                <a:rPr lang="zh-CN" altLang="en-US" sz="1600" b="0">
                  <a:solidFill>
                    <a:schemeClr val="tx1"/>
                  </a:solidFill>
                  <a:latin typeface="Times New Roman" panose="02020603050405020304" charset="0"/>
                  <a:ea typeface="宋体" panose="02010600030101010101" pitchFamily="2" charset="-122"/>
                </a:rPr>
                <a:t>第</a:t>
              </a:r>
              <a:r>
                <a:rPr lang="en-US" altLang="zh-CN" sz="1600" b="0">
                  <a:solidFill>
                    <a:schemeClr val="tx1"/>
                  </a:solidFill>
                  <a:latin typeface="Times New Roman" panose="02020603050405020304" charset="0"/>
                  <a:ea typeface="宋体" panose="02010600030101010101" pitchFamily="2" charset="-122"/>
                </a:rPr>
                <a:t>1</a:t>
              </a:r>
              <a:r>
                <a:rPr lang="zh-CN" altLang="en-US" sz="1600" b="0">
                  <a:solidFill>
                    <a:schemeClr val="tx1"/>
                  </a:solidFill>
                  <a:latin typeface="Times New Roman" panose="02020603050405020304" charset="0"/>
                  <a:ea typeface="宋体" panose="02010600030101010101" pitchFamily="2" charset="-122"/>
                </a:rPr>
                <a:t>页</a:t>
              </a:r>
              <a:endParaRPr lang="zh-CN" altLang="en-US" sz="1600" b="0">
                <a:solidFill>
                  <a:schemeClr val="tx1"/>
                </a:solidFill>
                <a:latin typeface="Times New Roman" panose="02020603050405020304" charset="0"/>
                <a:ea typeface="宋体" panose="02010600030101010101" pitchFamily="2" charset="-122"/>
              </a:endParaRPr>
            </a:p>
          </p:txBody>
        </p:sp>
        <p:sp>
          <p:nvSpPr>
            <p:cNvPr id="90163" name="文本框 61491"/>
            <p:cNvSpPr txBox="1"/>
            <p:nvPr/>
          </p:nvSpPr>
          <p:spPr>
            <a:xfrm>
              <a:off x="1956" y="541"/>
              <a:ext cx="939" cy="212"/>
            </a:xfrm>
            <a:prstGeom prst="rect">
              <a:avLst/>
            </a:prstGeom>
            <a:noFill/>
            <a:ln w="9525">
              <a:noFill/>
              <a:miter/>
            </a:ln>
          </p:spPr>
          <p:txBody>
            <a:bodyPr anchor="t">
              <a:spAutoFit/>
            </a:bodyPr>
            <a:p>
              <a:pPr lvl="0">
                <a:spcBef>
                  <a:spcPct val="50000"/>
                </a:spcBef>
              </a:pPr>
              <a:r>
                <a:rPr lang="zh-CN" altLang="en-US" sz="1600" b="0">
                  <a:solidFill>
                    <a:schemeClr val="tx1"/>
                  </a:solidFill>
                  <a:latin typeface="Times New Roman" panose="02020603050405020304" charset="0"/>
                  <a:ea typeface="宋体" panose="02010600030101010101" pitchFamily="2" charset="-122"/>
                </a:rPr>
                <a:t>程序</a:t>
              </a:r>
              <a:r>
                <a:rPr lang="en-US" altLang="zh-CN" sz="1600" b="0" baseline="-25000">
                  <a:solidFill>
                    <a:schemeClr val="tx1"/>
                  </a:solidFill>
                  <a:latin typeface="Times New Roman" panose="02020603050405020304" charset="0"/>
                  <a:ea typeface="宋体" panose="02010600030101010101" pitchFamily="2" charset="-122"/>
                </a:rPr>
                <a:t>2</a:t>
              </a:r>
              <a:r>
                <a:rPr lang="zh-CN" altLang="en-US" sz="1600" b="0">
                  <a:solidFill>
                    <a:schemeClr val="tx1"/>
                  </a:solidFill>
                  <a:latin typeface="Times New Roman" panose="02020603050405020304" charset="0"/>
                  <a:ea typeface="宋体" panose="02010600030101010101" pitchFamily="2" charset="-122"/>
                </a:rPr>
                <a:t>第</a:t>
              </a:r>
              <a:r>
                <a:rPr lang="en-US" altLang="zh-CN" sz="1600" b="0">
                  <a:solidFill>
                    <a:schemeClr val="tx1"/>
                  </a:solidFill>
                  <a:latin typeface="Times New Roman" panose="02020603050405020304" charset="0"/>
                  <a:ea typeface="宋体" panose="02010600030101010101" pitchFamily="2" charset="-122"/>
                </a:rPr>
                <a:t>0</a:t>
              </a:r>
              <a:r>
                <a:rPr lang="zh-CN" altLang="en-US" sz="1600" b="0">
                  <a:solidFill>
                    <a:schemeClr val="tx1"/>
                  </a:solidFill>
                  <a:latin typeface="Times New Roman" panose="02020603050405020304" charset="0"/>
                  <a:ea typeface="宋体" panose="02010600030101010101" pitchFamily="2" charset="-122"/>
                </a:rPr>
                <a:t>页</a:t>
              </a:r>
              <a:endParaRPr lang="zh-CN" altLang="en-US" sz="1600" b="0">
                <a:solidFill>
                  <a:schemeClr val="tx1"/>
                </a:solidFill>
                <a:latin typeface="Times New Roman" panose="02020603050405020304" charset="0"/>
                <a:ea typeface="宋体" panose="02010600030101010101" pitchFamily="2" charset="-122"/>
              </a:endParaRPr>
            </a:p>
          </p:txBody>
        </p:sp>
        <p:sp>
          <p:nvSpPr>
            <p:cNvPr id="90164" name="直接连接符 61492"/>
            <p:cNvSpPr/>
            <p:nvPr/>
          </p:nvSpPr>
          <p:spPr>
            <a:xfrm>
              <a:off x="402" y="554"/>
              <a:ext cx="0" cy="822"/>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0165" name="文本框 61493"/>
            <p:cNvSpPr txBox="1"/>
            <p:nvPr/>
          </p:nvSpPr>
          <p:spPr>
            <a:xfrm>
              <a:off x="130" y="1199"/>
              <a:ext cx="192" cy="16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3</a:t>
              </a:r>
              <a:endParaRPr lang="en-US" altLang="zh-CN" sz="1600">
                <a:solidFill>
                  <a:schemeClr val="tx1"/>
                </a:solidFill>
                <a:latin typeface="Times New Roman" panose="02020603050405020304" charset="0"/>
                <a:ea typeface="宋体" panose="02010600030101010101" pitchFamily="2" charset="-122"/>
              </a:endParaRPr>
            </a:p>
          </p:txBody>
        </p:sp>
        <p:sp>
          <p:nvSpPr>
            <p:cNvPr id="90166" name="直接连接符 61494"/>
            <p:cNvSpPr/>
            <p:nvPr/>
          </p:nvSpPr>
          <p:spPr>
            <a:xfrm>
              <a:off x="40" y="754"/>
              <a:ext cx="1492"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0167" name="直接连接符 61495"/>
            <p:cNvSpPr/>
            <p:nvPr/>
          </p:nvSpPr>
          <p:spPr>
            <a:xfrm>
              <a:off x="40" y="932"/>
              <a:ext cx="1492"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0168" name="直接连接符 61496"/>
            <p:cNvSpPr/>
            <p:nvPr/>
          </p:nvSpPr>
          <p:spPr>
            <a:xfrm>
              <a:off x="40" y="1154"/>
              <a:ext cx="1492"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0169" name="直接连接符 61497"/>
            <p:cNvSpPr/>
            <p:nvPr/>
          </p:nvSpPr>
          <p:spPr>
            <a:xfrm>
              <a:off x="854" y="554"/>
              <a:ext cx="0" cy="822"/>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0170" name="直接连接符 61498"/>
            <p:cNvSpPr/>
            <p:nvPr/>
          </p:nvSpPr>
          <p:spPr>
            <a:xfrm>
              <a:off x="1215" y="554"/>
              <a:ext cx="0" cy="822"/>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0171" name="文本框 61499"/>
            <p:cNvSpPr txBox="1"/>
            <p:nvPr/>
          </p:nvSpPr>
          <p:spPr>
            <a:xfrm>
              <a:off x="0" y="323"/>
              <a:ext cx="1709" cy="211"/>
            </a:xfrm>
            <a:prstGeom prst="rect">
              <a:avLst/>
            </a:prstGeom>
            <a:noFill/>
            <a:ln w="9525">
              <a:noFill/>
              <a:miter/>
            </a:ln>
          </p:spPr>
          <p:txBody>
            <a:bodyPr wrap="square" anchor="t">
              <a:spAutoFit/>
            </a:bodyPr>
            <a:p>
              <a:pPr lvl="0">
                <a:spcBef>
                  <a:spcPct val="50000"/>
                </a:spcBef>
              </a:pPr>
              <a:r>
                <a:rPr lang="zh-CN" altLang="en-US">
                  <a:solidFill>
                    <a:schemeClr val="tx1"/>
                  </a:solidFill>
                  <a:latin typeface="Times New Roman" panose="02020603050405020304" charset="0"/>
                  <a:ea typeface="宋体" panose="02010600030101010101" pitchFamily="2" charset="-122"/>
                </a:rPr>
                <a:t>页号   辅存地址  中断位  块号</a:t>
              </a:r>
              <a:r>
                <a:rPr lang="zh-CN" altLang="en-US" sz="1600">
                  <a:solidFill>
                    <a:schemeClr val="tx1"/>
                  </a:solidFill>
                  <a:latin typeface="Times New Roman" panose="02020603050405020304" charset="0"/>
                  <a:ea typeface="宋体" panose="02010600030101010101" pitchFamily="2" charset="-122"/>
                </a:rPr>
                <a:t>   </a:t>
              </a:r>
              <a:endParaRPr lang="zh-CN" altLang="en-US" sz="1600">
                <a:solidFill>
                  <a:schemeClr val="tx1"/>
                </a:solidFill>
                <a:latin typeface="Times New Roman" panose="02020603050405020304" charset="0"/>
                <a:ea typeface="宋体" panose="02010600030101010101" pitchFamily="2" charset="-122"/>
              </a:endParaRPr>
            </a:p>
          </p:txBody>
        </p:sp>
        <p:sp>
          <p:nvSpPr>
            <p:cNvPr id="90172" name="文本框 61500"/>
            <p:cNvSpPr txBox="1"/>
            <p:nvPr/>
          </p:nvSpPr>
          <p:spPr>
            <a:xfrm>
              <a:off x="944" y="532"/>
              <a:ext cx="192" cy="167"/>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90173" name="文本框 61501"/>
            <p:cNvSpPr txBox="1"/>
            <p:nvPr/>
          </p:nvSpPr>
          <p:spPr>
            <a:xfrm>
              <a:off x="944" y="739"/>
              <a:ext cx="192" cy="16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90174" name="文本框 61502"/>
            <p:cNvSpPr txBox="1"/>
            <p:nvPr/>
          </p:nvSpPr>
          <p:spPr>
            <a:xfrm>
              <a:off x="944" y="932"/>
              <a:ext cx="192" cy="16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90175" name="文本框 61503"/>
            <p:cNvSpPr txBox="1"/>
            <p:nvPr/>
          </p:nvSpPr>
          <p:spPr>
            <a:xfrm>
              <a:off x="944" y="1154"/>
              <a:ext cx="192" cy="167"/>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90176" name="文本框 61504"/>
            <p:cNvSpPr txBox="1"/>
            <p:nvPr/>
          </p:nvSpPr>
          <p:spPr>
            <a:xfrm>
              <a:off x="447" y="735"/>
              <a:ext cx="441" cy="222"/>
            </a:xfrm>
            <a:prstGeom prst="rect">
              <a:avLst/>
            </a:prstGeom>
            <a:noFill/>
            <a:ln w="9525">
              <a:noFill/>
              <a:miter/>
            </a:ln>
          </p:spPr>
          <p:txBody>
            <a:bodyPr anchor="t"/>
            <a:p>
              <a:pPr lvl="0" algn="just"/>
              <a:r>
                <a:rPr lang="zh-CN" altLang="en-US" sz="1600" b="0">
                  <a:solidFill>
                    <a:schemeClr val="tx1"/>
                  </a:solidFill>
                  <a:latin typeface="Times New Roman" panose="02020603050405020304" charset="0"/>
                  <a:ea typeface="宋体" panose="02010600030101010101" pitchFamily="2" charset="-122"/>
                </a:rPr>
                <a:t>地址</a:t>
              </a:r>
              <a:endParaRPr lang="zh-CN" altLang="en-US" sz="1600" b="0">
                <a:solidFill>
                  <a:schemeClr val="tx1"/>
                </a:solidFill>
                <a:latin typeface="Times New Roman" panose="02020603050405020304" charset="0"/>
                <a:ea typeface="宋体" panose="02010600030101010101" pitchFamily="2" charset="-122"/>
              </a:endParaRPr>
            </a:p>
          </p:txBody>
        </p:sp>
        <p:sp>
          <p:nvSpPr>
            <p:cNvPr id="90177" name="文本框 61505"/>
            <p:cNvSpPr txBox="1"/>
            <p:nvPr/>
          </p:nvSpPr>
          <p:spPr>
            <a:xfrm>
              <a:off x="447" y="539"/>
              <a:ext cx="431" cy="222"/>
            </a:xfrm>
            <a:prstGeom prst="rect">
              <a:avLst/>
            </a:prstGeom>
            <a:noFill/>
            <a:ln w="9525">
              <a:noFill/>
              <a:miter/>
            </a:ln>
          </p:spPr>
          <p:txBody>
            <a:bodyPr anchor="t"/>
            <a:p>
              <a:pPr lvl="0" algn="just"/>
              <a:r>
                <a:rPr lang="zh-CN" altLang="en-US" sz="1600" b="0">
                  <a:solidFill>
                    <a:schemeClr val="tx1"/>
                  </a:solidFill>
                  <a:latin typeface="Times New Roman" panose="02020603050405020304" charset="0"/>
                  <a:ea typeface="宋体" panose="02010600030101010101" pitchFamily="2" charset="-122"/>
                </a:rPr>
                <a:t>地址</a:t>
              </a:r>
              <a:endParaRPr lang="zh-CN" altLang="en-US" sz="1600" b="0">
                <a:solidFill>
                  <a:schemeClr val="tx1"/>
                </a:solidFill>
                <a:latin typeface="Times New Roman" panose="02020603050405020304" charset="0"/>
                <a:ea typeface="宋体" panose="02010600030101010101" pitchFamily="2" charset="-122"/>
              </a:endParaRPr>
            </a:p>
          </p:txBody>
        </p:sp>
        <p:sp>
          <p:nvSpPr>
            <p:cNvPr id="90178" name="文本框 61506"/>
            <p:cNvSpPr txBox="1"/>
            <p:nvPr/>
          </p:nvSpPr>
          <p:spPr>
            <a:xfrm>
              <a:off x="447" y="932"/>
              <a:ext cx="421" cy="222"/>
            </a:xfrm>
            <a:prstGeom prst="rect">
              <a:avLst/>
            </a:prstGeom>
            <a:noFill/>
            <a:ln w="9525">
              <a:noFill/>
              <a:miter/>
            </a:ln>
          </p:spPr>
          <p:txBody>
            <a:bodyPr anchor="t"/>
            <a:p>
              <a:pPr lvl="0" algn="just"/>
              <a:r>
                <a:rPr lang="zh-CN" altLang="en-US" sz="1600" b="0">
                  <a:solidFill>
                    <a:schemeClr val="tx1"/>
                  </a:solidFill>
                  <a:latin typeface="Times New Roman" panose="02020603050405020304" charset="0"/>
                  <a:ea typeface="宋体" panose="02010600030101010101" pitchFamily="2" charset="-122"/>
                </a:rPr>
                <a:t>地址</a:t>
              </a:r>
              <a:endParaRPr lang="zh-CN" altLang="en-US" sz="1600" b="0">
                <a:solidFill>
                  <a:schemeClr val="tx1"/>
                </a:solidFill>
                <a:latin typeface="Times New Roman" panose="02020603050405020304" charset="0"/>
                <a:ea typeface="宋体" panose="02010600030101010101" pitchFamily="2" charset="-122"/>
              </a:endParaRPr>
            </a:p>
          </p:txBody>
        </p:sp>
        <p:sp>
          <p:nvSpPr>
            <p:cNvPr id="90179" name="文本框 61507"/>
            <p:cNvSpPr txBox="1"/>
            <p:nvPr/>
          </p:nvSpPr>
          <p:spPr>
            <a:xfrm>
              <a:off x="447" y="1154"/>
              <a:ext cx="402" cy="222"/>
            </a:xfrm>
            <a:prstGeom prst="rect">
              <a:avLst/>
            </a:prstGeom>
            <a:noFill/>
            <a:ln w="9525">
              <a:noFill/>
              <a:miter/>
            </a:ln>
          </p:spPr>
          <p:txBody>
            <a:bodyPr anchor="t"/>
            <a:p>
              <a:pPr lvl="0" algn="just"/>
              <a:r>
                <a:rPr lang="zh-CN" altLang="en-US" sz="1600" b="0">
                  <a:solidFill>
                    <a:schemeClr val="tx1"/>
                  </a:solidFill>
                  <a:latin typeface="Times New Roman" panose="02020603050405020304" charset="0"/>
                  <a:ea typeface="宋体" panose="02010600030101010101" pitchFamily="2" charset="-122"/>
                </a:rPr>
                <a:t>地址</a:t>
              </a:r>
              <a:endParaRPr lang="zh-CN" altLang="en-US" sz="1600" b="0">
                <a:solidFill>
                  <a:schemeClr val="tx1"/>
                </a:solidFill>
                <a:latin typeface="Times New Roman" panose="02020603050405020304" charset="0"/>
                <a:ea typeface="宋体" panose="02010600030101010101" pitchFamily="2" charset="-122"/>
              </a:endParaRPr>
            </a:p>
          </p:txBody>
        </p:sp>
        <p:sp>
          <p:nvSpPr>
            <p:cNvPr id="90180" name="直接连接符 61508"/>
            <p:cNvSpPr/>
            <p:nvPr/>
          </p:nvSpPr>
          <p:spPr>
            <a:xfrm>
              <a:off x="1532" y="622"/>
              <a:ext cx="406" cy="0"/>
            </a:xfrm>
            <a:prstGeom prst="line">
              <a:avLst/>
            </a:prstGeom>
            <a:ln w="254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0181" name="直接连接符 61509"/>
            <p:cNvSpPr/>
            <p:nvPr/>
          </p:nvSpPr>
          <p:spPr>
            <a:xfrm>
              <a:off x="1532" y="843"/>
              <a:ext cx="406" cy="222"/>
            </a:xfrm>
            <a:prstGeom prst="line">
              <a:avLst/>
            </a:prstGeom>
            <a:ln w="254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61511" name="矩形 61510"/>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页式存储管理</a:t>
            </a:r>
            <a:endParaRPr lang="zh-CN" altLang="en-US" sz="2400" strike="noStrike" noProof="1">
              <a:ea typeface="宋体" panose="02010600030101010101" pitchFamily="2" charset="-122"/>
            </a:endParaRPr>
          </a:p>
        </p:txBody>
      </p:sp>
      <p:sp>
        <p:nvSpPr>
          <p:cNvPr id="61512" name="文本框 61511"/>
          <p:cNvSpPr txBox="1"/>
          <p:nvPr/>
        </p:nvSpPr>
        <p:spPr>
          <a:xfrm>
            <a:off x="2182813" y="4990148"/>
            <a:ext cx="3490912" cy="657225"/>
          </a:xfrm>
          <a:prstGeom prst="rect">
            <a:avLst/>
          </a:prstGeom>
          <a:noFill/>
          <a:ln w="9525">
            <a:noFill/>
            <a:miter/>
          </a:ln>
        </p:spPr>
        <p:txBody>
          <a:bodyPr anchor="t">
            <a:spAutoFit/>
          </a:bodyPr>
          <a:p>
            <a:pPr lvl="0">
              <a:spcBef>
                <a:spcPct val="30000"/>
              </a:spcBef>
            </a:pPr>
            <a:r>
              <a:rPr lang="zh-CN" altLang="en-US" sz="1600" b="0">
                <a:solidFill>
                  <a:schemeClr val="tx1"/>
                </a:solidFill>
                <a:latin typeface="Times New Roman" panose="02020603050405020304" charset="0"/>
                <a:ea typeface="宋体" panose="02010600030101010101" pitchFamily="2" charset="-122"/>
              </a:rPr>
              <a:t>程序</a:t>
            </a:r>
            <a:r>
              <a:rPr lang="en-US" altLang="zh-CN" sz="1600" b="0">
                <a:solidFill>
                  <a:schemeClr val="tx1"/>
                </a:solidFill>
                <a:latin typeface="Times New Roman" panose="02020603050405020304" charset="0"/>
                <a:ea typeface="宋体" panose="02010600030101010101" pitchFamily="2" charset="-122"/>
              </a:rPr>
              <a:t>2</a:t>
            </a:r>
            <a:r>
              <a:rPr lang="zh-CN" altLang="en-US" sz="1600" b="0">
                <a:solidFill>
                  <a:schemeClr val="tx1"/>
                </a:solidFill>
                <a:latin typeface="Times New Roman" panose="02020603050405020304" charset="0"/>
                <a:ea typeface="宋体" panose="02010600030101010101" pitchFamily="2" charset="-122"/>
              </a:rPr>
              <a:t>在请求分页系统中的存储映像</a:t>
            </a:r>
            <a:endParaRPr lang="zh-CN" altLang="en-US" sz="1600" b="0">
              <a:solidFill>
                <a:schemeClr val="tx1"/>
              </a:solidFill>
              <a:latin typeface="Times New Roman" panose="02020603050405020304" charset="0"/>
              <a:ea typeface="宋体" panose="02010600030101010101" pitchFamily="2" charset="-122"/>
            </a:endParaRPr>
          </a:p>
          <a:p>
            <a:pPr lvl="0">
              <a:spcBef>
                <a:spcPct val="30000"/>
              </a:spcBef>
            </a:pPr>
            <a:r>
              <a:rPr lang="zh-CN" altLang="en-US" sz="1600" b="0">
                <a:solidFill>
                  <a:schemeClr val="tx1"/>
                </a:solidFill>
                <a:latin typeface="Times New Roman" panose="02020603050405020304" charset="0"/>
                <a:ea typeface="宋体" panose="02010600030101010101" pitchFamily="2" charset="-122"/>
              </a:rPr>
              <a:t>页面大小为</a:t>
            </a:r>
            <a:r>
              <a:rPr lang="en-US" altLang="zh-CN" sz="1600" b="0">
                <a:solidFill>
                  <a:schemeClr val="tx1"/>
                </a:solidFill>
                <a:latin typeface="Times New Roman" panose="02020603050405020304" charset="0"/>
                <a:ea typeface="宋体" panose="02010600030101010101" pitchFamily="2" charset="-122"/>
              </a:rPr>
              <a:t>1KB</a:t>
            </a:r>
            <a:endParaRPr lang="en-US" altLang="zh-CN" sz="1600" b="0">
              <a:solidFill>
                <a:schemeClr val="tx1"/>
              </a:solidFill>
              <a:latin typeface="Times New Roman" panose="02020603050405020304" charset="0"/>
              <a:ea typeface="宋体" panose="02010600030101010101" pitchFamily="2" charset="-122"/>
            </a:endParaRPr>
          </a:p>
        </p:txBody>
      </p:sp>
      <p:sp>
        <p:nvSpPr>
          <p:cNvPr id="2" name="文本框 1"/>
          <p:cNvSpPr txBox="1"/>
          <p:nvPr/>
        </p:nvSpPr>
        <p:spPr>
          <a:xfrm>
            <a:off x="806450" y="5754370"/>
            <a:ext cx="5364480" cy="398780"/>
          </a:xfrm>
          <a:prstGeom prst="rect">
            <a:avLst/>
          </a:prstGeom>
          <a:noFill/>
        </p:spPr>
        <p:txBody>
          <a:bodyPr wrap="none" rtlCol="0" anchor="t">
            <a:spAutoFit/>
          </a:bodyPr>
          <a:p>
            <a:r>
              <a:rPr lang="zh-CN" altLang="en-US" sz="2000" b="0">
                <a:solidFill>
                  <a:schemeClr val="tx1"/>
                </a:solidFill>
                <a:latin typeface="Times New Roman" panose="02020603050405020304" charset="0"/>
                <a:cs typeface="+mn-cs"/>
                <a:sym typeface="+mn-ea"/>
              </a:rPr>
              <a:t>程序</a:t>
            </a:r>
            <a:r>
              <a:rPr lang="en-US" altLang="zh-CN" sz="2000" b="0">
                <a:solidFill>
                  <a:schemeClr val="tx1"/>
                </a:solidFill>
                <a:latin typeface="Times New Roman" panose="02020603050405020304" charset="0"/>
                <a:cs typeface="+mn-cs"/>
                <a:sym typeface="+mn-ea"/>
              </a:rPr>
              <a:t>2</a:t>
            </a:r>
            <a:r>
              <a:rPr lang="zh-CN" altLang="en-US" sz="2000" b="0">
                <a:solidFill>
                  <a:schemeClr val="tx1"/>
                </a:solidFill>
                <a:latin typeface="Times New Roman" panose="02020603050405020304" charset="0"/>
                <a:cs typeface="+mn-cs"/>
                <a:sym typeface="+mn-ea"/>
              </a:rPr>
              <a:t>的</a:t>
            </a:r>
            <a:r>
              <a:rPr lang="x-none" altLang="zh-CN" sz="2000" b="0">
                <a:solidFill>
                  <a:srgbClr val="FF0000"/>
                </a:solidFill>
                <a:latin typeface="Times New Roman" panose="02020603050405020304" charset="0"/>
                <a:cs typeface="+mn-cs"/>
                <a:sym typeface="+mn-ea"/>
              </a:rPr>
              <a:t>固定</a:t>
            </a:r>
            <a:r>
              <a:rPr lang="zh-CN" altLang="en-US" sz="2000" b="0">
                <a:solidFill>
                  <a:srgbClr val="FF0000"/>
                </a:solidFill>
                <a:latin typeface="Times New Roman" panose="02020603050405020304" charset="0"/>
                <a:cs typeface="+mn-cs"/>
                <a:sym typeface="+mn-ea"/>
              </a:rPr>
              <a:t>主存块数为 </a:t>
            </a:r>
            <a:r>
              <a:rPr lang="en-US" altLang="zh-CN" sz="2000" b="0">
                <a:solidFill>
                  <a:srgbClr val="FF0000"/>
                </a:solidFill>
                <a:latin typeface="Times New Roman" panose="02020603050405020304" charset="0"/>
                <a:cs typeface="+mn-cs"/>
                <a:sym typeface="+mn-ea"/>
              </a:rPr>
              <a:t>m=3</a:t>
            </a:r>
            <a:r>
              <a:rPr lang="zh-CN" altLang="en-US" sz="2000" b="0">
                <a:solidFill>
                  <a:schemeClr val="tx1"/>
                </a:solidFill>
                <a:latin typeface="Times New Roman" panose="02020603050405020304" charset="0"/>
                <a:cs typeface="+mn-cs"/>
                <a:sym typeface="+mn-ea"/>
              </a:rPr>
              <a:t>，讨论程序执行</a:t>
            </a:r>
            <a:endParaRPr lang="zh-CN" altLang="en-US" sz="2000" b="0">
              <a:solidFill>
                <a:schemeClr val="tx1"/>
              </a:solidFill>
              <a:latin typeface="Times New Roman" panose="02020603050405020304" charset="0"/>
              <a:cs typeface="+mn-cs"/>
              <a:sym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1443" grpId="0" build="p"/>
      <p:bldP spid="61444" grpId="0" build="p"/>
      <p:bldP spid="61512"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7" name="矩形 62466"/>
          <p:cNvSpPr/>
          <p:nvPr/>
        </p:nvSpPr>
        <p:spPr>
          <a:xfrm>
            <a:off x="115888" y="623888"/>
            <a:ext cx="8375650" cy="108775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buNone/>
            </a:pPr>
            <a:r>
              <a:rPr lang="zh-CN" altLang="en-US" sz="2400" b="1" strike="noStrike" noProof="1">
                <a:solidFill>
                  <a:srgbClr val="000099"/>
                </a:solidFill>
                <a:latin typeface="Times New Roman" panose="02020603050405020304" charset="0"/>
                <a:ea typeface="宋体" panose="02010600030101010101" pitchFamily="2" charset="-122"/>
                <a:cs typeface="+mn-cs"/>
              </a:rPr>
              <a:t>②</a:t>
            </a:r>
            <a:r>
              <a:rPr lang="zh-CN" altLang="en-US" sz="2400" b="1" strike="noStrike" noProof="1">
                <a:solidFill>
                  <a:srgbClr val="000099"/>
                </a:solidFill>
                <a:latin typeface="宋体" panose="02010600030101010101" pitchFamily="2" charset="-122"/>
                <a:ea typeface="宋体" panose="02010600030101010101" pitchFamily="2" charset="-122"/>
                <a:cs typeface="+mn-cs"/>
              </a:rPr>
              <a:t> </a:t>
            </a:r>
            <a:r>
              <a:rPr lang="zh-CN" altLang="en-US" sz="2400" b="1" strike="noStrike" noProof="1">
                <a:solidFill>
                  <a:srgbClr val="000099"/>
                </a:solidFill>
                <a:latin typeface="Times New Roman" panose="02020603050405020304" charset="0"/>
                <a:ea typeface="宋体" panose="02010600030101010101" pitchFamily="2" charset="-122"/>
                <a:cs typeface="+mn-cs"/>
              </a:rPr>
              <a:t>缺页</a:t>
            </a:r>
            <a:r>
              <a:rPr lang="zh-CN" altLang="en-US" sz="2400" b="1" strike="noStrike" noProof="1" dirty="0">
                <a:solidFill>
                  <a:srgbClr val="000099"/>
                </a:solidFill>
                <a:latin typeface="Times New Roman" panose="02020603050405020304" charset="0"/>
                <a:ea typeface="宋体" panose="02010600030101010101" pitchFamily="2" charset="-122"/>
                <a:cs typeface="+mn-cs"/>
              </a:rPr>
              <a:t>处理</a:t>
            </a:r>
            <a:endParaRPr lang="zh-CN" altLang="en-US" sz="2400" b="1" strike="noStrike" noProof="1" dirty="0">
              <a:solidFill>
                <a:srgbClr val="000099"/>
              </a:solidFill>
              <a:latin typeface="Times New Roman" panose="02020603050405020304" charset="0"/>
              <a:ea typeface="宋体" panose="02010600030101010101" pitchFamily="2" charset="-122"/>
            </a:endParaRPr>
          </a:p>
          <a:p>
            <a:pPr marL="914400" lvl="1" indent="-457200" fontAlgn="base">
              <a:lnSpc>
                <a:spcPct val="120000"/>
              </a:lnSpc>
              <a:buNone/>
            </a:pPr>
            <a:r>
              <a:rPr lang="zh-CN" altLang="en-US" sz="2000" strike="noStrike" noProof="1">
                <a:solidFill>
                  <a:schemeClr val="tx1"/>
                </a:solidFill>
                <a:latin typeface="Times New Roman" panose="02020603050405020304" charset="0"/>
                <a:ea typeface="宋体" panose="02010600030101010101" pitchFamily="2" charset="-122"/>
                <a:cs typeface="+mn-cs"/>
              </a:rPr>
              <a:t>         </a:t>
            </a:r>
            <a:r>
              <a:rPr lang="zh-CN" altLang="en-US" sz="2400" strike="noStrike" noProof="1">
                <a:solidFill>
                  <a:schemeClr val="tx1"/>
                </a:solidFill>
                <a:latin typeface="Times New Roman" panose="02020603050405020304" charset="0"/>
                <a:ea typeface="宋体" panose="02010600030101010101" pitchFamily="2" charset="-122"/>
                <a:cs typeface="+mn-ea"/>
              </a:rPr>
              <a:t>“</a:t>
            </a:r>
            <a:r>
              <a:rPr lang="en-US" altLang="zh-CN" sz="2400" strike="noStrike" noProof="1">
                <a:solidFill>
                  <a:schemeClr val="tx1"/>
                </a:solidFill>
                <a:latin typeface="Times New Roman" panose="02020603050405020304" charset="0"/>
                <a:ea typeface="宋体" panose="02010600030101010101" pitchFamily="2" charset="-122"/>
                <a:cs typeface="+mn-ea"/>
              </a:rPr>
              <a:t>mov r</a:t>
            </a:r>
            <a:r>
              <a:rPr lang="en-US" altLang="zh-CN" sz="2400" strike="noStrike" baseline="-25000" noProof="1">
                <a:solidFill>
                  <a:schemeClr val="tx1"/>
                </a:solidFill>
                <a:latin typeface="Times New Roman" panose="02020603050405020304" charset="0"/>
                <a:ea typeface="宋体" panose="02010600030101010101" pitchFamily="2" charset="-122"/>
                <a:cs typeface="+mn-ea"/>
              </a:rPr>
              <a:t>1</a:t>
            </a:r>
            <a:r>
              <a:rPr lang="zh-CN" altLang="en-US" sz="2400" strike="noStrike" noProof="1">
                <a:solidFill>
                  <a:schemeClr val="tx1"/>
                </a:solidFill>
                <a:latin typeface="Times New Roman" panose="02020603050405020304" charset="0"/>
                <a:ea typeface="宋体" panose="02010600030101010101" pitchFamily="2" charset="-122"/>
                <a:cs typeface="+mn-ea"/>
              </a:rPr>
              <a:t>，</a:t>
            </a:r>
            <a:r>
              <a:rPr lang="en-US" altLang="zh-CN" sz="2400" strike="noStrike" noProof="1">
                <a:solidFill>
                  <a:schemeClr val="tx1"/>
                </a:solidFill>
                <a:latin typeface="Times New Roman" panose="02020603050405020304" charset="0"/>
                <a:ea typeface="宋体" panose="02010600030101010101" pitchFamily="2" charset="-122"/>
                <a:cs typeface="+mn-ea"/>
              </a:rPr>
              <a:t>[2120</a:t>
            </a:r>
            <a:r>
              <a:rPr lang="zh-CN" altLang="en-US" sz="2400" strike="noStrike" noProof="1">
                <a:solidFill>
                  <a:schemeClr val="tx1"/>
                </a:solidFill>
                <a:latin typeface="Times New Roman" panose="02020603050405020304" charset="0"/>
                <a:ea typeface="宋体" panose="02010600030101010101" pitchFamily="2" charset="-122"/>
                <a:cs typeface="+mn-ea"/>
              </a:rPr>
              <a:t>］”指令执行过程：</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62468" name="矩形 62467"/>
          <p:cNvSpPr/>
          <p:nvPr/>
        </p:nvSpPr>
        <p:spPr>
          <a:xfrm>
            <a:off x="2530475" y="1697355"/>
            <a:ext cx="6400165" cy="471043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AutoNum type="arabicPeriod"/>
            </a:pPr>
            <a:r>
              <a:rPr lang="en-US" altLang="zh-CN" sz="2400" strike="noStrike" noProof="1">
                <a:solidFill>
                  <a:schemeClr val="tx1"/>
                </a:solidFill>
                <a:latin typeface="Times New Roman" panose="02020603050405020304" charset="0"/>
                <a:ea typeface="宋体" panose="02010600030101010101" pitchFamily="2" charset="-122"/>
                <a:cs typeface="+mn-cs"/>
              </a:rPr>
              <a:t>CPU</a:t>
            </a:r>
            <a:r>
              <a:rPr lang="zh-CN" altLang="en-US" sz="2400" strike="noStrike" noProof="1">
                <a:solidFill>
                  <a:schemeClr val="tx1"/>
                </a:solidFill>
                <a:latin typeface="Times New Roman" panose="02020603050405020304" charset="0"/>
                <a:ea typeface="宋体" panose="02010600030101010101" pitchFamily="2" charset="-122"/>
                <a:cs typeface="+mn-cs"/>
              </a:rPr>
              <a:t>产生的虚地址为</a:t>
            </a:r>
            <a:r>
              <a:rPr lang="en-US" altLang="zh-CN" sz="2400" strike="noStrike" noProof="1">
                <a:solidFill>
                  <a:schemeClr val="tx1"/>
                </a:solidFill>
                <a:latin typeface="Times New Roman" panose="02020603050405020304" charset="0"/>
                <a:ea typeface="宋体" panose="02010600030101010101" pitchFamily="2" charset="-122"/>
                <a:cs typeface="+mn-cs"/>
              </a:rPr>
              <a:t>2120</a:t>
            </a:r>
            <a:endParaRPr lang="en-US" altLang="zh-CN"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buAutoNum type="arabicPeriod"/>
            </a:pPr>
            <a:r>
              <a:rPr lang="zh-CN" altLang="en-US" sz="2400" strike="noStrike" noProof="1">
                <a:solidFill>
                  <a:schemeClr val="tx1"/>
                </a:solidFill>
                <a:latin typeface="Times New Roman" panose="02020603050405020304" charset="0"/>
                <a:ea typeface="宋体" panose="02010600030101010101" pitchFamily="2" charset="-122"/>
                <a:cs typeface="+mn-cs"/>
              </a:rPr>
              <a:t>分页机构得 </a:t>
            </a:r>
            <a:r>
              <a:rPr lang="en-US" altLang="zh-CN" sz="2400" strike="noStrike" noProof="1">
                <a:solidFill>
                  <a:schemeClr val="tx1"/>
                </a:solidFill>
                <a:latin typeface="Times New Roman" panose="02020603050405020304" charset="0"/>
                <a:ea typeface="宋体" panose="02010600030101010101" pitchFamily="2" charset="-122"/>
                <a:cs typeface="+mn-cs"/>
              </a:rPr>
              <a:t>p=2</a:t>
            </a:r>
            <a:r>
              <a:rPr lang="zh-CN" altLang="en-US" sz="2400" strike="noStrike" noProof="1">
                <a:solidFill>
                  <a:schemeClr val="tx1"/>
                </a:solidFill>
                <a:latin typeface="Times New Roman" panose="02020603050405020304" charset="0"/>
                <a:ea typeface="宋体" panose="02010600030101010101" pitchFamily="2" charset="-122"/>
                <a:cs typeface="+mn-cs"/>
              </a:rPr>
              <a:t>，</a:t>
            </a:r>
            <a:r>
              <a:rPr lang="en-US" altLang="zh-CN" sz="2400" strike="noStrike" noProof="1">
                <a:solidFill>
                  <a:schemeClr val="tx1"/>
                </a:solidFill>
                <a:latin typeface="Times New Roman" panose="02020603050405020304" charset="0"/>
                <a:ea typeface="宋体" panose="02010600030101010101" pitchFamily="2" charset="-122"/>
                <a:cs typeface="+mn-cs"/>
              </a:rPr>
              <a:t>w=72</a:t>
            </a:r>
            <a:endParaRPr lang="en-US" altLang="zh-CN"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buAutoNum type="arabicPeriod"/>
            </a:pPr>
            <a:r>
              <a:rPr lang="zh-CN" altLang="en-US" sz="2400" strike="noStrike" noProof="1">
                <a:solidFill>
                  <a:schemeClr val="tx1"/>
                </a:solidFill>
                <a:latin typeface="Times New Roman" panose="02020603050405020304" charset="0"/>
                <a:ea typeface="宋体" panose="02010600030101010101" pitchFamily="2" charset="-122"/>
                <a:cs typeface="+mn-cs"/>
              </a:rPr>
              <a:t>查页表。该页中断位 </a:t>
            </a:r>
            <a:r>
              <a:rPr lang="en-US" altLang="zh-CN" sz="2400" strike="noStrike" noProof="1">
                <a:solidFill>
                  <a:schemeClr val="tx1"/>
                </a:solidFill>
                <a:latin typeface="Times New Roman" panose="02020603050405020304" charset="0"/>
                <a:ea typeface="宋体" panose="02010600030101010101" pitchFamily="2" charset="-122"/>
                <a:cs typeface="+mn-cs"/>
              </a:rPr>
              <a:t>i=1</a:t>
            </a:r>
            <a:endParaRPr lang="en-US" altLang="zh-CN"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buAutoNum type="arabicPeriod"/>
            </a:pPr>
            <a:r>
              <a:rPr lang="zh-CN" altLang="en-US" sz="2400" b="1" strike="noStrike" noProof="1">
                <a:solidFill>
                  <a:srgbClr val="CC0000"/>
                </a:solidFill>
                <a:latin typeface="Times New Roman" panose="02020603050405020304" charset="0"/>
                <a:ea typeface="宋体" panose="02010600030101010101" pitchFamily="2" charset="-122"/>
                <a:cs typeface="+mn-cs"/>
              </a:rPr>
              <a:t>发生缺页中断 ！</a:t>
            </a:r>
            <a:r>
              <a:rPr lang="zh-CN" altLang="en-US" sz="2400" strike="noStrike" noProof="1">
                <a:solidFill>
                  <a:schemeClr val="tx1"/>
                </a:solidFill>
                <a:latin typeface="Times New Roman" panose="02020603050405020304" charset="0"/>
                <a:ea typeface="宋体" panose="02010600030101010101" pitchFamily="2" charset="-122"/>
                <a:cs typeface="+mn-cs"/>
                <a:sym typeface="Symbol" panose="05050102010706020507" pitchFamily="18" charset="2"/>
              </a:rPr>
              <a:t>  </a:t>
            </a:r>
            <a:endParaRPr lang="zh-CN" altLang="en-US" sz="2400" strike="noStrike" noProof="1">
              <a:solidFill>
                <a:schemeClr val="tx1"/>
              </a:solidFill>
              <a:latin typeface="Times New Roman" panose="02020603050405020304" charset="0"/>
              <a:ea typeface="宋体" panose="02010600030101010101" pitchFamily="2" charset="-122"/>
              <a:cs typeface="+mn-cs"/>
              <a:sym typeface="Symbol" panose="05050102010706020507" pitchFamily="18" charset="2"/>
            </a:endParaRPr>
          </a:p>
          <a:p>
            <a:pPr marL="1371600" lvl="2" indent="-457200" fontAlgn="base">
              <a:lnSpc>
                <a:spcPct val="130000"/>
              </a:lnSpc>
            </a:pPr>
            <a:r>
              <a:rPr lang="zh-CN" altLang="en-US" sz="2000" strike="noStrike" noProof="1">
                <a:solidFill>
                  <a:schemeClr val="tx1"/>
                </a:solidFill>
                <a:latin typeface="Times New Roman" panose="02020603050405020304" charset="0"/>
                <a:ea typeface="宋体" panose="02010600030101010101" pitchFamily="2" charset="-122"/>
                <a:cs typeface="+mn-cs"/>
                <a:sym typeface="+mn-ea"/>
              </a:rPr>
              <a:t>获取辅存位置？</a:t>
            </a:r>
            <a:endParaRPr lang="zh-CN" altLang="en-US" sz="2000" strike="noStrike" noProof="1">
              <a:solidFill>
                <a:schemeClr val="tx1"/>
              </a:solidFill>
              <a:latin typeface="Times New Roman" panose="02020603050405020304" charset="0"/>
              <a:ea typeface="宋体" panose="02010600030101010101" pitchFamily="2" charset="-122"/>
              <a:cs typeface="+mn-cs"/>
              <a:sym typeface="+mn-ea"/>
            </a:endParaRPr>
          </a:p>
          <a:p>
            <a:pPr marL="1371600" lvl="2" indent="-457200" fontAlgn="base">
              <a:lnSpc>
                <a:spcPct val="130000"/>
              </a:lnSpc>
            </a:pPr>
            <a:r>
              <a:rPr lang="zh-CN" altLang="en-US" sz="2000" strike="noStrike" noProof="1">
                <a:solidFill>
                  <a:schemeClr val="tx1"/>
                </a:solidFill>
                <a:latin typeface="Times New Roman" panose="02020603050405020304" charset="0"/>
                <a:ea typeface="宋体" panose="02010600030101010101" pitchFamily="2" charset="-122"/>
                <a:cs typeface="+mn-cs"/>
                <a:sym typeface="+mn-ea"/>
              </a:rPr>
              <a:t>如主存中有空白块，且</a:t>
            </a:r>
            <a:r>
              <a:rPr lang="en-US" altLang="zh-CN" sz="2000" strike="noStrike" noProof="1">
                <a:solidFill>
                  <a:schemeClr val="tx1"/>
                </a:solidFill>
                <a:latin typeface="Times New Roman" panose="02020603050405020304" charset="0"/>
                <a:ea typeface="宋体" panose="02010600030101010101" pitchFamily="2" charset="-122"/>
                <a:cs typeface="+mn-cs"/>
                <a:sym typeface="+mn-ea"/>
              </a:rPr>
              <a:t>n&lt;</a:t>
            </a:r>
            <a:r>
              <a:rPr lang="en-US" altLang="zh-CN" sz="2000" strike="noStrike" noProof="1">
                <a:solidFill>
                  <a:schemeClr val="tx1"/>
                </a:solidFill>
                <a:latin typeface="Times New Roman" panose="02020603050405020304" charset="0"/>
                <a:ea typeface="宋体" panose="02010600030101010101" pitchFamily="2" charset="-122"/>
                <a:cs typeface="+mn-cs"/>
                <a:sym typeface="Symbol" panose="05050102010706020507" pitchFamily="18" charset="2"/>
              </a:rPr>
              <a:t>m</a:t>
            </a:r>
            <a:r>
              <a:rPr lang="zh-CN" altLang="en-US" sz="2000" strike="noStrike" noProof="1">
                <a:solidFill>
                  <a:schemeClr val="tx1"/>
                </a:solidFill>
                <a:latin typeface="Times New Roman" panose="02020603050405020304" charset="0"/>
                <a:ea typeface="宋体" panose="02010600030101010101" pitchFamily="2" charset="-122"/>
                <a:cs typeface="+mn-cs"/>
                <a:sym typeface="Symbol" panose="05050102010706020507" pitchFamily="18" charset="2"/>
              </a:rPr>
              <a:t>，</a:t>
            </a:r>
            <a:r>
              <a:rPr lang="zh-CN" altLang="en-US" sz="2000" strike="noStrike" noProof="1">
                <a:solidFill>
                  <a:schemeClr val="tx1"/>
                </a:solidFill>
                <a:latin typeface="Times New Roman" panose="02020603050405020304" charset="0"/>
                <a:ea typeface="宋体" panose="02010600030101010101" pitchFamily="2" charset="-122"/>
                <a:cs typeface="+mn-cs"/>
                <a:sym typeface="+mn-ea"/>
              </a:rPr>
              <a:t>则直接调入</a:t>
            </a:r>
            <a:endParaRPr lang="zh-CN" altLang="en-US" sz="2000" strike="noStrike" noProof="1">
              <a:solidFill>
                <a:schemeClr val="tx1"/>
              </a:solidFill>
              <a:latin typeface="Times New Roman" panose="02020603050405020304" charset="0"/>
              <a:ea typeface="宋体" panose="02010600030101010101" pitchFamily="2" charset="-122"/>
            </a:endParaRPr>
          </a:p>
          <a:p>
            <a:pPr marL="1371600" lvl="2" indent="-457200" fontAlgn="base">
              <a:lnSpc>
                <a:spcPct val="130000"/>
              </a:lnSpc>
            </a:pPr>
            <a:r>
              <a:rPr lang="zh-CN" altLang="en-US" sz="2000" strike="noStrike" noProof="1">
                <a:solidFill>
                  <a:schemeClr val="tx1"/>
                </a:solidFill>
                <a:latin typeface="Times New Roman" panose="02020603050405020304" charset="0"/>
                <a:ea typeface="宋体" panose="02010600030101010101" pitchFamily="2" charset="-122"/>
                <a:cs typeface="+mn-cs"/>
                <a:sym typeface="+mn-ea"/>
              </a:rPr>
              <a:t>如主存中无空白块，或</a:t>
            </a:r>
            <a:r>
              <a:rPr lang="en-US" altLang="zh-CN" sz="2000" strike="noStrike" noProof="1">
                <a:solidFill>
                  <a:schemeClr val="tx1"/>
                </a:solidFill>
                <a:latin typeface="Times New Roman" panose="02020603050405020304" charset="0"/>
                <a:ea typeface="宋体" panose="02010600030101010101" pitchFamily="2" charset="-122"/>
                <a:cs typeface="+mn-cs"/>
                <a:sym typeface="+mn-ea"/>
              </a:rPr>
              <a:t>n=</a:t>
            </a:r>
            <a:r>
              <a:rPr lang="en-US" altLang="zh-CN" sz="2000" strike="noStrike" noProof="1">
                <a:solidFill>
                  <a:schemeClr val="tx1"/>
                </a:solidFill>
                <a:latin typeface="Times New Roman" panose="02020603050405020304" charset="0"/>
                <a:ea typeface="宋体" panose="02010600030101010101" pitchFamily="2" charset="-122"/>
                <a:cs typeface="+mn-cs"/>
                <a:sym typeface="Symbol" panose="05050102010706020507" pitchFamily="18" charset="2"/>
              </a:rPr>
              <a:t>m</a:t>
            </a:r>
            <a:r>
              <a:rPr lang="zh-CN" altLang="en-US" sz="2000" strike="noStrike" noProof="1">
                <a:solidFill>
                  <a:schemeClr val="tx1"/>
                </a:solidFill>
                <a:latin typeface="Times New Roman" panose="02020603050405020304" charset="0"/>
                <a:ea typeface="宋体" panose="02010600030101010101" pitchFamily="2" charset="-122"/>
                <a:cs typeface="+mn-cs"/>
                <a:sym typeface="Symbol" panose="05050102010706020507" pitchFamily="18" charset="2"/>
              </a:rPr>
              <a:t>，</a:t>
            </a:r>
            <a:r>
              <a:rPr lang="zh-CN" altLang="en-US" sz="2000" strike="noStrike" noProof="1">
                <a:solidFill>
                  <a:schemeClr val="tx1"/>
                </a:solidFill>
                <a:latin typeface="Times New Roman" panose="02020603050405020304" charset="0"/>
                <a:ea typeface="宋体" panose="02010600030101010101" pitchFamily="2" charset="-122"/>
                <a:cs typeface="+mn-cs"/>
                <a:sym typeface="+mn-ea"/>
              </a:rPr>
              <a:t>则需淘汰该程序在主存中的一页</a:t>
            </a:r>
            <a:endParaRPr lang="zh-CN" altLang="en-US" sz="2000" strike="noStrike" noProof="1">
              <a:solidFill>
                <a:schemeClr val="tx1"/>
              </a:solidFill>
              <a:latin typeface="Times New Roman" panose="02020603050405020304" charset="0"/>
              <a:ea typeface="宋体" panose="02010600030101010101" pitchFamily="2" charset="-122"/>
              <a:cs typeface="+mn-cs"/>
              <a:sym typeface="+mn-ea"/>
            </a:endParaRPr>
          </a:p>
          <a:p>
            <a:pPr marL="1371600" lvl="2" indent="-457200" fontAlgn="base">
              <a:lnSpc>
                <a:spcPct val="130000"/>
              </a:lnSpc>
            </a:pPr>
            <a:r>
              <a:rPr lang="zh-CN" altLang="en-US" sz="2000" strike="noStrike" noProof="1">
                <a:solidFill>
                  <a:schemeClr val="tx1"/>
                </a:solidFill>
                <a:latin typeface="Times New Roman" panose="02020603050405020304" charset="0"/>
                <a:ea typeface="宋体" panose="02010600030101010101" pitchFamily="2" charset="-122"/>
                <a:cs typeface="+mn-cs"/>
                <a:sym typeface="+mn-ea"/>
              </a:rPr>
              <a:t>中断返回</a:t>
            </a:r>
            <a:r>
              <a:rPr lang="zh-CN" altLang="en-US" sz="1760" strike="noStrike" noProof="1">
                <a:solidFill>
                  <a:schemeClr val="tx1"/>
                </a:solidFill>
                <a:latin typeface="Times New Roman" panose="02020603050405020304" charset="0"/>
                <a:ea typeface="宋体" panose="02010600030101010101" pitchFamily="2" charset="-122"/>
                <a:cs typeface="+mn-cs"/>
              </a:rPr>
              <a:t>                       </a:t>
            </a:r>
            <a:endParaRPr lang="zh-CN" altLang="en-US" sz="1760" strike="noStrike" noProof="1">
              <a:solidFill>
                <a:schemeClr val="tx1"/>
              </a:solidFill>
              <a:latin typeface="Times New Roman" panose="02020603050405020304" charset="0"/>
              <a:ea typeface="宋体" panose="02010600030101010101" pitchFamily="2" charset="-122"/>
            </a:endParaRPr>
          </a:p>
        </p:txBody>
      </p:sp>
      <p:grpSp>
        <p:nvGrpSpPr>
          <p:cNvPr id="62470" name="组合 62469"/>
          <p:cNvGrpSpPr/>
          <p:nvPr/>
        </p:nvGrpSpPr>
        <p:grpSpPr>
          <a:xfrm>
            <a:off x="161925" y="1954213"/>
            <a:ext cx="2841625" cy="3014662"/>
            <a:chOff x="0" y="0"/>
            <a:chExt cx="1290" cy="1791"/>
          </a:xfrm>
        </p:grpSpPr>
        <p:sp>
          <p:nvSpPr>
            <p:cNvPr id="91141" name="矩形 62470"/>
            <p:cNvSpPr/>
            <p:nvPr/>
          </p:nvSpPr>
          <p:spPr>
            <a:xfrm>
              <a:off x="407" y="166"/>
              <a:ext cx="810" cy="1347"/>
            </a:xfrm>
            <a:prstGeom prst="rect">
              <a:avLst/>
            </a:prstGeom>
            <a:noFill/>
            <a:ln w="9525" cap="flat" cmpd="sng">
              <a:solidFill>
                <a:srgbClr val="000000"/>
              </a:solidFill>
              <a:prstDash val="solid"/>
              <a:miter/>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1142" name="直接连接符 62471"/>
            <p:cNvSpPr/>
            <p:nvPr/>
          </p:nvSpPr>
          <p:spPr>
            <a:xfrm>
              <a:off x="407" y="409"/>
              <a:ext cx="81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1143" name="直接连接符 62472"/>
            <p:cNvSpPr/>
            <p:nvPr/>
          </p:nvSpPr>
          <p:spPr>
            <a:xfrm>
              <a:off x="407" y="1211"/>
              <a:ext cx="81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1144" name="文本框 62473"/>
            <p:cNvSpPr txBox="1"/>
            <p:nvPr/>
          </p:nvSpPr>
          <p:spPr>
            <a:xfrm>
              <a:off x="226" y="0"/>
              <a:ext cx="192" cy="227"/>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91145" name="文本框 62474"/>
            <p:cNvSpPr txBox="1"/>
            <p:nvPr/>
          </p:nvSpPr>
          <p:spPr>
            <a:xfrm>
              <a:off x="90" y="287"/>
              <a:ext cx="362" cy="227"/>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1KB</a:t>
              </a:r>
              <a:endParaRPr lang="en-US" altLang="zh-CN" sz="1600">
                <a:solidFill>
                  <a:schemeClr val="tx1"/>
                </a:solidFill>
                <a:latin typeface="Times New Roman" panose="02020603050405020304" charset="0"/>
                <a:ea typeface="宋体" panose="02010600030101010101" pitchFamily="2" charset="-122"/>
              </a:endParaRPr>
            </a:p>
          </p:txBody>
        </p:sp>
        <p:sp>
          <p:nvSpPr>
            <p:cNvPr id="91146" name="文本框 62475"/>
            <p:cNvSpPr txBox="1"/>
            <p:nvPr/>
          </p:nvSpPr>
          <p:spPr>
            <a:xfrm>
              <a:off x="90" y="742"/>
              <a:ext cx="362" cy="22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2KB</a:t>
              </a:r>
              <a:endParaRPr lang="en-US" altLang="zh-CN" sz="1600">
                <a:solidFill>
                  <a:schemeClr val="tx1"/>
                </a:solidFill>
                <a:latin typeface="Times New Roman" panose="02020603050405020304" charset="0"/>
                <a:ea typeface="宋体" panose="02010600030101010101" pitchFamily="2" charset="-122"/>
              </a:endParaRPr>
            </a:p>
          </p:txBody>
        </p:sp>
        <p:sp>
          <p:nvSpPr>
            <p:cNvPr id="91147" name="文本框 62476"/>
            <p:cNvSpPr txBox="1"/>
            <p:nvPr/>
          </p:nvSpPr>
          <p:spPr>
            <a:xfrm>
              <a:off x="0" y="1452"/>
              <a:ext cx="497" cy="243"/>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4KB-</a:t>
              </a:r>
              <a:r>
                <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rPr>
                <a:t>1</a:t>
              </a:r>
              <a:endPar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endParaRPr>
            </a:p>
          </p:txBody>
        </p:sp>
        <p:sp>
          <p:nvSpPr>
            <p:cNvPr id="91148" name="文本框 62477"/>
            <p:cNvSpPr txBox="1"/>
            <p:nvPr/>
          </p:nvSpPr>
          <p:spPr>
            <a:xfrm>
              <a:off x="396" y="1591"/>
              <a:ext cx="894" cy="200"/>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程序</a:t>
              </a:r>
              <a:r>
                <a:rPr lang="en-US" altLang="zh-CN" sz="1600" baseline="-25000">
                  <a:solidFill>
                    <a:schemeClr val="tx1"/>
                  </a:solidFill>
                  <a:latin typeface="Times New Roman" panose="02020603050405020304" charset="0"/>
                  <a:ea typeface="宋体" panose="02010600030101010101" pitchFamily="2" charset="-122"/>
                </a:rPr>
                <a:t>2</a:t>
              </a:r>
              <a:r>
                <a:rPr lang="zh-CN" altLang="en-US" sz="1600">
                  <a:solidFill>
                    <a:schemeClr val="tx1"/>
                  </a:solidFill>
                  <a:latin typeface="Times New Roman" panose="02020603050405020304" charset="0"/>
                  <a:ea typeface="宋体" panose="02010600030101010101" pitchFamily="2" charset="-122"/>
                </a:rPr>
                <a:t>地址空间</a:t>
              </a:r>
              <a:endParaRPr lang="zh-CN" altLang="en-US" sz="1600">
                <a:solidFill>
                  <a:schemeClr val="tx1"/>
                </a:solidFill>
                <a:latin typeface="Times New Roman" panose="02020603050405020304" charset="0"/>
                <a:ea typeface="宋体" panose="02010600030101010101" pitchFamily="2" charset="-122"/>
              </a:endParaRPr>
            </a:p>
          </p:txBody>
        </p:sp>
        <p:sp>
          <p:nvSpPr>
            <p:cNvPr id="91149" name="直接连接符 62478"/>
            <p:cNvSpPr/>
            <p:nvPr/>
          </p:nvSpPr>
          <p:spPr>
            <a:xfrm>
              <a:off x="407" y="908"/>
              <a:ext cx="81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1150" name="文本框 62479"/>
            <p:cNvSpPr txBox="1"/>
            <p:nvPr/>
          </p:nvSpPr>
          <p:spPr>
            <a:xfrm>
              <a:off x="407" y="424"/>
              <a:ext cx="858" cy="460"/>
            </a:xfrm>
            <a:prstGeom prst="rect">
              <a:avLst/>
            </a:prstGeom>
            <a:noFill/>
            <a:ln w="9525">
              <a:noFill/>
              <a:miter/>
            </a:ln>
          </p:spPr>
          <p:txBody>
            <a:bodyPr anchor="t">
              <a:spAutoFit/>
            </a:bodyPr>
            <a:p>
              <a:pPr lvl="0">
                <a:lnSpc>
                  <a:spcPct val="140000"/>
                </a:lnSpc>
              </a:pPr>
              <a:r>
                <a:rPr lang="en-US" altLang="zh-CN" sz="1600">
                  <a:solidFill>
                    <a:schemeClr val="tx1"/>
                  </a:solidFill>
                  <a:latin typeface="Times New Roman" panose="02020603050405020304" charset="0"/>
                  <a:ea typeface="宋体" panose="02010600030101010101" pitchFamily="2" charset="-122"/>
                </a:rPr>
                <a:t>mov r1,[2120]</a:t>
              </a:r>
              <a:endParaRPr lang="en-US" altLang="zh-CN" sz="1600">
                <a:solidFill>
                  <a:schemeClr val="tx1"/>
                </a:solidFill>
                <a:latin typeface="Times New Roman" panose="02020603050405020304" charset="0"/>
                <a:ea typeface="宋体" panose="02010600030101010101" pitchFamily="2" charset="-122"/>
              </a:endParaRPr>
            </a:p>
            <a:p>
              <a:pPr lvl="0">
                <a:lnSpc>
                  <a:spcPct val="140000"/>
                </a:lnSpc>
              </a:pPr>
              <a:r>
                <a:rPr lang="en-US" altLang="zh-CN" sz="1600">
                  <a:solidFill>
                    <a:schemeClr val="tx1"/>
                  </a:solidFill>
                  <a:latin typeface="Times New Roman" panose="02020603050405020304" charset="0"/>
                  <a:ea typeface="宋体" panose="02010600030101010101" pitchFamily="2" charset="-122"/>
                </a:rPr>
                <a:t>add  r1,[3410]</a:t>
              </a:r>
              <a:endParaRPr lang="en-US" altLang="zh-CN" sz="1600">
                <a:solidFill>
                  <a:schemeClr val="tx1"/>
                </a:solidFill>
                <a:latin typeface="Times New Roman" panose="02020603050405020304" charset="0"/>
                <a:ea typeface="宋体" panose="02010600030101010101" pitchFamily="2" charset="-122"/>
              </a:endParaRPr>
            </a:p>
          </p:txBody>
        </p:sp>
        <p:sp>
          <p:nvSpPr>
            <p:cNvPr id="91151" name="文本框 62480"/>
            <p:cNvSpPr txBox="1"/>
            <p:nvPr/>
          </p:nvSpPr>
          <p:spPr>
            <a:xfrm>
              <a:off x="452" y="1211"/>
              <a:ext cx="588" cy="199"/>
            </a:xfrm>
            <a:prstGeom prst="rect">
              <a:avLst/>
            </a:prstGeom>
            <a:noFill/>
            <a:ln w="9525">
              <a:noFill/>
              <a:miter/>
            </a:ln>
          </p:spPr>
          <p:txBody>
            <a:bodyPr anchor="t">
              <a:spAutoFit/>
            </a:bodyPr>
            <a:p>
              <a:pPr lvl="0"/>
              <a:r>
                <a:rPr lang="en-US" altLang="x-none" sz="1600">
                  <a:solidFill>
                    <a:schemeClr val="tx1"/>
                  </a:solidFill>
                  <a:latin typeface="Times New Roman" panose="02020603050405020304" charset="0"/>
                  <a:ea typeface="宋体" panose="02010600030101010101" pitchFamily="2" charset="-122"/>
                </a:rPr>
                <a:t>006251  </a:t>
              </a:r>
              <a:endParaRPr lang="en-US" altLang="x-none" sz="1600">
                <a:solidFill>
                  <a:schemeClr val="tx1"/>
                </a:solidFill>
                <a:latin typeface="Times New Roman" panose="02020603050405020304" charset="0"/>
                <a:ea typeface="宋体" panose="02010600030101010101" pitchFamily="2" charset="-122"/>
              </a:endParaRPr>
            </a:p>
          </p:txBody>
        </p:sp>
        <p:sp>
          <p:nvSpPr>
            <p:cNvPr id="91152" name="文本框 62481"/>
            <p:cNvSpPr txBox="1"/>
            <p:nvPr/>
          </p:nvSpPr>
          <p:spPr>
            <a:xfrm>
              <a:off x="452" y="968"/>
              <a:ext cx="678" cy="199"/>
            </a:xfrm>
            <a:prstGeom prst="rect">
              <a:avLst/>
            </a:prstGeom>
            <a:noFill/>
            <a:ln w="9525">
              <a:noFill/>
              <a:miter/>
            </a:ln>
          </p:spPr>
          <p:txBody>
            <a:bodyPr anchor="t">
              <a:spAutoFit/>
            </a:bodyPr>
            <a:p>
              <a:pPr lvl="0"/>
              <a:r>
                <a:rPr lang="en-US" altLang="x-none" sz="1600">
                  <a:solidFill>
                    <a:schemeClr val="tx1"/>
                  </a:solidFill>
                  <a:latin typeface="Times New Roman" panose="02020603050405020304" charset="0"/>
                  <a:ea typeface="宋体" panose="02010600030101010101" pitchFamily="2" charset="-122"/>
                </a:rPr>
                <a:t>006802  </a:t>
              </a:r>
              <a:endParaRPr lang="en-US" altLang="x-none" sz="1600">
                <a:solidFill>
                  <a:schemeClr val="tx1"/>
                </a:solidFill>
                <a:latin typeface="Times New Roman" panose="02020603050405020304" charset="0"/>
                <a:ea typeface="宋体" panose="02010600030101010101" pitchFamily="2" charset="-122"/>
              </a:endParaRPr>
            </a:p>
          </p:txBody>
        </p:sp>
        <p:sp>
          <p:nvSpPr>
            <p:cNvPr id="91153" name="文本框 62482"/>
            <p:cNvSpPr txBox="1"/>
            <p:nvPr/>
          </p:nvSpPr>
          <p:spPr>
            <a:xfrm>
              <a:off x="90" y="1090"/>
              <a:ext cx="362" cy="226"/>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3KB</a:t>
              </a:r>
              <a:endParaRPr lang="en-US" altLang="zh-CN" sz="1600">
                <a:solidFill>
                  <a:schemeClr val="tx1"/>
                </a:solidFill>
                <a:latin typeface="Times New Roman" panose="02020603050405020304" charset="0"/>
                <a:ea typeface="宋体" panose="02010600030101010101" pitchFamily="2" charset="-122"/>
              </a:endParaRPr>
            </a:p>
          </p:txBody>
        </p:sp>
      </p:grpSp>
      <p:sp>
        <p:nvSpPr>
          <p:cNvPr id="62484" name="矩形 62483"/>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页式存储管理</a:t>
            </a:r>
            <a:endParaRPr lang="zh-CN" altLang="en-US" sz="2400" strike="noStrike" noProof="1">
              <a:ea typeface="宋体" panose="02010600030101010101" pitchFamily="2" charset="-122"/>
            </a:endParaRPr>
          </a:p>
        </p:txBody>
      </p:sp>
      <p:sp>
        <p:nvSpPr>
          <p:cNvPr id="2" name="文本框 1"/>
          <p:cNvSpPr txBox="1"/>
          <p:nvPr/>
        </p:nvSpPr>
        <p:spPr>
          <a:xfrm>
            <a:off x="6785610" y="3686175"/>
            <a:ext cx="1338580" cy="521970"/>
          </a:xfrm>
          <a:prstGeom prst="rect">
            <a:avLst/>
          </a:prstGeom>
          <a:noFill/>
          <a:ln>
            <a:solidFill>
              <a:schemeClr val="tx1"/>
            </a:solidFill>
          </a:ln>
        </p:spPr>
        <p:txBody>
          <a:bodyPr wrap="none" rtlCol="0" anchor="t">
            <a:spAutoFit/>
          </a:bodyPr>
          <a:p>
            <a:r>
              <a:rPr lang="en-US" altLang="zh-CN" b="0">
                <a:solidFill>
                  <a:schemeClr val="tx1"/>
                </a:solidFill>
                <a:latin typeface="Times New Roman" panose="02020603050405020304" charset="0"/>
                <a:sym typeface="+mn-ea"/>
              </a:rPr>
              <a:t>n</a:t>
            </a:r>
            <a:r>
              <a:rPr lang="zh-CN" altLang="en-US" b="0">
                <a:solidFill>
                  <a:schemeClr val="tx1"/>
                </a:solidFill>
                <a:latin typeface="Times New Roman" panose="02020603050405020304" charset="0"/>
                <a:sym typeface="+mn-ea"/>
              </a:rPr>
              <a:t>表示当前程序</a:t>
            </a:r>
            <a:endParaRPr lang="zh-CN" altLang="en-US" b="0">
              <a:solidFill>
                <a:schemeClr val="tx1"/>
              </a:solidFill>
              <a:latin typeface="Times New Roman" panose="02020603050405020304" charset="0"/>
              <a:sym typeface="+mn-ea"/>
            </a:endParaRPr>
          </a:p>
          <a:p>
            <a:r>
              <a:rPr lang="zh-CN" altLang="en-US" b="0">
                <a:solidFill>
                  <a:schemeClr val="tx1"/>
                </a:solidFill>
                <a:latin typeface="Times New Roman" panose="02020603050405020304" charset="0"/>
                <a:sym typeface="+mn-ea"/>
              </a:rPr>
              <a:t>已分配块数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2467" grpId="0" uiExpand="1"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1" name="矩形 63490"/>
          <p:cNvSpPr/>
          <p:nvPr/>
        </p:nvSpPr>
        <p:spPr>
          <a:xfrm>
            <a:off x="144463" y="495300"/>
            <a:ext cx="3744913" cy="53022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buNone/>
            </a:pPr>
            <a:r>
              <a:rPr lang="zh-CN" altLang="en-US" sz="2400" b="1" strike="noStrike" noProof="1">
                <a:solidFill>
                  <a:srgbClr val="000099"/>
                </a:solidFill>
                <a:latin typeface="宋体" panose="02010600030101010101" pitchFamily="2" charset="-122"/>
                <a:ea typeface="宋体" panose="02010600030101010101" pitchFamily="2" charset="-122"/>
                <a:cs typeface="+mn-cs"/>
              </a:rPr>
              <a:t>③ </a:t>
            </a:r>
            <a:r>
              <a:rPr lang="zh-CN" altLang="en-US" sz="2400" b="1" strike="noStrike" noProof="1">
                <a:solidFill>
                  <a:srgbClr val="000099"/>
                </a:solidFill>
                <a:latin typeface="Times New Roman" panose="02020603050405020304" charset="0"/>
                <a:ea typeface="宋体" panose="02010600030101010101" pitchFamily="2" charset="-122"/>
                <a:cs typeface="+mn-cs"/>
              </a:rPr>
              <a:t>缺页处理过程图示  </a:t>
            </a:r>
            <a:r>
              <a:rPr lang="zh-CN" altLang="en-US" sz="1800" strike="noStrike" noProof="1">
                <a:solidFill>
                  <a:schemeClr val="tx1"/>
                </a:solidFill>
                <a:latin typeface="Times New Roman" panose="02020603050405020304" charset="0"/>
                <a:ea typeface="宋体" panose="02010600030101010101" pitchFamily="2" charset="-122"/>
                <a:cs typeface="+mn-cs"/>
              </a:rPr>
              <a:t>           </a:t>
            </a:r>
            <a:endParaRPr lang="zh-CN" altLang="en-US" sz="1800" strike="noStrike" noProof="1">
              <a:solidFill>
                <a:schemeClr val="tx1"/>
              </a:solidFill>
              <a:latin typeface="Times New Roman" panose="02020603050405020304" charset="0"/>
              <a:ea typeface="宋体" panose="02010600030101010101" pitchFamily="2" charset="-122"/>
            </a:endParaRPr>
          </a:p>
        </p:txBody>
      </p:sp>
      <p:grpSp>
        <p:nvGrpSpPr>
          <p:cNvPr id="63492" name="组合 63491"/>
          <p:cNvGrpSpPr/>
          <p:nvPr/>
        </p:nvGrpSpPr>
        <p:grpSpPr>
          <a:xfrm>
            <a:off x="1403350" y="1031875"/>
            <a:ext cx="6491288" cy="5197475"/>
            <a:chOff x="0" y="0"/>
            <a:chExt cx="4089" cy="3274"/>
          </a:xfrm>
        </p:grpSpPr>
        <p:sp>
          <p:nvSpPr>
            <p:cNvPr id="92164" name="文本框 63492"/>
            <p:cNvSpPr txBox="1"/>
            <p:nvPr/>
          </p:nvSpPr>
          <p:spPr>
            <a:xfrm>
              <a:off x="605" y="0"/>
              <a:ext cx="1235" cy="231"/>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just"/>
              <a:r>
                <a:rPr lang="zh-CN" altLang="en-US" sz="1600" b="0">
                  <a:solidFill>
                    <a:schemeClr val="tx1"/>
                  </a:solidFill>
                  <a:latin typeface="Times New Roman" panose="02020603050405020304" charset="0"/>
                  <a:ea typeface="宋体" panose="02010600030101010101" pitchFamily="2" charset="-122"/>
                </a:rPr>
                <a:t> 启动要处理的指令</a:t>
              </a:r>
              <a:endParaRPr lang="zh-CN" altLang="en-US" sz="1600" b="0">
                <a:solidFill>
                  <a:schemeClr val="tx1"/>
                </a:solidFill>
                <a:latin typeface="Times New Roman" panose="02020603050405020304" charset="0"/>
                <a:ea typeface="宋体" panose="02010600030101010101" pitchFamily="2" charset="-122"/>
              </a:endParaRPr>
            </a:p>
          </p:txBody>
        </p:sp>
        <p:sp>
          <p:nvSpPr>
            <p:cNvPr id="92165" name="文本框 63493"/>
            <p:cNvSpPr txBox="1"/>
            <p:nvPr/>
          </p:nvSpPr>
          <p:spPr>
            <a:xfrm>
              <a:off x="808" y="356"/>
              <a:ext cx="809" cy="209"/>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just"/>
              <a:r>
                <a:rPr lang="zh-CN" altLang="en-US" sz="1600" b="0">
                  <a:solidFill>
                    <a:schemeClr val="tx1"/>
                  </a:solidFill>
                  <a:latin typeface="Times New Roman" panose="02020603050405020304" charset="0"/>
                  <a:ea typeface="宋体" panose="02010600030101010101" pitchFamily="2" charset="-122"/>
                </a:rPr>
                <a:t>给出虚地址</a:t>
              </a:r>
              <a:endParaRPr lang="zh-CN" altLang="en-US" sz="1600" b="0">
                <a:solidFill>
                  <a:schemeClr val="tx1"/>
                </a:solidFill>
                <a:latin typeface="Times New Roman" panose="02020603050405020304" charset="0"/>
                <a:ea typeface="宋体" panose="02010600030101010101" pitchFamily="2" charset="-122"/>
              </a:endParaRPr>
            </a:p>
          </p:txBody>
        </p:sp>
        <p:sp>
          <p:nvSpPr>
            <p:cNvPr id="92166" name="文本框 63494"/>
            <p:cNvSpPr txBox="1"/>
            <p:nvPr/>
          </p:nvSpPr>
          <p:spPr>
            <a:xfrm>
              <a:off x="808" y="706"/>
              <a:ext cx="809" cy="208"/>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just"/>
              <a:r>
                <a:rPr lang="zh-CN" altLang="en-US" sz="1600" b="0">
                  <a:solidFill>
                    <a:schemeClr val="tx1"/>
                  </a:solidFill>
                  <a:latin typeface="Times New Roman" panose="02020603050405020304" charset="0"/>
                  <a:ea typeface="宋体" panose="02010600030101010101" pitchFamily="2" charset="-122"/>
                </a:rPr>
                <a:t>  得到页号</a:t>
              </a:r>
              <a:endParaRPr lang="zh-CN" altLang="en-US" sz="1600" b="0">
                <a:solidFill>
                  <a:schemeClr val="tx1"/>
                </a:solidFill>
                <a:latin typeface="Times New Roman" panose="02020603050405020304" charset="0"/>
                <a:ea typeface="宋体" panose="02010600030101010101" pitchFamily="2" charset="-122"/>
              </a:endParaRPr>
            </a:p>
          </p:txBody>
        </p:sp>
        <p:grpSp>
          <p:nvGrpSpPr>
            <p:cNvPr id="92167" name="组合 63495"/>
            <p:cNvGrpSpPr/>
            <p:nvPr/>
          </p:nvGrpSpPr>
          <p:grpSpPr>
            <a:xfrm>
              <a:off x="549" y="1056"/>
              <a:ext cx="1328" cy="253"/>
              <a:chOff x="0" y="0"/>
              <a:chExt cx="2145" cy="510"/>
            </a:xfrm>
          </p:grpSpPr>
          <p:sp>
            <p:nvSpPr>
              <p:cNvPr id="92168" name="流程图: 决策 63496"/>
              <p:cNvSpPr/>
              <p:nvPr/>
            </p:nvSpPr>
            <p:spPr>
              <a:xfrm>
                <a:off x="0" y="0"/>
                <a:ext cx="2145" cy="510"/>
              </a:xfrm>
              <a:prstGeom prst="flowChartDecision">
                <a:avLst/>
              </a:prstGeom>
              <a:solidFill>
                <a:srgbClr val="FFCCFF"/>
              </a:solidFill>
              <a:ln w="9525" cap="flat" cmpd="sng">
                <a:solidFill>
                  <a:srgbClr val="000000"/>
                </a:solidFill>
                <a:prstDash val="solid"/>
                <a:miter/>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2169" name="文本框 63497"/>
              <p:cNvSpPr txBox="1"/>
              <p:nvPr/>
            </p:nvSpPr>
            <p:spPr>
              <a:xfrm>
                <a:off x="525" y="45"/>
                <a:ext cx="1305" cy="420"/>
              </a:xfrm>
              <a:prstGeom prst="rect">
                <a:avLst/>
              </a:prstGeom>
              <a:noFill/>
              <a:ln w="9525">
                <a:noFill/>
                <a:miter/>
              </a:ln>
            </p:spPr>
            <p:txBody>
              <a:bodyPr anchor="t"/>
              <a:p>
                <a:pPr lvl="0" algn="just"/>
                <a:r>
                  <a:rPr lang="zh-CN" altLang="en-US" sz="1600" b="0">
                    <a:solidFill>
                      <a:schemeClr val="tx1"/>
                    </a:solidFill>
                    <a:latin typeface="Times New Roman" panose="02020603050405020304" charset="0"/>
                    <a:ea typeface="宋体" panose="02010600030101010101" pitchFamily="2" charset="-122"/>
                  </a:rPr>
                  <a:t>该页在主存</a:t>
                </a:r>
                <a:r>
                  <a:rPr lang="en-US" altLang="zh-CN" sz="1600" b="0">
                    <a:solidFill>
                      <a:schemeClr val="tx1"/>
                    </a:solidFill>
                    <a:latin typeface="Times New Roman" panose="02020603050405020304" charset="0"/>
                    <a:ea typeface="宋体" panose="02010600030101010101" pitchFamily="2" charset="-122"/>
                  </a:rPr>
                  <a:t>?</a:t>
                </a:r>
                <a:endParaRPr lang="en-US" altLang="zh-CN" sz="1600" b="0">
                  <a:solidFill>
                    <a:schemeClr val="tx1"/>
                  </a:solidFill>
                  <a:latin typeface="Times New Roman" panose="02020603050405020304" charset="0"/>
                  <a:ea typeface="宋体" panose="02010600030101010101" pitchFamily="2" charset="-122"/>
                </a:endParaRPr>
              </a:p>
            </p:txBody>
          </p:sp>
        </p:grpSp>
        <p:sp>
          <p:nvSpPr>
            <p:cNvPr id="92170" name="直接连接符 63498"/>
            <p:cNvSpPr/>
            <p:nvPr/>
          </p:nvSpPr>
          <p:spPr>
            <a:xfrm>
              <a:off x="1212" y="231"/>
              <a:ext cx="0" cy="141"/>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2171" name="直接连接符 63499"/>
            <p:cNvSpPr/>
            <p:nvPr/>
          </p:nvSpPr>
          <p:spPr>
            <a:xfrm>
              <a:off x="1212" y="565"/>
              <a:ext cx="0" cy="141"/>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2172" name="直接连接符 63500"/>
            <p:cNvSpPr/>
            <p:nvPr/>
          </p:nvSpPr>
          <p:spPr>
            <a:xfrm>
              <a:off x="1212" y="914"/>
              <a:ext cx="0" cy="142"/>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nvGrpSpPr>
            <p:cNvPr id="92173" name="组合 63501"/>
            <p:cNvGrpSpPr/>
            <p:nvPr/>
          </p:nvGrpSpPr>
          <p:grpSpPr>
            <a:xfrm>
              <a:off x="549" y="1784"/>
              <a:ext cx="1328" cy="253"/>
              <a:chOff x="0" y="0"/>
              <a:chExt cx="2145" cy="510"/>
            </a:xfrm>
          </p:grpSpPr>
          <p:sp>
            <p:nvSpPr>
              <p:cNvPr id="92174" name="流程图: 决策 63502"/>
              <p:cNvSpPr/>
              <p:nvPr/>
            </p:nvSpPr>
            <p:spPr>
              <a:xfrm>
                <a:off x="0" y="0"/>
                <a:ext cx="2145" cy="510"/>
              </a:xfrm>
              <a:prstGeom prst="flowChartDecision">
                <a:avLst/>
              </a:prstGeom>
              <a:solidFill>
                <a:srgbClr val="FFCCFF"/>
              </a:solidFill>
              <a:ln w="9525" cap="flat" cmpd="sng">
                <a:solidFill>
                  <a:srgbClr val="000000"/>
                </a:solidFill>
                <a:prstDash val="solid"/>
                <a:miter/>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2175" name="文本框 63503"/>
              <p:cNvSpPr txBox="1"/>
              <p:nvPr/>
            </p:nvSpPr>
            <p:spPr>
              <a:xfrm>
                <a:off x="525" y="45"/>
                <a:ext cx="1305" cy="420"/>
              </a:xfrm>
              <a:prstGeom prst="rect">
                <a:avLst/>
              </a:prstGeom>
              <a:noFill/>
              <a:ln w="9525">
                <a:noFill/>
                <a:miter/>
              </a:ln>
            </p:spPr>
            <p:txBody>
              <a:bodyPr anchor="t"/>
              <a:p>
                <a:pPr lvl="0" algn="just"/>
                <a:r>
                  <a:rPr lang="zh-CN" altLang="en-US" sz="1600" b="0">
                    <a:solidFill>
                      <a:schemeClr val="tx1"/>
                    </a:solidFill>
                    <a:latin typeface="Times New Roman" panose="02020603050405020304" charset="0"/>
                    <a:ea typeface="宋体" panose="02010600030101010101" pitchFamily="2" charset="-122"/>
                  </a:rPr>
                  <a:t>有空闲块</a:t>
                </a:r>
                <a:r>
                  <a:rPr lang="en-US" altLang="zh-CN" sz="1600" b="0">
                    <a:solidFill>
                      <a:schemeClr val="tx1"/>
                    </a:solidFill>
                    <a:latin typeface="Times New Roman" panose="02020603050405020304" charset="0"/>
                    <a:ea typeface="宋体" panose="02010600030101010101" pitchFamily="2" charset="-122"/>
                  </a:rPr>
                  <a:t>?</a:t>
                </a:r>
                <a:endParaRPr lang="en-US" altLang="zh-CN" sz="1600" b="0">
                  <a:solidFill>
                    <a:schemeClr val="tx1"/>
                  </a:solidFill>
                  <a:latin typeface="Times New Roman" panose="02020603050405020304" charset="0"/>
                  <a:ea typeface="宋体" panose="02010600030101010101" pitchFamily="2" charset="-122"/>
                </a:endParaRPr>
              </a:p>
            </p:txBody>
          </p:sp>
        </p:grpSp>
        <p:sp>
          <p:nvSpPr>
            <p:cNvPr id="63505" name="流程图: 终止 63504"/>
            <p:cNvSpPr/>
            <p:nvPr/>
          </p:nvSpPr>
          <p:spPr>
            <a:xfrm>
              <a:off x="549" y="1436"/>
              <a:ext cx="1328" cy="207"/>
            </a:xfrm>
            <a:prstGeom prst="flowChartTerminator">
              <a:avLst/>
            </a:prstGeom>
            <a:solidFill>
              <a:srgbClr val="FF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600" b="0"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2177" name="文本框 63505"/>
            <p:cNvSpPr txBox="1"/>
            <p:nvPr/>
          </p:nvSpPr>
          <p:spPr>
            <a:xfrm>
              <a:off x="808" y="1443"/>
              <a:ext cx="809" cy="208"/>
            </a:xfrm>
            <a:prstGeom prst="rect">
              <a:avLst/>
            </a:prstGeom>
            <a:noFill/>
            <a:ln w="9525">
              <a:noFill/>
              <a:miter/>
            </a:ln>
          </p:spPr>
          <p:txBody>
            <a:bodyPr anchor="t"/>
            <a:p>
              <a:pPr lvl="0" algn="just"/>
              <a:r>
                <a:rPr lang="zh-CN" altLang="en-US" sz="1600" b="0">
                  <a:solidFill>
                    <a:schemeClr val="tx1"/>
                  </a:solidFill>
                  <a:latin typeface="Times New Roman" panose="02020603050405020304" charset="0"/>
                  <a:ea typeface="宋体" panose="02010600030101010101" pitchFamily="2" charset="-122"/>
                </a:rPr>
                <a:t>  缺页中断</a:t>
              </a:r>
              <a:endParaRPr lang="zh-CN" altLang="en-US" sz="1600" b="0">
                <a:solidFill>
                  <a:schemeClr val="tx1"/>
                </a:solidFill>
                <a:latin typeface="Times New Roman" panose="02020603050405020304" charset="0"/>
                <a:ea typeface="宋体" panose="02010600030101010101" pitchFamily="2" charset="-122"/>
              </a:endParaRPr>
            </a:p>
          </p:txBody>
        </p:sp>
        <p:sp>
          <p:nvSpPr>
            <p:cNvPr id="92178" name="直接连接符 63506"/>
            <p:cNvSpPr/>
            <p:nvPr/>
          </p:nvSpPr>
          <p:spPr>
            <a:xfrm>
              <a:off x="1212" y="1309"/>
              <a:ext cx="0" cy="141"/>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2179" name="直接连接符 63507"/>
            <p:cNvSpPr/>
            <p:nvPr/>
          </p:nvSpPr>
          <p:spPr>
            <a:xfrm>
              <a:off x="1212" y="1643"/>
              <a:ext cx="0" cy="141"/>
            </a:xfrm>
            <a:prstGeom prst="line">
              <a:avLst/>
            </a:prstGeom>
            <a:ln w="9525" cap="flat" cmpd="sng">
              <a:solidFill>
                <a:srgbClr val="000000"/>
              </a:solidFill>
              <a:prstDash val="solid"/>
              <a:round/>
              <a:headEnd type="none" w="med" len="med"/>
              <a:tailEnd type="triangle" w="sm" len="sm"/>
            </a:ln>
          </p:spPr>
          <p:txBody>
            <a:bodyPr anchor="t"/>
            <a:p>
              <a:pPr lvl="0" algn="ctr"/>
              <a:endParaRPr lang="zh-CN" altLang="en-US">
                <a:latin typeface="Arial" panose="02080604020202020204" pitchFamily="34" charset="0"/>
                <a:ea typeface="宋体" panose="02010600030101010101" pitchFamily="2" charset="-122"/>
              </a:endParaRPr>
            </a:p>
          </p:txBody>
        </p:sp>
        <p:sp>
          <p:nvSpPr>
            <p:cNvPr id="92180" name="文本框 63508"/>
            <p:cNvSpPr txBox="1"/>
            <p:nvPr/>
          </p:nvSpPr>
          <p:spPr>
            <a:xfrm>
              <a:off x="2570" y="1056"/>
              <a:ext cx="918" cy="208"/>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just"/>
              <a:r>
                <a:rPr lang="zh-CN" altLang="en-US" sz="1600" b="0">
                  <a:solidFill>
                    <a:schemeClr val="tx1"/>
                  </a:solidFill>
                  <a:latin typeface="Times New Roman" panose="02020603050405020304" charset="0"/>
                  <a:ea typeface="宋体" panose="02010600030101010101" pitchFamily="2" charset="-122"/>
                </a:rPr>
                <a:t>执行完该指令</a:t>
              </a:r>
              <a:endParaRPr lang="zh-CN" altLang="en-US" sz="1600" b="0">
                <a:solidFill>
                  <a:schemeClr val="tx1"/>
                </a:solidFill>
                <a:latin typeface="Times New Roman" panose="02020603050405020304" charset="0"/>
                <a:ea typeface="宋体" panose="02010600030101010101" pitchFamily="2" charset="-122"/>
              </a:endParaRPr>
            </a:p>
          </p:txBody>
        </p:sp>
        <p:sp>
          <p:nvSpPr>
            <p:cNvPr id="92181" name="文本框 63509"/>
            <p:cNvSpPr txBox="1"/>
            <p:nvPr/>
          </p:nvSpPr>
          <p:spPr>
            <a:xfrm>
              <a:off x="2399" y="565"/>
              <a:ext cx="1262" cy="230"/>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just"/>
              <a:r>
                <a:rPr lang="zh-CN" altLang="en-US" sz="1600" b="0">
                  <a:solidFill>
                    <a:schemeClr val="tx1"/>
                  </a:solidFill>
                  <a:latin typeface="Times New Roman" panose="02020603050405020304" charset="0"/>
                  <a:ea typeface="宋体" panose="02010600030101010101" pitchFamily="2" charset="-122"/>
                </a:rPr>
                <a:t> 准备执行下条指令</a:t>
              </a:r>
              <a:endParaRPr lang="zh-CN" altLang="en-US" sz="1600" b="0">
                <a:solidFill>
                  <a:schemeClr val="tx1"/>
                </a:solidFill>
                <a:latin typeface="Times New Roman" panose="02020603050405020304" charset="0"/>
                <a:ea typeface="宋体" panose="02010600030101010101" pitchFamily="2" charset="-122"/>
              </a:endParaRPr>
            </a:p>
          </p:txBody>
        </p:sp>
        <p:sp>
          <p:nvSpPr>
            <p:cNvPr id="92182" name="文本框 63510"/>
            <p:cNvSpPr txBox="1"/>
            <p:nvPr/>
          </p:nvSpPr>
          <p:spPr>
            <a:xfrm>
              <a:off x="2639" y="1784"/>
              <a:ext cx="808" cy="209"/>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just"/>
              <a:r>
                <a:rPr lang="zh-CN" altLang="en-US" sz="1600" b="0">
                  <a:solidFill>
                    <a:schemeClr val="tx1"/>
                  </a:solidFill>
                  <a:latin typeface="Times New Roman" panose="02020603050405020304" charset="0"/>
                  <a:ea typeface="宋体" panose="02010600030101010101" pitchFamily="2" charset="-122"/>
                </a:rPr>
                <a:t>选一页淘汰</a:t>
              </a:r>
              <a:endParaRPr lang="zh-CN" altLang="en-US" sz="1600" b="0">
                <a:solidFill>
                  <a:schemeClr val="tx1"/>
                </a:solidFill>
                <a:latin typeface="Times New Roman" panose="02020603050405020304" charset="0"/>
                <a:ea typeface="宋体" panose="02010600030101010101" pitchFamily="2" charset="-122"/>
              </a:endParaRPr>
            </a:p>
          </p:txBody>
        </p:sp>
        <p:sp>
          <p:nvSpPr>
            <p:cNvPr id="92183" name="文本框 63511"/>
            <p:cNvSpPr txBox="1"/>
            <p:nvPr/>
          </p:nvSpPr>
          <p:spPr>
            <a:xfrm>
              <a:off x="525" y="2179"/>
              <a:ext cx="1375" cy="230"/>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just"/>
              <a:r>
                <a:rPr lang="zh-CN" altLang="en-US" sz="1600" b="0">
                  <a:solidFill>
                    <a:schemeClr val="tx1"/>
                  </a:solidFill>
                  <a:latin typeface="Times New Roman" panose="02020603050405020304" charset="0"/>
                  <a:ea typeface="宋体" panose="02010600030101010101" pitchFamily="2" charset="-122"/>
                </a:rPr>
                <a:t> 从外存读入所需的页</a:t>
              </a:r>
              <a:endParaRPr lang="zh-CN" altLang="en-US" sz="1600" b="0">
                <a:solidFill>
                  <a:schemeClr val="tx1"/>
                </a:solidFill>
                <a:latin typeface="Times New Roman" panose="02020603050405020304" charset="0"/>
                <a:ea typeface="宋体" panose="02010600030101010101" pitchFamily="2" charset="-122"/>
              </a:endParaRPr>
            </a:p>
          </p:txBody>
        </p:sp>
        <p:sp>
          <p:nvSpPr>
            <p:cNvPr id="92184" name="文本框 63512"/>
            <p:cNvSpPr txBox="1"/>
            <p:nvPr/>
          </p:nvSpPr>
          <p:spPr>
            <a:xfrm>
              <a:off x="453" y="2536"/>
              <a:ext cx="1521" cy="231"/>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just"/>
              <a:r>
                <a:rPr lang="zh-CN" altLang="en-US" sz="1600" b="0">
                  <a:solidFill>
                    <a:schemeClr val="tx1"/>
                  </a:solidFill>
                  <a:latin typeface="Times New Roman" panose="02020603050405020304" charset="0"/>
                  <a:ea typeface="宋体" panose="02010600030101010101" pitchFamily="2" charset="-122"/>
                </a:rPr>
                <a:t> 调整存储分配表和页表</a:t>
              </a:r>
              <a:endParaRPr lang="zh-CN" altLang="en-US" sz="1600" b="0">
                <a:solidFill>
                  <a:schemeClr val="tx1"/>
                </a:solidFill>
                <a:latin typeface="Times New Roman" panose="02020603050405020304" charset="0"/>
                <a:ea typeface="宋体" panose="02010600030101010101" pitchFamily="2" charset="-122"/>
              </a:endParaRPr>
            </a:p>
          </p:txBody>
        </p:sp>
        <p:sp>
          <p:nvSpPr>
            <p:cNvPr id="92185" name="文本框 63513"/>
            <p:cNvSpPr txBox="1"/>
            <p:nvPr/>
          </p:nvSpPr>
          <p:spPr>
            <a:xfrm>
              <a:off x="462" y="2886"/>
              <a:ext cx="1485" cy="230"/>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just"/>
              <a:r>
                <a:rPr lang="zh-CN" altLang="en-US" sz="1600" b="0">
                  <a:solidFill>
                    <a:schemeClr val="tx1"/>
                  </a:solidFill>
                  <a:latin typeface="Times New Roman" panose="02020603050405020304" charset="0"/>
                  <a:ea typeface="宋体" panose="02010600030101010101" pitchFamily="2" charset="-122"/>
                </a:rPr>
                <a:t> 重新启动被中断的指令</a:t>
              </a:r>
              <a:endParaRPr lang="zh-CN" altLang="en-US" sz="1600" b="0">
                <a:solidFill>
                  <a:schemeClr val="tx1"/>
                </a:solidFill>
                <a:latin typeface="Times New Roman" panose="02020603050405020304" charset="0"/>
                <a:ea typeface="宋体" panose="02010600030101010101" pitchFamily="2" charset="-122"/>
              </a:endParaRPr>
            </a:p>
          </p:txBody>
        </p:sp>
        <p:sp>
          <p:nvSpPr>
            <p:cNvPr id="92186" name="文本框 63514"/>
            <p:cNvSpPr txBox="1"/>
            <p:nvPr/>
          </p:nvSpPr>
          <p:spPr>
            <a:xfrm>
              <a:off x="2311" y="2127"/>
              <a:ext cx="1467" cy="230"/>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just"/>
              <a:r>
                <a:rPr lang="zh-CN" altLang="en-US" sz="1600" b="0">
                  <a:solidFill>
                    <a:schemeClr val="tx1"/>
                  </a:solidFill>
                  <a:latin typeface="Times New Roman" panose="02020603050405020304" charset="0"/>
                  <a:ea typeface="宋体" panose="02010600030101010101" pitchFamily="2" charset="-122"/>
                </a:rPr>
                <a:t> 调整存储分配表和页表</a:t>
              </a:r>
              <a:endParaRPr lang="zh-CN" altLang="en-US" sz="1600" b="0">
                <a:solidFill>
                  <a:schemeClr val="tx1"/>
                </a:solidFill>
                <a:latin typeface="Times New Roman" panose="02020603050405020304" charset="0"/>
                <a:ea typeface="宋体" panose="02010600030101010101" pitchFamily="2" charset="-122"/>
              </a:endParaRPr>
            </a:p>
          </p:txBody>
        </p:sp>
        <p:grpSp>
          <p:nvGrpSpPr>
            <p:cNvPr id="92187" name="组合 63515"/>
            <p:cNvGrpSpPr/>
            <p:nvPr/>
          </p:nvGrpSpPr>
          <p:grpSpPr>
            <a:xfrm>
              <a:off x="2379" y="2491"/>
              <a:ext cx="1328" cy="254"/>
              <a:chOff x="0" y="0"/>
              <a:chExt cx="2145" cy="510"/>
            </a:xfrm>
          </p:grpSpPr>
          <p:sp>
            <p:nvSpPr>
              <p:cNvPr id="92188" name="流程图: 决策 63516"/>
              <p:cNvSpPr/>
              <p:nvPr/>
            </p:nvSpPr>
            <p:spPr>
              <a:xfrm>
                <a:off x="0" y="0"/>
                <a:ext cx="2145" cy="510"/>
              </a:xfrm>
              <a:prstGeom prst="flowChartDecision">
                <a:avLst/>
              </a:prstGeom>
              <a:solidFill>
                <a:srgbClr val="FFCCFF"/>
              </a:solidFill>
              <a:ln w="9525" cap="flat" cmpd="sng">
                <a:solidFill>
                  <a:srgbClr val="000000"/>
                </a:solidFill>
                <a:prstDash val="solid"/>
                <a:miter/>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2189" name="文本框 63517"/>
              <p:cNvSpPr txBox="1"/>
              <p:nvPr/>
            </p:nvSpPr>
            <p:spPr>
              <a:xfrm>
                <a:off x="525" y="45"/>
                <a:ext cx="1305" cy="420"/>
              </a:xfrm>
              <a:prstGeom prst="rect">
                <a:avLst/>
              </a:prstGeom>
              <a:noFill/>
              <a:ln w="9525">
                <a:noFill/>
                <a:miter/>
              </a:ln>
            </p:spPr>
            <p:txBody>
              <a:bodyPr anchor="t"/>
              <a:p>
                <a:pPr lvl="0" algn="just"/>
                <a:r>
                  <a:rPr lang="zh-CN" altLang="en-US" sz="1600" b="0">
                    <a:solidFill>
                      <a:schemeClr val="tx1"/>
                    </a:solidFill>
                    <a:latin typeface="Times New Roman" panose="02020603050405020304" charset="0"/>
                    <a:ea typeface="宋体" panose="02010600030101010101" pitchFamily="2" charset="-122"/>
                  </a:rPr>
                  <a:t>要重写入</a:t>
                </a:r>
                <a:r>
                  <a:rPr lang="en-US" altLang="zh-CN" sz="1600" b="0">
                    <a:solidFill>
                      <a:schemeClr val="tx1"/>
                    </a:solidFill>
                    <a:latin typeface="Times New Roman" panose="02020603050405020304" charset="0"/>
                    <a:ea typeface="宋体" panose="02010600030101010101" pitchFamily="2" charset="-122"/>
                  </a:rPr>
                  <a:t>?</a:t>
                </a:r>
                <a:endParaRPr lang="en-US" altLang="zh-CN" sz="1600" b="0">
                  <a:solidFill>
                    <a:schemeClr val="tx1"/>
                  </a:solidFill>
                  <a:latin typeface="Times New Roman" panose="02020603050405020304" charset="0"/>
                  <a:ea typeface="宋体" panose="02010600030101010101" pitchFamily="2" charset="-122"/>
                </a:endParaRPr>
              </a:p>
            </p:txBody>
          </p:sp>
        </p:grpSp>
        <p:sp>
          <p:nvSpPr>
            <p:cNvPr id="92190" name="文本框 63518"/>
            <p:cNvSpPr txBox="1"/>
            <p:nvPr/>
          </p:nvSpPr>
          <p:spPr>
            <a:xfrm>
              <a:off x="2553" y="2871"/>
              <a:ext cx="983" cy="208"/>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just"/>
              <a:r>
                <a:rPr lang="zh-CN" altLang="en-US" sz="1600" b="0">
                  <a:solidFill>
                    <a:schemeClr val="tx1"/>
                  </a:solidFill>
                  <a:latin typeface="Times New Roman" panose="02020603050405020304" charset="0"/>
                  <a:ea typeface="宋体" panose="02010600030101010101" pitchFamily="2" charset="-122"/>
                </a:rPr>
                <a:t>该页写入外存</a:t>
              </a:r>
              <a:endParaRPr lang="zh-CN" altLang="en-US" sz="1600" b="0">
                <a:solidFill>
                  <a:schemeClr val="tx1"/>
                </a:solidFill>
                <a:latin typeface="Times New Roman" panose="02020603050405020304" charset="0"/>
                <a:ea typeface="宋体" panose="02010600030101010101" pitchFamily="2" charset="-122"/>
              </a:endParaRPr>
            </a:p>
          </p:txBody>
        </p:sp>
        <p:sp>
          <p:nvSpPr>
            <p:cNvPr id="92191" name="直接连接符 63519"/>
            <p:cNvSpPr/>
            <p:nvPr/>
          </p:nvSpPr>
          <p:spPr>
            <a:xfrm>
              <a:off x="1212" y="2037"/>
              <a:ext cx="0" cy="142"/>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2192" name="直接连接符 63520"/>
            <p:cNvSpPr/>
            <p:nvPr/>
          </p:nvSpPr>
          <p:spPr>
            <a:xfrm>
              <a:off x="1212" y="2402"/>
              <a:ext cx="0" cy="141"/>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2193" name="直接连接符 63521"/>
            <p:cNvSpPr/>
            <p:nvPr/>
          </p:nvSpPr>
          <p:spPr>
            <a:xfrm>
              <a:off x="1212" y="2759"/>
              <a:ext cx="0" cy="141"/>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2194" name="直接连接符 63522"/>
            <p:cNvSpPr/>
            <p:nvPr/>
          </p:nvSpPr>
          <p:spPr>
            <a:xfrm>
              <a:off x="1212" y="3116"/>
              <a:ext cx="0" cy="15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2195" name="直接连接符 63523"/>
            <p:cNvSpPr/>
            <p:nvPr/>
          </p:nvSpPr>
          <p:spPr>
            <a:xfrm flipH="1">
              <a:off x="0" y="3274"/>
              <a:ext cx="1212"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2196" name="直接连接符 63524"/>
            <p:cNvSpPr/>
            <p:nvPr/>
          </p:nvSpPr>
          <p:spPr>
            <a:xfrm flipV="1">
              <a:off x="0" y="104"/>
              <a:ext cx="0" cy="3162"/>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2197" name="直接连接符 63525"/>
            <p:cNvSpPr/>
            <p:nvPr/>
          </p:nvSpPr>
          <p:spPr>
            <a:xfrm>
              <a:off x="0" y="104"/>
              <a:ext cx="632"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2198" name="直接连接符 63526"/>
            <p:cNvSpPr/>
            <p:nvPr/>
          </p:nvSpPr>
          <p:spPr>
            <a:xfrm>
              <a:off x="1877" y="1183"/>
              <a:ext cx="720"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2199" name="直接连接符 63527"/>
            <p:cNvSpPr/>
            <p:nvPr/>
          </p:nvSpPr>
          <p:spPr>
            <a:xfrm flipV="1">
              <a:off x="3030" y="795"/>
              <a:ext cx="0" cy="261"/>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2200" name="直接连接符 63528"/>
            <p:cNvSpPr/>
            <p:nvPr/>
          </p:nvSpPr>
          <p:spPr>
            <a:xfrm flipV="1">
              <a:off x="3030" y="104"/>
              <a:ext cx="0" cy="461"/>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2201" name="直接连接符 63529"/>
            <p:cNvSpPr/>
            <p:nvPr/>
          </p:nvSpPr>
          <p:spPr>
            <a:xfrm flipH="1">
              <a:off x="1838" y="104"/>
              <a:ext cx="1192"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2202" name="直接连接符 63530"/>
            <p:cNvSpPr/>
            <p:nvPr/>
          </p:nvSpPr>
          <p:spPr>
            <a:xfrm>
              <a:off x="39" y="1532"/>
              <a:ext cx="496" cy="0"/>
            </a:xfrm>
            <a:prstGeom prst="line">
              <a:avLst/>
            </a:prstGeom>
            <a:ln w="19050" cap="flat" cmpd="sng">
              <a:solidFill>
                <a:srgbClr val="000000"/>
              </a:solidFill>
              <a:prstDash val="dash"/>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2203" name="直接连接符 63531"/>
            <p:cNvSpPr/>
            <p:nvPr/>
          </p:nvSpPr>
          <p:spPr>
            <a:xfrm>
              <a:off x="1877" y="1532"/>
              <a:ext cx="2212" cy="0"/>
            </a:xfrm>
            <a:prstGeom prst="line">
              <a:avLst/>
            </a:prstGeom>
            <a:ln w="19050" cap="flat" cmpd="sng">
              <a:solidFill>
                <a:srgbClr val="000000"/>
              </a:solidFill>
              <a:prstDash val="dash"/>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2204" name="直接连接符 63532"/>
            <p:cNvSpPr/>
            <p:nvPr/>
          </p:nvSpPr>
          <p:spPr>
            <a:xfrm>
              <a:off x="1877" y="1910"/>
              <a:ext cx="762" cy="0"/>
            </a:xfrm>
            <a:prstGeom prst="line">
              <a:avLst/>
            </a:prstGeom>
            <a:ln w="9525" cap="flat" cmpd="sng">
              <a:solidFill>
                <a:srgbClr val="000000"/>
              </a:solidFill>
              <a:prstDash val="solid"/>
              <a:round/>
              <a:headEnd type="none" w="med" len="med"/>
              <a:tailEnd type="triangle" w="sm" len="sm"/>
            </a:ln>
          </p:spPr>
          <p:txBody>
            <a:bodyPr anchor="t"/>
            <a:p>
              <a:pPr lvl="0" algn="ctr"/>
              <a:endParaRPr lang="zh-CN" altLang="en-US">
                <a:latin typeface="Arial" panose="02080604020202020204" pitchFamily="34" charset="0"/>
                <a:ea typeface="宋体" panose="02010600030101010101" pitchFamily="2" charset="-122"/>
              </a:endParaRPr>
            </a:p>
          </p:txBody>
        </p:sp>
        <p:sp>
          <p:nvSpPr>
            <p:cNvPr id="92205" name="直接连接符 63533"/>
            <p:cNvSpPr/>
            <p:nvPr/>
          </p:nvSpPr>
          <p:spPr>
            <a:xfrm>
              <a:off x="3048" y="1986"/>
              <a:ext cx="0" cy="141"/>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2206" name="直接连接符 63534"/>
            <p:cNvSpPr/>
            <p:nvPr/>
          </p:nvSpPr>
          <p:spPr>
            <a:xfrm>
              <a:off x="3048" y="2357"/>
              <a:ext cx="0" cy="142"/>
            </a:xfrm>
            <a:prstGeom prst="line">
              <a:avLst/>
            </a:prstGeom>
            <a:ln w="9525" cap="flat" cmpd="sng">
              <a:solidFill>
                <a:srgbClr val="000000"/>
              </a:solidFill>
              <a:prstDash val="solid"/>
              <a:round/>
              <a:headEnd type="none" w="med" len="med"/>
              <a:tailEnd type="triangle" w="sm" len="sm"/>
            </a:ln>
          </p:spPr>
          <p:txBody>
            <a:bodyPr anchor="t"/>
            <a:p>
              <a:pPr lvl="0" algn="ctr"/>
              <a:endParaRPr lang="zh-CN" altLang="en-US">
                <a:latin typeface="Arial" panose="02080604020202020204" pitchFamily="34" charset="0"/>
                <a:ea typeface="宋体" panose="02010600030101010101" pitchFamily="2" charset="-122"/>
              </a:endParaRPr>
            </a:p>
          </p:txBody>
        </p:sp>
        <p:sp>
          <p:nvSpPr>
            <p:cNvPr id="92207" name="直接连接符 63535"/>
            <p:cNvSpPr/>
            <p:nvPr/>
          </p:nvSpPr>
          <p:spPr>
            <a:xfrm>
              <a:off x="3048" y="2737"/>
              <a:ext cx="0" cy="141"/>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2208" name="直接连接符 63536"/>
            <p:cNvSpPr/>
            <p:nvPr/>
          </p:nvSpPr>
          <p:spPr>
            <a:xfrm>
              <a:off x="3048" y="3079"/>
              <a:ext cx="0" cy="186"/>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2209" name="直接连接符 63537"/>
            <p:cNvSpPr/>
            <p:nvPr/>
          </p:nvSpPr>
          <p:spPr>
            <a:xfrm flipH="1">
              <a:off x="2222" y="3265"/>
              <a:ext cx="826"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2210" name="直接连接符 63538"/>
            <p:cNvSpPr/>
            <p:nvPr/>
          </p:nvSpPr>
          <p:spPr>
            <a:xfrm flipH="1">
              <a:off x="1212" y="2097"/>
              <a:ext cx="1010"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2211" name="直接连接符 63539"/>
            <p:cNvSpPr/>
            <p:nvPr/>
          </p:nvSpPr>
          <p:spPr>
            <a:xfrm>
              <a:off x="2222" y="2097"/>
              <a:ext cx="0" cy="1168"/>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2212" name="文本框 63540"/>
            <p:cNvSpPr txBox="1"/>
            <p:nvPr/>
          </p:nvSpPr>
          <p:spPr>
            <a:xfrm>
              <a:off x="855" y="1986"/>
              <a:ext cx="343" cy="223"/>
            </a:xfrm>
            <a:prstGeom prst="rect">
              <a:avLst/>
            </a:prstGeom>
            <a:noFill/>
            <a:ln w="9525">
              <a:noFill/>
              <a:miter/>
            </a:ln>
          </p:spPr>
          <p:txBody>
            <a:bodyPr anchor="t"/>
            <a:p>
              <a:pPr lvl="0" algn="just"/>
              <a:r>
                <a:rPr lang="en-US" altLang="zh-CN" sz="1600" b="0">
                  <a:solidFill>
                    <a:schemeClr val="tx1"/>
                  </a:solidFill>
                  <a:latin typeface="Times New Roman" panose="02020603050405020304" charset="0"/>
                  <a:ea typeface="宋体" panose="02010600030101010101" pitchFamily="2" charset="-122"/>
                </a:rPr>
                <a:t>Y</a:t>
              </a:r>
              <a:endParaRPr lang="en-US" altLang="zh-CN" sz="1600" b="0">
                <a:solidFill>
                  <a:schemeClr val="tx1"/>
                </a:solidFill>
                <a:latin typeface="Times New Roman" panose="02020603050405020304" charset="0"/>
                <a:ea typeface="宋体" panose="02010600030101010101" pitchFamily="2" charset="-122"/>
              </a:endParaRPr>
            </a:p>
          </p:txBody>
        </p:sp>
        <p:sp>
          <p:nvSpPr>
            <p:cNvPr id="92213" name="文本框 63541"/>
            <p:cNvSpPr txBox="1"/>
            <p:nvPr/>
          </p:nvSpPr>
          <p:spPr>
            <a:xfrm>
              <a:off x="1934" y="1728"/>
              <a:ext cx="344" cy="224"/>
            </a:xfrm>
            <a:prstGeom prst="rect">
              <a:avLst/>
            </a:prstGeom>
            <a:noFill/>
            <a:ln w="9525">
              <a:noFill/>
              <a:miter/>
            </a:ln>
          </p:spPr>
          <p:txBody>
            <a:bodyPr anchor="t"/>
            <a:p>
              <a:pPr lvl="0" algn="just"/>
              <a:r>
                <a:rPr lang="en-US" altLang="zh-CN" sz="1600" b="0">
                  <a:solidFill>
                    <a:schemeClr val="tx1"/>
                  </a:solidFill>
                  <a:latin typeface="Times New Roman" panose="02020603050405020304" charset="0"/>
                  <a:ea typeface="宋体" panose="02010600030101010101" pitchFamily="2" charset="-122"/>
                </a:rPr>
                <a:t>N</a:t>
              </a:r>
              <a:endParaRPr lang="en-US" altLang="zh-CN" sz="1600" b="0">
                <a:solidFill>
                  <a:schemeClr val="tx1"/>
                </a:solidFill>
                <a:latin typeface="Times New Roman" panose="02020603050405020304" charset="0"/>
                <a:ea typeface="宋体" panose="02010600030101010101" pitchFamily="2" charset="-122"/>
              </a:endParaRPr>
            </a:p>
          </p:txBody>
        </p:sp>
        <p:sp>
          <p:nvSpPr>
            <p:cNvPr id="92214" name="文本框 63542"/>
            <p:cNvSpPr txBox="1"/>
            <p:nvPr/>
          </p:nvSpPr>
          <p:spPr>
            <a:xfrm>
              <a:off x="1218" y="1271"/>
              <a:ext cx="343" cy="223"/>
            </a:xfrm>
            <a:prstGeom prst="rect">
              <a:avLst/>
            </a:prstGeom>
            <a:noFill/>
            <a:ln w="9525">
              <a:noFill/>
              <a:miter/>
            </a:ln>
          </p:spPr>
          <p:txBody>
            <a:bodyPr anchor="t"/>
            <a:p>
              <a:pPr lvl="0" algn="just"/>
              <a:r>
                <a:rPr lang="en-US" altLang="zh-CN" sz="1600" b="0">
                  <a:solidFill>
                    <a:schemeClr val="tx1"/>
                  </a:solidFill>
                  <a:latin typeface="Times New Roman" panose="02020603050405020304" charset="0"/>
                  <a:ea typeface="宋体" panose="02010600030101010101" pitchFamily="2" charset="-122"/>
                </a:rPr>
                <a:t>N</a:t>
              </a:r>
              <a:endParaRPr lang="en-US" altLang="zh-CN" sz="1600" b="0">
                <a:solidFill>
                  <a:schemeClr val="tx1"/>
                </a:solidFill>
                <a:latin typeface="Times New Roman" panose="02020603050405020304" charset="0"/>
                <a:ea typeface="宋体" panose="02010600030101010101" pitchFamily="2" charset="-122"/>
              </a:endParaRPr>
            </a:p>
          </p:txBody>
        </p:sp>
        <p:sp>
          <p:nvSpPr>
            <p:cNvPr id="92215" name="文本框 63543"/>
            <p:cNvSpPr txBox="1"/>
            <p:nvPr/>
          </p:nvSpPr>
          <p:spPr>
            <a:xfrm>
              <a:off x="1812" y="982"/>
              <a:ext cx="345" cy="223"/>
            </a:xfrm>
            <a:prstGeom prst="rect">
              <a:avLst/>
            </a:prstGeom>
            <a:noFill/>
            <a:ln w="9525">
              <a:noFill/>
              <a:miter/>
            </a:ln>
          </p:spPr>
          <p:txBody>
            <a:bodyPr anchor="t"/>
            <a:p>
              <a:pPr lvl="0" algn="just"/>
              <a:r>
                <a:rPr lang="en-US" altLang="zh-CN" sz="1600" b="0">
                  <a:solidFill>
                    <a:schemeClr val="tx1"/>
                  </a:solidFill>
                  <a:latin typeface="Times New Roman" panose="02020603050405020304" charset="0"/>
                  <a:ea typeface="宋体" panose="02010600030101010101" pitchFamily="2" charset="-122"/>
                </a:rPr>
                <a:t>Y</a:t>
              </a:r>
              <a:endParaRPr lang="en-US" altLang="zh-CN" sz="1600" b="0">
                <a:solidFill>
                  <a:schemeClr val="tx1"/>
                </a:solidFill>
                <a:latin typeface="Times New Roman" panose="02020603050405020304" charset="0"/>
                <a:ea typeface="宋体" panose="02010600030101010101" pitchFamily="2" charset="-122"/>
              </a:endParaRPr>
            </a:p>
          </p:txBody>
        </p:sp>
        <p:sp>
          <p:nvSpPr>
            <p:cNvPr id="92216" name="文本框 63544"/>
            <p:cNvSpPr txBox="1"/>
            <p:nvPr/>
          </p:nvSpPr>
          <p:spPr>
            <a:xfrm>
              <a:off x="42" y="1174"/>
              <a:ext cx="483" cy="253"/>
            </a:xfrm>
            <a:prstGeom prst="rect">
              <a:avLst/>
            </a:prstGeom>
            <a:noFill/>
            <a:ln w="9525">
              <a:noFill/>
              <a:miter/>
            </a:ln>
          </p:spPr>
          <p:txBody>
            <a:bodyPr anchor="t"/>
            <a:p>
              <a:pPr lvl="0" algn="just"/>
              <a:r>
                <a:rPr lang="zh-CN" altLang="en-US" sz="1600" b="0">
                  <a:solidFill>
                    <a:schemeClr val="tx1"/>
                  </a:solidFill>
                  <a:latin typeface="Times New Roman" panose="02020603050405020304" charset="0"/>
                  <a:ea typeface="宋体" panose="02010600030101010101" pitchFamily="2" charset="-122"/>
                </a:rPr>
                <a:t>硬件</a:t>
              </a:r>
              <a:endParaRPr lang="zh-CN" altLang="en-US" sz="1600" b="0">
                <a:solidFill>
                  <a:schemeClr val="tx1"/>
                </a:solidFill>
                <a:latin typeface="Times New Roman" panose="02020603050405020304" charset="0"/>
                <a:ea typeface="宋体" panose="02010600030101010101" pitchFamily="2" charset="-122"/>
              </a:endParaRPr>
            </a:p>
          </p:txBody>
        </p:sp>
        <p:sp>
          <p:nvSpPr>
            <p:cNvPr id="92217" name="文本框 63545"/>
            <p:cNvSpPr txBox="1"/>
            <p:nvPr/>
          </p:nvSpPr>
          <p:spPr>
            <a:xfrm>
              <a:off x="28" y="1599"/>
              <a:ext cx="483" cy="253"/>
            </a:xfrm>
            <a:prstGeom prst="rect">
              <a:avLst/>
            </a:prstGeom>
            <a:noFill/>
            <a:ln w="9525">
              <a:noFill/>
              <a:miter/>
            </a:ln>
          </p:spPr>
          <p:txBody>
            <a:bodyPr anchor="t"/>
            <a:p>
              <a:pPr lvl="0" algn="just"/>
              <a:r>
                <a:rPr lang="zh-CN" altLang="en-US" sz="1600" b="0">
                  <a:solidFill>
                    <a:schemeClr val="tx1"/>
                  </a:solidFill>
                  <a:latin typeface="Times New Roman" panose="02020603050405020304" charset="0"/>
                  <a:ea typeface="宋体" panose="02010600030101010101" pitchFamily="2" charset="-122"/>
                </a:rPr>
                <a:t>软件</a:t>
              </a:r>
              <a:endParaRPr lang="zh-CN" altLang="en-US" sz="1600" b="0">
                <a:solidFill>
                  <a:schemeClr val="tx1"/>
                </a:solidFill>
                <a:latin typeface="Times New Roman" panose="02020603050405020304" charset="0"/>
                <a:ea typeface="宋体" panose="02010600030101010101" pitchFamily="2" charset="-122"/>
              </a:endParaRPr>
            </a:p>
          </p:txBody>
        </p:sp>
        <p:sp>
          <p:nvSpPr>
            <p:cNvPr id="92218" name="文本框 63546"/>
            <p:cNvSpPr txBox="1"/>
            <p:nvPr/>
          </p:nvSpPr>
          <p:spPr>
            <a:xfrm>
              <a:off x="3228" y="2701"/>
              <a:ext cx="343" cy="223"/>
            </a:xfrm>
            <a:prstGeom prst="rect">
              <a:avLst/>
            </a:prstGeom>
            <a:noFill/>
            <a:ln w="9525">
              <a:noFill/>
              <a:miter/>
            </a:ln>
          </p:spPr>
          <p:txBody>
            <a:bodyPr anchor="t"/>
            <a:p>
              <a:pPr lvl="0" algn="just"/>
              <a:r>
                <a:rPr lang="en-US" altLang="zh-CN" sz="1600" b="0">
                  <a:solidFill>
                    <a:schemeClr val="tx1"/>
                  </a:solidFill>
                  <a:latin typeface="Times New Roman" panose="02020603050405020304" charset="0"/>
                  <a:ea typeface="宋体" panose="02010600030101010101" pitchFamily="2" charset="-122"/>
                </a:rPr>
                <a:t>Y</a:t>
              </a:r>
              <a:endParaRPr lang="en-US" altLang="zh-CN" sz="1600" b="0">
                <a:solidFill>
                  <a:schemeClr val="tx1"/>
                </a:solidFill>
                <a:latin typeface="Times New Roman" panose="02020603050405020304" charset="0"/>
                <a:ea typeface="宋体" panose="02010600030101010101" pitchFamily="2" charset="-122"/>
              </a:endParaRPr>
            </a:p>
          </p:txBody>
        </p:sp>
        <p:sp>
          <p:nvSpPr>
            <p:cNvPr id="92219" name="直接连接符 63547"/>
            <p:cNvSpPr/>
            <p:nvPr/>
          </p:nvSpPr>
          <p:spPr>
            <a:xfrm flipH="1">
              <a:off x="2207" y="2623"/>
              <a:ext cx="214" cy="0"/>
            </a:xfrm>
            <a:prstGeom prst="line">
              <a:avLst/>
            </a:prstGeom>
            <a:ln w="9525" cap="flat" cmpd="sng">
              <a:solidFill>
                <a:schemeClr val="tx1"/>
              </a:solidFill>
              <a:prstDash val="solid"/>
              <a:round/>
              <a:headEnd type="none" w="med" len="med"/>
              <a:tailEnd type="triangl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2220" name="文本框 63548"/>
            <p:cNvSpPr txBox="1"/>
            <p:nvPr/>
          </p:nvSpPr>
          <p:spPr>
            <a:xfrm>
              <a:off x="2241" y="2431"/>
              <a:ext cx="344" cy="223"/>
            </a:xfrm>
            <a:prstGeom prst="rect">
              <a:avLst/>
            </a:prstGeom>
            <a:noFill/>
            <a:ln w="9525">
              <a:noFill/>
              <a:miter/>
            </a:ln>
          </p:spPr>
          <p:txBody>
            <a:bodyPr anchor="t"/>
            <a:p>
              <a:pPr lvl="0" algn="just"/>
              <a:r>
                <a:rPr lang="en-US" altLang="zh-CN" sz="1600" b="0">
                  <a:solidFill>
                    <a:schemeClr val="tx1"/>
                  </a:solidFill>
                  <a:latin typeface="Times New Roman" panose="02020603050405020304" charset="0"/>
                  <a:ea typeface="宋体" panose="02010600030101010101" pitchFamily="2" charset="-122"/>
                </a:rPr>
                <a:t>N</a:t>
              </a:r>
              <a:endParaRPr lang="en-US" altLang="zh-CN" sz="1600" b="0">
                <a:solidFill>
                  <a:schemeClr val="tx1"/>
                </a:solidFill>
                <a:latin typeface="Times New Roman" panose="02020603050405020304" charset="0"/>
                <a:ea typeface="宋体" panose="02010600030101010101" pitchFamily="2" charset="-122"/>
              </a:endParaRPr>
            </a:p>
          </p:txBody>
        </p:sp>
      </p:grpSp>
      <p:sp>
        <p:nvSpPr>
          <p:cNvPr id="63550" name="文本框 63549"/>
          <p:cNvSpPr txBox="1"/>
          <p:nvPr/>
        </p:nvSpPr>
        <p:spPr>
          <a:xfrm>
            <a:off x="3111500" y="6264275"/>
            <a:ext cx="3463925" cy="336550"/>
          </a:xfrm>
          <a:prstGeom prst="rect">
            <a:avLst/>
          </a:prstGeom>
          <a:noFill/>
          <a:ln w="9525">
            <a:noFill/>
            <a:miter/>
          </a:ln>
        </p:spPr>
        <p:txBody>
          <a:bodyPr anchor="t">
            <a:spAutoFit/>
          </a:bodyPr>
          <a:p>
            <a:pPr lvl="0">
              <a:spcBef>
                <a:spcPct val="30000"/>
              </a:spcBef>
            </a:pPr>
            <a:r>
              <a:rPr lang="zh-CN" altLang="en-US" sz="1600" b="0">
                <a:solidFill>
                  <a:schemeClr val="tx1"/>
                </a:solidFill>
                <a:latin typeface="Times New Roman" panose="02020603050405020304" charset="0"/>
                <a:ea typeface="宋体" panose="02010600030101010101" pitchFamily="2" charset="-122"/>
              </a:rPr>
              <a:t>指令执行步骤和缺页中断处理过程</a:t>
            </a:r>
            <a:endParaRPr lang="zh-CN" altLang="en-US" sz="1600" b="0">
              <a:solidFill>
                <a:schemeClr val="tx1"/>
              </a:solidFill>
              <a:latin typeface="Times New Roman" panose="02020603050405020304" charset="0"/>
              <a:ea typeface="宋体" panose="02010600030101010101" pitchFamily="2" charset="-122"/>
            </a:endParaRPr>
          </a:p>
        </p:txBody>
      </p:sp>
      <p:sp>
        <p:nvSpPr>
          <p:cNvPr id="63551" name="矩形 63550"/>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页式存储管理</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3491" grpId="0" build="p"/>
      <p:bldP spid="63550"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5" name="矩形 64514"/>
          <p:cNvSpPr/>
          <p:nvPr/>
        </p:nvSpPr>
        <p:spPr>
          <a:xfrm>
            <a:off x="381000" y="546100"/>
            <a:ext cx="8393430" cy="180149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4.  </a:t>
            </a:r>
            <a:r>
              <a:rPr lang="zh-CN" altLang="en-US" b="1" strike="noStrike" noProof="1">
                <a:solidFill>
                  <a:srgbClr val="990000"/>
                </a:solidFill>
                <a:latin typeface="Times New Roman" panose="02020603050405020304" charset="0"/>
                <a:ea typeface="宋体" panose="02010600030101010101" pitchFamily="2" charset="-122"/>
                <a:cs typeface="+mn-ea"/>
              </a:rPr>
              <a:t>淘汰机制与策略</a:t>
            </a:r>
            <a:endParaRPr lang="zh-CN" altLang="en-US" b="1" strike="noStrike" noProof="1">
              <a:solidFill>
                <a:srgbClr val="990000"/>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什么是淘汰策略</a:t>
            </a:r>
            <a:endParaRPr lang="zh-CN" altLang="en-US" sz="2800" b="1" strike="noStrike" noProof="1">
              <a:solidFill>
                <a:srgbClr val="A50021"/>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b="1" strike="noStrike" noProof="1">
                <a:solidFill>
                  <a:schemeClr val="tx1"/>
                </a:solidFill>
                <a:latin typeface="Times New Roman" panose="02020603050405020304" charset="0"/>
                <a:ea typeface="宋体" panose="02010600030101010101" pitchFamily="2" charset="-122"/>
                <a:cs typeface="+mn-cs"/>
              </a:rPr>
              <a:t> </a:t>
            </a:r>
            <a:r>
              <a:rPr lang="zh-CN" altLang="en-US" sz="2400" b="1" strike="noStrike" noProof="1">
                <a:solidFill>
                  <a:schemeClr val="tx1"/>
                </a:solidFill>
                <a:effectLst/>
                <a:latin typeface="Times New Roman" panose="02020603050405020304" charset="0"/>
                <a:ea typeface="宋体" panose="02010600030101010101" pitchFamily="2" charset="-122"/>
                <a:cs typeface="+mn-cs"/>
              </a:rPr>
              <a:t>用来选择淘汰哪一页的规则叫做置换策略，或称淘汰算法。</a:t>
            </a:r>
            <a:r>
              <a:rPr lang="zh-CN" altLang="en-US" sz="2400" b="1" strike="noStrike" noProof="1">
                <a:solidFill>
                  <a:srgbClr val="CC3300"/>
                </a:solidFill>
                <a:effectLst/>
                <a:latin typeface="Times New Roman" panose="02020603050405020304" charset="0"/>
                <a:ea typeface="宋体" panose="02010600030101010101" pitchFamily="2" charset="-122"/>
                <a:cs typeface="+mn-cs"/>
              </a:rPr>
              <a:t>  </a:t>
            </a:r>
            <a:endParaRPr lang="zh-CN" altLang="en-US" sz="2400" b="1" strike="noStrike" noProof="1">
              <a:solidFill>
                <a:srgbClr val="CC3300"/>
              </a:solidFill>
              <a:effectLst/>
              <a:latin typeface="Times New Roman" panose="02020603050405020304" charset="0"/>
              <a:ea typeface="宋体" panose="02010600030101010101" pitchFamily="2" charset="-122"/>
            </a:endParaRPr>
          </a:p>
        </p:txBody>
      </p:sp>
      <p:sp>
        <p:nvSpPr>
          <p:cNvPr id="64526" name="矩形 64525"/>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页式存储管理</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4515"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标题 102401"/>
          <p:cNvSpPr>
            <a:spLocks noGrp="1"/>
          </p:cNvSpPr>
          <p:nvPr>
            <p:ph type="title"/>
          </p:nvPr>
        </p:nvSpPr>
        <p:spPr>
          <a:xfrm>
            <a:off x="845820" y="880745"/>
            <a:ext cx="2962275" cy="700405"/>
          </a:xfrm>
        </p:spPr>
        <p:txBody>
          <a:bodyPr wrap="square" anchor="b">
            <a:spAutoFit/>
          </a:bodyPr>
          <a:p>
            <a:pPr fontAlgn="base"/>
            <a:r>
              <a:rPr lang="zh-CN" altLang="en-US" sz="4400" strike="noStrike" noProof="1">
                <a:solidFill>
                  <a:srgbClr val="800000"/>
                </a:solidFill>
                <a:effectLst/>
              </a:rPr>
              <a:t>颠簸：</a:t>
            </a:r>
            <a:endParaRPr lang="zh-CN" altLang="en-US" sz="4400" strike="noStrike" noProof="1">
              <a:solidFill>
                <a:srgbClr val="800000"/>
              </a:solidFill>
              <a:effectLst/>
            </a:endParaRPr>
          </a:p>
        </p:txBody>
      </p:sp>
      <p:sp>
        <p:nvSpPr>
          <p:cNvPr id="102403" name="内容占位符 102402"/>
          <p:cNvSpPr>
            <a:spLocks noGrp="1"/>
          </p:cNvSpPr>
          <p:nvPr>
            <p:ph idx="1"/>
          </p:nvPr>
        </p:nvSpPr>
        <p:spPr>
          <a:xfrm>
            <a:off x="381000" y="1803400"/>
            <a:ext cx="8388350" cy="3634740"/>
          </a:xfrm>
        </p:spPr>
        <p:txBody>
          <a:bodyPr anchor="t">
            <a:spAutoFit/>
          </a:bodyPr>
          <a:p>
            <a:pPr fontAlgn="base">
              <a:lnSpc>
                <a:spcPct val="105000"/>
              </a:lnSpc>
              <a:buNone/>
            </a:pPr>
            <a:r>
              <a:rPr lang="zh-CN" altLang="en-US" b="1" strike="noStrike" noProof="1" dirty="0"/>
              <a:t>	</a:t>
            </a:r>
            <a:r>
              <a:rPr lang="zh-CN" altLang="en-US" b="1" strike="noStrike" noProof="1" dirty="0">
                <a:solidFill>
                  <a:schemeClr val="tx1"/>
                </a:solidFill>
                <a:effectLst/>
              </a:rPr>
              <a:t>颠簸(thrashing)，又称为“抖动”。</a:t>
            </a:r>
            <a:endParaRPr lang="zh-CN" altLang="en-US" b="1" strike="noStrike" noProof="1" dirty="0">
              <a:solidFill>
                <a:schemeClr val="tx1"/>
              </a:solidFill>
              <a:effectLst/>
            </a:endParaRPr>
          </a:p>
          <a:p>
            <a:pPr fontAlgn="base">
              <a:lnSpc>
                <a:spcPct val="105000"/>
              </a:lnSpc>
              <a:buNone/>
            </a:pPr>
            <a:r>
              <a:rPr lang="zh-CN" altLang="en-US" b="1" strike="noStrike" noProof="1" dirty="0">
                <a:solidFill>
                  <a:schemeClr val="tx1"/>
                </a:solidFill>
                <a:effectLst/>
              </a:rPr>
              <a:t> 	简单地说，导致系统效率急剧下降的主存和辅存之间的频繁页面置换现像称为“抖动”。</a:t>
            </a:r>
            <a:endParaRPr lang="zh-CN" altLang="en-US" b="1" strike="noStrike" noProof="1" dirty="0">
              <a:solidFill>
                <a:schemeClr val="tx1"/>
              </a:solidFill>
              <a:effectLst/>
            </a:endParaRPr>
          </a:p>
          <a:p>
            <a:pPr fontAlgn="base">
              <a:lnSpc>
                <a:spcPct val="105000"/>
              </a:lnSpc>
              <a:buNone/>
            </a:pPr>
            <a:r>
              <a:rPr lang="zh-CN" altLang="en-US" b="1" strike="noStrike" noProof="1" dirty="0">
                <a:solidFill>
                  <a:srgbClr val="CC3300"/>
                </a:solidFill>
              </a:rPr>
              <a:t> </a:t>
            </a:r>
            <a:r>
              <a:rPr lang="zh-CN" altLang="en-US" sz="2800" b="1" strike="noStrike" noProof="1" dirty="0">
                <a:solidFill>
                  <a:srgbClr val="CC3300"/>
                </a:solidFill>
              </a:rPr>
              <a:t>	原因：淘汰的页面恰好是不久又要访问的页面。 </a:t>
            </a:r>
            <a:endParaRPr lang="zh-CN" altLang="en-US" b="1" strike="noStrike" noProof="1" dirty="0">
              <a:solidFill>
                <a:srgbClr val="CC3300"/>
              </a:solidFill>
            </a:endParaRPr>
          </a:p>
          <a:p>
            <a:pPr fontAlgn="base">
              <a:lnSpc>
                <a:spcPct val="105000"/>
              </a:lnSpc>
              <a:buNone/>
            </a:pPr>
            <a:r>
              <a:rPr lang="zh-CN" altLang="en-US" b="1" strike="noStrike" noProof="1" dirty="0"/>
              <a:t>	</a:t>
            </a:r>
            <a:r>
              <a:rPr lang="zh-CN" altLang="en-US" b="1" strike="noStrike" noProof="1" dirty="0">
                <a:solidFill>
                  <a:schemeClr val="tx1"/>
                </a:solidFill>
                <a:effectLst/>
              </a:rPr>
              <a:t>颠簸严重影响了系统的性能。</a:t>
            </a:r>
            <a:endParaRPr lang="zh-CN" altLang="en-US" b="1" strike="noStrike" noProof="1" dirty="0">
              <a:solidFill>
                <a:schemeClr val="tx1"/>
              </a:solidFill>
              <a:effectLst/>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02403"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标题 103425"/>
          <p:cNvSpPr>
            <a:spLocks noGrp="1"/>
          </p:cNvSpPr>
          <p:nvPr>
            <p:ph type="title"/>
          </p:nvPr>
        </p:nvSpPr>
        <p:spPr>
          <a:xfrm>
            <a:off x="363538" y="706438"/>
            <a:ext cx="8393113" cy="750888"/>
          </a:xfrm>
        </p:spPr>
        <p:txBody>
          <a:bodyPr anchor="b">
            <a:spAutoFit/>
          </a:bodyPr>
          <a:p>
            <a:pPr fontAlgn="base"/>
            <a:r>
              <a:rPr lang="zh-CN" altLang="en-US" strike="noStrike" noProof="1">
                <a:solidFill>
                  <a:srgbClr val="800000"/>
                </a:solidFill>
              </a:rPr>
              <a:t>缺页中断率</a:t>
            </a:r>
            <a:endParaRPr lang="zh-CN" altLang="en-US" strike="noStrike" noProof="1">
              <a:solidFill>
                <a:srgbClr val="800000"/>
              </a:solidFill>
            </a:endParaRPr>
          </a:p>
        </p:txBody>
      </p:sp>
      <p:sp>
        <p:nvSpPr>
          <p:cNvPr id="103426" name="文本占位符 103426"/>
          <p:cNvSpPr>
            <a:spLocks noGrp="1"/>
          </p:cNvSpPr>
          <p:nvPr>
            <p:ph idx="1"/>
          </p:nvPr>
        </p:nvSpPr>
        <p:spPr>
          <a:xfrm>
            <a:off x="381000" y="1803400"/>
            <a:ext cx="8388350" cy="4229100"/>
          </a:xfrm>
        </p:spPr>
        <p:txBody>
          <a:bodyPr anchor="t">
            <a:spAutoFit/>
          </a:bodyPr>
          <a:p>
            <a:pPr marL="0" indent="0" fontAlgn="base">
              <a:buNone/>
            </a:pPr>
            <a:r>
              <a:rPr lang="zh-CN" altLang="en-US" strike="noStrike" noProof="1">
                <a:solidFill>
                  <a:schemeClr val="tx1"/>
                </a:solidFill>
                <a:effectLst/>
              </a:rPr>
              <a:t>假定作业</a:t>
            </a:r>
            <a:r>
              <a:rPr lang="en-US" altLang="zh-CN" strike="noStrike" noProof="1">
                <a:solidFill>
                  <a:schemeClr val="tx1"/>
                </a:solidFill>
                <a:effectLst/>
              </a:rPr>
              <a:t>p</a:t>
            </a:r>
            <a:r>
              <a:rPr lang="zh-CN" altLang="en-US" strike="noStrike" noProof="1">
                <a:solidFill>
                  <a:schemeClr val="tx1"/>
                </a:solidFill>
                <a:effectLst/>
              </a:rPr>
              <a:t>共计</a:t>
            </a:r>
            <a:r>
              <a:rPr lang="en-US" altLang="zh-CN" strike="noStrike" noProof="1">
                <a:solidFill>
                  <a:schemeClr val="tx1"/>
                </a:solidFill>
                <a:effectLst/>
              </a:rPr>
              <a:t>n</a:t>
            </a:r>
            <a:r>
              <a:rPr lang="zh-CN" altLang="en-US" strike="noStrike" noProof="1">
                <a:solidFill>
                  <a:schemeClr val="tx1"/>
                </a:solidFill>
                <a:effectLst/>
              </a:rPr>
              <a:t>页，系统分配给它的主存块只有</a:t>
            </a:r>
            <a:r>
              <a:rPr lang="en-US" altLang="zh-CN" strike="noStrike" noProof="1">
                <a:solidFill>
                  <a:schemeClr val="tx1"/>
                </a:solidFill>
                <a:effectLst/>
              </a:rPr>
              <a:t>m</a:t>
            </a:r>
            <a:r>
              <a:rPr lang="zh-CN" altLang="en-US" strike="noStrike" noProof="1">
                <a:solidFill>
                  <a:schemeClr val="tx1"/>
                </a:solidFill>
                <a:effectLst/>
              </a:rPr>
              <a:t>块（</a:t>
            </a:r>
            <a:r>
              <a:rPr lang="en-US" altLang="zh-CN" strike="noStrike" noProof="1">
                <a:solidFill>
                  <a:schemeClr val="tx1"/>
                </a:solidFill>
                <a:effectLst/>
              </a:rPr>
              <a:t>1≤m≤n</a:t>
            </a:r>
            <a:r>
              <a:rPr lang="zh-CN" altLang="en-US" strike="noStrike" noProof="1">
                <a:solidFill>
                  <a:schemeClr val="tx1"/>
                </a:solidFill>
                <a:effectLst/>
              </a:rPr>
              <a:t>）。如果作业</a:t>
            </a:r>
            <a:r>
              <a:rPr lang="en-US" altLang="zh-CN" strike="noStrike" noProof="1">
                <a:solidFill>
                  <a:schemeClr val="tx1"/>
                </a:solidFill>
                <a:effectLst/>
              </a:rPr>
              <a:t>p</a:t>
            </a:r>
            <a:r>
              <a:rPr lang="zh-CN" altLang="en-US" strike="noStrike" noProof="1">
                <a:solidFill>
                  <a:schemeClr val="tx1"/>
                </a:solidFill>
                <a:effectLst/>
              </a:rPr>
              <a:t>在运行中成功的访问次数为</a:t>
            </a:r>
            <a:r>
              <a:rPr lang="en-US" altLang="zh-CN" strike="noStrike" noProof="1">
                <a:solidFill>
                  <a:schemeClr val="tx1"/>
                </a:solidFill>
                <a:effectLst/>
              </a:rPr>
              <a:t>S</a:t>
            </a:r>
            <a:r>
              <a:rPr lang="zh-CN" altLang="en-US" strike="noStrike" noProof="1">
                <a:solidFill>
                  <a:schemeClr val="tx1"/>
                </a:solidFill>
                <a:effectLst/>
              </a:rPr>
              <a:t>，不成功的访问次数为</a:t>
            </a:r>
            <a:r>
              <a:rPr lang="en-US" altLang="zh-CN" strike="noStrike" noProof="1">
                <a:solidFill>
                  <a:schemeClr val="tx1"/>
                </a:solidFill>
                <a:effectLst/>
              </a:rPr>
              <a:t>F</a:t>
            </a:r>
            <a:r>
              <a:rPr lang="zh-CN" altLang="en-US" strike="noStrike" noProof="1">
                <a:solidFill>
                  <a:schemeClr val="tx1"/>
                </a:solidFill>
                <a:effectLst/>
              </a:rPr>
              <a:t>，则总的访问次数Ａ为：</a:t>
            </a:r>
            <a:endParaRPr lang="zh-CN" altLang="en-US" strike="noStrike" noProof="1">
              <a:solidFill>
                <a:schemeClr val="tx1"/>
              </a:solidFill>
              <a:effectLst/>
            </a:endParaRPr>
          </a:p>
          <a:p>
            <a:pPr algn="ctr" fontAlgn="base">
              <a:buNone/>
            </a:pPr>
            <a:r>
              <a:rPr lang="en-US" altLang="zh-CN" strike="noStrike" noProof="1">
                <a:solidFill>
                  <a:schemeClr val="tx1"/>
                </a:solidFill>
                <a:effectLst/>
              </a:rPr>
              <a:t>A = S + F</a:t>
            </a:r>
            <a:endParaRPr lang="en-US" altLang="zh-CN" strike="noStrike" noProof="1">
              <a:solidFill>
                <a:schemeClr val="tx1"/>
              </a:solidFill>
              <a:effectLst/>
            </a:endParaRPr>
          </a:p>
          <a:p>
            <a:pPr fontAlgn="base">
              <a:buNone/>
            </a:pPr>
            <a:r>
              <a:rPr lang="en-US" altLang="zh-CN" strike="noStrike" noProof="1">
                <a:solidFill>
                  <a:schemeClr val="tx1"/>
                </a:solidFill>
                <a:effectLst/>
              </a:rPr>
              <a:t>	</a:t>
            </a:r>
            <a:r>
              <a:rPr lang="zh-CN" altLang="en-US" strike="noStrike" noProof="1">
                <a:solidFill>
                  <a:schemeClr val="tx1"/>
                </a:solidFill>
                <a:effectLst/>
              </a:rPr>
              <a:t>又定义：</a:t>
            </a:r>
            <a:endParaRPr lang="zh-CN" altLang="en-US" strike="noStrike" noProof="1">
              <a:solidFill>
                <a:schemeClr val="tx1"/>
              </a:solidFill>
              <a:effectLst/>
            </a:endParaRPr>
          </a:p>
          <a:p>
            <a:pPr algn="ctr" fontAlgn="base">
              <a:buNone/>
            </a:pPr>
            <a:r>
              <a:rPr lang="en-US" altLang="zh-CN" strike="noStrike" noProof="1">
                <a:solidFill>
                  <a:schemeClr val="tx1"/>
                </a:solidFill>
                <a:effectLst/>
              </a:rPr>
              <a:t>f = F / A</a:t>
            </a:r>
            <a:endParaRPr lang="en-US" altLang="zh-CN" strike="noStrike" noProof="1">
              <a:solidFill>
                <a:schemeClr val="tx1"/>
              </a:solidFill>
              <a:effectLst/>
            </a:endParaRPr>
          </a:p>
          <a:p>
            <a:pPr fontAlgn="base">
              <a:buNone/>
            </a:pPr>
            <a:r>
              <a:rPr lang="en-US" altLang="zh-CN" strike="noStrike" noProof="1">
                <a:solidFill>
                  <a:schemeClr val="tx1"/>
                </a:solidFill>
                <a:effectLst/>
              </a:rPr>
              <a:t>	</a:t>
            </a:r>
            <a:r>
              <a:rPr lang="zh-CN" altLang="en-US" strike="noStrike" noProof="1">
                <a:solidFill>
                  <a:schemeClr val="tx1"/>
                </a:solidFill>
                <a:effectLst/>
              </a:rPr>
              <a:t>称</a:t>
            </a:r>
            <a:r>
              <a:rPr lang="en-US" altLang="zh-CN" strike="noStrike" noProof="1">
                <a:solidFill>
                  <a:schemeClr val="tx1"/>
                </a:solidFill>
                <a:effectLst/>
              </a:rPr>
              <a:t>f</a:t>
            </a:r>
            <a:r>
              <a:rPr lang="zh-CN" altLang="en-US" strike="noStrike" noProof="1">
                <a:solidFill>
                  <a:schemeClr val="tx1"/>
                </a:solidFill>
                <a:effectLst/>
              </a:rPr>
              <a:t>为缺页中断率。</a:t>
            </a:r>
            <a:endParaRPr lang="zh-CN" altLang="en-US" strike="noStrike" noProof="1">
              <a:solidFill>
                <a:schemeClr val="tx1"/>
              </a:solidFill>
              <a:effectLst/>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矩形 104449"/>
          <p:cNvSpPr/>
          <p:nvPr/>
        </p:nvSpPr>
        <p:spPr>
          <a:xfrm>
            <a:off x="609600" y="1981200"/>
            <a:ext cx="7772400" cy="3581400"/>
          </a:xfrm>
          <a:prstGeom prst="rect">
            <a:avLst/>
          </a:prstGeom>
          <a:noFill/>
          <a:ln w="9525">
            <a:noFill/>
            <a:miter/>
          </a:ln>
        </p:spPr>
        <p:txBody>
          <a:bodyPr anchor="t"/>
          <a:p>
            <a:pPr marL="342900" lvl="0" indent="-342900">
              <a:spcBef>
                <a:spcPct val="20000"/>
              </a:spcBef>
              <a:buClr>
                <a:schemeClr val="bg2"/>
              </a:buClr>
              <a:buFont typeface="Monotype Sorts" pitchFamily="2" charset="2"/>
              <a:buNone/>
            </a:pPr>
            <a:r>
              <a:rPr lang="en-US" altLang="zh-CN" sz="3600">
                <a:latin typeface="Times New Roman" panose="02020603050405020304" charset="0"/>
                <a:ea typeface="宋体" panose="02010600030101010101" pitchFamily="2" charset="-122"/>
              </a:rPr>
              <a:t>(1) </a:t>
            </a:r>
            <a:r>
              <a:rPr lang="zh-CN" altLang="en-US" sz="3600">
                <a:latin typeface="Times New Roman" panose="02020603050405020304" charset="0"/>
                <a:ea typeface="宋体" panose="02010600030101010101" pitchFamily="2" charset="-122"/>
              </a:rPr>
              <a:t>分配给进程的主存</a:t>
            </a:r>
            <a:r>
              <a:rPr lang="x-none" altLang="zh-CN" sz="3600">
                <a:latin typeface="Times New Roman" panose="02020603050405020304" charset="0"/>
                <a:ea typeface="宋体" panose="02010600030101010101" pitchFamily="2" charset="-122"/>
              </a:rPr>
              <a:t>页面</a:t>
            </a:r>
            <a:r>
              <a:rPr lang="zh-CN" altLang="en-US" sz="3600">
                <a:latin typeface="Times New Roman" panose="02020603050405020304" charset="0"/>
                <a:ea typeface="宋体" panose="02010600030101010101" pitchFamily="2" charset="-122"/>
              </a:rPr>
              <a:t>数</a:t>
            </a:r>
            <a:endParaRPr lang="zh-CN" altLang="en-US" sz="3600">
              <a:latin typeface="Times New Roman" panose="02020603050405020304" charset="0"/>
              <a:ea typeface="宋体" panose="02010600030101010101" pitchFamily="2" charset="-122"/>
            </a:endParaRPr>
          </a:p>
          <a:p>
            <a:pPr marL="342900" lvl="0" indent="-342900">
              <a:spcBef>
                <a:spcPct val="20000"/>
              </a:spcBef>
              <a:buClr>
                <a:schemeClr val="bg2"/>
              </a:buClr>
              <a:buFont typeface="Monotype Sorts" pitchFamily="2" charset="2"/>
              <a:buNone/>
            </a:pPr>
            <a:r>
              <a:rPr lang="en-US" altLang="zh-CN" sz="3600">
                <a:latin typeface="Times New Roman" panose="02020603050405020304" charset="0"/>
                <a:ea typeface="宋体" panose="02010600030101010101" pitchFamily="2" charset="-122"/>
              </a:rPr>
              <a:t>(2) </a:t>
            </a:r>
            <a:r>
              <a:rPr lang="zh-CN" altLang="en-US" sz="3600">
                <a:latin typeface="Times New Roman" panose="02020603050405020304" charset="0"/>
                <a:ea typeface="宋体" panose="02010600030101010101" pitchFamily="2" charset="-122"/>
              </a:rPr>
              <a:t>页面本身的大小</a:t>
            </a:r>
            <a:endParaRPr lang="zh-CN" altLang="en-US" sz="3600">
              <a:latin typeface="Times New Roman" panose="02020603050405020304" charset="0"/>
              <a:ea typeface="宋体" panose="02010600030101010101" pitchFamily="2" charset="-122"/>
            </a:endParaRPr>
          </a:p>
          <a:p>
            <a:pPr marL="342900" lvl="0" indent="-342900">
              <a:spcBef>
                <a:spcPct val="20000"/>
              </a:spcBef>
              <a:buClr>
                <a:schemeClr val="bg2"/>
              </a:buClr>
              <a:buFont typeface="Monotype Sorts" pitchFamily="2" charset="2"/>
              <a:buNone/>
            </a:pPr>
            <a:r>
              <a:rPr lang="en-US" altLang="zh-CN" sz="3600">
                <a:latin typeface="Times New Roman" panose="02020603050405020304" charset="0"/>
                <a:ea typeface="宋体" panose="02010600030101010101" pitchFamily="2" charset="-122"/>
              </a:rPr>
              <a:t>(3) </a:t>
            </a:r>
            <a:r>
              <a:rPr lang="zh-CN" altLang="en-US" sz="3600">
                <a:latin typeface="Times New Roman" panose="02020603050405020304" charset="0"/>
                <a:ea typeface="宋体" panose="02010600030101010101" pitchFamily="2" charset="-122"/>
              </a:rPr>
              <a:t>程序的编制方法</a:t>
            </a:r>
            <a:endParaRPr lang="zh-CN" altLang="en-US" sz="3600">
              <a:latin typeface="Times New Roman" panose="02020603050405020304" charset="0"/>
              <a:ea typeface="宋体" panose="02010600030101010101" pitchFamily="2" charset="-122"/>
            </a:endParaRPr>
          </a:p>
          <a:p>
            <a:pPr marL="342900" lvl="0" indent="-342900">
              <a:spcBef>
                <a:spcPct val="20000"/>
              </a:spcBef>
              <a:buClr>
                <a:schemeClr val="bg2"/>
              </a:buClr>
              <a:buFont typeface="Monotype Sorts" pitchFamily="2" charset="2"/>
              <a:buNone/>
            </a:pPr>
            <a:r>
              <a:rPr lang="en-US" altLang="zh-CN" sz="3600">
                <a:latin typeface="Times New Roman" panose="02020603050405020304" charset="0"/>
                <a:ea typeface="宋体" panose="02010600030101010101" pitchFamily="2" charset="-122"/>
              </a:rPr>
              <a:t>(4) </a:t>
            </a:r>
            <a:r>
              <a:rPr lang="zh-CN" altLang="en-US" sz="3600">
                <a:latin typeface="Times New Roman" panose="02020603050405020304" charset="0"/>
                <a:ea typeface="宋体" panose="02010600030101010101" pitchFamily="2" charset="-122"/>
              </a:rPr>
              <a:t>页面淘汰算法</a:t>
            </a:r>
            <a:endParaRPr lang="en-US" altLang="zh-CN" sz="3600">
              <a:latin typeface="Times New Roman" panose="02020603050405020304" charset="0"/>
              <a:ea typeface="宋体" panose="02010600030101010101" pitchFamily="2" charset="-122"/>
            </a:endParaRPr>
          </a:p>
        </p:txBody>
      </p:sp>
      <p:sp>
        <p:nvSpPr>
          <p:cNvPr id="96258" name="矩形 104450"/>
          <p:cNvSpPr/>
          <p:nvPr/>
        </p:nvSpPr>
        <p:spPr>
          <a:xfrm>
            <a:off x="685800" y="835025"/>
            <a:ext cx="7772400" cy="688975"/>
          </a:xfrm>
          <a:prstGeom prst="rect">
            <a:avLst/>
          </a:prstGeom>
          <a:noFill/>
          <a:ln w="9525">
            <a:noFill/>
            <a:miter/>
          </a:ln>
        </p:spPr>
        <p:txBody>
          <a:bodyPr anchor="t"/>
          <a:p>
            <a:pPr lvl="0"/>
            <a:r>
              <a:rPr lang="zh-CN" altLang="en-US" sz="4000">
                <a:solidFill>
                  <a:srgbClr val="800000"/>
                </a:solidFill>
                <a:latin typeface="Times New Roman" panose="02020603050405020304" charset="0"/>
                <a:ea typeface="宋体" panose="02010600030101010101" pitchFamily="2" charset="-122"/>
              </a:rPr>
              <a:t>影响缺页中断率的因素</a:t>
            </a:r>
            <a:endParaRPr lang="zh-CN" altLang="en-US" sz="4000">
              <a:solidFill>
                <a:srgbClr val="800000"/>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04450" grpId="0" build="p"/>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3" name="矩形 66562"/>
          <p:cNvSpPr/>
          <p:nvPr/>
        </p:nvSpPr>
        <p:spPr>
          <a:xfrm>
            <a:off x="688340" y="631190"/>
            <a:ext cx="7851775" cy="540766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800" b="1" strike="noStrike" noProof="1">
                <a:solidFill>
                  <a:srgbClr val="A50021"/>
                </a:solidFill>
                <a:effectLst/>
                <a:latin typeface="Times New Roman" panose="02020603050405020304" charset="0"/>
                <a:ea typeface="宋体" panose="02010600030101010101" pitchFamily="2" charset="-122"/>
                <a:cs typeface="+mn-ea"/>
              </a:rPr>
              <a:t>(5) </a:t>
            </a:r>
            <a:r>
              <a:rPr lang="zh-CN" altLang="en-US" sz="2800" b="1" strike="noStrike" noProof="1">
                <a:solidFill>
                  <a:srgbClr val="A50021"/>
                </a:solidFill>
                <a:effectLst/>
                <a:latin typeface="Times New Roman" panose="02020603050405020304" charset="0"/>
                <a:ea typeface="宋体" panose="02010600030101010101" pitchFamily="2" charset="-122"/>
                <a:cs typeface="+mn-ea"/>
              </a:rPr>
              <a:t>常用的页面淘汰算法（置换算法）</a:t>
            </a:r>
            <a:endParaRPr lang="zh-CN" altLang="en-US" sz="2400" b="1" strike="noStrike" noProof="1">
              <a:solidFill>
                <a:srgbClr val="000099"/>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b="1" strike="noStrike" noProof="1">
                <a:solidFill>
                  <a:srgbClr val="000099"/>
                </a:solidFill>
                <a:effectLst/>
                <a:latin typeface="Times New Roman" panose="02020603050405020304" charset="0"/>
                <a:ea typeface="宋体" panose="02010600030101010101" pitchFamily="2" charset="-122"/>
                <a:cs typeface="+mn-ea"/>
              </a:rPr>
              <a:t>①</a:t>
            </a:r>
            <a:r>
              <a:rPr lang="zh-CN" altLang="en-US" sz="2400" b="1" strike="noStrike" noProof="1">
                <a:solidFill>
                  <a:srgbClr val="000099"/>
                </a:solidFill>
                <a:effectLst/>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effectLst/>
                <a:latin typeface="Times New Roman" panose="02020603050405020304" charset="0"/>
                <a:ea typeface="宋体" panose="02010600030101010101" pitchFamily="2" charset="-122"/>
                <a:cs typeface="+mn-ea"/>
              </a:rPr>
              <a:t>最佳算法</a:t>
            </a:r>
            <a:r>
              <a:rPr lang="en-US" altLang="zh-CN" sz="2400" b="1" strike="noStrike" noProof="1">
                <a:solidFill>
                  <a:srgbClr val="000099"/>
                </a:solidFill>
                <a:effectLst/>
                <a:latin typeface="Times New Roman" panose="02020603050405020304" charset="0"/>
                <a:ea typeface="宋体" panose="02010600030101010101" pitchFamily="2" charset="-122"/>
                <a:cs typeface="+mn-ea"/>
              </a:rPr>
              <a:t>(OPT</a:t>
            </a:r>
            <a:r>
              <a:rPr lang="zh-CN" altLang="en-US" sz="2400" b="1" strike="noStrike" noProof="1">
                <a:solidFill>
                  <a:srgbClr val="000099"/>
                </a:solidFill>
                <a:effectLst/>
                <a:latin typeface="Times New Roman" panose="02020603050405020304" charset="0"/>
                <a:ea typeface="宋体" panose="02010600030101010101" pitchFamily="2" charset="-122"/>
                <a:cs typeface="+mn-ea"/>
              </a:rPr>
              <a:t>算法</a:t>
            </a:r>
            <a:r>
              <a:rPr lang="en-US" altLang="zh-CN" sz="2400" b="1" strike="noStrike" noProof="1">
                <a:solidFill>
                  <a:srgbClr val="000099"/>
                </a:solidFill>
                <a:effectLst/>
                <a:latin typeface="Times New Roman" panose="02020603050405020304" charset="0"/>
                <a:ea typeface="宋体" panose="02010600030101010101" pitchFamily="2" charset="-122"/>
                <a:cs typeface="+mn-ea"/>
              </a:rPr>
              <a:t>) </a:t>
            </a:r>
            <a:endParaRPr lang="en-US" altLang="zh-CN" sz="2400" b="1" strike="noStrike" noProof="1">
              <a:solidFill>
                <a:srgbClr val="000099"/>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假定程序</a:t>
            </a:r>
            <a:r>
              <a:rPr lang="en-US" altLang="zh-CN" sz="2400" strike="noStrike" noProof="1">
                <a:solidFill>
                  <a:schemeClr val="tx1"/>
                </a:solidFill>
                <a:effectLst/>
                <a:latin typeface="Times New Roman" panose="02020603050405020304" charset="0"/>
                <a:ea typeface="宋体" panose="02010600030101010101" pitchFamily="2" charset="-122"/>
                <a:cs typeface="+mn-ea"/>
              </a:rPr>
              <a:t>p</a:t>
            </a:r>
            <a:r>
              <a:rPr lang="zh-CN" altLang="en-US" sz="2400" strike="noStrike" noProof="1">
                <a:solidFill>
                  <a:schemeClr val="tx1"/>
                </a:solidFill>
                <a:effectLst/>
                <a:latin typeface="Times New Roman" panose="02020603050405020304" charset="0"/>
                <a:ea typeface="宋体" panose="02010600030101010101" pitchFamily="2" charset="-122"/>
                <a:cs typeface="+mn-ea"/>
              </a:rPr>
              <a:t>有</a:t>
            </a:r>
            <a:r>
              <a:rPr lang="en-US" altLang="zh-CN" sz="2400" strike="noStrike" noProof="1">
                <a:solidFill>
                  <a:schemeClr val="tx1"/>
                </a:solidFill>
                <a:effectLst/>
                <a:latin typeface="Times New Roman" panose="02020603050405020304" charset="0"/>
                <a:ea typeface="宋体" panose="02010600030101010101" pitchFamily="2" charset="-122"/>
                <a:cs typeface="+mn-ea"/>
              </a:rPr>
              <a:t>n</a:t>
            </a:r>
            <a:r>
              <a:rPr lang="zh-CN" altLang="en-US" sz="2400" strike="noStrike" noProof="1">
                <a:solidFill>
                  <a:schemeClr val="tx1"/>
                </a:solidFill>
                <a:effectLst/>
                <a:latin typeface="Times New Roman" panose="02020603050405020304" charset="0"/>
                <a:ea typeface="宋体" panose="02010600030101010101" pitchFamily="2" charset="-122"/>
                <a:cs typeface="+mn-ea"/>
              </a:rPr>
              <a:t>页，分配的主存块只有</a:t>
            </a:r>
            <a:r>
              <a:rPr lang="en-US" altLang="zh-CN" sz="2400" strike="noStrike" noProof="1">
                <a:solidFill>
                  <a:schemeClr val="tx1"/>
                </a:solidFill>
                <a:effectLst/>
                <a:latin typeface="Times New Roman" panose="02020603050405020304" charset="0"/>
                <a:ea typeface="宋体" panose="02010600030101010101" pitchFamily="2" charset="-122"/>
                <a:cs typeface="+mn-ea"/>
              </a:rPr>
              <a:t>m</a:t>
            </a:r>
            <a:r>
              <a:rPr lang="zh-CN" altLang="en-US" sz="2400" strike="noStrike" noProof="1">
                <a:solidFill>
                  <a:schemeClr val="tx1"/>
                </a:solidFill>
                <a:effectLst/>
                <a:latin typeface="Times New Roman" panose="02020603050405020304" charset="0"/>
                <a:ea typeface="宋体" panose="02010600030101010101" pitchFamily="2" charset="-122"/>
                <a:cs typeface="+mn-ea"/>
              </a:rPr>
              <a:t>块</a:t>
            </a:r>
            <a:r>
              <a:rPr lang="en-US" altLang="zh-CN" sz="2400" strike="noStrike" noProof="1">
                <a:solidFill>
                  <a:schemeClr val="tx1"/>
                </a:solidFill>
                <a:effectLst/>
                <a:latin typeface="Times New Roman" panose="02020603050405020304" charset="0"/>
                <a:ea typeface="宋体" panose="02010600030101010101" pitchFamily="2" charset="-122"/>
                <a:cs typeface="+mn-ea"/>
              </a:rPr>
              <a:t>(1&lt;=m&lt;=n)</a:t>
            </a:r>
            <a:r>
              <a:rPr lang="zh-CN" altLang="en-US" sz="2400" strike="noStrike" noProof="1">
                <a:solidFill>
                  <a:schemeClr val="tx1"/>
                </a:solidFill>
                <a:effectLst/>
                <a:latin typeface="Times New Roman" panose="02020603050405020304" charset="0"/>
                <a:ea typeface="宋体" panose="02010600030101010101" pitchFamily="2" charset="-122"/>
                <a:cs typeface="+mn-ea"/>
              </a:rPr>
              <a:t>。在程序执行过程中，缺页中断次数最少的淘汰算法就是最佳算法。</a:t>
            </a:r>
            <a:endParaRPr lang="zh-CN" altLang="en-US"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当要调入一新页而必须先淘汰一旧页时，所淘汰的那一页应是以后不再要用的，或者是在最长的时间以后才会用到的那页。</a:t>
            </a:r>
            <a:r>
              <a:rPr lang="zh-CN" altLang="en-US" sz="2400" strike="noStrike" noProof="1">
                <a:solidFill>
                  <a:srgbClr val="000099"/>
                </a:solidFill>
                <a:effectLst/>
                <a:latin typeface="Times New Roman" panose="02020603050405020304" charset="0"/>
                <a:ea typeface="宋体" panose="02010600030101010101" pitchFamily="2" charset="-122"/>
                <a:cs typeface="+mn-ea"/>
              </a:rPr>
              <a:t> </a:t>
            </a:r>
            <a:endParaRPr lang="zh-CN" altLang="en-US" sz="2400" strike="noStrike" noProof="1">
              <a:solidFill>
                <a:srgbClr val="000099"/>
              </a:solidFill>
              <a:effectLst/>
              <a:latin typeface="Times New Roman" panose="02020603050405020304" charset="0"/>
              <a:ea typeface="宋体" panose="02010600030101010101" pitchFamily="2" charset="-122"/>
              <a:cs typeface="+mn-ea"/>
            </a:endParaRPr>
          </a:p>
          <a:p>
            <a:pPr marL="533400" lvl="0" indent="-533400" fontAlgn="base">
              <a:lnSpc>
                <a:spcPct val="120000"/>
              </a:lnSpc>
              <a:spcBef>
                <a:spcPct val="20000"/>
              </a:spcBef>
              <a:buNone/>
            </a:pPr>
            <a:r>
              <a:rPr lang="zh-CN" altLang="en-US" sz="2400" strike="noStrike" noProof="1">
                <a:solidFill>
                  <a:srgbClr val="000099"/>
                </a:solidFill>
                <a:effectLst/>
                <a:latin typeface="Times New Roman" panose="02020603050405020304" charset="0"/>
                <a:ea typeface="宋体" panose="02010600030101010101" pitchFamily="2" charset="-122"/>
              </a:rPr>
              <a:t>最佳算法是一个理论算法，是无法实现的，因为在程序运行中无法对以后要使用的页面做出精确的判断。</a:t>
            </a:r>
            <a:endParaRPr lang="zh-CN" altLang="en-US" sz="2400" strike="noStrike" noProof="1">
              <a:solidFill>
                <a:srgbClr val="000099"/>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rgbClr val="000099"/>
                </a:solidFill>
                <a:effectLst/>
                <a:latin typeface="Times New Roman" panose="02020603050405020304" charset="0"/>
                <a:ea typeface="宋体" panose="02010600030101010101" pitchFamily="2" charset="-122"/>
              </a:rPr>
              <a:t>最佳算法可以用来作为衡量各种具体算法优劣的判断。</a:t>
            </a:r>
            <a:endParaRPr lang="zh-CN" altLang="en-US" sz="2400" strike="noStrike" noProof="1">
              <a:solidFill>
                <a:srgbClr val="000099"/>
              </a:solidFill>
              <a:effectLst/>
              <a:latin typeface="Times New Roman" panose="02020603050405020304" charset="0"/>
              <a:ea typeface="宋体" panose="02010600030101010101" pitchFamily="2" charset="-122"/>
            </a:endParaRPr>
          </a:p>
        </p:txBody>
      </p:sp>
      <p:sp>
        <p:nvSpPr>
          <p:cNvPr id="66564" name="矩形 66563"/>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页式存储管理</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6563" grpId="0" uiExpand="1"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7" name="矩形 67586"/>
          <p:cNvSpPr/>
          <p:nvPr/>
        </p:nvSpPr>
        <p:spPr>
          <a:xfrm>
            <a:off x="166370" y="1272540"/>
            <a:ext cx="8654415" cy="491553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zh-CN" altLang="en-US" sz="2400" b="1" strike="noStrike" noProof="1">
                <a:solidFill>
                  <a:schemeClr val="tx1"/>
                </a:solidFill>
                <a:latin typeface="Times New Roman" panose="02020603050405020304" charset="0"/>
                <a:ea typeface="宋体" panose="02010600030101010101" pitchFamily="2" charset="-122"/>
                <a:cs typeface="+mn-cs"/>
              </a:rPr>
              <a:t>什么是先进先出淘汰算法</a:t>
            </a:r>
            <a:endParaRPr lang="zh-CN" altLang="en-US" sz="2400" b="1" strike="noStrike" noProof="1">
              <a:solidFill>
                <a:schemeClr val="tx1"/>
              </a:solidFill>
              <a:latin typeface="Times New Roman" panose="02020603050405020304" charset="0"/>
              <a:ea typeface="宋体" panose="02010600030101010101" pitchFamily="2" charset="-122"/>
              <a:cs typeface="+mn-cs"/>
            </a:endParaRPr>
          </a:p>
          <a:p>
            <a:pPr marL="914400" lvl="1" indent="-457200" fontAlgn="base">
              <a:lnSpc>
                <a:spcPct val="130000"/>
              </a:lnSpc>
              <a:buNone/>
            </a:pPr>
            <a:r>
              <a:rPr lang="zh-CN" altLang="en-US" sz="2000" strike="noStrike" noProof="1">
                <a:solidFill>
                  <a:schemeClr val="tx1"/>
                </a:solidFill>
                <a:latin typeface="Times New Roman" panose="02020603050405020304" charset="0"/>
                <a:ea typeface="宋体" panose="02010600030101010101" pitchFamily="2" charset="-122"/>
                <a:cs typeface="+mn-cs"/>
              </a:rPr>
              <a:t>总是选择在主存中居留时间最长 </a:t>
            </a:r>
            <a:r>
              <a:rPr lang="en-US" altLang="zh-CN" sz="2000" strike="noStrike" noProof="1">
                <a:solidFill>
                  <a:schemeClr val="tx1"/>
                </a:solidFill>
                <a:latin typeface="Times New Roman" panose="02020603050405020304" charset="0"/>
                <a:ea typeface="宋体" panose="02010600030101010101" pitchFamily="2" charset="-122"/>
                <a:cs typeface="+mn-cs"/>
              </a:rPr>
              <a:t>(</a:t>
            </a:r>
            <a:r>
              <a:rPr lang="zh-CN" altLang="en-US" sz="2000" strike="noStrike" noProof="1">
                <a:solidFill>
                  <a:schemeClr val="tx1"/>
                </a:solidFill>
                <a:latin typeface="Times New Roman" panose="02020603050405020304" charset="0"/>
                <a:ea typeface="宋体" panose="02010600030101010101" pitchFamily="2" charset="-122"/>
                <a:cs typeface="+mn-cs"/>
              </a:rPr>
              <a:t>即最早进入主存</a:t>
            </a:r>
            <a:r>
              <a:rPr lang="en-US" altLang="zh-CN" sz="2000" strike="noStrike" noProof="1">
                <a:solidFill>
                  <a:schemeClr val="tx1"/>
                </a:solidFill>
                <a:latin typeface="Times New Roman" panose="02020603050405020304" charset="0"/>
                <a:ea typeface="宋体" panose="02010600030101010101" pitchFamily="2" charset="-122"/>
                <a:cs typeface="+mn-cs"/>
              </a:rPr>
              <a:t>)</a:t>
            </a:r>
            <a:r>
              <a:rPr lang="zh-CN" altLang="en-US" sz="2000" strike="noStrike" noProof="1">
                <a:solidFill>
                  <a:schemeClr val="tx1"/>
                </a:solidFill>
                <a:latin typeface="Times New Roman" panose="02020603050405020304" charset="0"/>
                <a:ea typeface="宋体" panose="02010600030101010101" pitchFamily="2" charset="-122"/>
                <a:cs typeface="+mn-cs"/>
              </a:rPr>
              <a:t>的一页淘汰。</a:t>
            </a:r>
            <a:endParaRPr lang="zh-CN" altLang="en-US" sz="2000" strike="noStrike" noProof="1">
              <a:solidFill>
                <a:schemeClr val="tx1"/>
              </a:solidFill>
              <a:latin typeface="Times New Roman" panose="02020603050405020304" charset="0"/>
              <a:ea typeface="宋体" panose="02010600030101010101" pitchFamily="2" charset="-122"/>
              <a:cs typeface="+mn-cs"/>
            </a:endParaRPr>
          </a:p>
          <a:p>
            <a:pPr marL="914400" lvl="1" indent="-457200" fontAlgn="base">
              <a:lnSpc>
                <a:spcPct val="130000"/>
              </a:lnSpc>
              <a:buNone/>
            </a:pPr>
            <a:r>
              <a:rPr lang="zh-CN" altLang="en-US" sz="2000" strike="noStrike" noProof="1">
                <a:solidFill>
                  <a:schemeClr val="tx1"/>
                </a:solidFill>
                <a:latin typeface="Times New Roman" panose="02020603050405020304" charset="0"/>
                <a:ea typeface="宋体" panose="02010600030101010101" pitchFamily="2" charset="-122"/>
                <a:cs typeface="+mn-cs"/>
              </a:rPr>
              <a:t>理由：最早调入主存的页，其不再被使用的可能性比最近调用入的可能性大。</a:t>
            </a:r>
            <a:endParaRPr lang="zh-CN" altLang="en-US"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400" b="1" strike="noStrike" noProof="1">
                <a:solidFill>
                  <a:schemeClr val="tx1"/>
                </a:solidFill>
                <a:latin typeface="Times New Roman" panose="02020603050405020304" charset="0"/>
                <a:ea typeface="宋体" panose="02010600030101010101" pitchFamily="2" charset="-122"/>
                <a:cs typeface="+mn-cs"/>
              </a:rPr>
              <a:t>先进先出淘汰算法的实现方法（</a:t>
            </a:r>
            <a:r>
              <a:rPr lang="en-US" altLang="zh-CN" sz="2400" b="1" strike="noStrike" noProof="1">
                <a:solidFill>
                  <a:schemeClr val="tx1"/>
                </a:solidFill>
                <a:latin typeface="Times New Roman" panose="02020603050405020304" charset="0"/>
                <a:ea typeface="宋体" panose="02010600030101010101" pitchFamily="2" charset="-122"/>
                <a:cs typeface="+mn-cs"/>
              </a:rPr>
              <a:t>1</a:t>
            </a:r>
            <a:r>
              <a:rPr lang="zh-CN" altLang="en-US" sz="2400" b="1" strike="noStrike" noProof="1">
                <a:solidFill>
                  <a:schemeClr val="tx1"/>
                </a:solidFill>
                <a:latin typeface="Times New Roman" panose="02020603050405020304" charset="0"/>
                <a:ea typeface="宋体" panose="02010600030101010101" pitchFamily="2" charset="-122"/>
                <a:cs typeface="+mn-cs"/>
              </a:rPr>
              <a:t>）</a:t>
            </a:r>
            <a:endParaRPr lang="zh-CN" altLang="en-US" sz="2400" b="1"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pPr>
            <a:r>
              <a:rPr lang="zh-CN" altLang="en-US" sz="2000" strike="noStrike" noProof="1">
                <a:solidFill>
                  <a:schemeClr val="tx1"/>
                </a:solidFill>
                <a:latin typeface="Times New Roman" panose="02020603050405020304" charset="0"/>
                <a:ea typeface="宋体" panose="02010600030101010101" pitchFamily="2" charset="-122"/>
                <a:cs typeface="+mn-cs"/>
              </a:rPr>
              <a:t>建立一个</a:t>
            </a:r>
            <a:r>
              <a:rPr lang="x-none" altLang="zh-CN" sz="2000" strike="noStrike" noProof="1">
                <a:solidFill>
                  <a:schemeClr val="tx1"/>
                </a:solidFill>
                <a:latin typeface="Times New Roman" panose="02020603050405020304" charset="0"/>
                <a:ea typeface="宋体" panose="02010600030101010101" pitchFamily="2" charset="-122"/>
                <a:cs typeface="+mn-cs"/>
              </a:rPr>
              <a:t>页号表p[m]，记录</a:t>
            </a:r>
            <a:r>
              <a:rPr lang="zh-CN" altLang="en-US" sz="2000" strike="noStrike" noProof="1">
                <a:solidFill>
                  <a:schemeClr val="tx1"/>
                </a:solidFill>
                <a:latin typeface="Times New Roman" panose="02020603050405020304" charset="0"/>
                <a:ea typeface="宋体" panose="02010600030101010101" pitchFamily="2" charset="-122"/>
                <a:cs typeface="+mn-cs"/>
              </a:rPr>
              <a:t>页面进入主存的先后次序；</a:t>
            </a:r>
            <a:r>
              <a:rPr lang="x-none" altLang="zh-CN" sz="2000" strike="noStrike" noProof="1">
                <a:solidFill>
                  <a:schemeClr val="tx1"/>
                </a:solidFill>
                <a:latin typeface="Times New Roman" panose="02020603050405020304" charset="0"/>
                <a:ea typeface="宋体" panose="02010600030101010101" pitchFamily="2" charset="-122"/>
                <a:cs typeface="+mn-cs"/>
              </a:rPr>
              <a:t>（m就是固定分配的主存块数）</a:t>
            </a:r>
            <a:endParaRPr lang="x-none" altLang="zh-CN" sz="2000" strike="noStrike" noProof="1">
              <a:solidFill>
                <a:schemeClr val="tx1"/>
              </a:solidFill>
              <a:latin typeface="Times New Roman" panose="02020603050405020304" charset="0"/>
              <a:ea typeface="宋体" panose="02010600030101010101" pitchFamily="2" charset="-122"/>
              <a:cs typeface="+mn-cs"/>
            </a:endParaRPr>
          </a:p>
          <a:p>
            <a:pPr marL="1295400" lvl="2" indent="-381000" fontAlgn="base">
              <a:lnSpc>
                <a:spcPct val="130000"/>
              </a:lnSpc>
            </a:pPr>
            <a:r>
              <a:rPr lang="zh-CN" altLang="en-US" sz="2000" strike="noStrike" noProof="1">
                <a:solidFill>
                  <a:schemeClr val="tx1"/>
                </a:solidFill>
                <a:latin typeface="Times New Roman" panose="02020603050405020304" charset="0"/>
                <a:ea typeface="宋体" panose="02010600030101010101" pitchFamily="2" charset="-122"/>
                <a:cs typeface="+mn-cs"/>
              </a:rPr>
              <a:t>一个替换指针，指向最早进入主存的页面；</a:t>
            </a:r>
            <a:endParaRPr lang="zh-CN" altLang="en-US" sz="2000"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pPr>
            <a:r>
              <a:rPr lang="zh-CN" altLang="en-US" sz="2000" strike="noStrike" noProof="1">
                <a:solidFill>
                  <a:schemeClr val="tx1"/>
                </a:solidFill>
                <a:latin typeface="Times New Roman" panose="02020603050405020304" charset="0"/>
                <a:ea typeface="宋体" panose="02010600030101010101" pitchFamily="2" charset="-122"/>
                <a:cs typeface="+mn-cs"/>
                <a:sym typeface="Symbol" panose="05050102010706020507" pitchFamily="18" charset="2"/>
              </a:rPr>
              <a:t>当需要置换一页时，选择</a:t>
            </a:r>
            <a:r>
              <a:rPr lang="zh-CN" altLang="en-US" sz="2000" strike="noStrike" noProof="1">
                <a:solidFill>
                  <a:schemeClr val="tx1"/>
                </a:solidFill>
                <a:latin typeface="Times New Roman" panose="02020603050405020304" charset="0"/>
                <a:ea typeface="宋体" panose="02010600030101010101" pitchFamily="2" charset="-122"/>
                <a:cs typeface="+mn-cs"/>
              </a:rPr>
              <a:t>替换指向的那一页，然后调</a:t>
            </a:r>
            <a:endParaRPr lang="zh-CN" altLang="en-US" sz="2000"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buNone/>
            </a:pPr>
            <a:r>
              <a:rPr lang="zh-CN" altLang="en-US" sz="2000" strike="noStrike" noProof="1">
                <a:solidFill>
                  <a:schemeClr val="tx1"/>
                </a:solidFill>
                <a:latin typeface="Times New Roman" panose="02020603050405020304" charset="0"/>
                <a:ea typeface="宋体" panose="02010600030101010101" pitchFamily="2" charset="-122"/>
                <a:cs typeface="+mn-cs"/>
              </a:rPr>
              <a:t>    整替换指针的内容。</a:t>
            </a:r>
            <a:endParaRPr lang="zh-CN" altLang="en-US" sz="2000" strike="noStrike" noProof="1">
              <a:solidFill>
                <a:schemeClr val="tx1"/>
              </a:solidFill>
              <a:latin typeface="Times New Roman" panose="02020603050405020304" charset="0"/>
              <a:ea typeface="宋体" panose="02010600030101010101" pitchFamily="2" charset="-122"/>
            </a:endParaRPr>
          </a:p>
        </p:txBody>
      </p:sp>
      <p:sp>
        <p:nvSpPr>
          <p:cNvPr id="67588" name="矩形 67587"/>
          <p:cNvSpPr/>
          <p:nvPr/>
        </p:nvSpPr>
        <p:spPr>
          <a:xfrm>
            <a:off x="391160" y="655003"/>
            <a:ext cx="5980113" cy="53022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zh-CN" altLang="en-US" sz="2400" b="1" strike="noStrike" noProof="1">
                <a:solidFill>
                  <a:srgbClr val="000099"/>
                </a:solidFill>
                <a:latin typeface="Times New Roman" panose="02020603050405020304" charset="0"/>
                <a:ea typeface="宋体" panose="02010600030101010101" pitchFamily="2" charset="-122"/>
                <a:cs typeface="+mn-ea"/>
              </a:rPr>
              <a:t>②</a:t>
            </a:r>
            <a:r>
              <a:rPr lang="zh-CN" altLang="en-US"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rPr>
              <a:t>先进先出淘汰算法</a:t>
            </a:r>
            <a:r>
              <a:rPr lang="en-US" altLang="zh-CN" sz="2400" b="1" strike="noStrike" noProof="1">
                <a:solidFill>
                  <a:srgbClr val="000099"/>
                </a:solidFill>
                <a:latin typeface="Times New Roman" panose="02020603050405020304" charset="0"/>
                <a:ea typeface="宋体" panose="02010600030101010101" pitchFamily="2" charset="-122"/>
                <a:cs typeface="+mn-ea"/>
              </a:rPr>
              <a:t>(FIFO</a:t>
            </a:r>
            <a:r>
              <a:rPr lang="zh-CN" altLang="en-US" sz="2400" b="1" strike="noStrike" noProof="1">
                <a:solidFill>
                  <a:srgbClr val="000099"/>
                </a:solidFill>
                <a:latin typeface="Times New Roman" panose="02020603050405020304" charset="0"/>
                <a:ea typeface="宋体" panose="02010600030101010101" pitchFamily="2" charset="-122"/>
                <a:cs typeface="+mn-ea"/>
              </a:rPr>
              <a:t>算法</a:t>
            </a:r>
            <a:r>
              <a:rPr lang="en-US" altLang="zh-CN" sz="2400" b="1" strike="noStrike" noProof="1">
                <a:solidFill>
                  <a:srgbClr val="000099"/>
                </a:solidFill>
                <a:latin typeface="Times New Roman" panose="02020603050405020304" charset="0"/>
                <a:ea typeface="宋体" panose="02010600030101010101" pitchFamily="2" charset="-122"/>
                <a:cs typeface="+mn-ea"/>
              </a:rPr>
              <a:t>)</a:t>
            </a:r>
            <a:r>
              <a:rPr lang="en-US" altLang="zh-CN" sz="2400" b="1" strike="noStrike" noProof="1">
                <a:solidFill>
                  <a:srgbClr val="CC3300"/>
                </a:solidFill>
                <a:latin typeface="Times New Roman" panose="02020603050405020304" charset="0"/>
                <a:ea typeface="宋体" panose="02010600030101010101" pitchFamily="2" charset="-122"/>
                <a:cs typeface="+mn-ea"/>
              </a:rPr>
              <a:t>     </a:t>
            </a:r>
            <a:endParaRPr lang="en-US" altLang="zh-CN" sz="2400" b="1" strike="noStrike" noProof="1">
              <a:solidFill>
                <a:srgbClr val="CC3300"/>
              </a:solidFill>
              <a:latin typeface="Times New Roman" panose="02020603050405020304" charset="0"/>
              <a:ea typeface="宋体" panose="02010600030101010101" pitchFamily="2" charset="-122"/>
            </a:endParaRPr>
          </a:p>
        </p:txBody>
      </p:sp>
      <p:sp>
        <p:nvSpPr>
          <p:cNvPr id="67589" name="矩形 67588"/>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页式存储管理</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1" name="矩形 68610"/>
          <p:cNvSpPr/>
          <p:nvPr/>
        </p:nvSpPr>
        <p:spPr>
          <a:xfrm>
            <a:off x="431165" y="1213485"/>
            <a:ext cx="4003675" cy="159131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457200" lvl="0" indent="-457200" fontAlgn="base">
              <a:lnSpc>
                <a:spcPct val="130000"/>
              </a:lnSpc>
              <a:buNone/>
            </a:pPr>
            <a:r>
              <a:rPr lang="en-US" altLang="zh-CN" sz="2400" strike="noStrike" noProof="1">
                <a:solidFill>
                  <a:schemeClr val="tx1"/>
                </a:solidFill>
                <a:effectLst/>
                <a:latin typeface="Times New Roman" panose="02020603050405020304" charset="0"/>
                <a:ea typeface="宋体" panose="02010600030101010101" pitchFamily="2" charset="-122"/>
                <a:cs typeface="+mn-ea"/>
              </a:rPr>
              <a:t>m=4</a:t>
            </a:r>
            <a:endParaRPr lang="zh-CN" altLang="en-US" sz="2400" strike="noStrike" noProof="1">
              <a:solidFill>
                <a:schemeClr val="tx1"/>
              </a:solidFill>
              <a:effectLst/>
              <a:latin typeface="Times New Roman" panose="02020603050405020304" charset="0"/>
              <a:ea typeface="宋体" panose="02010600030101010101" pitchFamily="2" charset="-122"/>
              <a:cs typeface="+mn-ea"/>
            </a:endParaRPr>
          </a:p>
          <a:p>
            <a:pPr marL="457200" lvl="0" indent="-457200" fontAlgn="base">
              <a:lnSpc>
                <a:spcPct val="130000"/>
              </a:lnSpc>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页面进入主存的先后次序：             </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000" strike="noStrike" noProof="1">
                <a:solidFill>
                  <a:schemeClr val="tx1"/>
                </a:solidFill>
                <a:effectLst/>
                <a:latin typeface="Times New Roman" panose="02020603050405020304" charset="0"/>
                <a:ea typeface="宋体" panose="02010600030101010101" pitchFamily="2" charset="-122"/>
                <a:cs typeface="+mn-ea"/>
              </a:rPr>
              <a:t>         </a:t>
            </a:r>
            <a:r>
              <a:rPr lang="en-US" altLang="zh-CN" sz="2000" strike="noStrike" noProof="1">
                <a:solidFill>
                  <a:schemeClr val="tx1"/>
                </a:solidFill>
                <a:effectLst/>
                <a:latin typeface="Times New Roman" panose="02020603050405020304" charset="0"/>
                <a:ea typeface="宋体" panose="02010600030101010101" pitchFamily="2" charset="-122"/>
                <a:cs typeface="+mn-ea"/>
              </a:rPr>
              <a:t>4 -&gt; 5</a:t>
            </a:r>
            <a:r>
              <a:rPr lang="en-US" altLang="zh-CN" sz="20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 -&gt; 1 -&gt; 2</a:t>
            </a:r>
            <a:r>
              <a:rPr lang="en-US" altLang="zh-CN" sz="2000" strike="noStrike" noProof="1">
                <a:solidFill>
                  <a:schemeClr val="tx1"/>
                </a:solidFill>
                <a:latin typeface="Times New Roman" panose="02020603050405020304" charset="0"/>
                <a:ea typeface="宋体" panose="02010600030101010101" pitchFamily="2" charset="-122"/>
                <a:cs typeface="+mn-ea"/>
              </a:rPr>
              <a:t>     </a:t>
            </a:r>
            <a:endParaRPr lang="en-US" altLang="zh-CN" sz="2000" strike="noStrike" noProof="1">
              <a:solidFill>
                <a:schemeClr val="tx1"/>
              </a:solidFill>
              <a:latin typeface="Times New Roman" panose="02020603050405020304" charset="0"/>
              <a:ea typeface="宋体" panose="02010600030101010101" pitchFamily="2" charset="-122"/>
              <a:cs typeface="+mn-ea"/>
            </a:endParaRPr>
          </a:p>
        </p:txBody>
      </p:sp>
      <p:grpSp>
        <p:nvGrpSpPr>
          <p:cNvPr id="68612" name="组合 68611"/>
          <p:cNvGrpSpPr/>
          <p:nvPr/>
        </p:nvGrpSpPr>
        <p:grpSpPr>
          <a:xfrm>
            <a:off x="5121275" y="1495425"/>
            <a:ext cx="1538288" cy="1228725"/>
            <a:chOff x="0" y="8"/>
            <a:chExt cx="969" cy="774"/>
          </a:xfrm>
        </p:grpSpPr>
        <p:sp>
          <p:nvSpPr>
            <p:cNvPr id="99332" name="矩形 68612"/>
            <p:cNvSpPr/>
            <p:nvPr/>
          </p:nvSpPr>
          <p:spPr>
            <a:xfrm>
              <a:off x="34" y="8"/>
              <a:ext cx="686" cy="154"/>
            </a:xfrm>
            <a:prstGeom prst="rect">
              <a:avLst/>
            </a:prstGeom>
            <a:noFill/>
            <a:ln w="9525">
              <a:noFill/>
              <a:miter/>
            </a:ln>
          </p:spPr>
          <p:txBody>
            <a:bodyPr wrap="square" lIns="0" tIns="0" rIns="0" bIns="0" anchor="t">
              <a:spAutoFit/>
            </a:bodyPr>
            <a:p>
              <a:pPr lvl="0" algn="just"/>
              <a:r>
                <a:rPr lang="zh-CN" altLang="en-US" sz="1600">
                  <a:solidFill>
                    <a:srgbClr val="000000"/>
                  </a:solidFill>
                  <a:latin typeface="宋体" panose="02010600030101010101" pitchFamily="2" charset="-122"/>
                  <a:ea typeface="宋体" panose="02010600030101010101" pitchFamily="2" charset="-122"/>
                </a:rPr>
                <a:t>替换指针</a:t>
              </a:r>
              <a:endParaRPr lang="x-none" altLang="zh-CN" sz="1600">
                <a:solidFill>
                  <a:srgbClr val="000000"/>
                </a:solidFill>
                <a:latin typeface="宋体" panose="02010600030101010101" pitchFamily="2" charset="-122"/>
                <a:ea typeface="宋体" panose="02010600030101010101" pitchFamily="2" charset="-122"/>
              </a:endParaRPr>
            </a:p>
          </p:txBody>
        </p:sp>
        <p:sp>
          <p:nvSpPr>
            <p:cNvPr id="99334" name="矩形 68614"/>
            <p:cNvSpPr/>
            <p:nvPr/>
          </p:nvSpPr>
          <p:spPr>
            <a:xfrm>
              <a:off x="0" y="628"/>
              <a:ext cx="969" cy="154"/>
            </a:xfrm>
            <a:prstGeom prst="rect">
              <a:avLst/>
            </a:prstGeom>
            <a:noFill/>
            <a:ln w="9525">
              <a:noFill/>
              <a:miter/>
            </a:ln>
          </p:spPr>
          <p:txBody>
            <a:bodyPr lIns="0" tIns="0" rIns="0" bIns="0" anchor="t">
              <a:spAutoFit/>
            </a:bodyPr>
            <a:p>
              <a:pPr lvl="0" algn="just"/>
              <a:r>
                <a:rPr lang="zh-CN" altLang="en-US" sz="1600">
                  <a:solidFill>
                    <a:srgbClr val="000000"/>
                  </a:solidFill>
                  <a:latin typeface="宋体" panose="02010600030101010101" pitchFamily="2" charset="-122"/>
                  <a:ea typeface="宋体" panose="02010600030101010101" pitchFamily="2" charset="-122"/>
                </a:rPr>
                <a:t>指向最老的一页</a:t>
              </a:r>
              <a:endParaRPr lang="zh-CN" altLang="en-US" sz="1600">
                <a:solidFill>
                  <a:srgbClr val="000000"/>
                </a:solidFill>
                <a:latin typeface="宋体" panose="02010600030101010101" pitchFamily="2" charset="-122"/>
                <a:ea typeface="宋体" panose="02010600030101010101" pitchFamily="2" charset="-122"/>
              </a:endParaRPr>
            </a:p>
          </p:txBody>
        </p:sp>
        <p:sp>
          <p:nvSpPr>
            <p:cNvPr id="68616" name="矩形 68615"/>
            <p:cNvSpPr/>
            <p:nvPr/>
          </p:nvSpPr>
          <p:spPr>
            <a:xfrm>
              <a:off x="47" y="231"/>
              <a:ext cx="681" cy="246"/>
            </a:xfrm>
            <a:prstGeom prst="rect">
              <a:avLst/>
            </a:prstGeom>
            <a:solidFill>
              <a:srgbClr val="FF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grpSp>
      <p:sp>
        <p:nvSpPr>
          <p:cNvPr id="68617" name="直接连接符 68616"/>
          <p:cNvSpPr/>
          <p:nvPr/>
        </p:nvSpPr>
        <p:spPr>
          <a:xfrm>
            <a:off x="6230938" y="2055813"/>
            <a:ext cx="1060450" cy="1587"/>
          </a:xfrm>
          <a:prstGeom prst="line">
            <a:avLst/>
          </a:prstGeom>
          <a:ln w="1905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nvGrpSpPr>
          <p:cNvPr id="68618" name="组合 68617"/>
          <p:cNvGrpSpPr/>
          <p:nvPr/>
        </p:nvGrpSpPr>
        <p:grpSpPr>
          <a:xfrm>
            <a:off x="7270750" y="1092835"/>
            <a:ext cx="884238" cy="2481263"/>
            <a:chOff x="0" y="0"/>
            <a:chExt cx="557" cy="1563"/>
          </a:xfrm>
        </p:grpSpPr>
        <p:sp>
          <p:nvSpPr>
            <p:cNvPr id="99338" name="矩形 68618"/>
            <p:cNvSpPr/>
            <p:nvPr/>
          </p:nvSpPr>
          <p:spPr>
            <a:xfrm>
              <a:off x="62" y="0"/>
              <a:ext cx="469" cy="154"/>
            </a:xfrm>
            <a:prstGeom prst="rect">
              <a:avLst/>
            </a:prstGeom>
            <a:noFill/>
            <a:ln w="9525">
              <a:noFill/>
              <a:miter/>
            </a:ln>
          </p:spPr>
          <p:txBody>
            <a:bodyPr wrap="square" lIns="0" tIns="0" rIns="0" bIns="0" anchor="t">
              <a:spAutoFit/>
            </a:bodyPr>
            <a:p>
              <a:pPr lvl="0" algn="just"/>
              <a:r>
                <a:rPr lang="zh-CN" altLang="en-US" sz="1600">
                  <a:solidFill>
                    <a:srgbClr val="000000"/>
                  </a:solidFill>
                  <a:latin typeface="宋体" panose="02010600030101010101" pitchFamily="2" charset="-122"/>
                  <a:ea typeface="宋体" panose="02010600030101010101" pitchFamily="2" charset="-122"/>
                </a:rPr>
                <a:t>页号</a:t>
              </a:r>
              <a:r>
                <a:rPr lang="x-none" altLang="zh-CN" sz="1600">
                  <a:solidFill>
                    <a:srgbClr val="000000"/>
                  </a:solidFill>
                  <a:latin typeface="宋体" panose="02010600030101010101" pitchFamily="2" charset="-122"/>
                  <a:ea typeface="宋体" panose="02010600030101010101" pitchFamily="2" charset="-122"/>
                </a:rPr>
                <a:t>表</a:t>
              </a:r>
              <a:endParaRPr lang="x-none" altLang="zh-CN" sz="1600">
                <a:solidFill>
                  <a:srgbClr val="000000"/>
                </a:solidFill>
                <a:latin typeface="宋体" panose="02010600030101010101" pitchFamily="2" charset="-122"/>
                <a:ea typeface="宋体" panose="02010600030101010101" pitchFamily="2" charset="-122"/>
              </a:endParaRPr>
            </a:p>
          </p:txBody>
        </p:sp>
        <p:sp>
          <p:nvSpPr>
            <p:cNvPr id="68620" name="矩形 68619"/>
            <p:cNvSpPr/>
            <p:nvPr/>
          </p:nvSpPr>
          <p:spPr>
            <a:xfrm>
              <a:off x="9" y="224"/>
              <a:ext cx="541" cy="1339"/>
            </a:xfrm>
            <a:prstGeom prst="rect">
              <a:avLst/>
            </a:prstGeom>
            <a:solidFill>
              <a:srgbClr val="FF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9340" name="矩形 68620"/>
            <p:cNvSpPr/>
            <p:nvPr/>
          </p:nvSpPr>
          <p:spPr>
            <a:xfrm>
              <a:off x="113" y="326"/>
              <a:ext cx="64" cy="154"/>
            </a:xfrm>
            <a:prstGeom prst="rect">
              <a:avLst/>
            </a:prstGeom>
            <a:noFill/>
            <a:ln w="9525">
              <a:noFill/>
              <a:miter/>
            </a:ln>
          </p:spPr>
          <p:txBody>
            <a:bodyPr wrap="none" lIns="0" tIns="0" rIns="0" bIns="0" anchor="t">
              <a:spAutoFit/>
            </a:bodyPr>
            <a:p>
              <a:pPr lvl="0" algn="just"/>
              <a:r>
                <a:rPr lang="zh-CN" altLang="en-US" sz="1600">
                  <a:solidFill>
                    <a:srgbClr val="000000"/>
                  </a:solidFill>
                  <a:latin typeface="Times New Roman" panose="02020603050405020304" charset="0"/>
                  <a:ea typeface="宋体" panose="02010600030101010101" pitchFamily="2" charset="-122"/>
                </a:rPr>
                <a:t>  </a:t>
              </a:r>
              <a:endParaRPr lang="zh-CN" altLang="en-US" sz="1600">
                <a:solidFill>
                  <a:srgbClr val="000000"/>
                </a:solidFill>
                <a:latin typeface="Times New Roman" panose="02020603050405020304" charset="0"/>
                <a:ea typeface="宋体" panose="02010600030101010101" pitchFamily="2" charset="-122"/>
              </a:endParaRPr>
            </a:p>
          </p:txBody>
        </p:sp>
        <p:sp>
          <p:nvSpPr>
            <p:cNvPr id="99341" name="矩形 68621"/>
            <p:cNvSpPr/>
            <p:nvPr/>
          </p:nvSpPr>
          <p:spPr>
            <a:xfrm>
              <a:off x="247" y="326"/>
              <a:ext cx="178" cy="155"/>
            </a:xfrm>
            <a:prstGeom prst="rect">
              <a:avLst/>
            </a:prstGeom>
            <a:noFill/>
            <a:ln w="9525">
              <a:noFill/>
              <a:miter/>
            </a:ln>
          </p:spPr>
          <p:txBody>
            <a:bodyPr lIns="0" tIns="0" rIns="0" bIns="0" anchor="t">
              <a:spAutoFit/>
            </a:bodyPr>
            <a:p>
              <a:pPr lvl="0" algn="just"/>
              <a:r>
                <a:rPr lang="zh-CN" altLang="en-US" sz="1600">
                  <a:solidFill>
                    <a:srgbClr val="000000"/>
                  </a:solidFill>
                  <a:latin typeface="Times New Roman" panose="02020603050405020304" charset="0"/>
                  <a:ea typeface="宋体" panose="02010600030101010101" pitchFamily="2" charset="-122"/>
                </a:rPr>
                <a:t> </a:t>
              </a:r>
              <a:r>
                <a:rPr lang="en-US" altLang="zh-CN" sz="1600">
                  <a:solidFill>
                    <a:srgbClr val="000000"/>
                  </a:solidFill>
                  <a:latin typeface="Times New Roman" panose="02020603050405020304" charset="0"/>
                  <a:ea typeface="宋体" panose="02010600030101010101" pitchFamily="2" charset="-122"/>
                </a:rPr>
                <a:t>2</a:t>
              </a:r>
              <a:endParaRPr lang="en-US" altLang="zh-CN" sz="1600">
                <a:solidFill>
                  <a:srgbClr val="000000"/>
                </a:solidFill>
                <a:latin typeface="Times New Roman" panose="02020603050405020304" charset="0"/>
                <a:ea typeface="宋体" panose="02010600030101010101" pitchFamily="2" charset="-122"/>
              </a:endParaRPr>
            </a:p>
          </p:txBody>
        </p:sp>
        <p:sp>
          <p:nvSpPr>
            <p:cNvPr id="99342" name="矩形 68622"/>
            <p:cNvSpPr/>
            <p:nvPr/>
          </p:nvSpPr>
          <p:spPr>
            <a:xfrm>
              <a:off x="165" y="598"/>
              <a:ext cx="306" cy="154"/>
            </a:xfrm>
            <a:prstGeom prst="rect">
              <a:avLst/>
            </a:prstGeom>
            <a:noFill/>
            <a:ln w="9525">
              <a:noFill/>
              <a:miter/>
            </a:ln>
          </p:spPr>
          <p:txBody>
            <a:bodyPr lIns="0" tIns="0" rIns="0" bIns="0" anchor="t">
              <a:spAutoFit/>
            </a:bodyPr>
            <a:p>
              <a:pPr lvl="0" algn="just"/>
              <a:r>
                <a:rPr lang="zh-CN" altLang="en-US" sz="1600">
                  <a:solidFill>
                    <a:srgbClr val="000000"/>
                  </a:solidFill>
                  <a:latin typeface="Times New Roman" panose="02020603050405020304" charset="0"/>
                  <a:ea typeface="宋体" panose="02010600030101010101" pitchFamily="2" charset="-122"/>
                </a:rPr>
                <a:t>   </a:t>
              </a:r>
              <a:r>
                <a:rPr lang="en-US" altLang="zh-CN" sz="1600">
                  <a:solidFill>
                    <a:srgbClr val="000000"/>
                  </a:solidFill>
                  <a:latin typeface="Times New Roman" panose="02020603050405020304" charset="0"/>
                  <a:ea typeface="宋体" panose="02010600030101010101" pitchFamily="2" charset="-122"/>
                </a:rPr>
                <a:t>4</a:t>
              </a:r>
              <a:endParaRPr lang="en-US" altLang="zh-CN" sz="1600">
                <a:solidFill>
                  <a:srgbClr val="000000"/>
                </a:solidFill>
                <a:latin typeface="Times New Roman" panose="02020603050405020304" charset="0"/>
                <a:ea typeface="宋体" panose="02010600030101010101" pitchFamily="2" charset="-122"/>
              </a:endParaRPr>
            </a:p>
          </p:txBody>
        </p:sp>
        <p:sp>
          <p:nvSpPr>
            <p:cNvPr id="99343" name="矩形 68623"/>
            <p:cNvSpPr/>
            <p:nvPr/>
          </p:nvSpPr>
          <p:spPr>
            <a:xfrm>
              <a:off x="171" y="907"/>
              <a:ext cx="297" cy="154"/>
            </a:xfrm>
            <a:prstGeom prst="rect">
              <a:avLst/>
            </a:prstGeom>
            <a:noFill/>
            <a:ln w="9525">
              <a:noFill/>
              <a:miter/>
            </a:ln>
          </p:spPr>
          <p:txBody>
            <a:bodyPr lIns="0" tIns="0" rIns="0" bIns="0" anchor="t">
              <a:spAutoFit/>
            </a:bodyPr>
            <a:p>
              <a:pPr lvl="0" algn="just"/>
              <a:r>
                <a:rPr lang="zh-CN" altLang="en-US" sz="1600">
                  <a:solidFill>
                    <a:srgbClr val="000000"/>
                  </a:solidFill>
                  <a:latin typeface="Times New Roman" panose="02020603050405020304" charset="0"/>
                  <a:ea typeface="宋体" panose="02010600030101010101" pitchFamily="2" charset="-122"/>
                </a:rPr>
                <a:t>   </a:t>
              </a:r>
              <a:r>
                <a:rPr lang="en-US" altLang="zh-CN" sz="1600">
                  <a:solidFill>
                    <a:srgbClr val="000000"/>
                  </a:solidFill>
                  <a:latin typeface="Times New Roman" panose="02020603050405020304" charset="0"/>
                  <a:ea typeface="宋体" panose="02010600030101010101" pitchFamily="2" charset="-122"/>
                </a:rPr>
                <a:t>5</a:t>
              </a:r>
              <a:endParaRPr lang="en-US" altLang="zh-CN" sz="1600">
                <a:solidFill>
                  <a:srgbClr val="000000"/>
                </a:solidFill>
                <a:latin typeface="Times New Roman" panose="02020603050405020304" charset="0"/>
                <a:ea typeface="宋体" panose="02010600030101010101" pitchFamily="2" charset="-122"/>
              </a:endParaRPr>
            </a:p>
          </p:txBody>
        </p:sp>
        <p:sp>
          <p:nvSpPr>
            <p:cNvPr id="99344" name="矩形 68624"/>
            <p:cNvSpPr/>
            <p:nvPr/>
          </p:nvSpPr>
          <p:spPr>
            <a:xfrm>
              <a:off x="180" y="1252"/>
              <a:ext cx="224" cy="154"/>
            </a:xfrm>
            <a:prstGeom prst="rect">
              <a:avLst/>
            </a:prstGeom>
            <a:noFill/>
            <a:ln w="9525">
              <a:noFill/>
              <a:miter/>
            </a:ln>
          </p:spPr>
          <p:txBody>
            <a:bodyPr lIns="0" tIns="0" rIns="0" bIns="0" anchor="t">
              <a:spAutoFit/>
            </a:bodyPr>
            <a:p>
              <a:pPr lvl="0" algn="just"/>
              <a:r>
                <a:rPr lang="zh-CN" altLang="en-US" sz="1600">
                  <a:solidFill>
                    <a:srgbClr val="000000"/>
                  </a:solidFill>
                  <a:latin typeface="Times New Roman" panose="02020603050405020304" charset="0"/>
                  <a:ea typeface="宋体" panose="02010600030101010101" pitchFamily="2" charset="-122"/>
                </a:rPr>
                <a:t>   </a:t>
              </a:r>
              <a:r>
                <a:rPr lang="en-US" altLang="zh-CN" sz="1600">
                  <a:solidFill>
                    <a:srgbClr val="000000"/>
                  </a:solidFill>
                  <a:latin typeface="Times New Roman" panose="02020603050405020304" charset="0"/>
                  <a:ea typeface="宋体" panose="02010600030101010101" pitchFamily="2" charset="-122"/>
                </a:rPr>
                <a:t>1</a:t>
              </a:r>
              <a:endParaRPr lang="en-US" altLang="zh-CN" sz="1600">
                <a:solidFill>
                  <a:srgbClr val="000000"/>
                </a:solidFill>
                <a:latin typeface="Times New Roman" panose="02020603050405020304" charset="0"/>
                <a:ea typeface="宋体" panose="02010600030101010101" pitchFamily="2" charset="-122"/>
              </a:endParaRPr>
            </a:p>
          </p:txBody>
        </p:sp>
        <p:sp>
          <p:nvSpPr>
            <p:cNvPr id="99345" name="直接连接符 68625"/>
            <p:cNvSpPr/>
            <p:nvPr/>
          </p:nvSpPr>
          <p:spPr>
            <a:xfrm>
              <a:off x="9" y="829"/>
              <a:ext cx="548" cy="1"/>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9346" name="直接连接符 68626"/>
            <p:cNvSpPr/>
            <p:nvPr/>
          </p:nvSpPr>
          <p:spPr>
            <a:xfrm>
              <a:off x="9" y="1125"/>
              <a:ext cx="548" cy="1"/>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9347" name="直接连接符 68627"/>
            <p:cNvSpPr/>
            <p:nvPr/>
          </p:nvSpPr>
          <p:spPr>
            <a:xfrm>
              <a:off x="0" y="558"/>
              <a:ext cx="547" cy="1"/>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grpSp>
        <p:nvGrpSpPr>
          <p:cNvPr id="68630" name="组合 68629"/>
          <p:cNvGrpSpPr/>
          <p:nvPr/>
        </p:nvGrpSpPr>
        <p:grpSpPr>
          <a:xfrm>
            <a:off x="8158163" y="1705293"/>
            <a:ext cx="711200" cy="409575"/>
            <a:chOff x="0" y="0"/>
            <a:chExt cx="448" cy="258"/>
          </a:xfrm>
        </p:grpSpPr>
        <p:sp>
          <p:nvSpPr>
            <p:cNvPr id="99350" name="直接连接符 68630"/>
            <p:cNvSpPr/>
            <p:nvPr/>
          </p:nvSpPr>
          <p:spPr>
            <a:xfrm flipV="1">
              <a:off x="0" y="112"/>
              <a:ext cx="231" cy="146"/>
            </a:xfrm>
            <a:prstGeom prst="line">
              <a:avLst/>
            </a:prstGeom>
            <a:ln w="9525" cap="flat" cmpd="sng">
              <a:solidFill>
                <a:schemeClr val="tx1"/>
              </a:solidFill>
              <a:prstDash val="solid"/>
              <a:round/>
              <a:headEnd type="triangle" w="sm"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9351" name="文本框 68631"/>
            <p:cNvSpPr txBox="1"/>
            <p:nvPr/>
          </p:nvSpPr>
          <p:spPr>
            <a:xfrm>
              <a:off x="219" y="0"/>
              <a:ext cx="229"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6</a:t>
              </a:r>
              <a:endParaRPr lang="en-US" altLang="zh-CN" sz="1600">
                <a:solidFill>
                  <a:schemeClr val="tx1"/>
                </a:solidFill>
                <a:latin typeface="Times New Roman" panose="02020603050405020304" charset="0"/>
                <a:ea typeface="宋体" panose="02010600030101010101" pitchFamily="2" charset="-122"/>
              </a:endParaRPr>
            </a:p>
          </p:txBody>
        </p:sp>
      </p:grpSp>
      <p:sp>
        <p:nvSpPr>
          <p:cNvPr id="68633" name="矩形 68632"/>
          <p:cNvSpPr/>
          <p:nvPr/>
        </p:nvSpPr>
        <p:spPr>
          <a:xfrm>
            <a:off x="422275" y="3629660"/>
            <a:ext cx="5100955" cy="234061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当要调入第</a:t>
            </a:r>
            <a:r>
              <a:rPr lang="en-US" altLang="zh-CN" sz="2400" strike="noStrike" noProof="1">
                <a:solidFill>
                  <a:schemeClr val="tx1"/>
                </a:solidFill>
                <a:effectLst/>
                <a:latin typeface="Times New Roman" panose="02020603050405020304" charset="0"/>
                <a:ea typeface="宋体" panose="02010600030101010101" pitchFamily="2" charset="-122"/>
                <a:cs typeface="+mn-ea"/>
              </a:rPr>
              <a:t>6</a:t>
            </a:r>
            <a:r>
              <a:rPr lang="zh-CN" altLang="en-US" sz="2400" strike="noStrike" noProof="1">
                <a:solidFill>
                  <a:schemeClr val="tx1"/>
                </a:solidFill>
                <a:effectLst/>
                <a:latin typeface="Times New Roman" panose="02020603050405020304" charset="0"/>
                <a:ea typeface="宋体" panose="02010600030101010101" pitchFamily="2" charset="-122"/>
                <a:cs typeface="+mn-ea"/>
              </a:rPr>
              <a:t>页时：</a:t>
            </a:r>
            <a:endParaRPr lang="zh-CN" altLang="en-US" sz="2400" b="1" strike="noStrike" noProof="1">
              <a:solidFill>
                <a:schemeClr val="tx1"/>
              </a:solidFill>
              <a:effectLst/>
              <a:latin typeface="Times New Roman" panose="02020603050405020304" charset="0"/>
              <a:ea typeface="宋体" panose="02010600030101010101" pitchFamily="2" charset="-122"/>
            </a:endParaRPr>
          </a:p>
          <a:p>
            <a:pPr marL="838200" lvl="1" indent="-381000" fontAlgn="base">
              <a:lnSpc>
                <a:spcPct val="130000"/>
              </a:lnSpc>
            </a:pPr>
            <a:r>
              <a:rPr lang="zh-CN" altLang="en-US" sz="2400" strike="noStrike" noProof="1">
                <a:solidFill>
                  <a:schemeClr val="tx1"/>
                </a:solidFill>
                <a:effectLst/>
                <a:latin typeface="Times New Roman" panose="02020603050405020304" charset="0"/>
                <a:ea typeface="宋体" panose="02010600030101010101" pitchFamily="2" charset="-122"/>
                <a:cs typeface="+mn-cs"/>
              </a:rPr>
              <a:t>替换第</a:t>
            </a:r>
            <a:r>
              <a:rPr lang="en-US" altLang="zh-CN" sz="2400" strike="noStrike" noProof="1">
                <a:solidFill>
                  <a:schemeClr val="tx1"/>
                </a:solidFill>
                <a:effectLst/>
                <a:latin typeface="Times New Roman" panose="02020603050405020304" charset="0"/>
                <a:ea typeface="宋体" panose="02010600030101010101" pitchFamily="2" charset="-122"/>
                <a:cs typeface="+mn-cs"/>
              </a:rPr>
              <a:t>4</a:t>
            </a:r>
            <a:r>
              <a:rPr lang="zh-CN" altLang="en-US" sz="2400" strike="noStrike" noProof="1">
                <a:solidFill>
                  <a:schemeClr val="tx1"/>
                </a:solidFill>
                <a:effectLst/>
                <a:latin typeface="Times New Roman" panose="02020603050405020304" charset="0"/>
                <a:ea typeface="宋体" panose="02010600030101010101" pitchFamily="2" charset="-122"/>
                <a:cs typeface="+mn-cs"/>
              </a:rPr>
              <a:t>页</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838200" lvl="1" indent="-381000" fontAlgn="base">
              <a:lnSpc>
                <a:spcPct val="130000"/>
              </a:lnSpc>
            </a:pPr>
            <a:r>
              <a:rPr lang="zh-CN" altLang="en-US" sz="2400"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18" charset="2"/>
              </a:rPr>
              <a:t>将</a:t>
            </a:r>
            <a:r>
              <a:rPr lang="zh-CN" altLang="en-US" sz="2400" strike="noStrike" noProof="1">
                <a:solidFill>
                  <a:schemeClr val="tx1"/>
                </a:solidFill>
                <a:effectLst/>
                <a:latin typeface="Times New Roman" panose="02020603050405020304" charset="0"/>
                <a:ea typeface="宋体" panose="02010600030101010101" pitchFamily="2" charset="-122"/>
                <a:cs typeface="+mn-cs"/>
              </a:rPr>
              <a:t>第</a:t>
            </a:r>
            <a:r>
              <a:rPr lang="en-US" altLang="zh-CN" sz="2400" strike="noStrike" noProof="1">
                <a:solidFill>
                  <a:schemeClr val="tx1"/>
                </a:solidFill>
                <a:effectLst/>
                <a:latin typeface="Times New Roman" panose="02020603050405020304" charset="0"/>
                <a:ea typeface="宋体" panose="02010600030101010101" pitchFamily="2" charset="-122"/>
                <a:cs typeface="+mn-cs"/>
              </a:rPr>
              <a:t>4</a:t>
            </a:r>
            <a:r>
              <a:rPr lang="zh-CN" altLang="en-US" sz="2400" strike="noStrike" noProof="1">
                <a:solidFill>
                  <a:schemeClr val="tx1"/>
                </a:solidFill>
                <a:effectLst/>
                <a:latin typeface="Times New Roman" panose="02020603050405020304" charset="0"/>
                <a:ea typeface="宋体" panose="02010600030101010101" pitchFamily="2" charset="-122"/>
                <a:cs typeface="+mn-cs"/>
              </a:rPr>
              <a:t>页改为</a:t>
            </a:r>
            <a:r>
              <a:rPr lang="en-US" altLang="zh-CN" sz="2400" strike="noStrike" noProof="1">
                <a:solidFill>
                  <a:schemeClr val="tx1"/>
                </a:solidFill>
                <a:effectLst/>
                <a:latin typeface="Times New Roman" panose="02020603050405020304" charset="0"/>
                <a:ea typeface="宋体" panose="02010600030101010101" pitchFamily="2" charset="-122"/>
                <a:cs typeface="+mn-cs"/>
              </a:rPr>
              <a:t>6</a:t>
            </a:r>
            <a:endParaRPr lang="en-US" altLang="zh-CN" sz="2400" strike="noStrike" noProof="1">
              <a:solidFill>
                <a:schemeClr val="tx1"/>
              </a:solidFill>
              <a:effectLst/>
              <a:latin typeface="Times New Roman" panose="02020603050405020304" charset="0"/>
              <a:ea typeface="宋体" panose="02010600030101010101" pitchFamily="2" charset="-122"/>
            </a:endParaRPr>
          </a:p>
          <a:p>
            <a:pPr marL="838200" lvl="1" indent="-381000" fontAlgn="base">
              <a:lnSpc>
                <a:spcPct val="130000"/>
              </a:lnSpc>
            </a:pPr>
            <a:r>
              <a:rPr lang="zh-CN" altLang="en-US" sz="2400" strike="noStrike" noProof="1">
                <a:solidFill>
                  <a:schemeClr val="tx1"/>
                </a:solidFill>
                <a:effectLst/>
                <a:latin typeface="Times New Roman" panose="02020603050405020304" charset="0"/>
                <a:ea typeface="宋体" panose="02010600030101010101" pitchFamily="2" charset="-122"/>
                <a:cs typeface="+mn-cs"/>
              </a:rPr>
              <a:t>替换指针指向下一个，第</a:t>
            </a:r>
            <a:r>
              <a:rPr lang="en-US" altLang="zh-CN" sz="2400" strike="noStrike" noProof="1">
                <a:solidFill>
                  <a:schemeClr val="tx1"/>
                </a:solidFill>
                <a:effectLst/>
                <a:latin typeface="Times New Roman" panose="02020603050405020304" charset="0"/>
                <a:ea typeface="宋体" panose="02010600030101010101" pitchFamily="2" charset="-122"/>
                <a:cs typeface="+mn-cs"/>
              </a:rPr>
              <a:t>5</a:t>
            </a:r>
            <a:r>
              <a:rPr lang="zh-CN" altLang="en-US" sz="2400" strike="noStrike" noProof="1">
                <a:solidFill>
                  <a:schemeClr val="tx1"/>
                </a:solidFill>
                <a:effectLst/>
                <a:latin typeface="Times New Roman" panose="02020603050405020304" charset="0"/>
                <a:ea typeface="宋体" panose="02010600030101010101" pitchFamily="2" charset="-122"/>
                <a:cs typeface="+mn-cs"/>
              </a:rPr>
              <a:t>页</a:t>
            </a:r>
            <a:r>
              <a:rPr lang="zh-CN" altLang="en-US" sz="2330" strike="noStrike" noProof="1">
                <a:solidFill>
                  <a:schemeClr val="tx1"/>
                </a:solidFill>
                <a:latin typeface="Times New Roman" panose="02020603050405020304" charset="0"/>
                <a:ea typeface="宋体" panose="02010600030101010101" pitchFamily="2" charset="-122"/>
                <a:cs typeface="+mn-ea"/>
              </a:rPr>
              <a:t>            </a:t>
            </a:r>
            <a:endParaRPr lang="zh-CN" altLang="en-US" sz="2330" strike="noStrike" noProof="1">
              <a:solidFill>
                <a:schemeClr val="tx1"/>
              </a:solidFill>
              <a:latin typeface="Times New Roman" panose="02020603050405020304" charset="0"/>
              <a:ea typeface="宋体" panose="02010600030101010101" pitchFamily="2" charset="-122"/>
            </a:endParaRPr>
          </a:p>
        </p:txBody>
      </p:sp>
      <p:sp>
        <p:nvSpPr>
          <p:cNvPr id="68634" name="文本框 68633"/>
          <p:cNvSpPr txBox="1"/>
          <p:nvPr/>
        </p:nvSpPr>
        <p:spPr>
          <a:xfrm>
            <a:off x="5948680" y="5941695"/>
            <a:ext cx="2360613" cy="336550"/>
          </a:xfrm>
          <a:prstGeom prst="rect">
            <a:avLst/>
          </a:prstGeom>
          <a:noFill/>
          <a:ln w="9525">
            <a:noFill/>
            <a:miter/>
          </a:ln>
        </p:spPr>
        <p:txBody>
          <a:bodyPr anchor="t">
            <a:spAutoFit/>
          </a:bodyPr>
          <a:p>
            <a:pPr lvl="0">
              <a:spcBef>
                <a:spcPct val="30000"/>
              </a:spcBef>
            </a:pPr>
            <a:r>
              <a:rPr lang="zh-CN" altLang="en-US" sz="1600" b="0">
                <a:solidFill>
                  <a:schemeClr val="tx1"/>
                </a:solidFill>
                <a:latin typeface="Times New Roman" panose="02020603050405020304" charset="0"/>
                <a:ea typeface="宋体" panose="02010600030101010101" pitchFamily="2" charset="-122"/>
              </a:rPr>
              <a:t>先进先出淘汰算法图例</a:t>
            </a:r>
            <a:endParaRPr lang="zh-CN" altLang="en-US" sz="1600" b="0">
              <a:solidFill>
                <a:schemeClr val="tx1"/>
              </a:solidFill>
              <a:latin typeface="Times New Roman" panose="02020603050405020304" charset="0"/>
              <a:ea typeface="宋体" panose="02010600030101010101" pitchFamily="2" charset="-122"/>
            </a:endParaRPr>
          </a:p>
        </p:txBody>
      </p:sp>
      <p:sp>
        <p:nvSpPr>
          <p:cNvPr id="68635" name="矩形 68634"/>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页式存储管理</a:t>
            </a:r>
            <a:endParaRPr lang="zh-CN" altLang="en-US" sz="2400" strike="noStrike" noProof="1">
              <a:ea typeface="宋体" panose="02010600030101010101" pitchFamily="2" charset="-122"/>
            </a:endParaRPr>
          </a:p>
        </p:txBody>
      </p:sp>
      <p:grpSp>
        <p:nvGrpSpPr>
          <p:cNvPr id="2" name="组合 1"/>
          <p:cNvGrpSpPr/>
          <p:nvPr/>
        </p:nvGrpSpPr>
        <p:grpSpPr>
          <a:xfrm>
            <a:off x="5180330" y="3899535"/>
            <a:ext cx="1101725" cy="744538"/>
            <a:chOff x="34" y="8"/>
            <a:chExt cx="694" cy="469"/>
          </a:xfrm>
        </p:grpSpPr>
        <p:sp>
          <p:nvSpPr>
            <p:cNvPr id="3" name="矩形 68612"/>
            <p:cNvSpPr/>
            <p:nvPr/>
          </p:nvSpPr>
          <p:spPr>
            <a:xfrm>
              <a:off x="34" y="8"/>
              <a:ext cx="686" cy="154"/>
            </a:xfrm>
            <a:prstGeom prst="rect">
              <a:avLst/>
            </a:prstGeom>
            <a:noFill/>
            <a:ln w="9525">
              <a:noFill/>
              <a:miter/>
            </a:ln>
          </p:spPr>
          <p:txBody>
            <a:bodyPr wrap="square" lIns="0" tIns="0" rIns="0" bIns="0" anchor="t">
              <a:spAutoFit/>
            </a:bodyPr>
            <a:p>
              <a:pPr lvl="0" algn="just"/>
              <a:r>
                <a:rPr lang="zh-CN" altLang="en-US" sz="1600">
                  <a:solidFill>
                    <a:srgbClr val="000000"/>
                  </a:solidFill>
                  <a:latin typeface="宋体" panose="02010600030101010101" pitchFamily="2" charset="-122"/>
                  <a:ea typeface="宋体" panose="02010600030101010101" pitchFamily="2" charset="-122"/>
                </a:rPr>
                <a:t>替换指针</a:t>
              </a:r>
              <a:endParaRPr lang="x-none" altLang="zh-CN" sz="1600">
                <a:solidFill>
                  <a:srgbClr val="000000"/>
                </a:solidFill>
                <a:latin typeface="宋体" panose="02010600030101010101" pitchFamily="2" charset="-122"/>
                <a:ea typeface="宋体" panose="02010600030101010101" pitchFamily="2" charset="-122"/>
              </a:endParaRPr>
            </a:p>
          </p:txBody>
        </p:sp>
        <p:sp>
          <p:nvSpPr>
            <p:cNvPr id="5" name="矩形 4"/>
            <p:cNvSpPr/>
            <p:nvPr/>
          </p:nvSpPr>
          <p:spPr>
            <a:xfrm>
              <a:off x="47" y="231"/>
              <a:ext cx="681" cy="246"/>
            </a:xfrm>
            <a:prstGeom prst="rect">
              <a:avLst/>
            </a:prstGeom>
            <a:solidFill>
              <a:srgbClr val="FF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grpSp>
      <p:sp>
        <p:nvSpPr>
          <p:cNvPr id="6" name="直接连接符 5"/>
          <p:cNvSpPr/>
          <p:nvPr/>
        </p:nvSpPr>
        <p:spPr>
          <a:xfrm>
            <a:off x="6236335" y="4377690"/>
            <a:ext cx="1040130" cy="629285"/>
          </a:xfrm>
          <a:prstGeom prst="line">
            <a:avLst/>
          </a:prstGeom>
          <a:ln w="1905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nvGrpSpPr>
          <p:cNvPr id="7" name="组合 6"/>
          <p:cNvGrpSpPr/>
          <p:nvPr/>
        </p:nvGrpSpPr>
        <p:grpSpPr>
          <a:xfrm>
            <a:off x="7275830" y="3769995"/>
            <a:ext cx="884238" cy="2125663"/>
            <a:chOff x="0" y="224"/>
            <a:chExt cx="557" cy="1339"/>
          </a:xfrm>
        </p:grpSpPr>
        <p:sp>
          <p:nvSpPr>
            <p:cNvPr id="9" name="矩形 8"/>
            <p:cNvSpPr/>
            <p:nvPr/>
          </p:nvSpPr>
          <p:spPr>
            <a:xfrm>
              <a:off x="9" y="224"/>
              <a:ext cx="541" cy="1339"/>
            </a:xfrm>
            <a:prstGeom prst="rect">
              <a:avLst/>
            </a:prstGeom>
            <a:solidFill>
              <a:srgbClr val="FF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10" name="矩形 68620"/>
            <p:cNvSpPr/>
            <p:nvPr/>
          </p:nvSpPr>
          <p:spPr>
            <a:xfrm>
              <a:off x="113" y="326"/>
              <a:ext cx="64" cy="154"/>
            </a:xfrm>
            <a:prstGeom prst="rect">
              <a:avLst/>
            </a:prstGeom>
            <a:noFill/>
            <a:ln w="9525">
              <a:noFill/>
              <a:miter/>
            </a:ln>
          </p:spPr>
          <p:txBody>
            <a:bodyPr wrap="none" lIns="0" tIns="0" rIns="0" bIns="0" anchor="t">
              <a:spAutoFit/>
            </a:bodyPr>
            <a:p>
              <a:pPr lvl="0" algn="just"/>
              <a:r>
                <a:rPr lang="zh-CN" altLang="en-US" sz="1600">
                  <a:solidFill>
                    <a:srgbClr val="000000"/>
                  </a:solidFill>
                  <a:latin typeface="Times New Roman" panose="02020603050405020304" charset="0"/>
                  <a:ea typeface="宋体" panose="02010600030101010101" pitchFamily="2" charset="-122"/>
                </a:rPr>
                <a:t>  </a:t>
              </a:r>
              <a:endParaRPr lang="zh-CN" altLang="en-US" sz="1600">
                <a:solidFill>
                  <a:srgbClr val="000000"/>
                </a:solidFill>
                <a:latin typeface="Times New Roman" panose="02020603050405020304" charset="0"/>
                <a:ea typeface="宋体" panose="02010600030101010101" pitchFamily="2" charset="-122"/>
              </a:endParaRPr>
            </a:p>
          </p:txBody>
        </p:sp>
        <p:sp>
          <p:nvSpPr>
            <p:cNvPr id="11" name="矩形 68621"/>
            <p:cNvSpPr/>
            <p:nvPr/>
          </p:nvSpPr>
          <p:spPr>
            <a:xfrm>
              <a:off x="247" y="326"/>
              <a:ext cx="178" cy="155"/>
            </a:xfrm>
            <a:prstGeom prst="rect">
              <a:avLst/>
            </a:prstGeom>
            <a:noFill/>
            <a:ln w="9525">
              <a:noFill/>
              <a:miter/>
            </a:ln>
          </p:spPr>
          <p:txBody>
            <a:bodyPr lIns="0" tIns="0" rIns="0" bIns="0" anchor="t">
              <a:spAutoFit/>
            </a:bodyPr>
            <a:p>
              <a:pPr lvl="0" algn="just"/>
              <a:r>
                <a:rPr lang="zh-CN" altLang="en-US" sz="1600">
                  <a:solidFill>
                    <a:srgbClr val="000000"/>
                  </a:solidFill>
                  <a:latin typeface="Times New Roman" panose="02020603050405020304" charset="0"/>
                  <a:ea typeface="宋体" panose="02010600030101010101" pitchFamily="2" charset="-122"/>
                </a:rPr>
                <a:t> </a:t>
              </a:r>
              <a:r>
                <a:rPr lang="en-US" altLang="zh-CN" sz="1600">
                  <a:solidFill>
                    <a:srgbClr val="000000"/>
                  </a:solidFill>
                  <a:latin typeface="Times New Roman" panose="02020603050405020304" charset="0"/>
                  <a:ea typeface="宋体" panose="02010600030101010101" pitchFamily="2" charset="-122"/>
                </a:rPr>
                <a:t>2</a:t>
              </a:r>
              <a:endParaRPr lang="en-US" altLang="zh-CN" sz="1600">
                <a:solidFill>
                  <a:srgbClr val="000000"/>
                </a:solidFill>
                <a:latin typeface="Times New Roman" panose="02020603050405020304" charset="0"/>
                <a:ea typeface="宋体" panose="02010600030101010101" pitchFamily="2" charset="-122"/>
              </a:endParaRPr>
            </a:p>
          </p:txBody>
        </p:sp>
        <p:sp>
          <p:nvSpPr>
            <p:cNvPr id="12" name="矩形 68622"/>
            <p:cNvSpPr/>
            <p:nvPr/>
          </p:nvSpPr>
          <p:spPr>
            <a:xfrm>
              <a:off x="165" y="598"/>
              <a:ext cx="306" cy="155"/>
            </a:xfrm>
            <a:prstGeom prst="rect">
              <a:avLst/>
            </a:prstGeom>
            <a:noFill/>
            <a:ln w="9525">
              <a:noFill/>
              <a:miter/>
            </a:ln>
          </p:spPr>
          <p:txBody>
            <a:bodyPr lIns="0" tIns="0" rIns="0" bIns="0" anchor="t">
              <a:spAutoFit/>
            </a:bodyPr>
            <a:p>
              <a:pPr lvl="0" algn="just"/>
              <a:r>
                <a:rPr lang="zh-CN" altLang="en-US" sz="1600">
                  <a:solidFill>
                    <a:srgbClr val="000000"/>
                  </a:solidFill>
                  <a:latin typeface="Times New Roman" panose="02020603050405020304" charset="0"/>
                  <a:ea typeface="宋体" panose="02010600030101010101" pitchFamily="2" charset="-122"/>
                </a:rPr>
                <a:t>   </a:t>
              </a:r>
              <a:r>
                <a:rPr lang="en-US" altLang="zh-CN" sz="1600">
                  <a:solidFill>
                    <a:srgbClr val="000000"/>
                  </a:solidFill>
                  <a:latin typeface="Times New Roman" panose="02020603050405020304" charset="0"/>
                  <a:ea typeface="宋体" panose="02010600030101010101" pitchFamily="2" charset="-122"/>
                </a:rPr>
                <a:t>6</a:t>
              </a:r>
              <a:endParaRPr lang="en-US" altLang="zh-CN" sz="1600">
                <a:solidFill>
                  <a:srgbClr val="000000"/>
                </a:solidFill>
                <a:latin typeface="Times New Roman" panose="02020603050405020304" charset="0"/>
                <a:ea typeface="宋体" panose="02010600030101010101" pitchFamily="2" charset="-122"/>
              </a:endParaRPr>
            </a:p>
          </p:txBody>
        </p:sp>
        <p:sp>
          <p:nvSpPr>
            <p:cNvPr id="13" name="矩形 68623"/>
            <p:cNvSpPr/>
            <p:nvPr/>
          </p:nvSpPr>
          <p:spPr>
            <a:xfrm>
              <a:off x="171" y="907"/>
              <a:ext cx="297" cy="154"/>
            </a:xfrm>
            <a:prstGeom prst="rect">
              <a:avLst/>
            </a:prstGeom>
            <a:noFill/>
            <a:ln w="9525">
              <a:noFill/>
              <a:miter/>
            </a:ln>
          </p:spPr>
          <p:txBody>
            <a:bodyPr lIns="0" tIns="0" rIns="0" bIns="0" anchor="t">
              <a:spAutoFit/>
            </a:bodyPr>
            <a:p>
              <a:pPr lvl="0" algn="just"/>
              <a:r>
                <a:rPr lang="zh-CN" altLang="en-US" sz="1600">
                  <a:solidFill>
                    <a:srgbClr val="000000"/>
                  </a:solidFill>
                  <a:latin typeface="Times New Roman" panose="02020603050405020304" charset="0"/>
                  <a:ea typeface="宋体" panose="02010600030101010101" pitchFamily="2" charset="-122"/>
                </a:rPr>
                <a:t>   </a:t>
              </a:r>
              <a:r>
                <a:rPr lang="en-US" altLang="zh-CN" sz="1600">
                  <a:solidFill>
                    <a:srgbClr val="000000"/>
                  </a:solidFill>
                  <a:latin typeface="Times New Roman" panose="02020603050405020304" charset="0"/>
                  <a:ea typeface="宋体" panose="02010600030101010101" pitchFamily="2" charset="-122"/>
                </a:rPr>
                <a:t>5</a:t>
              </a:r>
              <a:endParaRPr lang="en-US" altLang="zh-CN" sz="1600">
                <a:solidFill>
                  <a:srgbClr val="000000"/>
                </a:solidFill>
                <a:latin typeface="Times New Roman" panose="02020603050405020304" charset="0"/>
                <a:ea typeface="宋体" panose="02010600030101010101" pitchFamily="2" charset="-122"/>
              </a:endParaRPr>
            </a:p>
          </p:txBody>
        </p:sp>
        <p:sp>
          <p:nvSpPr>
            <p:cNvPr id="14" name="矩形 68624"/>
            <p:cNvSpPr/>
            <p:nvPr/>
          </p:nvSpPr>
          <p:spPr>
            <a:xfrm>
              <a:off x="180" y="1252"/>
              <a:ext cx="224" cy="154"/>
            </a:xfrm>
            <a:prstGeom prst="rect">
              <a:avLst/>
            </a:prstGeom>
            <a:noFill/>
            <a:ln w="9525">
              <a:noFill/>
              <a:miter/>
            </a:ln>
          </p:spPr>
          <p:txBody>
            <a:bodyPr lIns="0" tIns="0" rIns="0" bIns="0" anchor="t">
              <a:spAutoFit/>
            </a:bodyPr>
            <a:p>
              <a:pPr lvl="0" algn="just"/>
              <a:r>
                <a:rPr lang="zh-CN" altLang="en-US" sz="1600">
                  <a:solidFill>
                    <a:srgbClr val="000000"/>
                  </a:solidFill>
                  <a:latin typeface="Times New Roman" panose="02020603050405020304" charset="0"/>
                  <a:ea typeface="宋体" panose="02010600030101010101" pitchFamily="2" charset="-122"/>
                </a:rPr>
                <a:t>   </a:t>
              </a:r>
              <a:r>
                <a:rPr lang="en-US" altLang="zh-CN" sz="1600">
                  <a:solidFill>
                    <a:srgbClr val="000000"/>
                  </a:solidFill>
                  <a:latin typeface="Times New Roman" panose="02020603050405020304" charset="0"/>
                  <a:ea typeface="宋体" panose="02010600030101010101" pitchFamily="2" charset="-122"/>
                </a:rPr>
                <a:t>1</a:t>
              </a:r>
              <a:endParaRPr lang="en-US" altLang="zh-CN" sz="1600">
                <a:solidFill>
                  <a:srgbClr val="000000"/>
                </a:solidFill>
                <a:latin typeface="Times New Roman" panose="02020603050405020304" charset="0"/>
                <a:ea typeface="宋体" panose="02010600030101010101" pitchFamily="2" charset="-122"/>
              </a:endParaRPr>
            </a:p>
          </p:txBody>
        </p:sp>
        <p:sp>
          <p:nvSpPr>
            <p:cNvPr id="15" name="直接连接符 68625"/>
            <p:cNvSpPr/>
            <p:nvPr/>
          </p:nvSpPr>
          <p:spPr>
            <a:xfrm>
              <a:off x="9" y="829"/>
              <a:ext cx="548" cy="1"/>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6" name="直接连接符 68626"/>
            <p:cNvSpPr/>
            <p:nvPr/>
          </p:nvSpPr>
          <p:spPr>
            <a:xfrm>
              <a:off x="9" y="1125"/>
              <a:ext cx="548" cy="1"/>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7" name="直接连接符 68627"/>
            <p:cNvSpPr/>
            <p:nvPr/>
          </p:nvSpPr>
          <p:spPr>
            <a:xfrm>
              <a:off x="0" y="558"/>
              <a:ext cx="547" cy="1"/>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8633" grpId="0"/>
      <p:bldP spid="68634"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5" name="矩形 69634"/>
          <p:cNvSpPr/>
          <p:nvPr/>
        </p:nvSpPr>
        <p:spPr>
          <a:xfrm>
            <a:off x="278765" y="868363"/>
            <a:ext cx="4994275" cy="282003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zh-CN" altLang="en-US" sz="2400" b="1" strike="noStrike" noProof="1">
                <a:solidFill>
                  <a:schemeClr val="tx1"/>
                </a:solidFill>
                <a:effectLst/>
                <a:latin typeface="Times New Roman" panose="02020603050405020304" charset="0"/>
                <a:ea typeface="宋体" panose="02010600030101010101" pitchFamily="2" charset="-122"/>
                <a:cs typeface="+mn-cs"/>
              </a:rPr>
              <a:t>实现方法（</a:t>
            </a:r>
            <a:r>
              <a:rPr lang="en-US" altLang="zh-CN" sz="2400" b="1" strike="noStrike" noProof="1">
                <a:solidFill>
                  <a:schemeClr val="tx1"/>
                </a:solidFill>
                <a:effectLst/>
                <a:latin typeface="Times New Roman" panose="02020603050405020304" charset="0"/>
                <a:ea typeface="宋体" panose="02010600030101010101" pitchFamily="2" charset="-122"/>
                <a:cs typeface="+mn-cs"/>
              </a:rPr>
              <a:t>2</a:t>
            </a:r>
            <a:r>
              <a:rPr lang="zh-CN" altLang="en-US" sz="2400" b="1" strike="noStrike" noProof="1">
                <a:solidFill>
                  <a:schemeClr val="tx1"/>
                </a:solidFill>
                <a:effectLst/>
                <a:latin typeface="Times New Roman" panose="02020603050405020304" charset="0"/>
                <a:ea typeface="宋体" panose="02010600030101010101" pitchFamily="2" charset="-122"/>
                <a:cs typeface="+mn-cs"/>
              </a:rPr>
              <a:t>）：在存储分块表中建立次序表</a:t>
            </a:r>
            <a:endParaRPr lang="zh-CN" altLang="en-US" sz="2400" b="1"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400" strike="noStrike" noProof="1">
                <a:solidFill>
                  <a:schemeClr val="tx1"/>
                </a:solidFill>
                <a:effectLst/>
                <a:latin typeface="Times New Roman" panose="02020603050405020304" charset="0"/>
                <a:ea typeface="宋体" panose="02010600030101010101" pitchFamily="2" charset="-122"/>
                <a:cs typeface="+mn-cs"/>
              </a:rPr>
              <a:t>      在存储分块表中记录页面进</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400" strike="noStrike" noProof="1">
                <a:solidFill>
                  <a:schemeClr val="tx1"/>
                </a:solidFill>
                <a:effectLst/>
                <a:latin typeface="Times New Roman" panose="02020603050405020304" charset="0"/>
                <a:ea typeface="宋体" panose="02010600030101010101" pitchFamily="2" charset="-122"/>
                <a:cs typeface="+mn-cs"/>
              </a:rPr>
              <a:t>      入主存的先后次序：</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              </a:t>
            </a:r>
            <a:r>
              <a:rPr lang="en-US" altLang="zh-CN"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4 -&gt; 5 -&gt; 1 -&gt; </a:t>
            </a:r>
            <a:r>
              <a:rPr lang="en-US" altLang="zh-CN" sz="2400" strike="noStrike" noProof="1">
                <a:solidFill>
                  <a:schemeClr val="tx1"/>
                </a:solidFill>
                <a:effectLst/>
                <a:latin typeface="Times New Roman" panose="02020603050405020304" charset="0"/>
                <a:ea typeface="宋体" panose="02010600030101010101" pitchFamily="2" charset="-122"/>
                <a:cs typeface="+mn-ea"/>
              </a:rPr>
              <a:t>2</a:t>
            </a:r>
            <a:endParaRPr lang="en-US" altLang="zh-CN" sz="2400" strike="noStrike" noProof="1">
              <a:solidFill>
                <a:schemeClr val="tx1"/>
              </a:solidFill>
              <a:effectLst/>
              <a:latin typeface="Times New Roman" panose="02020603050405020304" charset="0"/>
              <a:ea typeface="宋体" panose="02010600030101010101" pitchFamily="2" charset="-122"/>
            </a:endParaRPr>
          </a:p>
        </p:txBody>
      </p:sp>
      <p:sp>
        <p:nvSpPr>
          <p:cNvPr id="69636" name="矩形 69635"/>
          <p:cNvSpPr/>
          <p:nvPr/>
        </p:nvSpPr>
        <p:spPr>
          <a:xfrm>
            <a:off x="755650" y="3830955"/>
            <a:ext cx="3768725" cy="175069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000" strike="noStrike" noProof="1">
                <a:solidFill>
                  <a:schemeClr val="tx1"/>
                </a:solidFill>
                <a:effectLst/>
                <a:latin typeface="Times New Roman" panose="02020603050405020304" charset="0"/>
                <a:ea typeface="宋体" panose="02010600030101010101" pitchFamily="2" charset="-122"/>
                <a:cs typeface="+mn-ea"/>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rPr>
              <a:t>当要调入第</a:t>
            </a:r>
            <a:r>
              <a:rPr lang="en-US" altLang="zh-CN" sz="2400" strike="noStrike" noProof="1">
                <a:solidFill>
                  <a:schemeClr val="tx1"/>
                </a:solidFill>
                <a:effectLst/>
                <a:latin typeface="Times New Roman" panose="02020603050405020304" charset="0"/>
                <a:ea typeface="宋体" panose="02010600030101010101" pitchFamily="2" charset="-122"/>
                <a:cs typeface="+mn-ea"/>
              </a:rPr>
              <a:t>6</a:t>
            </a:r>
            <a:r>
              <a:rPr lang="zh-CN" altLang="en-US" sz="2400" strike="noStrike" noProof="1">
                <a:solidFill>
                  <a:schemeClr val="tx1"/>
                </a:solidFill>
                <a:effectLst/>
                <a:latin typeface="Times New Roman" panose="02020603050405020304" charset="0"/>
                <a:ea typeface="宋体" panose="02010600030101010101" pitchFamily="2" charset="-122"/>
                <a:cs typeface="+mn-ea"/>
              </a:rPr>
              <a:t>页时：</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buClr>
                <a:srgbClr val="000000"/>
              </a:buClr>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如何处理 </a:t>
            </a:r>
            <a:r>
              <a:rPr lang="en-US" altLang="zh-CN" sz="2400" strike="noStrike" noProof="1">
                <a:solidFill>
                  <a:schemeClr val="tx1"/>
                </a:solidFill>
                <a:effectLst/>
                <a:latin typeface="Times New Roman" panose="02020603050405020304" charset="0"/>
                <a:ea typeface="宋体" panose="02010600030101010101" pitchFamily="2" charset="-122"/>
                <a:cs typeface="+mn-ea"/>
              </a:rPr>
              <a:t>? </a:t>
            </a:r>
            <a:endParaRPr lang="en-US" altLang="zh-CN"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buClr>
                <a:srgbClr val="000000"/>
              </a:buClr>
              <a:buNone/>
            </a:pPr>
            <a:r>
              <a:rPr lang="en-US" altLang="zh-CN"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           5 -&gt; 1 -&gt; </a:t>
            </a:r>
            <a:r>
              <a:rPr lang="en-US" altLang="zh-CN" sz="2400" strike="noStrike" noProof="1">
                <a:solidFill>
                  <a:schemeClr val="tx1"/>
                </a:solidFill>
                <a:effectLst/>
                <a:latin typeface="Times New Roman" panose="02020603050405020304" charset="0"/>
                <a:ea typeface="宋体" panose="02010600030101010101" pitchFamily="2" charset="-122"/>
                <a:cs typeface="+mn-ea"/>
              </a:rPr>
              <a:t>2 -&gt;</a:t>
            </a:r>
            <a:r>
              <a:rPr lang="en-US" altLang="zh-CN"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 6</a:t>
            </a:r>
            <a:endParaRPr lang="en-US" altLang="zh-CN" sz="2400" strike="noStrike" noProof="1">
              <a:solidFill>
                <a:schemeClr val="tx1"/>
              </a:solidFill>
              <a:effectLst/>
              <a:latin typeface="Times New Roman" panose="02020603050405020304" charset="0"/>
              <a:ea typeface="宋体" panose="02010600030101010101" pitchFamily="2" charset="-122"/>
              <a:sym typeface="Symbol" panose="05050102010706020507" pitchFamily="18" charset="2"/>
            </a:endParaRPr>
          </a:p>
        </p:txBody>
      </p:sp>
      <p:grpSp>
        <p:nvGrpSpPr>
          <p:cNvPr id="69637" name="组合 69636"/>
          <p:cNvGrpSpPr/>
          <p:nvPr/>
        </p:nvGrpSpPr>
        <p:grpSpPr>
          <a:xfrm>
            <a:off x="5491163" y="631825"/>
            <a:ext cx="3557587" cy="2384425"/>
            <a:chOff x="0" y="0"/>
            <a:chExt cx="2241" cy="1502"/>
          </a:xfrm>
        </p:grpSpPr>
        <p:sp>
          <p:nvSpPr>
            <p:cNvPr id="100357" name="直接连接符 69637"/>
            <p:cNvSpPr/>
            <p:nvPr/>
          </p:nvSpPr>
          <p:spPr>
            <a:xfrm>
              <a:off x="83" y="227"/>
              <a:ext cx="1183"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358" name="直接连接符 69638"/>
            <p:cNvSpPr/>
            <p:nvPr/>
          </p:nvSpPr>
          <p:spPr>
            <a:xfrm>
              <a:off x="83" y="227"/>
              <a:ext cx="0" cy="1242"/>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359" name="直接连接符 69639"/>
            <p:cNvSpPr/>
            <p:nvPr/>
          </p:nvSpPr>
          <p:spPr>
            <a:xfrm>
              <a:off x="76" y="390"/>
              <a:ext cx="1183"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360" name="直接连接符 69640"/>
            <p:cNvSpPr/>
            <p:nvPr/>
          </p:nvSpPr>
          <p:spPr>
            <a:xfrm>
              <a:off x="90" y="543"/>
              <a:ext cx="1183"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361" name="直接连接符 69641"/>
            <p:cNvSpPr/>
            <p:nvPr/>
          </p:nvSpPr>
          <p:spPr>
            <a:xfrm>
              <a:off x="73" y="706"/>
              <a:ext cx="1183"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362" name="直接连接符 69642"/>
            <p:cNvSpPr/>
            <p:nvPr/>
          </p:nvSpPr>
          <p:spPr>
            <a:xfrm>
              <a:off x="76" y="860"/>
              <a:ext cx="1183"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363" name="直接连接符 69643"/>
            <p:cNvSpPr/>
            <p:nvPr/>
          </p:nvSpPr>
          <p:spPr>
            <a:xfrm>
              <a:off x="80" y="1004"/>
              <a:ext cx="1183"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364" name="直接连接符 69644"/>
            <p:cNvSpPr/>
            <p:nvPr/>
          </p:nvSpPr>
          <p:spPr>
            <a:xfrm>
              <a:off x="73" y="1157"/>
              <a:ext cx="1183"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365" name="直接连接符 69645"/>
            <p:cNvSpPr/>
            <p:nvPr/>
          </p:nvSpPr>
          <p:spPr>
            <a:xfrm>
              <a:off x="76" y="1311"/>
              <a:ext cx="1183"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366" name="直接连接符 69646"/>
            <p:cNvSpPr/>
            <p:nvPr/>
          </p:nvSpPr>
          <p:spPr>
            <a:xfrm>
              <a:off x="80" y="1465"/>
              <a:ext cx="1183"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367" name="直接连接符 69647"/>
            <p:cNvSpPr/>
            <p:nvPr/>
          </p:nvSpPr>
          <p:spPr>
            <a:xfrm>
              <a:off x="338" y="230"/>
              <a:ext cx="0" cy="1243"/>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368" name="直接连接符 69648"/>
            <p:cNvSpPr/>
            <p:nvPr/>
          </p:nvSpPr>
          <p:spPr>
            <a:xfrm>
              <a:off x="696" y="233"/>
              <a:ext cx="0" cy="1243"/>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369" name="直接连接符 69649"/>
            <p:cNvSpPr/>
            <p:nvPr/>
          </p:nvSpPr>
          <p:spPr>
            <a:xfrm>
              <a:off x="1274" y="227"/>
              <a:ext cx="0" cy="1242"/>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370" name="文本框 69650"/>
            <p:cNvSpPr txBox="1"/>
            <p:nvPr/>
          </p:nvSpPr>
          <p:spPr>
            <a:xfrm>
              <a:off x="134" y="1273"/>
              <a:ext cx="191"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7</a:t>
              </a:r>
              <a:endParaRPr lang="en-US" altLang="zh-CN" sz="1600">
                <a:solidFill>
                  <a:schemeClr val="tx1"/>
                </a:solidFill>
                <a:latin typeface="Times New Roman" panose="02020603050405020304" charset="0"/>
                <a:ea typeface="宋体" panose="02010600030101010101" pitchFamily="2" charset="-122"/>
              </a:endParaRPr>
            </a:p>
          </p:txBody>
        </p:sp>
        <p:sp>
          <p:nvSpPr>
            <p:cNvPr id="100371" name="文本框 69651"/>
            <p:cNvSpPr txBox="1"/>
            <p:nvPr/>
          </p:nvSpPr>
          <p:spPr>
            <a:xfrm>
              <a:off x="140" y="358"/>
              <a:ext cx="191"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100372" name="文本框 69652"/>
            <p:cNvSpPr txBox="1"/>
            <p:nvPr/>
          </p:nvSpPr>
          <p:spPr>
            <a:xfrm>
              <a:off x="134" y="200"/>
              <a:ext cx="190"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100373" name="文本框 69653"/>
            <p:cNvSpPr txBox="1"/>
            <p:nvPr/>
          </p:nvSpPr>
          <p:spPr>
            <a:xfrm>
              <a:off x="125" y="516"/>
              <a:ext cx="190"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100374" name="文本框 69654"/>
            <p:cNvSpPr txBox="1"/>
            <p:nvPr/>
          </p:nvSpPr>
          <p:spPr>
            <a:xfrm>
              <a:off x="125" y="677"/>
              <a:ext cx="190"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3</a:t>
              </a:r>
              <a:endParaRPr lang="en-US" altLang="zh-CN" sz="1600">
                <a:solidFill>
                  <a:schemeClr val="tx1"/>
                </a:solidFill>
                <a:latin typeface="Times New Roman" panose="02020603050405020304" charset="0"/>
                <a:ea typeface="宋体" panose="02010600030101010101" pitchFamily="2" charset="-122"/>
              </a:endParaRPr>
            </a:p>
          </p:txBody>
        </p:sp>
        <p:sp>
          <p:nvSpPr>
            <p:cNvPr id="100375" name="文本框 69655"/>
            <p:cNvSpPr txBox="1"/>
            <p:nvPr/>
          </p:nvSpPr>
          <p:spPr>
            <a:xfrm>
              <a:off x="134" y="820"/>
              <a:ext cx="190"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4</a:t>
              </a:r>
              <a:endParaRPr lang="en-US" altLang="zh-CN" sz="1600">
                <a:solidFill>
                  <a:schemeClr val="tx1"/>
                </a:solidFill>
                <a:latin typeface="Times New Roman" panose="02020603050405020304" charset="0"/>
                <a:ea typeface="宋体" panose="02010600030101010101" pitchFamily="2" charset="-122"/>
              </a:endParaRPr>
            </a:p>
          </p:txBody>
        </p:sp>
        <p:sp>
          <p:nvSpPr>
            <p:cNvPr id="100376" name="文本框 69656"/>
            <p:cNvSpPr txBox="1"/>
            <p:nvPr/>
          </p:nvSpPr>
          <p:spPr>
            <a:xfrm>
              <a:off x="134" y="972"/>
              <a:ext cx="190"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5</a:t>
              </a:r>
              <a:endParaRPr lang="en-US" altLang="zh-CN" sz="1600">
                <a:solidFill>
                  <a:schemeClr val="tx1"/>
                </a:solidFill>
                <a:latin typeface="Times New Roman" panose="02020603050405020304" charset="0"/>
                <a:ea typeface="宋体" panose="02010600030101010101" pitchFamily="2" charset="-122"/>
              </a:endParaRPr>
            </a:p>
          </p:txBody>
        </p:sp>
        <p:sp>
          <p:nvSpPr>
            <p:cNvPr id="100377" name="文本框 69657"/>
            <p:cNvSpPr txBox="1"/>
            <p:nvPr/>
          </p:nvSpPr>
          <p:spPr>
            <a:xfrm>
              <a:off x="134" y="1122"/>
              <a:ext cx="190"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6</a:t>
              </a:r>
              <a:endParaRPr lang="en-US" altLang="zh-CN" sz="1600">
                <a:solidFill>
                  <a:schemeClr val="tx1"/>
                </a:solidFill>
                <a:latin typeface="Times New Roman" panose="02020603050405020304" charset="0"/>
                <a:ea typeface="宋体" panose="02010600030101010101" pitchFamily="2" charset="-122"/>
              </a:endParaRPr>
            </a:p>
          </p:txBody>
        </p:sp>
        <p:sp>
          <p:nvSpPr>
            <p:cNvPr id="100378" name="文本框 69658"/>
            <p:cNvSpPr txBox="1"/>
            <p:nvPr/>
          </p:nvSpPr>
          <p:spPr>
            <a:xfrm>
              <a:off x="426" y="528"/>
              <a:ext cx="191"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4</a:t>
              </a:r>
              <a:endParaRPr lang="en-US" altLang="zh-CN" sz="1600">
                <a:solidFill>
                  <a:schemeClr val="tx1"/>
                </a:solidFill>
                <a:latin typeface="Times New Roman" panose="02020603050405020304" charset="0"/>
                <a:ea typeface="宋体" panose="02010600030101010101" pitchFamily="2" charset="-122"/>
              </a:endParaRPr>
            </a:p>
          </p:txBody>
        </p:sp>
        <p:sp>
          <p:nvSpPr>
            <p:cNvPr id="100379" name="文本框 69659"/>
            <p:cNvSpPr txBox="1"/>
            <p:nvPr/>
          </p:nvSpPr>
          <p:spPr>
            <a:xfrm>
              <a:off x="426" y="830"/>
              <a:ext cx="191"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100380" name="文本框 69660"/>
            <p:cNvSpPr txBox="1"/>
            <p:nvPr/>
          </p:nvSpPr>
          <p:spPr>
            <a:xfrm>
              <a:off x="445" y="1132"/>
              <a:ext cx="191"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5</a:t>
              </a:r>
              <a:endParaRPr lang="en-US" altLang="zh-CN" sz="1600">
                <a:solidFill>
                  <a:schemeClr val="tx1"/>
                </a:solidFill>
                <a:latin typeface="Times New Roman" panose="02020603050405020304" charset="0"/>
                <a:ea typeface="宋体" panose="02010600030101010101" pitchFamily="2" charset="-122"/>
              </a:endParaRPr>
            </a:p>
          </p:txBody>
        </p:sp>
        <p:sp>
          <p:nvSpPr>
            <p:cNvPr id="100381" name="文本框 69661"/>
            <p:cNvSpPr txBox="1"/>
            <p:nvPr/>
          </p:nvSpPr>
          <p:spPr>
            <a:xfrm>
              <a:off x="455" y="1290"/>
              <a:ext cx="191"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100382" name="文本框 69662"/>
            <p:cNvSpPr txBox="1"/>
            <p:nvPr/>
          </p:nvSpPr>
          <p:spPr>
            <a:xfrm>
              <a:off x="856" y="509"/>
              <a:ext cx="191"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rPr>
                <a:t>6</a:t>
              </a:r>
              <a:endPar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endParaRPr>
            </a:p>
          </p:txBody>
        </p:sp>
        <p:sp>
          <p:nvSpPr>
            <p:cNvPr id="100383" name="文本框 69663"/>
            <p:cNvSpPr txBox="1"/>
            <p:nvPr/>
          </p:nvSpPr>
          <p:spPr>
            <a:xfrm>
              <a:off x="866" y="818"/>
              <a:ext cx="191"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rPr>
                <a:t>^</a:t>
              </a:r>
              <a:endPar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endParaRPr>
            </a:p>
          </p:txBody>
        </p:sp>
        <p:sp>
          <p:nvSpPr>
            <p:cNvPr id="100384" name="文本框 69664"/>
            <p:cNvSpPr txBox="1"/>
            <p:nvPr/>
          </p:nvSpPr>
          <p:spPr>
            <a:xfrm>
              <a:off x="885" y="1140"/>
              <a:ext cx="191"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7</a:t>
              </a:r>
              <a:endParaRPr lang="en-US" altLang="zh-CN" sz="1600">
                <a:solidFill>
                  <a:schemeClr val="tx1"/>
                </a:solidFill>
                <a:latin typeface="Times New Roman" panose="02020603050405020304" charset="0"/>
                <a:ea typeface="宋体" panose="02010600030101010101" pitchFamily="2" charset="-122"/>
              </a:endParaRPr>
            </a:p>
          </p:txBody>
        </p:sp>
        <p:sp>
          <p:nvSpPr>
            <p:cNvPr id="100385" name="文本框 69665"/>
            <p:cNvSpPr txBox="1"/>
            <p:nvPr/>
          </p:nvSpPr>
          <p:spPr>
            <a:xfrm>
              <a:off x="876" y="1290"/>
              <a:ext cx="190"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4</a:t>
              </a:r>
              <a:endParaRPr lang="en-US" altLang="zh-CN" sz="1600">
                <a:solidFill>
                  <a:schemeClr val="tx1"/>
                </a:solidFill>
                <a:latin typeface="Times New Roman" panose="02020603050405020304" charset="0"/>
                <a:ea typeface="宋体" panose="02010600030101010101" pitchFamily="2" charset="-122"/>
              </a:endParaRPr>
            </a:p>
          </p:txBody>
        </p:sp>
        <p:sp>
          <p:nvSpPr>
            <p:cNvPr id="100386" name="文本框 69666"/>
            <p:cNvSpPr txBox="1"/>
            <p:nvPr/>
          </p:nvSpPr>
          <p:spPr>
            <a:xfrm>
              <a:off x="1676" y="441"/>
              <a:ext cx="421" cy="218"/>
            </a:xfrm>
            <a:prstGeom prst="rect">
              <a:avLst/>
            </a:prstGeom>
            <a:noFill/>
            <a:ln w="9525" cap="flat" cmpd="sng">
              <a:solidFill>
                <a:schemeClr val="tx1"/>
              </a:solidFill>
              <a:prstDash val="solid"/>
              <a:miter/>
              <a:headEnd type="none" w="med" len="med"/>
              <a:tailEnd type="none" w="med" len="med"/>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100387" name="文本框 69667"/>
            <p:cNvSpPr txBox="1"/>
            <p:nvPr/>
          </p:nvSpPr>
          <p:spPr>
            <a:xfrm>
              <a:off x="1549" y="209"/>
              <a:ext cx="692"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替换指针</a:t>
              </a:r>
              <a:endParaRPr lang="zh-CN" altLang="en-US" sz="1600">
                <a:solidFill>
                  <a:schemeClr val="tx1"/>
                </a:solidFill>
                <a:latin typeface="Times New Roman" panose="02020603050405020304" charset="0"/>
                <a:ea typeface="宋体" panose="02010600030101010101" pitchFamily="2" charset="-122"/>
              </a:endParaRPr>
            </a:p>
          </p:txBody>
        </p:sp>
        <p:sp>
          <p:nvSpPr>
            <p:cNvPr id="100388" name="直接连接符 69668"/>
            <p:cNvSpPr/>
            <p:nvPr/>
          </p:nvSpPr>
          <p:spPr>
            <a:xfrm flipH="1">
              <a:off x="1266" y="542"/>
              <a:ext cx="407"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389" name="直接连接符 69669"/>
            <p:cNvSpPr/>
            <p:nvPr/>
          </p:nvSpPr>
          <p:spPr>
            <a:xfrm>
              <a:off x="1163" y="607"/>
              <a:ext cx="0" cy="592"/>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390" name="直接连接符 69670"/>
            <p:cNvSpPr/>
            <p:nvPr/>
          </p:nvSpPr>
          <p:spPr>
            <a:xfrm flipH="1">
              <a:off x="1041" y="1209"/>
              <a:ext cx="122"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nvGrpSpPr>
            <p:cNvPr id="100391" name="组合 69671"/>
            <p:cNvGrpSpPr/>
            <p:nvPr/>
          </p:nvGrpSpPr>
          <p:grpSpPr>
            <a:xfrm>
              <a:off x="1039" y="1256"/>
              <a:ext cx="124" cy="148"/>
              <a:chOff x="0" y="0"/>
              <a:chExt cx="138" cy="181"/>
            </a:xfrm>
          </p:grpSpPr>
          <p:sp>
            <p:nvSpPr>
              <p:cNvPr id="100392" name="直接连接符 69672"/>
              <p:cNvSpPr/>
              <p:nvPr/>
            </p:nvSpPr>
            <p:spPr>
              <a:xfrm>
                <a:off x="138" y="0"/>
                <a:ext cx="0" cy="181"/>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393" name="直接连接符 69673"/>
              <p:cNvSpPr/>
              <p:nvPr/>
            </p:nvSpPr>
            <p:spPr>
              <a:xfrm flipH="1">
                <a:off x="0" y="181"/>
                <a:ext cx="136"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grpSp>
          <p:nvGrpSpPr>
            <p:cNvPr id="100394" name="组合 69674"/>
            <p:cNvGrpSpPr/>
            <p:nvPr/>
          </p:nvGrpSpPr>
          <p:grpSpPr>
            <a:xfrm>
              <a:off x="778" y="904"/>
              <a:ext cx="122" cy="491"/>
              <a:chOff x="0" y="0"/>
              <a:chExt cx="136" cy="601"/>
            </a:xfrm>
          </p:grpSpPr>
          <p:sp>
            <p:nvSpPr>
              <p:cNvPr id="100395" name="直接连接符 69675"/>
              <p:cNvSpPr/>
              <p:nvPr/>
            </p:nvSpPr>
            <p:spPr>
              <a:xfrm flipV="1">
                <a:off x="7" y="12"/>
                <a:ext cx="0" cy="589"/>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396" name="直接连接符 69676"/>
              <p:cNvSpPr/>
              <p:nvPr/>
            </p:nvSpPr>
            <p:spPr>
              <a:xfrm>
                <a:off x="0" y="0"/>
                <a:ext cx="136"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100397" name="文本框 69677"/>
            <p:cNvSpPr txBox="1"/>
            <p:nvPr/>
          </p:nvSpPr>
          <p:spPr>
            <a:xfrm>
              <a:off x="0" y="0"/>
              <a:ext cx="1221"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块号  页号   指针</a:t>
              </a:r>
              <a:endParaRPr lang="zh-CN" altLang="en-US" sz="1600">
                <a:solidFill>
                  <a:schemeClr val="tx1"/>
                </a:solidFill>
                <a:latin typeface="Times New Roman" panose="02020603050405020304" charset="0"/>
                <a:ea typeface="宋体" panose="02010600030101010101" pitchFamily="2" charset="-122"/>
              </a:endParaRPr>
            </a:p>
          </p:txBody>
        </p:sp>
      </p:grpSp>
      <p:grpSp>
        <p:nvGrpSpPr>
          <p:cNvPr id="69679" name="组合 69678"/>
          <p:cNvGrpSpPr/>
          <p:nvPr/>
        </p:nvGrpSpPr>
        <p:grpSpPr>
          <a:xfrm>
            <a:off x="5494338" y="3292475"/>
            <a:ext cx="3530600" cy="2454275"/>
            <a:chOff x="0" y="0"/>
            <a:chExt cx="2224" cy="1546"/>
          </a:xfrm>
        </p:grpSpPr>
        <p:sp>
          <p:nvSpPr>
            <p:cNvPr id="100399" name="直接连接符 69679"/>
            <p:cNvSpPr/>
            <p:nvPr/>
          </p:nvSpPr>
          <p:spPr>
            <a:xfrm>
              <a:off x="73" y="214"/>
              <a:ext cx="118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400" name="直接连接符 69680"/>
            <p:cNvSpPr/>
            <p:nvPr/>
          </p:nvSpPr>
          <p:spPr>
            <a:xfrm>
              <a:off x="73" y="214"/>
              <a:ext cx="0" cy="1308"/>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401" name="直接连接符 69681"/>
            <p:cNvSpPr/>
            <p:nvPr/>
          </p:nvSpPr>
          <p:spPr>
            <a:xfrm>
              <a:off x="67" y="385"/>
              <a:ext cx="1178"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402" name="直接连接符 69682"/>
            <p:cNvSpPr/>
            <p:nvPr/>
          </p:nvSpPr>
          <p:spPr>
            <a:xfrm>
              <a:off x="80" y="547"/>
              <a:ext cx="1179"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403" name="直接连接符 69683"/>
            <p:cNvSpPr/>
            <p:nvPr/>
          </p:nvSpPr>
          <p:spPr>
            <a:xfrm>
              <a:off x="63" y="718"/>
              <a:ext cx="118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404" name="直接连接符 69684"/>
            <p:cNvSpPr/>
            <p:nvPr/>
          </p:nvSpPr>
          <p:spPr>
            <a:xfrm>
              <a:off x="67" y="880"/>
              <a:ext cx="1178"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405" name="直接连接符 69685"/>
            <p:cNvSpPr/>
            <p:nvPr/>
          </p:nvSpPr>
          <p:spPr>
            <a:xfrm>
              <a:off x="70" y="1032"/>
              <a:ext cx="1179"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406" name="直接连接符 69686"/>
            <p:cNvSpPr/>
            <p:nvPr/>
          </p:nvSpPr>
          <p:spPr>
            <a:xfrm>
              <a:off x="63" y="1194"/>
              <a:ext cx="118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407" name="直接连接符 69687"/>
            <p:cNvSpPr/>
            <p:nvPr/>
          </p:nvSpPr>
          <p:spPr>
            <a:xfrm>
              <a:off x="67" y="1355"/>
              <a:ext cx="1178"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408" name="直接连接符 69688"/>
            <p:cNvSpPr/>
            <p:nvPr/>
          </p:nvSpPr>
          <p:spPr>
            <a:xfrm>
              <a:off x="70" y="1517"/>
              <a:ext cx="1179"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409" name="直接连接符 69689"/>
            <p:cNvSpPr/>
            <p:nvPr/>
          </p:nvSpPr>
          <p:spPr>
            <a:xfrm>
              <a:off x="328" y="217"/>
              <a:ext cx="0" cy="1309"/>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410" name="直接连接符 69690"/>
            <p:cNvSpPr/>
            <p:nvPr/>
          </p:nvSpPr>
          <p:spPr>
            <a:xfrm>
              <a:off x="684" y="220"/>
              <a:ext cx="0" cy="1309"/>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411" name="直接连接符 69691"/>
            <p:cNvSpPr/>
            <p:nvPr/>
          </p:nvSpPr>
          <p:spPr>
            <a:xfrm>
              <a:off x="1261" y="214"/>
              <a:ext cx="0" cy="1308"/>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412" name="文本框 69692"/>
            <p:cNvSpPr txBox="1"/>
            <p:nvPr/>
          </p:nvSpPr>
          <p:spPr>
            <a:xfrm>
              <a:off x="133" y="1327"/>
              <a:ext cx="190"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7</a:t>
              </a:r>
              <a:endParaRPr lang="en-US" altLang="zh-CN" sz="1600">
                <a:solidFill>
                  <a:schemeClr val="tx1"/>
                </a:solidFill>
                <a:latin typeface="Times New Roman" panose="02020603050405020304" charset="0"/>
                <a:ea typeface="宋体" panose="02010600030101010101" pitchFamily="2" charset="-122"/>
              </a:endParaRPr>
            </a:p>
          </p:txBody>
        </p:sp>
        <p:sp>
          <p:nvSpPr>
            <p:cNvPr id="100413" name="文本框 69693"/>
            <p:cNvSpPr txBox="1"/>
            <p:nvPr/>
          </p:nvSpPr>
          <p:spPr>
            <a:xfrm>
              <a:off x="130" y="354"/>
              <a:ext cx="191"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100414" name="文本框 69694"/>
            <p:cNvSpPr txBox="1"/>
            <p:nvPr/>
          </p:nvSpPr>
          <p:spPr>
            <a:xfrm>
              <a:off x="132" y="186"/>
              <a:ext cx="190"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100415" name="文本框 69695"/>
            <p:cNvSpPr txBox="1"/>
            <p:nvPr/>
          </p:nvSpPr>
          <p:spPr>
            <a:xfrm>
              <a:off x="114" y="528"/>
              <a:ext cx="190"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100416" name="文本框 69696"/>
            <p:cNvSpPr txBox="1"/>
            <p:nvPr/>
          </p:nvSpPr>
          <p:spPr>
            <a:xfrm>
              <a:off x="123" y="679"/>
              <a:ext cx="190"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3</a:t>
              </a:r>
              <a:endParaRPr lang="en-US" altLang="zh-CN" sz="1600">
                <a:solidFill>
                  <a:schemeClr val="tx1"/>
                </a:solidFill>
                <a:latin typeface="Times New Roman" panose="02020603050405020304" charset="0"/>
                <a:ea typeface="宋体" panose="02010600030101010101" pitchFamily="2" charset="-122"/>
              </a:endParaRPr>
            </a:p>
          </p:txBody>
        </p:sp>
        <p:sp>
          <p:nvSpPr>
            <p:cNvPr id="100417" name="文本框 69697"/>
            <p:cNvSpPr txBox="1"/>
            <p:nvPr/>
          </p:nvSpPr>
          <p:spPr>
            <a:xfrm>
              <a:off x="123" y="838"/>
              <a:ext cx="190"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4</a:t>
              </a:r>
              <a:endParaRPr lang="en-US" altLang="zh-CN" sz="1600">
                <a:solidFill>
                  <a:schemeClr val="tx1"/>
                </a:solidFill>
                <a:latin typeface="Times New Roman" panose="02020603050405020304" charset="0"/>
                <a:ea typeface="宋体" panose="02010600030101010101" pitchFamily="2" charset="-122"/>
              </a:endParaRPr>
            </a:p>
          </p:txBody>
        </p:sp>
        <p:sp>
          <p:nvSpPr>
            <p:cNvPr id="100418" name="文本框 69698"/>
            <p:cNvSpPr txBox="1"/>
            <p:nvPr/>
          </p:nvSpPr>
          <p:spPr>
            <a:xfrm>
              <a:off x="123" y="998"/>
              <a:ext cx="190"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5</a:t>
              </a:r>
              <a:endParaRPr lang="en-US" altLang="zh-CN" sz="1600">
                <a:solidFill>
                  <a:schemeClr val="tx1"/>
                </a:solidFill>
                <a:latin typeface="Times New Roman" panose="02020603050405020304" charset="0"/>
                <a:ea typeface="宋体" panose="02010600030101010101" pitchFamily="2" charset="-122"/>
              </a:endParaRPr>
            </a:p>
          </p:txBody>
        </p:sp>
        <p:sp>
          <p:nvSpPr>
            <p:cNvPr id="100419" name="文本框 69699"/>
            <p:cNvSpPr txBox="1"/>
            <p:nvPr/>
          </p:nvSpPr>
          <p:spPr>
            <a:xfrm>
              <a:off x="123" y="1166"/>
              <a:ext cx="190"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6</a:t>
              </a:r>
              <a:endParaRPr lang="en-US" altLang="zh-CN" sz="1600">
                <a:solidFill>
                  <a:schemeClr val="tx1"/>
                </a:solidFill>
                <a:latin typeface="Times New Roman" panose="02020603050405020304" charset="0"/>
                <a:ea typeface="宋体" panose="02010600030101010101" pitchFamily="2" charset="-122"/>
              </a:endParaRPr>
            </a:p>
          </p:txBody>
        </p:sp>
        <p:sp>
          <p:nvSpPr>
            <p:cNvPr id="100420" name="文本框 69700"/>
            <p:cNvSpPr txBox="1"/>
            <p:nvPr/>
          </p:nvSpPr>
          <p:spPr>
            <a:xfrm>
              <a:off x="415" y="531"/>
              <a:ext cx="192"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6</a:t>
              </a:r>
              <a:endParaRPr lang="en-US" altLang="zh-CN" sz="1600">
                <a:solidFill>
                  <a:schemeClr val="tx1"/>
                </a:solidFill>
                <a:latin typeface="Times New Roman" panose="02020603050405020304" charset="0"/>
                <a:ea typeface="宋体" panose="02010600030101010101" pitchFamily="2" charset="-122"/>
              </a:endParaRPr>
            </a:p>
          </p:txBody>
        </p:sp>
        <p:sp>
          <p:nvSpPr>
            <p:cNvPr id="100421" name="文本框 69701"/>
            <p:cNvSpPr txBox="1"/>
            <p:nvPr/>
          </p:nvSpPr>
          <p:spPr>
            <a:xfrm>
              <a:off x="415" y="850"/>
              <a:ext cx="192"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100422" name="文本框 69702"/>
            <p:cNvSpPr txBox="1"/>
            <p:nvPr/>
          </p:nvSpPr>
          <p:spPr>
            <a:xfrm>
              <a:off x="434" y="1167"/>
              <a:ext cx="190"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5</a:t>
              </a:r>
              <a:endParaRPr lang="en-US" altLang="zh-CN" sz="1600">
                <a:solidFill>
                  <a:schemeClr val="tx1"/>
                </a:solidFill>
                <a:latin typeface="Times New Roman" panose="02020603050405020304" charset="0"/>
                <a:ea typeface="宋体" panose="02010600030101010101" pitchFamily="2" charset="-122"/>
              </a:endParaRPr>
            </a:p>
          </p:txBody>
        </p:sp>
        <p:sp>
          <p:nvSpPr>
            <p:cNvPr id="100423" name="文本框 69703"/>
            <p:cNvSpPr txBox="1"/>
            <p:nvPr/>
          </p:nvSpPr>
          <p:spPr>
            <a:xfrm>
              <a:off x="444" y="1334"/>
              <a:ext cx="190"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100424" name="文本框 69704"/>
            <p:cNvSpPr txBox="1"/>
            <p:nvPr/>
          </p:nvSpPr>
          <p:spPr>
            <a:xfrm>
              <a:off x="844" y="511"/>
              <a:ext cx="190"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rPr>
                <a:t>^</a:t>
              </a:r>
              <a:endPar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endParaRPr>
            </a:p>
          </p:txBody>
        </p:sp>
        <p:sp>
          <p:nvSpPr>
            <p:cNvPr id="100425" name="文本框 69705"/>
            <p:cNvSpPr txBox="1"/>
            <p:nvPr/>
          </p:nvSpPr>
          <p:spPr>
            <a:xfrm>
              <a:off x="854" y="847"/>
              <a:ext cx="189"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100426" name="文本框 69706"/>
            <p:cNvSpPr txBox="1"/>
            <p:nvPr/>
          </p:nvSpPr>
          <p:spPr>
            <a:xfrm>
              <a:off x="872" y="1174"/>
              <a:ext cx="191"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7</a:t>
              </a:r>
              <a:endParaRPr lang="en-US" altLang="zh-CN" sz="1600">
                <a:solidFill>
                  <a:schemeClr val="tx1"/>
                </a:solidFill>
                <a:latin typeface="Times New Roman" panose="02020603050405020304" charset="0"/>
                <a:ea typeface="宋体" panose="02010600030101010101" pitchFamily="2" charset="-122"/>
              </a:endParaRPr>
            </a:p>
          </p:txBody>
        </p:sp>
        <p:sp>
          <p:nvSpPr>
            <p:cNvPr id="100427" name="文本框 69707"/>
            <p:cNvSpPr txBox="1"/>
            <p:nvPr/>
          </p:nvSpPr>
          <p:spPr>
            <a:xfrm>
              <a:off x="863" y="1334"/>
              <a:ext cx="190"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4</a:t>
              </a:r>
              <a:endParaRPr lang="en-US" altLang="zh-CN" sz="1600">
                <a:solidFill>
                  <a:schemeClr val="tx1"/>
                </a:solidFill>
                <a:latin typeface="Times New Roman" panose="02020603050405020304" charset="0"/>
                <a:ea typeface="宋体" panose="02010600030101010101" pitchFamily="2" charset="-122"/>
              </a:endParaRPr>
            </a:p>
          </p:txBody>
        </p:sp>
        <p:sp>
          <p:nvSpPr>
            <p:cNvPr id="100428" name="文本框 69708"/>
            <p:cNvSpPr txBox="1"/>
            <p:nvPr/>
          </p:nvSpPr>
          <p:spPr>
            <a:xfrm>
              <a:off x="1661" y="441"/>
              <a:ext cx="419" cy="218"/>
            </a:xfrm>
            <a:prstGeom prst="rect">
              <a:avLst/>
            </a:prstGeom>
            <a:noFill/>
            <a:ln w="9525" cap="flat" cmpd="sng">
              <a:solidFill>
                <a:schemeClr val="tx1"/>
              </a:solidFill>
              <a:prstDash val="solid"/>
              <a:miter/>
              <a:headEnd type="none" w="med" len="med"/>
              <a:tailEnd type="none" w="med" len="med"/>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6</a:t>
              </a:r>
              <a:endParaRPr lang="en-US" altLang="zh-CN" sz="1600">
                <a:solidFill>
                  <a:schemeClr val="tx1"/>
                </a:solidFill>
                <a:latin typeface="Times New Roman" panose="02020603050405020304" charset="0"/>
                <a:ea typeface="宋体" panose="02010600030101010101" pitchFamily="2" charset="-122"/>
              </a:endParaRPr>
            </a:p>
          </p:txBody>
        </p:sp>
        <p:sp>
          <p:nvSpPr>
            <p:cNvPr id="100429" name="文本框 69709"/>
            <p:cNvSpPr txBox="1"/>
            <p:nvPr/>
          </p:nvSpPr>
          <p:spPr>
            <a:xfrm>
              <a:off x="1534" y="195"/>
              <a:ext cx="690"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替换指针</a:t>
              </a:r>
              <a:endParaRPr lang="zh-CN" altLang="en-US" sz="1600">
                <a:solidFill>
                  <a:schemeClr val="tx1"/>
                </a:solidFill>
                <a:latin typeface="Times New Roman" panose="02020603050405020304" charset="0"/>
                <a:ea typeface="宋体" panose="02010600030101010101" pitchFamily="2" charset="-122"/>
              </a:endParaRPr>
            </a:p>
          </p:txBody>
        </p:sp>
        <p:sp>
          <p:nvSpPr>
            <p:cNvPr id="100430" name="直接连接符 69710"/>
            <p:cNvSpPr/>
            <p:nvPr/>
          </p:nvSpPr>
          <p:spPr>
            <a:xfrm>
              <a:off x="1862" y="682"/>
              <a:ext cx="0" cy="524"/>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431" name="直接连接符 69711"/>
            <p:cNvSpPr/>
            <p:nvPr/>
          </p:nvSpPr>
          <p:spPr>
            <a:xfrm flipH="1">
              <a:off x="1253" y="1206"/>
              <a:ext cx="609"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nvGrpSpPr>
            <p:cNvPr id="100432" name="组合 69712"/>
            <p:cNvGrpSpPr/>
            <p:nvPr/>
          </p:nvGrpSpPr>
          <p:grpSpPr>
            <a:xfrm>
              <a:off x="1034" y="1278"/>
              <a:ext cx="124" cy="156"/>
              <a:chOff x="0" y="0"/>
              <a:chExt cx="138" cy="181"/>
            </a:xfrm>
          </p:grpSpPr>
          <p:sp>
            <p:nvSpPr>
              <p:cNvPr id="100433" name="直接连接符 69713"/>
              <p:cNvSpPr/>
              <p:nvPr/>
            </p:nvSpPr>
            <p:spPr>
              <a:xfrm>
                <a:off x="138" y="0"/>
                <a:ext cx="0" cy="181"/>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434" name="直接连接符 69714"/>
              <p:cNvSpPr/>
              <p:nvPr/>
            </p:nvSpPr>
            <p:spPr>
              <a:xfrm flipH="1">
                <a:off x="0" y="181"/>
                <a:ext cx="136"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grpSp>
          <p:nvGrpSpPr>
            <p:cNvPr id="100435" name="组合 69715"/>
            <p:cNvGrpSpPr/>
            <p:nvPr/>
          </p:nvGrpSpPr>
          <p:grpSpPr>
            <a:xfrm>
              <a:off x="750" y="966"/>
              <a:ext cx="122" cy="517"/>
              <a:chOff x="0" y="0"/>
              <a:chExt cx="136" cy="601"/>
            </a:xfrm>
          </p:grpSpPr>
          <p:sp>
            <p:nvSpPr>
              <p:cNvPr id="100436" name="直接连接符 69716"/>
              <p:cNvSpPr/>
              <p:nvPr/>
            </p:nvSpPr>
            <p:spPr>
              <a:xfrm flipV="1">
                <a:off x="7" y="12"/>
                <a:ext cx="0" cy="589"/>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437" name="直接连接符 69717"/>
              <p:cNvSpPr/>
              <p:nvPr/>
            </p:nvSpPr>
            <p:spPr>
              <a:xfrm>
                <a:off x="0" y="0"/>
                <a:ext cx="136"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100438" name="直接连接符 69718"/>
            <p:cNvSpPr/>
            <p:nvPr/>
          </p:nvSpPr>
          <p:spPr>
            <a:xfrm flipV="1">
              <a:off x="756" y="625"/>
              <a:ext cx="0" cy="292"/>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439" name="直接连接符 69719"/>
            <p:cNvSpPr/>
            <p:nvPr/>
          </p:nvSpPr>
          <p:spPr>
            <a:xfrm>
              <a:off x="750" y="615"/>
              <a:ext cx="122"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440" name="文本框 69720"/>
            <p:cNvSpPr txBox="1"/>
            <p:nvPr/>
          </p:nvSpPr>
          <p:spPr>
            <a:xfrm>
              <a:off x="0" y="0"/>
              <a:ext cx="1218"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 块号  页号   指针</a:t>
              </a:r>
              <a:endParaRPr lang="zh-CN" altLang="en-US" sz="1600">
                <a:solidFill>
                  <a:schemeClr val="tx1"/>
                </a:solidFill>
                <a:latin typeface="Times New Roman" panose="02020603050405020304" charset="0"/>
                <a:ea typeface="宋体" panose="02010600030101010101" pitchFamily="2" charset="-122"/>
              </a:endParaRPr>
            </a:p>
          </p:txBody>
        </p:sp>
      </p:grpSp>
      <p:sp>
        <p:nvSpPr>
          <p:cNvPr id="69722" name="文本框 69721"/>
          <p:cNvSpPr txBox="1"/>
          <p:nvPr/>
        </p:nvSpPr>
        <p:spPr>
          <a:xfrm>
            <a:off x="5075238" y="6005513"/>
            <a:ext cx="3041650" cy="336550"/>
          </a:xfrm>
          <a:prstGeom prst="rect">
            <a:avLst/>
          </a:prstGeom>
          <a:noFill/>
          <a:ln w="9525">
            <a:noFill/>
            <a:miter/>
          </a:ln>
        </p:spPr>
        <p:txBody>
          <a:bodyPr anchor="t">
            <a:spAutoFit/>
          </a:bodyPr>
          <a:p>
            <a:pPr lvl="0">
              <a:spcBef>
                <a:spcPct val="30000"/>
              </a:spcBef>
            </a:pPr>
            <a:r>
              <a:rPr lang="zh-CN" altLang="en-US" sz="1600" b="0">
                <a:solidFill>
                  <a:schemeClr val="tx1"/>
                </a:solidFill>
                <a:latin typeface="Times New Roman" panose="02020603050405020304" charset="0"/>
                <a:ea typeface="宋体" panose="02010600030101010101" pitchFamily="2" charset="-122"/>
              </a:rPr>
              <a:t>先进先出淘汰算法存储块构造</a:t>
            </a:r>
            <a:endParaRPr lang="zh-CN" altLang="en-US" sz="1600" b="0">
              <a:solidFill>
                <a:schemeClr val="tx1"/>
              </a:solidFill>
              <a:latin typeface="Times New Roman" panose="02020603050405020304" charset="0"/>
              <a:ea typeface="宋体" panose="02010600030101010101" pitchFamily="2" charset="-122"/>
            </a:endParaRPr>
          </a:p>
        </p:txBody>
      </p:sp>
      <p:sp>
        <p:nvSpPr>
          <p:cNvPr id="69723" name="矩形 69722"/>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页式存储管理</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9635" grpId="0" uiExpand="1" build="p"/>
      <p:bldP spid="69636" grpId="0" uiExpand="1" build="p"/>
      <p:bldP spid="69722"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7" name="矩形 67586"/>
          <p:cNvSpPr/>
          <p:nvPr/>
        </p:nvSpPr>
        <p:spPr>
          <a:xfrm>
            <a:off x="166370" y="1272540"/>
            <a:ext cx="8654415" cy="368173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zh-CN" altLang="en-US" sz="2400" strike="noStrike" noProof="1">
                <a:solidFill>
                  <a:schemeClr val="tx1"/>
                </a:solidFill>
                <a:effectLst/>
                <a:latin typeface="Times New Roman" panose="02020603050405020304" charset="0"/>
                <a:ea typeface="宋体" panose="02010600030101010101" pitchFamily="2" charset="-122"/>
                <a:cs typeface="+mn-cs"/>
              </a:rPr>
              <a:t>先进先出淘汰算法的实际效果：</a:t>
            </a:r>
            <a:endParaRPr lang="zh-CN" altLang="en-US" sz="2400" strike="noStrike" noProof="1">
              <a:solidFill>
                <a:schemeClr val="tx1"/>
              </a:solidFill>
              <a:effectLst/>
              <a:latin typeface="Times New Roman" panose="02020603050405020304" charset="0"/>
              <a:ea typeface="宋体" panose="02010600030101010101" pitchFamily="2" charset="-122"/>
              <a:cs typeface="+mn-cs"/>
            </a:endParaRPr>
          </a:p>
          <a:p>
            <a:pPr marL="914400" lvl="1" indent="-457200" fontAlgn="base">
              <a:lnSpc>
                <a:spcPct val="130000"/>
              </a:lnSpc>
              <a:buNone/>
            </a:pPr>
            <a:r>
              <a:rPr lang="zh-CN" altLang="en-US" sz="2400" strike="noStrike" noProof="1">
                <a:solidFill>
                  <a:schemeClr val="tx1"/>
                </a:solidFill>
                <a:effectLst/>
                <a:latin typeface="Times New Roman" panose="02020603050405020304" charset="0"/>
                <a:ea typeface="宋体" panose="02010600030101010101" pitchFamily="2" charset="-122"/>
                <a:cs typeface="+mn-cs"/>
              </a:rPr>
              <a:t>算法简单容易实现，对于具有按照线性顺序访问地址空间的程序是比较适合的，而其他情况效率不高。因为，那些常常被访问的页，可能在主存中也停留得最久。</a:t>
            </a:r>
            <a:endParaRPr lang="zh-CN" altLang="en-US" sz="2400" strike="noStrike" noProof="1">
              <a:solidFill>
                <a:schemeClr val="tx1"/>
              </a:solidFill>
              <a:effectLst/>
              <a:latin typeface="Times New Roman" panose="02020603050405020304" charset="0"/>
              <a:ea typeface="宋体" panose="02010600030101010101" pitchFamily="2" charset="-122"/>
              <a:cs typeface="+mn-cs"/>
            </a:endParaRPr>
          </a:p>
          <a:p>
            <a:pPr marL="914400" lvl="1" indent="-457200" fontAlgn="base">
              <a:lnSpc>
                <a:spcPct val="130000"/>
              </a:lnSpc>
              <a:buNone/>
            </a:pPr>
            <a:r>
              <a:rPr lang="zh-CN" altLang="en-US" sz="2400" strike="noStrike" noProof="1">
                <a:solidFill>
                  <a:schemeClr val="tx1"/>
                </a:solidFill>
                <a:effectLst/>
                <a:latin typeface="Times New Roman" panose="02020603050405020304" charset="0"/>
                <a:ea typeface="宋体" panose="02010600030101010101" pitchFamily="2" charset="-122"/>
                <a:cs typeface="+mn-cs"/>
              </a:rPr>
              <a:t>据估计，</a:t>
            </a:r>
            <a:r>
              <a:rPr lang="zh-CN" altLang="en-US" sz="2400">
                <a:solidFill>
                  <a:schemeClr val="tx1"/>
                </a:solidFill>
                <a:effectLst/>
                <a:latin typeface="Times New Roman" panose="02020603050405020304" charset="0"/>
                <a:ea typeface="宋体" panose="02010600030101010101" pitchFamily="2" charset="-122"/>
                <a:sym typeface="+mn-ea"/>
              </a:rPr>
              <a:t>先进先出淘汰算法的缺页中断率差不多是最优算法的三倍。</a:t>
            </a:r>
            <a:endParaRPr lang="zh-CN" altLang="en-US" sz="2400" b="1" strike="noStrike" noProof="1">
              <a:solidFill>
                <a:schemeClr val="tx1"/>
              </a:solidFill>
              <a:latin typeface="Times New Roman" panose="02020603050405020304" charset="0"/>
              <a:ea typeface="宋体" panose="02010600030101010101" pitchFamily="2" charset="-122"/>
              <a:cs typeface="+mn-cs"/>
            </a:endParaRPr>
          </a:p>
          <a:p>
            <a:pPr marL="914400" lvl="1" indent="-457200" fontAlgn="base">
              <a:lnSpc>
                <a:spcPct val="130000"/>
              </a:lnSpc>
              <a:buNone/>
            </a:pPr>
            <a:endParaRPr lang="zh-CN" altLang="en-US" sz="2000" strike="noStrike" noProof="1">
              <a:solidFill>
                <a:schemeClr val="tx1"/>
              </a:solidFill>
              <a:latin typeface="Times New Roman" panose="02020603050405020304" charset="0"/>
              <a:ea typeface="宋体" panose="02010600030101010101" pitchFamily="2" charset="-122"/>
            </a:endParaRPr>
          </a:p>
        </p:txBody>
      </p:sp>
      <p:sp>
        <p:nvSpPr>
          <p:cNvPr id="67589" name="矩形 67588"/>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页式存储管理</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9" name="矩形 70658"/>
          <p:cNvSpPr/>
          <p:nvPr/>
        </p:nvSpPr>
        <p:spPr>
          <a:xfrm>
            <a:off x="445453" y="587375"/>
            <a:ext cx="5980113" cy="53022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zh-CN" altLang="en-US" sz="2400" b="1" strike="noStrike" noProof="1">
                <a:solidFill>
                  <a:srgbClr val="000099"/>
                </a:solidFill>
                <a:latin typeface="宋体" panose="02010600030101010101" pitchFamily="2" charset="-122"/>
                <a:ea typeface="宋体" panose="02010600030101010101" pitchFamily="2" charset="-122"/>
                <a:cs typeface="+mn-ea"/>
              </a:rPr>
              <a:t>③ </a:t>
            </a:r>
            <a:r>
              <a:rPr lang="zh-CN" altLang="en-US" sz="2400" b="1" strike="noStrike" noProof="1">
                <a:solidFill>
                  <a:srgbClr val="000099"/>
                </a:solidFill>
                <a:latin typeface="Times New Roman" panose="02020603050405020304" charset="0"/>
                <a:ea typeface="宋体" panose="02010600030101010101" pitchFamily="2" charset="-122"/>
                <a:cs typeface="+mn-ea"/>
              </a:rPr>
              <a:t>最久未使用淘汰算法</a:t>
            </a:r>
            <a:r>
              <a:rPr lang="en-US" altLang="zh-CN" sz="2400" b="1" strike="noStrike" noProof="1">
                <a:solidFill>
                  <a:srgbClr val="000099"/>
                </a:solidFill>
                <a:latin typeface="Times New Roman" panose="02020603050405020304" charset="0"/>
                <a:ea typeface="宋体" panose="02010600030101010101" pitchFamily="2" charset="-122"/>
                <a:cs typeface="+mn-ea"/>
              </a:rPr>
              <a:t>(LRU</a:t>
            </a:r>
            <a:r>
              <a:rPr lang="zh-CN" altLang="en-US" sz="2400" b="1" strike="noStrike" noProof="1">
                <a:solidFill>
                  <a:srgbClr val="000099"/>
                </a:solidFill>
                <a:latin typeface="Times New Roman" panose="02020603050405020304" charset="0"/>
                <a:ea typeface="宋体" panose="02010600030101010101" pitchFamily="2" charset="-122"/>
                <a:cs typeface="+mn-ea"/>
              </a:rPr>
              <a:t>算法</a:t>
            </a:r>
            <a:r>
              <a:rPr lang="en-US" altLang="zh-CN" sz="2400" b="1" strike="noStrike" noProof="1">
                <a:solidFill>
                  <a:srgbClr val="000099"/>
                </a:solidFill>
                <a:latin typeface="Times New Roman" panose="02020603050405020304" charset="0"/>
                <a:ea typeface="宋体" panose="02010600030101010101" pitchFamily="2" charset="-122"/>
                <a:cs typeface="+mn-ea"/>
              </a:rPr>
              <a:t>)</a:t>
            </a:r>
            <a:endParaRPr lang="en-US" altLang="zh-CN" sz="2400" b="1" strike="noStrike" noProof="1">
              <a:solidFill>
                <a:srgbClr val="000099"/>
              </a:solidFill>
              <a:latin typeface="Times New Roman" panose="02020603050405020304" charset="0"/>
              <a:ea typeface="宋体" panose="02010600030101010101" pitchFamily="2" charset="-122"/>
            </a:endParaRPr>
          </a:p>
        </p:txBody>
      </p:sp>
      <p:sp>
        <p:nvSpPr>
          <p:cNvPr id="70660" name="矩形 70659"/>
          <p:cNvSpPr/>
          <p:nvPr/>
        </p:nvSpPr>
        <p:spPr>
          <a:xfrm>
            <a:off x="352108" y="1154113"/>
            <a:ext cx="8375650" cy="4479925"/>
          </a:xfrm>
          <a:prstGeom prst="rect">
            <a:avLst/>
          </a:prstGeom>
          <a:noFill/>
          <a:ln w="9525">
            <a:noFill/>
            <a:miter/>
          </a:ln>
        </p:spPr>
        <p:txBody>
          <a:bodyPr>
            <a:spAutoFit/>
          </a:bodyPr>
          <a:p>
            <a:pPr marL="914400" lvl="1" indent="-457200" algn="l" eaLnBrk="1" fontAlgn="base" latinLnBrk="0" hangingPunct="1">
              <a:lnSpc>
                <a:spcPct val="130000"/>
              </a:lnSpc>
              <a:spcBef>
                <a:spcPct val="30000"/>
              </a:spcBef>
              <a:spcAft>
                <a:spcPct val="0"/>
              </a:spcAft>
              <a:buClr>
                <a:schemeClr val="tx2"/>
              </a:buClr>
              <a:buSzPct val="95000"/>
              <a:buFont typeface="Wingdings" panose="05000000000000000000" pitchFamily="2" charset="2"/>
              <a:buNone/>
            </a:pPr>
            <a:r>
              <a:rPr lang="zh-CN" altLang="en-US" sz="2400" b="0" u="none" baseline="0">
                <a:solidFill>
                  <a:schemeClr val="tx1"/>
                </a:solidFill>
                <a:effectLst>
                  <a:outerShdw blurRad="38100" dist="38100" dir="2700000">
                    <a:srgbClr val="FFFFFF"/>
                  </a:outerShdw>
                </a:effectLst>
                <a:latin typeface="Times New Roman" panose="02020603050405020304" charset="0"/>
                <a:ea typeface="宋体" panose="02010600030101010101" pitchFamily="2" charset="-122"/>
              </a:rPr>
              <a:t>总是选择最长时间未被使用的那一页淘汰。</a:t>
            </a:r>
            <a:endParaRPr lang="zh-CN" altLang="en-US" sz="2400" b="0" u="none" baseline="0">
              <a:solidFill>
                <a:schemeClr val="tx1"/>
              </a:solidFill>
              <a:effectLst>
                <a:outerShdw blurRad="38100" dist="38100" dir="2700000">
                  <a:srgbClr val="FFFFFF"/>
                </a:outerShdw>
              </a:effectLst>
              <a:latin typeface="Times New Roman" panose="02020603050405020304" charset="0"/>
              <a:ea typeface="宋体" panose="02010600030101010101" pitchFamily="2" charset="-122"/>
            </a:endParaRPr>
          </a:p>
          <a:p>
            <a:pPr marL="914400" lvl="1" indent="-457200" algn="l" eaLnBrk="1" fontAlgn="base" latinLnBrk="0" hangingPunct="1">
              <a:lnSpc>
                <a:spcPct val="130000"/>
              </a:lnSpc>
              <a:spcBef>
                <a:spcPct val="30000"/>
              </a:spcBef>
              <a:spcAft>
                <a:spcPct val="0"/>
              </a:spcAft>
              <a:buClr>
                <a:schemeClr val="tx2"/>
              </a:buClr>
              <a:buSzPct val="95000"/>
              <a:buFont typeface="Wingdings" panose="05000000000000000000" pitchFamily="2" charset="2"/>
              <a:buNone/>
            </a:pPr>
            <a:r>
              <a:rPr lang="zh-CN" altLang="en-US" sz="2400" b="0" u="none" baseline="0">
                <a:solidFill>
                  <a:schemeClr val="tx1"/>
                </a:solidFill>
                <a:latin typeface="Arial" panose="02080604020202020204" pitchFamily="34" charset="0"/>
                <a:ea typeface="方正书宋_GBK" panose="02000000000000000000" charset="-122"/>
                <a:sym typeface="方正书宋_GBK" panose="02000000000000000000" charset="-122"/>
              </a:rPr>
              <a:t>根据程序局部性原理，那些刚被使用过的页面，可能马上还要被使用，而在较长时间里未被使用的页面，可能也不会马上使用到。</a:t>
            </a:r>
            <a:endParaRPr lang="zh-CN" altLang="en-US" sz="2400" u="none" baseline="0">
              <a:solidFill>
                <a:schemeClr val="tx1"/>
              </a:solidFill>
              <a:latin typeface="Times New Roman" panose="02020603050405020304" charset="0"/>
              <a:ea typeface="宋体" panose="02010600030101010101" pitchFamily="2" charset="-122"/>
              <a:sym typeface="方正书宋_GBK" panose="02000000000000000000" charset="-122"/>
            </a:endParaRPr>
          </a:p>
          <a:p>
            <a:pPr marL="914400" lvl="1" indent="-457200" algn="l" eaLnBrk="1" fontAlgn="base" latinLnBrk="0" hangingPunct="1">
              <a:lnSpc>
                <a:spcPct val="130000"/>
              </a:lnSpc>
              <a:spcBef>
                <a:spcPct val="30000"/>
              </a:spcBef>
              <a:spcAft>
                <a:spcPct val="0"/>
              </a:spcAft>
              <a:buClr>
                <a:schemeClr val="tx2"/>
              </a:buClr>
              <a:buSzPct val="95000"/>
              <a:buFont typeface="Wingdings" panose="05000000000000000000" pitchFamily="2" charset="2"/>
              <a:buNone/>
            </a:pPr>
            <a:r>
              <a:rPr lang="zh-CN" altLang="en-US" sz="2400" b="0" u="none" baseline="0">
                <a:solidFill>
                  <a:schemeClr val="tx1"/>
                </a:solidFill>
                <a:effectLst/>
                <a:latin typeface="Times New Roman" panose="02020603050405020304" charset="0"/>
                <a:ea typeface="宋体" panose="02010600030101010101" pitchFamily="2" charset="-122"/>
              </a:rPr>
              <a:t>最久未使用淘汰算法的实现</a:t>
            </a:r>
            <a:endParaRPr lang="zh-CN" altLang="en-US" sz="2400" b="0" u="none" baseline="0">
              <a:solidFill>
                <a:schemeClr val="tx1"/>
              </a:solidFill>
              <a:effectLst/>
              <a:latin typeface="Times New Roman" panose="02020603050405020304" charset="0"/>
              <a:ea typeface="宋体" panose="02010600030101010101" pitchFamily="2" charset="-122"/>
            </a:endParaRPr>
          </a:p>
          <a:p>
            <a:pPr lvl="2" indent="0" algn="l" eaLnBrk="1" fontAlgn="base" latinLnBrk="0" hangingPunct="1">
              <a:lnSpc>
                <a:spcPct val="130000"/>
              </a:lnSpc>
              <a:spcBef>
                <a:spcPct val="30000"/>
              </a:spcBef>
              <a:spcAft>
                <a:spcPct val="0"/>
              </a:spcAft>
              <a:buClr>
                <a:schemeClr val="tx2"/>
              </a:buClr>
              <a:buSzPct val="95000"/>
              <a:buFont typeface="Wingdings" panose="05000000000000000000" pitchFamily="2" charset="2"/>
              <a:buNone/>
            </a:pPr>
            <a:r>
              <a:rPr lang="en-US" altLang="zh-CN" sz="2400" b="0" u="none" baseline="0">
                <a:solidFill>
                  <a:schemeClr val="tx1"/>
                </a:solidFill>
                <a:effectLst/>
                <a:latin typeface="Times New Roman" panose="02020603050405020304" charset="0"/>
                <a:ea typeface="宋体" panose="02010600030101010101" pitchFamily="2" charset="-122"/>
              </a:rPr>
              <a:t>1</a:t>
            </a:r>
            <a:r>
              <a:rPr lang="zh-CN" altLang="en-US" sz="2400" b="0" u="none" baseline="0">
                <a:solidFill>
                  <a:schemeClr val="tx1"/>
                </a:solidFill>
                <a:effectLst/>
                <a:latin typeface="Times New Roman" panose="02020603050405020304" charset="0"/>
                <a:ea typeface="宋体" panose="02010600030101010101" pitchFamily="2" charset="-122"/>
              </a:rPr>
              <a:t>、硬件计数器</a:t>
            </a:r>
            <a:endParaRPr lang="zh-CN" altLang="zh-CN" sz="2400" b="0" u="none" baseline="0">
              <a:solidFill>
                <a:schemeClr val="tx1"/>
              </a:solidFill>
              <a:effectLst/>
              <a:latin typeface="Times New Roman" panose="02020603050405020304" charset="0"/>
              <a:ea typeface="宋体" panose="02010600030101010101" pitchFamily="2" charset="-122"/>
            </a:endParaRPr>
          </a:p>
          <a:p>
            <a:pPr lvl="2" indent="0" algn="l" eaLnBrk="1" fontAlgn="base" latinLnBrk="0" hangingPunct="1">
              <a:lnSpc>
                <a:spcPct val="130000"/>
              </a:lnSpc>
              <a:spcBef>
                <a:spcPct val="30000"/>
              </a:spcBef>
              <a:spcAft>
                <a:spcPct val="0"/>
              </a:spcAft>
              <a:buClr>
                <a:schemeClr val="tx2"/>
              </a:buClr>
              <a:buSzPct val="95000"/>
              <a:buFont typeface="Wingdings" panose="05000000000000000000" pitchFamily="2" charset="2"/>
              <a:buNone/>
            </a:pPr>
            <a:r>
              <a:rPr lang="en-US" altLang="zh-CN" sz="2400" b="0" u="none" baseline="0">
                <a:solidFill>
                  <a:schemeClr val="tx1"/>
                </a:solidFill>
                <a:effectLst/>
                <a:latin typeface="Times New Roman" panose="02020603050405020304" charset="0"/>
                <a:ea typeface="宋体" panose="02010600030101010101" pitchFamily="2" charset="-122"/>
              </a:rPr>
              <a:t>2</a:t>
            </a:r>
            <a:r>
              <a:rPr lang="zh-CN" altLang="en-US" sz="2400" b="0" u="none" baseline="0">
                <a:solidFill>
                  <a:schemeClr val="tx1"/>
                </a:solidFill>
                <a:effectLst/>
                <a:latin typeface="Times New Roman" panose="02020603050405020304" charset="0"/>
                <a:ea typeface="宋体" panose="02010600030101010101" pitchFamily="2" charset="-122"/>
              </a:rPr>
              <a:t>、页号堆栈</a:t>
            </a:r>
            <a:endParaRPr lang="zh-CN" altLang="en-US" sz="2400" b="0" u="none" baseline="0">
              <a:solidFill>
                <a:schemeClr val="tx1"/>
              </a:solidFill>
              <a:effectLst/>
              <a:latin typeface="Times New Roman" panose="02020603050405020304" charset="0"/>
              <a:ea typeface="宋体" panose="02010600030101010101" pitchFamily="2" charset="-122"/>
            </a:endParaRPr>
          </a:p>
          <a:p>
            <a:pPr lvl="2" indent="0" algn="l" eaLnBrk="1" fontAlgn="base" latinLnBrk="0" hangingPunct="1">
              <a:lnSpc>
                <a:spcPct val="130000"/>
              </a:lnSpc>
              <a:spcBef>
                <a:spcPct val="30000"/>
              </a:spcBef>
              <a:spcAft>
                <a:spcPct val="0"/>
              </a:spcAft>
              <a:buClr>
                <a:schemeClr val="tx2"/>
              </a:buClr>
              <a:buSzPct val="95000"/>
              <a:buFont typeface="Wingdings" panose="05000000000000000000" pitchFamily="2" charset="2"/>
              <a:buNone/>
            </a:pPr>
            <a:r>
              <a:rPr lang="en-US" altLang="zh-CN" sz="2400" b="0" u="none" baseline="0">
                <a:solidFill>
                  <a:schemeClr val="tx1"/>
                </a:solidFill>
                <a:effectLst/>
                <a:latin typeface="Times New Roman" panose="02020603050405020304" charset="0"/>
                <a:ea typeface="宋体" panose="02010600030101010101" pitchFamily="2" charset="-122"/>
              </a:rPr>
              <a:t>3</a:t>
            </a:r>
            <a:r>
              <a:rPr lang="zh-CN" altLang="en-US" sz="2400" b="0" u="none" baseline="0">
                <a:solidFill>
                  <a:schemeClr val="tx1"/>
                </a:solidFill>
                <a:effectLst/>
                <a:latin typeface="Times New Roman" panose="02020603050405020304" charset="0"/>
                <a:ea typeface="宋体" panose="02010600030101010101" pitchFamily="2" charset="-122"/>
              </a:rPr>
              <a:t>、近似算法实现</a:t>
            </a:r>
            <a:endParaRPr lang="zh-CN" altLang="en-US" sz="2400" b="0" u="none" baseline="0">
              <a:solidFill>
                <a:schemeClr val="tx1"/>
              </a:solidFill>
              <a:effectLst/>
              <a:latin typeface="Times New Roman" panose="02020603050405020304" charset="0"/>
              <a:ea typeface="宋体" panose="02010600030101010101" pitchFamily="2" charset="-122"/>
            </a:endParaRPr>
          </a:p>
        </p:txBody>
      </p:sp>
      <p:sp>
        <p:nvSpPr>
          <p:cNvPr id="70661" name="矩形 70660"/>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页式存储管理</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0659"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3" name="矩形 71682"/>
          <p:cNvSpPr/>
          <p:nvPr/>
        </p:nvSpPr>
        <p:spPr>
          <a:xfrm>
            <a:off x="166370" y="1210945"/>
            <a:ext cx="8432165" cy="447992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zh-CN" altLang="en-US" sz="2400">
                <a:solidFill>
                  <a:srgbClr val="FF0000"/>
                </a:solidFill>
                <a:effectLst/>
                <a:latin typeface="Times New Roman" panose="02020603050405020304" charset="0"/>
                <a:ea typeface="宋体" panose="02010600030101010101" pitchFamily="2" charset="-122"/>
                <a:sym typeface="+mn-ea"/>
              </a:rPr>
              <a:t>硬件计数器：</a:t>
            </a:r>
            <a:endParaRPr lang="zh-CN" altLang="en-US" sz="2400">
              <a:solidFill>
                <a:schemeClr val="tx1"/>
              </a:solidFill>
              <a:effectLst/>
              <a:latin typeface="Times New Roman" panose="02020603050405020304" charset="0"/>
              <a:ea typeface="宋体" panose="02010600030101010101" pitchFamily="2" charset="-122"/>
              <a:sym typeface="+mn-ea"/>
            </a:endParaRPr>
          </a:p>
          <a:p>
            <a:pPr marL="914400" lvl="1" indent="-4572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rPr>
              <a:t>为每个页表项关联一个使用时间域，为</a:t>
            </a:r>
            <a:r>
              <a:rPr lang="en-US" altLang="zh-CN" sz="2400" strike="noStrike" noProof="1">
                <a:solidFill>
                  <a:schemeClr val="tx1"/>
                </a:solidFill>
                <a:latin typeface="Times New Roman" panose="02020603050405020304" charset="0"/>
                <a:ea typeface="宋体" panose="02010600030101010101" pitchFamily="2" charset="-122"/>
              </a:rPr>
              <a:t>CPU</a:t>
            </a:r>
            <a:r>
              <a:rPr lang="zh-CN" altLang="en-US" sz="2400" strike="noStrike" noProof="1">
                <a:solidFill>
                  <a:schemeClr val="tx1"/>
                </a:solidFill>
                <a:latin typeface="Times New Roman" panose="02020603050405020304" charset="0"/>
                <a:ea typeface="宋体" panose="02010600030101010101" pitchFamily="2" charset="-122"/>
              </a:rPr>
              <a:t>增加一个时钟计数器。每次对主存的访问，计数器都增加，并且相应页表项的时间域都记录当前的计数器。</a:t>
            </a:r>
            <a:endParaRPr lang="zh-CN" altLang="en-US"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rPr>
              <a:t>当需要淘汰一页时，选择具有最小时间域的页。</a:t>
            </a:r>
            <a:endParaRPr lang="en-US" altLang="zh-CN" sz="2400" strike="noStrike" noProof="1">
              <a:solidFill>
                <a:schemeClr val="tx1"/>
              </a:solidFill>
              <a:latin typeface="Times New Roman" panose="02020603050405020304" charset="0"/>
              <a:ea typeface="宋体" panose="02010600030101010101" pitchFamily="2" charset="-122"/>
            </a:endParaRPr>
          </a:p>
          <a:p>
            <a:pPr marL="0" lvl="1" indent="-457200" fontAlgn="base">
              <a:lnSpc>
                <a:spcPct val="130000"/>
              </a:lnSpc>
              <a:buNone/>
            </a:pPr>
            <a:endParaRPr lang="zh-CN" altLang="en-US" sz="2400">
              <a:solidFill>
                <a:srgbClr val="FF0000"/>
              </a:solidFill>
              <a:effectLst/>
              <a:latin typeface="Times New Roman" panose="02020603050405020304" charset="0"/>
              <a:ea typeface="宋体" panose="02010600030101010101" pitchFamily="2" charset="-122"/>
              <a:sym typeface="方正书宋_GBK" panose="02000000000000000000" charset="-122"/>
            </a:endParaRPr>
          </a:p>
          <a:p>
            <a:pPr marL="0" lvl="1" indent="-457200" fontAlgn="base">
              <a:lnSpc>
                <a:spcPct val="130000"/>
              </a:lnSpc>
              <a:buNone/>
            </a:pPr>
            <a:r>
              <a:rPr lang="en-US" altLang="zh-CN" sz="2400">
                <a:solidFill>
                  <a:srgbClr val="FF0000"/>
                </a:solidFill>
                <a:effectLst/>
                <a:latin typeface="Times New Roman" panose="02020603050405020304" charset="0"/>
                <a:ea typeface="宋体" panose="02010600030101010101" pitchFamily="2" charset="-122"/>
                <a:sym typeface="方正书宋_GBK" panose="02000000000000000000" charset="-122"/>
              </a:rPr>
              <a:t>	</a:t>
            </a:r>
            <a:r>
              <a:rPr lang="zh-CN" altLang="en-US" sz="2400">
                <a:solidFill>
                  <a:srgbClr val="FF0000"/>
                </a:solidFill>
                <a:effectLst/>
                <a:latin typeface="Times New Roman" panose="02020603050405020304" charset="0"/>
                <a:ea typeface="宋体" panose="02010600030101010101" pitchFamily="2" charset="-122"/>
                <a:sym typeface="方正书宋_GBK" panose="02000000000000000000" charset="-122"/>
              </a:rPr>
              <a:t>精确实现很困难！</a:t>
            </a:r>
            <a:endParaRPr lang="zh-CN" altLang="en-US" sz="2400">
              <a:solidFill>
                <a:srgbClr val="FF0000"/>
              </a:solidFill>
              <a:effectLst/>
              <a:latin typeface="Times New Roman" panose="02020603050405020304" charset="0"/>
              <a:ea typeface="宋体" panose="02010600030101010101" pitchFamily="2" charset="-122"/>
              <a:sym typeface="方正书宋_GBK" panose="02000000000000000000" charset="-122"/>
            </a:endParaRPr>
          </a:p>
          <a:p>
            <a:pPr marL="0" lvl="1" indent="-457200" fontAlgn="base">
              <a:lnSpc>
                <a:spcPct val="130000"/>
              </a:lnSpc>
              <a:buNone/>
            </a:pPr>
            <a:r>
              <a:rPr lang="en-US" altLang="zh-CN" sz="2400">
                <a:solidFill>
                  <a:schemeClr val="tx1"/>
                </a:solidFill>
                <a:effectLst/>
                <a:latin typeface="Times New Roman" panose="02020603050405020304" charset="0"/>
                <a:ea typeface="宋体" panose="02010600030101010101" pitchFamily="2" charset="-122"/>
                <a:sym typeface="方正书宋_GBK" panose="02000000000000000000" charset="-122"/>
              </a:rPr>
              <a:t>	</a:t>
            </a:r>
            <a:r>
              <a:rPr lang="zh-CN" altLang="en-US" sz="2400">
                <a:solidFill>
                  <a:schemeClr val="tx1"/>
                </a:solidFill>
                <a:effectLst/>
                <a:latin typeface="Times New Roman" panose="02020603050405020304" charset="0"/>
                <a:ea typeface="宋体" panose="02010600030101010101" pitchFamily="2" charset="-122"/>
                <a:sym typeface="方正书宋_GBK" panose="02000000000000000000" charset="-122"/>
              </a:rPr>
              <a:t>（搜索时间域，更新时间域，时钟计数器溢出）</a:t>
            </a:r>
            <a:endParaRPr lang="en-US" altLang="zh-CN" sz="2400" strike="noStrike" noProof="1">
              <a:solidFill>
                <a:schemeClr val="tx1"/>
              </a:solidFill>
              <a:latin typeface="Times New Roman" panose="02020603050405020304" charset="0"/>
              <a:ea typeface="宋体" panose="02010600030101010101" pitchFamily="2" charset="-122"/>
            </a:endParaRPr>
          </a:p>
        </p:txBody>
      </p:sp>
      <p:sp>
        <p:nvSpPr>
          <p:cNvPr id="71725" name="矩形 71724"/>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页式存储管理</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1683" grpId="0" build="p"/>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3" name="矩形 71682"/>
          <p:cNvSpPr/>
          <p:nvPr/>
        </p:nvSpPr>
        <p:spPr>
          <a:xfrm>
            <a:off x="174625" y="697230"/>
            <a:ext cx="8432165" cy="116078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zh-CN" altLang="en-US" sz="2400" strike="noStrike" noProof="1">
                <a:solidFill>
                  <a:srgbClr val="FF0000"/>
                </a:solidFill>
                <a:effectLst/>
                <a:latin typeface="Times New Roman" panose="02020603050405020304" charset="0"/>
                <a:ea typeface="宋体" panose="02010600030101010101" pitchFamily="2" charset="-122"/>
                <a:cs typeface="+mn-cs"/>
              </a:rPr>
              <a:t>页号堆栈</a:t>
            </a:r>
            <a:endParaRPr lang="zh-CN" altLang="en-US" sz="2400" b="1"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Clr>
                <a:srgbClr val="000000"/>
              </a:buClr>
              <a:buNone/>
            </a:pPr>
            <a:r>
              <a:rPr lang="zh-CN" altLang="en-US" sz="2400" strike="noStrike" noProof="1">
                <a:solidFill>
                  <a:schemeClr val="tx1"/>
                </a:solidFill>
                <a:latin typeface="Times New Roman" panose="02020603050405020304" charset="0"/>
                <a:ea typeface="宋体" panose="02010600030101010101" pitchFamily="2" charset="-122"/>
                <a:cs typeface="+mn-ea"/>
              </a:rPr>
              <a:t>              页面访问轨迹：</a:t>
            </a:r>
            <a:r>
              <a:rPr lang="en-US" altLang="zh-CN" sz="2400" strike="noStrike" noProof="1">
                <a:solidFill>
                  <a:schemeClr val="tx1"/>
                </a:solidFill>
                <a:latin typeface="Times New Roman" panose="02020603050405020304" charset="0"/>
                <a:ea typeface="宋体" panose="02010600030101010101" pitchFamily="2" charset="-122"/>
                <a:cs typeface="+mn-ea"/>
                <a:sym typeface="Symbol" panose="05050102010706020507" pitchFamily="18" charset="2"/>
              </a:rPr>
              <a:t>4 -&gt; 5 </a:t>
            </a:r>
            <a:r>
              <a:rPr lang="en-US" altLang="zh-CN" sz="2400">
                <a:solidFill>
                  <a:schemeClr val="tx1"/>
                </a:solidFill>
                <a:latin typeface="Times New Roman" panose="02020603050405020304" charset="0"/>
                <a:cs typeface="+mn-ea"/>
                <a:sym typeface="Symbol" panose="05050102010706020507" pitchFamily="18" charset="2"/>
              </a:rPr>
              <a:t>-&gt; </a:t>
            </a:r>
            <a:r>
              <a:rPr lang="en-US" altLang="zh-CN" sz="2400" strike="noStrike" noProof="1">
                <a:solidFill>
                  <a:schemeClr val="tx1"/>
                </a:solidFill>
                <a:latin typeface="Times New Roman" panose="02020603050405020304" charset="0"/>
                <a:ea typeface="宋体" panose="02010600030101010101" pitchFamily="2" charset="-122"/>
                <a:cs typeface="+mn-ea"/>
                <a:sym typeface="Symbol" panose="05050102010706020507" pitchFamily="18" charset="2"/>
              </a:rPr>
              <a:t>1 </a:t>
            </a:r>
            <a:r>
              <a:rPr lang="en-US" altLang="zh-CN" sz="2400">
                <a:solidFill>
                  <a:schemeClr val="tx1"/>
                </a:solidFill>
                <a:latin typeface="Times New Roman" panose="02020603050405020304" charset="0"/>
                <a:cs typeface="+mn-ea"/>
                <a:sym typeface="Symbol" panose="05050102010706020507" pitchFamily="18" charset="2"/>
              </a:rPr>
              <a:t>-&gt; </a:t>
            </a:r>
            <a:r>
              <a:rPr lang="en-US" altLang="zh-CN" sz="2400" strike="noStrike" noProof="1">
                <a:solidFill>
                  <a:schemeClr val="tx1"/>
                </a:solidFill>
                <a:latin typeface="Times New Roman" panose="02020603050405020304" charset="0"/>
                <a:ea typeface="宋体" panose="02010600030101010101" pitchFamily="2" charset="-122"/>
                <a:cs typeface="+mn-ea"/>
              </a:rPr>
              <a:t>2 </a:t>
            </a:r>
            <a:r>
              <a:rPr lang="en-US" altLang="zh-CN" sz="2400">
                <a:solidFill>
                  <a:schemeClr val="tx1"/>
                </a:solidFill>
                <a:latin typeface="Times New Roman" panose="02020603050405020304" charset="0"/>
                <a:cs typeface="+mn-ea"/>
                <a:sym typeface="Symbol" panose="05050102010706020507" pitchFamily="18" charset="2"/>
              </a:rPr>
              <a:t>-&gt; </a:t>
            </a:r>
            <a:r>
              <a:rPr lang="en-US" altLang="zh-CN" sz="2400" strike="noStrike" noProof="1">
                <a:solidFill>
                  <a:schemeClr val="tx1"/>
                </a:solidFill>
                <a:latin typeface="Times New Roman" panose="02020603050405020304" charset="0"/>
                <a:ea typeface="宋体" panose="02010600030101010101" pitchFamily="2" charset="-122"/>
                <a:cs typeface="+mn-ea"/>
              </a:rPr>
              <a:t>5 </a:t>
            </a:r>
            <a:r>
              <a:rPr lang="en-US" altLang="zh-CN" sz="2400">
                <a:solidFill>
                  <a:schemeClr val="tx1"/>
                </a:solidFill>
                <a:latin typeface="Times New Roman" panose="02020603050405020304" charset="0"/>
                <a:cs typeface="+mn-ea"/>
                <a:sym typeface="Symbol" panose="05050102010706020507" pitchFamily="18" charset="2"/>
              </a:rPr>
              <a:t>-&gt; </a:t>
            </a:r>
            <a:r>
              <a:rPr lang="en-US" altLang="zh-CN" sz="2400" strike="noStrike" noProof="1">
                <a:solidFill>
                  <a:schemeClr val="tx1"/>
                </a:solidFill>
                <a:latin typeface="Times New Roman" panose="02020603050405020304" charset="0"/>
                <a:ea typeface="宋体" panose="02010600030101010101" pitchFamily="2" charset="-122"/>
                <a:cs typeface="+mn-ea"/>
              </a:rPr>
              <a:t>6</a:t>
            </a:r>
            <a:endParaRPr lang="en-US" altLang="zh-CN" sz="2400" strike="noStrike" noProof="1">
              <a:solidFill>
                <a:schemeClr val="tx1"/>
              </a:solidFill>
              <a:latin typeface="Times New Roman" panose="02020603050405020304" charset="0"/>
              <a:ea typeface="宋体" panose="02010600030101010101" pitchFamily="2" charset="-122"/>
            </a:endParaRPr>
          </a:p>
        </p:txBody>
      </p:sp>
      <p:grpSp>
        <p:nvGrpSpPr>
          <p:cNvPr id="71684" name="组合 71683"/>
          <p:cNvGrpSpPr/>
          <p:nvPr/>
        </p:nvGrpSpPr>
        <p:grpSpPr>
          <a:xfrm>
            <a:off x="2036763" y="2355850"/>
            <a:ext cx="865187" cy="1449388"/>
            <a:chOff x="0" y="0"/>
            <a:chExt cx="545" cy="913"/>
          </a:xfrm>
        </p:grpSpPr>
        <p:grpSp>
          <p:nvGrpSpPr>
            <p:cNvPr id="102404" name="组合 71684"/>
            <p:cNvGrpSpPr/>
            <p:nvPr/>
          </p:nvGrpSpPr>
          <p:grpSpPr>
            <a:xfrm>
              <a:off x="0" y="6"/>
              <a:ext cx="545" cy="907"/>
              <a:chOff x="0" y="0"/>
              <a:chExt cx="545" cy="907"/>
            </a:xfrm>
          </p:grpSpPr>
          <p:sp>
            <p:nvSpPr>
              <p:cNvPr id="102405" name="文本框 71685"/>
              <p:cNvSpPr txBox="1"/>
              <p:nvPr/>
            </p:nvSpPr>
            <p:spPr>
              <a:xfrm>
                <a:off x="2" y="0"/>
                <a:ext cx="540" cy="907"/>
              </a:xfrm>
              <a:prstGeom prst="rect">
                <a:avLst/>
              </a:prstGeom>
              <a:noFill/>
              <a:ln w="9525" cap="flat" cmpd="sng">
                <a:solidFill>
                  <a:schemeClr val="tx1"/>
                </a:solidFill>
                <a:prstDash val="solid"/>
                <a:miter/>
                <a:headEnd type="none" w="med" len="med"/>
                <a:tailEnd type="none" w="med" len="med"/>
              </a:ln>
            </p:spPr>
            <p:txBody>
              <a:bodyPr anchor="t"/>
              <a:p>
                <a:pPr lvl="0">
                  <a:spcBef>
                    <a:spcPct val="50000"/>
                  </a:spcBef>
                </a:pPr>
                <a:endParaRPr lang="zh-CN" altLang="en-US" sz="1600">
                  <a:solidFill>
                    <a:schemeClr val="tx1"/>
                  </a:solidFill>
                  <a:latin typeface="Times New Roman" panose="02020603050405020304" charset="0"/>
                  <a:ea typeface="宋体" panose="02010600030101010101" pitchFamily="2" charset="-122"/>
                </a:endParaRPr>
              </a:p>
              <a:p>
                <a:pPr lvl="0">
                  <a:spcBef>
                    <a:spcPct val="50000"/>
                  </a:spcBef>
                </a:pPr>
                <a:endParaRPr lang="zh-CN" altLang="en-US" sz="1600">
                  <a:solidFill>
                    <a:schemeClr val="tx1"/>
                  </a:solidFill>
                  <a:latin typeface="Times New Roman" panose="02020603050405020304" charset="0"/>
                  <a:ea typeface="宋体" panose="02010600030101010101" pitchFamily="2" charset="-122"/>
                </a:endParaRPr>
              </a:p>
              <a:p>
                <a:pPr lvl="0">
                  <a:spcBef>
                    <a:spcPct val="50000"/>
                  </a:spcBef>
                </a:pPr>
                <a:endParaRPr lang="zh-CN" altLang="en-US" sz="1600">
                  <a:solidFill>
                    <a:schemeClr val="tx1"/>
                  </a:solidFill>
                  <a:latin typeface="Times New Roman" panose="02020603050405020304" charset="0"/>
                  <a:ea typeface="宋体" panose="02010600030101010101" pitchFamily="2" charset="-122"/>
                </a:endParaRPr>
              </a:p>
            </p:txBody>
          </p:sp>
          <p:sp>
            <p:nvSpPr>
              <p:cNvPr id="102406" name="直接连接符 71686"/>
              <p:cNvSpPr/>
              <p:nvPr/>
            </p:nvSpPr>
            <p:spPr>
              <a:xfrm>
                <a:off x="2" y="206"/>
                <a:ext cx="540" cy="1"/>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2407" name="直接连接符 71687"/>
              <p:cNvSpPr/>
              <p:nvPr/>
            </p:nvSpPr>
            <p:spPr>
              <a:xfrm>
                <a:off x="6" y="428"/>
                <a:ext cx="539" cy="1"/>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2408" name="直接连接符 71688"/>
              <p:cNvSpPr/>
              <p:nvPr/>
            </p:nvSpPr>
            <p:spPr>
              <a:xfrm>
                <a:off x="0" y="672"/>
                <a:ext cx="539" cy="1"/>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102409" name="文本框 71689"/>
            <p:cNvSpPr txBox="1"/>
            <p:nvPr/>
          </p:nvSpPr>
          <p:spPr>
            <a:xfrm>
              <a:off x="173" y="683"/>
              <a:ext cx="230"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4</a:t>
              </a:r>
              <a:endParaRPr lang="en-US" altLang="zh-CN" sz="1600">
                <a:solidFill>
                  <a:schemeClr val="tx1"/>
                </a:solidFill>
                <a:latin typeface="Times New Roman" panose="02020603050405020304" charset="0"/>
                <a:ea typeface="宋体" panose="02010600030101010101" pitchFamily="2" charset="-122"/>
              </a:endParaRPr>
            </a:p>
          </p:txBody>
        </p:sp>
        <p:sp>
          <p:nvSpPr>
            <p:cNvPr id="102410" name="文本框 71690"/>
            <p:cNvSpPr txBox="1"/>
            <p:nvPr/>
          </p:nvSpPr>
          <p:spPr>
            <a:xfrm>
              <a:off x="177" y="447"/>
              <a:ext cx="231"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5</a:t>
              </a:r>
              <a:endParaRPr lang="en-US" altLang="zh-CN" sz="1600">
                <a:solidFill>
                  <a:schemeClr val="tx1"/>
                </a:solidFill>
                <a:latin typeface="Times New Roman" panose="02020603050405020304" charset="0"/>
                <a:ea typeface="宋体" panose="02010600030101010101" pitchFamily="2" charset="-122"/>
              </a:endParaRPr>
            </a:p>
          </p:txBody>
        </p:sp>
        <p:sp>
          <p:nvSpPr>
            <p:cNvPr id="102411" name="文本框 71691"/>
            <p:cNvSpPr txBox="1"/>
            <p:nvPr/>
          </p:nvSpPr>
          <p:spPr>
            <a:xfrm>
              <a:off x="176" y="218"/>
              <a:ext cx="231"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102412" name="文本框 71692"/>
            <p:cNvSpPr txBox="1"/>
            <p:nvPr/>
          </p:nvSpPr>
          <p:spPr>
            <a:xfrm>
              <a:off x="178" y="0"/>
              <a:ext cx="231"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grpSp>
      <p:grpSp>
        <p:nvGrpSpPr>
          <p:cNvPr id="71694" name="组合 71693"/>
          <p:cNvGrpSpPr/>
          <p:nvPr/>
        </p:nvGrpSpPr>
        <p:grpSpPr>
          <a:xfrm>
            <a:off x="2957513" y="2492375"/>
            <a:ext cx="1244600" cy="404813"/>
            <a:chOff x="0" y="0"/>
            <a:chExt cx="784" cy="255"/>
          </a:xfrm>
        </p:grpSpPr>
        <p:sp>
          <p:nvSpPr>
            <p:cNvPr id="102414" name="文本框 71694"/>
            <p:cNvSpPr txBox="1"/>
            <p:nvPr/>
          </p:nvSpPr>
          <p:spPr>
            <a:xfrm>
              <a:off x="0" y="0"/>
              <a:ext cx="784" cy="207"/>
            </a:xfrm>
            <a:prstGeom prst="rect">
              <a:avLst/>
            </a:prstGeom>
            <a:noFill/>
            <a:ln w="9525">
              <a:noFill/>
              <a:miter/>
            </a:ln>
          </p:spPr>
          <p:txBody>
            <a:bodyPr wrap="square" anchor="t">
              <a:spAutoFit/>
            </a:bodyPr>
            <a:p>
              <a:pPr lvl="0">
                <a:lnSpc>
                  <a:spcPct val="80000"/>
                </a:lnSpc>
              </a:pPr>
              <a:r>
                <a:rPr lang="zh-CN" altLang="en-US" sz="1600">
                  <a:solidFill>
                    <a:schemeClr val="tx1"/>
                  </a:solidFill>
                  <a:latin typeface="Times New Roman" panose="02020603050405020304" charset="0"/>
                  <a:ea typeface="宋体" panose="02010600030101010101" pitchFamily="2" charset="-122"/>
                </a:rPr>
                <a:t>访问第</a:t>
              </a:r>
              <a:r>
                <a:rPr lang="en-US" altLang="zh-CN" sz="1600">
                  <a:solidFill>
                    <a:schemeClr val="tx1"/>
                  </a:solidFill>
                  <a:latin typeface="Times New Roman" panose="02020603050405020304" charset="0"/>
                  <a:ea typeface="宋体" panose="02010600030101010101" pitchFamily="2" charset="-122"/>
                </a:rPr>
                <a:t>5</a:t>
              </a:r>
              <a:r>
                <a:rPr lang="zh-CN" altLang="en-US" sz="1600">
                  <a:solidFill>
                    <a:schemeClr val="tx1"/>
                  </a:solidFill>
                  <a:latin typeface="Times New Roman" panose="02020603050405020304" charset="0"/>
                  <a:ea typeface="宋体" panose="02010600030101010101" pitchFamily="2" charset="-122"/>
                </a:rPr>
                <a:t>页    </a:t>
              </a:r>
              <a:endParaRPr lang="zh-CN" altLang="en-US" sz="1600">
                <a:solidFill>
                  <a:schemeClr val="tx1"/>
                </a:solidFill>
                <a:latin typeface="Times New Roman" panose="02020603050405020304" charset="0"/>
                <a:ea typeface="宋体" panose="02010600030101010101" pitchFamily="2" charset="-122"/>
              </a:endParaRPr>
            </a:p>
          </p:txBody>
        </p:sp>
        <p:sp>
          <p:nvSpPr>
            <p:cNvPr id="102415" name="直接连接符 71695"/>
            <p:cNvSpPr/>
            <p:nvPr/>
          </p:nvSpPr>
          <p:spPr>
            <a:xfrm>
              <a:off x="23" y="255"/>
              <a:ext cx="615"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grpSp>
        <p:nvGrpSpPr>
          <p:cNvPr id="71697" name="组合 71696"/>
          <p:cNvGrpSpPr/>
          <p:nvPr/>
        </p:nvGrpSpPr>
        <p:grpSpPr>
          <a:xfrm>
            <a:off x="5126038" y="2503488"/>
            <a:ext cx="1222375" cy="404812"/>
            <a:chOff x="0" y="0"/>
            <a:chExt cx="770" cy="255"/>
          </a:xfrm>
        </p:grpSpPr>
        <p:sp>
          <p:nvSpPr>
            <p:cNvPr id="102417" name="文本框 71697"/>
            <p:cNvSpPr txBox="1"/>
            <p:nvPr/>
          </p:nvSpPr>
          <p:spPr>
            <a:xfrm>
              <a:off x="0" y="0"/>
              <a:ext cx="770" cy="181"/>
            </a:xfrm>
            <a:prstGeom prst="rect">
              <a:avLst/>
            </a:prstGeom>
            <a:noFill/>
            <a:ln w="9525">
              <a:noFill/>
              <a:miter/>
            </a:ln>
          </p:spPr>
          <p:txBody>
            <a:bodyPr anchor="t">
              <a:spAutoFit/>
            </a:bodyPr>
            <a:p>
              <a:pPr lvl="0">
                <a:lnSpc>
                  <a:spcPct val="80000"/>
                </a:lnSpc>
              </a:pPr>
              <a:r>
                <a:rPr lang="zh-CN" altLang="en-US" sz="1600">
                  <a:solidFill>
                    <a:schemeClr val="tx1"/>
                  </a:solidFill>
                  <a:latin typeface="Times New Roman" panose="02020603050405020304" charset="0"/>
                  <a:ea typeface="宋体" panose="02010600030101010101" pitchFamily="2" charset="-122"/>
                </a:rPr>
                <a:t>访问第</a:t>
              </a:r>
              <a:r>
                <a:rPr lang="en-US" altLang="zh-CN" sz="1600">
                  <a:solidFill>
                    <a:schemeClr val="tx1"/>
                  </a:solidFill>
                  <a:latin typeface="Times New Roman" panose="02020603050405020304" charset="0"/>
                  <a:ea typeface="宋体" panose="02010600030101010101" pitchFamily="2" charset="-122"/>
                </a:rPr>
                <a:t>6</a:t>
              </a:r>
              <a:r>
                <a:rPr lang="zh-CN" altLang="en-US" sz="1600">
                  <a:solidFill>
                    <a:schemeClr val="tx1"/>
                  </a:solidFill>
                  <a:latin typeface="Times New Roman" panose="02020603050405020304" charset="0"/>
                  <a:ea typeface="宋体" panose="02010600030101010101" pitchFamily="2" charset="-122"/>
                </a:rPr>
                <a:t>页    </a:t>
              </a:r>
              <a:endParaRPr lang="zh-CN" altLang="en-US" sz="1600">
                <a:solidFill>
                  <a:schemeClr val="tx1"/>
                </a:solidFill>
                <a:latin typeface="Times New Roman" panose="02020603050405020304" charset="0"/>
                <a:ea typeface="宋体" panose="02010600030101010101" pitchFamily="2" charset="-122"/>
              </a:endParaRPr>
            </a:p>
          </p:txBody>
        </p:sp>
        <p:sp>
          <p:nvSpPr>
            <p:cNvPr id="102418" name="直接连接符 71698"/>
            <p:cNvSpPr/>
            <p:nvPr/>
          </p:nvSpPr>
          <p:spPr>
            <a:xfrm>
              <a:off x="41" y="255"/>
              <a:ext cx="616"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grpSp>
        <p:nvGrpSpPr>
          <p:cNvPr id="71700" name="组合 71699"/>
          <p:cNvGrpSpPr/>
          <p:nvPr/>
        </p:nvGrpSpPr>
        <p:grpSpPr>
          <a:xfrm>
            <a:off x="4832350" y="3635375"/>
            <a:ext cx="1600200" cy="682625"/>
            <a:chOff x="0" y="0"/>
            <a:chExt cx="1008" cy="430"/>
          </a:xfrm>
        </p:grpSpPr>
        <p:sp>
          <p:nvSpPr>
            <p:cNvPr id="102420" name="直接连接符 71700"/>
            <p:cNvSpPr/>
            <p:nvPr/>
          </p:nvSpPr>
          <p:spPr>
            <a:xfrm>
              <a:off x="0" y="0"/>
              <a:ext cx="428" cy="248"/>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2421" name="文本框 71701"/>
            <p:cNvSpPr txBox="1"/>
            <p:nvPr/>
          </p:nvSpPr>
          <p:spPr>
            <a:xfrm>
              <a:off x="239" y="249"/>
              <a:ext cx="769" cy="181"/>
            </a:xfrm>
            <a:prstGeom prst="rect">
              <a:avLst/>
            </a:prstGeom>
            <a:noFill/>
            <a:ln w="9525">
              <a:noFill/>
              <a:miter/>
            </a:ln>
          </p:spPr>
          <p:txBody>
            <a:bodyPr anchor="t">
              <a:spAutoFit/>
            </a:bodyPr>
            <a:p>
              <a:pPr lvl="0">
                <a:lnSpc>
                  <a:spcPct val="80000"/>
                </a:lnSpc>
              </a:pPr>
              <a:r>
                <a:rPr lang="zh-CN" altLang="en-US" sz="1600">
                  <a:solidFill>
                    <a:schemeClr val="tx1"/>
                  </a:solidFill>
                  <a:latin typeface="Times New Roman" panose="02020603050405020304" charset="0"/>
                  <a:ea typeface="宋体" panose="02010600030101010101" pitchFamily="2" charset="-122"/>
                </a:rPr>
                <a:t>淘汰第</a:t>
              </a:r>
              <a:r>
                <a:rPr lang="en-US" altLang="zh-CN" sz="1600">
                  <a:solidFill>
                    <a:schemeClr val="tx1"/>
                  </a:solidFill>
                  <a:latin typeface="Times New Roman" panose="02020603050405020304" charset="0"/>
                  <a:ea typeface="宋体" panose="02010600030101010101" pitchFamily="2" charset="-122"/>
                </a:rPr>
                <a:t>4</a:t>
              </a:r>
              <a:r>
                <a:rPr lang="zh-CN" altLang="en-US" sz="1600">
                  <a:solidFill>
                    <a:schemeClr val="tx1"/>
                  </a:solidFill>
                  <a:latin typeface="Times New Roman" panose="02020603050405020304" charset="0"/>
                  <a:ea typeface="宋体" panose="02010600030101010101" pitchFamily="2" charset="-122"/>
                </a:rPr>
                <a:t>页    </a:t>
              </a:r>
              <a:endParaRPr lang="zh-CN" altLang="en-US" sz="1600">
                <a:solidFill>
                  <a:schemeClr val="tx1"/>
                </a:solidFill>
                <a:latin typeface="Times New Roman" panose="02020603050405020304" charset="0"/>
                <a:ea typeface="宋体" panose="02010600030101010101" pitchFamily="2" charset="-122"/>
              </a:endParaRPr>
            </a:p>
          </p:txBody>
        </p:sp>
      </p:grpSp>
      <p:grpSp>
        <p:nvGrpSpPr>
          <p:cNvPr id="71703" name="组合 71702"/>
          <p:cNvGrpSpPr/>
          <p:nvPr/>
        </p:nvGrpSpPr>
        <p:grpSpPr>
          <a:xfrm>
            <a:off x="4067175" y="2328863"/>
            <a:ext cx="865188" cy="1477962"/>
            <a:chOff x="0" y="0"/>
            <a:chExt cx="545" cy="931"/>
          </a:xfrm>
        </p:grpSpPr>
        <p:sp>
          <p:nvSpPr>
            <p:cNvPr id="102423" name="文本框 71703"/>
            <p:cNvSpPr txBox="1"/>
            <p:nvPr/>
          </p:nvSpPr>
          <p:spPr>
            <a:xfrm>
              <a:off x="2" y="24"/>
              <a:ext cx="540" cy="907"/>
            </a:xfrm>
            <a:prstGeom prst="rect">
              <a:avLst/>
            </a:prstGeom>
            <a:noFill/>
            <a:ln w="9525" cap="flat" cmpd="sng">
              <a:solidFill>
                <a:schemeClr val="tx1"/>
              </a:solidFill>
              <a:prstDash val="solid"/>
              <a:miter/>
              <a:headEnd type="none" w="med" len="med"/>
              <a:tailEnd type="none" w="med" len="med"/>
            </a:ln>
          </p:spPr>
          <p:txBody>
            <a:bodyPr anchor="t"/>
            <a:p>
              <a:pPr lvl="0">
                <a:spcBef>
                  <a:spcPct val="50000"/>
                </a:spcBef>
              </a:pPr>
              <a:endParaRPr lang="zh-CN" altLang="en-US" sz="1600">
                <a:solidFill>
                  <a:schemeClr val="tx1"/>
                </a:solidFill>
                <a:latin typeface="Times New Roman" panose="02020603050405020304" charset="0"/>
                <a:ea typeface="宋体" panose="02010600030101010101" pitchFamily="2" charset="-122"/>
              </a:endParaRPr>
            </a:p>
            <a:p>
              <a:pPr lvl="0">
                <a:spcBef>
                  <a:spcPct val="50000"/>
                </a:spcBef>
              </a:pPr>
              <a:endParaRPr lang="zh-CN" altLang="en-US" sz="1600">
                <a:solidFill>
                  <a:schemeClr val="tx1"/>
                </a:solidFill>
                <a:latin typeface="Times New Roman" panose="02020603050405020304" charset="0"/>
                <a:ea typeface="宋体" panose="02010600030101010101" pitchFamily="2" charset="-122"/>
              </a:endParaRPr>
            </a:p>
            <a:p>
              <a:pPr lvl="0">
                <a:spcBef>
                  <a:spcPct val="50000"/>
                </a:spcBef>
              </a:pPr>
              <a:endParaRPr lang="zh-CN" altLang="en-US" sz="1600">
                <a:solidFill>
                  <a:schemeClr val="tx1"/>
                </a:solidFill>
                <a:latin typeface="Times New Roman" panose="02020603050405020304" charset="0"/>
                <a:ea typeface="宋体" panose="02010600030101010101" pitchFamily="2" charset="-122"/>
              </a:endParaRPr>
            </a:p>
          </p:txBody>
        </p:sp>
        <p:sp>
          <p:nvSpPr>
            <p:cNvPr id="102424" name="直接连接符 71704"/>
            <p:cNvSpPr/>
            <p:nvPr/>
          </p:nvSpPr>
          <p:spPr>
            <a:xfrm>
              <a:off x="2" y="230"/>
              <a:ext cx="540" cy="1"/>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2425" name="直接连接符 71705"/>
            <p:cNvSpPr/>
            <p:nvPr/>
          </p:nvSpPr>
          <p:spPr>
            <a:xfrm>
              <a:off x="6" y="452"/>
              <a:ext cx="539" cy="1"/>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2426" name="直接连接符 71706"/>
            <p:cNvSpPr/>
            <p:nvPr/>
          </p:nvSpPr>
          <p:spPr>
            <a:xfrm>
              <a:off x="0" y="696"/>
              <a:ext cx="539" cy="1"/>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2427" name="文本框 71707"/>
            <p:cNvSpPr txBox="1"/>
            <p:nvPr/>
          </p:nvSpPr>
          <p:spPr>
            <a:xfrm>
              <a:off x="175" y="710"/>
              <a:ext cx="230"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4</a:t>
              </a:r>
              <a:endParaRPr lang="en-US" altLang="zh-CN" sz="1600">
                <a:solidFill>
                  <a:schemeClr val="tx1"/>
                </a:solidFill>
                <a:latin typeface="Times New Roman" panose="02020603050405020304" charset="0"/>
                <a:ea typeface="宋体" panose="02010600030101010101" pitchFamily="2" charset="-122"/>
              </a:endParaRPr>
            </a:p>
          </p:txBody>
        </p:sp>
        <p:sp>
          <p:nvSpPr>
            <p:cNvPr id="102428" name="文本框 71708"/>
            <p:cNvSpPr txBox="1"/>
            <p:nvPr/>
          </p:nvSpPr>
          <p:spPr>
            <a:xfrm>
              <a:off x="169" y="447"/>
              <a:ext cx="231"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102429" name="文本框 71709"/>
            <p:cNvSpPr txBox="1"/>
            <p:nvPr/>
          </p:nvSpPr>
          <p:spPr>
            <a:xfrm>
              <a:off x="166" y="218"/>
              <a:ext cx="231"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102430" name="文本框 71710"/>
            <p:cNvSpPr txBox="1"/>
            <p:nvPr/>
          </p:nvSpPr>
          <p:spPr>
            <a:xfrm>
              <a:off x="160" y="0"/>
              <a:ext cx="231"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5</a:t>
              </a:r>
              <a:endParaRPr lang="en-US" altLang="zh-CN" sz="1600">
                <a:solidFill>
                  <a:schemeClr val="tx1"/>
                </a:solidFill>
                <a:latin typeface="Times New Roman" panose="02020603050405020304" charset="0"/>
                <a:ea typeface="宋体" panose="02010600030101010101" pitchFamily="2" charset="-122"/>
              </a:endParaRPr>
            </a:p>
          </p:txBody>
        </p:sp>
      </p:grpSp>
      <p:grpSp>
        <p:nvGrpSpPr>
          <p:cNvPr id="71712" name="组合 71711"/>
          <p:cNvGrpSpPr/>
          <p:nvPr/>
        </p:nvGrpSpPr>
        <p:grpSpPr>
          <a:xfrm>
            <a:off x="6426200" y="2287588"/>
            <a:ext cx="865188" cy="1477962"/>
            <a:chOff x="0" y="0"/>
            <a:chExt cx="545" cy="931"/>
          </a:xfrm>
        </p:grpSpPr>
        <p:sp>
          <p:nvSpPr>
            <p:cNvPr id="102432" name="文本框 71712"/>
            <p:cNvSpPr txBox="1"/>
            <p:nvPr/>
          </p:nvSpPr>
          <p:spPr>
            <a:xfrm>
              <a:off x="2" y="24"/>
              <a:ext cx="540" cy="907"/>
            </a:xfrm>
            <a:prstGeom prst="rect">
              <a:avLst/>
            </a:prstGeom>
            <a:noFill/>
            <a:ln w="9525" cap="flat" cmpd="sng">
              <a:solidFill>
                <a:schemeClr val="tx1"/>
              </a:solidFill>
              <a:prstDash val="solid"/>
              <a:miter/>
              <a:headEnd type="none" w="med" len="med"/>
              <a:tailEnd type="none" w="med" len="med"/>
            </a:ln>
          </p:spPr>
          <p:txBody>
            <a:bodyPr anchor="t"/>
            <a:p>
              <a:pPr lvl="0">
                <a:spcBef>
                  <a:spcPct val="50000"/>
                </a:spcBef>
              </a:pPr>
              <a:endParaRPr lang="zh-CN" altLang="en-US" sz="1600">
                <a:solidFill>
                  <a:schemeClr val="tx1"/>
                </a:solidFill>
                <a:latin typeface="Times New Roman" panose="02020603050405020304" charset="0"/>
                <a:ea typeface="宋体" panose="02010600030101010101" pitchFamily="2" charset="-122"/>
              </a:endParaRPr>
            </a:p>
            <a:p>
              <a:pPr lvl="0">
                <a:spcBef>
                  <a:spcPct val="50000"/>
                </a:spcBef>
              </a:pPr>
              <a:endParaRPr lang="zh-CN" altLang="en-US" sz="1600">
                <a:solidFill>
                  <a:schemeClr val="tx1"/>
                </a:solidFill>
                <a:latin typeface="Times New Roman" panose="02020603050405020304" charset="0"/>
                <a:ea typeface="宋体" panose="02010600030101010101" pitchFamily="2" charset="-122"/>
              </a:endParaRPr>
            </a:p>
            <a:p>
              <a:pPr lvl="0">
                <a:spcBef>
                  <a:spcPct val="50000"/>
                </a:spcBef>
              </a:pPr>
              <a:endParaRPr lang="zh-CN" altLang="en-US" sz="1600">
                <a:solidFill>
                  <a:schemeClr val="tx1"/>
                </a:solidFill>
                <a:latin typeface="Times New Roman" panose="02020603050405020304" charset="0"/>
                <a:ea typeface="宋体" panose="02010600030101010101" pitchFamily="2" charset="-122"/>
              </a:endParaRPr>
            </a:p>
          </p:txBody>
        </p:sp>
        <p:sp>
          <p:nvSpPr>
            <p:cNvPr id="102433" name="直接连接符 71713"/>
            <p:cNvSpPr/>
            <p:nvPr/>
          </p:nvSpPr>
          <p:spPr>
            <a:xfrm>
              <a:off x="2" y="230"/>
              <a:ext cx="540" cy="1"/>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2434" name="直接连接符 71714"/>
            <p:cNvSpPr/>
            <p:nvPr/>
          </p:nvSpPr>
          <p:spPr>
            <a:xfrm>
              <a:off x="6" y="452"/>
              <a:ext cx="539" cy="1"/>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2435" name="直接连接符 71715"/>
            <p:cNvSpPr/>
            <p:nvPr/>
          </p:nvSpPr>
          <p:spPr>
            <a:xfrm>
              <a:off x="0" y="696"/>
              <a:ext cx="539" cy="1"/>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2436" name="文本框 71716"/>
            <p:cNvSpPr txBox="1"/>
            <p:nvPr/>
          </p:nvSpPr>
          <p:spPr>
            <a:xfrm>
              <a:off x="184" y="710"/>
              <a:ext cx="230"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102437" name="文本框 71717"/>
            <p:cNvSpPr txBox="1"/>
            <p:nvPr/>
          </p:nvSpPr>
          <p:spPr>
            <a:xfrm>
              <a:off x="169" y="447"/>
              <a:ext cx="231"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102438" name="文本框 71718"/>
            <p:cNvSpPr txBox="1"/>
            <p:nvPr/>
          </p:nvSpPr>
          <p:spPr>
            <a:xfrm>
              <a:off x="166" y="218"/>
              <a:ext cx="231"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5</a:t>
              </a:r>
              <a:endParaRPr lang="en-US" altLang="zh-CN" sz="1600">
                <a:solidFill>
                  <a:schemeClr val="tx1"/>
                </a:solidFill>
                <a:latin typeface="Times New Roman" panose="02020603050405020304" charset="0"/>
                <a:ea typeface="宋体" panose="02010600030101010101" pitchFamily="2" charset="-122"/>
              </a:endParaRPr>
            </a:p>
          </p:txBody>
        </p:sp>
        <p:sp>
          <p:nvSpPr>
            <p:cNvPr id="102439" name="文本框 71719"/>
            <p:cNvSpPr txBox="1"/>
            <p:nvPr/>
          </p:nvSpPr>
          <p:spPr>
            <a:xfrm>
              <a:off x="169" y="0"/>
              <a:ext cx="231"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6</a:t>
              </a:r>
              <a:endParaRPr lang="en-US" altLang="zh-CN" sz="1600">
                <a:solidFill>
                  <a:schemeClr val="tx1"/>
                </a:solidFill>
                <a:latin typeface="Times New Roman" panose="02020603050405020304" charset="0"/>
                <a:ea typeface="宋体" panose="02010600030101010101" pitchFamily="2" charset="-122"/>
              </a:endParaRPr>
            </a:p>
          </p:txBody>
        </p:sp>
      </p:grpSp>
      <p:sp>
        <p:nvSpPr>
          <p:cNvPr id="71721" name="文本框 71720"/>
          <p:cNvSpPr txBox="1"/>
          <p:nvPr/>
        </p:nvSpPr>
        <p:spPr>
          <a:xfrm>
            <a:off x="1924050" y="3898900"/>
            <a:ext cx="1135063" cy="896938"/>
          </a:xfrm>
          <a:prstGeom prst="rect">
            <a:avLst/>
          </a:prstGeom>
          <a:noFill/>
          <a:ln w="9525">
            <a:noFill/>
            <a:miter/>
          </a:ln>
        </p:spPr>
        <p:txBody>
          <a:bodyPr anchor="t">
            <a:spAutoFit/>
          </a:bodyPr>
          <a:p>
            <a:pPr lvl="0">
              <a:lnSpc>
                <a:spcPct val="110000"/>
              </a:lnSpc>
            </a:pPr>
            <a:r>
              <a:rPr lang="zh-CN" altLang="en-US" sz="1600" b="0">
                <a:solidFill>
                  <a:schemeClr val="tx1"/>
                </a:solidFill>
                <a:latin typeface="Times New Roman" panose="02020603050405020304" charset="0"/>
                <a:ea typeface="宋体" panose="02010600030101010101" pitchFamily="2" charset="-122"/>
              </a:rPr>
              <a:t>访问</a:t>
            </a:r>
            <a:r>
              <a:rPr lang="en-US" altLang="zh-CN" sz="1600" b="0">
                <a:solidFill>
                  <a:schemeClr val="tx1"/>
                </a:solidFill>
                <a:latin typeface="Times New Roman" panose="02020603050405020304" charset="0"/>
                <a:ea typeface="宋体" panose="02010600030101010101" pitchFamily="2" charset="-122"/>
              </a:rPr>
              <a:t>4</a:t>
            </a:r>
            <a:r>
              <a:rPr lang="zh-CN" altLang="en-US" sz="1600" b="0">
                <a:solidFill>
                  <a:schemeClr val="tx1"/>
                </a:solidFill>
                <a:latin typeface="Times New Roman" panose="02020603050405020304" charset="0"/>
                <a:ea typeface="宋体" panose="02010600030101010101" pitchFamily="2" charset="-122"/>
              </a:rPr>
              <a:t>、</a:t>
            </a:r>
            <a:r>
              <a:rPr lang="en-US" altLang="zh-CN" sz="1600" b="0">
                <a:solidFill>
                  <a:schemeClr val="tx1"/>
                </a:solidFill>
                <a:latin typeface="Times New Roman" panose="02020603050405020304" charset="0"/>
                <a:ea typeface="宋体" panose="02010600030101010101" pitchFamily="2" charset="-122"/>
              </a:rPr>
              <a:t>5</a:t>
            </a:r>
            <a:r>
              <a:rPr lang="zh-CN" altLang="en-US" sz="1600" b="0">
                <a:solidFill>
                  <a:schemeClr val="tx1"/>
                </a:solidFill>
                <a:latin typeface="Times New Roman" panose="02020603050405020304" charset="0"/>
                <a:ea typeface="宋体" panose="02010600030101010101" pitchFamily="2" charset="-122"/>
              </a:rPr>
              <a:t>、</a:t>
            </a:r>
            <a:r>
              <a:rPr lang="en-US" altLang="zh-CN" sz="1600" b="0">
                <a:solidFill>
                  <a:schemeClr val="tx1"/>
                </a:solidFill>
                <a:latin typeface="Times New Roman" panose="02020603050405020304" charset="0"/>
                <a:ea typeface="宋体" panose="02010600030101010101" pitchFamily="2" charset="-122"/>
              </a:rPr>
              <a:t>1</a:t>
            </a:r>
            <a:r>
              <a:rPr lang="zh-CN" altLang="en-US" sz="1600" b="0">
                <a:solidFill>
                  <a:schemeClr val="tx1"/>
                </a:solidFill>
                <a:latin typeface="Times New Roman" panose="02020603050405020304" charset="0"/>
                <a:ea typeface="宋体" panose="02010600030101010101" pitchFamily="2" charset="-122"/>
              </a:rPr>
              <a:t>、</a:t>
            </a:r>
            <a:r>
              <a:rPr lang="en-US" altLang="zh-CN" sz="1600" b="0">
                <a:solidFill>
                  <a:schemeClr val="tx1"/>
                </a:solidFill>
                <a:latin typeface="Times New Roman" panose="02020603050405020304" charset="0"/>
                <a:ea typeface="宋体" panose="02010600030101010101" pitchFamily="2" charset="-122"/>
              </a:rPr>
              <a:t>2</a:t>
            </a:r>
            <a:r>
              <a:rPr lang="zh-CN" altLang="en-US" sz="1600" b="0">
                <a:solidFill>
                  <a:schemeClr val="tx1"/>
                </a:solidFill>
                <a:latin typeface="Times New Roman" panose="02020603050405020304" charset="0"/>
                <a:ea typeface="宋体" panose="02010600030101010101" pitchFamily="2" charset="-122"/>
              </a:rPr>
              <a:t>页后栈的内容</a:t>
            </a:r>
            <a:r>
              <a:rPr lang="zh-CN" altLang="en-US" sz="1600">
                <a:solidFill>
                  <a:schemeClr val="tx1"/>
                </a:solidFill>
                <a:latin typeface="Times New Roman" panose="02020603050405020304" charset="0"/>
                <a:ea typeface="宋体" panose="02010600030101010101" pitchFamily="2" charset="-122"/>
              </a:rPr>
              <a:t>    </a:t>
            </a:r>
            <a:endParaRPr lang="zh-CN" altLang="en-US" sz="1600">
              <a:solidFill>
                <a:schemeClr val="tx1"/>
              </a:solidFill>
              <a:latin typeface="Times New Roman" panose="02020603050405020304" charset="0"/>
              <a:ea typeface="宋体" panose="02010600030101010101" pitchFamily="2" charset="-122"/>
            </a:endParaRPr>
          </a:p>
        </p:txBody>
      </p:sp>
      <p:sp>
        <p:nvSpPr>
          <p:cNvPr id="71722" name="文本框 71721"/>
          <p:cNvSpPr txBox="1"/>
          <p:nvPr/>
        </p:nvSpPr>
        <p:spPr>
          <a:xfrm>
            <a:off x="3925888" y="3898900"/>
            <a:ext cx="1135062" cy="896938"/>
          </a:xfrm>
          <a:prstGeom prst="rect">
            <a:avLst/>
          </a:prstGeom>
          <a:noFill/>
          <a:ln w="9525">
            <a:noFill/>
            <a:miter/>
          </a:ln>
        </p:spPr>
        <p:txBody>
          <a:bodyPr anchor="t">
            <a:spAutoFit/>
          </a:bodyPr>
          <a:p>
            <a:pPr lvl="0">
              <a:lnSpc>
                <a:spcPct val="110000"/>
              </a:lnSpc>
            </a:pPr>
            <a:r>
              <a:rPr lang="zh-CN" altLang="en-US" sz="1600" b="0">
                <a:solidFill>
                  <a:schemeClr val="tx1"/>
                </a:solidFill>
                <a:latin typeface="Times New Roman" panose="02020603050405020304" charset="0"/>
                <a:ea typeface="宋体" panose="02010600030101010101" pitchFamily="2" charset="-122"/>
              </a:rPr>
              <a:t>访问第</a:t>
            </a:r>
            <a:r>
              <a:rPr lang="en-US" altLang="zh-CN" sz="1600" b="0">
                <a:solidFill>
                  <a:schemeClr val="tx1"/>
                </a:solidFill>
                <a:latin typeface="Times New Roman" panose="02020603050405020304" charset="0"/>
                <a:ea typeface="宋体" panose="02010600030101010101" pitchFamily="2" charset="-122"/>
              </a:rPr>
              <a:t>5</a:t>
            </a:r>
            <a:r>
              <a:rPr lang="zh-CN" altLang="en-US" sz="1600" b="0">
                <a:solidFill>
                  <a:schemeClr val="tx1"/>
                </a:solidFill>
                <a:latin typeface="Times New Roman" panose="02020603050405020304" charset="0"/>
                <a:ea typeface="宋体" panose="02010600030101010101" pitchFamily="2" charset="-122"/>
              </a:rPr>
              <a:t>页后，调整栈的内容</a:t>
            </a:r>
            <a:r>
              <a:rPr lang="zh-CN" altLang="en-US" sz="1600">
                <a:solidFill>
                  <a:schemeClr val="tx1"/>
                </a:solidFill>
                <a:latin typeface="Times New Roman" panose="02020603050405020304" charset="0"/>
                <a:ea typeface="宋体" panose="02010600030101010101" pitchFamily="2" charset="-122"/>
              </a:rPr>
              <a:t>    </a:t>
            </a:r>
            <a:endParaRPr lang="zh-CN" altLang="en-US" sz="1600">
              <a:solidFill>
                <a:schemeClr val="tx1"/>
              </a:solidFill>
              <a:latin typeface="Times New Roman" panose="02020603050405020304" charset="0"/>
              <a:ea typeface="宋体" panose="02010600030101010101" pitchFamily="2" charset="-122"/>
            </a:endParaRPr>
          </a:p>
        </p:txBody>
      </p:sp>
      <p:sp>
        <p:nvSpPr>
          <p:cNvPr id="71723" name="文本框 71722"/>
          <p:cNvSpPr txBox="1"/>
          <p:nvPr/>
        </p:nvSpPr>
        <p:spPr>
          <a:xfrm>
            <a:off x="6376988" y="3898900"/>
            <a:ext cx="1135062" cy="896938"/>
          </a:xfrm>
          <a:prstGeom prst="rect">
            <a:avLst/>
          </a:prstGeom>
          <a:noFill/>
          <a:ln w="9525">
            <a:noFill/>
            <a:miter/>
          </a:ln>
        </p:spPr>
        <p:txBody>
          <a:bodyPr anchor="t">
            <a:spAutoFit/>
          </a:bodyPr>
          <a:p>
            <a:pPr lvl="0">
              <a:lnSpc>
                <a:spcPct val="110000"/>
              </a:lnSpc>
            </a:pPr>
            <a:r>
              <a:rPr lang="zh-CN" altLang="en-US" sz="1600" b="0">
                <a:solidFill>
                  <a:schemeClr val="tx1"/>
                </a:solidFill>
                <a:latin typeface="Times New Roman" panose="02020603050405020304" charset="0"/>
                <a:ea typeface="宋体" panose="02010600030101010101" pitchFamily="2" charset="-122"/>
              </a:rPr>
              <a:t>访问第</a:t>
            </a:r>
            <a:r>
              <a:rPr lang="en-US" altLang="zh-CN" sz="1600" b="0">
                <a:solidFill>
                  <a:schemeClr val="tx1"/>
                </a:solidFill>
                <a:latin typeface="Times New Roman" panose="02020603050405020304" charset="0"/>
                <a:ea typeface="宋体" panose="02010600030101010101" pitchFamily="2" charset="-122"/>
              </a:rPr>
              <a:t>6</a:t>
            </a:r>
            <a:r>
              <a:rPr lang="zh-CN" altLang="en-US" sz="1600" b="0">
                <a:solidFill>
                  <a:schemeClr val="tx1"/>
                </a:solidFill>
                <a:latin typeface="Times New Roman" panose="02020603050405020304" charset="0"/>
                <a:ea typeface="宋体" panose="02010600030101010101" pitchFamily="2" charset="-122"/>
              </a:rPr>
              <a:t>页后，栈的内容</a:t>
            </a:r>
            <a:r>
              <a:rPr lang="zh-CN" altLang="en-US" sz="1600">
                <a:solidFill>
                  <a:schemeClr val="tx1"/>
                </a:solidFill>
                <a:latin typeface="Times New Roman" panose="02020603050405020304" charset="0"/>
                <a:ea typeface="宋体" panose="02010600030101010101" pitchFamily="2" charset="-122"/>
              </a:rPr>
              <a:t>    </a:t>
            </a:r>
            <a:endParaRPr lang="zh-CN" altLang="en-US" sz="1600">
              <a:solidFill>
                <a:schemeClr val="tx1"/>
              </a:solidFill>
              <a:latin typeface="Times New Roman" panose="02020603050405020304" charset="0"/>
              <a:ea typeface="宋体" panose="02010600030101010101" pitchFamily="2" charset="-122"/>
            </a:endParaRPr>
          </a:p>
        </p:txBody>
      </p:sp>
      <p:sp>
        <p:nvSpPr>
          <p:cNvPr id="71724" name="文本框 71723"/>
          <p:cNvSpPr txBox="1"/>
          <p:nvPr/>
        </p:nvSpPr>
        <p:spPr>
          <a:xfrm>
            <a:off x="3571875" y="5248275"/>
            <a:ext cx="2882900" cy="337185"/>
          </a:xfrm>
          <a:prstGeom prst="rect">
            <a:avLst/>
          </a:prstGeom>
          <a:noFill/>
          <a:ln w="9525">
            <a:noFill/>
            <a:miter/>
          </a:ln>
        </p:spPr>
        <p:txBody>
          <a:bodyPr anchor="t">
            <a:spAutoFit/>
          </a:bodyPr>
          <a:p>
            <a:pPr lvl="0">
              <a:spcBef>
                <a:spcPct val="30000"/>
              </a:spcBef>
            </a:pPr>
            <a:r>
              <a:rPr lang="zh-CN" altLang="en-US" sz="1600" b="0">
                <a:solidFill>
                  <a:schemeClr val="tx1"/>
                </a:solidFill>
                <a:latin typeface="Times New Roman" panose="02020603050405020304" charset="0"/>
                <a:ea typeface="宋体" panose="02010600030101010101" pitchFamily="2" charset="-122"/>
              </a:rPr>
              <a:t>用页号堆栈记录最近访问的页</a:t>
            </a:r>
            <a:endParaRPr lang="zh-CN" altLang="en-US" sz="1600" b="0">
              <a:solidFill>
                <a:schemeClr val="tx1"/>
              </a:solidFill>
              <a:latin typeface="Times New Roman" panose="02020603050405020304" charset="0"/>
              <a:ea typeface="宋体" panose="02010600030101010101" pitchFamily="2" charset="-122"/>
            </a:endParaRPr>
          </a:p>
        </p:txBody>
      </p:sp>
      <p:sp>
        <p:nvSpPr>
          <p:cNvPr id="71725" name="矩形 71724"/>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页式存储管理</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1683" grpId="0" build="p"/>
      <p:bldP spid="71721" grpId="0"/>
      <p:bldP spid="71722" grpId="0"/>
      <p:bldP spid="71723" grpId="0"/>
      <p:bldP spid="71724"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1" name="矩形 73730"/>
          <p:cNvSpPr/>
          <p:nvPr/>
        </p:nvSpPr>
        <p:spPr>
          <a:xfrm>
            <a:off x="758190" y="659130"/>
            <a:ext cx="5022215" cy="57086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Font typeface="Wingdings" panose="05000000000000000000" pitchFamily="2" charset="2"/>
              <a:buNone/>
            </a:pPr>
            <a:r>
              <a:rPr lang="en-US" altLang="zh-CN" sz="2400" b="1" strike="noStrike" noProof="1">
                <a:solidFill>
                  <a:schemeClr val="tx1"/>
                </a:solidFill>
                <a:latin typeface="Times New Roman" panose="02020603050405020304" charset="0"/>
                <a:ea typeface="宋体" panose="02010600030101010101" pitchFamily="2" charset="-122"/>
                <a:cs typeface="+mn-ea"/>
              </a:rPr>
              <a:t>LRU</a:t>
            </a:r>
            <a:r>
              <a:rPr lang="zh-CN" altLang="en-US" sz="2400" b="1">
                <a:solidFill>
                  <a:schemeClr val="tx1"/>
                </a:solidFill>
                <a:latin typeface="Times New Roman" panose="02020603050405020304" charset="0"/>
                <a:cs typeface="+mn-ea"/>
                <a:sym typeface="+mn-ea"/>
              </a:rPr>
              <a:t>淘汰</a:t>
            </a:r>
            <a:r>
              <a:rPr lang="zh-CN" altLang="en-US" sz="2400" b="1" strike="noStrike" noProof="1">
                <a:solidFill>
                  <a:schemeClr val="tx1"/>
                </a:solidFill>
                <a:latin typeface="Times New Roman" panose="02020603050405020304" charset="0"/>
                <a:ea typeface="宋体" panose="02010600030101010101" pitchFamily="2" charset="-122"/>
                <a:cs typeface="+mn-ea"/>
              </a:rPr>
              <a:t>近似算法实现</a:t>
            </a:r>
            <a:endParaRPr lang="zh-CN" altLang="en-US" sz="2400" b="1" strike="noStrike" noProof="1">
              <a:solidFill>
                <a:schemeClr val="tx1"/>
              </a:solidFill>
              <a:latin typeface="Times New Roman" panose="02020603050405020304" charset="0"/>
              <a:ea typeface="宋体" panose="02010600030101010101" pitchFamily="2" charset="-122"/>
            </a:endParaRPr>
          </a:p>
        </p:txBody>
      </p:sp>
      <p:sp>
        <p:nvSpPr>
          <p:cNvPr id="73835" name="矩形 73834"/>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页式存储管理</a:t>
            </a:r>
            <a:endParaRPr lang="zh-CN" altLang="en-US" sz="2400" strike="noStrike" noProof="1">
              <a:ea typeface="宋体" panose="02010600030101010101" pitchFamily="2" charset="-122"/>
            </a:endParaRPr>
          </a:p>
        </p:txBody>
      </p:sp>
      <p:sp>
        <p:nvSpPr>
          <p:cNvPr id="64517" name="矩形 64516"/>
          <p:cNvSpPr/>
          <p:nvPr/>
        </p:nvSpPr>
        <p:spPr>
          <a:xfrm>
            <a:off x="934085" y="1475740"/>
            <a:ext cx="5980113" cy="60769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zh-CN" altLang="en-US" sz="2800" b="1" strike="noStrike" noProof="1">
                <a:solidFill>
                  <a:srgbClr val="A50021"/>
                </a:solidFill>
                <a:latin typeface="Times New Roman" panose="02020603050405020304" charset="0"/>
                <a:ea typeface="宋体" panose="02010600030101010101" pitchFamily="2" charset="-122"/>
                <a:cs typeface="+mn-ea"/>
              </a:rPr>
              <a:t>扩充页表功能</a:t>
            </a:r>
            <a:r>
              <a:rPr lang="zh-CN" altLang="en-US" sz="2000" b="1" strike="noStrike" noProof="1">
                <a:solidFill>
                  <a:srgbClr val="CC3300"/>
                </a:solidFill>
                <a:latin typeface="Times New Roman" panose="02020603050405020304" charset="0"/>
                <a:ea typeface="宋体" panose="02010600030101010101" pitchFamily="2" charset="-122"/>
                <a:cs typeface="+mn-ea"/>
              </a:rPr>
              <a:t>     </a:t>
            </a:r>
            <a:endParaRPr lang="zh-CN" altLang="en-US" sz="2000" b="1" strike="noStrike" noProof="1">
              <a:solidFill>
                <a:srgbClr val="CC3300"/>
              </a:solidFill>
              <a:latin typeface="Times New Roman" panose="02020603050405020304" charset="0"/>
              <a:ea typeface="宋体" panose="02010600030101010101" pitchFamily="2" charset="-122"/>
            </a:endParaRPr>
          </a:p>
        </p:txBody>
      </p:sp>
      <p:sp>
        <p:nvSpPr>
          <p:cNvPr id="64518" name="矩形 64517"/>
          <p:cNvSpPr/>
          <p:nvPr/>
        </p:nvSpPr>
        <p:spPr>
          <a:xfrm>
            <a:off x="280988" y="3045143"/>
            <a:ext cx="8375650" cy="304482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spcBef>
                <a:spcPct val="20000"/>
              </a:spcBef>
              <a:buNone/>
            </a:pPr>
            <a:r>
              <a:rPr lang="zh-CN" altLang="en-US" sz="2400" b="1" strike="noStrike" noProof="1">
                <a:solidFill>
                  <a:srgbClr val="000099"/>
                </a:solidFill>
                <a:latin typeface="Times New Roman" panose="02020603050405020304" charset="0"/>
                <a:ea typeface="宋体" panose="02010600030101010101" pitchFamily="2" charset="-122"/>
                <a:cs typeface="+mn-cs"/>
              </a:rPr>
              <a:t>①</a:t>
            </a:r>
            <a:r>
              <a:rPr lang="zh-CN" altLang="en-US" sz="2400" b="1" strike="noStrike" noProof="1">
                <a:solidFill>
                  <a:srgbClr val="000099"/>
                </a:solidFill>
                <a:latin typeface="宋体" panose="02010600030101010101" pitchFamily="2" charset="-122"/>
                <a:ea typeface="宋体" panose="02010600030101010101" pitchFamily="2" charset="-122"/>
                <a:cs typeface="+mn-cs"/>
              </a:rPr>
              <a:t> </a:t>
            </a:r>
            <a:r>
              <a:rPr lang="zh-CN" altLang="en-US" sz="2400" b="1" strike="noStrike" noProof="1">
                <a:solidFill>
                  <a:srgbClr val="000099"/>
                </a:solidFill>
                <a:latin typeface="Times New Roman" panose="02020603050405020304" charset="0"/>
                <a:ea typeface="宋体" panose="02010600030101010101" pitchFamily="2" charset="-122"/>
                <a:cs typeface="+mn-cs"/>
              </a:rPr>
              <a:t>引用位</a:t>
            </a:r>
            <a:r>
              <a:rPr lang="zh-CN" altLang="en-US" sz="2400" b="1" strike="noStrike" noProof="1">
                <a:solidFill>
                  <a:schemeClr val="tx1"/>
                </a:solidFill>
                <a:latin typeface="+mn-lt"/>
                <a:ea typeface="宋体" panose="02010600030101010101" pitchFamily="2" charset="-122"/>
                <a:cs typeface="+mn-cs"/>
              </a:rPr>
              <a:t>  </a:t>
            </a:r>
            <a:r>
              <a:rPr lang="en-US" altLang="zh-CN" sz="2400" b="1" strike="noStrike" noProof="1">
                <a:solidFill>
                  <a:srgbClr val="000099"/>
                </a:solidFill>
                <a:latin typeface="+mn-lt"/>
                <a:ea typeface="宋体" panose="02010600030101010101" pitchFamily="2" charset="-122"/>
                <a:cs typeface="+mn-cs"/>
              </a:rPr>
              <a:t>——</a:t>
            </a:r>
            <a:r>
              <a:rPr lang="en-US" altLang="zh-CN" sz="2400" b="1" strike="noStrike" noProof="1">
                <a:solidFill>
                  <a:schemeClr val="tx1"/>
                </a:solidFill>
                <a:latin typeface="+mn-lt"/>
                <a:ea typeface="宋体" panose="02010600030101010101" pitchFamily="2" charset="-122"/>
                <a:cs typeface="+mn-cs"/>
              </a:rPr>
              <a:t>  </a:t>
            </a:r>
            <a:r>
              <a:rPr lang="zh-CN" altLang="en-US" sz="2400" b="1" strike="noStrike" noProof="1">
                <a:solidFill>
                  <a:schemeClr val="tx1"/>
                </a:solidFill>
                <a:effectLst/>
                <a:latin typeface="+mn-lt"/>
                <a:ea typeface="宋体" panose="02010600030101010101" pitchFamily="2" charset="-122"/>
                <a:cs typeface="+mn-cs"/>
              </a:rPr>
              <a:t>标识该页最近是否被访问</a:t>
            </a:r>
            <a:endParaRPr lang="zh-CN" altLang="en-US" sz="2400" b="1" strike="noStrike" noProof="1">
              <a:solidFill>
                <a:schemeClr val="tx1"/>
              </a:solidFill>
              <a:effectLst/>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为“</a:t>
            </a:r>
            <a:r>
              <a:rPr lang="en-US" altLang="zh-CN" sz="2400" strike="noStrike" noProof="1">
                <a:solidFill>
                  <a:schemeClr val="tx1"/>
                </a:solidFill>
                <a:effectLst/>
                <a:latin typeface="Times New Roman" panose="02020603050405020304" charset="0"/>
                <a:ea typeface="宋体" panose="02010600030101010101" pitchFamily="2" charset="-122"/>
                <a:cs typeface="+mn-ea"/>
              </a:rPr>
              <a:t>0”—— </a:t>
            </a:r>
            <a:r>
              <a:rPr lang="zh-CN" altLang="en-US" sz="2400" strike="noStrike" noProof="1">
                <a:solidFill>
                  <a:schemeClr val="tx1"/>
                </a:solidFill>
                <a:effectLst/>
                <a:latin typeface="Times New Roman" panose="02020603050405020304" charset="0"/>
                <a:ea typeface="宋体" panose="02010600030101010101" pitchFamily="2" charset="-122"/>
                <a:cs typeface="+mn-ea"/>
              </a:rPr>
              <a:t>该页没有被访问；为“</a:t>
            </a:r>
            <a:r>
              <a:rPr lang="en-US" altLang="zh-CN" sz="2400" strike="noStrike" noProof="1">
                <a:solidFill>
                  <a:schemeClr val="tx1"/>
                </a:solidFill>
                <a:effectLst/>
                <a:latin typeface="Times New Roman" panose="02020603050405020304" charset="0"/>
                <a:ea typeface="宋体" panose="02010600030101010101" pitchFamily="2" charset="-122"/>
                <a:cs typeface="+mn-ea"/>
              </a:rPr>
              <a:t>1”—— </a:t>
            </a:r>
            <a:r>
              <a:rPr lang="zh-CN" altLang="en-US" sz="2400" strike="noStrike" noProof="1">
                <a:solidFill>
                  <a:schemeClr val="tx1"/>
                </a:solidFill>
                <a:effectLst/>
                <a:latin typeface="Times New Roman" panose="02020603050405020304" charset="0"/>
                <a:ea typeface="宋体" panose="02010600030101010101" pitchFamily="2" charset="-122"/>
                <a:cs typeface="+mn-ea"/>
              </a:rPr>
              <a:t>该页已被访问</a:t>
            </a:r>
            <a:endParaRPr lang="zh-CN" altLang="en-US"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20000"/>
              </a:lnSpc>
              <a:spcBef>
                <a:spcPct val="20000"/>
              </a:spcBef>
              <a:buNone/>
            </a:pPr>
            <a:r>
              <a:rPr lang="en-US" altLang="zh-CN" sz="2400" strike="noStrike" noProof="1">
                <a:solidFill>
                  <a:schemeClr val="tx1"/>
                </a:solidFill>
                <a:effectLst/>
                <a:latin typeface="Times New Roman" panose="02020603050405020304" charset="0"/>
                <a:ea typeface="宋体" panose="02010600030101010101" pitchFamily="2" charset="-122"/>
                <a:cs typeface="+mn-ea"/>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rPr>
              <a:t>访问内存时由硬件自动置 </a:t>
            </a:r>
            <a:r>
              <a:rPr lang="en-US" altLang="zh-CN" sz="2400" strike="noStrike" noProof="1">
                <a:solidFill>
                  <a:schemeClr val="tx1"/>
                </a:solidFill>
                <a:effectLst/>
                <a:latin typeface="Times New Roman" panose="02020603050405020304" charset="0"/>
                <a:ea typeface="宋体" panose="02010600030101010101" pitchFamily="2" charset="-122"/>
                <a:cs typeface="+mn-ea"/>
              </a:rPr>
              <a:t>1</a:t>
            </a:r>
            <a:r>
              <a:rPr lang="zh-CN" altLang="en-US" sz="2400" strike="noStrike" noProof="1">
                <a:solidFill>
                  <a:schemeClr val="tx1"/>
                </a:solidFill>
                <a:effectLst/>
                <a:latin typeface="Times New Roman" panose="02020603050405020304" charset="0"/>
                <a:ea typeface="宋体" panose="02010600030101010101" pitchFamily="2" charset="-122"/>
                <a:cs typeface="+mn-ea"/>
              </a:rPr>
              <a:t>，页面管理软件周期性将所有引用位置 </a:t>
            </a:r>
            <a:r>
              <a:rPr lang="en-US" altLang="zh-CN" sz="2400" strike="noStrike" noProof="1">
                <a:solidFill>
                  <a:schemeClr val="tx1"/>
                </a:solidFill>
                <a:effectLst/>
                <a:latin typeface="Times New Roman" panose="02020603050405020304" charset="0"/>
                <a:ea typeface="宋体" panose="02010600030101010101" pitchFamily="2" charset="-122"/>
                <a:cs typeface="+mn-ea"/>
              </a:rPr>
              <a:t>0)</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b="1" strike="noStrike" noProof="1">
                <a:solidFill>
                  <a:srgbClr val="000099"/>
                </a:solidFill>
                <a:latin typeface="Times New Roman" panose="02020603050405020304" charset="0"/>
                <a:ea typeface="宋体" panose="02010600030101010101" pitchFamily="2" charset="-122"/>
                <a:cs typeface="+mn-cs"/>
              </a:rPr>
              <a:t>②</a:t>
            </a:r>
            <a:r>
              <a:rPr lang="zh-CN" altLang="en-US" sz="2400" b="1" strike="noStrike" noProof="1">
                <a:solidFill>
                  <a:srgbClr val="000099"/>
                </a:solidFill>
                <a:latin typeface="宋体" panose="02010600030101010101" pitchFamily="2" charset="-122"/>
                <a:ea typeface="宋体" panose="02010600030101010101" pitchFamily="2" charset="-122"/>
                <a:cs typeface="+mn-cs"/>
              </a:rPr>
              <a:t> </a:t>
            </a:r>
            <a:r>
              <a:rPr lang="zh-CN" altLang="en-US" sz="2400" b="1" strike="noStrike" noProof="1">
                <a:solidFill>
                  <a:srgbClr val="000099"/>
                </a:solidFill>
                <a:latin typeface="Times New Roman" panose="02020603050405020304" charset="0"/>
                <a:ea typeface="宋体" panose="02010600030101010101" pitchFamily="2" charset="-122"/>
                <a:cs typeface="+mn-cs"/>
              </a:rPr>
              <a:t>改变位  </a:t>
            </a:r>
            <a:r>
              <a:rPr lang="en-US" altLang="zh-CN" sz="2400" b="1" strike="noStrike" noProof="1">
                <a:solidFill>
                  <a:srgbClr val="000099"/>
                </a:solidFill>
                <a:latin typeface="+mn-lt"/>
                <a:ea typeface="宋体" panose="02010600030101010101" pitchFamily="2" charset="-122"/>
                <a:cs typeface="+mn-cs"/>
              </a:rPr>
              <a:t>——</a:t>
            </a:r>
            <a:r>
              <a:rPr lang="en-US" altLang="zh-CN" sz="2400" b="1" strike="noStrike" noProof="1">
                <a:solidFill>
                  <a:schemeClr val="tx1"/>
                </a:solidFill>
                <a:latin typeface="+mn-lt"/>
                <a:ea typeface="宋体" panose="02010600030101010101" pitchFamily="2" charset="-122"/>
                <a:cs typeface="+mn-cs"/>
              </a:rPr>
              <a:t>  </a:t>
            </a:r>
            <a:r>
              <a:rPr lang="zh-CN" altLang="en-US" sz="2400" b="1" strike="noStrike" noProof="1">
                <a:solidFill>
                  <a:schemeClr val="tx1"/>
                </a:solidFill>
                <a:effectLst/>
                <a:latin typeface="+mn-lt"/>
                <a:ea typeface="宋体" panose="02010600030101010101" pitchFamily="2" charset="-122"/>
                <a:cs typeface="+mn-cs"/>
              </a:rPr>
              <a:t>表示该页是否被修改</a:t>
            </a:r>
            <a:endParaRPr lang="zh-CN" altLang="en-US" sz="2400" b="1" strike="noStrike" noProof="1">
              <a:solidFill>
                <a:schemeClr val="tx1"/>
              </a:solidFill>
              <a:effectLst/>
              <a:ea typeface="宋体" panose="02010600030101010101" pitchFamily="2" charset="-122"/>
            </a:endParaRPr>
          </a:p>
          <a:p>
            <a:pPr marL="914400" lvl="1" indent="-4572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cs"/>
              </a:rPr>
              <a:t>为“</a:t>
            </a:r>
            <a:r>
              <a:rPr lang="en-US" altLang="zh-CN" sz="2400" strike="noStrike" noProof="1">
                <a:solidFill>
                  <a:schemeClr val="tx1"/>
                </a:solidFill>
                <a:effectLst/>
                <a:latin typeface="Times New Roman" panose="02020603050405020304" charset="0"/>
                <a:ea typeface="宋体" panose="02010600030101010101" pitchFamily="2" charset="-122"/>
                <a:cs typeface="+mn-cs"/>
              </a:rPr>
              <a:t>0”—— </a:t>
            </a:r>
            <a:r>
              <a:rPr lang="zh-CN" altLang="en-US" sz="2400" strike="noStrike" noProof="1">
                <a:solidFill>
                  <a:schemeClr val="tx1"/>
                </a:solidFill>
                <a:effectLst/>
                <a:latin typeface="Times New Roman" panose="02020603050405020304" charset="0"/>
                <a:ea typeface="宋体" panose="02010600030101010101" pitchFamily="2" charset="-122"/>
                <a:cs typeface="+mn-cs"/>
              </a:rPr>
              <a:t>该页未被修改；为“</a:t>
            </a:r>
            <a:r>
              <a:rPr lang="en-US" altLang="zh-CN" sz="2400" strike="noStrike" noProof="1">
                <a:solidFill>
                  <a:schemeClr val="tx1"/>
                </a:solidFill>
                <a:effectLst/>
                <a:latin typeface="Times New Roman" panose="02020603050405020304" charset="0"/>
                <a:ea typeface="宋体" panose="02010600030101010101" pitchFamily="2" charset="-122"/>
                <a:cs typeface="+mn-cs"/>
              </a:rPr>
              <a:t>1”—— </a:t>
            </a:r>
            <a:r>
              <a:rPr lang="zh-CN" altLang="en-US" sz="2400" strike="noStrike" noProof="1">
                <a:solidFill>
                  <a:schemeClr val="tx1"/>
                </a:solidFill>
                <a:effectLst/>
                <a:latin typeface="Times New Roman" panose="02020603050405020304" charset="0"/>
                <a:ea typeface="宋体" panose="02010600030101010101" pitchFamily="2" charset="-122"/>
                <a:cs typeface="+mn-cs"/>
              </a:rPr>
              <a:t>该页已被修改</a:t>
            </a:r>
            <a:endParaRPr lang="zh-CN" altLang="en-US" sz="2400" strike="noStrike" noProof="1">
              <a:solidFill>
                <a:schemeClr val="tx1"/>
              </a:solidFill>
              <a:effectLst/>
              <a:latin typeface="Times New Roman" panose="02020603050405020304" charset="0"/>
              <a:ea typeface="宋体" panose="02010600030101010101" pitchFamily="2" charset="-122"/>
            </a:endParaRPr>
          </a:p>
        </p:txBody>
      </p:sp>
      <p:grpSp>
        <p:nvGrpSpPr>
          <p:cNvPr id="64519" name="组合 64518"/>
          <p:cNvGrpSpPr/>
          <p:nvPr/>
        </p:nvGrpSpPr>
        <p:grpSpPr>
          <a:xfrm>
            <a:off x="1250950" y="2333943"/>
            <a:ext cx="6905625" cy="595312"/>
            <a:chOff x="0" y="0"/>
            <a:chExt cx="4560" cy="576"/>
          </a:xfrm>
        </p:grpSpPr>
        <p:sp>
          <p:nvSpPr>
            <p:cNvPr id="93191" name="文本框 64519"/>
            <p:cNvSpPr txBox="1"/>
            <p:nvPr/>
          </p:nvSpPr>
          <p:spPr>
            <a:xfrm>
              <a:off x="0" y="0"/>
              <a:ext cx="4560" cy="552"/>
            </a:xfrm>
            <a:prstGeom prst="rect">
              <a:avLst/>
            </a:prstGeom>
            <a:noFill/>
            <a:ln w="12700" cap="flat" cmpd="sng">
              <a:solidFill>
                <a:srgbClr val="000000"/>
              </a:solidFill>
              <a:prstDash val="solid"/>
              <a:miter/>
              <a:headEnd type="none" w="med" len="med"/>
              <a:tailEnd type="none" w="med" len="med"/>
            </a:ln>
          </p:spPr>
          <p:txBody>
            <a:bodyPr anchor="t"/>
            <a:p>
              <a:pPr lvl="0" algn="just">
                <a:lnSpc>
                  <a:spcPct val="150000"/>
                </a:lnSpc>
                <a:spcBef>
                  <a:spcPct val="30000"/>
                </a:spcBef>
              </a:pPr>
              <a:r>
                <a:rPr lang="zh-CN" altLang="en-US" sz="1600">
                  <a:solidFill>
                    <a:schemeClr val="tx1"/>
                  </a:solidFill>
                  <a:latin typeface="Times New Roman" panose="02020603050405020304" charset="0"/>
                  <a:ea typeface="宋体" panose="02010600030101010101" pitchFamily="2" charset="-122"/>
                </a:rPr>
                <a:t>    页 号  </a:t>
              </a:r>
              <a:r>
                <a:rPr lang="en-US" altLang="zh-CN" sz="1600">
                  <a:solidFill>
                    <a:schemeClr val="tx1"/>
                  </a:solidFill>
                  <a:latin typeface="Times New Roman" panose="02020603050405020304" charset="0"/>
                  <a:ea typeface="宋体" panose="02010600030101010101" pitchFamily="2" charset="-122"/>
                </a:rPr>
                <a:t>    </a:t>
              </a:r>
              <a:r>
                <a:rPr lang="zh-CN" altLang="en-US" sz="1600">
                  <a:solidFill>
                    <a:schemeClr val="tx1"/>
                  </a:solidFill>
                  <a:latin typeface="Times New Roman" panose="02020603050405020304" charset="0"/>
                  <a:ea typeface="宋体" panose="02010600030101010101" pitchFamily="2" charset="-122"/>
                </a:rPr>
                <a:t>    主存块号 </a:t>
              </a:r>
              <a:r>
                <a:rPr lang="en-US" altLang="zh-CN" sz="1600">
                  <a:solidFill>
                    <a:schemeClr val="tx1"/>
                  </a:solidFill>
                  <a:latin typeface="Times New Roman" panose="02020603050405020304" charset="0"/>
                  <a:ea typeface="宋体" panose="02010600030101010101" pitchFamily="2" charset="-122"/>
                </a:rPr>
                <a:t>   </a:t>
              </a:r>
              <a:r>
                <a:rPr lang="zh-CN" altLang="en-US" sz="1600">
                  <a:solidFill>
                    <a:schemeClr val="tx1"/>
                  </a:solidFill>
                  <a:latin typeface="Times New Roman" panose="02020603050405020304" charset="0"/>
                  <a:ea typeface="宋体" panose="02010600030101010101" pitchFamily="2" charset="-122"/>
                </a:rPr>
                <a:t>     中断位 </a:t>
              </a:r>
              <a:r>
                <a:rPr lang="en-US" altLang="zh-CN" sz="1600">
                  <a:solidFill>
                    <a:schemeClr val="tx1"/>
                  </a:solidFill>
                  <a:latin typeface="Times New Roman" panose="02020603050405020304" charset="0"/>
                  <a:ea typeface="宋体" panose="02010600030101010101" pitchFamily="2" charset="-122"/>
                </a:rPr>
                <a:t>  </a:t>
              </a:r>
              <a:r>
                <a:rPr lang="zh-CN" altLang="en-US" sz="1600">
                  <a:solidFill>
                    <a:schemeClr val="tx1"/>
                  </a:solidFill>
                  <a:latin typeface="Times New Roman" panose="02020603050405020304" charset="0"/>
                  <a:ea typeface="宋体" panose="02010600030101010101" pitchFamily="2" charset="-122"/>
                </a:rPr>
                <a:t>      改变位   </a:t>
              </a:r>
              <a:r>
                <a:rPr lang="en-US" altLang="zh-CN" sz="1600">
                  <a:solidFill>
                    <a:schemeClr val="tx1"/>
                  </a:solidFill>
                  <a:latin typeface="Times New Roman" panose="02020603050405020304" charset="0"/>
                  <a:ea typeface="宋体" panose="02010600030101010101" pitchFamily="2" charset="-122"/>
                </a:rPr>
                <a:t>  </a:t>
              </a:r>
              <a:r>
                <a:rPr lang="zh-CN" altLang="en-US" sz="1600">
                  <a:solidFill>
                    <a:schemeClr val="tx1"/>
                  </a:solidFill>
                  <a:latin typeface="Times New Roman" panose="02020603050405020304" charset="0"/>
                  <a:ea typeface="宋体" panose="02010600030101010101" pitchFamily="2" charset="-122"/>
                </a:rPr>
                <a:t>    引用位   </a:t>
              </a:r>
              <a:r>
                <a:rPr lang="en-US" altLang="zh-CN" sz="1600">
                  <a:solidFill>
                    <a:schemeClr val="tx1"/>
                  </a:solidFill>
                  <a:latin typeface="Times New Roman" panose="02020603050405020304" charset="0"/>
                  <a:ea typeface="宋体" panose="02010600030101010101" pitchFamily="2" charset="-122"/>
                </a:rPr>
                <a:t>  </a:t>
              </a:r>
              <a:r>
                <a:rPr lang="zh-CN" altLang="en-US" sz="1600">
                  <a:solidFill>
                    <a:schemeClr val="tx1"/>
                  </a:solidFill>
                  <a:latin typeface="Times New Roman" panose="02020603050405020304" charset="0"/>
                  <a:ea typeface="宋体" panose="02010600030101010101" pitchFamily="2" charset="-122"/>
                </a:rPr>
                <a:t>    </a:t>
              </a:r>
              <a:r>
                <a:rPr lang="zh-CN" altLang="en-US" sz="1600">
                  <a:solidFill>
                    <a:schemeClr val="tx1"/>
                  </a:solidFill>
                  <a:latin typeface="Times New Roman" panose="02020603050405020304" charset="0"/>
                  <a:sym typeface="+mn-ea"/>
                </a:rPr>
                <a:t>辅存地址</a:t>
              </a:r>
              <a:endParaRPr lang="zh-CN" altLang="en-US" sz="1600">
                <a:solidFill>
                  <a:schemeClr val="tx1"/>
                </a:solidFill>
                <a:latin typeface="Times New Roman" panose="02020603050405020304" charset="0"/>
                <a:ea typeface="宋体" panose="02010600030101010101" pitchFamily="2" charset="-122"/>
              </a:endParaRPr>
            </a:p>
          </p:txBody>
        </p:sp>
        <p:sp>
          <p:nvSpPr>
            <p:cNvPr id="93192" name="直接连接符 64520"/>
            <p:cNvSpPr/>
            <p:nvPr/>
          </p:nvSpPr>
          <p:spPr>
            <a:xfrm>
              <a:off x="674" y="0"/>
              <a:ext cx="0" cy="576"/>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3193" name="直接连接符 64521"/>
            <p:cNvSpPr/>
            <p:nvPr/>
          </p:nvSpPr>
          <p:spPr>
            <a:xfrm>
              <a:off x="2228" y="0"/>
              <a:ext cx="0" cy="576"/>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3194" name="直接连接符 64522"/>
            <p:cNvSpPr/>
            <p:nvPr/>
          </p:nvSpPr>
          <p:spPr>
            <a:xfrm>
              <a:off x="2940" y="0"/>
              <a:ext cx="0" cy="576"/>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3195" name="直接连接符 64523"/>
            <p:cNvSpPr/>
            <p:nvPr/>
          </p:nvSpPr>
          <p:spPr>
            <a:xfrm>
              <a:off x="1503" y="0"/>
              <a:ext cx="0" cy="576"/>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3196" name="直接连接符 64524"/>
            <p:cNvSpPr/>
            <p:nvPr/>
          </p:nvSpPr>
          <p:spPr>
            <a:xfrm>
              <a:off x="3660" y="0"/>
              <a:ext cx="0" cy="576"/>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3731" grpId="0" build="p"/>
      <p:bldP spid="64517" grpId="0"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1" name="矩形 73730"/>
          <p:cNvSpPr/>
          <p:nvPr/>
        </p:nvSpPr>
        <p:spPr>
          <a:xfrm>
            <a:off x="758190" y="659130"/>
            <a:ext cx="5022215" cy="57086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Font typeface="Wingdings" panose="05000000000000000000" pitchFamily="2" charset="2"/>
              <a:buNone/>
            </a:pPr>
            <a:r>
              <a:rPr lang="en-US" altLang="zh-CN" sz="2400" b="1" strike="noStrike" noProof="1">
                <a:solidFill>
                  <a:schemeClr val="tx1"/>
                </a:solidFill>
                <a:latin typeface="Times New Roman" panose="02020603050405020304" charset="0"/>
                <a:ea typeface="宋体" panose="02010600030101010101" pitchFamily="2" charset="-122"/>
                <a:cs typeface="+mn-ea"/>
              </a:rPr>
              <a:t>LRU</a:t>
            </a:r>
            <a:r>
              <a:rPr lang="zh-CN" altLang="en-US" sz="2400" b="1">
                <a:solidFill>
                  <a:schemeClr val="tx1"/>
                </a:solidFill>
                <a:latin typeface="Times New Roman" panose="02020603050405020304" charset="0"/>
                <a:cs typeface="+mn-ea"/>
                <a:sym typeface="+mn-ea"/>
              </a:rPr>
              <a:t>淘汰</a:t>
            </a:r>
            <a:r>
              <a:rPr lang="zh-CN" altLang="en-US" sz="2400" b="1" strike="noStrike" noProof="1">
                <a:solidFill>
                  <a:schemeClr val="tx1"/>
                </a:solidFill>
                <a:latin typeface="Times New Roman" panose="02020603050405020304" charset="0"/>
                <a:ea typeface="宋体" panose="02010600030101010101" pitchFamily="2" charset="-122"/>
                <a:cs typeface="+mn-ea"/>
              </a:rPr>
              <a:t>近似算法实现</a:t>
            </a:r>
            <a:endParaRPr lang="zh-CN" altLang="en-US" sz="2400" b="1" strike="noStrike" noProof="1">
              <a:solidFill>
                <a:schemeClr val="tx1"/>
              </a:solidFill>
              <a:latin typeface="Times New Roman" panose="02020603050405020304" charset="0"/>
              <a:ea typeface="宋体" panose="02010600030101010101" pitchFamily="2" charset="-122"/>
            </a:endParaRPr>
          </a:p>
        </p:txBody>
      </p:sp>
      <p:grpSp>
        <p:nvGrpSpPr>
          <p:cNvPr id="73732" name="组合 73731"/>
          <p:cNvGrpSpPr/>
          <p:nvPr/>
        </p:nvGrpSpPr>
        <p:grpSpPr>
          <a:xfrm>
            <a:off x="1012825" y="1462088"/>
            <a:ext cx="4025900" cy="2854325"/>
            <a:chOff x="0" y="0"/>
            <a:chExt cx="2536" cy="1798"/>
          </a:xfrm>
        </p:grpSpPr>
        <p:sp>
          <p:nvSpPr>
            <p:cNvPr id="103428" name="直接连接符 73732"/>
            <p:cNvSpPr/>
            <p:nvPr/>
          </p:nvSpPr>
          <p:spPr>
            <a:xfrm>
              <a:off x="131" y="269"/>
              <a:ext cx="145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29" name="直接连接符 73733"/>
            <p:cNvSpPr/>
            <p:nvPr/>
          </p:nvSpPr>
          <p:spPr>
            <a:xfrm>
              <a:off x="131" y="269"/>
              <a:ext cx="0" cy="1521"/>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30" name="直接连接符 73734"/>
            <p:cNvSpPr/>
            <p:nvPr/>
          </p:nvSpPr>
          <p:spPr>
            <a:xfrm>
              <a:off x="124" y="468"/>
              <a:ext cx="145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31" name="直接连接符 73735"/>
            <p:cNvSpPr/>
            <p:nvPr/>
          </p:nvSpPr>
          <p:spPr>
            <a:xfrm>
              <a:off x="139" y="656"/>
              <a:ext cx="145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32" name="直接连接符 73736"/>
            <p:cNvSpPr/>
            <p:nvPr/>
          </p:nvSpPr>
          <p:spPr>
            <a:xfrm>
              <a:off x="120" y="855"/>
              <a:ext cx="145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33" name="直接连接符 73737"/>
            <p:cNvSpPr/>
            <p:nvPr/>
          </p:nvSpPr>
          <p:spPr>
            <a:xfrm>
              <a:off x="124" y="1043"/>
              <a:ext cx="145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34" name="直接连接符 73738"/>
            <p:cNvSpPr/>
            <p:nvPr/>
          </p:nvSpPr>
          <p:spPr>
            <a:xfrm>
              <a:off x="128" y="1220"/>
              <a:ext cx="145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35" name="直接连接符 73739"/>
            <p:cNvSpPr/>
            <p:nvPr/>
          </p:nvSpPr>
          <p:spPr>
            <a:xfrm>
              <a:off x="120" y="1408"/>
              <a:ext cx="145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36" name="直接连接符 73740"/>
            <p:cNvSpPr/>
            <p:nvPr/>
          </p:nvSpPr>
          <p:spPr>
            <a:xfrm>
              <a:off x="124" y="1596"/>
              <a:ext cx="145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37" name="直接连接符 73741"/>
            <p:cNvSpPr/>
            <p:nvPr/>
          </p:nvSpPr>
          <p:spPr>
            <a:xfrm>
              <a:off x="128" y="1784"/>
              <a:ext cx="145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38" name="直接连接符 73742"/>
            <p:cNvSpPr/>
            <p:nvPr/>
          </p:nvSpPr>
          <p:spPr>
            <a:xfrm>
              <a:off x="416" y="272"/>
              <a:ext cx="0" cy="1522"/>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39" name="直接连接符 73743"/>
            <p:cNvSpPr/>
            <p:nvPr/>
          </p:nvSpPr>
          <p:spPr>
            <a:xfrm>
              <a:off x="754" y="276"/>
              <a:ext cx="0" cy="1522"/>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40" name="直接连接符 73744"/>
            <p:cNvSpPr/>
            <p:nvPr/>
          </p:nvSpPr>
          <p:spPr>
            <a:xfrm>
              <a:off x="1591" y="269"/>
              <a:ext cx="0" cy="1521"/>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41" name="文本框 73745"/>
            <p:cNvSpPr txBox="1"/>
            <p:nvPr/>
          </p:nvSpPr>
          <p:spPr>
            <a:xfrm>
              <a:off x="218" y="1573"/>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7</a:t>
              </a:r>
              <a:endParaRPr lang="en-US" altLang="zh-CN" sz="1600">
                <a:solidFill>
                  <a:schemeClr val="tx1"/>
                </a:solidFill>
                <a:latin typeface="Times New Roman" panose="02020603050405020304" charset="0"/>
                <a:ea typeface="宋体" panose="02010600030101010101" pitchFamily="2" charset="-122"/>
              </a:endParaRPr>
            </a:p>
          </p:txBody>
        </p:sp>
        <p:sp>
          <p:nvSpPr>
            <p:cNvPr id="103442" name="文本框 73746"/>
            <p:cNvSpPr txBox="1"/>
            <p:nvPr/>
          </p:nvSpPr>
          <p:spPr>
            <a:xfrm>
              <a:off x="205" y="431"/>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103443" name="文本框 73747"/>
            <p:cNvSpPr txBox="1"/>
            <p:nvPr/>
          </p:nvSpPr>
          <p:spPr>
            <a:xfrm>
              <a:off x="207" y="236"/>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103444" name="文本框 73748"/>
            <p:cNvSpPr txBox="1"/>
            <p:nvPr/>
          </p:nvSpPr>
          <p:spPr>
            <a:xfrm>
              <a:off x="207" y="634"/>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103445" name="文本框 73749"/>
            <p:cNvSpPr txBox="1"/>
            <p:nvPr/>
          </p:nvSpPr>
          <p:spPr>
            <a:xfrm>
              <a:off x="207" y="820"/>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3</a:t>
              </a:r>
              <a:endParaRPr lang="en-US" altLang="zh-CN" sz="1600">
                <a:solidFill>
                  <a:schemeClr val="tx1"/>
                </a:solidFill>
                <a:latin typeface="Times New Roman" panose="02020603050405020304" charset="0"/>
                <a:ea typeface="宋体" panose="02010600030101010101" pitchFamily="2" charset="-122"/>
              </a:endParaRPr>
            </a:p>
          </p:txBody>
        </p:sp>
        <p:sp>
          <p:nvSpPr>
            <p:cNvPr id="103446" name="文本框 73750"/>
            <p:cNvSpPr txBox="1"/>
            <p:nvPr/>
          </p:nvSpPr>
          <p:spPr>
            <a:xfrm>
              <a:off x="207" y="1005"/>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4</a:t>
              </a:r>
              <a:endParaRPr lang="en-US" altLang="zh-CN" sz="1600">
                <a:solidFill>
                  <a:schemeClr val="tx1"/>
                </a:solidFill>
                <a:latin typeface="Times New Roman" panose="02020603050405020304" charset="0"/>
                <a:ea typeface="宋体" panose="02010600030101010101" pitchFamily="2" charset="-122"/>
              </a:endParaRPr>
            </a:p>
          </p:txBody>
        </p:sp>
        <p:sp>
          <p:nvSpPr>
            <p:cNvPr id="103447" name="文本框 73751"/>
            <p:cNvSpPr txBox="1"/>
            <p:nvPr/>
          </p:nvSpPr>
          <p:spPr>
            <a:xfrm>
              <a:off x="207" y="1181"/>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5</a:t>
              </a:r>
              <a:endParaRPr lang="en-US" altLang="zh-CN" sz="1600">
                <a:solidFill>
                  <a:schemeClr val="tx1"/>
                </a:solidFill>
                <a:latin typeface="Times New Roman" panose="02020603050405020304" charset="0"/>
                <a:ea typeface="宋体" panose="02010600030101010101" pitchFamily="2" charset="-122"/>
              </a:endParaRPr>
            </a:p>
          </p:txBody>
        </p:sp>
        <p:sp>
          <p:nvSpPr>
            <p:cNvPr id="103448" name="文本框 73752"/>
            <p:cNvSpPr txBox="1"/>
            <p:nvPr/>
          </p:nvSpPr>
          <p:spPr>
            <a:xfrm>
              <a:off x="207" y="1376"/>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6</a:t>
              </a:r>
              <a:endParaRPr lang="en-US" altLang="zh-CN" sz="1600">
                <a:solidFill>
                  <a:schemeClr val="tx1"/>
                </a:solidFill>
                <a:latin typeface="Times New Roman" panose="02020603050405020304" charset="0"/>
                <a:ea typeface="宋体" panose="02010600030101010101" pitchFamily="2" charset="-122"/>
              </a:endParaRPr>
            </a:p>
          </p:txBody>
        </p:sp>
        <p:sp>
          <p:nvSpPr>
            <p:cNvPr id="103449" name="文本框 73753"/>
            <p:cNvSpPr txBox="1"/>
            <p:nvPr/>
          </p:nvSpPr>
          <p:spPr>
            <a:xfrm>
              <a:off x="514" y="637"/>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4</a:t>
              </a:r>
              <a:endParaRPr lang="en-US" altLang="zh-CN" sz="1600">
                <a:solidFill>
                  <a:schemeClr val="tx1"/>
                </a:solidFill>
                <a:latin typeface="Times New Roman" panose="02020603050405020304" charset="0"/>
                <a:ea typeface="宋体" panose="02010600030101010101" pitchFamily="2" charset="-122"/>
              </a:endParaRPr>
            </a:p>
          </p:txBody>
        </p:sp>
        <p:sp>
          <p:nvSpPr>
            <p:cNvPr id="103450" name="文本框 73754"/>
            <p:cNvSpPr txBox="1"/>
            <p:nvPr/>
          </p:nvSpPr>
          <p:spPr>
            <a:xfrm>
              <a:off x="514" y="1008"/>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103451" name="文本框 73755"/>
            <p:cNvSpPr txBox="1"/>
            <p:nvPr/>
          </p:nvSpPr>
          <p:spPr>
            <a:xfrm>
              <a:off x="535" y="1388"/>
              <a:ext cx="212"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5</a:t>
              </a:r>
              <a:endParaRPr lang="en-US" altLang="zh-CN" sz="1600">
                <a:solidFill>
                  <a:schemeClr val="tx1"/>
                </a:solidFill>
                <a:latin typeface="Times New Roman" panose="02020603050405020304" charset="0"/>
                <a:ea typeface="宋体" panose="02010600030101010101" pitchFamily="2" charset="-122"/>
              </a:endParaRPr>
            </a:p>
          </p:txBody>
        </p:sp>
        <p:sp>
          <p:nvSpPr>
            <p:cNvPr id="103452" name="文本框 73756"/>
            <p:cNvSpPr txBox="1"/>
            <p:nvPr/>
          </p:nvSpPr>
          <p:spPr>
            <a:xfrm>
              <a:off x="546" y="1571"/>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103453" name="文本框 73757"/>
            <p:cNvSpPr txBox="1"/>
            <p:nvPr/>
          </p:nvSpPr>
          <p:spPr>
            <a:xfrm>
              <a:off x="1305" y="614"/>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rPr>
                <a:t>4</a:t>
              </a:r>
              <a:endPar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endParaRPr>
            </a:p>
          </p:txBody>
        </p:sp>
        <p:sp>
          <p:nvSpPr>
            <p:cNvPr id="103454" name="文本框 73758"/>
            <p:cNvSpPr txBox="1"/>
            <p:nvPr/>
          </p:nvSpPr>
          <p:spPr>
            <a:xfrm>
              <a:off x="855" y="1379"/>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rPr>
                <a:t>1</a:t>
              </a:r>
              <a:endPar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endParaRPr>
            </a:p>
          </p:txBody>
        </p:sp>
        <p:sp>
          <p:nvSpPr>
            <p:cNvPr id="103455" name="文本框 73759"/>
            <p:cNvSpPr txBox="1"/>
            <p:nvPr/>
          </p:nvSpPr>
          <p:spPr>
            <a:xfrm>
              <a:off x="1277" y="1385"/>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7</a:t>
              </a:r>
              <a:endParaRPr lang="en-US" altLang="zh-CN" sz="1600">
                <a:solidFill>
                  <a:schemeClr val="tx1"/>
                </a:solidFill>
                <a:latin typeface="Times New Roman" panose="02020603050405020304" charset="0"/>
                <a:ea typeface="宋体" panose="02010600030101010101" pitchFamily="2" charset="-122"/>
              </a:endParaRPr>
            </a:p>
          </p:txBody>
        </p:sp>
        <p:sp>
          <p:nvSpPr>
            <p:cNvPr id="103456" name="文本框 73760"/>
            <p:cNvSpPr txBox="1"/>
            <p:nvPr/>
          </p:nvSpPr>
          <p:spPr>
            <a:xfrm>
              <a:off x="1266" y="1571"/>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103457" name="文本框 73761"/>
            <p:cNvSpPr txBox="1"/>
            <p:nvPr/>
          </p:nvSpPr>
          <p:spPr>
            <a:xfrm>
              <a:off x="1907" y="1007"/>
              <a:ext cx="391" cy="218"/>
            </a:xfrm>
            <a:prstGeom prst="rect">
              <a:avLst/>
            </a:prstGeom>
            <a:noFill/>
            <a:ln w="9525" cap="flat" cmpd="sng">
              <a:solidFill>
                <a:schemeClr val="tx1"/>
              </a:solidFill>
              <a:prstDash val="solid"/>
              <a:miter/>
              <a:headEnd type="none" w="med" len="med"/>
              <a:tailEnd type="none" w="med" len="med"/>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4</a:t>
              </a:r>
              <a:endParaRPr lang="en-US" altLang="zh-CN" sz="1600">
                <a:solidFill>
                  <a:schemeClr val="tx1"/>
                </a:solidFill>
                <a:latin typeface="Times New Roman" panose="02020603050405020304" charset="0"/>
                <a:ea typeface="宋体" panose="02010600030101010101" pitchFamily="2" charset="-122"/>
              </a:endParaRPr>
            </a:p>
          </p:txBody>
        </p:sp>
        <p:sp>
          <p:nvSpPr>
            <p:cNvPr id="103458" name="文本框 73762"/>
            <p:cNvSpPr txBox="1"/>
            <p:nvPr/>
          </p:nvSpPr>
          <p:spPr>
            <a:xfrm>
              <a:off x="1765" y="739"/>
              <a:ext cx="771"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替换指针</a:t>
              </a:r>
              <a:endParaRPr lang="zh-CN" altLang="en-US" sz="1600">
                <a:solidFill>
                  <a:schemeClr val="tx1"/>
                </a:solidFill>
                <a:latin typeface="Times New Roman" panose="02020603050405020304" charset="0"/>
                <a:ea typeface="宋体" panose="02010600030101010101" pitchFamily="2" charset="-122"/>
              </a:endParaRPr>
            </a:p>
          </p:txBody>
        </p:sp>
        <p:sp>
          <p:nvSpPr>
            <p:cNvPr id="103459" name="直接连接符 73763"/>
            <p:cNvSpPr/>
            <p:nvPr/>
          </p:nvSpPr>
          <p:spPr>
            <a:xfrm flipH="1">
              <a:off x="1617" y="1098"/>
              <a:ext cx="317"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nvGrpSpPr>
            <p:cNvPr id="103460" name="组合 73764"/>
            <p:cNvGrpSpPr/>
            <p:nvPr/>
          </p:nvGrpSpPr>
          <p:grpSpPr>
            <a:xfrm>
              <a:off x="1403" y="1154"/>
              <a:ext cx="136" cy="317"/>
              <a:chOff x="0" y="0"/>
              <a:chExt cx="136" cy="317"/>
            </a:xfrm>
          </p:grpSpPr>
          <p:sp>
            <p:nvSpPr>
              <p:cNvPr id="103461" name="直接连接符 73765"/>
              <p:cNvSpPr/>
              <p:nvPr/>
            </p:nvSpPr>
            <p:spPr>
              <a:xfrm>
                <a:off x="136" y="0"/>
                <a:ext cx="0" cy="317"/>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62" name="直接连接符 73766"/>
              <p:cNvSpPr/>
              <p:nvPr/>
            </p:nvSpPr>
            <p:spPr>
              <a:xfrm flipH="1">
                <a:off x="0" y="317"/>
                <a:ext cx="136"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grpSp>
          <p:nvGrpSpPr>
            <p:cNvPr id="103463" name="组合 73767"/>
            <p:cNvGrpSpPr/>
            <p:nvPr/>
          </p:nvGrpSpPr>
          <p:grpSpPr>
            <a:xfrm>
              <a:off x="1401" y="1529"/>
              <a:ext cx="138" cy="181"/>
              <a:chOff x="0" y="0"/>
              <a:chExt cx="138" cy="181"/>
            </a:xfrm>
          </p:grpSpPr>
          <p:sp>
            <p:nvSpPr>
              <p:cNvPr id="103464" name="直接连接符 73768"/>
              <p:cNvSpPr/>
              <p:nvPr/>
            </p:nvSpPr>
            <p:spPr>
              <a:xfrm>
                <a:off x="138" y="0"/>
                <a:ext cx="0" cy="181"/>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65" name="直接连接符 73769"/>
              <p:cNvSpPr/>
              <p:nvPr/>
            </p:nvSpPr>
            <p:spPr>
              <a:xfrm flipH="1">
                <a:off x="0" y="181"/>
                <a:ext cx="136"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103466" name="直接连接符 73770"/>
            <p:cNvSpPr/>
            <p:nvPr/>
          </p:nvSpPr>
          <p:spPr>
            <a:xfrm flipV="1">
              <a:off x="1213" y="749"/>
              <a:ext cx="0" cy="952"/>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67" name="直接连接符 73771"/>
            <p:cNvSpPr/>
            <p:nvPr/>
          </p:nvSpPr>
          <p:spPr>
            <a:xfrm>
              <a:off x="1206" y="737"/>
              <a:ext cx="136"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68" name="文本框 73772"/>
            <p:cNvSpPr txBox="1"/>
            <p:nvPr/>
          </p:nvSpPr>
          <p:spPr>
            <a:xfrm>
              <a:off x="0" y="0"/>
              <a:ext cx="1693"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 块号 页号 引用位   指针</a:t>
              </a:r>
              <a:endParaRPr lang="zh-CN" altLang="en-US" sz="1600">
                <a:solidFill>
                  <a:schemeClr val="tx1"/>
                </a:solidFill>
                <a:latin typeface="Times New Roman" panose="02020603050405020304" charset="0"/>
                <a:ea typeface="宋体" panose="02010600030101010101" pitchFamily="2" charset="-122"/>
              </a:endParaRPr>
            </a:p>
          </p:txBody>
        </p:sp>
        <p:sp>
          <p:nvSpPr>
            <p:cNvPr id="103469" name="直接连接符 73773"/>
            <p:cNvSpPr/>
            <p:nvPr/>
          </p:nvSpPr>
          <p:spPr>
            <a:xfrm>
              <a:off x="1130" y="256"/>
              <a:ext cx="0" cy="1522"/>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70" name="文本框 73774"/>
            <p:cNvSpPr txBox="1"/>
            <p:nvPr/>
          </p:nvSpPr>
          <p:spPr>
            <a:xfrm>
              <a:off x="1273" y="1007"/>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rPr>
                <a:t>6</a:t>
              </a:r>
              <a:endPar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endParaRPr>
            </a:p>
          </p:txBody>
        </p:sp>
        <p:grpSp>
          <p:nvGrpSpPr>
            <p:cNvPr id="103471" name="组合 73775"/>
            <p:cNvGrpSpPr/>
            <p:nvPr/>
          </p:nvGrpSpPr>
          <p:grpSpPr>
            <a:xfrm>
              <a:off x="1402" y="737"/>
              <a:ext cx="136" cy="365"/>
              <a:chOff x="0" y="0"/>
              <a:chExt cx="136" cy="365"/>
            </a:xfrm>
          </p:grpSpPr>
          <p:sp>
            <p:nvSpPr>
              <p:cNvPr id="103472" name="直接连接符 73776"/>
              <p:cNvSpPr/>
              <p:nvPr/>
            </p:nvSpPr>
            <p:spPr>
              <a:xfrm>
                <a:off x="136" y="0"/>
                <a:ext cx="0" cy="363"/>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73" name="直接连接符 73777"/>
              <p:cNvSpPr/>
              <p:nvPr/>
            </p:nvSpPr>
            <p:spPr>
              <a:xfrm flipH="1">
                <a:off x="0" y="365"/>
                <a:ext cx="136"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103474" name="文本框 73778"/>
            <p:cNvSpPr txBox="1"/>
            <p:nvPr/>
          </p:nvSpPr>
          <p:spPr>
            <a:xfrm>
              <a:off x="858" y="632"/>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103475" name="文本框 73779"/>
            <p:cNvSpPr txBox="1"/>
            <p:nvPr/>
          </p:nvSpPr>
          <p:spPr>
            <a:xfrm>
              <a:off x="849" y="1563"/>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103476" name="文本框 73780"/>
            <p:cNvSpPr txBox="1"/>
            <p:nvPr/>
          </p:nvSpPr>
          <p:spPr>
            <a:xfrm>
              <a:off x="858" y="1004"/>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grpSp>
      <p:grpSp>
        <p:nvGrpSpPr>
          <p:cNvPr id="73782" name="组合 73781"/>
          <p:cNvGrpSpPr/>
          <p:nvPr/>
        </p:nvGrpSpPr>
        <p:grpSpPr>
          <a:xfrm>
            <a:off x="4900613" y="1446213"/>
            <a:ext cx="4025900" cy="2854325"/>
            <a:chOff x="0" y="0"/>
            <a:chExt cx="2536" cy="1798"/>
          </a:xfrm>
        </p:grpSpPr>
        <p:sp>
          <p:nvSpPr>
            <p:cNvPr id="103478" name="直接连接符 73782"/>
            <p:cNvSpPr/>
            <p:nvPr/>
          </p:nvSpPr>
          <p:spPr>
            <a:xfrm>
              <a:off x="131" y="269"/>
              <a:ext cx="145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79" name="直接连接符 73783"/>
            <p:cNvSpPr/>
            <p:nvPr/>
          </p:nvSpPr>
          <p:spPr>
            <a:xfrm>
              <a:off x="131" y="269"/>
              <a:ext cx="0" cy="1521"/>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80" name="直接连接符 73784"/>
            <p:cNvSpPr/>
            <p:nvPr/>
          </p:nvSpPr>
          <p:spPr>
            <a:xfrm>
              <a:off x="124" y="468"/>
              <a:ext cx="145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81" name="直接连接符 73785"/>
            <p:cNvSpPr/>
            <p:nvPr/>
          </p:nvSpPr>
          <p:spPr>
            <a:xfrm>
              <a:off x="139" y="656"/>
              <a:ext cx="145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82" name="直接连接符 73786"/>
            <p:cNvSpPr/>
            <p:nvPr/>
          </p:nvSpPr>
          <p:spPr>
            <a:xfrm>
              <a:off x="120" y="855"/>
              <a:ext cx="145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83" name="直接连接符 73787"/>
            <p:cNvSpPr/>
            <p:nvPr/>
          </p:nvSpPr>
          <p:spPr>
            <a:xfrm>
              <a:off x="124" y="1043"/>
              <a:ext cx="145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84" name="直接连接符 73788"/>
            <p:cNvSpPr/>
            <p:nvPr/>
          </p:nvSpPr>
          <p:spPr>
            <a:xfrm>
              <a:off x="128" y="1220"/>
              <a:ext cx="145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85" name="直接连接符 73789"/>
            <p:cNvSpPr/>
            <p:nvPr/>
          </p:nvSpPr>
          <p:spPr>
            <a:xfrm>
              <a:off x="120" y="1408"/>
              <a:ext cx="145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86" name="直接连接符 73790"/>
            <p:cNvSpPr/>
            <p:nvPr/>
          </p:nvSpPr>
          <p:spPr>
            <a:xfrm>
              <a:off x="124" y="1596"/>
              <a:ext cx="145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87" name="直接连接符 73791"/>
            <p:cNvSpPr/>
            <p:nvPr/>
          </p:nvSpPr>
          <p:spPr>
            <a:xfrm>
              <a:off x="128" y="1784"/>
              <a:ext cx="145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88" name="直接连接符 73792"/>
            <p:cNvSpPr/>
            <p:nvPr/>
          </p:nvSpPr>
          <p:spPr>
            <a:xfrm>
              <a:off x="416" y="272"/>
              <a:ext cx="0" cy="1522"/>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89" name="直接连接符 73793"/>
            <p:cNvSpPr/>
            <p:nvPr/>
          </p:nvSpPr>
          <p:spPr>
            <a:xfrm>
              <a:off x="754" y="276"/>
              <a:ext cx="0" cy="1522"/>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90" name="直接连接符 73794"/>
            <p:cNvSpPr/>
            <p:nvPr/>
          </p:nvSpPr>
          <p:spPr>
            <a:xfrm>
              <a:off x="1591" y="269"/>
              <a:ext cx="0" cy="1521"/>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91" name="文本框 73795"/>
            <p:cNvSpPr txBox="1"/>
            <p:nvPr/>
          </p:nvSpPr>
          <p:spPr>
            <a:xfrm>
              <a:off x="218" y="1573"/>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7</a:t>
              </a:r>
              <a:endParaRPr lang="en-US" altLang="zh-CN" sz="1600">
                <a:solidFill>
                  <a:schemeClr val="tx1"/>
                </a:solidFill>
                <a:latin typeface="Times New Roman" panose="02020603050405020304" charset="0"/>
                <a:ea typeface="宋体" panose="02010600030101010101" pitchFamily="2" charset="-122"/>
              </a:endParaRPr>
            </a:p>
          </p:txBody>
        </p:sp>
        <p:sp>
          <p:nvSpPr>
            <p:cNvPr id="103492" name="文本框 73796"/>
            <p:cNvSpPr txBox="1"/>
            <p:nvPr/>
          </p:nvSpPr>
          <p:spPr>
            <a:xfrm>
              <a:off x="205" y="431"/>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103493" name="文本框 73797"/>
            <p:cNvSpPr txBox="1"/>
            <p:nvPr/>
          </p:nvSpPr>
          <p:spPr>
            <a:xfrm>
              <a:off x="207" y="236"/>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103494" name="文本框 73798"/>
            <p:cNvSpPr txBox="1"/>
            <p:nvPr/>
          </p:nvSpPr>
          <p:spPr>
            <a:xfrm>
              <a:off x="207" y="634"/>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103495" name="文本框 73799"/>
            <p:cNvSpPr txBox="1"/>
            <p:nvPr/>
          </p:nvSpPr>
          <p:spPr>
            <a:xfrm>
              <a:off x="207" y="820"/>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3</a:t>
              </a:r>
              <a:endParaRPr lang="en-US" altLang="zh-CN" sz="1600">
                <a:solidFill>
                  <a:schemeClr val="tx1"/>
                </a:solidFill>
                <a:latin typeface="Times New Roman" panose="02020603050405020304" charset="0"/>
                <a:ea typeface="宋体" panose="02010600030101010101" pitchFamily="2" charset="-122"/>
              </a:endParaRPr>
            </a:p>
          </p:txBody>
        </p:sp>
        <p:sp>
          <p:nvSpPr>
            <p:cNvPr id="103496" name="文本框 73800"/>
            <p:cNvSpPr txBox="1"/>
            <p:nvPr/>
          </p:nvSpPr>
          <p:spPr>
            <a:xfrm>
              <a:off x="207" y="1005"/>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4</a:t>
              </a:r>
              <a:endParaRPr lang="en-US" altLang="zh-CN" sz="1600">
                <a:solidFill>
                  <a:schemeClr val="tx1"/>
                </a:solidFill>
                <a:latin typeface="Times New Roman" panose="02020603050405020304" charset="0"/>
                <a:ea typeface="宋体" panose="02010600030101010101" pitchFamily="2" charset="-122"/>
              </a:endParaRPr>
            </a:p>
          </p:txBody>
        </p:sp>
        <p:sp>
          <p:nvSpPr>
            <p:cNvPr id="103497" name="文本框 73801"/>
            <p:cNvSpPr txBox="1"/>
            <p:nvPr/>
          </p:nvSpPr>
          <p:spPr>
            <a:xfrm>
              <a:off x="207" y="1181"/>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5</a:t>
              </a:r>
              <a:endParaRPr lang="en-US" altLang="zh-CN" sz="1600">
                <a:solidFill>
                  <a:schemeClr val="tx1"/>
                </a:solidFill>
                <a:latin typeface="Times New Roman" panose="02020603050405020304" charset="0"/>
                <a:ea typeface="宋体" panose="02010600030101010101" pitchFamily="2" charset="-122"/>
              </a:endParaRPr>
            </a:p>
          </p:txBody>
        </p:sp>
        <p:sp>
          <p:nvSpPr>
            <p:cNvPr id="103498" name="文本框 73802"/>
            <p:cNvSpPr txBox="1"/>
            <p:nvPr/>
          </p:nvSpPr>
          <p:spPr>
            <a:xfrm>
              <a:off x="207" y="1376"/>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6</a:t>
              </a:r>
              <a:endParaRPr lang="en-US" altLang="zh-CN" sz="1600">
                <a:solidFill>
                  <a:schemeClr val="tx1"/>
                </a:solidFill>
                <a:latin typeface="Times New Roman" panose="02020603050405020304" charset="0"/>
                <a:ea typeface="宋体" panose="02010600030101010101" pitchFamily="2" charset="-122"/>
              </a:endParaRPr>
            </a:p>
          </p:txBody>
        </p:sp>
        <p:sp>
          <p:nvSpPr>
            <p:cNvPr id="103499" name="文本框 73803"/>
            <p:cNvSpPr txBox="1"/>
            <p:nvPr/>
          </p:nvSpPr>
          <p:spPr>
            <a:xfrm>
              <a:off x="514" y="637"/>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4</a:t>
              </a:r>
              <a:endParaRPr lang="en-US" altLang="zh-CN" sz="1600">
                <a:solidFill>
                  <a:schemeClr val="tx1"/>
                </a:solidFill>
                <a:latin typeface="Times New Roman" panose="02020603050405020304" charset="0"/>
                <a:ea typeface="宋体" panose="02010600030101010101" pitchFamily="2" charset="-122"/>
              </a:endParaRPr>
            </a:p>
          </p:txBody>
        </p:sp>
        <p:sp>
          <p:nvSpPr>
            <p:cNvPr id="103500" name="文本框 73804"/>
            <p:cNvSpPr txBox="1"/>
            <p:nvPr/>
          </p:nvSpPr>
          <p:spPr>
            <a:xfrm>
              <a:off x="514" y="1008"/>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103501" name="文本框 73805"/>
            <p:cNvSpPr txBox="1"/>
            <p:nvPr/>
          </p:nvSpPr>
          <p:spPr>
            <a:xfrm>
              <a:off x="535" y="1388"/>
              <a:ext cx="212"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5</a:t>
              </a:r>
              <a:endParaRPr lang="en-US" altLang="zh-CN" sz="1600">
                <a:solidFill>
                  <a:schemeClr val="tx1"/>
                </a:solidFill>
                <a:latin typeface="Times New Roman" panose="02020603050405020304" charset="0"/>
                <a:ea typeface="宋体" panose="02010600030101010101" pitchFamily="2" charset="-122"/>
              </a:endParaRPr>
            </a:p>
          </p:txBody>
        </p:sp>
        <p:sp>
          <p:nvSpPr>
            <p:cNvPr id="103502" name="文本框 73806"/>
            <p:cNvSpPr txBox="1"/>
            <p:nvPr/>
          </p:nvSpPr>
          <p:spPr>
            <a:xfrm>
              <a:off x="546" y="1571"/>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6</a:t>
              </a:r>
              <a:endParaRPr lang="en-US" altLang="zh-CN" sz="1600">
                <a:solidFill>
                  <a:schemeClr val="tx1"/>
                </a:solidFill>
                <a:latin typeface="Times New Roman" panose="02020603050405020304" charset="0"/>
                <a:ea typeface="宋体" panose="02010600030101010101" pitchFamily="2" charset="-122"/>
              </a:endParaRPr>
            </a:p>
          </p:txBody>
        </p:sp>
        <p:sp>
          <p:nvSpPr>
            <p:cNvPr id="103503" name="文本框 73807"/>
            <p:cNvSpPr txBox="1"/>
            <p:nvPr/>
          </p:nvSpPr>
          <p:spPr>
            <a:xfrm>
              <a:off x="1305" y="614"/>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rPr>
                <a:t>4</a:t>
              </a:r>
              <a:endPar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endParaRPr>
            </a:p>
          </p:txBody>
        </p:sp>
        <p:sp>
          <p:nvSpPr>
            <p:cNvPr id="103504" name="文本框 73808"/>
            <p:cNvSpPr txBox="1"/>
            <p:nvPr/>
          </p:nvSpPr>
          <p:spPr>
            <a:xfrm>
              <a:off x="855" y="1379"/>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rPr>
                <a:t>0</a:t>
              </a:r>
              <a:endPar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endParaRPr>
            </a:p>
          </p:txBody>
        </p:sp>
        <p:sp>
          <p:nvSpPr>
            <p:cNvPr id="103505" name="文本框 73809"/>
            <p:cNvSpPr txBox="1"/>
            <p:nvPr/>
          </p:nvSpPr>
          <p:spPr>
            <a:xfrm>
              <a:off x="1277" y="1385"/>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7</a:t>
              </a:r>
              <a:endParaRPr lang="en-US" altLang="zh-CN" sz="1600">
                <a:solidFill>
                  <a:schemeClr val="tx1"/>
                </a:solidFill>
                <a:latin typeface="Times New Roman" panose="02020603050405020304" charset="0"/>
                <a:ea typeface="宋体" panose="02010600030101010101" pitchFamily="2" charset="-122"/>
              </a:endParaRPr>
            </a:p>
          </p:txBody>
        </p:sp>
        <p:sp>
          <p:nvSpPr>
            <p:cNvPr id="103506" name="文本框 73810"/>
            <p:cNvSpPr txBox="1"/>
            <p:nvPr/>
          </p:nvSpPr>
          <p:spPr>
            <a:xfrm>
              <a:off x="1266" y="1571"/>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103507" name="文本框 73811"/>
            <p:cNvSpPr txBox="1"/>
            <p:nvPr/>
          </p:nvSpPr>
          <p:spPr>
            <a:xfrm>
              <a:off x="1907" y="1007"/>
              <a:ext cx="391" cy="218"/>
            </a:xfrm>
            <a:prstGeom prst="rect">
              <a:avLst/>
            </a:prstGeom>
            <a:noFill/>
            <a:ln w="9525" cap="flat" cmpd="sng">
              <a:solidFill>
                <a:schemeClr val="tx1"/>
              </a:solidFill>
              <a:prstDash val="solid"/>
              <a:miter/>
              <a:headEnd type="none" w="med" len="med"/>
              <a:tailEnd type="none" w="med" len="med"/>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7</a:t>
              </a:r>
              <a:endParaRPr lang="en-US" altLang="zh-CN" sz="1600">
                <a:solidFill>
                  <a:schemeClr val="tx1"/>
                </a:solidFill>
                <a:latin typeface="Times New Roman" panose="02020603050405020304" charset="0"/>
                <a:ea typeface="宋体" panose="02010600030101010101" pitchFamily="2" charset="-122"/>
              </a:endParaRPr>
            </a:p>
          </p:txBody>
        </p:sp>
        <p:sp>
          <p:nvSpPr>
            <p:cNvPr id="103508" name="文本框 73812"/>
            <p:cNvSpPr txBox="1"/>
            <p:nvPr/>
          </p:nvSpPr>
          <p:spPr>
            <a:xfrm>
              <a:off x="1765" y="739"/>
              <a:ext cx="771"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替换指针</a:t>
              </a:r>
              <a:endParaRPr lang="zh-CN" altLang="en-US" sz="1600">
                <a:solidFill>
                  <a:schemeClr val="tx1"/>
                </a:solidFill>
                <a:latin typeface="Times New Roman" panose="02020603050405020304" charset="0"/>
                <a:ea typeface="宋体" panose="02010600030101010101" pitchFamily="2" charset="-122"/>
              </a:endParaRPr>
            </a:p>
          </p:txBody>
        </p:sp>
        <p:grpSp>
          <p:nvGrpSpPr>
            <p:cNvPr id="103509" name="组合 73813"/>
            <p:cNvGrpSpPr/>
            <p:nvPr/>
          </p:nvGrpSpPr>
          <p:grpSpPr>
            <a:xfrm>
              <a:off x="1403" y="1154"/>
              <a:ext cx="136" cy="317"/>
              <a:chOff x="0" y="0"/>
              <a:chExt cx="136" cy="317"/>
            </a:xfrm>
          </p:grpSpPr>
          <p:sp>
            <p:nvSpPr>
              <p:cNvPr id="103510" name="直接连接符 73814"/>
              <p:cNvSpPr/>
              <p:nvPr/>
            </p:nvSpPr>
            <p:spPr>
              <a:xfrm>
                <a:off x="136" y="0"/>
                <a:ext cx="0" cy="317"/>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511" name="直接连接符 73815"/>
              <p:cNvSpPr/>
              <p:nvPr/>
            </p:nvSpPr>
            <p:spPr>
              <a:xfrm flipH="1">
                <a:off x="0" y="317"/>
                <a:ext cx="136"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grpSp>
          <p:nvGrpSpPr>
            <p:cNvPr id="103512" name="组合 73816"/>
            <p:cNvGrpSpPr/>
            <p:nvPr/>
          </p:nvGrpSpPr>
          <p:grpSpPr>
            <a:xfrm>
              <a:off x="1401" y="1529"/>
              <a:ext cx="138" cy="181"/>
              <a:chOff x="0" y="0"/>
              <a:chExt cx="138" cy="181"/>
            </a:xfrm>
          </p:grpSpPr>
          <p:sp>
            <p:nvSpPr>
              <p:cNvPr id="103513" name="直接连接符 73817"/>
              <p:cNvSpPr/>
              <p:nvPr/>
            </p:nvSpPr>
            <p:spPr>
              <a:xfrm>
                <a:off x="138" y="0"/>
                <a:ext cx="0" cy="181"/>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514" name="直接连接符 73818"/>
              <p:cNvSpPr/>
              <p:nvPr/>
            </p:nvSpPr>
            <p:spPr>
              <a:xfrm flipH="1">
                <a:off x="0" y="181"/>
                <a:ext cx="136"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103515" name="直接连接符 73819"/>
            <p:cNvSpPr/>
            <p:nvPr/>
          </p:nvSpPr>
          <p:spPr>
            <a:xfrm flipV="1">
              <a:off x="1213" y="749"/>
              <a:ext cx="0" cy="952"/>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516" name="直接连接符 73820"/>
            <p:cNvSpPr/>
            <p:nvPr/>
          </p:nvSpPr>
          <p:spPr>
            <a:xfrm>
              <a:off x="1206" y="737"/>
              <a:ext cx="136"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517" name="文本框 73821"/>
            <p:cNvSpPr txBox="1"/>
            <p:nvPr/>
          </p:nvSpPr>
          <p:spPr>
            <a:xfrm>
              <a:off x="0" y="0"/>
              <a:ext cx="1693"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 块号 页号 引用位   指针</a:t>
              </a:r>
              <a:endParaRPr lang="zh-CN" altLang="en-US" sz="1600">
                <a:solidFill>
                  <a:schemeClr val="tx1"/>
                </a:solidFill>
                <a:latin typeface="Times New Roman" panose="02020603050405020304" charset="0"/>
                <a:ea typeface="宋体" panose="02010600030101010101" pitchFamily="2" charset="-122"/>
              </a:endParaRPr>
            </a:p>
          </p:txBody>
        </p:sp>
        <p:sp>
          <p:nvSpPr>
            <p:cNvPr id="103518" name="直接连接符 73822"/>
            <p:cNvSpPr/>
            <p:nvPr/>
          </p:nvSpPr>
          <p:spPr>
            <a:xfrm>
              <a:off x="1130" y="256"/>
              <a:ext cx="0" cy="1522"/>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519" name="文本框 73823"/>
            <p:cNvSpPr txBox="1"/>
            <p:nvPr/>
          </p:nvSpPr>
          <p:spPr>
            <a:xfrm>
              <a:off x="1273" y="1007"/>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rPr>
                <a:t>6</a:t>
              </a:r>
              <a:endParaRPr lang="en-US" altLang="zh-CN" sz="1600">
                <a:solidFill>
                  <a:schemeClr val="tx1"/>
                </a:solidFill>
                <a:latin typeface="Times New Roman" panose="02020603050405020304" charset="0"/>
                <a:ea typeface="宋体" panose="02010600030101010101" pitchFamily="2" charset="-122"/>
                <a:sym typeface="Symbol" panose="05050102010706020507" pitchFamily="18" charset="2"/>
              </a:endParaRPr>
            </a:p>
          </p:txBody>
        </p:sp>
        <p:grpSp>
          <p:nvGrpSpPr>
            <p:cNvPr id="103520" name="组合 73824"/>
            <p:cNvGrpSpPr/>
            <p:nvPr/>
          </p:nvGrpSpPr>
          <p:grpSpPr>
            <a:xfrm>
              <a:off x="1402" y="737"/>
              <a:ext cx="136" cy="365"/>
              <a:chOff x="0" y="0"/>
              <a:chExt cx="136" cy="365"/>
            </a:xfrm>
          </p:grpSpPr>
          <p:sp>
            <p:nvSpPr>
              <p:cNvPr id="103521" name="直接连接符 73825"/>
              <p:cNvSpPr/>
              <p:nvPr/>
            </p:nvSpPr>
            <p:spPr>
              <a:xfrm>
                <a:off x="136" y="0"/>
                <a:ext cx="0" cy="363"/>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522" name="直接连接符 73826"/>
              <p:cNvSpPr/>
              <p:nvPr/>
            </p:nvSpPr>
            <p:spPr>
              <a:xfrm flipH="1">
                <a:off x="0" y="365"/>
                <a:ext cx="136"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103523" name="文本框 73827"/>
            <p:cNvSpPr txBox="1"/>
            <p:nvPr/>
          </p:nvSpPr>
          <p:spPr>
            <a:xfrm>
              <a:off x="858" y="632"/>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103524" name="文本框 73828"/>
            <p:cNvSpPr txBox="1"/>
            <p:nvPr/>
          </p:nvSpPr>
          <p:spPr>
            <a:xfrm>
              <a:off x="849" y="1563"/>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103525" name="文本框 73829"/>
            <p:cNvSpPr txBox="1"/>
            <p:nvPr/>
          </p:nvSpPr>
          <p:spPr>
            <a:xfrm>
              <a:off x="858" y="1004"/>
              <a:ext cx="213"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103526" name="直接连接符 73830"/>
            <p:cNvSpPr/>
            <p:nvPr/>
          </p:nvSpPr>
          <p:spPr>
            <a:xfrm>
              <a:off x="2087" y="1252"/>
              <a:ext cx="0" cy="363"/>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527" name="直接连接符 73831"/>
            <p:cNvSpPr/>
            <p:nvPr/>
          </p:nvSpPr>
          <p:spPr>
            <a:xfrm flipH="1">
              <a:off x="1576" y="1617"/>
              <a:ext cx="499"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73833" name="文本框 73832"/>
          <p:cNvSpPr txBox="1"/>
          <p:nvPr/>
        </p:nvSpPr>
        <p:spPr>
          <a:xfrm>
            <a:off x="1123950" y="5100638"/>
            <a:ext cx="4968875" cy="457200"/>
          </a:xfrm>
          <a:prstGeom prst="rect">
            <a:avLst/>
          </a:prstGeom>
          <a:noFill/>
          <a:ln w="9525">
            <a:noFill/>
            <a:miter/>
          </a:ln>
        </p:spPr>
        <p:txBody>
          <a:bodyPr anchor="t">
            <a:spAutoFit/>
          </a:bodyPr>
          <a:p>
            <a:pPr lvl="0">
              <a:lnSpc>
                <a:spcPct val="120000"/>
              </a:lnSpc>
              <a:spcBef>
                <a:spcPct val="30000"/>
              </a:spcBef>
            </a:pPr>
            <a:r>
              <a:rPr lang="zh-CN" altLang="en-US" sz="2000">
                <a:solidFill>
                  <a:schemeClr val="tx1"/>
                </a:solidFill>
                <a:latin typeface="Times New Roman" panose="02020603050405020304" charset="0"/>
                <a:ea typeface="宋体" panose="02010600030101010101" pitchFamily="2" charset="-122"/>
              </a:rPr>
              <a:t>当要调入第</a:t>
            </a:r>
            <a:r>
              <a:rPr lang="en-US" altLang="zh-CN" sz="2000">
                <a:solidFill>
                  <a:schemeClr val="tx1"/>
                </a:solidFill>
                <a:latin typeface="Times New Roman" panose="02020603050405020304" charset="0"/>
                <a:ea typeface="宋体" panose="02010600030101010101" pitchFamily="2" charset="-122"/>
              </a:rPr>
              <a:t>6</a:t>
            </a:r>
            <a:r>
              <a:rPr lang="zh-CN" altLang="en-US" sz="2000">
                <a:solidFill>
                  <a:schemeClr val="tx1"/>
                </a:solidFill>
                <a:latin typeface="Times New Roman" panose="02020603050405020304" charset="0"/>
                <a:ea typeface="宋体" panose="02010600030101010101" pitchFamily="2" charset="-122"/>
              </a:rPr>
              <a:t>页时，如何处理 </a:t>
            </a:r>
            <a:r>
              <a:rPr lang="en-US" altLang="zh-CN" sz="2000">
                <a:solidFill>
                  <a:schemeClr val="tx1"/>
                </a:solidFill>
                <a:latin typeface="Times New Roman" panose="02020603050405020304" charset="0"/>
                <a:ea typeface="宋体" panose="02010600030101010101" pitchFamily="2" charset="-122"/>
              </a:rPr>
              <a:t>?</a:t>
            </a:r>
            <a:endParaRPr lang="en-US" altLang="zh-CN" sz="2000">
              <a:solidFill>
                <a:schemeClr val="tx1"/>
              </a:solidFill>
              <a:latin typeface="Times New Roman" panose="02020603050405020304" charset="0"/>
              <a:ea typeface="宋体" panose="02010600030101010101" pitchFamily="2" charset="-122"/>
            </a:endParaRPr>
          </a:p>
        </p:txBody>
      </p:sp>
      <p:sp>
        <p:nvSpPr>
          <p:cNvPr id="73834" name="文本框 73833"/>
          <p:cNvSpPr txBox="1"/>
          <p:nvPr/>
        </p:nvSpPr>
        <p:spPr>
          <a:xfrm>
            <a:off x="3121025" y="4508500"/>
            <a:ext cx="1897063" cy="336550"/>
          </a:xfrm>
          <a:prstGeom prst="rect">
            <a:avLst/>
          </a:prstGeom>
          <a:noFill/>
          <a:ln w="9525">
            <a:noFill/>
            <a:miter/>
          </a:ln>
        </p:spPr>
        <p:txBody>
          <a:bodyPr anchor="t">
            <a:spAutoFit/>
          </a:bodyPr>
          <a:p>
            <a:pPr lvl="0">
              <a:spcBef>
                <a:spcPct val="30000"/>
              </a:spcBef>
            </a:pPr>
            <a:r>
              <a:rPr lang="en-US" altLang="zh-CN" sz="1600" b="0">
                <a:solidFill>
                  <a:schemeClr val="tx1"/>
                </a:solidFill>
                <a:latin typeface="Times New Roman" panose="02020603050405020304" charset="0"/>
                <a:ea typeface="宋体" panose="02010600030101010101" pitchFamily="2" charset="-122"/>
              </a:rPr>
              <a:t>LRU</a:t>
            </a:r>
            <a:r>
              <a:rPr lang="zh-CN" altLang="en-US" sz="1600" b="0">
                <a:solidFill>
                  <a:schemeClr val="tx1"/>
                </a:solidFill>
                <a:latin typeface="Times New Roman" panose="02020603050405020304" charset="0"/>
                <a:ea typeface="宋体" panose="02010600030101010101" pitchFamily="2" charset="-122"/>
              </a:rPr>
              <a:t>近似算法举例</a:t>
            </a:r>
            <a:endParaRPr lang="zh-CN" altLang="en-US" sz="1600" b="0">
              <a:solidFill>
                <a:schemeClr val="tx1"/>
              </a:solidFill>
              <a:latin typeface="Times New Roman" panose="02020603050405020304" charset="0"/>
              <a:ea typeface="宋体" panose="02010600030101010101" pitchFamily="2" charset="-122"/>
            </a:endParaRPr>
          </a:p>
        </p:txBody>
      </p:sp>
      <p:sp>
        <p:nvSpPr>
          <p:cNvPr id="73835" name="矩形 73834"/>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页式存储管理</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3731" grpId="0" build="p"/>
      <p:bldP spid="73833" grpId="0"/>
      <p:bldP spid="73834"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7" name="矩形 72706"/>
          <p:cNvSpPr/>
          <p:nvPr/>
        </p:nvSpPr>
        <p:spPr>
          <a:xfrm>
            <a:off x="673100" y="544513"/>
            <a:ext cx="5980113" cy="53403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zh-CN" altLang="en-US" sz="2400" b="1" strike="noStrike" noProof="1">
                <a:solidFill>
                  <a:srgbClr val="000099"/>
                </a:solidFill>
                <a:latin typeface="宋体" panose="02010600030101010101" pitchFamily="2" charset="-122"/>
                <a:ea typeface="宋体" panose="02010600030101010101" pitchFamily="2" charset="-122"/>
                <a:cs typeface="+mn-ea"/>
              </a:rPr>
              <a:t>④ </a:t>
            </a:r>
            <a:r>
              <a:rPr lang="en-US" altLang="zh-CN" sz="2400" b="1" strike="noStrike" noProof="1">
                <a:solidFill>
                  <a:srgbClr val="000099"/>
                </a:solidFill>
                <a:latin typeface="Times New Roman" panose="02020603050405020304" charset="0"/>
                <a:ea typeface="宋体" panose="02010600030101010101" pitchFamily="2" charset="-122"/>
                <a:cs typeface="+mn-ea"/>
              </a:rPr>
              <a:t>LRU</a:t>
            </a:r>
            <a:r>
              <a:rPr lang="zh-CN" altLang="en-US" sz="2400" b="1" strike="noStrike" noProof="1">
                <a:solidFill>
                  <a:srgbClr val="000099"/>
                </a:solidFill>
                <a:latin typeface="Times New Roman" panose="02020603050405020304" charset="0"/>
                <a:ea typeface="宋体" panose="02010600030101010101" pitchFamily="2" charset="-122"/>
                <a:cs typeface="+mn-ea"/>
              </a:rPr>
              <a:t>淘汰</a:t>
            </a:r>
            <a:r>
              <a:rPr lang="zh-CN" altLang="en-US" sz="2400" b="1">
                <a:solidFill>
                  <a:srgbClr val="000099"/>
                </a:solidFill>
                <a:latin typeface="Times New Roman" panose="02020603050405020304" charset="0"/>
                <a:cs typeface="+mn-ea"/>
                <a:sym typeface="+mn-ea"/>
              </a:rPr>
              <a:t>近似</a:t>
            </a:r>
            <a:r>
              <a:rPr lang="zh-CN" altLang="en-US" sz="2400" b="1" strike="noStrike" noProof="1">
                <a:solidFill>
                  <a:srgbClr val="000099"/>
                </a:solidFill>
                <a:latin typeface="Times New Roman" panose="02020603050405020304" charset="0"/>
                <a:ea typeface="宋体" panose="02010600030101010101" pitchFamily="2" charset="-122"/>
                <a:cs typeface="+mn-ea"/>
              </a:rPr>
              <a:t>算法流程图</a:t>
            </a:r>
            <a:endParaRPr lang="en-US" altLang="zh-CN" sz="2400" b="1" strike="noStrike" noProof="1">
              <a:solidFill>
                <a:srgbClr val="000099"/>
              </a:solidFill>
              <a:latin typeface="Times New Roman" panose="02020603050405020304" charset="0"/>
              <a:ea typeface="宋体" panose="02010600030101010101" pitchFamily="2" charset="-122"/>
              <a:cs typeface="+mn-ea"/>
            </a:endParaRPr>
          </a:p>
        </p:txBody>
      </p:sp>
      <p:grpSp>
        <p:nvGrpSpPr>
          <p:cNvPr id="72708" name="组合 72707"/>
          <p:cNvGrpSpPr/>
          <p:nvPr/>
        </p:nvGrpSpPr>
        <p:grpSpPr>
          <a:xfrm>
            <a:off x="1634490" y="1182370"/>
            <a:ext cx="5426075" cy="5108575"/>
            <a:chOff x="0" y="0"/>
            <a:chExt cx="3418" cy="3218"/>
          </a:xfrm>
        </p:grpSpPr>
        <p:sp>
          <p:nvSpPr>
            <p:cNvPr id="72709" name="流程图: 终止 72708"/>
            <p:cNvSpPr/>
            <p:nvPr/>
          </p:nvSpPr>
          <p:spPr>
            <a:xfrm>
              <a:off x="807" y="0"/>
              <a:ext cx="785" cy="298"/>
            </a:xfrm>
            <a:prstGeom prst="flowChartTerminator">
              <a:avLst/>
            </a:prstGeom>
            <a:solidFill>
              <a:srgbClr val="FF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104453" name="文本框 72709"/>
            <p:cNvSpPr txBox="1"/>
            <p:nvPr/>
          </p:nvSpPr>
          <p:spPr>
            <a:xfrm>
              <a:off x="990" y="23"/>
              <a:ext cx="552" cy="289"/>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入口</a:t>
              </a:r>
              <a:endParaRPr lang="zh-CN" altLang="en-US" sz="1600">
                <a:solidFill>
                  <a:schemeClr val="tx1"/>
                </a:solidFill>
                <a:latin typeface="Times New Roman" panose="02020603050405020304" charset="0"/>
                <a:ea typeface="宋体" panose="02010600030101010101" pitchFamily="2" charset="-122"/>
              </a:endParaRPr>
            </a:p>
          </p:txBody>
        </p:sp>
        <p:sp>
          <p:nvSpPr>
            <p:cNvPr id="104454" name="文本框 72710"/>
            <p:cNvSpPr txBox="1"/>
            <p:nvPr/>
          </p:nvSpPr>
          <p:spPr>
            <a:xfrm>
              <a:off x="382" y="470"/>
              <a:ext cx="1635" cy="311"/>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just"/>
              <a:r>
                <a:rPr lang="zh-CN" altLang="en-US" sz="1600">
                  <a:solidFill>
                    <a:schemeClr val="tx1"/>
                  </a:solidFill>
                  <a:latin typeface="Times New Roman" panose="02020603050405020304" charset="0"/>
                  <a:ea typeface="宋体" panose="02010600030101010101" pitchFamily="2" charset="-122"/>
                </a:rPr>
                <a:t>读出替换指针指向的块号</a:t>
              </a:r>
              <a:endParaRPr lang="zh-CN" altLang="en-US" sz="1600">
                <a:solidFill>
                  <a:schemeClr val="tx1"/>
                </a:solidFill>
                <a:latin typeface="Times New Roman" panose="02020603050405020304" charset="0"/>
                <a:ea typeface="宋体" panose="02010600030101010101" pitchFamily="2" charset="-122"/>
              </a:endParaRPr>
            </a:p>
          </p:txBody>
        </p:sp>
        <p:sp>
          <p:nvSpPr>
            <p:cNvPr id="104455" name="文本框 72711"/>
            <p:cNvSpPr txBox="1"/>
            <p:nvPr/>
          </p:nvSpPr>
          <p:spPr>
            <a:xfrm>
              <a:off x="297" y="943"/>
              <a:ext cx="1804" cy="310"/>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just"/>
              <a:r>
                <a:rPr lang="zh-CN" altLang="en-US" sz="1600">
                  <a:solidFill>
                    <a:schemeClr val="tx1"/>
                  </a:solidFill>
                  <a:latin typeface="Times New Roman" panose="02020603050405020304" charset="0"/>
                  <a:ea typeface="宋体" panose="02010600030101010101" pitchFamily="2" charset="-122"/>
                </a:rPr>
                <a:t>移动指针指向下一个存储块</a:t>
              </a:r>
              <a:endParaRPr lang="zh-CN" altLang="en-US" sz="1600">
                <a:solidFill>
                  <a:schemeClr val="tx1"/>
                </a:solidFill>
                <a:latin typeface="Times New Roman" panose="02020603050405020304" charset="0"/>
                <a:ea typeface="宋体" panose="02010600030101010101" pitchFamily="2" charset="-122"/>
              </a:endParaRPr>
            </a:p>
          </p:txBody>
        </p:sp>
        <p:grpSp>
          <p:nvGrpSpPr>
            <p:cNvPr id="104456" name="组合 72712"/>
            <p:cNvGrpSpPr/>
            <p:nvPr/>
          </p:nvGrpSpPr>
          <p:grpSpPr>
            <a:xfrm>
              <a:off x="562" y="1409"/>
              <a:ext cx="1275" cy="406"/>
              <a:chOff x="0" y="0"/>
              <a:chExt cx="1387" cy="417"/>
            </a:xfrm>
          </p:grpSpPr>
          <p:sp>
            <p:nvSpPr>
              <p:cNvPr id="104457" name="流程图: 决策 72713"/>
              <p:cNvSpPr/>
              <p:nvPr/>
            </p:nvSpPr>
            <p:spPr>
              <a:xfrm>
                <a:off x="0" y="0"/>
                <a:ext cx="1387" cy="387"/>
              </a:xfrm>
              <a:prstGeom prst="flowChartDecision">
                <a:avLst/>
              </a:prstGeom>
              <a:solidFill>
                <a:srgbClr val="FFCCFF"/>
              </a:solidFill>
              <a:ln w="9525" cap="flat" cmpd="sng">
                <a:solidFill>
                  <a:srgbClr val="000000"/>
                </a:solidFill>
                <a:prstDash val="solid"/>
                <a:miter/>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4458" name="文本框 72714"/>
              <p:cNvSpPr txBox="1"/>
              <p:nvPr/>
            </p:nvSpPr>
            <p:spPr>
              <a:xfrm>
                <a:off x="205" y="53"/>
                <a:ext cx="1052" cy="364"/>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引用位为</a:t>
                </a:r>
                <a:r>
                  <a:rPr lang="en-US" altLang="zh-CN" sz="1600">
                    <a:solidFill>
                      <a:schemeClr val="tx1"/>
                    </a:solidFill>
                    <a:latin typeface="Times New Roman" panose="02020603050405020304" charset="0"/>
                    <a:ea typeface="宋体" panose="02010600030101010101" pitchFamily="2" charset="-122"/>
                  </a:rPr>
                  <a:t>0 ?</a:t>
                </a:r>
                <a:endParaRPr lang="en-US" altLang="zh-CN" sz="1600">
                  <a:solidFill>
                    <a:schemeClr val="tx1"/>
                  </a:solidFill>
                  <a:latin typeface="Times New Roman" panose="02020603050405020304" charset="0"/>
                  <a:ea typeface="宋体" panose="02010600030101010101" pitchFamily="2" charset="-122"/>
                </a:endParaRPr>
              </a:p>
            </p:txBody>
          </p:sp>
        </p:grpSp>
        <p:sp>
          <p:nvSpPr>
            <p:cNvPr id="104459" name="文本框 72715"/>
            <p:cNvSpPr txBox="1"/>
            <p:nvPr/>
          </p:nvSpPr>
          <p:spPr>
            <a:xfrm>
              <a:off x="0" y="1965"/>
              <a:ext cx="2399" cy="310"/>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ctr"/>
              <a:r>
                <a:rPr lang="zh-CN" altLang="en-US">
                  <a:solidFill>
                    <a:schemeClr val="tx1"/>
                  </a:solidFill>
                  <a:latin typeface="Times New Roman" panose="02020603050405020304" charset="0"/>
                  <a:ea typeface="宋体" panose="02010600030101010101" pitchFamily="2" charset="-122"/>
                </a:rPr>
                <a:t>选择该页淘汰，记录该页的页号</a:t>
              </a:r>
              <a:r>
                <a:rPr lang="zh-CN" altLang="en-US">
                  <a:solidFill>
                    <a:schemeClr val="tx1"/>
                  </a:solidFill>
                  <a:latin typeface="宋体" panose="02010600030101010101" pitchFamily="2" charset="-122"/>
                  <a:ea typeface="宋体" panose="02010600030101010101" pitchFamily="2" charset="-122"/>
                </a:rPr>
                <a:t>、块号。</a:t>
              </a:r>
              <a:endParaRPr lang="zh-CN" altLang="en-US">
                <a:solidFill>
                  <a:schemeClr val="tx1"/>
                </a:solidFill>
                <a:latin typeface="宋体" panose="02010600030101010101" pitchFamily="2" charset="-122"/>
                <a:ea typeface="宋体" panose="02010600030101010101" pitchFamily="2" charset="-122"/>
              </a:endParaRPr>
            </a:p>
            <a:p>
              <a:pPr lvl="0" algn="ctr"/>
              <a:r>
                <a:rPr lang="zh-CN" altLang="en-US">
                  <a:solidFill>
                    <a:schemeClr val="tx1"/>
                  </a:solidFill>
                  <a:latin typeface="宋体" panose="02010600030101010101" pitchFamily="2" charset="-122"/>
                  <a:ea typeface="宋体" panose="02010600030101010101" pitchFamily="2" charset="-122"/>
                </a:rPr>
                <a:t>根据改变位将该页写回辅存。</a:t>
              </a:r>
              <a:endParaRPr lang="zh-CN" altLang="en-US">
                <a:solidFill>
                  <a:schemeClr val="tx1"/>
                </a:solidFill>
                <a:latin typeface="宋体" panose="02010600030101010101" pitchFamily="2" charset="-122"/>
                <a:ea typeface="宋体" panose="02010600030101010101" pitchFamily="2" charset="-122"/>
              </a:endParaRPr>
            </a:p>
          </p:txBody>
        </p:sp>
        <p:sp>
          <p:nvSpPr>
            <p:cNvPr id="104460" name="文本框 72716"/>
            <p:cNvSpPr txBox="1"/>
            <p:nvPr/>
          </p:nvSpPr>
          <p:spPr>
            <a:xfrm>
              <a:off x="186" y="2441"/>
              <a:ext cx="2027" cy="312"/>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ctr"/>
              <a:r>
                <a:rPr lang="zh-CN" altLang="en-US" sz="1600">
                  <a:solidFill>
                    <a:schemeClr val="tx1"/>
                  </a:solidFill>
                  <a:latin typeface="Times New Roman" panose="02020603050405020304" charset="0"/>
                  <a:ea typeface="宋体" panose="02010600030101010101" pitchFamily="2" charset="-122"/>
                </a:rPr>
                <a:t>将该页所在的</a:t>
              </a:r>
              <a:r>
                <a:rPr lang="zh-CN" altLang="en-US" sz="1600">
                  <a:solidFill>
                    <a:schemeClr val="tx1"/>
                  </a:solidFill>
                  <a:latin typeface="宋体" panose="02010600030101010101" pitchFamily="2" charset="-122"/>
                  <a:ea typeface="宋体" panose="02010600030101010101" pitchFamily="2" charset="-122"/>
                </a:rPr>
                <a:t>块号送到</a:t>
              </a:r>
              <a:r>
                <a:rPr lang="zh-CN" altLang="en-US" sz="1600">
                  <a:solidFill>
                    <a:schemeClr val="tx1"/>
                  </a:solidFill>
                  <a:latin typeface="Times New Roman" panose="02020603050405020304" charset="0"/>
                  <a:ea typeface="宋体" panose="02010600030101010101" pitchFamily="2" charset="-122"/>
                </a:rPr>
                <a:t>替换指针</a:t>
              </a:r>
              <a:endParaRPr lang="zh-CN" altLang="en-US" sz="1600">
                <a:solidFill>
                  <a:schemeClr val="tx1"/>
                </a:solidFill>
                <a:latin typeface="Times New Roman" panose="02020603050405020304" charset="0"/>
                <a:ea typeface="宋体" panose="02010600030101010101" pitchFamily="2" charset="-122"/>
              </a:endParaRPr>
            </a:p>
          </p:txBody>
        </p:sp>
        <p:sp>
          <p:nvSpPr>
            <p:cNvPr id="72718" name="流程图: 终止 72717"/>
            <p:cNvSpPr/>
            <p:nvPr/>
          </p:nvSpPr>
          <p:spPr>
            <a:xfrm>
              <a:off x="807" y="2918"/>
              <a:ext cx="785" cy="300"/>
            </a:xfrm>
            <a:prstGeom prst="flowChartTerminator">
              <a:avLst/>
            </a:prstGeom>
            <a:solidFill>
              <a:srgbClr val="FF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104462" name="文本框 72718"/>
            <p:cNvSpPr txBox="1"/>
            <p:nvPr/>
          </p:nvSpPr>
          <p:spPr>
            <a:xfrm>
              <a:off x="945" y="2908"/>
              <a:ext cx="552" cy="288"/>
            </a:xfrm>
            <a:prstGeom prst="rect">
              <a:avLst/>
            </a:prstGeom>
            <a:noFill/>
            <a:ln w="9525">
              <a:noFill/>
              <a:miter/>
            </a:ln>
          </p:spPr>
          <p:txBody>
            <a:bodyPr anchor="t"/>
            <a:p>
              <a:pPr lvl="0" algn="ctr"/>
              <a:r>
                <a:rPr lang="zh-CN" altLang="en-US" sz="1600">
                  <a:solidFill>
                    <a:schemeClr val="tx1"/>
                  </a:solidFill>
                  <a:latin typeface="Times New Roman" panose="02020603050405020304" charset="0"/>
                  <a:ea typeface="宋体" panose="02010600030101010101" pitchFamily="2" charset="-122"/>
                </a:rPr>
                <a:t>返回</a:t>
              </a:r>
              <a:endParaRPr lang="zh-CN" altLang="en-US" sz="1600">
                <a:solidFill>
                  <a:schemeClr val="tx1"/>
                </a:solidFill>
                <a:latin typeface="Times New Roman" panose="02020603050405020304" charset="0"/>
                <a:ea typeface="宋体" panose="02010600030101010101" pitchFamily="2" charset="-122"/>
              </a:endParaRPr>
            </a:p>
          </p:txBody>
        </p:sp>
        <p:sp>
          <p:nvSpPr>
            <p:cNvPr id="104463" name="直接连接符 72719"/>
            <p:cNvSpPr/>
            <p:nvPr/>
          </p:nvSpPr>
          <p:spPr>
            <a:xfrm>
              <a:off x="1199" y="301"/>
              <a:ext cx="0" cy="167"/>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4464" name="直接连接符 72720"/>
            <p:cNvSpPr/>
            <p:nvPr/>
          </p:nvSpPr>
          <p:spPr>
            <a:xfrm>
              <a:off x="1199" y="776"/>
              <a:ext cx="0" cy="167"/>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4465" name="直接连接符 72721"/>
            <p:cNvSpPr/>
            <p:nvPr/>
          </p:nvSpPr>
          <p:spPr>
            <a:xfrm>
              <a:off x="1199" y="1253"/>
              <a:ext cx="0" cy="167"/>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4466" name="直接连接符 72722"/>
            <p:cNvSpPr/>
            <p:nvPr/>
          </p:nvSpPr>
          <p:spPr>
            <a:xfrm>
              <a:off x="1199" y="1786"/>
              <a:ext cx="0" cy="167"/>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4467" name="直接连接符 72723"/>
            <p:cNvSpPr/>
            <p:nvPr/>
          </p:nvSpPr>
          <p:spPr>
            <a:xfrm>
              <a:off x="1199" y="2275"/>
              <a:ext cx="0" cy="166"/>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4468" name="直接连接符 72724"/>
            <p:cNvSpPr/>
            <p:nvPr/>
          </p:nvSpPr>
          <p:spPr>
            <a:xfrm>
              <a:off x="1210" y="2753"/>
              <a:ext cx="0" cy="165"/>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4469" name="文本框 72725"/>
            <p:cNvSpPr txBox="1"/>
            <p:nvPr/>
          </p:nvSpPr>
          <p:spPr>
            <a:xfrm>
              <a:off x="2462" y="1409"/>
              <a:ext cx="956" cy="311"/>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ctr"/>
              <a:r>
                <a:rPr lang="zh-CN" altLang="en-US" sz="1600">
                  <a:solidFill>
                    <a:schemeClr val="tx1"/>
                  </a:solidFill>
                  <a:latin typeface="Times New Roman" panose="02020603050405020304" charset="0"/>
                  <a:ea typeface="宋体" panose="02010600030101010101" pitchFamily="2" charset="-122"/>
                </a:rPr>
                <a:t>置引用位为</a:t>
              </a: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104470" name="直接连接符 72726"/>
            <p:cNvSpPr/>
            <p:nvPr/>
          </p:nvSpPr>
          <p:spPr>
            <a:xfrm>
              <a:off x="1837" y="1609"/>
              <a:ext cx="625"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4471" name="直接连接符 72727"/>
            <p:cNvSpPr/>
            <p:nvPr/>
          </p:nvSpPr>
          <p:spPr>
            <a:xfrm flipH="1">
              <a:off x="1199" y="835"/>
              <a:ext cx="1731"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4472" name="直接连接符 72728"/>
            <p:cNvSpPr/>
            <p:nvPr/>
          </p:nvSpPr>
          <p:spPr>
            <a:xfrm>
              <a:off x="2930" y="835"/>
              <a:ext cx="0" cy="585"/>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4473" name="文本框 72729"/>
            <p:cNvSpPr txBox="1"/>
            <p:nvPr/>
          </p:nvSpPr>
          <p:spPr>
            <a:xfrm>
              <a:off x="1273" y="1768"/>
              <a:ext cx="382" cy="360"/>
            </a:xfrm>
            <a:prstGeom prst="rect">
              <a:avLst/>
            </a:prstGeom>
            <a:noFill/>
            <a:ln w="9525">
              <a:noFill/>
              <a:miter/>
            </a:ln>
          </p:spPr>
          <p:txBody>
            <a:bodyPr anchor="t"/>
            <a:p>
              <a:pPr lvl="0" algn="just"/>
              <a:r>
                <a:rPr lang="en-US" altLang="zh-CN">
                  <a:solidFill>
                    <a:schemeClr val="tx1"/>
                  </a:solidFill>
                  <a:latin typeface="Times New Roman" panose="02020603050405020304" charset="0"/>
                  <a:ea typeface="宋体" panose="02010600030101010101" pitchFamily="2" charset="-122"/>
                </a:rPr>
                <a:t>Y</a:t>
              </a:r>
              <a:endParaRPr lang="en-US" altLang="zh-CN">
                <a:solidFill>
                  <a:schemeClr val="tx1"/>
                </a:solidFill>
                <a:latin typeface="Times New Roman" panose="02020603050405020304" charset="0"/>
                <a:ea typeface="宋体" panose="02010600030101010101" pitchFamily="2" charset="-122"/>
              </a:endParaRPr>
            </a:p>
          </p:txBody>
        </p:sp>
        <p:sp>
          <p:nvSpPr>
            <p:cNvPr id="104474" name="文本框 72730"/>
            <p:cNvSpPr txBox="1"/>
            <p:nvPr/>
          </p:nvSpPr>
          <p:spPr>
            <a:xfrm>
              <a:off x="1867" y="1413"/>
              <a:ext cx="381" cy="361"/>
            </a:xfrm>
            <a:prstGeom prst="rect">
              <a:avLst/>
            </a:prstGeom>
            <a:noFill/>
            <a:ln w="9525">
              <a:noFill/>
              <a:miter/>
            </a:ln>
          </p:spPr>
          <p:txBody>
            <a:bodyPr anchor="t"/>
            <a:p>
              <a:pPr lvl="0" algn="just"/>
              <a:r>
                <a:rPr lang="en-US" altLang="zh-CN">
                  <a:solidFill>
                    <a:schemeClr val="tx1"/>
                  </a:solidFill>
                  <a:latin typeface="Times New Roman" panose="02020603050405020304" charset="0"/>
                  <a:ea typeface="宋体" panose="02010600030101010101" pitchFamily="2" charset="-122"/>
                </a:rPr>
                <a:t>N</a:t>
              </a:r>
              <a:endParaRPr lang="en-US" altLang="zh-CN">
                <a:solidFill>
                  <a:schemeClr val="tx1"/>
                </a:solidFill>
                <a:latin typeface="Times New Roman" panose="02020603050405020304" charset="0"/>
                <a:ea typeface="宋体" panose="02010600030101010101" pitchFamily="2" charset="-122"/>
              </a:endParaRPr>
            </a:p>
          </p:txBody>
        </p:sp>
      </p:grpSp>
      <p:sp>
        <p:nvSpPr>
          <p:cNvPr id="72734" name="矩形 72733"/>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页式存储管理</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2707" grpId="0" build="p"/>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7" name="矩形 72706"/>
          <p:cNvSpPr/>
          <p:nvPr/>
        </p:nvSpPr>
        <p:spPr>
          <a:xfrm>
            <a:off x="673100" y="780415"/>
            <a:ext cx="7820660" cy="240538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400" b="1" strike="noStrike" noProof="1">
                <a:solidFill>
                  <a:srgbClr val="000099"/>
                </a:solidFill>
                <a:latin typeface="Times New Roman" panose="02020603050405020304" charset="0"/>
                <a:ea typeface="宋体" panose="02010600030101010101" pitchFamily="2" charset="-122"/>
                <a:cs typeface="+mn-ea"/>
              </a:rPr>
              <a:t>LRU</a:t>
            </a:r>
            <a:r>
              <a:rPr lang="zh-CN" altLang="en-US" sz="2400" b="1" strike="noStrike" noProof="1">
                <a:solidFill>
                  <a:srgbClr val="000099"/>
                </a:solidFill>
                <a:latin typeface="Times New Roman" panose="02020603050405020304" charset="0"/>
                <a:ea typeface="宋体" panose="02010600030101010101" pitchFamily="2" charset="-122"/>
                <a:cs typeface="+mn-ea"/>
              </a:rPr>
              <a:t>淘汰</a:t>
            </a:r>
            <a:r>
              <a:rPr lang="zh-CN" altLang="en-US" sz="2400" b="1">
                <a:solidFill>
                  <a:srgbClr val="000099"/>
                </a:solidFill>
                <a:latin typeface="Times New Roman" panose="02020603050405020304" charset="0"/>
                <a:cs typeface="+mn-ea"/>
                <a:sym typeface="+mn-ea"/>
              </a:rPr>
              <a:t>近似</a:t>
            </a:r>
            <a:r>
              <a:rPr lang="zh-CN" altLang="en-US" sz="2400" b="1" strike="noStrike" noProof="1">
                <a:solidFill>
                  <a:srgbClr val="000099"/>
                </a:solidFill>
                <a:latin typeface="Times New Roman" panose="02020603050405020304" charset="0"/>
                <a:ea typeface="宋体" panose="02010600030101010101" pitchFamily="2" charset="-122"/>
                <a:cs typeface="+mn-ea"/>
              </a:rPr>
              <a:t>算法效果</a:t>
            </a:r>
            <a:endParaRPr lang="zh-CN" altLang="en-US" sz="2400" b="1" strike="noStrike" noProof="1">
              <a:solidFill>
                <a:srgbClr val="000099"/>
              </a:solidFill>
              <a:latin typeface="Times New Roman" panose="02020603050405020304" charset="0"/>
              <a:ea typeface="宋体" panose="02010600030101010101" pitchFamily="2" charset="-122"/>
              <a:cs typeface="+mn-ea"/>
            </a:endParaRPr>
          </a:p>
          <a:p>
            <a:pPr marL="533400" lvl="0" indent="-533400" fontAlgn="base">
              <a:lnSpc>
                <a:spcPct val="120000"/>
              </a:lnSpc>
              <a:spcBef>
                <a:spcPct val="20000"/>
              </a:spcBef>
              <a:buNone/>
            </a:pPr>
            <a:r>
              <a:rPr lang="en-US" altLang="zh-CN" sz="2400" b="1" strike="noStrike" noProof="1">
                <a:solidFill>
                  <a:srgbClr val="000099"/>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rPr>
              <a:t>实现简单，缺点有：</a:t>
            </a:r>
            <a:endParaRPr lang="en-US" altLang="zh-CN" sz="2400" b="1" strike="noStrike" noProof="1">
              <a:solidFill>
                <a:srgbClr val="000099"/>
              </a:solidFill>
              <a:latin typeface="Times New Roman" panose="02020603050405020304" charset="0"/>
              <a:ea typeface="宋体" panose="02010600030101010101" pitchFamily="2" charset="-122"/>
              <a:cs typeface="+mn-ea"/>
            </a:endParaRPr>
          </a:p>
          <a:p>
            <a:pPr marL="990600" lvl="1" indent="-533400" fontAlgn="base">
              <a:lnSpc>
                <a:spcPct val="120000"/>
              </a:lnSpc>
              <a:spcBef>
                <a:spcPct val="20000"/>
              </a:spcBef>
              <a:buNone/>
            </a:pPr>
            <a:r>
              <a:rPr lang="en-US" altLang="zh-CN" sz="2100">
                <a:solidFill>
                  <a:schemeClr val="tx1"/>
                </a:solidFill>
                <a:effectLst/>
                <a:sym typeface="+mn-ea"/>
              </a:rPr>
              <a:t>1</a:t>
            </a:r>
            <a:r>
              <a:rPr lang="zh-CN" altLang="en-US" sz="2100">
                <a:solidFill>
                  <a:schemeClr val="tx1"/>
                </a:solidFill>
                <a:effectLst/>
                <a:sym typeface="+mn-ea"/>
              </a:rPr>
              <a:t>、周期</a:t>
            </a:r>
            <a:r>
              <a:rPr lang="en-US" altLang="zh-CN" sz="2100">
                <a:solidFill>
                  <a:schemeClr val="tx1"/>
                </a:solidFill>
                <a:effectLst/>
                <a:sym typeface="+mn-ea"/>
              </a:rPr>
              <a:t>T</a:t>
            </a:r>
            <a:r>
              <a:rPr lang="zh-CN" altLang="en-US" sz="2100">
                <a:solidFill>
                  <a:schemeClr val="tx1"/>
                </a:solidFill>
                <a:effectLst/>
                <a:sym typeface="+mn-ea"/>
              </a:rPr>
              <a:t>的长短选择不易确定。</a:t>
            </a:r>
            <a:endParaRPr lang="zh-CN" altLang="en-US" sz="2100" b="0">
              <a:solidFill>
                <a:schemeClr val="tx1"/>
              </a:solidFill>
              <a:effectLst/>
            </a:endParaRPr>
          </a:p>
          <a:p>
            <a:pPr marL="990600" lvl="1" indent="-533400" fontAlgn="base">
              <a:lnSpc>
                <a:spcPct val="120000"/>
              </a:lnSpc>
              <a:spcBef>
                <a:spcPct val="20000"/>
              </a:spcBef>
              <a:buNone/>
            </a:pPr>
            <a:r>
              <a:rPr lang="en-US" altLang="zh-CN" sz="2100">
                <a:solidFill>
                  <a:schemeClr val="tx1"/>
                </a:solidFill>
                <a:effectLst/>
                <a:sym typeface="+mn-ea"/>
              </a:rPr>
              <a:t>2</a:t>
            </a:r>
            <a:r>
              <a:rPr lang="zh-CN" altLang="en-US" sz="2100">
                <a:solidFill>
                  <a:schemeClr val="tx1"/>
                </a:solidFill>
                <a:effectLst/>
                <a:sym typeface="+mn-ea"/>
              </a:rPr>
              <a:t>、近似，</a:t>
            </a:r>
            <a:r>
              <a:rPr lang="zh-CN" altLang="en-US" sz="2100">
                <a:solidFill>
                  <a:schemeClr val="tx1"/>
                </a:solidFill>
                <a:effectLst/>
                <a:latin typeface="Times New Roman" panose="02020603050405020304" charset="0"/>
                <a:ea typeface="宋体" panose="02010600030101010101" pitchFamily="2" charset="-122"/>
                <a:cs typeface="+mn-ea"/>
                <a:sym typeface="+mn-ea"/>
              </a:rPr>
              <a:t>在查找过程中第一个遇到的引用位为</a:t>
            </a:r>
            <a:r>
              <a:rPr lang="en-US" altLang="zh-CN" sz="2100">
                <a:solidFill>
                  <a:schemeClr val="tx1"/>
                </a:solidFill>
                <a:effectLst/>
                <a:latin typeface="Times New Roman" panose="02020603050405020304" charset="0"/>
                <a:ea typeface="宋体" panose="02010600030101010101" pitchFamily="2" charset="-122"/>
                <a:cs typeface="+mn-ea"/>
                <a:sym typeface="+mn-ea"/>
              </a:rPr>
              <a:t>0</a:t>
            </a:r>
            <a:r>
              <a:rPr lang="zh-CN" altLang="en-US" sz="2100">
                <a:solidFill>
                  <a:schemeClr val="tx1"/>
                </a:solidFill>
                <a:effectLst/>
                <a:latin typeface="Times New Roman" panose="02020603050405020304" charset="0"/>
                <a:ea typeface="宋体" panose="02010600030101010101" pitchFamily="2" charset="-122"/>
                <a:cs typeface="+mn-ea"/>
                <a:sym typeface="+mn-ea"/>
              </a:rPr>
              <a:t>的那一页</a:t>
            </a:r>
            <a:endParaRPr lang="zh-CN" altLang="en-US" sz="2100">
              <a:solidFill>
                <a:schemeClr val="tx1"/>
              </a:solidFill>
              <a:effectLst/>
              <a:latin typeface="Times New Roman" panose="02020603050405020304" charset="0"/>
              <a:ea typeface="宋体" panose="02010600030101010101" pitchFamily="2" charset="-122"/>
              <a:cs typeface="+mn-ea"/>
              <a:sym typeface="+mn-ea"/>
            </a:endParaRPr>
          </a:p>
          <a:p>
            <a:pPr marL="990600" lvl="1" indent="-533400" fontAlgn="base">
              <a:lnSpc>
                <a:spcPct val="120000"/>
              </a:lnSpc>
              <a:spcBef>
                <a:spcPct val="20000"/>
              </a:spcBef>
              <a:buNone/>
            </a:pPr>
            <a:r>
              <a:rPr lang="x-none" altLang="zh-CN" sz="2100">
                <a:solidFill>
                  <a:schemeClr val="tx1"/>
                </a:solidFill>
                <a:effectLst/>
                <a:latin typeface="Times New Roman" panose="02020603050405020304" charset="0"/>
                <a:ea typeface="宋体" panose="02010600030101010101" pitchFamily="2" charset="-122"/>
                <a:cs typeface="+mn-ea"/>
                <a:sym typeface="+mn-ea"/>
              </a:rPr>
              <a:t>	</a:t>
            </a:r>
            <a:r>
              <a:rPr lang="zh-CN" altLang="en-US" sz="2100">
                <a:solidFill>
                  <a:schemeClr val="tx1"/>
                </a:solidFill>
                <a:effectLst/>
                <a:sym typeface="+mn-ea"/>
              </a:rPr>
              <a:t>不一定是</a:t>
            </a:r>
            <a:r>
              <a:rPr lang="zh-CN" altLang="en-US" sz="2100">
                <a:solidFill>
                  <a:schemeClr val="tx1"/>
                </a:solidFill>
                <a:effectLst/>
                <a:latin typeface="Times New Roman" panose="02020603050405020304" charset="0"/>
                <a:ea typeface="宋体" panose="02010600030101010101" pitchFamily="2" charset="-122"/>
                <a:cs typeface="+mn-ea"/>
                <a:sym typeface="+mn-ea"/>
              </a:rPr>
              <a:t>上次访问以来</a:t>
            </a:r>
            <a:r>
              <a:rPr lang="zh-CN" altLang="en-US" sz="2100">
                <a:solidFill>
                  <a:schemeClr val="tx1"/>
                </a:solidFill>
                <a:effectLst/>
                <a:sym typeface="+mn-ea"/>
              </a:rPr>
              <a:t>最久未使用的页</a:t>
            </a:r>
            <a:r>
              <a:rPr lang="zh-CN" altLang="en-US" sz="2100">
                <a:solidFill>
                  <a:schemeClr val="tx1"/>
                </a:solidFill>
                <a:effectLst/>
                <a:latin typeface="Times New Roman" panose="02020603050405020304" charset="0"/>
                <a:ea typeface="宋体" panose="02010600030101010101" pitchFamily="2" charset="-122"/>
                <a:cs typeface="+mn-ea"/>
                <a:sym typeface="+mn-ea"/>
              </a:rPr>
              <a:t>。</a:t>
            </a:r>
            <a:endParaRPr lang="en-US" altLang="zh-CN" sz="2100" b="1" strike="noStrike" noProof="1">
              <a:solidFill>
                <a:srgbClr val="000099"/>
              </a:solidFill>
              <a:effectLst/>
              <a:latin typeface="Times New Roman" panose="02020603050405020304" charset="0"/>
              <a:ea typeface="宋体" panose="02010600030101010101" pitchFamily="2" charset="-122"/>
              <a:cs typeface="+mn-ea"/>
            </a:endParaRPr>
          </a:p>
        </p:txBody>
      </p:sp>
      <p:sp>
        <p:nvSpPr>
          <p:cNvPr id="72734" name="矩形 72733"/>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页式存储管理</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2707" grpId="0" build="p"/>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矩形 94209"/>
          <p:cNvSpPr/>
          <p:nvPr/>
        </p:nvSpPr>
        <p:spPr>
          <a:xfrm>
            <a:off x="142875" y="573088"/>
            <a:ext cx="7620000" cy="609600"/>
          </a:xfrm>
          <a:prstGeom prst="rect">
            <a:avLst/>
          </a:prstGeom>
          <a:noFill/>
          <a:ln w="9525">
            <a:noFill/>
            <a:miter/>
          </a:ln>
        </p:spPr>
        <p:txBody>
          <a:bodyPr anchor="t"/>
          <a:p>
            <a:pPr lvl="0"/>
            <a:r>
              <a:rPr lang="zh-CN" altLang="en-US" sz="3600" dirty="0">
                <a:solidFill>
                  <a:srgbClr val="800000"/>
                </a:solidFill>
                <a:latin typeface="Arial" panose="02080604020202020204" pitchFamily="34" charset="0"/>
                <a:ea typeface="宋体" panose="02010600030101010101" pitchFamily="2" charset="-122"/>
              </a:rPr>
              <a:t>缺页处理练习</a:t>
            </a:r>
            <a:r>
              <a:rPr lang="zh-CN" altLang="en-US" sz="3600" dirty="0">
                <a:solidFill>
                  <a:srgbClr val="800000"/>
                </a:solidFill>
                <a:latin typeface="Times New Roman" panose="02020603050405020304" charset="0"/>
                <a:ea typeface="宋体" panose="02010600030101010101" pitchFamily="2" charset="-122"/>
              </a:rPr>
              <a:t>：</a:t>
            </a:r>
            <a:r>
              <a:rPr lang="zh-CN" altLang="en-US" sz="3600">
                <a:solidFill>
                  <a:srgbClr val="800000"/>
                </a:solidFill>
                <a:latin typeface="Times New Roman" panose="02020603050405020304" charset="0"/>
                <a:ea typeface="宋体" panose="02010600030101010101" pitchFamily="2" charset="-122"/>
              </a:rPr>
              <a:t>计算缺页次数</a:t>
            </a:r>
            <a:endParaRPr lang="zh-CN" altLang="en-US" sz="3600">
              <a:solidFill>
                <a:srgbClr val="800000"/>
              </a:solidFill>
              <a:latin typeface="Times New Roman" panose="02020603050405020304" charset="0"/>
              <a:ea typeface="宋体" panose="02010600030101010101" pitchFamily="2" charset="-122"/>
            </a:endParaRPr>
          </a:p>
        </p:txBody>
      </p:sp>
      <p:sp>
        <p:nvSpPr>
          <p:cNvPr id="94211" name="矩形 94210"/>
          <p:cNvSpPr/>
          <p:nvPr/>
        </p:nvSpPr>
        <p:spPr>
          <a:xfrm>
            <a:off x="279400" y="1224915"/>
            <a:ext cx="8458200" cy="1417320"/>
          </a:xfrm>
          <a:prstGeom prst="rect">
            <a:avLst/>
          </a:prstGeom>
          <a:noFill/>
          <a:ln w="9525">
            <a:noFill/>
            <a:miter/>
          </a:ln>
        </p:spPr>
        <p:txBody>
          <a:bodyPr anchor="t"/>
          <a:p>
            <a:pPr marL="342900" lvl="0" indent="-342900">
              <a:spcBef>
                <a:spcPct val="20000"/>
              </a:spcBef>
              <a:buClr>
                <a:schemeClr val="bg2"/>
              </a:buClr>
              <a:buFont typeface="Monotype Sorts" pitchFamily="2" charset="2"/>
              <a:buNone/>
            </a:pPr>
            <a:r>
              <a:rPr lang="zh-CN" altLang="en-US" sz="2800">
                <a:solidFill>
                  <a:schemeClr val="tx1"/>
                </a:solidFill>
                <a:latin typeface="Times New Roman" panose="02020603050405020304" charset="0"/>
                <a:ea typeface="宋体" panose="02010600030101010101" pitchFamily="2" charset="-122"/>
              </a:rPr>
              <a:t>	某程序在内存中分配三个主存块，初始页面为空，程序执行时，页面走向为</a:t>
            </a:r>
            <a:r>
              <a:rPr lang="en-US" altLang="zh-CN" sz="2800">
                <a:solidFill>
                  <a:schemeClr val="tx1"/>
                </a:solidFill>
                <a:latin typeface="Times New Roman" panose="02020603050405020304" charset="0"/>
                <a:ea typeface="宋体" panose="02010600030101010101" pitchFamily="2" charset="-122"/>
              </a:rPr>
              <a:t>4</a:t>
            </a:r>
            <a:r>
              <a:rPr lang="zh-CN" altLang="en-US" sz="2800">
                <a:solidFill>
                  <a:schemeClr val="tx1"/>
                </a:solidFill>
                <a:latin typeface="Times New Roman" panose="02020603050405020304" charset="0"/>
                <a:ea typeface="宋体" panose="02010600030101010101" pitchFamily="2" charset="-122"/>
              </a:rPr>
              <a:t>，</a:t>
            </a:r>
            <a:r>
              <a:rPr lang="en-US" altLang="zh-CN" sz="2800">
                <a:solidFill>
                  <a:schemeClr val="tx1"/>
                </a:solidFill>
                <a:latin typeface="Times New Roman" panose="02020603050405020304" charset="0"/>
                <a:ea typeface="宋体" panose="02010600030101010101" pitchFamily="2" charset="-122"/>
              </a:rPr>
              <a:t>3</a:t>
            </a:r>
            <a:r>
              <a:rPr lang="zh-CN" altLang="en-US" sz="2800">
                <a:solidFill>
                  <a:schemeClr val="tx1"/>
                </a:solidFill>
                <a:latin typeface="Times New Roman" panose="02020603050405020304" charset="0"/>
                <a:ea typeface="宋体" panose="02010600030101010101" pitchFamily="2" charset="-122"/>
              </a:rPr>
              <a:t>，</a:t>
            </a:r>
            <a:r>
              <a:rPr lang="en-US" altLang="zh-CN" sz="2800">
                <a:solidFill>
                  <a:schemeClr val="tx1"/>
                </a:solidFill>
                <a:latin typeface="Times New Roman" panose="02020603050405020304" charset="0"/>
                <a:ea typeface="宋体" panose="02010600030101010101" pitchFamily="2" charset="-122"/>
              </a:rPr>
              <a:t>2</a:t>
            </a:r>
            <a:r>
              <a:rPr lang="zh-CN" altLang="en-US" sz="2800">
                <a:solidFill>
                  <a:schemeClr val="tx1"/>
                </a:solidFill>
                <a:latin typeface="Times New Roman" panose="02020603050405020304" charset="0"/>
                <a:ea typeface="宋体" panose="02010600030101010101" pitchFamily="2" charset="-122"/>
              </a:rPr>
              <a:t>，</a:t>
            </a:r>
            <a:r>
              <a:rPr lang="en-US" altLang="zh-CN" sz="2800">
                <a:solidFill>
                  <a:schemeClr val="tx1"/>
                </a:solidFill>
                <a:latin typeface="Times New Roman" panose="02020603050405020304" charset="0"/>
                <a:ea typeface="宋体" panose="02010600030101010101" pitchFamily="2" charset="-122"/>
              </a:rPr>
              <a:t>1</a:t>
            </a:r>
            <a:r>
              <a:rPr lang="zh-CN" altLang="en-US" sz="2800">
                <a:solidFill>
                  <a:schemeClr val="tx1"/>
                </a:solidFill>
                <a:latin typeface="Times New Roman" panose="02020603050405020304" charset="0"/>
                <a:ea typeface="宋体" panose="02010600030101010101" pitchFamily="2" charset="-122"/>
              </a:rPr>
              <a:t>，</a:t>
            </a:r>
            <a:r>
              <a:rPr lang="en-US" altLang="zh-CN" sz="2800">
                <a:solidFill>
                  <a:schemeClr val="tx1"/>
                </a:solidFill>
                <a:latin typeface="Times New Roman" panose="02020603050405020304" charset="0"/>
                <a:ea typeface="宋体" panose="02010600030101010101" pitchFamily="2" charset="-122"/>
              </a:rPr>
              <a:t>4</a:t>
            </a:r>
            <a:r>
              <a:rPr lang="zh-CN" altLang="en-US" sz="2800">
                <a:solidFill>
                  <a:schemeClr val="tx1"/>
                </a:solidFill>
                <a:latin typeface="Times New Roman" panose="02020603050405020304" charset="0"/>
                <a:ea typeface="宋体" panose="02010600030101010101" pitchFamily="2" charset="-122"/>
              </a:rPr>
              <a:t>，</a:t>
            </a:r>
            <a:r>
              <a:rPr lang="en-US" altLang="zh-CN" sz="2800">
                <a:solidFill>
                  <a:schemeClr val="tx1"/>
                </a:solidFill>
                <a:latin typeface="Times New Roman" panose="02020603050405020304" charset="0"/>
                <a:ea typeface="宋体" panose="02010600030101010101" pitchFamily="2" charset="-122"/>
              </a:rPr>
              <a:t>3</a:t>
            </a:r>
            <a:r>
              <a:rPr lang="zh-CN" altLang="en-US" sz="2800">
                <a:solidFill>
                  <a:schemeClr val="tx1"/>
                </a:solidFill>
                <a:latin typeface="Times New Roman" panose="02020603050405020304" charset="0"/>
                <a:ea typeface="宋体" panose="02010600030101010101" pitchFamily="2" charset="-122"/>
              </a:rPr>
              <a:t>，</a:t>
            </a:r>
            <a:r>
              <a:rPr lang="en-US" altLang="zh-CN" sz="2800">
                <a:solidFill>
                  <a:schemeClr val="tx1"/>
                </a:solidFill>
                <a:latin typeface="Times New Roman" panose="02020603050405020304" charset="0"/>
                <a:ea typeface="宋体" panose="02010600030101010101" pitchFamily="2" charset="-122"/>
              </a:rPr>
              <a:t>5</a:t>
            </a:r>
            <a:r>
              <a:rPr lang="zh-CN" altLang="en-US" sz="2800">
                <a:solidFill>
                  <a:schemeClr val="tx1"/>
                </a:solidFill>
                <a:latin typeface="Times New Roman" panose="02020603050405020304" charset="0"/>
                <a:ea typeface="宋体" panose="02010600030101010101" pitchFamily="2" charset="-122"/>
              </a:rPr>
              <a:t>，</a:t>
            </a:r>
            <a:r>
              <a:rPr lang="en-US" altLang="zh-CN" sz="2800">
                <a:solidFill>
                  <a:schemeClr val="tx1"/>
                </a:solidFill>
                <a:latin typeface="Times New Roman" panose="02020603050405020304" charset="0"/>
                <a:ea typeface="宋体" panose="02010600030101010101" pitchFamily="2" charset="-122"/>
              </a:rPr>
              <a:t>4</a:t>
            </a:r>
            <a:r>
              <a:rPr lang="zh-CN" altLang="en-US" sz="2800">
                <a:solidFill>
                  <a:schemeClr val="tx1"/>
                </a:solidFill>
                <a:latin typeface="Times New Roman" panose="02020603050405020304" charset="0"/>
                <a:ea typeface="宋体" panose="02010600030101010101" pitchFamily="2" charset="-122"/>
              </a:rPr>
              <a:t>，</a:t>
            </a:r>
            <a:r>
              <a:rPr lang="en-US" altLang="zh-CN" sz="2800">
                <a:solidFill>
                  <a:schemeClr val="tx1"/>
                </a:solidFill>
                <a:latin typeface="Times New Roman" panose="02020603050405020304" charset="0"/>
                <a:ea typeface="宋体" panose="02010600030101010101" pitchFamily="2" charset="-122"/>
              </a:rPr>
              <a:t>3</a:t>
            </a:r>
            <a:r>
              <a:rPr lang="zh-CN" altLang="en-US" sz="2800">
                <a:solidFill>
                  <a:schemeClr val="tx1"/>
                </a:solidFill>
                <a:latin typeface="Times New Roman" panose="02020603050405020304" charset="0"/>
                <a:ea typeface="宋体" panose="02010600030101010101" pitchFamily="2" charset="-122"/>
              </a:rPr>
              <a:t>，</a:t>
            </a:r>
            <a:r>
              <a:rPr lang="en-US" altLang="zh-CN" sz="2800">
                <a:solidFill>
                  <a:schemeClr val="tx1"/>
                </a:solidFill>
                <a:latin typeface="Times New Roman" panose="02020603050405020304" charset="0"/>
                <a:ea typeface="宋体" panose="02010600030101010101" pitchFamily="2" charset="-122"/>
              </a:rPr>
              <a:t>2</a:t>
            </a:r>
            <a:r>
              <a:rPr lang="zh-CN" altLang="en-US" sz="2800">
                <a:solidFill>
                  <a:schemeClr val="tx1"/>
                </a:solidFill>
                <a:latin typeface="Times New Roman" panose="02020603050405020304" charset="0"/>
                <a:ea typeface="宋体" panose="02010600030101010101" pitchFamily="2" charset="-122"/>
              </a:rPr>
              <a:t>，</a:t>
            </a:r>
            <a:r>
              <a:rPr lang="en-US" altLang="zh-CN" sz="2800">
                <a:solidFill>
                  <a:schemeClr val="tx1"/>
                </a:solidFill>
                <a:latin typeface="Times New Roman" panose="02020603050405020304" charset="0"/>
                <a:ea typeface="宋体" panose="02010600030101010101" pitchFamily="2" charset="-122"/>
              </a:rPr>
              <a:t>1</a:t>
            </a:r>
            <a:r>
              <a:rPr lang="zh-CN" altLang="en-US" sz="2800">
                <a:solidFill>
                  <a:schemeClr val="tx1"/>
                </a:solidFill>
                <a:latin typeface="Times New Roman" panose="02020603050405020304" charset="0"/>
                <a:ea typeface="宋体" panose="02010600030101010101" pitchFamily="2" charset="-122"/>
              </a:rPr>
              <a:t>，</a:t>
            </a:r>
            <a:r>
              <a:rPr lang="en-US" altLang="zh-CN" sz="2800">
                <a:solidFill>
                  <a:schemeClr val="tx1"/>
                </a:solidFill>
                <a:latin typeface="Times New Roman" panose="02020603050405020304" charset="0"/>
                <a:ea typeface="宋体" panose="02010600030101010101" pitchFamily="2" charset="-122"/>
              </a:rPr>
              <a:t>5</a:t>
            </a:r>
            <a:endParaRPr lang="en-US" altLang="zh-CN" sz="2800">
              <a:solidFill>
                <a:schemeClr val="tx1"/>
              </a:solidFill>
              <a:latin typeface="Times New Roman" panose="02020603050405020304" charset="0"/>
              <a:ea typeface="宋体" panose="02010600030101010101" pitchFamily="2" charset="-122"/>
            </a:endParaRPr>
          </a:p>
        </p:txBody>
      </p:sp>
      <p:sp>
        <p:nvSpPr>
          <p:cNvPr id="94212" name="矩形 94211"/>
          <p:cNvSpPr/>
          <p:nvPr/>
        </p:nvSpPr>
        <p:spPr>
          <a:xfrm>
            <a:off x="360363" y="2876550"/>
            <a:ext cx="7772400" cy="3370263"/>
          </a:xfrm>
          <a:prstGeom prst="rect">
            <a:avLst/>
          </a:prstGeom>
          <a:noFill/>
          <a:ln w="9525">
            <a:noFill/>
            <a:miter/>
          </a:ln>
        </p:spPr>
        <p:txBody>
          <a:bodyPr anchor="t"/>
          <a:p>
            <a:pPr marL="342900" lvl="0" indent="-342900">
              <a:spcBef>
                <a:spcPct val="20000"/>
              </a:spcBef>
              <a:buClr>
                <a:schemeClr val="bg2"/>
              </a:buClr>
              <a:buFont typeface="Monotype Sorts" pitchFamily="2" charset="2"/>
              <a:buNone/>
            </a:pPr>
            <a:r>
              <a:rPr lang="en-US" altLang="zh-CN" sz="2800">
                <a:solidFill>
                  <a:schemeClr val="tx1"/>
                </a:solidFill>
                <a:latin typeface="Times New Roman" panose="02020603050405020304" charset="0"/>
                <a:ea typeface="宋体" panose="02010600030101010101" pitchFamily="2" charset="-122"/>
              </a:rPr>
              <a:t>FIFO     4  3  2  1  4  3  5  4  3  2  1  5</a:t>
            </a:r>
            <a:endParaRPr lang="en-US" altLang="zh-CN" sz="2800">
              <a:solidFill>
                <a:schemeClr val="tx1"/>
              </a:solidFill>
              <a:latin typeface="Times New Roman" panose="02020603050405020304" charset="0"/>
              <a:ea typeface="宋体" panose="02010600030101010101" pitchFamily="2" charset="-122"/>
            </a:endParaRPr>
          </a:p>
          <a:p>
            <a:pPr marL="742950" lvl="1" indent="-285750" algn="l">
              <a:spcBef>
                <a:spcPct val="20000"/>
              </a:spcBef>
              <a:buClr>
                <a:schemeClr val="bg2"/>
              </a:buClr>
              <a:buSzPct val="50000"/>
              <a:buFont typeface="Monotype Sorts" pitchFamily="2" charset="2"/>
              <a:buNone/>
            </a:pPr>
            <a:r>
              <a:rPr lang="en-US" altLang="zh-CN" sz="2800">
                <a:solidFill>
                  <a:schemeClr val="tx1"/>
                </a:solidFill>
                <a:latin typeface="Times New Roman" panose="02020603050405020304" charset="0"/>
                <a:ea typeface="宋体" panose="02010600030101010101" pitchFamily="2" charset="-122"/>
              </a:rPr>
              <a:t>         4  3  2  1  4  3  5  5  5  2  1  1</a:t>
            </a:r>
            <a:endParaRPr lang="en-US" altLang="zh-CN" sz="2800">
              <a:solidFill>
                <a:schemeClr val="tx1"/>
              </a:solidFill>
              <a:latin typeface="Times New Roman" panose="02020603050405020304" charset="0"/>
              <a:ea typeface="宋体" panose="02010600030101010101" pitchFamily="2" charset="-122"/>
            </a:endParaRPr>
          </a:p>
          <a:p>
            <a:pPr marL="742950" lvl="1" indent="-285750" algn="l">
              <a:spcBef>
                <a:spcPct val="20000"/>
              </a:spcBef>
              <a:buClr>
                <a:schemeClr val="bg2"/>
              </a:buClr>
              <a:buSzPct val="50000"/>
              <a:buFont typeface="Monotype Sorts" pitchFamily="2" charset="2"/>
              <a:buNone/>
            </a:pPr>
            <a:r>
              <a:rPr lang="en-US" altLang="zh-CN" sz="2800">
                <a:solidFill>
                  <a:schemeClr val="tx1"/>
                </a:solidFill>
                <a:latin typeface="Times New Roman" panose="02020603050405020304" charset="0"/>
                <a:ea typeface="宋体" panose="02010600030101010101" pitchFamily="2" charset="-122"/>
              </a:rPr>
              <a:t>             4  3  2  1  4  3  3  3  5  2  2</a:t>
            </a:r>
            <a:endParaRPr lang="en-US" altLang="zh-CN" sz="2800">
              <a:solidFill>
                <a:schemeClr val="tx1"/>
              </a:solidFill>
              <a:latin typeface="Times New Roman" panose="02020603050405020304" charset="0"/>
              <a:ea typeface="宋体" panose="02010600030101010101" pitchFamily="2" charset="-122"/>
            </a:endParaRPr>
          </a:p>
          <a:p>
            <a:pPr marL="742950" lvl="1" indent="-285750" algn="l">
              <a:spcBef>
                <a:spcPct val="20000"/>
              </a:spcBef>
              <a:buClr>
                <a:schemeClr val="bg2"/>
              </a:buClr>
              <a:buSzPct val="50000"/>
              <a:buFont typeface="Monotype Sorts" pitchFamily="2" charset="2"/>
              <a:buNone/>
            </a:pPr>
            <a:r>
              <a:rPr lang="en-US" altLang="zh-CN" sz="2800">
                <a:solidFill>
                  <a:schemeClr val="tx1"/>
                </a:solidFill>
                <a:latin typeface="Times New Roman" panose="02020603050405020304" charset="0"/>
                <a:ea typeface="宋体" panose="02010600030101010101" pitchFamily="2" charset="-122"/>
              </a:rPr>
              <a:t>                 4  3  2  1  4  4  4  3  5  5</a:t>
            </a:r>
            <a:endParaRPr lang="en-US" altLang="zh-CN" sz="2800">
              <a:solidFill>
                <a:schemeClr val="tx1"/>
              </a:solidFill>
              <a:latin typeface="Times New Roman" panose="02020603050405020304" charset="0"/>
              <a:ea typeface="宋体" panose="02010600030101010101" pitchFamily="2" charset="-122"/>
            </a:endParaRPr>
          </a:p>
          <a:p>
            <a:pPr marL="342900" lvl="0" indent="-342900">
              <a:spcBef>
                <a:spcPct val="20000"/>
              </a:spcBef>
              <a:buClr>
                <a:schemeClr val="bg2"/>
              </a:buClr>
              <a:buFont typeface="Monotype Sorts" pitchFamily="2" charset="2"/>
              <a:buNone/>
            </a:pPr>
            <a:r>
              <a:rPr lang="en-US" altLang="zh-CN" sz="2800">
                <a:solidFill>
                  <a:schemeClr val="tx1"/>
                </a:solidFill>
                <a:latin typeface="Times New Roman" panose="02020603050405020304" charset="0"/>
                <a:ea typeface="宋体" panose="02010600030101010101" pitchFamily="2" charset="-122"/>
              </a:rPr>
              <a:t>              x  x  x  x  x   x  x  v  v</a:t>
            </a:r>
            <a:r>
              <a:rPr lang="en-US" altLang="zh-CN" sz="2800">
                <a:solidFill>
                  <a:schemeClr val="tx1"/>
                </a:solidFill>
                <a:latin typeface="Times New Roman" panose="02020603050405020304" charset="0"/>
                <a:ea typeface="宋体" panose="02010600030101010101" pitchFamily="2" charset="-122"/>
                <a:sym typeface="Monotype Sorts" pitchFamily="2" charset="2"/>
              </a:rPr>
              <a:t>  </a:t>
            </a:r>
            <a:r>
              <a:rPr lang="en-US" altLang="zh-CN" sz="2800">
                <a:solidFill>
                  <a:schemeClr val="tx1"/>
                </a:solidFill>
                <a:latin typeface="Times New Roman" panose="02020603050405020304" charset="0"/>
                <a:ea typeface="宋体" panose="02010600030101010101" pitchFamily="2" charset="-122"/>
              </a:rPr>
              <a:t>x  x  v</a:t>
            </a:r>
            <a:endParaRPr lang="en-US" altLang="zh-CN" sz="2800">
              <a:solidFill>
                <a:schemeClr val="tx1"/>
              </a:solidFill>
              <a:latin typeface="Times New Roman" panose="02020603050405020304" charset="0"/>
              <a:ea typeface="宋体" panose="02010600030101010101" pitchFamily="2" charset="-122"/>
              <a:sym typeface="Symbol" panose="05050102010706020507" pitchFamily="18" charset="2"/>
            </a:endParaRPr>
          </a:p>
          <a:p>
            <a:pPr marL="342900" lvl="0" indent="-342900">
              <a:spcBef>
                <a:spcPct val="20000"/>
              </a:spcBef>
              <a:buClr>
                <a:schemeClr val="bg2"/>
              </a:buClr>
              <a:buFont typeface="Monotype Sorts" pitchFamily="2" charset="2"/>
              <a:buNone/>
            </a:pPr>
            <a:r>
              <a:rPr lang="zh-CN" altLang="en-US" sz="2800">
                <a:solidFill>
                  <a:schemeClr val="tx1"/>
                </a:solidFill>
                <a:latin typeface="Times New Roman" panose="02020603050405020304" charset="0"/>
                <a:ea typeface="宋体" panose="02010600030101010101" pitchFamily="2" charset="-122"/>
                <a:sym typeface="Monotype Sorts" pitchFamily="2" charset="2"/>
              </a:rPr>
              <a:t>                    共缺页中断</a:t>
            </a:r>
            <a:r>
              <a:rPr lang="en-US" altLang="zh-CN" sz="2800">
                <a:solidFill>
                  <a:schemeClr val="tx1"/>
                </a:solidFill>
                <a:latin typeface="Times New Roman" panose="02020603050405020304" charset="0"/>
                <a:ea typeface="宋体" panose="02010600030101010101" pitchFamily="2" charset="-122"/>
                <a:sym typeface="Monotype Sorts" pitchFamily="2" charset="2"/>
              </a:rPr>
              <a:t>9</a:t>
            </a:r>
            <a:r>
              <a:rPr lang="zh-CN" altLang="en-US" sz="2800">
                <a:solidFill>
                  <a:schemeClr val="tx1"/>
                </a:solidFill>
                <a:latin typeface="Times New Roman" panose="02020603050405020304" charset="0"/>
                <a:ea typeface="宋体" panose="02010600030101010101" pitchFamily="2" charset="-122"/>
                <a:sym typeface="Monotype Sorts" pitchFamily="2" charset="2"/>
              </a:rPr>
              <a:t>次</a:t>
            </a:r>
            <a:endParaRPr lang="zh-CN" altLang="en-US" sz="2800">
              <a:solidFill>
                <a:schemeClr val="tx1"/>
              </a:solidFill>
              <a:latin typeface="Times New Roman" panose="02020603050405020304" charset="0"/>
              <a:ea typeface="宋体" panose="02010600030101010101" pitchFamily="2" charset="-122"/>
              <a:sym typeface="Monotype Sorts" pitchFamily="2" charset="2"/>
            </a:endParaRPr>
          </a:p>
        </p:txBody>
      </p:sp>
      <p:graphicFrame>
        <p:nvGraphicFramePr>
          <p:cNvPr id="94213" name="表格 94212"/>
          <p:cNvGraphicFramePr/>
          <p:nvPr/>
        </p:nvGraphicFramePr>
        <p:xfrm>
          <a:off x="226695" y="3345180"/>
          <a:ext cx="1295400" cy="1981200"/>
        </p:xfrm>
        <a:graphic>
          <a:graphicData uri="http://schemas.openxmlformats.org/drawingml/2006/table">
            <a:tbl>
              <a:tblPr/>
              <a:tblGrid>
                <a:gridCol w="1295400"/>
              </a:tblGrid>
              <a:tr h="660400">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zh-CN" altLang="en-US" sz="3200" b="1"/>
                        <a:t>块</a:t>
                      </a:r>
                      <a:r>
                        <a:rPr lang="en-US" altLang="zh-CN" sz="3200" b="1"/>
                        <a:t>1</a:t>
                      </a:r>
                      <a:endParaRPr lang="en-US" altLang="zh-CN" sz="3200" b="1"/>
                    </a:p>
                  </a:txBody>
                  <a:tcPr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660400">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zh-CN" altLang="en-US" sz="3200" b="1"/>
                        <a:t>块</a:t>
                      </a:r>
                      <a:r>
                        <a:rPr lang="en-US" altLang="zh-CN" sz="3200" b="1"/>
                        <a:t>2</a:t>
                      </a:r>
                      <a:endParaRPr lang="en-US" altLang="zh-CN" sz="3200" b="1"/>
                    </a:p>
                  </a:txBody>
                  <a:tcPr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660400">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zh-CN" altLang="en-US" sz="3200" b="1"/>
                        <a:t>块</a:t>
                      </a:r>
                      <a:r>
                        <a:rPr lang="en-US" altLang="zh-CN" sz="3200" b="1"/>
                        <a:t>3</a:t>
                      </a:r>
                      <a:endParaRPr lang="en-US" altLang="zh-CN" sz="3200" b="1"/>
                    </a:p>
                  </a:txBody>
                  <a:tcPr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94223" name="直接连接符 94222"/>
          <p:cNvSpPr/>
          <p:nvPr/>
        </p:nvSpPr>
        <p:spPr>
          <a:xfrm>
            <a:off x="7924800" y="3581400"/>
            <a:ext cx="0" cy="1828800"/>
          </a:xfrm>
          <a:prstGeom prst="line">
            <a:avLst/>
          </a:prstGeom>
          <a:ln w="57150" cap="flat" cmpd="sng">
            <a:solidFill>
              <a:srgbClr val="FF0000"/>
            </a:solidFill>
            <a:prstDash val="solid"/>
            <a:round/>
            <a:headEnd type="none" w="med" len="med"/>
            <a:tailEnd type="triangl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4224" name="文本框 94223"/>
          <p:cNvSpPr txBox="1"/>
          <p:nvPr/>
        </p:nvSpPr>
        <p:spPr>
          <a:xfrm>
            <a:off x="8091488" y="3352800"/>
            <a:ext cx="611187" cy="2255838"/>
          </a:xfrm>
          <a:prstGeom prst="rect">
            <a:avLst/>
          </a:prstGeom>
          <a:noFill/>
          <a:ln w="9525">
            <a:noFill/>
            <a:miter/>
          </a:ln>
        </p:spPr>
        <p:txBody>
          <a:bodyPr vert="eaVert" anchor="t">
            <a:spAutoFit/>
          </a:bodyPr>
          <a:p>
            <a:pPr lvl="0"/>
            <a:r>
              <a:rPr lang="zh-CN" altLang="en-US" sz="2800">
                <a:solidFill>
                  <a:schemeClr val="tx1"/>
                </a:solidFill>
                <a:latin typeface="Times New Roman" panose="02020603050405020304" charset="0"/>
                <a:ea typeface="宋体" panose="02010600030101010101" pitchFamily="2" charset="-122"/>
              </a:rPr>
              <a:t>调入先后次序</a:t>
            </a:r>
            <a:endParaRPr lang="zh-CN" altLang="en-US" sz="2800">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94211" grpId="0" animBg="1"/>
      <p:bldP spid="94212" grpId="0" animBg="1"/>
      <p:bldP spid="94224"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7" name="矩形 95233"/>
          <p:cNvSpPr/>
          <p:nvPr/>
        </p:nvSpPr>
        <p:spPr>
          <a:xfrm>
            <a:off x="379413" y="1370013"/>
            <a:ext cx="7772400" cy="4167187"/>
          </a:xfrm>
          <a:prstGeom prst="rect">
            <a:avLst/>
          </a:prstGeom>
          <a:noFill/>
          <a:ln w="9525">
            <a:noFill/>
            <a:miter/>
          </a:ln>
        </p:spPr>
        <p:txBody>
          <a:bodyPr anchor="t"/>
          <a:p>
            <a:pPr marL="342900" lvl="0" indent="-342900">
              <a:spcBef>
                <a:spcPct val="20000"/>
              </a:spcBef>
              <a:buClr>
                <a:schemeClr val="bg2"/>
              </a:buClr>
              <a:buFont typeface="Monotype Sorts" pitchFamily="2" charset="2"/>
              <a:buNone/>
            </a:pPr>
            <a:r>
              <a:rPr lang="zh-CN" altLang="en-US" sz="2800">
                <a:solidFill>
                  <a:schemeClr val="accent2"/>
                </a:solidFill>
                <a:latin typeface="Times New Roman" panose="02020603050405020304" charset="0"/>
                <a:ea typeface="宋体" panose="02010600030101010101" pitchFamily="2" charset="-122"/>
              </a:rPr>
              <a:t> </a:t>
            </a:r>
            <a:r>
              <a:rPr lang="en-US" altLang="zh-CN" sz="2800">
                <a:solidFill>
                  <a:schemeClr val="tx1"/>
                </a:solidFill>
                <a:latin typeface="Times New Roman" panose="02020603050405020304" charset="0"/>
                <a:ea typeface="宋体" panose="02010600030101010101" pitchFamily="2" charset="-122"/>
              </a:rPr>
              <a:t>LRU      4  3  2  1  4  3  5  4  3  2  1  5</a:t>
            </a:r>
            <a:endParaRPr lang="en-US" altLang="zh-CN" sz="2800">
              <a:solidFill>
                <a:schemeClr val="tx1"/>
              </a:solidFill>
              <a:latin typeface="Times New Roman" panose="02020603050405020304" charset="0"/>
              <a:ea typeface="宋体" panose="02010600030101010101" pitchFamily="2" charset="-122"/>
            </a:endParaRPr>
          </a:p>
          <a:p>
            <a:pPr marL="742950" lvl="1" indent="-285750" algn="l">
              <a:spcBef>
                <a:spcPct val="20000"/>
              </a:spcBef>
              <a:buClr>
                <a:schemeClr val="bg2"/>
              </a:buClr>
              <a:buSzPct val="50000"/>
              <a:buFont typeface="Monotype Sorts" pitchFamily="2" charset="2"/>
              <a:buNone/>
            </a:pPr>
            <a:r>
              <a:rPr lang="en-US" altLang="zh-CN" sz="2800">
                <a:solidFill>
                  <a:schemeClr val="tx1"/>
                </a:solidFill>
                <a:latin typeface="Times New Roman" panose="02020603050405020304" charset="0"/>
                <a:ea typeface="宋体" panose="02010600030101010101" pitchFamily="2" charset="-122"/>
              </a:rPr>
              <a:t>          4  3  2  1  4  3  5  4  3  2  1  5</a:t>
            </a:r>
            <a:endParaRPr lang="en-US" altLang="zh-CN" sz="2800">
              <a:solidFill>
                <a:schemeClr val="tx1"/>
              </a:solidFill>
              <a:latin typeface="Times New Roman" panose="02020603050405020304" charset="0"/>
              <a:ea typeface="宋体" panose="02010600030101010101" pitchFamily="2" charset="-122"/>
            </a:endParaRPr>
          </a:p>
          <a:p>
            <a:pPr marL="742950" lvl="1" indent="-285750" algn="l">
              <a:spcBef>
                <a:spcPct val="20000"/>
              </a:spcBef>
              <a:buClr>
                <a:schemeClr val="bg2"/>
              </a:buClr>
              <a:buSzPct val="50000"/>
              <a:buFont typeface="Monotype Sorts" pitchFamily="2" charset="2"/>
              <a:buNone/>
            </a:pPr>
            <a:r>
              <a:rPr lang="en-US" altLang="zh-CN" sz="2800">
                <a:solidFill>
                  <a:schemeClr val="tx1"/>
                </a:solidFill>
                <a:latin typeface="Times New Roman" panose="02020603050405020304" charset="0"/>
                <a:ea typeface="宋体" panose="02010600030101010101" pitchFamily="2" charset="-122"/>
              </a:rPr>
              <a:t>              4  3  2  1  4  3  5  4  3  2  1</a:t>
            </a:r>
            <a:endParaRPr lang="en-US" altLang="zh-CN" sz="2800">
              <a:solidFill>
                <a:schemeClr val="tx1"/>
              </a:solidFill>
              <a:latin typeface="Times New Roman" panose="02020603050405020304" charset="0"/>
              <a:ea typeface="宋体" panose="02010600030101010101" pitchFamily="2" charset="-122"/>
            </a:endParaRPr>
          </a:p>
          <a:p>
            <a:pPr marL="742950" lvl="1" indent="-285750" algn="l">
              <a:spcBef>
                <a:spcPct val="20000"/>
              </a:spcBef>
              <a:buClr>
                <a:schemeClr val="bg2"/>
              </a:buClr>
              <a:buSzPct val="50000"/>
              <a:buFont typeface="Monotype Sorts" pitchFamily="2" charset="2"/>
              <a:buNone/>
            </a:pPr>
            <a:r>
              <a:rPr lang="en-US" altLang="zh-CN" sz="2800">
                <a:solidFill>
                  <a:schemeClr val="tx1"/>
                </a:solidFill>
                <a:latin typeface="Times New Roman" panose="02020603050405020304" charset="0"/>
                <a:ea typeface="宋体" panose="02010600030101010101" pitchFamily="2" charset="-122"/>
              </a:rPr>
              <a:t>                  4  3  2  1  4  3  5  4  3  2</a:t>
            </a:r>
            <a:endParaRPr lang="en-US" altLang="zh-CN" sz="2800">
              <a:solidFill>
                <a:schemeClr val="tx1"/>
              </a:solidFill>
              <a:latin typeface="Times New Roman" panose="02020603050405020304" charset="0"/>
              <a:ea typeface="宋体" panose="02010600030101010101" pitchFamily="2" charset="-122"/>
            </a:endParaRPr>
          </a:p>
          <a:p>
            <a:pPr marL="342900" lvl="0" indent="-342900">
              <a:spcBef>
                <a:spcPct val="20000"/>
              </a:spcBef>
              <a:buClr>
                <a:schemeClr val="bg2"/>
              </a:buClr>
              <a:buFont typeface="Monotype Sorts" pitchFamily="2" charset="2"/>
              <a:buNone/>
            </a:pPr>
            <a:r>
              <a:rPr lang="en-US" altLang="zh-CN" sz="2800">
                <a:solidFill>
                  <a:schemeClr val="tx1"/>
                </a:solidFill>
                <a:latin typeface="Times New Roman" panose="02020603050405020304" charset="0"/>
                <a:ea typeface="宋体" panose="02010600030101010101" pitchFamily="2" charset="-122"/>
              </a:rPr>
              <a:t>               x  x  x  x  x  x   x  v  v </a:t>
            </a:r>
            <a:r>
              <a:rPr lang="en-US" altLang="zh-CN" sz="2800">
                <a:solidFill>
                  <a:schemeClr val="tx1"/>
                </a:solidFill>
                <a:latin typeface="Times New Roman" panose="02020603050405020304" charset="0"/>
                <a:ea typeface="宋体" panose="02010600030101010101" pitchFamily="2" charset="-122"/>
                <a:sym typeface="Monotype Sorts" pitchFamily="2" charset="2"/>
              </a:rPr>
              <a:t> </a:t>
            </a:r>
            <a:r>
              <a:rPr lang="en-US" altLang="zh-CN" sz="2800">
                <a:solidFill>
                  <a:schemeClr val="tx1"/>
                </a:solidFill>
                <a:latin typeface="Times New Roman" panose="02020603050405020304" charset="0"/>
                <a:ea typeface="宋体" panose="02010600030101010101" pitchFamily="2" charset="-122"/>
              </a:rPr>
              <a:t>x  x  x</a:t>
            </a:r>
            <a:endParaRPr lang="en-US" altLang="zh-CN" sz="2800">
              <a:solidFill>
                <a:schemeClr val="tx1"/>
              </a:solidFill>
              <a:latin typeface="Times New Roman" panose="02020603050405020304" charset="0"/>
              <a:ea typeface="宋体" panose="02010600030101010101" pitchFamily="2" charset="-122"/>
            </a:endParaRPr>
          </a:p>
          <a:p>
            <a:pPr marL="342900" lvl="0" indent="-342900">
              <a:spcBef>
                <a:spcPct val="20000"/>
              </a:spcBef>
              <a:buClr>
                <a:schemeClr val="bg2"/>
              </a:buClr>
              <a:buFont typeface="Monotype Sorts" pitchFamily="2" charset="2"/>
              <a:buNone/>
            </a:pPr>
            <a:endParaRPr lang="en-US" altLang="zh-CN" sz="3600">
              <a:solidFill>
                <a:schemeClr val="tx1"/>
              </a:solidFill>
              <a:latin typeface="Times New Roman" panose="02020603050405020304" charset="0"/>
              <a:ea typeface="宋体" panose="02010600030101010101" pitchFamily="2" charset="-122"/>
            </a:endParaRPr>
          </a:p>
          <a:p>
            <a:pPr marL="342900" lvl="0" indent="-342900">
              <a:spcBef>
                <a:spcPct val="20000"/>
              </a:spcBef>
              <a:buClr>
                <a:schemeClr val="bg2"/>
              </a:buClr>
              <a:buFont typeface="Monotype Sorts" pitchFamily="2" charset="2"/>
              <a:buNone/>
            </a:pPr>
            <a:r>
              <a:rPr lang="zh-CN" altLang="en-US" sz="3200">
                <a:solidFill>
                  <a:schemeClr val="tx1"/>
                </a:solidFill>
                <a:latin typeface="Times New Roman" panose="02020603050405020304" charset="0"/>
                <a:ea typeface="宋体" panose="02010600030101010101" pitchFamily="2" charset="-122"/>
                <a:sym typeface="Monotype Sorts" pitchFamily="2" charset="2"/>
              </a:rPr>
              <a:t>                共缺页中断</a:t>
            </a:r>
            <a:r>
              <a:rPr lang="en-US" altLang="zh-CN" sz="3200">
                <a:solidFill>
                  <a:schemeClr val="tx1"/>
                </a:solidFill>
                <a:latin typeface="Times New Roman" panose="02020603050405020304" charset="0"/>
                <a:ea typeface="宋体" panose="02010600030101010101" pitchFamily="2" charset="-122"/>
                <a:sym typeface="Monotype Sorts" pitchFamily="2" charset="2"/>
              </a:rPr>
              <a:t>10</a:t>
            </a:r>
            <a:r>
              <a:rPr lang="zh-CN" altLang="en-US" sz="3200">
                <a:solidFill>
                  <a:schemeClr val="tx1"/>
                </a:solidFill>
                <a:latin typeface="Times New Roman" panose="02020603050405020304" charset="0"/>
                <a:ea typeface="宋体" panose="02010600030101010101" pitchFamily="2" charset="-122"/>
                <a:sym typeface="Monotype Sorts" pitchFamily="2" charset="2"/>
              </a:rPr>
              <a:t>次</a:t>
            </a:r>
            <a:endParaRPr lang="zh-CN" altLang="en-US" sz="3200">
              <a:solidFill>
                <a:schemeClr val="tx1"/>
              </a:solidFill>
              <a:latin typeface="Times New Roman" panose="02020603050405020304" charset="0"/>
              <a:ea typeface="宋体" panose="02010600030101010101" pitchFamily="2" charset="-122"/>
              <a:sym typeface="Monotype Sorts" pitchFamily="2" charset="2"/>
            </a:endParaRPr>
          </a:p>
        </p:txBody>
      </p:sp>
      <p:graphicFrame>
        <p:nvGraphicFramePr>
          <p:cNvPr id="95235" name="表格 95234"/>
          <p:cNvGraphicFramePr/>
          <p:nvPr/>
        </p:nvGraphicFramePr>
        <p:xfrm>
          <a:off x="388938" y="1839913"/>
          <a:ext cx="1295400" cy="1831975"/>
        </p:xfrm>
        <a:graphic>
          <a:graphicData uri="http://schemas.openxmlformats.org/drawingml/2006/table">
            <a:tbl>
              <a:tblPr/>
              <a:tblGrid>
                <a:gridCol w="1295400"/>
              </a:tblGrid>
              <a:tr h="609600">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zh-CN" altLang="en-US" sz="3200" b="1"/>
                        <a:t>块</a:t>
                      </a:r>
                      <a:r>
                        <a:rPr lang="en-US" altLang="zh-CN" sz="3200" b="1"/>
                        <a:t>1</a:t>
                      </a:r>
                      <a:endParaRPr lang="en-US" altLang="zh-CN" sz="32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642938">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zh-CN" altLang="en-US" sz="3200" b="1"/>
                        <a:t>块</a:t>
                      </a:r>
                      <a:r>
                        <a:rPr lang="en-US" altLang="zh-CN" sz="3200" b="1"/>
                        <a:t>2</a:t>
                      </a:r>
                      <a:endParaRPr lang="en-US" altLang="zh-CN" sz="32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79437">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zh-CN" altLang="en-US" sz="3200" b="1"/>
                        <a:t>块</a:t>
                      </a:r>
                      <a:r>
                        <a:rPr lang="en-US" altLang="zh-CN" sz="3200" b="1"/>
                        <a:t>3</a:t>
                      </a:r>
                      <a:endParaRPr lang="en-US" altLang="zh-CN" sz="32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06508" name="直接连接符 95244"/>
          <p:cNvSpPr/>
          <p:nvPr/>
        </p:nvSpPr>
        <p:spPr>
          <a:xfrm>
            <a:off x="8153400" y="1905000"/>
            <a:ext cx="0" cy="2057400"/>
          </a:xfrm>
          <a:prstGeom prst="line">
            <a:avLst/>
          </a:prstGeom>
          <a:ln w="57150" cap="flat" cmpd="sng">
            <a:solidFill>
              <a:srgbClr val="FF0000"/>
            </a:solidFill>
            <a:prstDash val="solid"/>
            <a:round/>
            <a:headEnd type="none" w="med" len="med"/>
            <a:tailEnd type="triangl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6509" name="文本框 95245"/>
          <p:cNvSpPr txBox="1"/>
          <p:nvPr/>
        </p:nvSpPr>
        <p:spPr>
          <a:xfrm>
            <a:off x="8243888" y="1752600"/>
            <a:ext cx="611187" cy="2286000"/>
          </a:xfrm>
          <a:prstGeom prst="rect">
            <a:avLst/>
          </a:prstGeom>
          <a:noFill/>
          <a:ln w="9525">
            <a:noFill/>
            <a:miter/>
          </a:ln>
        </p:spPr>
        <p:txBody>
          <a:bodyPr vert="eaVert" anchor="t">
            <a:spAutoFit/>
          </a:bodyPr>
          <a:p>
            <a:pPr lvl="0"/>
            <a:r>
              <a:rPr lang="zh-CN" altLang="en-US" sz="2800">
                <a:solidFill>
                  <a:schemeClr val="tx1"/>
                </a:solidFill>
                <a:latin typeface="Times New Roman" panose="02020603050405020304" charset="0"/>
                <a:ea typeface="宋体" panose="02010600030101010101" pitchFamily="2" charset="-122"/>
              </a:rPr>
              <a:t>访问时间次序</a:t>
            </a:r>
            <a:endParaRPr lang="zh-CN" altLang="en-US" sz="2800">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5" name="标题 96257"/>
          <p:cNvSpPr>
            <a:spLocks noGrp="1"/>
          </p:cNvSpPr>
          <p:nvPr>
            <p:ph type="title"/>
          </p:nvPr>
        </p:nvSpPr>
        <p:spPr>
          <a:xfrm>
            <a:off x="91440" y="549275"/>
            <a:ext cx="7383145" cy="534035"/>
          </a:xfrm>
        </p:spPr>
        <p:txBody>
          <a:bodyPr wrap="square" anchor="t">
            <a:spAutoFit/>
          </a:bodyPr>
          <a:p>
            <a:pPr fontAlgn="base"/>
            <a:r>
              <a:rPr lang="zh-CN" altLang="en-US" sz="3200" strike="noStrike" noProof="1">
                <a:solidFill>
                  <a:srgbClr val="800000"/>
                </a:solidFill>
              </a:rPr>
              <a:t>将分配的主存块数改为</a:t>
            </a:r>
            <a:r>
              <a:rPr lang="en-US" altLang="zh-CN" sz="3200" strike="noStrike" noProof="1">
                <a:solidFill>
                  <a:srgbClr val="800000"/>
                </a:solidFill>
              </a:rPr>
              <a:t>4</a:t>
            </a:r>
            <a:r>
              <a:rPr lang="zh-CN" altLang="en-US" sz="3200" strike="noStrike" noProof="1">
                <a:solidFill>
                  <a:srgbClr val="800000"/>
                </a:solidFill>
              </a:rPr>
              <a:t>，情况如何？</a:t>
            </a:r>
            <a:endParaRPr lang="zh-CN" altLang="en-US" sz="3200" strike="noStrike" noProof="1">
              <a:solidFill>
                <a:srgbClr val="800000"/>
              </a:solidFill>
            </a:endParaRPr>
          </a:p>
        </p:txBody>
      </p:sp>
      <p:sp>
        <p:nvSpPr>
          <p:cNvPr id="96259" name="文本占位符 96258"/>
          <p:cNvSpPr>
            <a:spLocks noGrp="1"/>
          </p:cNvSpPr>
          <p:nvPr>
            <p:ph idx="1"/>
          </p:nvPr>
        </p:nvSpPr>
        <p:spPr>
          <a:xfrm>
            <a:off x="322263" y="1125538"/>
            <a:ext cx="8450263" cy="3486785"/>
          </a:xfrm>
        </p:spPr>
        <p:txBody>
          <a:bodyPr wrap="square">
            <a:spAutoFit/>
          </a:bodyPr>
          <a:p>
            <a:pPr fontAlgn="base"/>
            <a:r>
              <a:rPr lang="zh-CN" altLang="en-US" b="1" strike="noStrike" noProof="1"/>
              <a:t> </a:t>
            </a:r>
            <a:r>
              <a:rPr lang="en-US" altLang="zh-CN" b="1" strike="noStrike" noProof="1"/>
              <a:t>  </a:t>
            </a:r>
            <a:r>
              <a:rPr lang="en-US" altLang="zh-CN" b="1" strike="noStrike" noProof="1">
                <a:solidFill>
                  <a:schemeClr val="tx1"/>
                </a:solidFill>
                <a:effectLst/>
              </a:rPr>
              <a:t>4   3   2   1   4   3   5   4   3   2   1   5 (FIFO)</a:t>
            </a:r>
            <a:endParaRPr lang="en-US" altLang="zh-CN" b="1" strike="noStrike" noProof="1">
              <a:solidFill>
                <a:schemeClr val="tx1"/>
              </a:solidFill>
              <a:effectLst/>
            </a:endParaRPr>
          </a:p>
          <a:p>
            <a:pPr fontAlgn="base"/>
            <a:endParaRPr lang="en-US" altLang="zh-CN" b="1" strike="noStrike" noProof="1">
              <a:solidFill>
                <a:schemeClr val="tx1"/>
              </a:solidFill>
              <a:effectLst/>
            </a:endParaRPr>
          </a:p>
          <a:p>
            <a:pPr fontAlgn="base"/>
            <a:endParaRPr lang="en-US" altLang="zh-CN" b="1" strike="noStrike" noProof="1">
              <a:solidFill>
                <a:schemeClr val="tx1"/>
              </a:solidFill>
              <a:effectLst/>
            </a:endParaRPr>
          </a:p>
          <a:p>
            <a:pPr fontAlgn="base"/>
            <a:endParaRPr lang="en-US" altLang="zh-CN" b="1" strike="noStrike" noProof="1">
              <a:solidFill>
                <a:schemeClr val="tx1"/>
              </a:solidFill>
              <a:effectLst/>
            </a:endParaRPr>
          </a:p>
          <a:p>
            <a:pPr fontAlgn="base"/>
            <a:endParaRPr lang="en-US" altLang="zh-CN" b="1" strike="noStrike" noProof="1">
              <a:solidFill>
                <a:schemeClr val="tx1"/>
              </a:solidFill>
              <a:effectLst/>
            </a:endParaRPr>
          </a:p>
          <a:p>
            <a:pPr fontAlgn="base"/>
            <a:r>
              <a:rPr lang="en-US" altLang="zh-CN" b="1" strike="noStrike" noProof="1">
                <a:solidFill>
                  <a:schemeClr val="tx1"/>
                </a:solidFill>
                <a:effectLst/>
              </a:rPr>
              <a:t>   4   3   2   1   4   3   5   4    3   2   1   5 (LRU)</a:t>
            </a:r>
            <a:endParaRPr lang="en-US" altLang="zh-CN" b="1" strike="noStrike" noProof="1">
              <a:solidFill>
                <a:schemeClr val="tx1"/>
              </a:solidFill>
              <a:effectLst/>
            </a:endParaRPr>
          </a:p>
        </p:txBody>
      </p:sp>
      <p:graphicFrame>
        <p:nvGraphicFramePr>
          <p:cNvPr id="96420" name="表格 96419"/>
          <p:cNvGraphicFramePr/>
          <p:nvPr/>
        </p:nvGraphicFramePr>
        <p:xfrm>
          <a:off x="1143000" y="1752600"/>
          <a:ext cx="6130925" cy="2054225"/>
        </p:xfrm>
        <a:graphic>
          <a:graphicData uri="http://schemas.openxmlformats.org/drawingml/2006/table">
            <a:tbl>
              <a:tblPr/>
              <a:tblGrid>
                <a:gridCol w="485775"/>
                <a:gridCol w="536575"/>
                <a:gridCol w="511175"/>
                <a:gridCol w="509588"/>
                <a:gridCol w="511175"/>
                <a:gridCol w="520700"/>
                <a:gridCol w="501650"/>
                <a:gridCol w="554037"/>
                <a:gridCol w="466725"/>
                <a:gridCol w="509588"/>
                <a:gridCol w="511175"/>
                <a:gridCol w="512762"/>
              </a:tblGrid>
              <a:tr h="377825">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4</a:t>
                      </a:r>
                      <a:endParaRPr lang="en-US" altLang="zh-CN" sz="2400" b="1">
                        <a:solidFill>
                          <a:schemeClr val="tx1"/>
                        </a:solidFill>
                        <a:effectLst/>
                      </a:endParaRPr>
                    </a:p>
                  </a:txBody>
                  <a:tcPr marT="19050" marB="19050"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3</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2</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1</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1</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1</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5</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4</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3</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2</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1</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5</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7825">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endParaRPr lang="zh-CN" altLang="en-US" sz="2400" b="1" dirty="0">
                        <a:solidFill>
                          <a:schemeClr val="tx1"/>
                        </a:solidFill>
                        <a:effectLst/>
                      </a:endParaRPr>
                    </a:p>
                  </a:txBody>
                  <a:tcPr marT="19050" marB="19050"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4</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3</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2</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2</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2</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1</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5</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4</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3</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2</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1</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1795">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endParaRPr lang="zh-CN" altLang="en-US" sz="2400" b="1" dirty="0">
                        <a:solidFill>
                          <a:schemeClr val="tx1"/>
                        </a:solidFill>
                        <a:effectLst/>
                      </a:endParaRPr>
                    </a:p>
                  </a:txBody>
                  <a:tcPr marT="19050" marB="19050"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endParaRPr lang="zh-CN" altLang="en-US" sz="2400" b="1" dirty="0">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4</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3</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3</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3</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2</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1</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5</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4</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3</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2</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7825">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endParaRPr lang="zh-CN" altLang="en-US" sz="2400" b="1" dirty="0">
                        <a:solidFill>
                          <a:schemeClr val="tx1"/>
                        </a:solidFill>
                        <a:effectLst/>
                      </a:endParaRPr>
                    </a:p>
                  </a:txBody>
                  <a:tcPr marT="19050" marB="19050"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endParaRPr lang="zh-CN" altLang="en-US" sz="2400" b="1" dirty="0">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endParaRPr lang="zh-CN" altLang="en-US" sz="2400" b="1" dirty="0">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4</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4</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4</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3</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2</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1</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5</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4</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3</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87363">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X</a:t>
                      </a:r>
                      <a:endParaRPr lang="en-US" altLang="zh-CN" sz="2400" b="1">
                        <a:solidFill>
                          <a:schemeClr val="tx1"/>
                        </a:solidFill>
                        <a:effectLst/>
                      </a:endParaRPr>
                    </a:p>
                  </a:txBody>
                  <a:tcPr marT="19050" marB="19050"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X</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X</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X</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b="1">
                          <a:solidFill>
                            <a:schemeClr val="tx1"/>
                          </a:solidFill>
                          <a:effectLst/>
                          <a:sym typeface="Symbol" panose="05050102010706020507" pitchFamily="18" charset="2"/>
                        </a:rPr>
                        <a:t>v</a:t>
                      </a:r>
                      <a:endParaRPr lang="en-US" altLang="zh-CN" b="1">
                        <a:solidFill>
                          <a:schemeClr val="tx1"/>
                        </a:solidFill>
                        <a:effectLst/>
                        <a:sym typeface="Symbol" panose="05050102010706020507" pitchFamily="18" charset="2"/>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b="1">
                          <a:solidFill>
                            <a:schemeClr val="tx1"/>
                          </a:solidFill>
                          <a:effectLst/>
                          <a:sym typeface="Symbol" panose="05050102010706020507" pitchFamily="18" charset="2"/>
                        </a:rPr>
                        <a:t>v</a:t>
                      </a:r>
                      <a:endParaRPr lang="en-US" altLang="zh-CN" b="1">
                        <a:solidFill>
                          <a:schemeClr val="tx1"/>
                        </a:solidFill>
                        <a:effectLst/>
                        <a:sym typeface="Symbol" panose="05050102010706020507" pitchFamily="18" charset="2"/>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X</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X</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X</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X</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X</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X</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96422" name="表格 96421"/>
          <p:cNvGraphicFramePr/>
          <p:nvPr/>
        </p:nvGraphicFramePr>
        <p:xfrm>
          <a:off x="1089025" y="4572000"/>
          <a:ext cx="6294438" cy="2028825"/>
        </p:xfrm>
        <a:graphic>
          <a:graphicData uri="http://schemas.openxmlformats.org/drawingml/2006/table">
            <a:tbl>
              <a:tblPr/>
              <a:tblGrid>
                <a:gridCol w="498475"/>
                <a:gridCol w="550863"/>
                <a:gridCol w="525462"/>
                <a:gridCol w="523875"/>
                <a:gridCol w="523875"/>
                <a:gridCol w="522288"/>
                <a:gridCol w="527050"/>
                <a:gridCol w="568325"/>
                <a:gridCol w="479425"/>
                <a:gridCol w="523875"/>
                <a:gridCol w="523875"/>
                <a:gridCol w="527050"/>
              </a:tblGrid>
              <a:tr h="391795">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4</a:t>
                      </a:r>
                      <a:endParaRPr lang="en-US" altLang="zh-CN" sz="2400" b="1">
                        <a:solidFill>
                          <a:schemeClr val="tx1"/>
                        </a:solidFill>
                        <a:effectLst/>
                      </a:endParaRPr>
                    </a:p>
                  </a:txBody>
                  <a:tcPr marT="19050" marB="19050"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3</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2</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1</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4</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3</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5</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4</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3</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2</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1</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5</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6712">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endParaRPr lang="zh-CN" altLang="en-US" sz="2400" b="1" dirty="0">
                        <a:solidFill>
                          <a:schemeClr val="tx1"/>
                        </a:solidFill>
                        <a:effectLst/>
                      </a:endParaRPr>
                    </a:p>
                  </a:txBody>
                  <a:tcPr marT="19050" marB="19050"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4</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3</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2</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1</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4</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3</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5</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4</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3</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2</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1</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6713">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endParaRPr lang="zh-CN" altLang="en-US" sz="2400" b="1" dirty="0">
                        <a:solidFill>
                          <a:schemeClr val="tx1"/>
                        </a:solidFill>
                        <a:effectLst/>
                      </a:endParaRPr>
                    </a:p>
                  </a:txBody>
                  <a:tcPr marT="19050" marB="19050"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endParaRPr lang="zh-CN" altLang="en-US" sz="2400" b="1" dirty="0">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4</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3</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2</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1</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4</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3</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5</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4</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3</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2</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6712">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endParaRPr lang="zh-CN" altLang="en-US" sz="2400" b="1" dirty="0">
                        <a:solidFill>
                          <a:schemeClr val="tx1"/>
                        </a:solidFill>
                        <a:effectLst/>
                      </a:endParaRPr>
                    </a:p>
                  </a:txBody>
                  <a:tcPr marT="19050" marB="19050"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endParaRPr lang="zh-CN" altLang="en-US" sz="2400" b="1" dirty="0">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endParaRPr lang="zh-CN" altLang="en-US" sz="2400" b="1" dirty="0">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4</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3</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2</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1</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1</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1</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5</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4</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3</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41325">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X</a:t>
                      </a:r>
                      <a:endParaRPr lang="en-US" altLang="zh-CN" sz="2400" b="1">
                        <a:solidFill>
                          <a:schemeClr val="tx1"/>
                        </a:solidFill>
                        <a:effectLst/>
                      </a:endParaRPr>
                    </a:p>
                  </a:txBody>
                  <a:tcPr marT="19050" marB="19050"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X</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X</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X</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b="1">
                          <a:solidFill>
                            <a:schemeClr val="tx1"/>
                          </a:solidFill>
                          <a:effectLst/>
                          <a:sym typeface="Symbol" panose="05050102010706020507" pitchFamily="18" charset="2"/>
                        </a:rPr>
                        <a:t>v</a:t>
                      </a:r>
                      <a:endParaRPr lang="en-US" altLang="zh-CN" b="1">
                        <a:solidFill>
                          <a:schemeClr val="tx1"/>
                        </a:solidFill>
                        <a:effectLst/>
                        <a:sym typeface="Symbol" panose="05050102010706020507" pitchFamily="18" charset="2"/>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b="1">
                          <a:solidFill>
                            <a:schemeClr val="tx1"/>
                          </a:solidFill>
                          <a:effectLst/>
                          <a:sym typeface="Symbol" panose="05050102010706020507" pitchFamily="18" charset="2"/>
                        </a:rPr>
                        <a:t>v</a:t>
                      </a:r>
                      <a:endParaRPr lang="en-US" altLang="zh-CN" b="1">
                        <a:solidFill>
                          <a:schemeClr val="tx1"/>
                        </a:solidFill>
                        <a:effectLst/>
                        <a:sym typeface="Symbol" panose="05050102010706020507" pitchFamily="18" charset="2"/>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X</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b="1">
                          <a:solidFill>
                            <a:schemeClr val="tx1"/>
                          </a:solidFill>
                          <a:effectLst/>
                          <a:sym typeface="Symbol" panose="05050102010706020507" pitchFamily="18" charset="2"/>
                        </a:rPr>
                        <a:t>v</a:t>
                      </a:r>
                      <a:endParaRPr lang="en-US" altLang="zh-CN" b="1">
                        <a:solidFill>
                          <a:schemeClr val="tx1"/>
                        </a:solidFill>
                        <a:effectLst/>
                        <a:sym typeface="Symbol" panose="05050102010706020507" pitchFamily="18" charset="2"/>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b="1">
                          <a:solidFill>
                            <a:schemeClr val="tx1"/>
                          </a:solidFill>
                          <a:effectLst/>
                          <a:sym typeface="Symbol" panose="05050102010706020507" pitchFamily="18" charset="2"/>
                        </a:rPr>
                        <a:t>v</a:t>
                      </a:r>
                      <a:endParaRPr lang="en-US" altLang="zh-CN" b="1">
                        <a:solidFill>
                          <a:schemeClr val="tx1"/>
                        </a:solidFill>
                        <a:effectLst/>
                        <a:sym typeface="Symbol" panose="05050102010706020507" pitchFamily="18" charset="2"/>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X</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X</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400" b="1">
                          <a:solidFill>
                            <a:schemeClr val="tx1"/>
                          </a:solidFill>
                          <a:effectLst/>
                        </a:rPr>
                        <a:t>X</a:t>
                      </a:r>
                      <a:endParaRPr lang="en-US" altLang="zh-CN" sz="2400" b="1">
                        <a:solidFill>
                          <a:schemeClr val="tx1"/>
                        </a:solidFill>
                        <a:effectLst/>
                      </a:endParaRPr>
                    </a:p>
                  </a:txBody>
                  <a:tcPr marT="19050" marB="19050"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7" name="矩形 57346"/>
          <p:cNvSpPr/>
          <p:nvPr/>
        </p:nvSpPr>
        <p:spPr>
          <a:xfrm>
            <a:off x="412750" y="715963"/>
            <a:ext cx="8261350" cy="259969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Font typeface="Wingdings" panose="05000000000000000000" pitchFamily="2" charset="2"/>
              <a:buNone/>
            </a:pPr>
            <a:r>
              <a:rPr lang="zh-CN" altLang="en-US" sz="2400" b="1" strike="noStrike" noProof="1">
                <a:solidFill>
                  <a:srgbClr val="000099"/>
                </a:solidFill>
                <a:latin typeface="Times New Roman" panose="02020603050405020304" charset="0"/>
                <a:ea typeface="宋体" panose="02010600030101010101" pitchFamily="2" charset="-122"/>
              </a:rPr>
              <a:t>习题</a:t>
            </a:r>
            <a:r>
              <a:rPr lang="en-US" altLang="zh-CN" sz="2400" b="1" strike="noStrike" noProof="1">
                <a:solidFill>
                  <a:srgbClr val="000099"/>
                </a:solidFill>
                <a:latin typeface="Times New Roman" panose="02020603050405020304" charset="0"/>
                <a:ea typeface="宋体" panose="02010600030101010101" pitchFamily="2" charset="-122"/>
              </a:rPr>
              <a:t>7-21</a:t>
            </a:r>
            <a:endParaRPr lang="en-US" altLang="zh-CN"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30000"/>
              </a:lnSpc>
              <a:buFont typeface="Wingdings" panose="05000000000000000000" pitchFamily="2" charset="2"/>
              <a:buNone/>
            </a:pPr>
            <a:r>
              <a:rPr lang="zh-CN" altLang="en-US" sz="2400" strike="noStrike" noProof="1">
                <a:solidFill>
                  <a:schemeClr val="tx1"/>
                </a:solidFill>
                <a:effectLst/>
                <a:latin typeface="Times New Roman" panose="02020603050405020304" charset="0"/>
                <a:ea typeface="宋体" panose="02010600030101010101" pitchFamily="2" charset="-122"/>
              </a:rPr>
              <a:t>在请求分页系统中，某作业</a:t>
            </a:r>
            <a:r>
              <a:rPr lang="en-US" altLang="zh-CN" sz="2400" strike="noStrike" noProof="1">
                <a:solidFill>
                  <a:schemeClr val="tx1"/>
                </a:solidFill>
                <a:effectLst/>
                <a:latin typeface="Times New Roman" panose="02020603050405020304" charset="0"/>
                <a:ea typeface="宋体" panose="02010600030101010101" pitchFamily="2" charset="-122"/>
              </a:rPr>
              <a:t>A</a:t>
            </a:r>
            <a:r>
              <a:rPr lang="zh-CN" altLang="en-US" sz="2400" strike="noStrike" noProof="1">
                <a:solidFill>
                  <a:schemeClr val="tx1"/>
                </a:solidFill>
                <a:effectLst/>
                <a:latin typeface="Times New Roman" panose="02020603050405020304" charset="0"/>
                <a:ea typeface="宋体" panose="02010600030101010101" pitchFamily="2" charset="-122"/>
              </a:rPr>
              <a:t>有</a:t>
            </a:r>
            <a:r>
              <a:rPr lang="en-US" altLang="zh-CN" sz="2400" strike="noStrike" noProof="1">
                <a:solidFill>
                  <a:schemeClr val="tx1"/>
                </a:solidFill>
                <a:effectLst/>
                <a:latin typeface="Times New Roman" panose="02020603050405020304" charset="0"/>
                <a:ea typeface="宋体" panose="02010600030101010101" pitchFamily="2" charset="-122"/>
              </a:rPr>
              <a:t>10</a:t>
            </a:r>
            <a:r>
              <a:rPr lang="zh-CN" altLang="en-US" sz="2400" strike="noStrike" noProof="1">
                <a:solidFill>
                  <a:schemeClr val="tx1"/>
                </a:solidFill>
                <a:effectLst/>
                <a:latin typeface="Times New Roman" panose="02020603050405020304" charset="0"/>
                <a:ea typeface="宋体" panose="02010600030101010101" pitchFamily="2" charset="-122"/>
              </a:rPr>
              <a:t>个页面，系统为其分配了</a:t>
            </a:r>
            <a:r>
              <a:rPr lang="en-US" altLang="zh-CN" sz="2400" strike="noStrike" noProof="1">
                <a:solidFill>
                  <a:schemeClr val="tx1"/>
                </a:solidFill>
                <a:effectLst/>
                <a:latin typeface="Times New Roman" panose="02020603050405020304" charset="0"/>
                <a:ea typeface="宋体" panose="02010600030101010101" pitchFamily="2" charset="-122"/>
              </a:rPr>
              <a:t>3</a:t>
            </a:r>
            <a:r>
              <a:rPr lang="zh-CN" altLang="en-US" sz="2400" strike="noStrike" noProof="1">
                <a:solidFill>
                  <a:schemeClr val="tx1"/>
                </a:solidFill>
                <a:effectLst/>
                <a:latin typeface="Times New Roman" panose="02020603050405020304" charset="0"/>
                <a:ea typeface="宋体" panose="02010600030101010101" pitchFamily="2" charset="-122"/>
              </a:rPr>
              <a:t>个主存块。设该作业第</a:t>
            </a:r>
            <a:r>
              <a:rPr lang="en-US" altLang="zh-CN" sz="2400" strike="noStrike" noProof="1">
                <a:solidFill>
                  <a:schemeClr val="tx1"/>
                </a:solidFill>
                <a:effectLst/>
                <a:latin typeface="Times New Roman" panose="02020603050405020304" charset="0"/>
                <a:ea typeface="宋体" panose="02010600030101010101" pitchFamily="2" charset="-122"/>
              </a:rPr>
              <a:t>0</a:t>
            </a:r>
            <a:r>
              <a:rPr lang="zh-CN" altLang="en-US" sz="2400" strike="noStrike" noProof="1">
                <a:solidFill>
                  <a:schemeClr val="tx1"/>
                </a:solidFill>
                <a:effectLst/>
                <a:latin typeface="Times New Roman" panose="02020603050405020304" charset="0"/>
                <a:ea typeface="宋体" panose="02010600030101010101" pitchFamily="2" charset="-122"/>
              </a:rPr>
              <a:t>页已装入主存，进程运行时访问页面的轨迹是</a:t>
            </a:r>
            <a:r>
              <a:rPr lang="en-US" altLang="zh-CN" sz="2400" strike="noStrike" noProof="1">
                <a:solidFill>
                  <a:schemeClr val="tx1"/>
                </a:solidFill>
                <a:effectLst/>
                <a:latin typeface="Times New Roman" panose="02020603050405020304" charset="0"/>
                <a:ea typeface="宋体" panose="02010600030101010101" pitchFamily="2" charset="-122"/>
              </a:rPr>
              <a:t>0</a:t>
            </a:r>
            <a:r>
              <a:rPr lang="zh-CN" altLang="en-US" sz="2400" strike="noStrike" noProof="1">
                <a:solidFill>
                  <a:schemeClr val="tx1"/>
                </a:solidFill>
                <a:effectLst/>
                <a:latin typeface="Times New Roman" panose="02020603050405020304" charset="0"/>
                <a:ea typeface="宋体" panose="02010600030101010101" pitchFamily="2" charset="-122"/>
              </a:rPr>
              <a:t>、</a:t>
            </a:r>
            <a:r>
              <a:rPr lang="en-US" altLang="zh-CN" sz="2400" strike="noStrike" noProof="1">
                <a:solidFill>
                  <a:schemeClr val="tx1"/>
                </a:solidFill>
                <a:effectLst/>
                <a:latin typeface="Times New Roman" panose="02020603050405020304" charset="0"/>
                <a:ea typeface="宋体" panose="02010600030101010101" pitchFamily="2" charset="-122"/>
              </a:rPr>
              <a:t>1</a:t>
            </a:r>
            <a:r>
              <a:rPr lang="zh-CN" altLang="en-US" sz="2400" strike="noStrike" noProof="1">
                <a:solidFill>
                  <a:schemeClr val="tx1"/>
                </a:solidFill>
                <a:effectLst/>
                <a:latin typeface="Times New Roman" panose="02020603050405020304" charset="0"/>
                <a:ea typeface="宋体" panose="02010600030101010101" pitchFamily="2" charset="-122"/>
              </a:rPr>
              <a:t>、</a:t>
            </a:r>
            <a:r>
              <a:rPr lang="en-US" altLang="zh-CN" sz="2400" strike="noStrike" noProof="1">
                <a:solidFill>
                  <a:schemeClr val="tx1"/>
                </a:solidFill>
                <a:effectLst/>
                <a:latin typeface="Times New Roman" panose="02020603050405020304" charset="0"/>
                <a:ea typeface="宋体" panose="02010600030101010101" pitchFamily="2" charset="-122"/>
              </a:rPr>
              <a:t>3</a:t>
            </a:r>
            <a:r>
              <a:rPr lang="zh-CN" altLang="en-US" sz="2400" strike="noStrike" noProof="1">
                <a:solidFill>
                  <a:schemeClr val="tx1"/>
                </a:solidFill>
                <a:effectLst/>
                <a:latin typeface="Times New Roman" panose="02020603050405020304" charset="0"/>
                <a:ea typeface="宋体" panose="02010600030101010101" pitchFamily="2" charset="-122"/>
              </a:rPr>
              <a:t>、</a:t>
            </a:r>
            <a:r>
              <a:rPr lang="en-US" altLang="zh-CN" sz="2400" strike="noStrike" noProof="1">
                <a:solidFill>
                  <a:schemeClr val="tx1"/>
                </a:solidFill>
                <a:effectLst/>
                <a:latin typeface="Times New Roman" panose="02020603050405020304" charset="0"/>
                <a:ea typeface="宋体" panose="02010600030101010101" pitchFamily="2" charset="-122"/>
              </a:rPr>
              <a:t>0</a:t>
            </a:r>
            <a:r>
              <a:rPr lang="zh-CN" altLang="en-US" sz="2400" strike="noStrike" noProof="1">
                <a:solidFill>
                  <a:schemeClr val="tx1"/>
                </a:solidFill>
                <a:effectLst/>
                <a:latin typeface="Times New Roman" panose="02020603050405020304" charset="0"/>
                <a:ea typeface="宋体" panose="02010600030101010101" pitchFamily="2" charset="-122"/>
              </a:rPr>
              <a:t>、</a:t>
            </a:r>
            <a:r>
              <a:rPr lang="en-US" altLang="zh-CN" sz="2400" strike="noStrike" noProof="1">
                <a:solidFill>
                  <a:schemeClr val="tx1"/>
                </a:solidFill>
                <a:effectLst/>
                <a:latin typeface="Times New Roman" panose="02020603050405020304" charset="0"/>
                <a:ea typeface="宋体" panose="02010600030101010101" pitchFamily="2" charset="-122"/>
              </a:rPr>
              <a:t>5</a:t>
            </a:r>
            <a:r>
              <a:rPr lang="zh-CN" altLang="en-US" sz="2400" strike="noStrike" noProof="1">
                <a:solidFill>
                  <a:schemeClr val="tx1"/>
                </a:solidFill>
                <a:effectLst/>
                <a:latin typeface="Times New Roman" panose="02020603050405020304" charset="0"/>
                <a:ea typeface="宋体" panose="02010600030101010101" pitchFamily="2" charset="-122"/>
              </a:rPr>
              <a:t>、</a:t>
            </a:r>
            <a:r>
              <a:rPr lang="en-US" altLang="zh-CN" sz="2400" strike="noStrike" noProof="1">
                <a:solidFill>
                  <a:schemeClr val="tx1"/>
                </a:solidFill>
                <a:effectLst/>
                <a:latin typeface="Times New Roman" panose="02020603050405020304" charset="0"/>
                <a:ea typeface="宋体" panose="02010600030101010101" pitchFamily="2" charset="-122"/>
              </a:rPr>
              <a:t>2</a:t>
            </a:r>
            <a:r>
              <a:rPr lang="zh-CN" altLang="en-US" sz="2400" strike="noStrike" noProof="1">
                <a:solidFill>
                  <a:schemeClr val="tx1"/>
                </a:solidFill>
                <a:effectLst/>
                <a:latin typeface="Times New Roman" panose="02020603050405020304" charset="0"/>
                <a:ea typeface="宋体" panose="02010600030101010101" pitchFamily="2" charset="-122"/>
              </a:rPr>
              <a:t>、</a:t>
            </a:r>
            <a:r>
              <a:rPr lang="en-US" altLang="zh-CN" sz="2400" strike="noStrike" noProof="1">
                <a:solidFill>
                  <a:schemeClr val="tx1"/>
                </a:solidFill>
                <a:effectLst/>
                <a:latin typeface="Times New Roman" panose="02020603050405020304" charset="0"/>
                <a:ea typeface="宋体" panose="02010600030101010101" pitchFamily="2" charset="-122"/>
              </a:rPr>
              <a:t>0</a:t>
            </a:r>
            <a:r>
              <a:rPr lang="zh-CN" altLang="en-US" sz="2400" strike="noStrike" noProof="1">
                <a:solidFill>
                  <a:schemeClr val="tx1"/>
                </a:solidFill>
                <a:effectLst/>
                <a:latin typeface="Times New Roman" panose="02020603050405020304" charset="0"/>
                <a:ea typeface="宋体" panose="02010600030101010101" pitchFamily="2" charset="-122"/>
              </a:rPr>
              <a:t>，试用页号栈的方法回答如下问题。</a:t>
            </a:r>
            <a:endParaRPr lang="zh-CN" altLang="en-US" sz="2400" strike="noStrike" noProof="1">
              <a:solidFill>
                <a:schemeClr val="tx1"/>
              </a:solidFill>
              <a:effectLst/>
              <a:latin typeface="Times New Roman" panose="02020603050405020304" charset="0"/>
              <a:ea typeface="宋体" panose="02010600030101010101" pitchFamily="2" charset="-122"/>
            </a:endParaRPr>
          </a:p>
        </p:txBody>
      </p:sp>
      <p:sp>
        <p:nvSpPr>
          <p:cNvPr id="57348" name="矩形 5734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页式存储管理</a:t>
            </a:r>
            <a:endParaRPr lang="zh-CN" altLang="en-US" sz="2400" strike="noStrike" noProof="1">
              <a:ea typeface="宋体" panose="02010600030101010101" pitchFamily="2" charset="-122"/>
            </a:endParaRPr>
          </a:p>
        </p:txBody>
      </p:sp>
      <p:sp>
        <p:nvSpPr>
          <p:cNvPr id="5" name="文本框 4"/>
          <p:cNvSpPr txBox="1"/>
          <p:nvPr/>
        </p:nvSpPr>
        <p:spPr>
          <a:xfrm>
            <a:off x="412750" y="3413760"/>
            <a:ext cx="8261985" cy="1383665"/>
          </a:xfrm>
          <a:prstGeom prst="rect">
            <a:avLst/>
          </a:prstGeom>
          <a:noFill/>
        </p:spPr>
        <p:txBody>
          <a:bodyPr wrap="square" rtlCol="0" anchor="t">
            <a:spAutoFit/>
          </a:bodyPr>
          <a:p>
            <a:pPr>
              <a:lnSpc>
                <a:spcPct val="140000"/>
              </a:lnSpc>
            </a:pPr>
            <a:r>
              <a:rPr lang="zh-CN" altLang="en-US" sz="2000">
                <a:solidFill>
                  <a:schemeClr val="tx1"/>
                </a:solidFill>
                <a:effectLst/>
                <a:latin typeface="Times New Roman" panose="02020603050405020304" charset="0"/>
                <a:sym typeface="+mn-ea"/>
              </a:rPr>
              <a:t>（</a:t>
            </a:r>
            <a:r>
              <a:rPr lang="en-US" altLang="zh-CN" sz="2000">
                <a:solidFill>
                  <a:schemeClr val="tx1"/>
                </a:solidFill>
                <a:effectLst/>
                <a:latin typeface="Times New Roman" panose="02020603050405020304" charset="0"/>
                <a:sym typeface="+mn-ea"/>
              </a:rPr>
              <a:t>1</a:t>
            </a:r>
            <a:r>
              <a:rPr lang="zh-CN" altLang="en-US" sz="2000">
                <a:solidFill>
                  <a:schemeClr val="tx1"/>
                </a:solidFill>
                <a:effectLst/>
                <a:latin typeface="Times New Roman" panose="02020603050405020304" charset="0"/>
                <a:sym typeface="+mn-ea"/>
              </a:rPr>
              <a:t>）在先进先出页面置换算法下，缺页中断次数是多少？要求用图画出每一次页面置换前后的情况。</a:t>
            </a:r>
            <a:endParaRPr lang="zh-CN" altLang="en-US" sz="2000">
              <a:solidFill>
                <a:schemeClr val="tx1"/>
              </a:solidFill>
              <a:effectLst/>
              <a:latin typeface="Times New Roman" panose="02020603050405020304" charset="0"/>
              <a:sym typeface="+mn-ea"/>
            </a:endParaRPr>
          </a:p>
          <a:p>
            <a:pPr>
              <a:lnSpc>
                <a:spcPct val="140000"/>
              </a:lnSpc>
            </a:pPr>
            <a:r>
              <a:rPr lang="zh-CN" altLang="en-US" sz="2000">
                <a:solidFill>
                  <a:schemeClr val="tx1"/>
                </a:solidFill>
                <a:effectLst/>
                <a:latin typeface="Times New Roman" panose="02020603050405020304" charset="0"/>
                <a:sym typeface="+mn-ea"/>
              </a:rPr>
              <a:t>（</a:t>
            </a:r>
            <a:r>
              <a:rPr lang="en-US" altLang="zh-CN" sz="2000">
                <a:solidFill>
                  <a:schemeClr val="tx1"/>
                </a:solidFill>
                <a:effectLst/>
                <a:latin typeface="Times New Roman" panose="02020603050405020304" charset="0"/>
                <a:sym typeface="+mn-ea"/>
              </a:rPr>
              <a:t>2</a:t>
            </a:r>
            <a:r>
              <a:rPr lang="zh-CN" altLang="en-US" sz="2000">
                <a:solidFill>
                  <a:schemeClr val="tx1"/>
                </a:solidFill>
                <a:effectLst/>
                <a:latin typeface="Times New Roman" panose="02020603050405020304" charset="0"/>
                <a:sym typeface="+mn-ea"/>
              </a:rPr>
              <a:t>）若采用最久未使用淘汰算法呢？</a:t>
            </a:r>
            <a:endParaRPr lang="zh-CN" altLang="en-US" sz="2000">
              <a:solidFill>
                <a:schemeClr val="tx1"/>
              </a:solidFill>
              <a:effectLst/>
              <a:latin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矩形 74753"/>
          <p:cNvSpPr/>
          <p:nvPr/>
        </p:nvSpPr>
        <p:spPr>
          <a:xfrm>
            <a:off x="720725" y="1562100"/>
            <a:ext cx="7696200" cy="215900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zh-CN" altLang="en-US" sz="2800" b="1" strike="noStrike" noProof="1">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000" b="1">
                <a:solidFill>
                  <a:srgbClr val="663300"/>
                </a:solidFill>
                <a:cs typeface="+mn-ea"/>
                <a:sym typeface="+mn-ea"/>
              </a:rPr>
              <a:t>段式和</a:t>
            </a:r>
            <a:r>
              <a:rPr lang="zh-CN" altLang="en-US" sz="4000" b="1" strike="noStrike" noProof="1">
                <a:solidFill>
                  <a:srgbClr val="663300"/>
                </a:solidFill>
                <a:latin typeface="Arial" panose="02080604020202020204" pitchFamily="34" charset="0"/>
                <a:ea typeface="宋体" panose="02010600030101010101" pitchFamily="2" charset="-122"/>
                <a:cs typeface="+mn-ea"/>
              </a:rPr>
              <a:t>段页式存储管理</a:t>
            </a:r>
            <a:endParaRPr lang="zh-CN" altLang="en-US" sz="4000" b="1" strike="noStrike" noProof="1">
              <a:solidFill>
                <a:srgbClr val="6633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endParaRPr lang="zh-CN" altLang="en-US" sz="4400" b="1" strike="noStrike" noProof="1">
              <a:solidFill>
                <a:schemeClr val="tx2"/>
              </a:solidFill>
              <a:ea typeface="宋体" panose="02010600030101010101" pitchFamily="2" charset="-122"/>
            </a:endParaRPr>
          </a:p>
        </p:txBody>
      </p:sp>
      <p:graphicFrame>
        <p:nvGraphicFramePr>
          <p:cNvPr id="108546" name="内容占位符 74754"/>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84" name="" r:id="rId2" imgW="838200" imgH="647700" progId="Paint.Picture">
                  <p:embed/>
                </p:oleObj>
              </mc:Choice>
              <mc:Fallback>
                <p:oleObj name="" r:id="rId2" imgW="838200" imgH="647700" progId="Paint.Picture">
                  <p:embed/>
                  <p:pic>
                    <p:nvPicPr>
                      <p:cNvPr id="0" name="图片 3083"/>
                      <p:cNvPicPr/>
                      <p:nvPr/>
                    </p:nvPicPr>
                    <p:blipFill>
                      <a:blip r:embed="rId3"/>
                      <a:stretch>
                        <a:fillRect/>
                      </a:stretch>
                    </p:blipFill>
                    <p:spPr>
                      <a:xfrm>
                        <a:off x="0" y="0"/>
                        <a:ext cx="838200" cy="517525"/>
                      </a:xfrm>
                      <a:prstGeom prst="rect">
                        <a:avLst/>
                      </a:prstGeom>
                      <a:noFill/>
                      <a:ln w="38100"/>
                    </p:spPr>
                  </p:pic>
                </p:oleObj>
              </mc:Fallback>
            </mc:AlternateContent>
          </a:graphicData>
        </a:graphic>
      </p:graphicFrame>
      <p:sp>
        <p:nvSpPr>
          <p:cNvPr id="74756" name="矩形 74755"/>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段页式存储管理</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4754" grpId="0" build="p"/>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9" name="矩形 75778"/>
          <p:cNvSpPr/>
          <p:nvPr/>
        </p:nvSpPr>
        <p:spPr>
          <a:xfrm>
            <a:off x="185738" y="487363"/>
            <a:ext cx="8767763" cy="3338513"/>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10000"/>
              </a:lnSpc>
              <a:spcBef>
                <a:spcPct val="20000"/>
              </a:spcBef>
              <a:buNone/>
            </a:pPr>
            <a:r>
              <a:rPr lang="en-US" altLang="zh-CN" b="1" strike="noStrike" noProof="1">
                <a:solidFill>
                  <a:srgbClr val="990000"/>
                </a:solidFill>
                <a:latin typeface="Times New Roman" panose="02020603050405020304" charset="0"/>
                <a:ea typeface="宋体" panose="02010600030101010101" pitchFamily="2" charset="-122"/>
                <a:cs typeface="+mn-ea"/>
              </a:rPr>
              <a:t>1.  </a:t>
            </a:r>
            <a:r>
              <a:rPr lang="zh-CN" altLang="en-US" b="1" strike="noStrike" noProof="1">
                <a:solidFill>
                  <a:srgbClr val="990000"/>
                </a:solidFill>
                <a:latin typeface="Times New Roman" panose="02020603050405020304" charset="0"/>
                <a:ea typeface="宋体" panose="02010600030101010101" pitchFamily="2" charset="-122"/>
                <a:cs typeface="+mn-ea"/>
              </a:rPr>
              <a:t>段式地址空间</a:t>
            </a:r>
            <a:endParaRPr lang="zh-CN" altLang="en-US" b="1" strike="noStrike" noProof="1">
              <a:solidFill>
                <a:srgbClr val="990000"/>
              </a:solidFill>
              <a:latin typeface="Times New Roman" panose="02020603050405020304" charset="0"/>
              <a:ea typeface="宋体" panose="02010600030101010101" pitchFamily="2" charset="-122"/>
            </a:endParaRPr>
          </a:p>
          <a:p>
            <a:pPr marL="533400" lvl="0" indent="-533400" fontAlgn="base">
              <a:lnSpc>
                <a:spcPct val="110000"/>
              </a:lnSpc>
              <a:spcBef>
                <a:spcPct val="20000"/>
              </a:spcBef>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什么是段</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10000"/>
              </a:lnSpc>
              <a:spcBef>
                <a:spcPct val="20000"/>
              </a:spcBef>
              <a:buNone/>
            </a:pPr>
            <a:r>
              <a:rPr lang="zh-CN" altLang="en-US" sz="2000" strike="noStrike" noProof="1">
                <a:solidFill>
                  <a:schemeClr val="tx1"/>
                </a:solidFill>
                <a:latin typeface="Times New Roman" panose="02020603050405020304" charset="0"/>
                <a:ea typeface="宋体" panose="02010600030101010101" pitchFamily="2" charset="-122"/>
                <a:cs typeface="+mn-ea"/>
              </a:rPr>
              <a:t>                分段是程序中自然划分的一组逻辑意义完整的信息集合。</a:t>
            </a:r>
            <a:endParaRPr lang="zh-CN" altLang="en-US" sz="20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10000"/>
              </a:lnSpc>
              <a:spcBef>
                <a:spcPct val="20000"/>
              </a:spcBef>
              <a:buNone/>
            </a:pPr>
            <a:r>
              <a:rPr lang="zh-CN" altLang="en-US" sz="2000" strike="noStrike" noProof="1">
                <a:solidFill>
                  <a:schemeClr val="tx1"/>
                </a:solidFill>
                <a:latin typeface="Times New Roman" panose="02020603050405020304" charset="0"/>
                <a:ea typeface="宋体" panose="02010600030101010101" pitchFamily="2" charset="-122"/>
                <a:cs typeface="+mn-ea"/>
              </a:rPr>
              <a:t>                分段的例：代码分段、数据分段、栈段页。</a:t>
            </a:r>
            <a:endParaRPr lang="zh-CN" altLang="en-US" sz="20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10000"/>
              </a:lnSpc>
              <a:spcBef>
                <a:spcPct val="20000"/>
              </a:spcBef>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(2) </a:t>
            </a:r>
            <a:r>
              <a:rPr lang="zh-CN" altLang="en-US" sz="2800" b="1" strike="noStrike" noProof="1">
                <a:solidFill>
                  <a:srgbClr val="A50021"/>
                </a:solidFill>
                <a:latin typeface="Times New Roman" panose="02020603050405020304" charset="0"/>
                <a:ea typeface="宋体" panose="02010600030101010101" pitchFamily="2" charset="-122"/>
                <a:cs typeface="+mn-ea"/>
              </a:rPr>
              <a:t>程序地址空间</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1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a:t>
            </a:r>
            <a:r>
              <a:rPr lang="zh-CN" altLang="en-US" sz="2000" strike="noStrike" noProof="1">
                <a:solidFill>
                  <a:schemeClr val="tx1"/>
                </a:solidFill>
                <a:latin typeface="Times New Roman" panose="02020603050405020304" charset="0"/>
                <a:ea typeface="宋体" panose="02010600030101010101" pitchFamily="2" charset="-122"/>
                <a:cs typeface="+mn-ea"/>
              </a:rPr>
              <a:t>由若干个逻辑分段组成，每个分段有自己的名字，对于一个分段而言，它是一个连续的地址区。</a:t>
            </a:r>
            <a:endParaRPr lang="zh-CN" altLang="en-US" sz="2000" strike="noStrike" noProof="1">
              <a:solidFill>
                <a:schemeClr val="tx1"/>
              </a:solidFill>
              <a:latin typeface="Times New Roman" panose="02020603050405020304" charset="0"/>
              <a:ea typeface="宋体" panose="02010600030101010101" pitchFamily="2" charset="-122"/>
            </a:endParaRPr>
          </a:p>
        </p:txBody>
      </p:sp>
      <p:sp>
        <p:nvSpPr>
          <p:cNvPr id="75780" name="矩形 75779"/>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段页式存储管理</a:t>
            </a:r>
            <a:endParaRPr lang="zh-CN" altLang="en-US" sz="2400" strike="noStrike" noProof="1">
              <a:ea typeface="宋体" panose="02010600030101010101" pitchFamily="2" charset="-122"/>
            </a:endParaRPr>
          </a:p>
        </p:txBody>
      </p:sp>
      <p:grpSp>
        <p:nvGrpSpPr>
          <p:cNvPr id="75781" name="组合 75780"/>
          <p:cNvGrpSpPr/>
          <p:nvPr/>
        </p:nvGrpSpPr>
        <p:grpSpPr>
          <a:xfrm>
            <a:off x="938213" y="3871913"/>
            <a:ext cx="6415087" cy="2530475"/>
            <a:chOff x="0" y="0"/>
            <a:chExt cx="4041" cy="1594"/>
          </a:xfrm>
        </p:grpSpPr>
        <p:sp>
          <p:nvSpPr>
            <p:cNvPr id="75782" name="矩形 75781"/>
            <p:cNvSpPr/>
            <p:nvPr/>
          </p:nvSpPr>
          <p:spPr>
            <a:xfrm>
              <a:off x="453" y="296"/>
              <a:ext cx="797" cy="1073"/>
            </a:xfrm>
            <a:prstGeom prst="rect">
              <a:avLst/>
            </a:prstGeom>
            <a:noFill/>
            <a:ln w="12700" cap="flat" cmpd="sng">
              <a:solidFill>
                <a:srgbClr val="000000"/>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109574" name="文本框 75782"/>
            <p:cNvSpPr txBox="1"/>
            <p:nvPr/>
          </p:nvSpPr>
          <p:spPr>
            <a:xfrm>
              <a:off x="213" y="40"/>
              <a:ext cx="1009" cy="211"/>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code_addr</a:t>
              </a:r>
              <a:endParaRPr lang="en-US" altLang="zh-CN" sz="1600">
                <a:solidFill>
                  <a:schemeClr val="tx1"/>
                </a:solidFill>
                <a:latin typeface="Times New Roman" panose="02020603050405020304" charset="0"/>
                <a:ea typeface="宋体" panose="02010600030101010101" pitchFamily="2" charset="-122"/>
              </a:endParaRPr>
            </a:p>
          </p:txBody>
        </p:sp>
        <p:sp>
          <p:nvSpPr>
            <p:cNvPr id="109575" name="文本框 75783"/>
            <p:cNvSpPr txBox="1"/>
            <p:nvPr/>
          </p:nvSpPr>
          <p:spPr>
            <a:xfrm>
              <a:off x="0" y="1245"/>
              <a:ext cx="726" cy="212"/>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4KB-1</a:t>
              </a:r>
              <a:endParaRPr lang="en-US" altLang="zh-CN" sz="1600">
                <a:solidFill>
                  <a:schemeClr val="tx1"/>
                </a:solidFill>
                <a:latin typeface="Times New Roman" panose="02020603050405020304" charset="0"/>
                <a:ea typeface="宋体" panose="02010600030101010101" pitchFamily="2" charset="-122"/>
              </a:endParaRPr>
            </a:p>
          </p:txBody>
        </p:sp>
        <p:sp>
          <p:nvSpPr>
            <p:cNvPr id="109576" name="文本框 75784"/>
            <p:cNvSpPr txBox="1"/>
            <p:nvPr/>
          </p:nvSpPr>
          <p:spPr>
            <a:xfrm>
              <a:off x="306" y="208"/>
              <a:ext cx="160"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109577" name="文本框 75785"/>
            <p:cNvSpPr txBox="1"/>
            <p:nvPr/>
          </p:nvSpPr>
          <p:spPr>
            <a:xfrm>
              <a:off x="545" y="1382"/>
              <a:ext cx="638"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代码分段</a:t>
              </a:r>
              <a:endParaRPr lang="zh-CN" altLang="en-US" sz="1600">
                <a:solidFill>
                  <a:schemeClr val="tx1"/>
                </a:solidFill>
                <a:latin typeface="Times New Roman" panose="02020603050405020304" charset="0"/>
                <a:ea typeface="宋体" panose="02010600030101010101" pitchFamily="2" charset="-122"/>
              </a:endParaRPr>
            </a:p>
          </p:txBody>
        </p:sp>
        <p:sp>
          <p:nvSpPr>
            <p:cNvPr id="75787" name="矩形 75786"/>
            <p:cNvSpPr/>
            <p:nvPr/>
          </p:nvSpPr>
          <p:spPr>
            <a:xfrm>
              <a:off x="1808" y="256"/>
              <a:ext cx="798" cy="795"/>
            </a:xfrm>
            <a:prstGeom prst="rect">
              <a:avLst/>
            </a:prstGeom>
            <a:noFill/>
            <a:ln w="12700" cap="flat" cmpd="sng">
              <a:solidFill>
                <a:srgbClr val="000000"/>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109579" name="文本框 75787"/>
            <p:cNvSpPr txBox="1"/>
            <p:nvPr/>
          </p:nvSpPr>
          <p:spPr>
            <a:xfrm>
              <a:off x="1569" y="0"/>
              <a:ext cx="1058" cy="211"/>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data_addr</a:t>
              </a:r>
              <a:endParaRPr lang="en-US" altLang="zh-CN" sz="1600">
                <a:solidFill>
                  <a:schemeClr val="tx1"/>
                </a:solidFill>
                <a:latin typeface="Times New Roman" panose="02020603050405020304" charset="0"/>
                <a:ea typeface="宋体" panose="02010600030101010101" pitchFamily="2" charset="-122"/>
              </a:endParaRPr>
            </a:p>
          </p:txBody>
        </p:sp>
        <p:sp>
          <p:nvSpPr>
            <p:cNvPr id="109580" name="文本框 75788"/>
            <p:cNvSpPr txBox="1"/>
            <p:nvPr/>
          </p:nvSpPr>
          <p:spPr>
            <a:xfrm>
              <a:off x="1356" y="936"/>
              <a:ext cx="761" cy="212"/>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3KB-1</a:t>
              </a:r>
              <a:endParaRPr lang="en-US" altLang="zh-CN" sz="1600">
                <a:solidFill>
                  <a:schemeClr val="tx1"/>
                </a:solidFill>
                <a:latin typeface="Times New Roman" panose="02020603050405020304" charset="0"/>
                <a:ea typeface="宋体" panose="02010600030101010101" pitchFamily="2" charset="-122"/>
              </a:endParaRPr>
            </a:p>
          </p:txBody>
        </p:sp>
        <p:sp>
          <p:nvSpPr>
            <p:cNvPr id="109581" name="文本框 75789"/>
            <p:cNvSpPr txBox="1"/>
            <p:nvPr/>
          </p:nvSpPr>
          <p:spPr>
            <a:xfrm>
              <a:off x="1662" y="177"/>
              <a:ext cx="159"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109582" name="文本框 75790"/>
            <p:cNvSpPr txBox="1"/>
            <p:nvPr/>
          </p:nvSpPr>
          <p:spPr>
            <a:xfrm>
              <a:off x="1928" y="1091"/>
              <a:ext cx="638"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数据分段</a:t>
              </a:r>
              <a:endParaRPr lang="zh-CN" altLang="en-US" sz="1600">
                <a:solidFill>
                  <a:schemeClr val="tx1"/>
                </a:solidFill>
                <a:latin typeface="Times New Roman" panose="02020603050405020304" charset="0"/>
                <a:ea typeface="宋体" panose="02010600030101010101" pitchFamily="2" charset="-122"/>
              </a:endParaRPr>
            </a:p>
          </p:txBody>
        </p:sp>
        <p:sp>
          <p:nvSpPr>
            <p:cNvPr id="75792" name="矩形 75791"/>
            <p:cNvSpPr/>
            <p:nvPr/>
          </p:nvSpPr>
          <p:spPr>
            <a:xfrm>
              <a:off x="3244" y="256"/>
              <a:ext cx="797" cy="438"/>
            </a:xfrm>
            <a:prstGeom prst="rect">
              <a:avLst/>
            </a:prstGeom>
            <a:noFill/>
            <a:ln w="12700" cap="flat" cmpd="sng">
              <a:solidFill>
                <a:srgbClr val="000000"/>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109584" name="文本框 75792"/>
            <p:cNvSpPr txBox="1"/>
            <p:nvPr/>
          </p:nvSpPr>
          <p:spPr>
            <a:xfrm>
              <a:off x="3004" y="18"/>
              <a:ext cx="975" cy="211"/>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stack_addr</a:t>
              </a:r>
              <a:endParaRPr lang="en-US" altLang="zh-CN" sz="1600">
                <a:solidFill>
                  <a:schemeClr val="tx1"/>
                </a:solidFill>
                <a:latin typeface="Times New Roman" panose="02020603050405020304" charset="0"/>
                <a:ea typeface="宋体" panose="02010600030101010101" pitchFamily="2" charset="-122"/>
              </a:endParaRPr>
            </a:p>
          </p:txBody>
        </p:sp>
        <p:sp>
          <p:nvSpPr>
            <p:cNvPr id="109585" name="文本框 75793"/>
            <p:cNvSpPr txBox="1"/>
            <p:nvPr/>
          </p:nvSpPr>
          <p:spPr>
            <a:xfrm>
              <a:off x="2782" y="578"/>
              <a:ext cx="690" cy="212"/>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2KB-1</a:t>
              </a:r>
              <a:endParaRPr lang="en-US" altLang="zh-CN" sz="1600">
                <a:solidFill>
                  <a:schemeClr val="tx1"/>
                </a:solidFill>
                <a:latin typeface="Times New Roman" panose="02020603050405020304" charset="0"/>
                <a:ea typeface="宋体" panose="02010600030101010101" pitchFamily="2" charset="-122"/>
              </a:endParaRPr>
            </a:p>
          </p:txBody>
        </p:sp>
        <p:sp>
          <p:nvSpPr>
            <p:cNvPr id="109586" name="文本框 75794"/>
            <p:cNvSpPr txBox="1"/>
            <p:nvPr/>
          </p:nvSpPr>
          <p:spPr>
            <a:xfrm>
              <a:off x="3097" y="177"/>
              <a:ext cx="159"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109587" name="文本框 75795"/>
            <p:cNvSpPr txBox="1"/>
            <p:nvPr/>
          </p:nvSpPr>
          <p:spPr>
            <a:xfrm>
              <a:off x="3443" y="733"/>
              <a:ext cx="439"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栈段</a:t>
              </a:r>
              <a:endParaRPr lang="zh-CN" altLang="en-US" sz="1600">
                <a:solidFill>
                  <a:schemeClr val="tx1"/>
                </a:solidFill>
                <a:latin typeface="Times New Roman" panose="02020603050405020304" charset="0"/>
                <a:ea typeface="宋体" panose="02010600030101010101" pitchFamily="2" charset="-122"/>
              </a:endParaRPr>
            </a:p>
          </p:txBody>
        </p:sp>
      </p:grpSp>
      <p:sp>
        <p:nvSpPr>
          <p:cNvPr id="75797" name="文本框 75796"/>
          <p:cNvSpPr txBox="1"/>
          <p:nvPr/>
        </p:nvSpPr>
        <p:spPr>
          <a:xfrm>
            <a:off x="3663950" y="6221413"/>
            <a:ext cx="3390900" cy="336550"/>
          </a:xfrm>
          <a:prstGeom prst="rect">
            <a:avLst/>
          </a:prstGeom>
          <a:noFill/>
          <a:ln w="9525">
            <a:noFill/>
            <a:miter/>
          </a:ln>
        </p:spPr>
        <p:txBody>
          <a:bodyPr anchor="t">
            <a:spAutoFit/>
          </a:bodyPr>
          <a:p>
            <a:pPr lvl="0">
              <a:spcBef>
                <a:spcPct val="30000"/>
              </a:spcBef>
            </a:pPr>
            <a:r>
              <a:rPr lang="zh-CN" altLang="en-US" sz="1600" b="0">
                <a:solidFill>
                  <a:schemeClr val="tx1"/>
                </a:solidFill>
                <a:latin typeface="Times New Roman" panose="02020603050405020304" charset="0"/>
                <a:ea typeface="宋体" panose="02010600030101010101" pitchFamily="2" charset="-122"/>
              </a:rPr>
              <a:t>具有段式地址结构的程序地址空间</a:t>
            </a:r>
            <a:endParaRPr lang="zh-CN" altLang="en-US" sz="1600" b="0">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5779" grpId="0" uiExpand="1" build="p"/>
      <p:bldP spid="75797"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3" name="矩形 76802"/>
          <p:cNvSpPr/>
          <p:nvPr/>
        </p:nvSpPr>
        <p:spPr>
          <a:xfrm>
            <a:off x="230188" y="558800"/>
            <a:ext cx="5776913" cy="60483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800" b="1" strike="noStrike" noProof="1">
                <a:solidFill>
                  <a:srgbClr val="A50021"/>
                </a:solidFill>
                <a:latin typeface="Times New Roman" panose="02020603050405020304" charset="0"/>
                <a:ea typeface="宋体" panose="02010600030101010101" pitchFamily="2" charset="-122"/>
                <a:cs typeface="+mn-ea"/>
              </a:rPr>
              <a:t>(3) </a:t>
            </a:r>
            <a:r>
              <a:rPr lang="zh-CN" altLang="en-US" sz="2800" b="1" strike="noStrike" noProof="1">
                <a:solidFill>
                  <a:srgbClr val="A50021"/>
                </a:solidFill>
                <a:latin typeface="Times New Roman" panose="02020603050405020304" charset="0"/>
                <a:ea typeface="宋体" panose="02010600030101010101" pitchFamily="2" charset="-122"/>
                <a:cs typeface="+mn-ea"/>
              </a:rPr>
              <a:t>段式地址结构</a:t>
            </a:r>
            <a:r>
              <a:rPr lang="zh-CN" altLang="en-US" sz="2000" strike="noStrike" noProof="1">
                <a:solidFill>
                  <a:schemeClr val="tx1"/>
                </a:solidFill>
                <a:latin typeface="Times New Roman" panose="02020603050405020304" charset="0"/>
                <a:ea typeface="宋体" panose="02010600030101010101" pitchFamily="2" charset="-122"/>
                <a:cs typeface="+mn-ea"/>
              </a:rPr>
              <a:t>        </a:t>
            </a:r>
            <a:endParaRPr lang="zh-CN" altLang="en-US" sz="2000" strike="noStrike" noProof="1">
              <a:solidFill>
                <a:schemeClr val="tx1"/>
              </a:solidFill>
              <a:latin typeface="Times New Roman" panose="02020603050405020304" charset="0"/>
              <a:ea typeface="宋体" panose="02010600030101010101" pitchFamily="2" charset="-122"/>
            </a:endParaRPr>
          </a:p>
        </p:txBody>
      </p:sp>
      <p:grpSp>
        <p:nvGrpSpPr>
          <p:cNvPr id="76804" name="组合 76803"/>
          <p:cNvGrpSpPr/>
          <p:nvPr/>
        </p:nvGrpSpPr>
        <p:grpSpPr>
          <a:xfrm>
            <a:off x="1035050" y="1257300"/>
            <a:ext cx="3897313" cy="433388"/>
            <a:chOff x="0" y="0"/>
            <a:chExt cx="3360" cy="410"/>
          </a:xfrm>
        </p:grpSpPr>
        <p:sp>
          <p:nvSpPr>
            <p:cNvPr id="110596" name="文本框 76804"/>
            <p:cNvSpPr txBox="1"/>
            <p:nvPr/>
          </p:nvSpPr>
          <p:spPr>
            <a:xfrm>
              <a:off x="0" y="0"/>
              <a:ext cx="3360" cy="402"/>
            </a:xfrm>
            <a:prstGeom prst="rect">
              <a:avLst/>
            </a:prstGeom>
            <a:noFill/>
            <a:ln w="12700" cap="flat" cmpd="sng">
              <a:solidFill>
                <a:srgbClr val="000000"/>
              </a:solidFill>
              <a:prstDash val="solid"/>
              <a:miter/>
              <a:headEnd type="none" w="med" len="med"/>
              <a:tailEnd type="none" w="med" len="med"/>
            </a:ln>
          </p:spPr>
          <p:txBody>
            <a:bodyPr anchor="t"/>
            <a:p>
              <a:pPr lvl="0" algn="just">
                <a:lnSpc>
                  <a:spcPct val="140000"/>
                </a:lnSpc>
                <a:spcBef>
                  <a:spcPct val="30000"/>
                </a:spcBef>
              </a:pPr>
              <a:r>
                <a:rPr lang="zh-CN" altLang="en-US" sz="1600">
                  <a:solidFill>
                    <a:schemeClr val="tx1"/>
                  </a:solidFill>
                  <a:latin typeface="Times New Roman" panose="02020603050405020304" charset="0"/>
                  <a:ea typeface="宋体" panose="02010600030101010101" pitchFamily="2" charset="-122"/>
                </a:rPr>
                <a:t>   段 号 </a:t>
              </a:r>
              <a:r>
                <a:rPr lang="en-US" altLang="zh-CN" sz="1600">
                  <a:solidFill>
                    <a:schemeClr val="tx1"/>
                  </a:solidFill>
                  <a:latin typeface="Times New Roman" panose="02020603050405020304" charset="0"/>
                  <a:ea typeface="宋体" panose="02010600030101010101" pitchFamily="2" charset="-122"/>
                </a:rPr>
                <a:t>s                 </a:t>
              </a:r>
              <a:r>
                <a:rPr lang="zh-CN" altLang="en-US" sz="1600">
                  <a:solidFill>
                    <a:schemeClr val="tx1"/>
                  </a:solidFill>
                  <a:latin typeface="Times New Roman" panose="02020603050405020304" charset="0"/>
                  <a:ea typeface="宋体" panose="02010600030101010101" pitchFamily="2" charset="-122"/>
                </a:rPr>
                <a:t>段 内 位 移 </a:t>
              </a:r>
              <a:r>
                <a:rPr lang="en-US" altLang="zh-CN" sz="1600">
                  <a:solidFill>
                    <a:schemeClr val="tx1"/>
                  </a:solidFill>
                  <a:latin typeface="Times New Roman" panose="02020603050405020304" charset="0"/>
                  <a:ea typeface="宋体" panose="02010600030101010101" pitchFamily="2" charset="-122"/>
                </a:rPr>
                <a:t>w</a:t>
              </a:r>
              <a:endParaRPr lang="en-US" altLang="zh-CN" sz="1600">
                <a:solidFill>
                  <a:schemeClr val="tx1"/>
                </a:solidFill>
                <a:latin typeface="Times New Roman" panose="02020603050405020304" charset="0"/>
                <a:ea typeface="宋体" panose="02010600030101010101" pitchFamily="2" charset="-122"/>
              </a:endParaRPr>
            </a:p>
          </p:txBody>
        </p:sp>
        <p:sp>
          <p:nvSpPr>
            <p:cNvPr id="110597" name="直接连接符 76805"/>
            <p:cNvSpPr/>
            <p:nvPr/>
          </p:nvSpPr>
          <p:spPr>
            <a:xfrm>
              <a:off x="1104" y="0"/>
              <a:ext cx="0" cy="41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76807" name="矩形 76806"/>
          <p:cNvSpPr/>
          <p:nvPr/>
        </p:nvSpPr>
        <p:spPr>
          <a:xfrm>
            <a:off x="187325" y="2333625"/>
            <a:ext cx="3638550" cy="67627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b="1" strike="noStrike" noProof="1">
                <a:solidFill>
                  <a:srgbClr val="990000"/>
                </a:solidFill>
                <a:latin typeface="Times New Roman" panose="02020603050405020304" charset="0"/>
                <a:ea typeface="宋体" panose="02010600030101010101" pitchFamily="2" charset="-122"/>
                <a:cs typeface="+mn-ea"/>
              </a:rPr>
              <a:t>2.  </a:t>
            </a:r>
            <a:r>
              <a:rPr lang="zh-CN" altLang="en-US" b="1" strike="noStrike" noProof="1">
                <a:solidFill>
                  <a:srgbClr val="990000"/>
                </a:solidFill>
                <a:latin typeface="Times New Roman" panose="02020603050405020304" charset="0"/>
                <a:ea typeface="宋体" panose="02010600030101010101" pitchFamily="2" charset="-122"/>
                <a:cs typeface="+mn-ea"/>
              </a:rPr>
              <a:t>段式地址变换</a:t>
            </a:r>
            <a:endParaRPr lang="zh-CN" altLang="en-US" b="1" strike="noStrike" noProof="1">
              <a:solidFill>
                <a:srgbClr val="990000"/>
              </a:solidFill>
              <a:latin typeface="Times New Roman" panose="02020603050405020304" charset="0"/>
              <a:ea typeface="宋体" panose="02010600030101010101" pitchFamily="2" charset="-122"/>
            </a:endParaRPr>
          </a:p>
        </p:txBody>
      </p:sp>
      <p:grpSp>
        <p:nvGrpSpPr>
          <p:cNvPr id="76808" name="组合 76807"/>
          <p:cNvGrpSpPr/>
          <p:nvPr/>
        </p:nvGrpSpPr>
        <p:grpSpPr>
          <a:xfrm>
            <a:off x="4030663" y="1903413"/>
            <a:ext cx="4884737" cy="2747962"/>
            <a:chOff x="0" y="0"/>
            <a:chExt cx="3077" cy="1731"/>
          </a:xfrm>
        </p:grpSpPr>
        <p:sp>
          <p:nvSpPr>
            <p:cNvPr id="110600" name="文本框 76808"/>
            <p:cNvSpPr txBox="1"/>
            <p:nvPr/>
          </p:nvSpPr>
          <p:spPr>
            <a:xfrm>
              <a:off x="660" y="823"/>
              <a:ext cx="821" cy="908"/>
            </a:xfrm>
            <a:prstGeom prst="rect">
              <a:avLst/>
            </a:prstGeom>
            <a:solidFill>
              <a:srgbClr val="FFFF99"/>
            </a:solidFill>
            <a:ln w="25400" cap="flat" cmpd="sng">
              <a:solidFill>
                <a:srgbClr val="000000"/>
              </a:solidFill>
              <a:prstDash val="solid"/>
              <a:miter/>
              <a:headEnd type="none" w="med" len="med"/>
              <a:tailEnd type="none" w="med" len="med"/>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endParaRPr lang="zh-CN" altLang="en-US" sz="1600">
                <a:solidFill>
                  <a:schemeClr val="tx1"/>
                </a:solidFill>
                <a:latin typeface="Times New Roman" panose="02020603050405020304" charset="0"/>
                <a:ea typeface="宋体" panose="02010600030101010101" pitchFamily="2" charset="-122"/>
              </a:endParaRPr>
            </a:p>
            <a:p>
              <a:pPr lvl="0" algn="just"/>
              <a:r>
                <a:rPr lang="x-none" altLang="en-US" sz="1600" b="0">
                  <a:solidFill>
                    <a:schemeClr val="tx1"/>
                  </a:solidFill>
                  <a:latin typeface="Times New Roman" panose="02020603050405020304" charset="0"/>
                  <a:ea typeface="宋体" panose="02010600030101010101" pitchFamily="2" charset="-122"/>
                </a:rPr>
                <a:t>  </a:t>
              </a:r>
              <a:r>
                <a:rPr lang="en-US" altLang="x-none" sz="1600" b="0">
                  <a:solidFill>
                    <a:schemeClr val="tx1"/>
                  </a:solidFill>
                  <a:latin typeface="Times New Roman" panose="02020603050405020304" charset="0"/>
                  <a:ea typeface="宋体" panose="02010600030101010101" pitchFamily="2" charset="-122"/>
                </a:rPr>
                <a:t> </a:t>
              </a:r>
              <a:r>
                <a:rPr lang="x-none" altLang="en-US" sz="1600" b="0">
                  <a:solidFill>
                    <a:schemeClr val="tx1"/>
                  </a:solidFill>
                  <a:latin typeface="Times New Roman" panose="02020603050405020304" charset="0"/>
                  <a:ea typeface="宋体" panose="02010600030101010101" pitchFamily="2" charset="-122"/>
                </a:rPr>
                <a:t>    </a:t>
              </a:r>
              <a:r>
                <a:rPr lang="en-US" altLang="x-none" sz="1600" b="0">
                  <a:solidFill>
                    <a:schemeClr val="tx1"/>
                  </a:solidFill>
                  <a:latin typeface="Times New Roman" panose="02020603050405020304" charset="0"/>
                  <a:ea typeface="宋体" panose="02010600030101010101" pitchFamily="2" charset="-122"/>
                </a:rPr>
                <a:t> </a:t>
              </a:r>
              <a:r>
                <a:rPr lang="x-none" altLang="en-US" sz="1600" b="0">
                  <a:solidFill>
                    <a:schemeClr val="tx1"/>
                  </a:solidFill>
                  <a:latin typeface="Times New Roman" panose="02020603050405020304" charset="0"/>
                  <a:ea typeface="宋体" panose="02010600030101010101" pitchFamily="2" charset="-122"/>
                </a:rPr>
                <a:t> </a:t>
              </a:r>
              <a:r>
                <a:rPr lang="en-US" altLang="zh-CN" sz="1600" b="0">
                  <a:solidFill>
                    <a:schemeClr val="tx1"/>
                  </a:solidFill>
                  <a:latin typeface="Times New Roman" panose="02020603050405020304" charset="0"/>
                  <a:ea typeface="宋体" panose="02010600030101010101" pitchFamily="2" charset="-122"/>
                </a:rPr>
                <a:t>L      B</a:t>
              </a:r>
              <a:endParaRPr lang="en-US" altLang="zh-CN" sz="1600" b="0">
                <a:solidFill>
                  <a:schemeClr val="tx1"/>
                </a:solidFill>
                <a:latin typeface="Times New Roman" panose="02020603050405020304" charset="0"/>
                <a:ea typeface="宋体" panose="02010600030101010101" pitchFamily="2" charset="-122"/>
              </a:endParaRPr>
            </a:p>
          </p:txBody>
        </p:sp>
        <p:sp>
          <p:nvSpPr>
            <p:cNvPr id="76810" name="流程图: 文档 76809"/>
            <p:cNvSpPr/>
            <p:nvPr/>
          </p:nvSpPr>
          <p:spPr>
            <a:xfrm>
              <a:off x="1913" y="680"/>
              <a:ext cx="747" cy="1051"/>
            </a:xfrm>
            <a:prstGeom prst="flowChartDocument">
              <a:avLst/>
            </a:prstGeom>
            <a:solidFill>
              <a:srgbClr val="CCFF99"/>
            </a:solidFill>
            <a:ln w="254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110602" name="文本框 76810"/>
            <p:cNvSpPr txBox="1"/>
            <p:nvPr/>
          </p:nvSpPr>
          <p:spPr>
            <a:xfrm>
              <a:off x="66" y="250"/>
              <a:ext cx="720" cy="239"/>
            </a:xfrm>
            <a:prstGeom prst="rect">
              <a:avLst/>
            </a:prstGeom>
            <a:solidFill>
              <a:srgbClr val="FFCCCC"/>
            </a:solidFill>
            <a:ln w="25400" cap="flat" cmpd="sng">
              <a:solidFill>
                <a:srgbClr val="000000"/>
              </a:solidFill>
              <a:prstDash val="solid"/>
              <a:miter/>
              <a:headEnd type="none" w="med" len="med"/>
              <a:tailEnd type="none" w="med" len="med"/>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 s         w</a:t>
              </a:r>
              <a:endParaRPr lang="en-US" altLang="zh-CN" sz="1600">
                <a:solidFill>
                  <a:schemeClr val="tx1"/>
                </a:solidFill>
                <a:latin typeface="Times New Roman" panose="02020603050405020304" charset="0"/>
                <a:ea typeface="宋体" panose="02010600030101010101" pitchFamily="2" charset="-122"/>
              </a:endParaRPr>
            </a:p>
          </p:txBody>
        </p:sp>
        <p:sp>
          <p:nvSpPr>
            <p:cNvPr id="110603" name="直接连接符 76811"/>
            <p:cNvSpPr/>
            <p:nvPr/>
          </p:nvSpPr>
          <p:spPr>
            <a:xfrm>
              <a:off x="2739" y="680"/>
              <a:ext cx="0" cy="262"/>
            </a:xfrm>
            <a:prstGeom prst="line">
              <a:avLst/>
            </a:prstGeom>
            <a:ln w="254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0604" name="文本框 76812"/>
            <p:cNvSpPr txBox="1"/>
            <p:nvPr/>
          </p:nvSpPr>
          <p:spPr>
            <a:xfrm>
              <a:off x="2622" y="899"/>
              <a:ext cx="455" cy="238"/>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B+w</a:t>
              </a:r>
              <a:endParaRPr lang="en-US" altLang="zh-CN" sz="1600">
                <a:solidFill>
                  <a:schemeClr val="tx1"/>
                </a:solidFill>
                <a:latin typeface="Times New Roman" panose="02020603050405020304" charset="0"/>
                <a:ea typeface="宋体" panose="02010600030101010101" pitchFamily="2" charset="-122"/>
              </a:endParaRPr>
            </a:p>
          </p:txBody>
        </p:sp>
        <p:sp>
          <p:nvSpPr>
            <p:cNvPr id="110605" name="直接连接符 76813"/>
            <p:cNvSpPr/>
            <p:nvPr/>
          </p:nvSpPr>
          <p:spPr>
            <a:xfrm>
              <a:off x="1913" y="920"/>
              <a:ext cx="747" cy="0"/>
            </a:xfrm>
            <a:prstGeom prst="line">
              <a:avLst/>
            </a:prstGeom>
            <a:ln w="1905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0606" name="直接连接符 76814"/>
            <p:cNvSpPr/>
            <p:nvPr/>
          </p:nvSpPr>
          <p:spPr>
            <a:xfrm>
              <a:off x="1913" y="1063"/>
              <a:ext cx="747" cy="0"/>
            </a:xfrm>
            <a:prstGeom prst="line">
              <a:avLst/>
            </a:prstGeom>
            <a:ln w="1905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0607" name="直接连接符 76815"/>
            <p:cNvSpPr/>
            <p:nvPr/>
          </p:nvSpPr>
          <p:spPr>
            <a:xfrm>
              <a:off x="656" y="1015"/>
              <a:ext cx="825" cy="0"/>
            </a:xfrm>
            <a:prstGeom prst="line">
              <a:avLst/>
            </a:prstGeom>
            <a:ln w="254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0608" name="直接连接符 76816"/>
            <p:cNvSpPr/>
            <p:nvPr/>
          </p:nvSpPr>
          <p:spPr>
            <a:xfrm>
              <a:off x="656" y="1206"/>
              <a:ext cx="825" cy="0"/>
            </a:xfrm>
            <a:prstGeom prst="line">
              <a:avLst/>
            </a:prstGeom>
            <a:ln w="254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0609" name="直接连接符 76817"/>
            <p:cNvSpPr/>
            <p:nvPr/>
          </p:nvSpPr>
          <p:spPr>
            <a:xfrm>
              <a:off x="892" y="1015"/>
              <a:ext cx="0" cy="191"/>
            </a:xfrm>
            <a:prstGeom prst="line">
              <a:avLst/>
            </a:prstGeom>
            <a:ln w="254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0610" name="直接连接符 76818"/>
            <p:cNvSpPr/>
            <p:nvPr/>
          </p:nvSpPr>
          <p:spPr>
            <a:xfrm>
              <a:off x="1167" y="1015"/>
              <a:ext cx="0" cy="191"/>
            </a:xfrm>
            <a:prstGeom prst="line">
              <a:avLst/>
            </a:prstGeom>
            <a:ln w="254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0611" name="文本框 76819"/>
            <p:cNvSpPr txBox="1"/>
            <p:nvPr/>
          </p:nvSpPr>
          <p:spPr>
            <a:xfrm>
              <a:off x="2032" y="442"/>
              <a:ext cx="549" cy="286"/>
            </a:xfrm>
            <a:prstGeom prst="rect">
              <a:avLst/>
            </a:prstGeom>
            <a:noFill/>
            <a:ln w="9525">
              <a:noFill/>
              <a:miter/>
            </a:ln>
          </p:spPr>
          <p:txBody>
            <a:bodyPr anchor="t"/>
            <a:p>
              <a:pPr lvl="0" algn="just"/>
              <a:r>
                <a:rPr lang="zh-CN" altLang="en-US" sz="1600" b="0">
                  <a:solidFill>
                    <a:schemeClr val="tx1"/>
                  </a:solidFill>
                  <a:latin typeface="Times New Roman" panose="02020603050405020304" charset="0"/>
                  <a:ea typeface="宋体" panose="02010600030101010101" pitchFamily="2" charset="-122"/>
                </a:rPr>
                <a:t>第</a:t>
              </a:r>
              <a:r>
                <a:rPr lang="en-US" altLang="zh-CN" sz="1600" b="0">
                  <a:solidFill>
                    <a:schemeClr val="tx1"/>
                  </a:solidFill>
                  <a:latin typeface="Times New Roman" panose="02020603050405020304" charset="0"/>
                  <a:ea typeface="宋体" panose="02010600030101010101" pitchFamily="2" charset="-122"/>
                </a:rPr>
                <a:t>S</a:t>
              </a:r>
              <a:r>
                <a:rPr lang="zh-CN" altLang="en-US" sz="1600" b="0">
                  <a:solidFill>
                    <a:schemeClr val="tx1"/>
                  </a:solidFill>
                  <a:latin typeface="Times New Roman" panose="02020603050405020304" charset="0"/>
                  <a:ea typeface="宋体" panose="02010600030101010101" pitchFamily="2" charset="-122"/>
                </a:rPr>
                <a:t>段</a:t>
              </a:r>
              <a:endParaRPr lang="zh-CN" altLang="en-US" sz="1600" b="0">
                <a:solidFill>
                  <a:schemeClr val="tx1"/>
                </a:solidFill>
                <a:latin typeface="Times New Roman" panose="02020603050405020304" charset="0"/>
                <a:ea typeface="宋体" panose="02010600030101010101" pitchFamily="2" charset="-122"/>
              </a:endParaRPr>
            </a:p>
          </p:txBody>
        </p:sp>
        <p:sp>
          <p:nvSpPr>
            <p:cNvPr id="110612" name="直接连接符 76820"/>
            <p:cNvSpPr/>
            <p:nvPr/>
          </p:nvSpPr>
          <p:spPr>
            <a:xfrm>
              <a:off x="341" y="250"/>
              <a:ext cx="0" cy="239"/>
            </a:xfrm>
            <a:prstGeom prst="line">
              <a:avLst/>
            </a:prstGeom>
            <a:ln w="254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0613" name="文本框 76821"/>
            <p:cNvSpPr txBox="1"/>
            <p:nvPr/>
          </p:nvSpPr>
          <p:spPr>
            <a:xfrm>
              <a:off x="0" y="0"/>
              <a:ext cx="422" cy="238"/>
            </a:xfrm>
            <a:prstGeom prst="rect">
              <a:avLst/>
            </a:prstGeom>
            <a:noFill/>
            <a:ln w="9525">
              <a:noFill/>
              <a:miter/>
            </a:ln>
          </p:spPr>
          <p:txBody>
            <a:bodyPr anchor="t"/>
            <a:p>
              <a:pPr lvl="0" algn="just"/>
              <a:r>
                <a:rPr lang="zh-CN" altLang="en-US" sz="1600" b="0">
                  <a:solidFill>
                    <a:schemeClr val="tx1"/>
                  </a:solidFill>
                  <a:latin typeface="Times New Roman" panose="02020603050405020304" charset="0"/>
                  <a:ea typeface="宋体" panose="02010600030101010101" pitchFamily="2" charset="-122"/>
                </a:rPr>
                <a:t>段号</a:t>
              </a:r>
              <a:endParaRPr lang="zh-CN" altLang="en-US" sz="1600" b="0">
                <a:solidFill>
                  <a:schemeClr val="tx1"/>
                </a:solidFill>
                <a:latin typeface="Times New Roman" panose="02020603050405020304" charset="0"/>
                <a:ea typeface="宋体" panose="02010600030101010101" pitchFamily="2" charset="-122"/>
              </a:endParaRPr>
            </a:p>
          </p:txBody>
        </p:sp>
        <p:sp>
          <p:nvSpPr>
            <p:cNvPr id="110614" name="文本框 76822"/>
            <p:cNvSpPr txBox="1"/>
            <p:nvPr/>
          </p:nvSpPr>
          <p:spPr>
            <a:xfrm>
              <a:off x="343" y="1"/>
              <a:ext cx="667" cy="286"/>
            </a:xfrm>
            <a:prstGeom prst="rect">
              <a:avLst/>
            </a:prstGeom>
            <a:noFill/>
            <a:ln w="9525">
              <a:noFill/>
              <a:miter/>
            </a:ln>
          </p:spPr>
          <p:txBody>
            <a:bodyPr anchor="t"/>
            <a:p>
              <a:pPr lvl="0" algn="just"/>
              <a:r>
                <a:rPr lang="zh-CN" altLang="en-US" sz="1600" b="0">
                  <a:solidFill>
                    <a:schemeClr val="tx1"/>
                  </a:solidFill>
                  <a:latin typeface="Times New Roman" panose="02020603050405020304" charset="0"/>
                  <a:ea typeface="宋体" panose="02010600030101010101" pitchFamily="2" charset="-122"/>
                </a:rPr>
                <a:t>段内位移</a:t>
              </a:r>
              <a:endParaRPr lang="zh-CN" altLang="en-US" sz="1600" b="0">
                <a:solidFill>
                  <a:schemeClr val="tx1"/>
                </a:solidFill>
                <a:latin typeface="Times New Roman" panose="02020603050405020304" charset="0"/>
                <a:ea typeface="宋体" panose="02010600030101010101" pitchFamily="2" charset="-122"/>
              </a:endParaRPr>
            </a:p>
          </p:txBody>
        </p:sp>
        <p:sp>
          <p:nvSpPr>
            <p:cNvPr id="110615" name="直接连接符 76823"/>
            <p:cNvSpPr/>
            <p:nvPr/>
          </p:nvSpPr>
          <p:spPr>
            <a:xfrm>
              <a:off x="185" y="489"/>
              <a:ext cx="0" cy="528"/>
            </a:xfrm>
            <a:prstGeom prst="line">
              <a:avLst/>
            </a:prstGeom>
            <a:ln w="254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0616" name="直接连接符 76824"/>
            <p:cNvSpPr/>
            <p:nvPr/>
          </p:nvSpPr>
          <p:spPr>
            <a:xfrm>
              <a:off x="185" y="1015"/>
              <a:ext cx="471" cy="0"/>
            </a:xfrm>
            <a:prstGeom prst="line">
              <a:avLst/>
            </a:prstGeom>
            <a:ln w="254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0617" name="直接连接符 76825"/>
            <p:cNvSpPr/>
            <p:nvPr/>
          </p:nvSpPr>
          <p:spPr>
            <a:xfrm>
              <a:off x="1403" y="1110"/>
              <a:ext cx="235" cy="0"/>
            </a:xfrm>
            <a:prstGeom prst="line">
              <a:avLst/>
            </a:prstGeom>
            <a:ln w="254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0618" name="直接连接符 76826"/>
            <p:cNvSpPr/>
            <p:nvPr/>
          </p:nvSpPr>
          <p:spPr>
            <a:xfrm flipV="1">
              <a:off x="1638" y="680"/>
              <a:ext cx="0" cy="430"/>
            </a:xfrm>
            <a:prstGeom prst="line">
              <a:avLst/>
            </a:prstGeom>
            <a:ln w="254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0619" name="直接连接符 76827"/>
            <p:cNvSpPr/>
            <p:nvPr/>
          </p:nvSpPr>
          <p:spPr>
            <a:xfrm>
              <a:off x="1638" y="680"/>
              <a:ext cx="275" cy="0"/>
            </a:xfrm>
            <a:prstGeom prst="line">
              <a:avLst/>
            </a:prstGeom>
            <a:ln w="254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0620" name="文本框 76828"/>
            <p:cNvSpPr txBox="1"/>
            <p:nvPr/>
          </p:nvSpPr>
          <p:spPr>
            <a:xfrm>
              <a:off x="567" y="610"/>
              <a:ext cx="1080" cy="212"/>
            </a:xfrm>
            <a:prstGeom prst="rect">
              <a:avLst/>
            </a:prstGeom>
            <a:noFill/>
            <a:ln w="9525">
              <a:noFill/>
              <a:miter/>
            </a:ln>
          </p:spPr>
          <p:txBody>
            <a:bodyPr anchor="t">
              <a:spAutoFit/>
            </a:bodyPr>
            <a:p>
              <a:pPr lvl="0">
                <a:spcBef>
                  <a:spcPct val="50000"/>
                </a:spcBef>
              </a:pPr>
              <a:r>
                <a:rPr lang="zh-CN" altLang="en-US" sz="1600" b="0">
                  <a:solidFill>
                    <a:schemeClr val="tx1"/>
                  </a:solidFill>
                  <a:latin typeface="Arial" panose="02080604020202020204" pitchFamily="34" charset="0"/>
                  <a:ea typeface="宋体" panose="02010600030101010101" pitchFamily="2" charset="-122"/>
                </a:rPr>
                <a:t>段号  长度  基址</a:t>
              </a:r>
              <a:endParaRPr lang="zh-CN" altLang="en-US" sz="1600" b="0">
                <a:solidFill>
                  <a:schemeClr val="tx1"/>
                </a:solidFill>
                <a:latin typeface="Arial" panose="02080604020202020204" pitchFamily="34" charset="0"/>
                <a:ea typeface="宋体" panose="02010600030101010101" pitchFamily="2" charset="-122"/>
              </a:endParaRPr>
            </a:p>
          </p:txBody>
        </p:sp>
      </p:grpSp>
      <p:sp>
        <p:nvSpPr>
          <p:cNvPr id="76830" name="矩形 76829"/>
          <p:cNvSpPr/>
          <p:nvPr/>
        </p:nvSpPr>
        <p:spPr>
          <a:xfrm>
            <a:off x="406400" y="3048000"/>
            <a:ext cx="4303713" cy="334168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b="1" strike="noStrike" noProof="1">
                <a:solidFill>
                  <a:schemeClr val="tx1"/>
                </a:solidFill>
                <a:latin typeface="Times New Roman" panose="02020603050405020304" charset="0"/>
                <a:ea typeface="宋体" panose="02010600030101010101" pitchFamily="2" charset="-122"/>
                <a:cs typeface="+mn-ea"/>
              </a:rPr>
              <a:t>段式地址步骤</a:t>
            </a:r>
            <a:endParaRPr lang="zh-CN" altLang="en-US" sz="2400" b="1"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10000"/>
              </a:lnSpc>
              <a:spcBef>
                <a:spcPct val="20000"/>
              </a:spcBef>
            </a:pPr>
            <a:r>
              <a:rPr lang="zh-CN" altLang="en-US" sz="2400" strike="noStrike" noProof="1">
                <a:solidFill>
                  <a:schemeClr val="tx1"/>
                </a:solidFill>
                <a:latin typeface="Times New Roman" panose="02020603050405020304" charset="0"/>
                <a:ea typeface="宋体" panose="02010600030101010101" pitchFamily="2" charset="-122"/>
                <a:cs typeface="+mn-cs"/>
              </a:rPr>
              <a:t>取出程序地址</a:t>
            </a:r>
            <a:r>
              <a:rPr lang="en-US" altLang="zh-CN" sz="2400" strike="noStrike" noProof="1">
                <a:solidFill>
                  <a:schemeClr val="tx1"/>
                </a:solidFill>
                <a:latin typeface="Times New Roman" panose="02020603050405020304" charset="0"/>
                <a:ea typeface="宋体" panose="02010600030101010101" pitchFamily="2" charset="-122"/>
                <a:cs typeface="+mn-cs"/>
              </a:rPr>
              <a:t>(s</a:t>
            </a:r>
            <a:r>
              <a:rPr lang="zh-CN" altLang="en-US" sz="2400" strike="noStrike" noProof="1">
                <a:solidFill>
                  <a:schemeClr val="tx1"/>
                </a:solidFill>
                <a:latin typeface="Times New Roman" panose="02020603050405020304" charset="0"/>
                <a:ea typeface="宋体" panose="02010600030101010101" pitchFamily="2" charset="-122"/>
                <a:cs typeface="+mn-cs"/>
              </a:rPr>
              <a:t>，</a:t>
            </a:r>
            <a:r>
              <a:rPr lang="en-US" altLang="zh-CN" sz="2400" strike="noStrike" noProof="1">
                <a:solidFill>
                  <a:schemeClr val="tx1"/>
                </a:solidFill>
                <a:latin typeface="Times New Roman" panose="02020603050405020304" charset="0"/>
                <a:ea typeface="宋体" panose="02010600030101010101" pitchFamily="2" charset="-122"/>
                <a:cs typeface="+mn-cs"/>
              </a:rPr>
              <a:t>w)</a:t>
            </a:r>
            <a:r>
              <a:rPr lang="zh-CN" altLang="en-US" sz="2400" strike="noStrike" noProof="1">
                <a:solidFill>
                  <a:schemeClr val="tx1"/>
                </a:solidFill>
                <a:latin typeface="Times New Roman" panose="02020603050405020304" charset="0"/>
                <a:ea typeface="宋体" panose="02010600030101010101" pitchFamily="2" charset="-122"/>
                <a:cs typeface="+mn-cs"/>
              </a:rPr>
              <a:t>；</a:t>
            </a:r>
            <a:endParaRPr lang="zh-CN" altLang="en-US"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10000"/>
              </a:lnSpc>
              <a:spcBef>
                <a:spcPct val="20000"/>
              </a:spcBef>
            </a:pPr>
            <a:r>
              <a:rPr lang="zh-CN" altLang="en-US" sz="2400" strike="noStrike" noProof="1">
                <a:solidFill>
                  <a:schemeClr val="tx1"/>
                </a:solidFill>
                <a:latin typeface="Times New Roman" panose="02020603050405020304" charset="0"/>
                <a:ea typeface="宋体" panose="02010600030101010101" pitchFamily="2" charset="-122"/>
                <a:cs typeface="+mn-cs"/>
              </a:rPr>
              <a:t>用</a:t>
            </a:r>
            <a:r>
              <a:rPr lang="en-US" altLang="zh-CN" sz="2400" strike="noStrike" noProof="1">
                <a:solidFill>
                  <a:schemeClr val="tx1"/>
                </a:solidFill>
                <a:latin typeface="Times New Roman" panose="02020603050405020304" charset="0"/>
                <a:ea typeface="宋体" panose="02010600030101010101" pitchFamily="2" charset="-122"/>
                <a:cs typeface="+mn-cs"/>
              </a:rPr>
              <a:t>s</a:t>
            </a:r>
            <a:r>
              <a:rPr lang="zh-CN" altLang="en-US" sz="2400" strike="noStrike" noProof="1">
                <a:solidFill>
                  <a:schemeClr val="tx1"/>
                </a:solidFill>
                <a:latin typeface="Times New Roman" panose="02020603050405020304" charset="0"/>
                <a:ea typeface="宋体" panose="02010600030101010101" pitchFamily="2" charset="-122"/>
                <a:cs typeface="+mn-cs"/>
              </a:rPr>
              <a:t>检索段表；</a:t>
            </a:r>
            <a:endParaRPr lang="zh-CN" altLang="en-US"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10000"/>
              </a:lnSpc>
              <a:spcBef>
                <a:spcPct val="20000"/>
              </a:spcBef>
            </a:pPr>
            <a:r>
              <a:rPr lang="zh-CN" altLang="en-US" sz="2400" strike="noStrike" noProof="1">
                <a:solidFill>
                  <a:schemeClr val="tx1"/>
                </a:solidFill>
                <a:latin typeface="Times New Roman" panose="02020603050405020304" charset="0"/>
                <a:ea typeface="宋体" panose="02010600030101010101" pitchFamily="2" charset="-122"/>
                <a:cs typeface="+mn-cs"/>
              </a:rPr>
              <a:t>如</a:t>
            </a:r>
            <a:r>
              <a:rPr lang="en-US" altLang="zh-CN" sz="2400" strike="noStrike" noProof="1">
                <a:solidFill>
                  <a:schemeClr val="tx1"/>
                </a:solidFill>
                <a:latin typeface="Times New Roman" panose="02020603050405020304" charset="0"/>
                <a:ea typeface="宋体" panose="02010600030101010101" pitchFamily="2" charset="-122"/>
                <a:cs typeface="+mn-cs"/>
              </a:rPr>
              <a:t>w</a:t>
            </a:r>
            <a:r>
              <a:rPr lang="zh-CN" altLang="en-US" sz="2400" strike="noStrike" noProof="1">
                <a:solidFill>
                  <a:schemeClr val="tx1"/>
                </a:solidFill>
                <a:latin typeface="Times New Roman" panose="02020603050405020304" charset="0"/>
                <a:ea typeface="宋体" panose="02010600030101010101" pitchFamily="2" charset="-122"/>
                <a:cs typeface="+mn-cs"/>
              </a:rPr>
              <a:t>＜</a:t>
            </a:r>
            <a:r>
              <a:rPr lang="en-US" altLang="zh-CN" sz="2400" strike="noStrike" noProof="1">
                <a:solidFill>
                  <a:schemeClr val="tx1"/>
                </a:solidFill>
                <a:latin typeface="Times New Roman" panose="02020603050405020304" charset="0"/>
                <a:ea typeface="宋体" panose="02010600030101010101" pitchFamily="2" charset="-122"/>
                <a:cs typeface="+mn-cs"/>
              </a:rPr>
              <a:t>0</a:t>
            </a:r>
            <a:r>
              <a:rPr lang="zh-CN" altLang="en-US" sz="2400" strike="noStrike" noProof="1">
                <a:solidFill>
                  <a:schemeClr val="tx1"/>
                </a:solidFill>
                <a:latin typeface="Times New Roman" panose="02020603050405020304" charset="0"/>
                <a:ea typeface="宋体" panose="02010600030101010101" pitchFamily="2" charset="-122"/>
                <a:cs typeface="+mn-cs"/>
              </a:rPr>
              <a:t>或</a:t>
            </a:r>
            <a:r>
              <a:rPr lang="en-US" altLang="zh-CN" sz="2400" strike="noStrike" noProof="1">
                <a:solidFill>
                  <a:schemeClr val="tx1"/>
                </a:solidFill>
                <a:latin typeface="Times New Roman" panose="02020603050405020304" charset="0"/>
                <a:ea typeface="宋体" panose="02010600030101010101" pitchFamily="2" charset="-122"/>
                <a:cs typeface="+mn-cs"/>
              </a:rPr>
              <a:t>w≥L</a:t>
            </a:r>
            <a:r>
              <a:rPr lang="zh-CN" altLang="en-US" sz="2400" strike="noStrike" noProof="1">
                <a:solidFill>
                  <a:schemeClr val="tx1"/>
                </a:solidFill>
                <a:latin typeface="Times New Roman" panose="02020603050405020304" charset="0"/>
                <a:ea typeface="宋体" panose="02010600030101010101" pitchFamily="2" charset="-122"/>
                <a:cs typeface="+mn-cs"/>
              </a:rPr>
              <a:t>则主存越界；</a:t>
            </a:r>
            <a:endParaRPr lang="zh-CN" altLang="en-US"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10000"/>
              </a:lnSpc>
              <a:spcBef>
                <a:spcPct val="20000"/>
              </a:spcBef>
            </a:pPr>
            <a:r>
              <a:rPr lang="en-US" altLang="zh-CN" sz="2400" strike="noStrike" noProof="1">
                <a:solidFill>
                  <a:schemeClr val="tx1"/>
                </a:solidFill>
                <a:latin typeface="Times New Roman" panose="02020603050405020304" charset="0"/>
                <a:ea typeface="宋体" panose="02010600030101010101" pitchFamily="2" charset="-122"/>
                <a:cs typeface="+mn-cs"/>
              </a:rPr>
              <a:t>(B</a:t>
            </a:r>
            <a:r>
              <a:rPr lang="zh-CN" altLang="en-US" sz="2400" strike="noStrike" noProof="1">
                <a:solidFill>
                  <a:schemeClr val="tx1"/>
                </a:solidFill>
                <a:latin typeface="Times New Roman" panose="02020603050405020304" charset="0"/>
                <a:ea typeface="宋体" panose="02010600030101010101" pitchFamily="2" charset="-122"/>
                <a:cs typeface="+mn-cs"/>
              </a:rPr>
              <a:t>＋</a:t>
            </a:r>
            <a:r>
              <a:rPr lang="en-US" altLang="zh-CN" sz="2400" strike="noStrike" noProof="1">
                <a:solidFill>
                  <a:schemeClr val="tx1"/>
                </a:solidFill>
                <a:latin typeface="Times New Roman" panose="02020603050405020304" charset="0"/>
                <a:ea typeface="宋体" panose="02010600030101010101" pitchFamily="2" charset="-122"/>
                <a:cs typeface="+mn-cs"/>
              </a:rPr>
              <a:t>w)</a:t>
            </a:r>
            <a:r>
              <a:rPr lang="zh-CN" altLang="en-US" sz="2400" strike="noStrike" noProof="1">
                <a:solidFill>
                  <a:schemeClr val="tx1"/>
                </a:solidFill>
                <a:latin typeface="Times New Roman" panose="02020603050405020304" charset="0"/>
                <a:ea typeface="宋体" panose="02010600030101010101" pitchFamily="2" charset="-122"/>
                <a:cs typeface="+mn-cs"/>
              </a:rPr>
              <a:t>即为所需主存</a:t>
            </a:r>
            <a:endParaRPr lang="zh-CN" altLang="en-US"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1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cs"/>
              </a:rPr>
              <a:t>     地址</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76831" name="文本框 76830"/>
          <p:cNvSpPr txBox="1"/>
          <p:nvPr/>
        </p:nvSpPr>
        <p:spPr>
          <a:xfrm>
            <a:off x="2078038" y="1839913"/>
            <a:ext cx="1533525" cy="336550"/>
          </a:xfrm>
          <a:prstGeom prst="rect">
            <a:avLst/>
          </a:prstGeom>
          <a:noFill/>
          <a:ln w="9525">
            <a:noFill/>
            <a:miter/>
          </a:ln>
        </p:spPr>
        <p:txBody>
          <a:bodyPr anchor="t">
            <a:spAutoFit/>
          </a:bodyPr>
          <a:p>
            <a:pPr lvl="0">
              <a:spcBef>
                <a:spcPct val="30000"/>
              </a:spcBef>
            </a:pPr>
            <a:r>
              <a:rPr lang="zh-CN" altLang="en-US" sz="1600" b="0">
                <a:solidFill>
                  <a:schemeClr val="tx1"/>
                </a:solidFill>
                <a:latin typeface="Times New Roman" panose="02020603050405020304" charset="0"/>
                <a:ea typeface="宋体" panose="02010600030101010101" pitchFamily="2" charset="-122"/>
              </a:rPr>
              <a:t>段式地址结构</a:t>
            </a:r>
            <a:endParaRPr lang="zh-CN" altLang="en-US" sz="1600" b="0">
              <a:solidFill>
                <a:schemeClr val="tx1"/>
              </a:solidFill>
              <a:latin typeface="Times New Roman" panose="02020603050405020304" charset="0"/>
              <a:ea typeface="宋体" panose="02010600030101010101" pitchFamily="2" charset="-122"/>
            </a:endParaRPr>
          </a:p>
        </p:txBody>
      </p:sp>
      <p:sp>
        <p:nvSpPr>
          <p:cNvPr id="76832" name="文本框 76831"/>
          <p:cNvSpPr txBox="1"/>
          <p:nvPr/>
        </p:nvSpPr>
        <p:spPr>
          <a:xfrm>
            <a:off x="5894388" y="4914900"/>
            <a:ext cx="1765300" cy="336550"/>
          </a:xfrm>
          <a:prstGeom prst="rect">
            <a:avLst/>
          </a:prstGeom>
          <a:noFill/>
          <a:ln w="9525">
            <a:noFill/>
            <a:miter/>
          </a:ln>
        </p:spPr>
        <p:txBody>
          <a:bodyPr anchor="t">
            <a:spAutoFit/>
          </a:bodyPr>
          <a:p>
            <a:pPr lvl="0">
              <a:spcBef>
                <a:spcPct val="30000"/>
              </a:spcBef>
            </a:pPr>
            <a:r>
              <a:rPr lang="zh-CN" altLang="en-US" sz="1600" b="0">
                <a:solidFill>
                  <a:schemeClr val="tx1"/>
                </a:solidFill>
                <a:latin typeface="Times New Roman" panose="02020603050405020304" charset="0"/>
                <a:ea typeface="宋体" panose="02010600030101010101" pitchFamily="2" charset="-122"/>
              </a:rPr>
              <a:t>段式地址变换构</a:t>
            </a:r>
            <a:endParaRPr lang="zh-CN" altLang="en-US" sz="1600" b="0">
              <a:solidFill>
                <a:schemeClr val="tx1"/>
              </a:solidFill>
              <a:latin typeface="Times New Roman" panose="02020603050405020304" charset="0"/>
              <a:ea typeface="宋体" panose="02010600030101010101" pitchFamily="2" charset="-122"/>
            </a:endParaRPr>
          </a:p>
        </p:txBody>
      </p:sp>
      <p:sp>
        <p:nvSpPr>
          <p:cNvPr id="76833" name="矩形 76832"/>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段页式存储管理</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6803" grpId="0" build="p"/>
      <p:bldP spid="76807" grpId="0" build="p"/>
      <p:bldP spid="76830" grpId="0" uiExpand="1" build="p"/>
      <p:bldP spid="76831" grpId="0"/>
      <p:bldP spid="76832"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7" name="矩形 77826"/>
          <p:cNvSpPr/>
          <p:nvPr/>
        </p:nvSpPr>
        <p:spPr>
          <a:xfrm>
            <a:off x="171450" y="587375"/>
            <a:ext cx="8375650" cy="579755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b="1" strike="noStrike" noProof="1">
                <a:solidFill>
                  <a:srgbClr val="990000"/>
                </a:solidFill>
                <a:latin typeface="Times New Roman" panose="02020603050405020304" charset="0"/>
                <a:ea typeface="宋体" panose="02010600030101010101" pitchFamily="2" charset="-122"/>
                <a:cs typeface="+mn-ea"/>
              </a:rPr>
              <a:t>3.  </a:t>
            </a:r>
            <a:r>
              <a:rPr lang="zh-CN" altLang="en-US" b="1" strike="noStrike" noProof="1">
                <a:solidFill>
                  <a:srgbClr val="990000"/>
                </a:solidFill>
                <a:latin typeface="Times New Roman" panose="02020603050405020304" charset="0"/>
                <a:ea typeface="宋体" panose="02010600030101010101" pitchFamily="2" charset="-122"/>
                <a:cs typeface="+mn-ea"/>
              </a:rPr>
              <a:t>页式系统与段式系统的区别</a:t>
            </a:r>
            <a:endParaRPr lang="zh-CN" altLang="en-US" b="1" strike="noStrike" noProof="1">
              <a:solidFill>
                <a:srgbClr val="990000"/>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用户地址空间的区别</a:t>
            </a:r>
            <a:endParaRPr lang="zh-CN" altLang="en-US" sz="2800" b="1" strike="noStrike" noProof="1">
              <a:solidFill>
                <a:srgbClr val="A50021"/>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b="1" strike="noStrike" noProof="1">
                <a:solidFill>
                  <a:srgbClr val="000099"/>
                </a:solidFill>
                <a:latin typeface="Times New Roman" panose="02020603050405020304" charset="0"/>
                <a:ea typeface="宋体" panose="02010600030101010101" pitchFamily="2" charset="-122"/>
                <a:cs typeface="+mn-cs"/>
              </a:rPr>
              <a:t>①</a:t>
            </a:r>
            <a:r>
              <a:rPr lang="zh-CN" altLang="en-US" sz="2400" b="1" strike="noStrike" noProof="1">
                <a:solidFill>
                  <a:srgbClr val="000099"/>
                </a:solidFill>
                <a:latin typeface="宋体" panose="02010600030101010101" pitchFamily="2" charset="-122"/>
                <a:ea typeface="宋体" panose="02010600030101010101" pitchFamily="2" charset="-122"/>
                <a:cs typeface="+mn-cs"/>
              </a:rPr>
              <a:t> </a:t>
            </a:r>
            <a:r>
              <a:rPr lang="zh-CN" altLang="en-US" sz="2400" b="1" strike="noStrike" noProof="1">
                <a:solidFill>
                  <a:srgbClr val="000099"/>
                </a:solidFill>
                <a:latin typeface="Times New Roman" panose="02020603050405020304" charset="0"/>
                <a:ea typeface="宋体" panose="02010600030101010101" pitchFamily="2" charset="-122"/>
                <a:cs typeface="+mn-cs"/>
              </a:rPr>
              <a:t>页式系统中用户地址空间</a:t>
            </a:r>
            <a:r>
              <a:rPr lang="zh-CN" altLang="en-US" sz="2400" b="1" strike="noStrike" noProof="1">
                <a:solidFill>
                  <a:schemeClr val="tx1"/>
                </a:solidFill>
                <a:latin typeface="Times New Roman" panose="02020603050405020304" charset="0"/>
                <a:ea typeface="宋体" panose="02010600030101010101" pitchFamily="2" charset="-122"/>
                <a:cs typeface="+mn-cs"/>
              </a:rPr>
              <a:t>：  一维地址空间</a:t>
            </a:r>
            <a:endParaRPr lang="zh-CN" altLang="en-US" sz="2400" b="1"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b="1" strike="noStrike" noProof="1">
                <a:solidFill>
                  <a:srgbClr val="000099"/>
                </a:solidFill>
                <a:latin typeface="Times New Roman" panose="02020603050405020304" charset="0"/>
                <a:ea typeface="宋体" panose="02010600030101010101" pitchFamily="2" charset="-122"/>
                <a:cs typeface="+mn-cs"/>
              </a:rPr>
              <a:t>②</a:t>
            </a:r>
            <a:r>
              <a:rPr lang="zh-CN" altLang="en-US" sz="2400" b="1" strike="noStrike" noProof="1">
                <a:solidFill>
                  <a:srgbClr val="000099"/>
                </a:solidFill>
                <a:latin typeface="宋体" panose="02010600030101010101" pitchFamily="2" charset="-122"/>
                <a:ea typeface="宋体" panose="02010600030101010101" pitchFamily="2" charset="-122"/>
                <a:cs typeface="+mn-cs"/>
              </a:rPr>
              <a:t> </a:t>
            </a:r>
            <a:r>
              <a:rPr lang="zh-CN" altLang="en-US" sz="2400" b="1" strike="noStrike" noProof="1">
                <a:solidFill>
                  <a:srgbClr val="000099"/>
                </a:solidFill>
                <a:latin typeface="Times New Roman" panose="02020603050405020304" charset="0"/>
                <a:ea typeface="宋体" panose="02010600030101010101" pitchFamily="2" charset="-122"/>
                <a:cs typeface="+mn-cs"/>
              </a:rPr>
              <a:t>段式系统中用户地址空间：  </a:t>
            </a:r>
            <a:r>
              <a:rPr lang="zh-CN" altLang="en-US" sz="2400" b="1" strike="noStrike" noProof="1">
                <a:solidFill>
                  <a:schemeClr val="tx1"/>
                </a:solidFill>
                <a:latin typeface="Times New Roman" panose="02020603050405020304" charset="0"/>
                <a:ea typeface="宋体" panose="02010600030101010101" pitchFamily="2" charset="-122"/>
                <a:cs typeface="+mn-cs"/>
              </a:rPr>
              <a:t>二维地址空间</a:t>
            </a:r>
            <a:r>
              <a:rPr lang="zh-CN" altLang="en-US" sz="2400" strike="noStrike" noProof="1">
                <a:solidFill>
                  <a:schemeClr val="tx1"/>
                </a:solidFill>
                <a:latin typeface="Times New Roman" panose="02020603050405020304" charset="0"/>
                <a:ea typeface="宋体" panose="02010600030101010101" pitchFamily="2" charset="-122"/>
                <a:cs typeface="+mn-cs"/>
              </a:rPr>
              <a:t>        </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(2) </a:t>
            </a:r>
            <a:r>
              <a:rPr lang="zh-CN" altLang="en-US" sz="2800" b="1" strike="noStrike" noProof="1">
                <a:solidFill>
                  <a:srgbClr val="A50021"/>
                </a:solidFill>
                <a:latin typeface="Times New Roman" panose="02020603050405020304" charset="0"/>
                <a:ea typeface="宋体" panose="02010600030101010101" pitchFamily="2" charset="-122"/>
                <a:cs typeface="+mn-ea"/>
              </a:rPr>
              <a:t>分段和页面的区别 </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spcAft>
                <a:spcPct val="20000"/>
              </a:spcAft>
              <a:buNone/>
            </a:pPr>
            <a:r>
              <a:rPr lang="zh-CN" altLang="en-US" sz="2000" strike="noStrike" noProof="1">
                <a:solidFill>
                  <a:srgbClr val="000000"/>
                </a:solidFill>
                <a:latin typeface="Times New Roman" panose="02020603050405020304" charset="0"/>
                <a:ea typeface="宋体" panose="02010600030101010101" pitchFamily="2" charset="-122"/>
                <a:cs typeface="+mn-ea"/>
              </a:rPr>
              <a:t>                          </a:t>
            </a:r>
            <a:r>
              <a:rPr lang="zh-CN" altLang="en-US" sz="2400" b="1" strike="noStrike" noProof="1">
                <a:solidFill>
                  <a:schemeClr val="tx1"/>
                </a:solidFill>
                <a:latin typeface="Times New Roman" panose="02020603050405020304" charset="0"/>
                <a:ea typeface="宋体" panose="02010600030101010101" pitchFamily="2" charset="-122"/>
                <a:cs typeface="+mn-ea"/>
              </a:rPr>
              <a:t>分段                   页面</a:t>
            </a:r>
            <a:endParaRPr lang="zh-CN" altLang="en-US" sz="2400" b="1"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000" b="1" strike="noStrike" noProof="1">
                <a:solidFill>
                  <a:schemeClr val="tx1"/>
                </a:solidFill>
                <a:latin typeface="Times New Roman" panose="02020603050405020304" charset="0"/>
                <a:ea typeface="宋体" panose="02010600030101010101" pitchFamily="2" charset="-122"/>
                <a:cs typeface="+mn-ea"/>
              </a:rPr>
              <a:t>        </a:t>
            </a:r>
            <a:r>
              <a:rPr lang="zh-CN" altLang="en-US" sz="2000" b="1" strike="noStrike" noProof="1">
                <a:solidFill>
                  <a:schemeClr val="tx1"/>
                </a:solidFill>
                <a:latin typeface="Times New Roman" panose="02020603050405020304" charset="0"/>
                <a:ea typeface="宋体" panose="02010600030101010101" pitchFamily="2" charset="-122"/>
                <a:cs typeface="+mn-ea"/>
                <a:sym typeface="Symbol" panose="05050102010706020507" pitchFamily="18" charset="2"/>
              </a:rPr>
              <a:t>         </a:t>
            </a:r>
            <a:r>
              <a:rPr lang="zh-CN" altLang="en-US" sz="2000" strike="noStrike" noProof="1">
                <a:solidFill>
                  <a:schemeClr val="tx1"/>
                </a:solidFill>
                <a:latin typeface="Times New Roman" panose="02020603050405020304" charset="0"/>
                <a:ea typeface="宋体" panose="02010600030101010101" pitchFamily="2" charset="-122"/>
                <a:cs typeface="+mn-ea"/>
              </a:rPr>
              <a:t>信息的逻辑划分        </a:t>
            </a:r>
            <a:r>
              <a:rPr lang="zh-CN" altLang="en-US" sz="2000" strike="noStrike" noProof="1">
                <a:solidFill>
                  <a:schemeClr val="tx1"/>
                </a:solidFill>
                <a:latin typeface="Times New Roman" panose="02020603050405020304" charset="0"/>
                <a:ea typeface="宋体" panose="02010600030101010101" pitchFamily="2" charset="-122"/>
                <a:cs typeface="+mn-ea"/>
                <a:sym typeface="Symbol" panose="05050102010706020507" pitchFamily="18" charset="2"/>
              </a:rPr>
              <a:t>    </a:t>
            </a:r>
            <a:r>
              <a:rPr lang="zh-CN" altLang="en-US" sz="2000" strike="noStrike" noProof="1">
                <a:solidFill>
                  <a:schemeClr val="tx1"/>
                </a:solidFill>
                <a:latin typeface="Times New Roman" panose="02020603050405020304" charset="0"/>
                <a:ea typeface="宋体" panose="02010600030101010101" pitchFamily="2" charset="-122"/>
                <a:cs typeface="+mn-ea"/>
              </a:rPr>
              <a:t>信息的物理划分</a:t>
            </a:r>
            <a:endParaRPr lang="zh-CN" altLang="en-US" sz="20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000" strike="noStrike" noProof="1">
                <a:solidFill>
                  <a:schemeClr val="tx1"/>
                </a:solidFill>
                <a:latin typeface="Times New Roman" panose="02020603050405020304" charset="0"/>
                <a:ea typeface="宋体" panose="02010600030101010101" pitchFamily="2" charset="-122"/>
                <a:cs typeface="+mn-ea"/>
                <a:sym typeface="Symbol" panose="05050102010706020507" pitchFamily="18" charset="2"/>
              </a:rPr>
              <a:t>                   </a:t>
            </a:r>
            <a:r>
              <a:rPr lang="zh-CN" altLang="en-US" sz="2000" strike="noStrike" noProof="1">
                <a:solidFill>
                  <a:schemeClr val="tx1"/>
                </a:solidFill>
                <a:latin typeface="Times New Roman" panose="02020603050405020304" charset="0"/>
                <a:ea typeface="宋体" panose="02010600030101010101" pitchFamily="2" charset="-122"/>
                <a:cs typeface="+mn-ea"/>
              </a:rPr>
              <a:t>段长是可变的           </a:t>
            </a:r>
            <a:r>
              <a:rPr lang="zh-CN" altLang="en-US" sz="2000" strike="noStrike" noProof="1">
                <a:solidFill>
                  <a:schemeClr val="tx1"/>
                </a:solidFill>
                <a:latin typeface="Times New Roman" panose="02020603050405020304" charset="0"/>
                <a:ea typeface="宋体" panose="02010600030101010101" pitchFamily="2" charset="-122"/>
                <a:cs typeface="+mn-ea"/>
                <a:sym typeface="Symbol" panose="05050102010706020507" pitchFamily="18" charset="2"/>
              </a:rPr>
              <a:t>    </a:t>
            </a:r>
            <a:r>
              <a:rPr lang="zh-CN" altLang="en-US" sz="2000" strike="noStrike" noProof="1">
                <a:solidFill>
                  <a:schemeClr val="tx1"/>
                </a:solidFill>
                <a:latin typeface="Times New Roman" panose="02020603050405020304" charset="0"/>
                <a:ea typeface="宋体" panose="02010600030101010101" pitchFamily="2" charset="-122"/>
                <a:cs typeface="+mn-ea"/>
              </a:rPr>
              <a:t>页的大小是固定的</a:t>
            </a:r>
            <a:endParaRPr lang="zh-CN" altLang="en-US" sz="20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000" strike="noStrike" noProof="1">
                <a:solidFill>
                  <a:schemeClr val="tx1"/>
                </a:solidFill>
                <a:latin typeface="Times New Roman" panose="02020603050405020304" charset="0"/>
                <a:ea typeface="宋体" panose="02010600030101010101" pitchFamily="2" charset="-122"/>
                <a:cs typeface="+mn-ea"/>
                <a:sym typeface="Symbol" panose="05050102010706020507" pitchFamily="18" charset="2"/>
              </a:rPr>
              <a:t>                   </a:t>
            </a:r>
            <a:r>
              <a:rPr lang="zh-CN" altLang="en-US" sz="2000" strike="noStrike" noProof="1">
                <a:solidFill>
                  <a:schemeClr val="tx1"/>
                </a:solidFill>
                <a:latin typeface="Times New Roman" panose="02020603050405020304" charset="0"/>
                <a:ea typeface="宋体" panose="02010600030101010101" pitchFamily="2" charset="-122"/>
                <a:cs typeface="+mn-ea"/>
              </a:rPr>
              <a:t>用户可见                    </a:t>
            </a:r>
            <a:r>
              <a:rPr lang="zh-CN" altLang="en-US" sz="2000" strike="noStrike" noProof="1">
                <a:solidFill>
                  <a:schemeClr val="tx1"/>
                </a:solidFill>
                <a:latin typeface="Times New Roman" panose="02020603050405020304" charset="0"/>
                <a:ea typeface="宋体" panose="02010600030101010101" pitchFamily="2" charset="-122"/>
                <a:cs typeface="+mn-ea"/>
                <a:sym typeface="Symbol" panose="05050102010706020507" pitchFamily="18" charset="2"/>
              </a:rPr>
              <a:t>    </a:t>
            </a:r>
            <a:r>
              <a:rPr lang="zh-CN" altLang="en-US" sz="2000" strike="noStrike" noProof="1">
                <a:solidFill>
                  <a:schemeClr val="tx1"/>
                </a:solidFill>
                <a:latin typeface="Times New Roman" panose="02020603050405020304" charset="0"/>
                <a:ea typeface="宋体" panose="02010600030101010101" pitchFamily="2" charset="-122"/>
                <a:cs typeface="+mn-ea"/>
              </a:rPr>
              <a:t>用户不可见</a:t>
            </a:r>
            <a:endParaRPr lang="zh-CN" altLang="en-US" sz="20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000" strike="noStrike" noProof="1">
                <a:solidFill>
                  <a:schemeClr val="tx1"/>
                </a:solidFill>
                <a:latin typeface="Times New Roman" panose="02020603050405020304" charset="0"/>
                <a:ea typeface="宋体" panose="02010600030101010101" pitchFamily="2" charset="-122"/>
                <a:cs typeface="+mn-ea"/>
                <a:sym typeface="Symbol" panose="05050102010706020507" pitchFamily="18" charset="2"/>
              </a:rPr>
              <a:t>                   </a:t>
            </a:r>
            <a:r>
              <a:rPr lang="en-US" altLang="zh-CN" sz="2000" strike="noStrike" noProof="1">
                <a:solidFill>
                  <a:schemeClr val="tx1"/>
                </a:solidFill>
                <a:latin typeface="Times New Roman" panose="02020603050405020304" charset="0"/>
                <a:ea typeface="宋体" panose="02010600030101010101" pitchFamily="2" charset="-122"/>
                <a:cs typeface="+mn-ea"/>
              </a:rPr>
              <a:t>w</a:t>
            </a:r>
            <a:r>
              <a:rPr lang="zh-CN" altLang="en-US" sz="2000" strike="noStrike" noProof="1">
                <a:solidFill>
                  <a:schemeClr val="tx1"/>
                </a:solidFill>
                <a:latin typeface="Times New Roman" panose="02020603050405020304" charset="0"/>
                <a:ea typeface="宋体" panose="02010600030101010101" pitchFamily="2" charset="-122"/>
                <a:cs typeface="+mn-ea"/>
              </a:rPr>
              <a:t>字段的溢出将          </a:t>
            </a:r>
            <a:r>
              <a:rPr lang="zh-CN" altLang="en-US" sz="2000" strike="noStrike" noProof="1">
                <a:solidFill>
                  <a:schemeClr val="tx1"/>
                </a:solidFill>
                <a:latin typeface="Times New Roman" panose="02020603050405020304" charset="0"/>
                <a:ea typeface="宋体" panose="02010600030101010101" pitchFamily="2" charset="-122"/>
                <a:cs typeface="+mn-ea"/>
                <a:sym typeface="Symbol" panose="05050102010706020507" pitchFamily="18" charset="2"/>
              </a:rPr>
              <a:t>  </a:t>
            </a:r>
            <a:r>
              <a:rPr lang="en-US" altLang="zh-CN" sz="2000" strike="noStrike" noProof="1">
                <a:solidFill>
                  <a:schemeClr val="tx1"/>
                </a:solidFill>
                <a:latin typeface="Times New Roman" panose="02020603050405020304" charset="0"/>
                <a:ea typeface="宋体" panose="02010600030101010101" pitchFamily="2" charset="-122"/>
                <a:cs typeface="+mn-ea"/>
              </a:rPr>
              <a:t>w</a:t>
            </a:r>
            <a:r>
              <a:rPr lang="zh-CN" altLang="en-US" sz="2000" strike="noStrike" noProof="1">
                <a:solidFill>
                  <a:schemeClr val="tx1"/>
                </a:solidFill>
                <a:latin typeface="Times New Roman" panose="02020603050405020304" charset="0"/>
                <a:ea typeface="宋体" panose="02010600030101010101" pitchFamily="2" charset="-122"/>
                <a:cs typeface="+mn-ea"/>
              </a:rPr>
              <a:t>字段的溢出</a:t>
            </a:r>
            <a:r>
              <a:rPr lang="zh-CN" altLang="en-US" sz="2000" strike="noStrike" noProof="1">
                <a:solidFill>
                  <a:schemeClr val="tx1"/>
                </a:solidFill>
                <a:latin typeface="Times New Roman" panose="02020603050405020304" charset="0"/>
                <a:ea typeface="宋体" panose="02010600030101010101" pitchFamily="2" charset="-122"/>
                <a:cs typeface="+mn-ea"/>
                <a:sym typeface="Symbol" panose="05050102010706020507" pitchFamily="18" charset="2"/>
              </a:rPr>
              <a:t>自</a:t>
            </a:r>
            <a:r>
              <a:rPr lang="zh-CN" altLang="en-US" sz="2000" strike="noStrike" noProof="1">
                <a:solidFill>
                  <a:schemeClr val="tx1"/>
                </a:solidFill>
                <a:latin typeface="Times New Roman" panose="02020603050405020304" charset="0"/>
                <a:ea typeface="宋体" panose="02010600030101010101" pitchFamily="2" charset="-122"/>
                <a:cs typeface="+mn-ea"/>
              </a:rPr>
              <a:t>动加   </a:t>
            </a:r>
            <a:endParaRPr lang="zh-CN" altLang="en-US" sz="20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000" strike="noStrike" noProof="1">
                <a:solidFill>
                  <a:schemeClr val="tx1"/>
                </a:solidFill>
                <a:latin typeface="Times New Roman" panose="02020603050405020304" charset="0"/>
                <a:ea typeface="宋体" panose="02010600030101010101" pitchFamily="2" charset="-122"/>
                <a:cs typeface="+mn-ea"/>
              </a:rPr>
              <a:t>                   产生越界中断                  入到页号中       </a:t>
            </a:r>
            <a:endParaRPr lang="zh-CN" altLang="en-US" sz="2000" strike="noStrike" noProof="1">
              <a:solidFill>
                <a:schemeClr val="tx1"/>
              </a:solidFill>
              <a:latin typeface="Times New Roman" panose="02020603050405020304" charset="0"/>
              <a:ea typeface="宋体" panose="02010600030101010101" pitchFamily="2" charset="-122"/>
            </a:endParaRPr>
          </a:p>
        </p:txBody>
      </p:sp>
      <p:grpSp>
        <p:nvGrpSpPr>
          <p:cNvPr id="77828" name="组合 77827"/>
          <p:cNvGrpSpPr/>
          <p:nvPr/>
        </p:nvGrpSpPr>
        <p:grpSpPr>
          <a:xfrm>
            <a:off x="1284288" y="3673475"/>
            <a:ext cx="5832475" cy="2698750"/>
            <a:chOff x="0" y="0"/>
            <a:chExt cx="3674" cy="1700"/>
          </a:xfrm>
        </p:grpSpPr>
        <p:sp>
          <p:nvSpPr>
            <p:cNvPr id="77829" name="矩形 77828"/>
            <p:cNvSpPr/>
            <p:nvPr/>
          </p:nvSpPr>
          <p:spPr>
            <a:xfrm>
              <a:off x="0" y="0"/>
              <a:ext cx="3667" cy="1700"/>
            </a:xfrm>
            <a:prstGeom prst="rect">
              <a:avLst/>
            </a:prstGeom>
            <a:noFill/>
            <a:ln w="9525" cap="flat" cmpd="sng">
              <a:solidFill>
                <a:schemeClr val="tx1"/>
              </a:solidFill>
              <a:prstDash val="solid"/>
              <a:miter/>
              <a:headEnd type="none" w="med" len="med"/>
              <a:tailEnd type="none" w="med" len="med"/>
            </a:ln>
          </p:spPr>
          <p:txBody>
            <a:bodyPr anchor="ct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111621" name="直接连接符 77829"/>
            <p:cNvSpPr/>
            <p:nvPr/>
          </p:nvSpPr>
          <p:spPr>
            <a:xfrm>
              <a:off x="8" y="318"/>
              <a:ext cx="3666"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1622" name="直接连接符 77830"/>
            <p:cNvSpPr/>
            <p:nvPr/>
          </p:nvSpPr>
          <p:spPr>
            <a:xfrm>
              <a:off x="0" y="607"/>
              <a:ext cx="3668"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1623" name="直接连接符 77831"/>
            <p:cNvSpPr/>
            <p:nvPr/>
          </p:nvSpPr>
          <p:spPr>
            <a:xfrm>
              <a:off x="1" y="887"/>
              <a:ext cx="3668"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1624" name="直接连接符 77832"/>
            <p:cNvSpPr/>
            <p:nvPr/>
          </p:nvSpPr>
          <p:spPr>
            <a:xfrm>
              <a:off x="2" y="1167"/>
              <a:ext cx="3668"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1625" name="直接连接符 77833"/>
            <p:cNvSpPr/>
            <p:nvPr/>
          </p:nvSpPr>
          <p:spPr>
            <a:xfrm>
              <a:off x="1581" y="8"/>
              <a:ext cx="0" cy="1692"/>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77835" name="矩形 77834"/>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段页式存储管理</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7827" grpId="0" uiExpand="1" build="p"/>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1" name="矩形 78850"/>
          <p:cNvSpPr/>
          <p:nvPr/>
        </p:nvSpPr>
        <p:spPr>
          <a:xfrm>
            <a:off x="185738" y="573088"/>
            <a:ext cx="8375650" cy="246697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4.  </a:t>
            </a:r>
            <a:r>
              <a:rPr lang="zh-CN" altLang="en-US" b="1" strike="noStrike" noProof="1">
                <a:solidFill>
                  <a:srgbClr val="990000"/>
                </a:solidFill>
                <a:latin typeface="Times New Roman" panose="02020603050405020304" charset="0"/>
                <a:ea typeface="宋体" panose="02010600030101010101" pitchFamily="2" charset="-122"/>
                <a:cs typeface="+mn-ea"/>
              </a:rPr>
              <a:t>段页式系统</a:t>
            </a:r>
            <a:endParaRPr lang="zh-CN" altLang="en-US" b="1" strike="noStrike" noProof="1">
              <a:solidFill>
                <a:srgbClr val="990000"/>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在段式存储管理中结合分页存储管理技术，在一个分段内划分页面，就形成了段页式存储管理。</a:t>
            </a:r>
            <a:endParaRPr lang="zh-CN" altLang="en-US" sz="24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段页式地址结构的程序地址空间</a:t>
            </a:r>
            <a:endParaRPr lang="zh-CN" altLang="en-US" sz="2800" b="1" strike="noStrike" noProof="1">
              <a:solidFill>
                <a:srgbClr val="A50021"/>
              </a:solidFill>
              <a:latin typeface="Times New Roman" panose="02020603050405020304" charset="0"/>
              <a:ea typeface="宋体" panose="02010600030101010101" pitchFamily="2" charset="-122"/>
            </a:endParaRPr>
          </a:p>
        </p:txBody>
      </p:sp>
      <p:grpSp>
        <p:nvGrpSpPr>
          <p:cNvPr id="78852" name="组合 78851"/>
          <p:cNvGrpSpPr/>
          <p:nvPr/>
        </p:nvGrpSpPr>
        <p:grpSpPr>
          <a:xfrm>
            <a:off x="795338" y="3300413"/>
            <a:ext cx="6878637" cy="2611437"/>
            <a:chOff x="0" y="0"/>
            <a:chExt cx="4333" cy="1645"/>
          </a:xfrm>
        </p:grpSpPr>
        <p:sp>
          <p:nvSpPr>
            <p:cNvPr id="78853" name="矩形 78852"/>
            <p:cNvSpPr/>
            <p:nvPr/>
          </p:nvSpPr>
          <p:spPr>
            <a:xfrm>
              <a:off x="466" y="301"/>
              <a:ext cx="859" cy="1091"/>
            </a:xfrm>
            <a:prstGeom prst="rect">
              <a:avLst/>
            </a:prstGeom>
            <a:noFill/>
            <a:ln w="25400" cap="flat" cmpd="sng">
              <a:solidFill>
                <a:srgbClr val="000000"/>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112645" name="文本框 78853"/>
            <p:cNvSpPr txBox="1"/>
            <p:nvPr/>
          </p:nvSpPr>
          <p:spPr>
            <a:xfrm>
              <a:off x="208" y="22"/>
              <a:ext cx="1006" cy="211"/>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code_addr</a:t>
              </a:r>
              <a:endParaRPr lang="en-US" altLang="zh-CN" sz="1600">
                <a:solidFill>
                  <a:schemeClr val="tx1"/>
                </a:solidFill>
                <a:latin typeface="Times New Roman" panose="02020603050405020304" charset="0"/>
                <a:ea typeface="宋体" panose="02010600030101010101" pitchFamily="2" charset="-122"/>
              </a:endParaRPr>
            </a:p>
          </p:txBody>
        </p:sp>
        <p:sp>
          <p:nvSpPr>
            <p:cNvPr id="112646" name="文本框 78854"/>
            <p:cNvSpPr txBox="1"/>
            <p:nvPr/>
          </p:nvSpPr>
          <p:spPr>
            <a:xfrm>
              <a:off x="0" y="1313"/>
              <a:ext cx="707" cy="212"/>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4KB-1</a:t>
              </a:r>
              <a:endParaRPr lang="en-US" altLang="zh-CN" sz="1600">
                <a:solidFill>
                  <a:schemeClr val="tx1"/>
                </a:solidFill>
                <a:latin typeface="Times New Roman" panose="02020603050405020304" charset="0"/>
                <a:ea typeface="宋体" panose="02010600030101010101" pitchFamily="2" charset="-122"/>
              </a:endParaRPr>
            </a:p>
          </p:txBody>
        </p:sp>
        <p:sp>
          <p:nvSpPr>
            <p:cNvPr id="112647" name="文本框 78855"/>
            <p:cNvSpPr txBox="1"/>
            <p:nvPr/>
          </p:nvSpPr>
          <p:spPr>
            <a:xfrm>
              <a:off x="310" y="211"/>
              <a:ext cx="172"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112648" name="文本框 78856"/>
            <p:cNvSpPr txBox="1"/>
            <p:nvPr/>
          </p:nvSpPr>
          <p:spPr>
            <a:xfrm>
              <a:off x="595" y="1433"/>
              <a:ext cx="687"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代码分段</a:t>
              </a:r>
              <a:endParaRPr lang="zh-CN" altLang="en-US" sz="1600">
                <a:solidFill>
                  <a:schemeClr val="tx1"/>
                </a:solidFill>
                <a:latin typeface="Times New Roman" panose="02020603050405020304" charset="0"/>
                <a:ea typeface="宋体" panose="02010600030101010101" pitchFamily="2" charset="-122"/>
              </a:endParaRPr>
            </a:p>
          </p:txBody>
        </p:sp>
        <p:sp>
          <p:nvSpPr>
            <p:cNvPr id="78858" name="矩形 78857"/>
            <p:cNvSpPr/>
            <p:nvPr/>
          </p:nvSpPr>
          <p:spPr>
            <a:xfrm>
              <a:off x="1927" y="261"/>
              <a:ext cx="859" cy="808"/>
            </a:xfrm>
            <a:prstGeom prst="rect">
              <a:avLst/>
            </a:prstGeom>
            <a:noFill/>
            <a:ln w="25400" cap="flat" cmpd="sng">
              <a:solidFill>
                <a:srgbClr val="000000"/>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112650" name="文本框 78858"/>
            <p:cNvSpPr txBox="1"/>
            <p:nvPr/>
          </p:nvSpPr>
          <p:spPr>
            <a:xfrm>
              <a:off x="1669" y="0"/>
              <a:ext cx="900" cy="211"/>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data_addr</a:t>
              </a:r>
              <a:endParaRPr lang="en-US" altLang="zh-CN" sz="1600">
                <a:solidFill>
                  <a:schemeClr val="tx1"/>
                </a:solidFill>
                <a:latin typeface="Times New Roman" panose="02020603050405020304" charset="0"/>
                <a:ea typeface="宋体" panose="02010600030101010101" pitchFamily="2" charset="-122"/>
              </a:endParaRPr>
            </a:p>
          </p:txBody>
        </p:sp>
        <p:sp>
          <p:nvSpPr>
            <p:cNvPr id="112651" name="文本框 78859"/>
            <p:cNvSpPr txBox="1"/>
            <p:nvPr/>
          </p:nvSpPr>
          <p:spPr>
            <a:xfrm>
              <a:off x="1470" y="988"/>
              <a:ext cx="655" cy="212"/>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3KB-1</a:t>
              </a:r>
              <a:endParaRPr lang="en-US" altLang="zh-CN" sz="1600">
                <a:solidFill>
                  <a:schemeClr val="tx1"/>
                </a:solidFill>
                <a:latin typeface="Times New Roman" panose="02020603050405020304" charset="0"/>
                <a:ea typeface="宋体" panose="02010600030101010101" pitchFamily="2" charset="-122"/>
              </a:endParaRPr>
            </a:p>
          </p:txBody>
        </p:sp>
        <p:sp>
          <p:nvSpPr>
            <p:cNvPr id="112652" name="文本框 78860"/>
            <p:cNvSpPr txBox="1"/>
            <p:nvPr/>
          </p:nvSpPr>
          <p:spPr>
            <a:xfrm>
              <a:off x="1762" y="162"/>
              <a:ext cx="172"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112653" name="文本框 78861"/>
            <p:cNvSpPr txBox="1"/>
            <p:nvPr/>
          </p:nvSpPr>
          <p:spPr>
            <a:xfrm>
              <a:off x="2056" y="1109"/>
              <a:ext cx="687"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数据分段</a:t>
              </a:r>
              <a:endParaRPr lang="zh-CN" altLang="en-US" sz="1600">
                <a:solidFill>
                  <a:schemeClr val="tx1"/>
                </a:solidFill>
                <a:latin typeface="Times New Roman" panose="02020603050405020304" charset="0"/>
                <a:ea typeface="宋体" panose="02010600030101010101" pitchFamily="2" charset="-122"/>
              </a:endParaRPr>
            </a:p>
          </p:txBody>
        </p:sp>
        <p:sp>
          <p:nvSpPr>
            <p:cNvPr id="78863" name="矩形 78862"/>
            <p:cNvSpPr/>
            <p:nvPr/>
          </p:nvSpPr>
          <p:spPr>
            <a:xfrm>
              <a:off x="3474" y="261"/>
              <a:ext cx="859" cy="444"/>
            </a:xfrm>
            <a:prstGeom prst="rect">
              <a:avLst/>
            </a:prstGeom>
            <a:noFill/>
            <a:ln w="25400" cap="flat" cmpd="sng">
              <a:solidFill>
                <a:srgbClr val="000000"/>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112655" name="文本框 78863"/>
            <p:cNvSpPr txBox="1"/>
            <p:nvPr/>
          </p:nvSpPr>
          <p:spPr>
            <a:xfrm>
              <a:off x="3216" y="0"/>
              <a:ext cx="998" cy="211"/>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stack_addr</a:t>
              </a:r>
              <a:endParaRPr lang="en-US" altLang="zh-CN" sz="1600">
                <a:solidFill>
                  <a:schemeClr val="tx1"/>
                </a:solidFill>
                <a:latin typeface="Times New Roman" panose="02020603050405020304" charset="0"/>
                <a:ea typeface="宋体" panose="02010600030101010101" pitchFamily="2" charset="-122"/>
              </a:endParaRPr>
            </a:p>
          </p:txBody>
        </p:sp>
        <p:sp>
          <p:nvSpPr>
            <p:cNvPr id="112656" name="文本框 78864"/>
            <p:cNvSpPr txBox="1"/>
            <p:nvPr/>
          </p:nvSpPr>
          <p:spPr>
            <a:xfrm>
              <a:off x="3026" y="624"/>
              <a:ext cx="725" cy="212"/>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2KB-1</a:t>
              </a:r>
              <a:endParaRPr lang="en-US" altLang="zh-CN" sz="1600">
                <a:solidFill>
                  <a:schemeClr val="tx1"/>
                </a:solidFill>
                <a:latin typeface="Times New Roman" panose="02020603050405020304" charset="0"/>
                <a:ea typeface="宋体" panose="02010600030101010101" pitchFamily="2" charset="-122"/>
              </a:endParaRPr>
            </a:p>
          </p:txBody>
        </p:sp>
        <p:sp>
          <p:nvSpPr>
            <p:cNvPr id="112657" name="文本框 78865"/>
            <p:cNvSpPr txBox="1"/>
            <p:nvPr/>
          </p:nvSpPr>
          <p:spPr>
            <a:xfrm>
              <a:off x="3327" y="162"/>
              <a:ext cx="172"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112658" name="文本框 78866"/>
            <p:cNvSpPr txBox="1"/>
            <p:nvPr/>
          </p:nvSpPr>
          <p:spPr>
            <a:xfrm>
              <a:off x="3688" y="746"/>
              <a:ext cx="473"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栈段</a:t>
              </a:r>
              <a:endParaRPr lang="zh-CN" altLang="en-US" sz="1600">
                <a:solidFill>
                  <a:schemeClr val="tx1"/>
                </a:solidFill>
                <a:latin typeface="Times New Roman" panose="02020603050405020304" charset="0"/>
                <a:ea typeface="宋体" panose="02010600030101010101" pitchFamily="2" charset="-122"/>
              </a:endParaRPr>
            </a:p>
          </p:txBody>
        </p:sp>
        <p:sp>
          <p:nvSpPr>
            <p:cNvPr id="112659" name="直接连接符 78867"/>
            <p:cNvSpPr/>
            <p:nvPr/>
          </p:nvSpPr>
          <p:spPr>
            <a:xfrm>
              <a:off x="466" y="536"/>
              <a:ext cx="859" cy="0"/>
            </a:xfrm>
            <a:prstGeom prst="line">
              <a:avLst/>
            </a:prstGeom>
            <a:ln w="1905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2660" name="直接连接符 78868"/>
            <p:cNvSpPr/>
            <p:nvPr/>
          </p:nvSpPr>
          <p:spPr>
            <a:xfrm>
              <a:off x="466" y="1102"/>
              <a:ext cx="859" cy="0"/>
            </a:xfrm>
            <a:prstGeom prst="line">
              <a:avLst/>
            </a:prstGeom>
            <a:ln w="1905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2661" name="直接连接符 78869"/>
            <p:cNvSpPr/>
            <p:nvPr/>
          </p:nvSpPr>
          <p:spPr>
            <a:xfrm>
              <a:off x="466" y="819"/>
              <a:ext cx="859" cy="0"/>
            </a:xfrm>
            <a:prstGeom prst="line">
              <a:avLst/>
            </a:prstGeom>
            <a:ln w="1905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2662" name="直接连接符 78870"/>
            <p:cNvSpPr/>
            <p:nvPr/>
          </p:nvSpPr>
          <p:spPr>
            <a:xfrm>
              <a:off x="1927" y="495"/>
              <a:ext cx="859" cy="0"/>
            </a:xfrm>
            <a:prstGeom prst="line">
              <a:avLst/>
            </a:prstGeom>
            <a:ln w="1905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2663" name="直接连接符 78871"/>
            <p:cNvSpPr/>
            <p:nvPr/>
          </p:nvSpPr>
          <p:spPr>
            <a:xfrm>
              <a:off x="1927" y="778"/>
              <a:ext cx="859" cy="0"/>
            </a:xfrm>
            <a:prstGeom prst="line">
              <a:avLst/>
            </a:prstGeom>
            <a:ln w="1905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2664" name="直接连接符 78872"/>
            <p:cNvSpPr/>
            <p:nvPr/>
          </p:nvSpPr>
          <p:spPr>
            <a:xfrm>
              <a:off x="3474" y="495"/>
              <a:ext cx="859" cy="0"/>
            </a:xfrm>
            <a:prstGeom prst="line">
              <a:avLst/>
            </a:prstGeom>
            <a:ln w="1905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78874" name="文本框 78873"/>
          <p:cNvSpPr txBox="1"/>
          <p:nvPr/>
        </p:nvSpPr>
        <p:spPr>
          <a:xfrm>
            <a:off x="3630613" y="5878513"/>
            <a:ext cx="1825625" cy="336550"/>
          </a:xfrm>
          <a:prstGeom prst="rect">
            <a:avLst/>
          </a:prstGeom>
          <a:noFill/>
          <a:ln w="9525">
            <a:noFill/>
            <a:miter/>
          </a:ln>
        </p:spPr>
        <p:txBody>
          <a:bodyPr anchor="t">
            <a:spAutoFit/>
          </a:bodyPr>
          <a:p>
            <a:pPr lvl="0">
              <a:spcBef>
                <a:spcPct val="30000"/>
              </a:spcBef>
            </a:pPr>
            <a:r>
              <a:rPr lang="zh-CN" altLang="en-US" sz="1600" b="0">
                <a:solidFill>
                  <a:schemeClr val="tx1"/>
                </a:solidFill>
                <a:latin typeface="Times New Roman" panose="02020603050405020304" charset="0"/>
                <a:ea typeface="宋体" panose="02010600030101010101" pitchFamily="2" charset="-122"/>
              </a:rPr>
              <a:t>段页式地址结构</a:t>
            </a:r>
            <a:endParaRPr lang="zh-CN" altLang="en-US" sz="1600" b="0">
              <a:solidFill>
                <a:schemeClr val="tx1"/>
              </a:solidFill>
              <a:latin typeface="Times New Roman" panose="02020603050405020304" charset="0"/>
              <a:ea typeface="宋体" panose="02010600030101010101" pitchFamily="2" charset="-122"/>
            </a:endParaRPr>
          </a:p>
        </p:txBody>
      </p:sp>
      <p:sp>
        <p:nvSpPr>
          <p:cNvPr id="78875" name="矩形 78874"/>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段页式存储管理</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8851" grpId="0" build="p"/>
      <p:bldP spid="78874"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943" name="矩形 79942"/>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段页式存储管理</a:t>
            </a:r>
            <a:endParaRPr lang="zh-CN" altLang="en-US" sz="2400" strike="noStrike" noProof="1">
              <a:ea typeface="宋体" panose="02010600030101010101" pitchFamily="2" charset="-122"/>
            </a:endParaRPr>
          </a:p>
        </p:txBody>
      </p:sp>
      <p:pic>
        <p:nvPicPr>
          <p:cNvPr id="2" name="图片 1" descr="732"/>
          <p:cNvPicPr>
            <a:picLocks noChangeAspect="1"/>
          </p:cNvPicPr>
          <p:nvPr/>
        </p:nvPicPr>
        <p:blipFill>
          <a:blip r:embed="rId1"/>
          <a:stretch>
            <a:fillRect/>
          </a:stretch>
        </p:blipFill>
        <p:spPr>
          <a:xfrm>
            <a:off x="741680" y="648970"/>
            <a:ext cx="7660640" cy="57454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5" name="矩形 79874"/>
          <p:cNvSpPr/>
          <p:nvPr/>
        </p:nvSpPr>
        <p:spPr>
          <a:xfrm>
            <a:off x="174625" y="635000"/>
            <a:ext cx="8745855" cy="474345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sz="2400" b="1" strike="noStrike" noProof="1">
                <a:solidFill>
                  <a:schemeClr val="tx1"/>
                </a:solidFill>
                <a:effectLst/>
                <a:latin typeface="Times New Roman" panose="02020603050405020304" charset="0"/>
                <a:ea typeface="宋体" panose="02010600030101010101" pitchFamily="2" charset="-122"/>
                <a:cs typeface="+mn-ea"/>
              </a:rPr>
              <a:t>7-32</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：虚拟地址长度为</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24</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位，其中</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23</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22</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两位表示段类型：</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01</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10</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11</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分别代表代码段、数据段和栈，</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00</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非法；主存块和页面大小为</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2K</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。现在有一进程</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P</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，代码段分别占用</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4</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个主存块</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0xA</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0x8</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0x5</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0xF</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，数据段分别占用</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3</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个主存块</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0xB</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0x7</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0xD</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，栈分别占用两个主存块</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0x1</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0x6</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a:t>
            </a:r>
            <a:endParaRPr lang="zh-CN" altLang="en-US" sz="24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20000"/>
              </a:lnSpc>
              <a:spcBef>
                <a:spcPct val="20000"/>
              </a:spcBef>
              <a:buNone/>
            </a:pPr>
            <a:r>
              <a:rPr lang="zh-CN" altLang="en-US" sz="2400" b="1" strike="noStrike" noProof="1">
                <a:solidFill>
                  <a:schemeClr val="tx1"/>
                </a:solidFill>
                <a:effectLst/>
                <a:latin typeface="Times New Roman" panose="02020603050405020304" charset="0"/>
                <a:ea typeface="宋体" panose="02010600030101010101" pitchFamily="2" charset="-122"/>
                <a:cs typeface="+mn-ea"/>
              </a:rPr>
              <a:t>（</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1</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）进程的代码段空间以及整个虚拟地址空间最大是多少？</a:t>
            </a:r>
            <a:endParaRPr lang="zh-CN" altLang="en-US" sz="24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20000"/>
              </a:lnSpc>
              <a:spcBef>
                <a:spcPct val="20000"/>
              </a:spcBef>
              <a:buNone/>
            </a:pPr>
            <a:r>
              <a:rPr lang="zh-CN" altLang="en-US" sz="2400" b="1" strike="noStrike" noProof="1">
                <a:solidFill>
                  <a:schemeClr val="tx1"/>
                </a:solidFill>
                <a:effectLst/>
                <a:latin typeface="Times New Roman" panose="02020603050405020304" charset="0"/>
                <a:ea typeface="宋体" panose="02010600030101010101" pitchFamily="2" charset="-122"/>
                <a:cs typeface="+mn-ea"/>
              </a:rPr>
              <a:t>（</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2</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）画出进程</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P</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主存中段表、页表结构，其中段表包含段的起始虚拟地址、页表指针。</a:t>
            </a:r>
            <a:endParaRPr lang="zh-CN" altLang="en-US" sz="24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20000"/>
              </a:lnSpc>
              <a:spcBef>
                <a:spcPct val="20000"/>
              </a:spcBef>
              <a:buNone/>
            </a:pPr>
            <a:r>
              <a:rPr lang="zh-CN" altLang="en-US" sz="2400" b="1" strike="noStrike" noProof="1">
                <a:solidFill>
                  <a:schemeClr val="tx1"/>
                </a:solidFill>
                <a:effectLst/>
                <a:latin typeface="Times New Roman" panose="02020603050405020304" charset="0"/>
                <a:ea typeface="宋体" panose="02010600030101010101" pitchFamily="2" charset="-122"/>
                <a:cs typeface="+mn-ea"/>
              </a:rPr>
              <a:t>（</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3</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）计算进程</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P</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中逻辑地址</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0x8006AD</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的物理地址，给出计算过程。</a:t>
            </a:r>
            <a:endParaRPr lang="zh-CN" altLang="en-US" sz="2400" b="1" strike="noStrike" noProof="1">
              <a:solidFill>
                <a:schemeClr val="tx1"/>
              </a:solidFill>
              <a:effectLst/>
              <a:latin typeface="Times New Roman" panose="02020603050405020304" charset="0"/>
              <a:ea typeface="宋体" panose="02010600030101010101" pitchFamily="2" charset="-122"/>
              <a:cs typeface="+mn-ea"/>
            </a:endParaRPr>
          </a:p>
        </p:txBody>
      </p:sp>
      <p:sp>
        <p:nvSpPr>
          <p:cNvPr id="79943" name="矩形 79942"/>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段页式存储管理</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9875" grpId="0" build="p"/>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1" name="矩形 78850"/>
          <p:cNvSpPr/>
          <p:nvPr/>
        </p:nvSpPr>
        <p:spPr>
          <a:xfrm>
            <a:off x="513715" y="415290"/>
            <a:ext cx="8013065" cy="73088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5.  Linux</a:t>
            </a:r>
            <a:r>
              <a:rPr lang="zh-CN" altLang="en-US" b="1" strike="noStrike" noProof="1">
                <a:solidFill>
                  <a:srgbClr val="990000"/>
                </a:solidFill>
                <a:latin typeface="Times New Roman" panose="02020603050405020304" charset="0"/>
                <a:ea typeface="宋体" panose="02010600030101010101" pitchFamily="2" charset="-122"/>
                <a:cs typeface="+mn-ea"/>
              </a:rPr>
              <a:t>系统</a:t>
            </a:r>
            <a:r>
              <a:rPr lang="en-US" altLang="zh-CN" b="1" strike="noStrike" noProof="1">
                <a:solidFill>
                  <a:srgbClr val="990000"/>
                </a:solidFill>
                <a:latin typeface="Times New Roman" panose="02020603050405020304" charset="0"/>
                <a:ea typeface="宋体" panose="02010600030101010101" pitchFamily="2" charset="-122"/>
                <a:cs typeface="+mn-ea"/>
              </a:rPr>
              <a:t>x86</a:t>
            </a:r>
            <a:r>
              <a:rPr lang="zh-CN" altLang="en-US" b="1" strike="noStrike" noProof="1">
                <a:solidFill>
                  <a:srgbClr val="990000"/>
                </a:solidFill>
                <a:latin typeface="Times New Roman" panose="02020603050405020304" charset="0"/>
                <a:ea typeface="宋体" panose="02010600030101010101" pitchFamily="2" charset="-122"/>
                <a:cs typeface="+mn-ea"/>
              </a:rPr>
              <a:t>处理器下的段页式系统</a:t>
            </a:r>
            <a:r>
              <a:rPr lang="zh-CN" altLang="en-US" sz="2000" strike="noStrike" noProof="1">
                <a:solidFill>
                  <a:schemeClr val="tx1"/>
                </a:solidFill>
                <a:latin typeface="Times New Roman" panose="02020603050405020304" charset="0"/>
                <a:ea typeface="宋体" panose="02010600030101010101" pitchFamily="2" charset="-122"/>
                <a:cs typeface="+mn-ea"/>
              </a:rPr>
              <a:t>      </a:t>
            </a:r>
            <a:endParaRPr lang="zh-CN" altLang="en-US" sz="2800" b="1" strike="noStrike" noProof="1">
              <a:solidFill>
                <a:srgbClr val="A50021"/>
              </a:solidFill>
              <a:latin typeface="Times New Roman" panose="02020603050405020304" charset="0"/>
              <a:ea typeface="宋体" panose="02010600030101010101" pitchFamily="2" charset="-122"/>
            </a:endParaRPr>
          </a:p>
        </p:txBody>
      </p:sp>
      <p:sp>
        <p:nvSpPr>
          <p:cNvPr id="78875" name="矩形 78874"/>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段页式存储管理</a:t>
            </a:r>
            <a:endParaRPr lang="zh-CN" altLang="en-US" sz="2400" strike="noStrike" noProof="1">
              <a:ea typeface="宋体" panose="02010600030101010101" pitchFamily="2" charset="-122"/>
            </a:endParaRPr>
          </a:p>
        </p:txBody>
      </p:sp>
      <p:grpSp>
        <p:nvGrpSpPr>
          <p:cNvPr id="33794" name="组合 36866"/>
          <p:cNvGrpSpPr/>
          <p:nvPr/>
        </p:nvGrpSpPr>
        <p:grpSpPr>
          <a:xfrm>
            <a:off x="824130" y="1074420"/>
            <a:ext cx="7912200" cy="5478145"/>
            <a:chOff x="75" y="0"/>
            <a:chExt cx="4821" cy="3840"/>
          </a:xfrm>
        </p:grpSpPr>
        <p:sp>
          <p:nvSpPr>
            <p:cNvPr id="33795" name="矩形 36867"/>
            <p:cNvSpPr/>
            <p:nvPr/>
          </p:nvSpPr>
          <p:spPr>
            <a:xfrm>
              <a:off x="2256" y="240"/>
              <a:ext cx="1392" cy="288"/>
            </a:xfrm>
            <a:prstGeom prst="rect">
              <a:avLst/>
            </a:prstGeom>
            <a:noFill/>
            <a:ln w="9525">
              <a:noFill/>
            </a:ln>
          </p:spPr>
          <p:txBody>
            <a:bodyPr anchor="t" anchorCtr="0"/>
            <a:p>
              <a:pPr algn="ctr">
                <a:spcBef>
                  <a:spcPct val="20000"/>
                </a:spcBef>
                <a:buClr>
                  <a:schemeClr val="folHlink"/>
                </a:buClr>
                <a:buSzPct val="75000"/>
                <a:buFont typeface="Wingdings" panose="05000000000000000000" pitchFamily="2" charset="2"/>
              </a:pPr>
              <a:r>
                <a:rPr lang="zh-CN" altLang="en-US" b="1">
                  <a:solidFill>
                    <a:srgbClr val="FF3300"/>
                  </a:solidFill>
                  <a:latin typeface="Verdana" panose="020B0604030504040204" pitchFamily="2" charset="0"/>
                  <a:ea typeface="宋体" panose="02010600030101010101" pitchFamily="2" charset="-122"/>
                </a:rPr>
                <a:t>逻辑地址（虚地址）</a:t>
              </a:r>
              <a:endParaRPr lang="zh-CN" altLang="en-US" b="1">
                <a:solidFill>
                  <a:srgbClr val="FF3300"/>
                </a:solidFill>
                <a:latin typeface="Verdana" panose="020B0604030504040204" pitchFamily="2" charset="0"/>
                <a:ea typeface="宋体" panose="02010600030101010101" pitchFamily="2" charset="-122"/>
              </a:endParaRPr>
            </a:p>
          </p:txBody>
        </p:sp>
        <p:sp>
          <p:nvSpPr>
            <p:cNvPr id="33796" name="矩形 36868"/>
            <p:cNvSpPr/>
            <p:nvPr/>
          </p:nvSpPr>
          <p:spPr>
            <a:xfrm>
              <a:off x="144" y="240"/>
              <a:ext cx="2064" cy="240"/>
            </a:xfrm>
            <a:prstGeom prst="rect">
              <a:avLst/>
            </a:prstGeom>
            <a:noFill/>
            <a:ln w="9525" cap="flat" cmpd="sng">
              <a:solidFill>
                <a:schemeClr val="tx1"/>
              </a:solidFill>
              <a:prstDash val="solid"/>
              <a:miter/>
              <a:headEnd type="none" w="med" len="med"/>
              <a:tailEnd type="none" w="med" len="med"/>
            </a:ln>
          </p:spPr>
          <p:txBody>
            <a:bodyPr anchor="t" anchorCtr="0"/>
            <a:p>
              <a:endParaRPr lang="zh-CN" altLang="en-US">
                <a:latin typeface="Arial" panose="02080604020202020204" pitchFamily="34" charset="0"/>
                <a:ea typeface="方正书宋_GBK" panose="02000000000000000000" charset="-122"/>
              </a:endParaRPr>
            </a:p>
          </p:txBody>
        </p:sp>
        <p:sp>
          <p:nvSpPr>
            <p:cNvPr id="33797" name="矩形 36869"/>
            <p:cNvSpPr/>
            <p:nvPr/>
          </p:nvSpPr>
          <p:spPr>
            <a:xfrm>
              <a:off x="84" y="265"/>
              <a:ext cx="1023" cy="192"/>
            </a:xfrm>
            <a:prstGeom prst="rect">
              <a:avLst/>
            </a:prstGeom>
            <a:noFill/>
            <a:ln w="9525">
              <a:noFill/>
            </a:ln>
          </p:spPr>
          <p:txBody>
            <a:bodyPr anchor="t" anchorCtr="0"/>
            <a:p>
              <a:pPr algn="ctr">
                <a:spcBef>
                  <a:spcPct val="20000"/>
                </a:spcBef>
                <a:buClr>
                  <a:schemeClr val="folHlink"/>
                </a:buClr>
                <a:buSzPct val="75000"/>
                <a:buFont typeface="Wingdings" panose="05000000000000000000" pitchFamily="2" charset="2"/>
              </a:pPr>
              <a:r>
                <a:rPr lang="zh-CN" altLang="en-US" sz="1200" b="1">
                  <a:solidFill>
                    <a:srgbClr val="FF3300"/>
                  </a:solidFill>
                  <a:latin typeface="Verdana" panose="020B0604030504040204" pitchFamily="2" charset="0"/>
                  <a:ea typeface="宋体" panose="02010600030101010101" pitchFamily="2" charset="-122"/>
                </a:rPr>
                <a:t>段号</a:t>
              </a:r>
              <a:r>
                <a:rPr lang="en-US" altLang="zh-CN" sz="1200" b="1">
                  <a:solidFill>
                    <a:srgbClr val="FF3300"/>
                  </a:solidFill>
                  <a:latin typeface="Verdana" panose="020B0604030504040204" pitchFamily="2" charset="0"/>
                  <a:ea typeface="宋体" panose="02010600030101010101" pitchFamily="2" charset="-122"/>
                </a:rPr>
                <a:t>(13bits)+TI+ RPL</a:t>
              </a:r>
              <a:endParaRPr lang="en-US" altLang="zh-CN" sz="1200" b="1">
                <a:solidFill>
                  <a:srgbClr val="FF3300"/>
                </a:solidFill>
                <a:latin typeface="Verdana" panose="020B0604030504040204" pitchFamily="2" charset="0"/>
                <a:ea typeface="宋体" panose="02010600030101010101" pitchFamily="2" charset="-122"/>
              </a:endParaRPr>
            </a:p>
          </p:txBody>
        </p:sp>
        <p:sp>
          <p:nvSpPr>
            <p:cNvPr id="33798" name="矩形 36870"/>
            <p:cNvSpPr/>
            <p:nvPr/>
          </p:nvSpPr>
          <p:spPr>
            <a:xfrm>
              <a:off x="1056" y="240"/>
              <a:ext cx="1248" cy="240"/>
            </a:xfrm>
            <a:prstGeom prst="rect">
              <a:avLst/>
            </a:prstGeom>
            <a:noFill/>
            <a:ln w="9525">
              <a:noFill/>
            </a:ln>
          </p:spPr>
          <p:txBody>
            <a:bodyPr anchor="t" anchorCtr="0"/>
            <a:p>
              <a:pPr algn="ctr">
                <a:spcBef>
                  <a:spcPct val="20000"/>
                </a:spcBef>
                <a:buClr>
                  <a:schemeClr val="folHlink"/>
                </a:buClr>
                <a:buSzPct val="75000"/>
                <a:buFont typeface="Wingdings" panose="05000000000000000000" pitchFamily="2" charset="2"/>
              </a:pPr>
              <a:r>
                <a:rPr lang="zh-CN" altLang="en-US" b="1">
                  <a:solidFill>
                    <a:srgbClr val="FF3300"/>
                  </a:solidFill>
                  <a:latin typeface="Verdana" panose="020B0604030504040204" pitchFamily="2" charset="0"/>
                  <a:ea typeface="宋体" panose="02010600030101010101" pitchFamily="2" charset="-122"/>
                </a:rPr>
                <a:t>偏移值</a:t>
              </a:r>
              <a:endParaRPr lang="zh-CN" altLang="en-US" b="1">
                <a:solidFill>
                  <a:srgbClr val="FF3300"/>
                </a:solidFill>
                <a:latin typeface="Verdana" panose="020B0604030504040204" pitchFamily="2" charset="0"/>
                <a:ea typeface="宋体" panose="02010600030101010101" pitchFamily="2" charset="-122"/>
              </a:endParaRPr>
            </a:p>
          </p:txBody>
        </p:sp>
        <p:sp>
          <p:nvSpPr>
            <p:cNvPr id="33799" name="直接连接符 36871"/>
            <p:cNvSpPr/>
            <p:nvPr/>
          </p:nvSpPr>
          <p:spPr>
            <a:xfrm>
              <a:off x="1056" y="240"/>
              <a:ext cx="0" cy="240"/>
            </a:xfrm>
            <a:prstGeom prst="line">
              <a:avLst/>
            </a:prstGeom>
            <a:ln w="9525" cap="flat" cmpd="sng">
              <a:solidFill>
                <a:schemeClr val="tx1"/>
              </a:solidFill>
              <a:prstDash val="solid"/>
              <a:round/>
              <a:headEnd type="none" w="med" len="med"/>
              <a:tailEnd type="none" w="med" len="med"/>
            </a:ln>
          </p:spPr>
          <p:txBody>
            <a:bodyPr anchor="t" anchorCtr="0"/>
            <a:p>
              <a:endParaRPr lang="zh-CN" altLang="en-US">
                <a:latin typeface="Arial" panose="02080604020202020204" pitchFamily="34" charset="0"/>
                <a:ea typeface="方正书宋_GBK" panose="02000000000000000000" charset="-122"/>
              </a:endParaRPr>
            </a:p>
          </p:txBody>
        </p:sp>
        <p:sp>
          <p:nvSpPr>
            <p:cNvPr id="33800" name="矩形 36872"/>
            <p:cNvSpPr/>
            <p:nvPr/>
          </p:nvSpPr>
          <p:spPr>
            <a:xfrm>
              <a:off x="75" y="0"/>
              <a:ext cx="308" cy="240"/>
            </a:xfrm>
            <a:prstGeom prst="rect">
              <a:avLst/>
            </a:prstGeom>
            <a:noFill/>
            <a:ln w="9525">
              <a:noFill/>
            </a:ln>
          </p:spPr>
          <p:txBody>
            <a:bodyPr anchor="t" anchorCtr="0"/>
            <a:p>
              <a:pPr algn="ctr">
                <a:spcBef>
                  <a:spcPct val="20000"/>
                </a:spcBef>
                <a:buClr>
                  <a:schemeClr val="folHlink"/>
                </a:buClr>
                <a:buSzPct val="75000"/>
                <a:buFont typeface="Wingdings" panose="05000000000000000000" pitchFamily="2" charset="2"/>
              </a:pPr>
              <a:r>
                <a:rPr lang="en-US" altLang="zh-CN" b="1">
                  <a:solidFill>
                    <a:srgbClr val="FF3300"/>
                  </a:solidFill>
                  <a:latin typeface="Verdana" panose="020B0604030504040204" pitchFamily="2" charset="0"/>
                  <a:ea typeface="宋体" panose="02010600030101010101" pitchFamily="2" charset="-122"/>
                </a:rPr>
                <a:t> 15</a:t>
              </a:r>
              <a:endParaRPr lang="en-US" altLang="zh-CN" b="1">
                <a:solidFill>
                  <a:srgbClr val="FF3300"/>
                </a:solidFill>
                <a:latin typeface="Verdana" panose="020B0604030504040204" pitchFamily="2" charset="0"/>
                <a:ea typeface="宋体" panose="02010600030101010101" pitchFamily="2" charset="-122"/>
              </a:endParaRPr>
            </a:p>
          </p:txBody>
        </p:sp>
        <p:sp>
          <p:nvSpPr>
            <p:cNvPr id="33801" name="矩形 36873"/>
            <p:cNvSpPr/>
            <p:nvPr/>
          </p:nvSpPr>
          <p:spPr>
            <a:xfrm>
              <a:off x="848" y="0"/>
              <a:ext cx="303" cy="240"/>
            </a:xfrm>
            <a:prstGeom prst="rect">
              <a:avLst/>
            </a:prstGeom>
            <a:noFill/>
            <a:ln w="9525">
              <a:noFill/>
            </a:ln>
          </p:spPr>
          <p:txBody>
            <a:bodyPr anchor="t" anchorCtr="0"/>
            <a:p>
              <a:pPr algn="ctr">
                <a:spcBef>
                  <a:spcPct val="20000"/>
                </a:spcBef>
                <a:buClr>
                  <a:schemeClr val="folHlink"/>
                </a:buClr>
                <a:buSzPct val="75000"/>
                <a:buFont typeface="Wingdings" panose="05000000000000000000" pitchFamily="2" charset="2"/>
              </a:pPr>
              <a:r>
                <a:rPr lang="en-US" altLang="zh-CN" b="1">
                  <a:solidFill>
                    <a:srgbClr val="FF3300"/>
                  </a:solidFill>
                  <a:latin typeface="Verdana" panose="020B0604030504040204" pitchFamily="2" charset="0"/>
                  <a:ea typeface="宋体" panose="02010600030101010101" pitchFamily="2" charset="-122"/>
                </a:rPr>
                <a:t>0</a:t>
              </a:r>
              <a:endParaRPr lang="en-US" altLang="zh-CN" b="1">
                <a:solidFill>
                  <a:srgbClr val="FF3300"/>
                </a:solidFill>
                <a:latin typeface="Verdana" panose="020B0604030504040204" pitchFamily="2" charset="0"/>
                <a:ea typeface="宋体" panose="02010600030101010101" pitchFamily="2" charset="-122"/>
              </a:endParaRPr>
            </a:p>
          </p:txBody>
        </p:sp>
        <p:sp>
          <p:nvSpPr>
            <p:cNvPr id="33802" name="矩形 36874"/>
            <p:cNvSpPr/>
            <p:nvPr/>
          </p:nvSpPr>
          <p:spPr>
            <a:xfrm>
              <a:off x="1008" y="0"/>
              <a:ext cx="384" cy="240"/>
            </a:xfrm>
            <a:prstGeom prst="rect">
              <a:avLst/>
            </a:prstGeom>
            <a:noFill/>
            <a:ln w="9525">
              <a:noFill/>
            </a:ln>
          </p:spPr>
          <p:txBody>
            <a:bodyPr anchor="t" anchorCtr="0"/>
            <a:p>
              <a:pPr algn="ctr">
                <a:spcBef>
                  <a:spcPct val="20000"/>
                </a:spcBef>
                <a:buClr>
                  <a:schemeClr val="folHlink"/>
                </a:buClr>
                <a:buSzPct val="75000"/>
                <a:buFont typeface="Wingdings" panose="05000000000000000000" pitchFamily="2" charset="2"/>
              </a:pPr>
              <a:r>
                <a:rPr lang="en-US" altLang="zh-CN" b="1">
                  <a:solidFill>
                    <a:srgbClr val="FF3300"/>
                  </a:solidFill>
                  <a:latin typeface="Verdana" panose="020B0604030504040204" pitchFamily="2" charset="0"/>
                  <a:ea typeface="宋体" panose="02010600030101010101" pitchFamily="2" charset="-122"/>
                </a:rPr>
                <a:t>31</a:t>
              </a:r>
              <a:endParaRPr lang="en-US" altLang="zh-CN" b="1">
                <a:solidFill>
                  <a:srgbClr val="FF3300"/>
                </a:solidFill>
                <a:latin typeface="Verdana" panose="020B0604030504040204" pitchFamily="2" charset="0"/>
                <a:ea typeface="宋体" panose="02010600030101010101" pitchFamily="2" charset="-122"/>
              </a:endParaRPr>
            </a:p>
          </p:txBody>
        </p:sp>
        <p:sp>
          <p:nvSpPr>
            <p:cNvPr id="33803" name="矩形 36875"/>
            <p:cNvSpPr/>
            <p:nvPr/>
          </p:nvSpPr>
          <p:spPr>
            <a:xfrm>
              <a:off x="1968" y="0"/>
              <a:ext cx="336" cy="240"/>
            </a:xfrm>
            <a:prstGeom prst="rect">
              <a:avLst/>
            </a:prstGeom>
            <a:noFill/>
            <a:ln w="9525">
              <a:noFill/>
            </a:ln>
          </p:spPr>
          <p:txBody>
            <a:bodyPr anchor="t" anchorCtr="0"/>
            <a:p>
              <a:pPr algn="ctr">
                <a:spcBef>
                  <a:spcPct val="20000"/>
                </a:spcBef>
                <a:buClr>
                  <a:schemeClr val="folHlink"/>
                </a:buClr>
                <a:buSzPct val="75000"/>
                <a:buFont typeface="Wingdings" panose="05000000000000000000" pitchFamily="2" charset="2"/>
              </a:pPr>
              <a:r>
                <a:rPr lang="en-US" altLang="zh-CN" b="1">
                  <a:solidFill>
                    <a:srgbClr val="FF3300"/>
                  </a:solidFill>
                  <a:latin typeface="Verdana" panose="020B0604030504040204" pitchFamily="2" charset="0"/>
                  <a:ea typeface="宋体" panose="02010600030101010101" pitchFamily="2" charset="-122"/>
                </a:rPr>
                <a:t>0</a:t>
              </a:r>
              <a:endParaRPr lang="en-US" altLang="zh-CN" b="1">
                <a:solidFill>
                  <a:srgbClr val="FF3300"/>
                </a:solidFill>
                <a:latin typeface="Verdana" panose="020B0604030504040204" pitchFamily="2" charset="0"/>
                <a:ea typeface="宋体" panose="02010600030101010101" pitchFamily="2" charset="-122"/>
              </a:endParaRPr>
            </a:p>
          </p:txBody>
        </p:sp>
        <p:sp>
          <p:nvSpPr>
            <p:cNvPr id="33804" name="矩形 36876"/>
            <p:cNvSpPr/>
            <p:nvPr/>
          </p:nvSpPr>
          <p:spPr>
            <a:xfrm>
              <a:off x="2160" y="3600"/>
              <a:ext cx="432" cy="192"/>
            </a:xfrm>
            <a:prstGeom prst="rect">
              <a:avLst/>
            </a:prstGeom>
            <a:noFill/>
            <a:ln w="9525">
              <a:noFill/>
            </a:ln>
          </p:spPr>
          <p:txBody>
            <a:bodyPr anchor="t" anchorCtr="0"/>
            <a:p>
              <a:pPr algn="ctr">
                <a:spcBef>
                  <a:spcPct val="20000"/>
                </a:spcBef>
                <a:buClr>
                  <a:schemeClr val="folHlink"/>
                </a:buClr>
                <a:buSzPct val="75000"/>
                <a:buFont typeface="Wingdings" panose="05000000000000000000" pitchFamily="2" charset="2"/>
              </a:pPr>
              <a:r>
                <a:rPr lang="zh-CN" altLang="en-US" b="1">
                  <a:solidFill>
                    <a:srgbClr val="FF3300"/>
                  </a:solidFill>
                  <a:latin typeface="Verdana" panose="020B0604030504040204" pitchFamily="2" charset="0"/>
                  <a:ea typeface="宋体" panose="02010600030101010101" pitchFamily="2" charset="-122"/>
                </a:rPr>
                <a:t>页表</a:t>
              </a:r>
              <a:endParaRPr lang="zh-CN" altLang="en-US" b="1">
                <a:solidFill>
                  <a:srgbClr val="FF3300"/>
                </a:solidFill>
                <a:latin typeface="Verdana" panose="020B0604030504040204" pitchFamily="2" charset="0"/>
                <a:ea typeface="宋体" panose="02010600030101010101" pitchFamily="2" charset="-122"/>
              </a:endParaRPr>
            </a:p>
          </p:txBody>
        </p:sp>
        <p:sp>
          <p:nvSpPr>
            <p:cNvPr id="33805" name="矩形 36877"/>
            <p:cNvSpPr/>
            <p:nvPr/>
          </p:nvSpPr>
          <p:spPr>
            <a:xfrm>
              <a:off x="768" y="3600"/>
              <a:ext cx="720" cy="240"/>
            </a:xfrm>
            <a:prstGeom prst="rect">
              <a:avLst/>
            </a:prstGeom>
            <a:noFill/>
            <a:ln w="9525">
              <a:noFill/>
            </a:ln>
          </p:spPr>
          <p:txBody>
            <a:bodyPr anchor="t" anchorCtr="0"/>
            <a:p>
              <a:pPr algn="ctr">
                <a:spcBef>
                  <a:spcPct val="20000"/>
                </a:spcBef>
                <a:buClr>
                  <a:schemeClr val="folHlink"/>
                </a:buClr>
                <a:buSzPct val="75000"/>
                <a:buFont typeface="Wingdings" panose="05000000000000000000" pitchFamily="2" charset="2"/>
              </a:pPr>
              <a:r>
                <a:rPr lang="zh-CN" altLang="en-US" b="1">
                  <a:solidFill>
                    <a:srgbClr val="FF3300"/>
                  </a:solidFill>
                  <a:latin typeface="Verdana" panose="020B0604030504040204" pitchFamily="2" charset="0"/>
                  <a:ea typeface="宋体" panose="02010600030101010101" pitchFamily="2" charset="-122"/>
                </a:rPr>
                <a:t>页表目录</a:t>
              </a:r>
              <a:endParaRPr lang="zh-CN" altLang="en-US" b="1">
                <a:solidFill>
                  <a:srgbClr val="FF3300"/>
                </a:solidFill>
                <a:latin typeface="Verdana" panose="020B0604030504040204" pitchFamily="2" charset="0"/>
                <a:ea typeface="宋体" panose="02010600030101010101" pitchFamily="2" charset="-122"/>
              </a:endParaRPr>
            </a:p>
          </p:txBody>
        </p:sp>
        <p:sp>
          <p:nvSpPr>
            <p:cNvPr id="33806" name="直接连接符 36878"/>
            <p:cNvSpPr/>
            <p:nvPr/>
          </p:nvSpPr>
          <p:spPr>
            <a:xfrm>
              <a:off x="288" y="948"/>
              <a:ext cx="192" cy="0"/>
            </a:xfrm>
            <a:prstGeom prst="line">
              <a:avLst/>
            </a:prstGeom>
            <a:ln w="9525" cap="flat" cmpd="sng">
              <a:solidFill>
                <a:schemeClr val="tx1"/>
              </a:solidFill>
              <a:prstDash val="solid"/>
              <a:round/>
              <a:headEnd type="none" w="med" len="med"/>
              <a:tailEnd type="triangle" w="sm" len="lg"/>
            </a:ln>
          </p:spPr>
          <p:txBody>
            <a:bodyPr anchor="t" anchorCtr="0"/>
            <a:p>
              <a:endParaRPr lang="zh-CN" altLang="en-US">
                <a:latin typeface="Arial" panose="02080604020202020204" pitchFamily="34" charset="0"/>
                <a:ea typeface="方正书宋_GBK" panose="02000000000000000000" charset="-122"/>
              </a:endParaRPr>
            </a:p>
          </p:txBody>
        </p:sp>
        <p:sp>
          <p:nvSpPr>
            <p:cNvPr id="33807" name="未知"/>
            <p:cNvSpPr/>
            <p:nvPr/>
          </p:nvSpPr>
          <p:spPr>
            <a:xfrm>
              <a:off x="484" y="1007"/>
              <a:ext cx="611" cy="1"/>
            </a:xfrm>
            <a:custGeom>
              <a:avLst/>
              <a:gdLst/>
              <a:ahLst/>
              <a:cxnLst/>
              <a:pathLst>
                <a:path w="611" h="1">
                  <a:moveTo>
                    <a:pt x="0" y="0"/>
                  </a:moveTo>
                  <a:lnTo>
                    <a:pt x="611"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33808" name="直接连接符 36880"/>
            <p:cNvSpPr/>
            <p:nvPr/>
          </p:nvSpPr>
          <p:spPr>
            <a:xfrm>
              <a:off x="480" y="888"/>
              <a:ext cx="624" cy="0"/>
            </a:xfrm>
            <a:prstGeom prst="line">
              <a:avLst/>
            </a:prstGeom>
            <a:ln w="9525" cap="flat" cmpd="sng">
              <a:solidFill>
                <a:schemeClr val="tx1"/>
              </a:solidFill>
              <a:prstDash val="solid"/>
              <a:round/>
              <a:headEnd type="none" w="med" len="med"/>
              <a:tailEnd type="none" w="med" len="med"/>
            </a:ln>
          </p:spPr>
          <p:txBody>
            <a:bodyPr anchor="t" anchorCtr="0"/>
            <a:p>
              <a:endParaRPr lang="zh-CN" altLang="en-US">
                <a:latin typeface="Arial" panose="02080604020202020204" pitchFamily="34" charset="0"/>
                <a:ea typeface="方正书宋_GBK" panose="02000000000000000000" charset="-122"/>
              </a:endParaRPr>
            </a:p>
          </p:txBody>
        </p:sp>
        <p:sp>
          <p:nvSpPr>
            <p:cNvPr id="33809" name="未知"/>
            <p:cNvSpPr/>
            <p:nvPr/>
          </p:nvSpPr>
          <p:spPr>
            <a:xfrm>
              <a:off x="1104" y="936"/>
              <a:ext cx="473" cy="1"/>
            </a:xfrm>
            <a:custGeom>
              <a:avLst/>
              <a:gdLst/>
              <a:ahLst/>
              <a:cxnLst/>
              <a:pathLst>
                <a:path w="473" h="1">
                  <a:moveTo>
                    <a:pt x="0" y="0"/>
                  </a:moveTo>
                  <a:lnTo>
                    <a:pt x="473" y="0"/>
                  </a:lnTo>
                </a:path>
              </a:pathLst>
            </a:custGeom>
            <a:noFill/>
            <a:ln w="9525" cap="flat" cmpd="sng">
              <a:solidFill>
                <a:schemeClr val="tx1"/>
              </a:solidFill>
              <a:prstDash val="solid"/>
              <a:round/>
              <a:headEnd type="none" w="med" len="med"/>
              <a:tailEnd type="triangle" w="sm" len="lg"/>
            </a:ln>
          </p:spPr>
          <p:txBody>
            <a:bodyPr/>
            <a:p>
              <a:endParaRPr lang="zh-CN" altLang="en-US"/>
            </a:p>
          </p:txBody>
        </p:sp>
        <p:sp>
          <p:nvSpPr>
            <p:cNvPr id="33810" name="矩形 36882"/>
            <p:cNvSpPr/>
            <p:nvPr/>
          </p:nvSpPr>
          <p:spPr>
            <a:xfrm>
              <a:off x="480" y="648"/>
              <a:ext cx="624" cy="1056"/>
            </a:xfrm>
            <a:prstGeom prst="rect">
              <a:avLst/>
            </a:prstGeom>
            <a:noFill/>
            <a:ln w="9525" cap="flat" cmpd="sng">
              <a:solidFill>
                <a:schemeClr val="tx1"/>
              </a:solidFill>
              <a:prstDash val="solid"/>
              <a:miter/>
              <a:headEnd type="none" w="med" len="med"/>
              <a:tailEnd type="none" w="med" len="med"/>
            </a:ln>
          </p:spPr>
          <p:txBody>
            <a:bodyPr anchor="t" anchorCtr="0"/>
            <a:p>
              <a:endParaRPr lang="zh-CN" altLang="en-US">
                <a:latin typeface="Arial" panose="02080604020202020204" pitchFamily="34" charset="0"/>
                <a:ea typeface="方正书宋_GBK" panose="02000000000000000000" charset="-122"/>
              </a:endParaRPr>
            </a:p>
          </p:txBody>
        </p:sp>
        <p:sp>
          <p:nvSpPr>
            <p:cNvPr id="33811" name="未知"/>
            <p:cNvSpPr/>
            <p:nvPr/>
          </p:nvSpPr>
          <p:spPr>
            <a:xfrm>
              <a:off x="480" y="1565"/>
              <a:ext cx="627" cy="6"/>
            </a:xfrm>
            <a:custGeom>
              <a:avLst/>
              <a:gdLst/>
              <a:ahLst/>
              <a:cxnLst/>
              <a:pathLst>
                <a:path w="627" h="6">
                  <a:moveTo>
                    <a:pt x="0" y="0"/>
                  </a:moveTo>
                  <a:lnTo>
                    <a:pt x="627" y="6"/>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33812" name="直接连接符 36884"/>
            <p:cNvSpPr/>
            <p:nvPr/>
          </p:nvSpPr>
          <p:spPr>
            <a:xfrm>
              <a:off x="480" y="1450"/>
              <a:ext cx="624" cy="0"/>
            </a:xfrm>
            <a:prstGeom prst="line">
              <a:avLst/>
            </a:prstGeom>
            <a:ln w="9525" cap="flat" cmpd="sng">
              <a:solidFill>
                <a:schemeClr val="tx1"/>
              </a:solidFill>
              <a:prstDash val="solid"/>
              <a:round/>
              <a:headEnd type="none" w="med" len="med"/>
              <a:tailEnd type="none" w="med" len="med"/>
            </a:ln>
          </p:spPr>
          <p:txBody>
            <a:bodyPr anchor="t" anchorCtr="0"/>
            <a:p>
              <a:endParaRPr lang="zh-CN" altLang="en-US">
                <a:latin typeface="Arial" panose="02080604020202020204" pitchFamily="34" charset="0"/>
                <a:ea typeface="方正书宋_GBK" panose="02000000000000000000" charset="-122"/>
              </a:endParaRPr>
            </a:p>
          </p:txBody>
        </p:sp>
        <p:sp>
          <p:nvSpPr>
            <p:cNvPr id="33813" name="直接连接符 36885"/>
            <p:cNvSpPr/>
            <p:nvPr/>
          </p:nvSpPr>
          <p:spPr>
            <a:xfrm>
              <a:off x="480" y="1334"/>
              <a:ext cx="624" cy="1"/>
            </a:xfrm>
            <a:prstGeom prst="line">
              <a:avLst/>
            </a:prstGeom>
            <a:ln w="9525" cap="flat" cmpd="sng">
              <a:solidFill>
                <a:schemeClr val="tx1"/>
              </a:solidFill>
              <a:prstDash val="solid"/>
              <a:round/>
              <a:headEnd type="none" w="med" len="med"/>
              <a:tailEnd type="none" w="med" len="med"/>
            </a:ln>
          </p:spPr>
          <p:txBody>
            <a:bodyPr anchor="t" anchorCtr="0"/>
            <a:p>
              <a:endParaRPr lang="zh-CN" altLang="en-US">
                <a:latin typeface="Arial" panose="02080604020202020204" pitchFamily="34" charset="0"/>
                <a:ea typeface="方正书宋_GBK" panose="02000000000000000000" charset="-122"/>
              </a:endParaRPr>
            </a:p>
          </p:txBody>
        </p:sp>
        <p:sp>
          <p:nvSpPr>
            <p:cNvPr id="33814" name="直接连接符 36886"/>
            <p:cNvSpPr/>
            <p:nvPr/>
          </p:nvSpPr>
          <p:spPr>
            <a:xfrm>
              <a:off x="480" y="1219"/>
              <a:ext cx="624" cy="0"/>
            </a:xfrm>
            <a:prstGeom prst="line">
              <a:avLst/>
            </a:prstGeom>
            <a:ln w="9525" cap="flat" cmpd="sng">
              <a:solidFill>
                <a:schemeClr val="tx1"/>
              </a:solidFill>
              <a:prstDash val="solid"/>
              <a:round/>
              <a:headEnd type="none" w="med" len="med"/>
              <a:tailEnd type="none" w="med" len="med"/>
            </a:ln>
          </p:spPr>
          <p:txBody>
            <a:bodyPr anchor="t" anchorCtr="0"/>
            <a:p>
              <a:endParaRPr lang="zh-CN" altLang="en-US">
                <a:latin typeface="Arial" panose="02080604020202020204" pitchFamily="34" charset="0"/>
                <a:ea typeface="方正书宋_GBK" panose="02000000000000000000" charset="-122"/>
              </a:endParaRPr>
            </a:p>
          </p:txBody>
        </p:sp>
        <p:sp>
          <p:nvSpPr>
            <p:cNvPr id="33815" name="未知"/>
            <p:cNvSpPr/>
            <p:nvPr/>
          </p:nvSpPr>
          <p:spPr>
            <a:xfrm>
              <a:off x="1695" y="1272"/>
              <a:ext cx="849" cy="5"/>
            </a:xfrm>
            <a:custGeom>
              <a:avLst/>
              <a:gdLst/>
              <a:ahLst/>
              <a:cxnLst/>
              <a:pathLst>
                <a:path w="849" h="5">
                  <a:moveTo>
                    <a:pt x="0" y="5"/>
                  </a:moveTo>
                  <a:lnTo>
                    <a:pt x="849"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33816" name="未知"/>
            <p:cNvSpPr/>
            <p:nvPr/>
          </p:nvSpPr>
          <p:spPr>
            <a:xfrm>
              <a:off x="1680" y="480"/>
              <a:ext cx="3" cy="351"/>
            </a:xfrm>
            <a:custGeom>
              <a:avLst/>
              <a:gdLst/>
              <a:ahLst/>
              <a:cxnLst/>
              <a:pathLst>
                <a:path w="3" h="351">
                  <a:moveTo>
                    <a:pt x="0" y="0"/>
                  </a:moveTo>
                  <a:lnTo>
                    <a:pt x="3" y="351"/>
                  </a:lnTo>
                </a:path>
              </a:pathLst>
            </a:custGeom>
            <a:noFill/>
            <a:ln w="9525" cap="flat" cmpd="sng">
              <a:solidFill>
                <a:schemeClr val="tx1"/>
              </a:solidFill>
              <a:prstDash val="solid"/>
              <a:round/>
              <a:headEnd type="none" w="med" len="med"/>
              <a:tailEnd type="triangle" w="sm" len="lg"/>
            </a:ln>
          </p:spPr>
          <p:txBody>
            <a:bodyPr/>
            <a:p>
              <a:endParaRPr lang="zh-CN" altLang="en-US"/>
            </a:p>
          </p:txBody>
        </p:sp>
        <p:sp>
          <p:nvSpPr>
            <p:cNvPr id="33817" name="未知"/>
            <p:cNvSpPr/>
            <p:nvPr/>
          </p:nvSpPr>
          <p:spPr>
            <a:xfrm>
              <a:off x="284" y="480"/>
              <a:ext cx="4" cy="492"/>
            </a:xfrm>
            <a:custGeom>
              <a:avLst/>
              <a:gdLst/>
              <a:ahLst/>
              <a:cxnLst/>
              <a:pathLst>
                <a:path w="4" h="492">
                  <a:moveTo>
                    <a:pt x="4" y="0"/>
                  </a:moveTo>
                  <a:lnTo>
                    <a:pt x="0" y="492"/>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33818" name="未知"/>
            <p:cNvSpPr/>
            <p:nvPr/>
          </p:nvSpPr>
          <p:spPr>
            <a:xfrm>
              <a:off x="1680" y="1032"/>
              <a:ext cx="3" cy="257"/>
            </a:xfrm>
            <a:custGeom>
              <a:avLst/>
              <a:gdLst/>
              <a:ahLst/>
              <a:cxnLst/>
              <a:pathLst>
                <a:path w="3" h="257">
                  <a:moveTo>
                    <a:pt x="0" y="0"/>
                  </a:moveTo>
                  <a:lnTo>
                    <a:pt x="3" y="257"/>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33819" name="矩形 36891"/>
            <p:cNvSpPr/>
            <p:nvPr/>
          </p:nvSpPr>
          <p:spPr>
            <a:xfrm rot="5445218">
              <a:off x="984" y="2424"/>
              <a:ext cx="384" cy="240"/>
            </a:xfrm>
            <a:prstGeom prst="rect">
              <a:avLst/>
            </a:prstGeom>
            <a:noFill/>
            <a:ln w="9525">
              <a:noFill/>
            </a:ln>
          </p:spPr>
          <p:txBody>
            <a:bodyPr anchor="t" anchorCtr="0"/>
            <a:p>
              <a:pPr algn="ctr">
                <a:spcBef>
                  <a:spcPct val="20000"/>
                </a:spcBef>
                <a:buClr>
                  <a:schemeClr val="folHlink"/>
                </a:buClr>
                <a:buSzPct val="75000"/>
                <a:buFont typeface="Wingdings" panose="05000000000000000000" pitchFamily="2" charset="2"/>
              </a:pPr>
              <a:r>
                <a:rPr lang="en-US" altLang="zh-CN" b="1">
                  <a:solidFill>
                    <a:srgbClr val="FF3300"/>
                  </a:solidFill>
                  <a:latin typeface="Times New Roman" panose="02020603050405020304" charset="0"/>
                  <a:ea typeface="宋体" panose="02010600030101010101" pitchFamily="2" charset="-122"/>
                </a:rPr>
                <a:t>…</a:t>
              </a:r>
              <a:endParaRPr lang="en-US" altLang="zh-CN" b="1">
                <a:solidFill>
                  <a:srgbClr val="FF3300"/>
                </a:solidFill>
                <a:latin typeface="Verdana" panose="020B0604030504040204" pitchFamily="2" charset="0"/>
                <a:ea typeface="宋体" panose="02010600030101010101" pitchFamily="2" charset="-122"/>
              </a:endParaRPr>
            </a:p>
          </p:txBody>
        </p:sp>
        <p:grpSp>
          <p:nvGrpSpPr>
            <p:cNvPr id="33820" name="组合 36892"/>
            <p:cNvGrpSpPr/>
            <p:nvPr/>
          </p:nvGrpSpPr>
          <p:grpSpPr>
            <a:xfrm>
              <a:off x="1584" y="840"/>
              <a:ext cx="192" cy="192"/>
              <a:chOff x="0" y="0"/>
              <a:chExt cx="192" cy="192"/>
            </a:xfrm>
          </p:grpSpPr>
          <p:sp>
            <p:nvSpPr>
              <p:cNvPr id="33821" name="椭圆 36893"/>
              <p:cNvSpPr/>
              <p:nvPr/>
            </p:nvSpPr>
            <p:spPr>
              <a:xfrm>
                <a:off x="0" y="0"/>
                <a:ext cx="192" cy="192"/>
              </a:xfrm>
              <a:prstGeom prst="ellipse">
                <a:avLst/>
              </a:prstGeom>
              <a:noFill/>
              <a:ln w="9525" cap="flat" cmpd="sng">
                <a:solidFill>
                  <a:schemeClr val="tx1"/>
                </a:solidFill>
                <a:prstDash val="solid"/>
                <a:round/>
                <a:headEnd type="none" w="med" len="med"/>
                <a:tailEnd type="none" w="med" len="med"/>
              </a:ln>
            </p:spPr>
            <p:txBody>
              <a:bodyPr anchor="t" anchorCtr="0"/>
              <a:p>
                <a:endParaRPr lang="zh-CN" altLang="en-US">
                  <a:latin typeface="Arial" panose="02080604020202020204" pitchFamily="34" charset="0"/>
                  <a:ea typeface="方正书宋_GBK" panose="02000000000000000000" charset="-122"/>
                </a:endParaRPr>
              </a:p>
            </p:txBody>
          </p:sp>
          <p:sp>
            <p:nvSpPr>
              <p:cNvPr id="33822" name="未知"/>
              <p:cNvSpPr/>
              <p:nvPr/>
            </p:nvSpPr>
            <p:spPr>
              <a:xfrm>
                <a:off x="33" y="96"/>
                <a:ext cx="135" cy="1"/>
              </a:xfrm>
              <a:custGeom>
                <a:avLst/>
                <a:gdLst/>
                <a:ahLst/>
                <a:cxnLst/>
                <a:pathLst>
                  <a:path w="135" h="1">
                    <a:moveTo>
                      <a:pt x="0" y="0"/>
                    </a:moveTo>
                    <a:lnTo>
                      <a:pt x="135" y="1"/>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33823" name="未知"/>
              <p:cNvSpPr/>
              <p:nvPr/>
            </p:nvSpPr>
            <p:spPr>
              <a:xfrm>
                <a:off x="96" y="29"/>
                <a:ext cx="1" cy="144"/>
              </a:xfrm>
              <a:custGeom>
                <a:avLst/>
                <a:gdLst/>
                <a:ahLst/>
                <a:cxnLst/>
                <a:pathLst>
                  <a:path w="1" h="144">
                    <a:moveTo>
                      <a:pt x="0" y="0"/>
                    </a:moveTo>
                    <a:lnTo>
                      <a:pt x="0" y="144"/>
                    </a:lnTo>
                  </a:path>
                </a:pathLst>
              </a:custGeom>
              <a:noFill/>
              <a:ln w="9525" cap="flat" cmpd="sng">
                <a:solidFill>
                  <a:schemeClr val="tx1"/>
                </a:solidFill>
                <a:prstDash val="solid"/>
                <a:round/>
                <a:headEnd type="none" w="med" len="med"/>
                <a:tailEnd type="none" w="med" len="med"/>
              </a:ln>
            </p:spPr>
            <p:txBody>
              <a:bodyPr/>
              <a:p>
                <a:endParaRPr lang="zh-CN" altLang="en-US"/>
              </a:p>
            </p:txBody>
          </p:sp>
        </p:grpSp>
        <p:sp>
          <p:nvSpPr>
            <p:cNvPr id="33824" name="未知"/>
            <p:cNvSpPr/>
            <p:nvPr/>
          </p:nvSpPr>
          <p:spPr>
            <a:xfrm>
              <a:off x="2525" y="1277"/>
              <a:ext cx="5" cy="300"/>
            </a:xfrm>
            <a:custGeom>
              <a:avLst/>
              <a:gdLst/>
              <a:ahLst/>
              <a:cxnLst/>
              <a:pathLst>
                <a:path w="5" h="300">
                  <a:moveTo>
                    <a:pt x="5" y="0"/>
                  </a:moveTo>
                  <a:lnTo>
                    <a:pt x="0" y="300"/>
                  </a:lnTo>
                </a:path>
              </a:pathLst>
            </a:custGeom>
            <a:noFill/>
            <a:ln w="9525" cap="flat" cmpd="sng">
              <a:solidFill>
                <a:schemeClr val="tx1"/>
              </a:solidFill>
              <a:prstDash val="solid"/>
              <a:round/>
              <a:headEnd type="none" w="med" len="med"/>
              <a:tailEnd type="triangle" w="sm" len="lg"/>
            </a:ln>
          </p:spPr>
          <p:txBody>
            <a:bodyPr/>
            <a:p>
              <a:endParaRPr lang="zh-CN" altLang="en-US"/>
            </a:p>
          </p:txBody>
        </p:sp>
        <p:sp>
          <p:nvSpPr>
            <p:cNvPr id="33825" name="矩形 36897"/>
            <p:cNvSpPr/>
            <p:nvPr/>
          </p:nvSpPr>
          <p:spPr>
            <a:xfrm>
              <a:off x="2256" y="1801"/>
              <a:ext cx="720" cy="240"/>
            </a:xfrm>
            <a:prstGeom prst="rect">
              <a:avLst/>
            </a:prstGeom>
            <a:noFill/>
            <a:ln w="9525">
              <a:noFill/>
            </a:ln>
          </p:spPr>
          <p:txBody>
            <a:bodyPr anchor="t" anchorCtr="0"/>
            <a:p>
              <a:pPr algn="ctr">
                <a:spcBef>
                  <a:spcPct val="20000"/>
                </a:spcBef>
                <a:buClr>
                  <a:schemeClr val="folHlink"/>
                </a:buClr>
                <a:buSzPct val="75000"/>
                <a:buFont typeface="Wingdings" panose="05000000000000000000" pitchFamily="2" charset="2"/>
              </a:pPr>
              <a:r>
                <a:rPr lang="zh-CN" altLang="en-US" b="1">
                  <a:solidFill>
                    <a:srgbClr val="FF3300"/>
                  </a:solidFill>
                  <a:latin typeface="Verdana" panose="020B0604030504040204" pitchFamily="2" charset="0"/>
                  <a:ea typeface="宋体" panose="02010600030101010101" pitchFamily="2" charset="-122"/>
                </a:rPr>
                <a:t>页表索引</a:t>
              </a:r>
              <a:endParaRPr lang="zh-CN" altLang="en-US" b="1">
                <a:solidFill>
                  <a:srgbClr val="FF3300"/>
                </a:solidFill>
                <a:latin typeface="Verdana" panose="020B0604030504040204" pitchFamily="2" charset="0"/>
                <a:ea typeface="宋体" panose="02010600030101010101" pitchFamily="2" charset="-122"/>
              </a:endParaRPr>
            </a:p>
          </p:txBody>
        </p:sp>
        <p:sp>
          <p:nvSpPr>
            <p:cNvPr id="33826" name="矩形 36898"/>
            <p:cNvSpPr/>
            <p:nvPr/>
          </p:nvSpPr>
          <p:spPr>
            <a:xfrm>
              <a:off x="1200" y="1801"/>
              <a:ext cx="2544" cy="263"/>
            </a:xfrm>
            <a:prstGeom prst="rect">
              <a:avLst/>
            </a:prstGeom>
            <a:noFill/>
            <a:ln w="9525" cap="flat" cmpd="sng">
              <a:solidFill>
                <a:schemeClr val="tx1"/>
              </a:solidFill>
              <a:prstDash val="solid"/>
              <a:miter/>
              <a:headEnd type="none" w="med" len="med"/>
              <a:tailEnd type="none" w="med" len="med"/>
            </a:ln>
          </p:spPr>
          <p:txBody>
            <a:bodyPr anchor="t" anchorCtr="0"/>
            <a:p>
              <a:endParaRPr lang="zh-CN" altLang="en-US">
                <a:latin typeface="Arial" panose="02080604020202020204" pitchFamily="34" charset="0"/>
                <a:ea typeface="方正书宋_GBK" panose="02000000000000000000" charset="-122"/>
              </a:endParaRPr>
            </a:p>
          </p:txBody>
        </p:sp>
        <p:sp>
          <p:nvSpPr>
            <p:cNvPr id="33827" name="矩形 36899"/>
            <p:cNvSpPr/>
            <p:nvPr/>
          </p:nvSpPr>
          <p:spPr>
            <a:xfrm>
              <a:off x="1248" y="1824"/>
              <a:ext cx="986" cy="263"/>
            </a:xfrm>
            <a:prstGeom prst="rect">
              <a:avLst/>
            </a:prstGeom>
            <a:noFill/>
            <a:ln w="9525">
              <a:noFill/>
            </a:ln>
          </p:spPr>
          <p:txBody>
            <a:bodyPr anchor="t" anchorCtr="0"/>
            <a:p>
              <a:pPr algn="ctr">
                <a:spcBef>
                  <a:spcPct val="20000"/>
                </a:spcBef>
                <a:buClr>
                  <a:schemeClr val="folHlink"/>
                </a:buClr>
                <a:buSzPct val="75000"/>
                <a:buFont typeface="Wingdings" panose="05000000000000000000" pitchFamily="2" charset="2"/>
              </a:pPr>
              <a:r>
                <a:rPr lang="zh-CN" altLang="en-US" b="1">
                  <a:solidFill>
                    <a:srgbClr val="FF3300"/>
                  </a:solidFill>
                  <a:latin typeface="Verdana" panose="020B0604030504040204" pitchFamily="2" charset="0"/>
                  <a:ea typeface="宋体" panose="02010600030101010101" pitchFamily="2" charset="-122"/>
                </a:rPr>
                <a:t>页表目录索引</a:t>
              </a:r>
              <a:endParaRPr lang="zh-CN" altLang="en-US" b="1">
                <a:solidFill>
                  <a:srgbClr val="FF3300"/>
                </a:solidFill>
                <a:latin typeface="Verdana" panose="020B0604030504040204" pitchFamily="2" charset="0"/>
                <a:ea typeface="宋体" panose="02010600030101010101" pitchFamily="2" charset="-122"/>
              </a:endParaRPr>
            </a:p>
          </p:txBody>
        </p:sp>
        <p:sp>
          <p:nvSpPr>
            <p:cNvPr id="33828" name="矩形 36900"/>
            <p:cNvSpPr/>
            <p:nvPr/>
          </p:nvSpPr>
          <p:spPr>
            <a:xfrm>
              <a:off x="3024" y="1801"/>
              <a:ext cx="720" cy="240"/>
            </a:xfrm>
            <a:prstGeom prst="rect">
              <a:avLst/>
            </a:prstGeom>
            <a:noFill/>
            <a:ln w="9525">
              <a:noFill/>
            </a:ln>
          </p:spPr>
          <p:txBody>
            <a:bodyPr anchor="t" anchorCtr="0"/>
            <a:p>
              <a:pPr algn="ctr">
                <a:spcBef>
                  <a:spcPct val="20000"/>
                </a:spcBef>
                <a:buClr>
                  <a:schemeClr val="folHlink"/>
                </a:buClr>
                <a:buSzPct val="75000"/>
                <a:buFont typeface="Wingdings" panose="05000000000000000000" pitchFamily="2" charset="2"/>
              </a:pPr>
              <a:r>
                <a:rPr lang="zh-CN" altLang="en-US" b="1">
                  <a:solidFill>
                    <a:srgbClr val="FF3300"/>
                  </a:solidFill>
                  <a:latin typeface="Verdana" panose="020B0604030504040204" pitchFamily="2" charset="0"/>
                  <a:ea typeface="宋体" panose="02010600030101010101" pitchFamily="2" charset="-122"/>
                </a:rPr>
                <a:t>页表偏移</a:t>
              </a:r>
              <a:endParaRPr lang="zh-CN" altLang="en-US" b="1">
                <a:solidFill>
                  <a:srgbClr val="FF3300"/>
                </a:solidFill>
                <a:latin typeface="Verdana" panose="020B0604030504040204" pitchFamily="2" charset="0"/>
                <a:ea typeface="宋体" panose="02010600030101010101" pitchFamily="2" charset="-122"/>
              </a:endParaRPr>
            </a:p>
          </p:txBody>
        </p:sp>
        <p:sp>
          <p:nvSpPr>
            <p:cNvPr id="33829" name="直接连接符 36901"/>
            <p:cNvSpPr/>
            <p:nvPr/>
          </p:nvSpPr>
          <p:spPr>
            <a:xfrm>
              <a:off x="2208" y="1801"/>
              <a:ext cx="0" cy="240"/>
            </a:xfrm>
            <a:prstGeom prst="line">
              <a:avLst/>
            </a:prstGeom>
            <a:ln w="9525" cap="flat" cmpd="sng">
              <a:solidFill>
                <a:schemeClr val="tx1"/>
              </a:solidFill>
              <a:prstDash val="solid"/>
              <a:round/>
              <a:headEnd type="none" w="med" len="med"/>
              <a:tailEnd type="none" w="med" len="med"/>
            </a:ln>
          </p:spPr>
          <p:txBody>
            <a:bodyPr anchor="t" anchorCtr="0"/>
            <a:p>
              <a:endParaRPr lang="zh-CN" altLang="en-US">
                <a:latin typeface="Arial" panose="02080604020202020204" pitchFamily="34" charset="0"/>
                <a:ea typeface="方正书宋_GBK" panose="02000000000000000000" charset="-122"/>
              </a:endParaRPr>
            </a:p>
          </p:txBody>
        </p:sp>
        <p:sp>
          <p:nvSpPr>
            <p:cNvPr id="33830" name="直接连接符 36902"/>
            <p:cNvSpPr/>
            <p:nvPr/>
          </p:nvSpPr>
          <p:spPr>
            <a:xfrm>
              <a:off x="2976" y="1801"/>
              <a:ext cx="0" cy="240"/>
            </a:xfrm>
            <a:prstGeom prst="line">
              <a:avLst/>
            </a:prstGeom>
            <a:ln w="9525" cap="flat" cmpd="sng">
              <a:solidFill>
                <a:schemeClr val="tx1"/>
              </a:solidFill>
              <a:prstDash val="solid"/>
              <a:round/>
              <a:headEnd type="none" w="med" len="med"/>
              <a:tailEnd type="none" w="med" len="med"/>
            </a:ln>
          </p:spPr>
          <p:txBody>
            <a:bodyPr anchor="t" anchorCtr="0"/>
            <a:p>
              <a:endParaRPr lang="zh-CN" altLang="en-US">
                <a:latin typeface="Arial" panose="02080604020202020204" pitchFamily="34" charset="0"/>
                <a:ea typeface="方正书宋_GBK" panose="02000000000000000000" charset="-122"/>
              </a:endParaRPr>
            </a:p>
          </p:txBody>
        </p:sp>
        <p:sp>
          <p:nvSpPr>
            <p:cNvPr id="33831" name="矩形 36903"/>
            <p:cNvSpPr/>
            <p:nvPr/>
          </p:nvSpPr>
          <p:spPr>
            <a:xfrm>
              <a:off x="3744" y="1824"/>
              <a:ext cx="790" cy="263"/>
            </a:xfrm>
            <a:prstGeom prst="rect">
              <a:avLst/>
            </a:prstGeom>
            <a:noFill/>
            <a:ln w="9525">
              <a:noFill/>
            </a:ln>
          </p:spPr>
          <p:txBody>
            <a:bodyPr anchor="t" anchorCtr="0"/>
            <a:p>
              <a:pPr algn="ctr">
                <a:spcBef>
                  <a:spcPct val="20000"/>
                </a:spcBef>
                <a:buClr>
                  <a:schemeClr val="folHlink"/>
                </a:buClr>
                <a:buSzPct val="75000"/>
                <a:buFont typeface="Wingdings" panose="05000000000000000000" pitchFamily="2" charset="2"/>
              </a:pPr>
              <a:r>
                <a:rPr lang="zh-CN" altLang="en-US" b="1">
                  <a:solidFill>
                    <a:srgbClr val="FF3300"/>
                  </a:solidFill>
                  <a:latin typeface="Verdana" panose="020B0604030504040204" pitchFamily="2" charset="0"/>
                  <a:ea typeface="宋体" panose="02010600030101010101" pitchFamily="2" charset="-122"/>
                </a:rPr>
                <a:t>线性地址</a:t>
              </a:r>
              <a:endParaRPr lang="zh-CN" altLang="en-US" b="1">
                <a:solidFill>
                  <a:srgbClr val="FF3300"/>
                </a:solidFill>
                <a:latin typeface="Verdana" panose="020B0604030504040204" pitchFamily="2" charset="0"/>
                <a:ea typeface="宋体" panose="02010600030101010101" pitchFamily="2" charset="-122"/>
              </a:endParaRPr>
            </a:p>
          </p:txBody>
        </p:sp>
        <p:sp>
          <p:nvSpPr>
            <p:cNvPr id="33832" name="左大括号 36904"/>
            <p:cNvSpPr/>
            <p:nvPr/>
          </p:nvSpPr>
          <p:spPr>
            <a:xfrm rot="5395293">
              <a:off x="2341" y="376"/>
              <a:ext cx="192" cy="2541"/>
            </a:xfrm>
            <a:prstGeom prst="leftBrace">
              <a:avLst>
                <a:gd name="adj1" fmla="val 109673"/>
                <a:gd name="adj2" fmla="val 48245"/>
              </a:avLst>
            </a:prstGeom>
            <a:noFill/>
            <a:ln w="9525" cap="flat" cmpd="sng">
              <a:solidFill>
                <a:schemeClr val="tx1"/>
              </a:solidFill>
              <a:prstDash val="solid"/>
              <a:round/>
              <a:headEnd type="none" w="med" len="med"/>
              <a:tailEnd type="none" w="med" len="med"/>
            </a:ln>
          </p:spPr>
          <p:txBody>
            <a:bodyPr anchor="t" anchorCtr="0"/>
            <a:p>
              <a:endParaRPr lang="zh-CN" altLang="en-US">
                <a:latin typeface="Arial" panose="02080604020202020204" pitchFamily="34" charset="0"/>
                <a:ea typeface="方正书宋_GBK" panose="02000000000000000000" charset="-122"/>
              </a:endParaRPr>
            </a:p>
          </p:txBody>
        </p:sp>
        <p:sp>
          <p:nvSpPr>
            <p:cNvPr id="33833" name="直接连接符 36905"/>
            <p:cNvSpPr/>
            <p:nvPr/>
          </p:nvSpPr>
          <p:spPr>
            <a:xfrm>
              <a:off x="624" y="2916"/>
              <a:ext cx="192" cy="0"/>
            </a:xfrm>
            <a:prstGeom prst="line">
              <a:avLst/>
            </a:prstGeom>
            <a:ln w="9525" cap="flat" cmpd="sng">
              <a:solidFill>
                <a:schemeClr val="tx1"/>
              </a:solidFill>
              <a:prstDash val="solid"/>
              <a:round/>
              <a:headEnd type="none" w="med" len="med"/>
              <a:tailEnd type="triangle" w="sm" len="lg"/>
            </a:ln>
          </p:spPr>
          <p:txBody>
            <a:bodyPr anchor="t" anchorCtr="0"/>
            <a:p>
              <a:endParaRPr lang="zh-CN" altLang="en-US">
                <a:latin typeface="Arial" panose="02080604020202020204" pitchFamily="34" charset="0"/>
                <a:ea typeface="方正书宋_GBK" panose="02000000000000000000" charset="-122"/>
              </a:endParaRPr>
            </a:p>
          </p:txBody>
        </p:sp>
        <p:sp>
          <p:nvSpPr>
            <p:cNvPr id="33834" name="未知"/>
            <p:cNvSpPr/>
            <p:nvPr/>
          </p:nvSpPr>
          <p:spPr>
            <a:xfrm>
              <a:off x="816" y="2976"/>
              <a:ext cx="611" cy="1"/>
            </a:xfrm>
            <a:custGeom>
              <a:avLst/>
              <a:gdLst/>
              <a:ahLst/>
              <a:cxnLst/>
              <a:pathLst>
                <a:path w="611" h="1">
                  <a:moveTo>
                    <a:pt x="0" y="0"/>
                  </a:moveTo>
                  <a:lnTo>
                    <a:pt x="611"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33835" name="直接连接符 36907"/>
            <p:cNvSpPr/>
            <p:nvPr/>
          </p:nvSpPr>
          <p:spPr>
            <a:xfrm>
              <a:off x="812" y="2857"/>
              <a:ext cx="624" cy="0"/>
            </a:xfrm>
            <a:prstGeom prst="line">
              <a:avLst/>
            </a:prstGeom>
            <a:ln w="9525" cap="flat" cmpd="sng">
              <a:solidFill>
                <a:schemeClr val="tx1"/>
              </a:solidFill>
              <a:prstDash val="solid"/>
              <a:round/>
              <a:headEnd type="none" w="med" len="med"/>
              <a:tailEnd type="none" w="med" len="med"/>
            </a:ln>
          </p:spPr>
          <p:txBody>
            <a:bodyPr anchor="t" anchorCtr="0"/>
            <a:p>
              <a:endParaRPr lang="zh-CN" altLang="en-US">
                <a:latin typeface="Arial" panose="02080604020202020204" pitchFamily="34" charset="0"/>
                <a:ea typeface="方正书宋_GBK" panose="02000000000000000000" charset="-122"/>
              </a:endParaRPr>
            </a:p>
          </p:txBody>
        </p:sp>
        <p:sp>
          <p:nvSpPr>
            <p:cNvPr id="33836" name="矩形 36908"/>
            <p:cNvSpPr/>
            <p:nvPr/>
          </p:nvSpPr>
          <p:spPr>
            <a:xfrm>
              <a:off x="816" y="2352"/>
              <a:ext cx="624" cy="1200"/>
            </a:xfrm>
            <a:prstGeom prst="rect">
              <a:avLst/>
            </a:prstGeom>
            <a:noFill/>
            <a:ln w="9525" cap="flat" cmpd="sng">
              <a:solidFill>
                <a:schemeClr val="tx1"/>
              </a:solidFill>
              <a:prstDash val="solid"/>
              <a:miter/>
              <a:headEnd type="none" w="med" len="med"/>
              <a:tailEnd type="none" w="med" len="med"/>
            </a:ln>
          </p:spPr>
          <p:txBody>
            <a:bodyPr anchor="t" anchorCtr="0"/>
            <a:p>
              <a:endParaRPr lang="zh-CN" altLang="en-US">
                <a:latin typeface="Arial" panose="02080604020202020204" pitchFamily="34" charset="0"/>
                <a:ea typeface="方正书宋_GBK" panose="02000000000000000000" charset="-122"/>
              </a:endParaRPr>
            </a:p>
          </p:txBody>
        </p:sp>
        <p:sp>
          <p:nvSpPr>
            <p:cNvPr id="33837" name="未知"/>
            <p:cNvSpPr/>
            <p:nvPr/>
          </p:nvSpPr>
          <p:spPr>
            <a:xfrm>
              <a:off x="816" y="3452"/>
              <a:ext cx="632" cy="4"/>
            </a:xfrm>
            <a:custGeom>
              <a:avLst/>
              <a:gdLst/>
              <a:ahLst/>
              <a:cxnLst/>
              <a:pathLst>
                <a:path w="632" h="4">
                  <a:moveTo>
                    <a:pt x="0" y="4"/>
                  </a:moveTo>
                  <a:lnTo>
                    <a:pt x="63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33838" name="直接连接符 36910"/>
            <p:cNvSpPr/>
            <p:nvPr/>
          </p:nvSpPr>
          <p:spPr>
            <a:xfrm>
              <a:off x="816" y="3341"/>
              <a:ext cx="624" cy="0"/>
            </a:xfrm>
            <a:prstGeom prst="line">
              <a:avLst/>
            </a:prstGeom>
            <a:ln w="9525" cap="flat" cmpd="sng">
              <a:solidFill>
                <a:schemeClr val="tx1"/>
              </a:solidFill>
              <a:prstDash val="solid"/>
              <a:round/>
              <a:headEnd type="none" w="med" len="med"/>
              <a:tailEnd type="none" w="med" len="med"/>
            </a:ln>
          </p:spPr>
          <p:txBody>
            <a:bodyPr anchor="t" anchorCtr="0"/>
            <a:p>
              <a:endParaRPr lang="zh-CN" altLang="en-US">
                <a:latin typeface="Arial" panose="02080604020202020204" pitchFamily="34" charset="0"/>
                <a:ea typeface="方正书宋_GBK" panose="02000000000000000000" charset="-122"/>
              </a:endParaRPr>
            </a:p>
          </p:txBody>
        </p:sp>
        <p:sp>
          <p:nvSpPr>
            <p:cNvPr id="33839" name="矩形 36911"/>
            <p:cNvSpPr/>
            <p:nvPr/>
          </p:nvSpPr>
          <p:spPr>
            <a:xfrm rot="5445218">
              <a:off x="984" y="3048"/>
              <a:ext cx="384" cy="240"/>
            </a:xfrm>
            <a:prstGeom prst="rect">
              <a:avLst/>
            </a:prstGeom>
            <a:noFill/>
            <a:ln w="9525">
              <a:noFill/>
            </a:ln>
          </p:spPr>
          <p:txBody>
            <a:bodyPr anchor="t" anchorCtr="0"/>
            <a:p>
              <a:pPr algn="ctr">
                <a:spcBef>
                  <a:spcPct val="20000"/>
                </a:spcBef>
                <a:buClr>
                  <a:schemeClr val="folHlink"/>
                </a:buClr>
                <a:buSzPct val="75000"/>
                <a:buFont typeface="Wingdings" panose="05000000000000000000" pitchFamily="2" charset="2"/>
              </a:pPr>
              <a:r>
                <a:rPr lang="en-US" altLang="zh-CN" b="1">
                  <a:solidFill>
                    <a:srgbClr val="FF3300"/>
                  </a:solidFill>
                  <a:latin typeface="Times New Roman" panose="02020603050405020304" charset="0"/>
                  <a:ea typeface="宋体" panose="02010600030101010101" pitchFamily="2" charset="-122"/>
                </a:rPr>
                <a:t>…</a:t>
              </a:r>
              <a:endParaRPr lang="en-US" altLang="zh-CN" b="1">
                <a:solidFill>
                  <a:srgbClr val="FF3300"/>
                </a:solidFill>
                <a:latin typeface="Verdana" panose="020B0604030504040204" pitchFamily="2" charset="0"/>
                <a:ea typeface="宋体" panose="02010600030101010101" pitchFamily="2" charset="-122"/>
              </a:endParaRPr>
            </a:p>
          </p:txBody>
        </p:sp>
        <p:sp>
          <p:nvSpPr>
            <p:cNvPr id="33840" name="直接连接符 36912"/>
            <p:cNvSpPr/>
            <p:nvPr/>
          </p:nvSpPr>
          <p:spPr>
            <a:xfrm>
              <a:off x="1872" y="2772"/>
              <a:ext cx="192" cy="0"/>
            </a:xfrm>
            <a:prstGeom prst="line">
              <a:avLst/>
            </a:prstGeom>
            <a:ln w="9525" cap="flat" cmpd="sng">
              <a:solidFill>
                <a:schemeClr val="tx1"/>
              </a:solidFill>
              <a:prstDash val="solid"/>
              <a:round/>
              <a:headEnd type="none" w="med" len="med"/>
              <a:tailEnd type="triangle" w="sm" len="lg"/>
            </a:ln>
          </p:spPr>
          <p:txBody>
            <a:bodyPr anchor="t" anchorCtr="0"/>
            <a:p>
              <a:endParaRPr lang="zh-CN" altLang="en-US">
                <a:latin typeface="Arial" panose="02080604020202020204" pitchFamily="34" charset="0"/>
                <a:ea typeface="方正书宋_GBK" panose="02000000000000000000" charset="-122"/>
              </a:endParaRPr>
            </a:p>
          </p:txBody>
        </p:sp>
        <p:sp>
          <p:nvSpPr>
            <p:cNvPr id="33841" name="未知"/>
            <p:cNvSpPr/>
            <p:nvPr/>
          </p:nvSpPr>
          <p:spPr>
            <a:xfrm>
              <a:off x="2068" y="2711"/>
              <a:ext cx="611" cy="1"/>
            </a:xfrm>
            <a:custGeom>
              <a:avLst/>
              <a:gdLst/>
              <a:ahLst/>
              <a:cxnLst/>
              <a:pathLst>
                <a:path w="611" h="1">
                  <a:moveTo>
                    <a:pt x="0" y="0"/>
                  </a:moveTo>
                  <a:lnTo>
                    <a:pt x="611"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33842" name="直接连接符 36914"/>
            <p:cNvSpPr/>
            <p:nvPr/>
          </p:nvSpPr>
          <p:spPr>
            <a:xfrm>
              <a:off x="2064" y="2592"/>
              <a:ext cx="624" cy="0"/>
            </a:xfrm>
            <a:prstGeom prst="line">
              <a:avLst/>
            </a:prstGeom>
            <a:ln w="9525" cap="flat" cmpd="sng">
              <a:solidFill>
                <a:schemeClr val="tx1"/>
              </a:solidFill>
              <a:prstDash val="solid"/>
              <a:round/>
              <a:headEnd type="none" w="med" len="med"/>
              <a:tailEnd type="none" w="med" len="med"/>
            </a:ln>
          </p:spPr>
          <p:txBody>
            <a:bodyPr anchor="t" anchorCtr="0"/>
            <a:p>
              <a:endParaRPr lang="zh-CN" altLang="en-US">
                <a:latin typeface="Arial" panose="02080604020202020204" pitchFamily="34" charset="0"/>
                <a:ea typeface="方正书宋_GBK" panose="02000000000000000000" charset="-122"/>
              </a:endParaRPr>
            </a:p>
          </p:txBody>
        </p:sp>
        <p:sp>
          <p:nvSpPr>
            <p:cNvPr id="33843" name="矩形 36915"/>
            <p:cNvSpPr/>
            <p:nvPr/>
          </p:nvSpPr>
          <p:spPr>
            <a:xfrm>
              <a:off x="2064" y="2352"/>
              <a:ext cx="624" cy="1200"/>
            </a:xfrm>
            <a:prstGeom prst="rect">
              <a:avLst/>
            </a:prstGeom>
            <a:noFill/>
            <a:ln w="9525" cap="flat" cmpd="sng">
              <a:solidFill>
                <a:schemeClr val="tx1"/>
              </a:solidFill>
              <a:prstDash val="solid"/>
              <a:miter/>
              <a:headEnd type="none" w="med" len="med"/>
              <a:tailEnd type="none" w="med" len="med"/>
            </a:ln>
          </p:spPr>
          <p:txBody>
            <a:bodyPr anchor="t" anchorCtr="0"/>
            <a:p>
              <a:endParaRPr lang="zh-CN" altLang="en-US">
                <a:latin typeface="Arial" panose="02080604020202020204" pitchFamily="34" charset="0"/>
                <a:ea typeface="方正书宋_GBK" panose="02000000000000000000" charset="-122"/>
              </a:endParaRPr>
            </a:p>
          </p:txBody>
        </p:sp>
        <p:sp>
          <p:nvSpPr>
            <p:cNvPr id="33844" name="未知"/>
            <p:cNvSpPr/>
            <p:nvPr/>
          </p:nvSpPr>
          <p:spPr>
            <a:xfrm>
              <a:off x="2064" y="3452"/>
              <a:ext cx="642" cy="4"/>
            </a:xfrm>
            <a:custGeom>
              <a:avLst/>
              <a:gdLst/>
              <a:ahLst/>
              <a:cxnLst/>
              <a:pathLst>
                <a:path w="642" h="4">
                  <a:moveTo>
                    <a:pt x="0" y="4"/>
                  </a:moveTo>
                  <a:lnTo>
                    <a:pt x="64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33845" name="未知"/>
            <p:cNvSpPr/>
            <p:nvPr/>
          </p:nvSpPr>
          <p:spPr>
            <a:xfrm>
              <a:off x="2064" y="3341"/>
              <a:ext cx="642" cy="5"/>
            </a:xfrm>
            <a:custGeom>
              <a:avLst/>
              <a:gdLst/>
              <a:ahLst/>
              <a:cxnLst/>
              <a:pathLst>
                <a:path w="642" h="5">
                  <a:moveTo>
                    <a:pt x="0" y="0"/>
                  </a:moveTo>
                  <a:lnTo>
                    <a:pt x="642" y="5"/>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33846" name="直接连接符 36918"/>
            <p:cNvSpPr/>
            <p:nvPr/>
          </p:nvSpPr>
          <p:spPr>
            <a:xfrm>
              <a:off x="2064" y="2947"/>
              <a:ext cx="624" cy="1"/>
            </a:xfrm>
            <a:prstGeom prst="line">
              <a:avLst/>
            </a:prstGeom>
            <a:ln w="9525" cap="flat" cmpd="sng">
              <a:solidFill>
                <a:schemeClr val="tx1"/>
              </a:solidFill>
              <a:prstDash val="solid"/>
              <a:round/>
              <a:headEnd type="none" w="med" len="med"/>
              <a:tailEnd type="none" w="med" len="med"/>
            </a:ln>
          </p:spPr>
          <p:txBody>
            <a:bodyPr anchor="t" anchorCtr="0"/>
            <a:p>
              <a:endParaRPr lang="zh-CN" altLang="en-US">
                <a:latin typeface="Arial" panose="02080604020202020204" pitchFamily="34" charset="0"/>
                <a:ea typeface="方正书宋_GBK" panose="02000000000000000000" charset="-122"/>
              </a:endParaRPr>
            </a:p>
          </p:txBody>
        </p:sp>
        <p:sp>
          <p:nvSpPr>
            <p:cNvPr id="33847" name="直接连接符 36919"/>
            <p:cNvSpPr/>
            <p:nvPr/>
          </p:nvSpPr>
          <p:spPr>
            <a:xfrm>
              <a:off x="2064" y="2832"/>
              <a:ext cx="624" cy="0"/>
            </a:xfrm>
            <a:prstGeom prst="line">
              <a:avLst/>
            </a:prstGeom>
            <a:ln w="9525" cap="flat" cmpd="sng">
              <a:solidFill>
                <a:schemeClr val="tx1"/>
              </a:solidFill>
              <a:prstDash val="solid"/>
              <a:round/>
              <a:headEnd type="none" w="med" len="med"/>
              <a:tailEnd type="none" w="med" len="med"/>
            </a:ln>
          </p:spPr>
          <p:txBody>
            <a:bodyPr anchor="t" anchorCtr="0"/>
            <a:p>
              <a:endParaRPr lang="zh-CN" altLang="en-US">
                <a:latin typeface="Arial" panose="02080604020202020204" pitchFamily="34" charset="0"/>
                <a:ea typeface="方正书宋_GBK" panose="02000000000000000000" charset="-122"/>
              </a:endParaRPr>
            </a:p>
          </p:txBody>
        </p:sp>
        <p:sp>
          <p:nvSpPr>
            <p:cNvPr id="33848" name="直接连接符 36920"/>
            <p:cNvSpPr/>
            <p:nvPr/>
          </p:nvSpPr>
          <p:spPr>
            <a:xfrm>
              <a:off x="2064" y="3216"/>
              <a:ext cx="624" cy="1"/>
            </a:xfrm>
            <a:prstGeom prst="line">
              <a:avLst/>
            </a:prstGeom>
            <a:ln w="9525" cap="flat" cmpd="sng">
              <a:solidFill>
                <a:schemeClr val="tx1"/>
              </a:solidFill>
              <a:prstDash val="solid"/>
              <a:round/>
              <a:headEnd type="none" w="med" len="med"/>
              <a:tailEnd type="none" w="med" len="med"/>
            </a:ln>
          </p:spPr>
          <p:txBody>
            <a:bodyPr anchor="t" anchorCtr="0"/>
            <a:p>
              <a:endParaRPr lang="zh-CN" altLang="en-US">
                <a:latin typeface="Arial" panose="02080604020202020204" pitchFamily="34" charset="0"/>
                <a:ea typeface="方正书宋_GBK" panose="02000000000000000000" charset="-122"/>
              </a:endParaRPr>
            </a:p>
          </p:txBody>
        </p:sp>
        <p:sp>
          <p:nvSpPr>
            <p:cNvPr id="33849" name="矩形 36921"/>
            <p:cNvSpPr/>
            <p:nvPr/>
          </p:nvSpPr>
          <p:spPr>
            <a:xfrm rot="5445218">
              <a:off x="2232" y="2376"/>
              <a:ext cx="384" cy="240"/>
            </a:xfrm>
            <a:prstGeom prst="rect">
              <a:avLst/>
            </a:prstGeom>
            <a:noFill/>
            <a:ln w="9525">
              <a:noFill/>
            </a:ln>
          </p:spPr>
          <p:txBody>
            <a:bodyPr anchor="t" anchorCtr="0"/>
            <a:p>
              <a:pPr algn="ctr">
                <a:spcBef>
                  <a:spcPct val="20000"/>
                </a:spcBef>
                <a:buClr>
                  <a:schemeClr val="folHlink"/>
                </a:buClr>
                <a:buSzPct val="75000"/>
                <a:buFont typeface="Wingdings" panose="05000000000000000000" pitchFamily="2" charset="2"/>
              </a:pPr>
              <a:r>
                <a:rPr lang="en-US" altLang="zh-CN" b="1">
                  <a:solidFill>
                    <a:srgbClr val="FF3300"/>
                  </a:solidFill>
                  <a:latin typeface="Times New Roman" panose="02020603050405020304" charset="0"/>
                  <a:ea typeface="宋体" panose="02010600030101010101" pitchFamily="2" charset="-122"/>
                </a:rPr>
                <a:t>…</a:t>
              </a:r>
              <a:endParaRPr lang="en-US" altLang="zh-CN" b="1">
                <a:solidFill>
                  <a:srgbClr val="FF3300"/>
                </a:solidFill>
                <a:latin typeface="Verdana" panose="020B0604030504040204" pitchFamily="2" charset="0"/>
                <a:ea typeface="宋体" panose="02010600030101010101" pitchFamily="2" charset="-122"/>
              </a:endParaRPr>
            </a:p>
          </p:txBody>
        </p:sp>
        <p:sp>
          <p:nvSpPr>
            <p:cNvPr id="33850" name="矩形 36922"/>
            <p:cNvSpPr/>
            <p:nvPr/>
          </p:nvSpPr>
          <p:spPr>
            <a:xfrm rot="5445218">
              <a:off x="2232" y="2952"/>
              <a:ext cx="384" cy="240"/>
            </a:xfrm>
            <a:prstGeom prst="rect">
              <a:avLst/>
            </a:prstGeom>
            <a:noFill/>
            <a:ln w="9525">
              <a:noFill/>
            </a:ln>
          </p:spPr>
          <p:txBody>
            <a:bodyPr anchor="t" anchorCtr="0"/>
            <a:p>
              <a:pPr algn="ctr">
                <a:spcBef>
                  <a:spcPct val="20000"/>
                </a:spcBef>
                <a:buClr>
                  <a:schemeClr val="folHlink"/>
                </a:buClr>
                <a:buSzPct val="75000"/>
                <a:buFont typeface="Wingdings" panose="05000000000000000000" pitchFamily="2" charset="2"/>
              </a:pPr>
              <a:r>
                <a:rPr lang="en-US" altLang="zh-CN" b="1">
                  <a:solidFill>
                    <a:srgbClr val="FF3300"/>
                  </a:solidFill>
                  <a:latin typeface="Times New Roman" panose="02020603050405020304" charset="0"/>
                  <a:ea typeface="宋体" panose="02010600030101010101" pitchFamily="2" charset="-122"/>
                </a:rPr>
                <a:t>…</a:t>
              </a:r>
              <a:endParaRPr lang="en-US" altLang="zh-CN" b="1">
                <a:solidFill>
                  <a:srgbClr val="FF3300"/>
                </a:solidFill>
                <a:latin typeface="Verdana" panose="020B0604030504040204" pitchFamily="2" charset="0"/>
                <a:ea typeface="宋体" panose="02010600030101010101" pitchFamily="2" charset="-122"/>
              </a:endParaRPr>
            </a:p>
          </p:txBody>
        </p:sp>
        <p:sp>
          <p:nvSpPr>
            <p:cNvPr id="33851" name="直接连接符 36923"/>
            <p:cNvSpPr/>
            <p:nvPr/>
          </p:nvSpPr>
          <p:spPr>
            <a:xfrm flipV="1">
              <a:off x="1872" y="2232"/>
              <a:ext cx="0" cy="528"/>
            </a:xfrm>
            <a:prstGeom prst="line">
              <a:avLst/>
            </a:prstGeom>
            <a:ln w="9525" cap="flat" cmpd="sng">
              <a:solidFill>
                <a:schemeClr val="tx1"/>
              </a:solidFill>
              <a:prstDash val="solid"/>
              <a:round/>
              <a:headEnd type="none" w="med" len="med"/>
              <a:tailEnd type="none" w="med" len="med"/>
            </a:ln>
          </p:spPr>
          <p:txBody>
            <a:bodyPr anchor="t" anchorCtr="0"/>
            <a:p>
              <a:endParaRPr lang="zh-CN" altLang="en-US">
                <a:latin typeface="Arial" panose="02080604020202020204" pitchFamily="34" charset="0"/>
                <a:ea typeface="方正书宋_GBK" panose="02000000000000000000" charset="-122"/>
              </a:endParaRPr>
            </a:p>
          </p:txBody>
        </p:sp>
        <p:sp>
          <p:nvSpPr>
            <p:cNvPr id="33852" name="直接连接符 36924"/>
            <p:cNvSpPr/>
            <p:nvPr/>
          </p:nvSpPr>
          <p:spPr>
            <a:xfrm>
              <a:off x="1872" y="2232"/>
              <a:ext cx="480" cy="0"/>
            </a:xfrm>
            <a:prstGeom prst="line">
              <a:avLst/>
            </a:prstGeom>
            <a:ln w="9525" cap="flat" cmpd="sng">
              <a:solidFill>
                <a:schemeClr val="tx1"/>
              </a:solidFill>
              <a:prstDash val="solid"/>
              <a:round/>
              <a:headEnd type="none" w="med" len="med"/>
              <a:tailEnd type="none" w="med" len="med"/>
            </a:ln>
          </p:spPr>
          <p:txBody>
            <a:bodyPr anchor="t" anchorCtr="0"/>
            <a:p>
              <a:endParaRPr lang="zh-CN" altLang="en-US">
                <a:latin typeface="Arial" panose="02080604020202020204" pitchFamily="34" charset="0"/>
                <a:ea typeface="方正书宋_GBK" panose="02000000000000000000" charset="-122"/>
              </a:endParaRPr>
            </a:p>
          </p:txBody>
        </p:sp>
        <p:sp>
          <p:nvSpPr>
            <p:cNvPr id="33853" name="未知"/>
            <p:cNvSpPr/>
            <p:nvPr/>
          </p:nvSpPr>
          <p:spPr>
            <a:xfrm>
              <a:off x="2352" y="2065"/>
              <a:ext cx="1" cy="167"/>
            </a:xfrm>
            <a:custGeom>
              <a:avLst/>
              <a:gdLst/>
              <a:ahLst/>
              <a:cxnLst/>
              <a:pathLst>
                <a:path w="1" h="167">
                  <a:moveTo>
                    <a:pt x="0" y="167"/>
                  </a:moveTo>
                  <a:lnTo>
                    <a:pt x="1"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33854" name="直接连接符 36926"/>
            <p:cNvSpPr/>
            <p:nvPr/>
          </p:nvSpPr>
          <p:spPr>
            <a:xfrm>
              <a:off x="816" y="2736"/>
              <a:ext cx="624" cy="0"/>
            </a:xfrm>
            <a:prstGeom prst="line">
              <a:avLst/>
            </a:prstGeom>
            <a:ln w="9525" cap="flat" cmpd="sng">
              <a:solidFill>
                <a:schemeClr val="tx1"/>
              </a:solidFill>
              <a:prstDash val="solid"/>
              <a:round/>
              <a:headEnd type="none" w="med" len="med"/>
              <a:tailEnd type="none" w="med" len="med"/>
            </a:ln>
          </p:spPr>
          <p:txBody>
            <a:bodyPr anchor="t" anchorCtr="0"/>
            <a:p>
              <a:endParaRPr lang="zh-CN" altLang="en-US">
                <a:latin typeface="Arial" panose="02080604020202020204" pitchFamily="34" charset="0"/>
                <a:ea typeface="方正书宋_GBK" panose="02000000000000000000" charset="-122"/>
              </a:endParaRPr>
            </a:p>
          </p:txBody>
        </p:sp>
        <p:sp>
          <p:nvSpPr>
            <p:cNvPr id="33855" name="直接连接符 36927"/>
            <p:cNvSpPr/>
            <p:nvPr/>
          </p:nvSpPr>
          <p:spPr>
            <a:xfrm>
              <a:off x="624" y="2208"/>
              <a:ext cx="0" cy="720"/>
            </a:xfrm>
            <a:prstGeom prst="line">
              <a:avLst/>
            </a:prstGeom>
            <a:ln w="9525" cap="flat" cmpd="sng">
              <a:solidFill>
                <a:schemeClr val="tx1"/>
              </a:solidFill>
              <a:prstDash val="solid"/>
              <a:round/>
              <a:headEnd type="none" w="med" len="med"/>
              <a:tailEnd type="none" w="med" len="med"/>
            </a:ln>
          </p:spPr>
          <p:txBody>
            <a:bodyPr anchor="t" anchorCtr="0"/>
            <a:p>
              <a:endParaRPr lang="zh-CN" altLang="en-US">
                <a:latin typeface="Arial" panose="02080604020202020204" pitchFamily="34" charset="0"/>
                <a:ea typeface="方正书宋_GBK" panose="02000000000000000000" charset="-122"/>
              </a:endParaRPr>
            </a:p>
          </p:txBody>
        </p:sp>
        <p:sp>
          <p:nvSpPr>
            <p:cNvPr id="33856" name="直接连接符 36928"/>
            <p:cNvSpPr/>
            <p:nvPr/>
          </p:nvSpPr>
          <p:spPr>
            <a:xfrm flipH="1">
              <a:off x="624" y="2208"/>
              <a:ext cx="1008" cy="0"/>
            </a:xfrm>
            <a:prstGeom prst="line">
              <a:avLst/>
            </a:prstGeom>
            <a:ln w="9525" cap="flat" cmpd="sng">
              <a:solidFill>
                <a:schemeClr val="tx1"/>
              </a:solidFill>
              <a:prstDash val="solid"/>
              <a:round/>
              <a:headEnd type="none" w="med" len="med"/>
              <a:tailEnd type="none" w="med" len="med"/>
            </a:ln>
          </p:spPr>
          <p:txBody>
            <a:bodyPr anchor="t" anchorCtr="0"/>
            <a:p>
              <a:endParaRPr lang="zh-CN" altLang="en-US">
                <a:latin typeface="Arial" panose="02080604020202020204" pitchFamily="34" charset="0"/>
                <a:ea typeface="方正书宋_GBK" panose="02000000000000000000" charset="-122"/>
              </a:endParaRPr>
            </a:p>
          </p:txBody>
        </p:sp>
        <p:sp>
          <p:nvSpPr>
            <p:cNvPr id="33857" name="未知"/>
            <p:cNvSpPr/>
            <p:nvPr/>
          </p:nvSpPr>
          <p:spPr>
            <a:xfrm>
              <a:off x="1632" y="2052"/>
              <a:ext cx="1" cy="167"/>
            </a:xfrm>
            <a:custGeom>
              <a:avLst/>
              <a:gdLst/>
              <a:ahLst/>
              <a:cxnLst/>
              <a:pathLst>
                <a:path w="1" h="167">
                  <a:moveTo>
                    <a:pt x="0" y="167"/>
                  </a:moveTo>
                  <a:lnTo>
                    <a:pt x="1"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33858" name="矩形 36930"/>
            <p:cNvSpPr/>
            <p:nvPr/>
          </p:nvSpPr>
          <p:spPr>
            <a:xfrm>
              <a:off x="3120" y="2304"/>
              <a:ext cx="1536" cy="240"/>
            </a:xfrm>
            <a:prstGeom prst="rect">
              <a:avLst/>
            </a:prstGeom>
            <a:noFill/>
            <a:ln w="9525" cap="flat" cmpd="sng">
              <a:solidFill>
                <a:schemeClr val="tx1"/>
              </a:solidFill>
              <a:prstDash val="solid"/>
              <a:miter/>
              <a:headEnd type="none" w="med" len="med"/>
              <a:tailEnd type="none" w="med" len="med"/>
            </a:ln>
          </p:spPr>
          <p:txBody>
            <a:bodyPr anchor="t" anchorCtr="0"/>
            <a:p>
              <a:endParaRPr lang="zh-CN" altLang="en-US">
                <a:latin typeface="Arial" panose="02080604020202020204" pitchFamily="34" charset="0"/>
                <a:ea typeface="方正书宋_GBK" panose="02000000000000000000" charset="-122"/>
              </a:endParaRPr>
            </a:p>
          </p:txBody>
        </p:sp>
        <p:sp>
          <p:nvSpPr>
            <p:cNvPr id="33859" name="矩形 36931"/>
            <p:cNvSpPr/>
            <p:nvPr/>
          </p:nvSpPr>
          <p:spPr>
            <a:xfrm>
              <a:off x="3552" y="2640"/>
              <a:ext cx="1344" cy="240"/>
            </a:xfrm>
            <a:prstGeom prst="rect">
              <a:avLst/>
            </a:prstGeom>
            <a:noFill/>
            <a:ln w="9525">
              <a:noFill/>
            </a:ln>
          </p:spPr>
          <p:txBody>
            <a:bodyPr anchor="t" anchorCtr="0"/>
            <a:p>
              <a:pPr algn="ctr">
                <a:spcBef>
                  <a:spcPct val="20000"/>
                </a:spcBef>
                <a:buClr>
                  <a:schemeClr val="folHlink"/>
                </a:buClr>
                <a:buSzPct val="75000"/>
                <a:buFont typeface="Wingdings" panose="05000000000000000000" pitchFamily="2" charset="2"/>
              </a:pPr>
              <a:r>
                <a:rPr lang="zh-CN" altLang="en-US" b="1">
                  <a:solidFill>
                    <a:srgbClr val="FF3300"/>
                  </a:solidFill>
                  <a:latin typeface="Verdana" panose="020B0604030504040204" pitchFamily="2" charset="0"/>
                  <a:ea typeface="宋体" panose="02010600030101010101" pitchFamily="2" charset="-122"/>
                </a:rPr>
                <a:t>物理地址（实地址）</a:t>
              </a:r>
              <a:endParaRPr lang="zh-CN" altLang="en-US" b="1">
                <a:solidFill>
                  <a:srgbClr val="FF3300"/>
                </a:solidFill>
                <a:latin typeface="Verdana" panose="020B0604030504040204" pitchFamily="2" charset="0"/>
                <a:ea typeface="宋体" panose="02010600030101010101" pitchFamily="2" charset="-122"/>
              </a:endParaRPr>
            </a:p>
          </p:txBody>
        </p:sp>
        <p:sp>
          <p:nvSpPr>
            <p:cNvPr id="33860" name="矩形 36932"/>
            <p:cNvSpPr/>
            <p:nvPr/>
          </p:nvSpPr>
          <p:spPr>
            <a:xfrm>
              <a:off x="3936" y="2304"/>
              <a:ext cx="720" cy="240"/>
            </a:xfrm>
            <a:prstGeom prst="rect">
              <a:avLst/>
            </a:prstGeom>
            <a:noFill/>
            <a:ln w="9525">
              <a:noFill/>
            </a:ln>
          </p:spPr>
          <p:txBody>
            <a:bodyPr anchor="t" anchorCtr="0"/>
            <a:p>
              <a:pPr algn="ctr">
                <a:spcBef>
                  <a:spcPct val="20000"/>
                </a:spcBef>
                <a:buClr>
                  <a:schemeClr val="folHlink"/>
                </a:buClr>
                <a:buSzPct val="75000"/>
                <a:buFont typeface="Wingdings" panose="05000000000000000000" pitchFamily="2" charset="2"/>
              </a:pPr>
              <a:r>
                <a:rPr lang="zh-CN" altLang="en-US" b="1">
                  <a:solidFill>
                    <a:srgbClr val="FF3300"/>
                  </a:solidFill>
                  <a:latin typeface="Verdana" panose="020B0604030504040204" pitchFamily="2" charset="0"/>
                  <a:ea typeface="宋体" panose="02010600030101010101" pitchFamily="2" charset="-122"/>
                </a:rPr>
                <a:t>页内偏移</a:t>
              </a:r>
              <a:endParaRPr lang="zh-CN" altLang="en-US" b="1">
                <a:solidFill>
                  <a:srgbClr val="FF3300"/>
                </a:solidFill>
                <a:latin typeface="Verdana" panose="020B0604030504040204" pitchFamily="2" charset="0"/>
                <a:ea typeface="宋体" panose="02010600030101010101" pitchFamily="2" charset="-122"/>
              </a:endParaRPr>
            </a:p>
          </p:txBody>
        </p:sp>
        <p:sp>
          <p:nvSpPr>
            <p:cNvPr id="33861" name="直接连接符 36933"/>
            <p:cNvSpPr/>
            <p:nvPr/>
          </p:nvSpPr>
          <p:spPr>
            <a:xfrm>
              <a:off x="3888" y="2304"/>
              <a:ext cx="0" cy="240"/>
            </a:xfrm>
            <a:prstGeom prst="line">
              <a:avLst/>
            </a:prstGeom>
            <a:ln w="9525" cap="flat" cmpd="sng">
              <a:solidFill>
                <a:schemeClr val="tx1"/>
              </a:solidFill>
              <a:prstDash val="solid"/>
              <a:round/>
              <a:headEnd type="none" w="med" len="med"/>
              <a:tailEnd type="none" w="med" len="med"/>
            </a:ln>
          </p:spPr>
          <p:txBody>
            <a:bodyPr anchor="t" anchorCtr="0"/>
            <a:p>
              <a:endParaRPr lang="zh-CN" altLang="en-US">
                <a:latin typeface="Arial" panose="02080604020202020204" pitchFamily="34" charset="0"/>
                <a:ea typeface="方正书宋_GBK" panose="02000000000000000000" charset="-122"/>
              </a:endParaRPr>
            </a:p>
          </p:txBody>
        </p:sp>
        <p:sp>
          <p:nvSpPr>
            <p:cNvPr id="33862" name="矩形 36934"/>
            <p:cNvSpPr/>
            <p:nvPr/>
          </p:nvSpPr>
          <p:spPr>
            <a:xfrm>
              <a:off x="3216" y="2304"/>
              <a:ext cx="551" cy="215"/>
            </a:xfrm>
            <a:prstGeom prst="rect">
              <a:avLst/>
            </a:prstGeom>
            <a:noFill/>
            <a:ln w="9525">
              <a:noFill/>
            </a:ln>
          </p:spPr>
          <p:txBody>
            <a:bodyPr wrap="square" anchor="t" anchorCtr="0">
              <a:spAutoFit/>
            </a:bodyPr>
            <a:p>
              <a:r>
                <a:rPr lang="zh-CN" altLang="en-US" b="1">
                  <a:solidFill>
                    <a:srgbClr val="FF3300"/>
                  </a:solidFill>
                  <a:latin typeface="Arial" panose="02080604020202020204" pitchFamily="34" charset="0"/>
                  <a:ea typeface="宋体" panose="02010600030101010101" pitchFamily="2" charset="-122"/>
                </a:rPr>
                <a:t>页首地址</a:t>
              </a:r>
              <a:endParaRPr lang="zh-CN" altLang="en-US" b="1">
                <a:solidFill>
                  <a:srgbClr val="FF3300"/>
                </a:solidFill>
                <a:latin typeface="Arial" panose="02080604020202020204" pitchFamily="34" charset="0"/>
                <a:ea typeface="宋体" panose="02010600030101010101" pitchFamily="2" charset="-122"/>
              </a:endParaRPr>
            </a:p>
          </p:txBody>
        </p:sp>
        <p:sp>
          <p:nvSpPr>
            <p:cNvPr id="33863" name="直接连接符 36935"/>
            <p:cNvSpPr/>
            <p:nvPr/>
          </p:nvSpPr>
          <p:spPr>
            <a:xfrm>
              <a:off x="2688" y="2784"/>
              <a:ext cx="816" cy="0"/>
            </a:xfrm>
            <a:prstGeom prst="line">
              <a:avLst/>
            </a:prstGeom>
            <a:ln w="9525" cap="flat" cmpd="sng">
              <a:solidFill>
                <a:schemeClr val="tx1"/>
              </a:solidFill>
              <a:prstDash val="solid"/>
              <a:round/>
              <a:headEnd type="none" w="med" len="med"/>
              <a:tailEnd type="none" w="med" len="med"/>
            </a:ln>
          </p:spPr>
          <p:txBody>
            <a:bodyPr anchor="t" anchorCtr="0"/>
            <a:p>
              <a:endParaRPr lang="zh-CN" altLang="en-US">
                <a:latin typeface="Arial" panose="02080604020202020204" pitchFamily="34" charset="0"/>
                <a:ea typeface="方正书宋_GBK" panose="02000000000000000000" charset="-122"/>
              </a:endParaRPr>
            </a:p>
          </p:txBody>
        </p:sp>
        <p:sp>
          <p:nvSpPr>
            <p:cNvPr id="33864" name="直接连接符 36936"/>
            <p:cNvSpPr/>
            <p:nvPr/>
          </p:nvSpPr>
          <p:spPr>
            <a:xfrm flipV="1">
              <a:off x="3492" y="2544"/>
              <a:ext cx="0" cy="240"/>
            </a:xfrm>
            <a:prstGeom prst="line">
              <a:avLst/>
            </a:prstGeom>
            <a:ln w="9525" cap="flat" cmpd="sng">
              <a:solidFill>
                <a:schemeClr val="tx1"/>
              </a:solidFill>
              <a:prstDash val="solid"/>
              <a:round/>
              <a:headEnd type="none" w="med" len="med"/>
              <a:tailEnd type="triangle" w="sm" len="lg"/>
            </a:ln>
          </p:spPr>
          <p:txBody>
            <a:bodyPr anchor="t" anchorCtr="0"/>
            <a:p>
              <a:endParaRPr lang="zh-CN" altLang="en-US">
                <a:latin typeface="Arial" panose="02080604020202020204" pitchFamily="34" charset="0"/>
                <a:ea typeface="方正书宋_GBK" panose="02000000000000000000" charset="-122"/>
              </a:endParaRPr>
            </a:p>
          </p:txBody>
        </p:sp>
        <p:sp>
          <p:nvSpPr>
            <p:cNvPr id="33865" name="矩形 36937"/>
            <p:cNvSpPr/>
            <p:nvPr/>
          </p:nvSpPr>
          <p:spPr>
            <a:xfrm>
              <a:off x="384" y="1728"/>
              <a:ext cx="864" cy="240"/>
            </a:xfrm>
            <a:prstGeom prst="rect">
              <a:avLst/>
            </a:prstGeom>
            <a:noFill/>
            <a:ln w="9525">
              <a:noFill/>
            </a:ln>
          </p:spPr>
          <p:txBody>
            <a:bodyPr anchor="t" anchorCtr="0"/>
            <a:p>
              <a:pPr algn="ctr">
                <a:spcBef>
                  <a:spcPct val="20000"/>
                </a:spcBef>
                <a:buClr>
                  <a:schemeClr val="folHlink"/>
                </a:buClr>
                <a:buSzPct val="75000"/>
                <a:buFont typeface="Wingdings" panose="05000000000000000000" pitchFamily="2" charset="2"/>
              </a:pPr>
              <a:r>
                <a:rPr lang="zh-CN" altLang="en-US" b="1">
                  <a:solidFill>
                    <a:srgbClr val="FF3300"/>
                  </a:solidFill>
                  <a:latin typeface="Verdana" panose="020B0604030504040204" pitchFamily="2" charset="0"/>
                  <a:ea typeface="宋体" panose="02010600030101010101" pitchFamily="2" charset="-122"/>
                </a:rPr>
                <a:t>段描述符表</a:t>
              </a:r>
              <a:endParaRPr lang="zh-CN" altLang="en-US" b="1">
                <a:solidFill>
                  <a:srgbClr val="FF3300"/>
                </a:solidFill>
                <a:latin typeface="Verdana" panose="020B0604030504040204" pitchFamily="2" charset="0"/>
                <a:ea typeface="宋体" panose="02010600030101010101" pitchFamily="2" charset="-122"/>
              </a:endParaRPr>
            </a:p>
          </p:txBody>
        </p:sp>
        <p:sp>
          <p:nvSpPr>
            <p:cNvPr id="33866" name="未知"/>
            <p:cNvSpPr/>
            <p:nvPr/>
          </p:nvSpPr>
          <p:spPr>
            <a:xfrm>
              <a:off x="1644" y="2371"/>
              <a:ext cx="415" cy="5"/>
            </a:xfrm>
            <a:custGeom>
              <a:avLst/>
              <a:gdLst/>
              <a:ahLst/>
              <a:cxnLst/>
              <a:pathLst>
                <a:path w="415" h="5">
                  <a:moveTo>
                    <a:pt x="0" y="5"/>
                  </a:moveTo>
                  <a:lnTo>
                    <a:pt x="415" y="0"/>
                  </a:lnTo>
                </a:path>
              </a:pathLst>
            </a:custGeom>
            <a:noFill/>
            <a:ln w="9525" cap="flat" cmpd="sng">
              <a:solidFill>
                <a:schemeClr val="tx1"/>
              </a:solidFill>
              <a:prstDash val="solid"/>
              <a:round/>
              <a:headEnd type="none" w="med" len="med"/>
              <a:tailEnd type="triangle" w="sm" len="lg"/>
            </a:ln>
          </p:spPr>
          <p:txBody>
            <a:bodyPr/>
            <a:p>
              <a:endParaRPr lang="zh-CN" altLang="en-US"/>
            </a:p>
          </p:txBody>
        </p:sp>
        <p:sp>
          <p:nvSpPr>
            <p:cNvPr id="33867" name="未知"/>
            <p:cNvSpPr/>
            <p:nvPr/>
          </p:nvSpPr>
          <p:spPr>
            <a:xfrm>
              <a:off x="1640" y="2371"/>
              <a:ext cx="4" cy="569"/>
            </a:xfrm>
            <a:custGeom>
              <a:avLst/>
              <a:gdLst/>
              <a:ahLst/>
              <a:cxnLst/>
              <a:pathLst>
                <a:path w="4" h="569">
                  <a:moveTo>
                    <a:pt x="0" y="569"/>
                  </a:moveTo>
                  <a:lnTo>
                    <a:pt x="4"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33868" name="直接连接符 36940"/>
            <p:cNvSpPr/>
            <p:nvPr/>
          </p:nvSpPr>
          <p:spPr>
            <a:xfrm>
              <a:off x="1452" y="2940"/>
              <a:ext cx="192" cy="0"/>
            </a:xfrm>
            <a:prstGeom prst="line">
              <a:avLst/>
            </a:prstGeom>
            <a:ln w="9525" cap="flat" cmpd="sng">
              <a:solidFill>
                <a:schemeClr val="tx1"/>
              </a:solidFill>
              <a:prstDash val="solid"/>
              <a:round/>
              <a:headEnd type="none" w="med" len="med"/>
              <a:tailEnd type="none" w="med" len="med"/>
            </a:ln>
          </p:spPr>
          <p:txBody>
            <a:bodyPr anchor="t" anchorCtr="0"/>
            <a:p>
              <a:endParaRPr lang="zh-CN" altLang="en-US">
                <a:latin typeface="Arial" panose="02080604020202020204" pitchFamily="34" charset="0"/>
                <a:ea typeface="方正书宋_GBK" panose="02000000000000000000" charset="-122"/>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8851" grpId="0" build="p"/>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矩形 80897"/>
          <p:cNvSpPr/>
          <p:nvPr/>
        </p:nvSpPr>
        <p:spPr>
          <a:xfrm>
            <a:off x="1006475" y="1562100"/>
            <a:ext cx="7129463" cy="3014663"/>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zh-CN" altLang="en-US" sz="2800" b="1" strike="noStrike" noProof="1">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400" b="1" strike="noStrike" noProof="1">
                <a:solidFill>
                  <a:srgbClr val="990000"/>
                </a:solidFill>
                <a:latin typeface="Arial" panose="02080604020202020204" pitchFamily="34" charset="0"/>
                <a:ea typeface="宋体" panose="02010600030101010101" pitchFamily="2" charset="-122"/>
                <a:cs typeface="+mn-ea"/>
              </a:rPr>
              <a:t>第</a:t>
            </a:r>
            <a:r>
              <a:rPr lang="en-US" altLang="zh-CN" sz="4400" b="1" strike="noStrike" noProof="1">
                <a:solidFill>
                  <a:srgbClr val="990000"/>
                </a:solidFill>
                <a:latin typeface="Times New Roman" panose="02020603050405020304" charset="0"/>
                <a:ea typeface="宋体" panose="02010600030101010101" pitchFamily="2" charset="-122"/>
                <a:cs typeface="+mn-ea"/>
              </a:rPr>
              <a:t>6</a:t>
            </a:r>
            <a:r>
              <a:rPr lang="zh-CN" altLang="en-US" sz="4400" b="1" strike="noStrike" noProof="1">
                <a:solidFill>
                  <a:srgbClr val="990000"/>
                </a:solidFill>
                <a:latin typeface="Arial" panose="02080604020202020204" pitchFamily="34" charset="0"/>
                <a:ea typeface="宋体" panose="02010600030101010101" pitchFamily="2" charset="-122"/>
                <a:cs typeface="+mn-ea"/>
              </a:rPr>
              <a:t>章  主存管理</a:t>
            </a:r>
            <a:endParaRPr lang="zh-CN" altLang="en-US" sz="4400" b="1" strike="noStrike" noProof="1">
              <a:solidFill>
                <a:srgbClr val="9900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400" b="1" strike="noStrike" noProof="1">
                <a:solidFill>
                  <a:srgbClr val="990000"/>
                </a:solidFill>
                <a:latin typeface="Arial" panose="02080604020202020204" pitchFamily="34" charset="0"/>
                <a:ea typeface="宋体" panose="02010600030101010101" pitchFamily="2" charset="-122"/>
                <a:cs typeface="+mn-ea"/>
              </a:rPr>
              <a:t>小结</a:t>
            </a:r>
            <a:endParaRPr lang="zh-CN" altLang="en-US" sz="4400" b="1" strike="noStrike" noProof="1">
              <a:solidFill>
                <a:srgbClr val="9900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endParaRPr lang="zh-CN" altLang="en-US" sz="4400" b="1" strike="noStrike" noProof="1">
              <a:solidFill>
                <a:srgbClr val="990000"/>
              </a:solidFill>
              <a:ea typeface="宋体" panose="02010600030101010101" pitchFamily="2" charset="-122"/>
            </a:endParaRPr>
          </a:p>
        </p:txBody>
      </p:sp>
      <p:graphicFrame>
        <p:nvGraphicFramePr>
          <p:cNvPr id="114690" name="内容占位符 80898"/>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85" name="" r:id="rId2" imgW="838200" imgH="647700" progId="Paint.Picture">
                  <p:embed/>
                </p:oleObj>
              </mc:Choice>
              <mc:Fallback>
                <p:oleObj name="" r:id="rId2" imgW="838200" imgH="647700" progId="Paint.Picture">
                  <p:embed/>
                  <p:pic>
                    <p:nvPicPr>
                      <p:cNvPr id="0" name="图片 3084"/>
                      <p:cNvPicPr/>
                      <p:nvPr/>
                    </p:nvPicPr>
                    <p:blipFill>
                      <a:blip r:embed="rId3"/>
                      <a:stretch>
                        <a:fillRect/>
                      </a:stretch>
                    </p:blipFill>
                    <p:spPr>
                      <a:xfrm>
                        <a:off x="0" y="0"/>
                        <a:ext cx="838200" cy="517525"/>
                      </a:xfrm>
                      <a:prstGeom prst="rect">
                        <a:avLst/>
                      </a:prstGeom>
                      <a:noFill/>
                      <a:ln w="38100"/>
                    </p:spPr>
                  </p:pic>
                </p:oleObj>
              </mc:Fallback>
            </mc:AlternateContent>
          </a:graphicData>
        </a:graphic>
      </p:graphicFrame>
      <p:sp>
        <p:nvSpPr>
          <p:cNvPr id="80900" name="矩形 80899"/>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小结</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3" name="矩形 81922"/>
          <p:cNvSpPr/>
          <p:nvPr/>
        </p:nvSpPr>
        <p:spPr>
          <a:xfrm>
            <a:off x="533400" y="555625"/>
            <a:ext cx="8262938" cy="604837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spcBef>
                <a:spcPct val="20000"/>
              </a:spcBef>
              <a:spcAft>
                <a:spcPct val="20000"/>
              </a:spcAft>
            </a:pPr>
            <a:r>
              <a:rPr lang="zh-CN" altLang="en-US" sz="2400" b="1" strike="noStrike" noProof="1">
                <a:solidFill>
                  <a:schemeClr val="tx1"/>
                </a:solidFill>
                <a:effectLst/>
                <a:latin typeface="Arial" panose="02080604020202020204" pitchFamily="34" charset="0"/>
                <a:ea typeface="宋体" panose="02010600030101010101" pitchFamily="2" charset="-122"/>
                <a:cs typeface="+mn-ea"/>
              </a:rPr>
              <a:t>基本概念</a:t>
            </a:r>
            <a:endParaRPr lang="zh-CN" altLang="en-US" sz="2400" b="1"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30000"/>
              </a:lnSpc>
              <a:spcBef>
                <a:spcPct val="20000"/>
              </a:spcBef>
            </a:pPr>
            <a:r>
              <a:rPr lang="x-none" altLang="zh-CN" sz="2400" b="1" strike="noStrike" noProof="1">
                <a:solidFill>
                  <a:srgbClr val="000099"/>
                </a:solidFill>
                <a:effectLst/>
                <a:latin typeface="Times New Roman" panose="02020603050405020304" charset="0"/>
                <a:ea typeface="宋体" panose="02010600030101010101" pitchFamily="2" charset="-122"/>
                <a:cs typeface="+mn-cs"/>
              </a:rPr>
              <a:t>内存相关的几个关键概念</a:t>
            </a:r>
            <a:endParaRPr lang="x-none" altLang="zh-CN" sz="2400" b="1" strike="noStrike" noProof="1">
              <a:solidFill>
                <a:srgbClr val="000099"/>
              </a:solidFill>
              <a:effectLst/>
              <a:latin typeface="Times New Roman" panose="02020603050405020304" charset="0"/>
              <a:ea typeface="宋体" panose="02010600030101010101" pitchFamily="2" charset="-122"/>
            </a:endParaRPr>
          </a:p>
          <a:p>
            <a:pPr marL="1295400" lvl="2" indent="-381000" fontAlgn="base">
              <a:lnSpc>
                <a:spcPct val="130000"/>
              </a:lnSpc>
              <a:spcBef>
                <a:spcPct val="20000"/>
              </a:spcBef>
            </a:pPr>
            <a:r>
              <a:rPr lang="zh-CN" altLang="en-US" sz="2000" b="1" strike="noStrike" noProof="1">
                <a:solidFill>
                  <a:schemeClr val="tx1"/>
                </a:solidFill>
                <a:effectLst/>
                <a:latin typeface="Times New Roman" panose="02020603050405020304" charset="0"/>
                <a:ea typeface="宋体" panose="02010600030101010101" pitchFamily="2" charset="-122"/>
                <a:cs typeface="+mn-cs"/>
              </a:rPr>
              <a:t>逻辑地址  </a:t>
            </a:r>
            <a:r>
              <a:rPr lang="x-none" altLang="zh-CN" sz="2000" b="1" strike="noStrike" noProof="1">
                <a:solidFill>
                  <a:schemeClr val="tx1"/>
                </a:solidFill>
                <a:effectLst/>
                <a:latin typeface="Times New Roman" panose="02020603050405020304" charset="0"/>
                <a:ea typeface="宋体" panose="02010600030101010101" pitchFamily="2" charset="-122"/>
                <a:cs typeface="+mn-cs"/>
              </a:rPr>
              <a:t>程序</a:t>
            </a:r>
            <a:r>
              <a:rPr lang="zh-CN" altLang="en-US" sz="2000" b="1" strike="noStrike" noProof="1">
                <a:solidFill>
                  <a:schemeClr val="tx1"/>
                </a:solidFill>
                <a:effectLst/>
                <a:latin typeface="Times New Roman" panose="02020603050405020304" charset="0"/>
                <a:ea typeface="宋体" panose="02010600030101010101" pitchFamily="2" charset="-122"/>
                <a:cs typeface="+mn-cs"/>
              </a:rPr>
              <a:t>地址空间</a:t>
            </a:r>
            <a:r>
              <a:rPr lang="x-none" altLang="zh-CN" sz="2000" b="1" strike="noStrike" noProof="1">
                <a:solidFill>
                  <a:schemeClr val="tx1"/>
                </a:solidFill>
                <a:effectLst/>
                <a:latin typeface="Times New Roman" panose="02020603050405020304" charset="0"/>
                <a:ea typeface="宋体" panose="02010600030101010101" pitchFamily="2" charset="-122"/>
                <a:cs typeface="+mn-cs"/>
              </a:rPr>
              <a:t>（一维或二维）</a:t>
            </a:r>
            <a:endParaRPr lang="x-none" altLang="zh-CN" sz="2000" b="1" strike="noStrike" noProof="1">
              <a:solidFill>
                <a:schemeClr val="tx1"/>
              </a:solidFill>
              <a:effectLst/>
              <a:latin typeface="Times New Roman" panose="02020603050405020304" charset="0"/>
              <a:ea typeface="宋体" panose="02010600030101010101" pitchFamily="2" charset="-122"/>
              <a:cs typeface="+mn-cs"/>
            </a:endParaRPr>
          </a:p>
          <a:p>
            <a:pPr marL="1295400" lvl="2" indent="-381000" fontAlgn="base">
              <a:lnSpc>
                <a:spcPct val="130000"/>
              </a:lnSpc>
              <a:spcBef>
                <a:spcPct val="20000"/>
              </a:spcBef>
            </a:pPr>
            <a:r>
              <a:rPr lang="zh-CN" altLang="en-US" sz="2000" b="1" strike="noStrike" noProof="1">
                <a:solidFill>
                  <a:schemeClr val="tx1"/>
                </a:solidFill>
                <a:effectLst/>
                <a:latin typeface="Times New Roman" panose="02020603050405020304" charset="0"/>
                <a:ea typeface="宋体" panose="02010600030101010101" pitchFamily="2" charset="-122"/>
                <a:cs typeface="+mn-cs"/>
              </a:rPr>
              <a:t>物理地址  </a:t>
            </a:r>
            <a:r>
              <a:rPr lang="x-none" altLang="zh-CN" sz="2000" b="1" strike="noStrike" noProof="1">
                <a:solidFill>
                  <a:schemeClr val="tx1"/>
                </a:solidFill>
                <a:effectLst/>
                <a:latin typeface="Times New Roman" panose="02020603050405020304" charset="0"/>
                <a:ea typeface="宋体" panose="02010600030101010101" pitchFamily="2" charset="-122"/>
                <a:cs typeface="+mn-cs"/>
              </a:rPr>
              <a:t>主存</a:t>
            </a:r>
            <a:r>
              <a:rPr lang="zh-CN" altLang="en-US" sz="2000" b="1" strike="noStrike" noProof="1">
                <a:solidFill>
                  <a:schemeClr val="tx1"/>
                </a:solidFill>
                <a:effectLst/>
                <a:latin typeface="Times New Roman" panose="02020603050405020304" charset="0"/>
                <a:ea typeface="宋体" panose="02010600030101010101" pitchFamily="2" charset="-122"/>
                <a:cs typeface="+mn-cs"/>
              </a:rPr>
              <a:t>空间</a:t>
            </a:r>
            <a:r>
              <a:rPr lang="x-none" altLang="zh-CN" sz="2000" b="1" strike="noStrike" noProof="1">
                <a:solidFill>
                  <a:schemeClr val="tx1"/>
                </a:solidFill>
                <a:effectLst/>
                <a:latin typeface="Times New Roman" panose="02020603050405020304" charset="0"/>
                <a:ea typeface="宋体" panose="02010600030101010101" pitchFamily="2" charset="-122"/>
                <a:cs typeface="+mn-cs"/>
              </a:rPr>
              <a:t>（一维）</a:t>
            </a:r>
            <a:endParaRPr lang="x-none" altLang="zh-CN" sz="2000" b="1" strike="noStrike" noProof="1">
              <a:solidFill>
                <a:schemeClr val="tx1"/>
              </a:solidFill>
              <a:effectLst/>
              <a:latin typeface="Times New Roman" panose="02020603050405020304" charset="0"/>
              <a:ea typeface="宋体" panose="02010600030101010101" pitchFamily="2" charset="-122"/>
              <a:cs typeface="+mn-cs"/>
            </a:endParaRPr>
          </a:p>
          <a:p>
            <a:pPr marL="914400" lvl="1" indent="-457200" fontAlgn="base">
              <a:lnSpc>
                <a:spcPct val="130000"/>
              </a:lnSpc>
              <a:spcBef>
                <a:spcPct val="20000"/>
              </a:spcBef>
            </a:pPr>
            <a:r>
              <a:rPr lang="zh-CN" altLang="en-US" sz="2400" b="1" strike="noStrike" noProof="1">
                <a:solidFill>
                  <a:srgbClr val="000099"/>
                </a:solidFill>
                <a:effectLst/>
                <a:latin typeface="Times New Roman" panose="02020603050405020304" charset="0"/>
                <a:ea typeface="宋体" panose="02010600030101010101" pitchFamily="2" charset="-122"/>
                <a:cs typeface="+mn-cs"/>
              </a:rPr>
              <a:t>地址映射</a:t>
            </a:r>
            <a:endParaRPr lang="zh-CN" altLang="en-US" sz="2400" b="1" strike="noStrike" noProof="1">
              <a:solidFill>
                <a:srgbClr val="000099"/>
              </a:solidFill>
              <a:effectLst/>
              <a:latin typeface="Times New Roman" panose="02020603050405020304" charset="0"/>
              <a:ea typeface="宋体" panose="02010600030101010101" pitchFamily="2" charset="-122"/>
            </a:endParaRPr>
          </a:p>
          <a:p>
            <a:pPr marL="1295400" lvl="2" indent="-381000" fontAlgn="base">
              <a:lnSpc>
                <a:spcPct val="130000"/>
              </a:lnSpc>
              <a:spcBef>
                <a:spcPct val="20000"/>
              </a:spcBef>
            </a:pPr>
            <a:r>
              <a:rPr lang="zh-CN" altLang="en-US" sz="2000" b="1" strike="noStrike" noProof="1">
                <a:solidFill>
                  <a:schemeClr val="tx1"/>
                </a:solidFill>
                <a:effectLst/>
                <a:latin typeface="Times New Roman" panose="02020603050405020304" charset="0"/>
                <a:ea typeface="宋体" panose="02010600030101010101" pitchFamily="2" charset="-122"/>
                <a:cs typeface="+mn-cs"/>
              </a:rPr>
              <a:t>定义</a:t>
            </a:r>
            <a:endParaRPr lang="zh-CN" altLang="en-US" sz="2000" b="1" strike="noStrike" noProof="1">
              <a:solidFill>
                <a:schemeClr val="tx1"/>
              </a:solidFill>
              <a:effectLst/>
              <a:latin typeface="Times New Roman" panose="02020603050405020304" charset="0"/>
              <a:ea typeface="宋体" panose="02010600030101010101" pitchFamily="2" charset="-122"/>
            </a:endParaRPr>
          </a:p>
          <a:p>
            <a:pPr marL="1295400" lvl="2" indent="-381000" fontAlgn="base">
              <a:lnSpc>
                <a:spcPct val="130000"/>
              </a:lnSpc>
              <a:spcBef>
                <a:spcPct val="20000"/>
              </a:spcBef>
            </a:pPr>
            <a:r>
              <a:rPr lang="zh-CN" altLang="en-US" sz="2000" b="1" strike="noStrike" noProof="1">
                <a:solidFill>
                  <a:schemeClr val="tx1"/>
                </a:solidFill>
                <a:effectLst/>
                <a:latin typeface="Times New Roman" panose="02020603050405020304" charset="0"/>
                <a:ea typeface="宋体" panose="02010600030101010101" pitchFamily="2" charset="-122"/>
                <a:cs typeface="+mn-cs"/>
              </a:rPr>
              <a:t>类型</a:t>
            </a:r>
            <a:r>
              <a:rPr lang="en-US" altLang="zh-CN" sz="2000" b="1" strike="noStrike" noProof="1">
                <a:solidFill>
                  <a:schemeClr val="tx1"/>
                </a:solidFill>
                <a:effectLst/>
                <a:latin typeface="Times New Roman" panose="02020603050405020304" charset="0"/>
                <a:ea typeface="宋体" panose="02010600030101010101" pitchFamily="2" charset="-122"/>
                <a:cs typeface="+mn-cs"/>
              </a:rPr>
              <a:t>——</a:t>
            </a:r>
            <a:r>
              <a:rPr lang="zh-CN" altLang="en-US" sz="2000" b="1" strike="noStrike" noProof="1">
                <a:solidFill>
                  <a:schemeClr val="tx1"/>
                </a:solidFill>
                <a:effectLst/>
                <a:latin typeface="Times New Roman" panose="02020603050405020304" charset="0"/>
                <a:ea typeface="宋体" panose="02010600030101010101" pitchFamily="2" charset="-122"/>
                <a:cs typeface="+mn-cs"/>
              </a:rPr>
              <a:t>静态地址重定位   定义  实现</a:t>
            </a:r>
            <a:endParaRPr lang="zh-CN" altLang="en-US" sz="2000" b="1" strike="noStrike" noProof="1">
              <a:solidFill>
                <a:schemeClr val="tx1"/>
              </a:solidFill>
              <a:effectLst/>
              <a:latin typeface="Times New Roman" panose="02020603050405020304" charset="0"/>
              <a:ea typeface="宋体" panose="02010600030101010101" pitchFamily="2" charset="-122"/>
            </a:endParaRPr>
          </a:p>
          <a:p>
            <a:pPr marL="1295400" lvl="2" indent="-381000" fontAlgn="base">
              <a:lnSpc>
                <a:spcPct val="130000"/>
              </a:lnSpc>
              <a:spcBef>
                <a:spcPct val="20000"/>
              </a:spcBef>
              <a:buNone/>
            </a:pPr>
            <a:r>
              <a:rPr lang="zh-CN" altLang="en-US" sz="2000" b="1" strike="noStrike" noProof="1">
                <a:solidFill>
                  <a:schemeClr val="tx1"/>
                </a:solidFill>
                <a:effectLst/>
                <a:latin typeface="Times New Roman" panose="02020603050405020304" charset="0"/>
                <a:ea typeface="宋体" panose="02010600030101010101" pitchFamily="2" charset="-122"/>
                <a:cs typeface="+mn-cs"/>
              </a:rPr>
              <a:t>                动态地址重定位   定义  实现</a:t>
            </a:r>
            <a:endParaRPr lang="zh-CN" altLang="en-US" sz="2000" b="1"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30000"/>
              </a:lnSpc>
              <a:spcBef>
                <a:spcPct val="20000"/>
              </a:spcBef>
            </a:pPr>
            <a:r>
              <a:rPr lang="zh-CN" altLang="en-US" sz="2400" b="1" strike="noStrike" noProof="1">
                <a:solidFill>
                  <a:srgbClr val="000099"/>
                </a:solidFill>
                <a:effectLst/>
                <a:latin typeface="Times New Roman" panose="02020603050405020304" charset="0"/>
                <a:ea typeface="宋体" panose="02010600030101010101" pitchFamily="2" charset="-122"/>
                <a:cs typeface="+mn-cs"/>
              </a:rPr>
              <a:t>存储保护</a:t>
            </a:r>
            <a:endParaRPr lang="zh-CN" altLang="en-US" sz="2400" b="1" strike="noStrike" noProof="1">
              <a:solidFill>
                <a:srgbClr val="000099"/>
              </a:solidFill>
              <a:effectLst/>
              <a:latin typeface="Times New Roman" panose="02020603050405020304" charset="0"/>
              <a:ea typeface="宋体" panose="02010600030101010101" pitchFamily="2" charset="-122"/>
            </a:endParaRPr>
          </a:p>
          <a:p>
            <a:pPr marL="1295400" lvl="2" indent="-381000" fontAlgn="base">
              <a:lnSpc>
                <a:spcPct val="130000"/>
              </a:lnSpc>
              <a:spcBef>
                <a:spcPct val="20000"/>
              </a:spcBef>
            </a:pPr>
            <a:r>
              <a:rPr lang="zh-CN" altLang="en-US" sz="2000" b="1" strike="noStrike" noProof="1">
                <a:solidFill>
                  <a:schemeClr val="tx1"/>
                </a:solidFill>
                <a:effectLst/>
                <a:latin typeface="Times New Roman" panose="02020603050405020304" charset="0"/>
                <a:ea typeface="宋体" panose="02010600030101010101" pitchFamily="2" charset="-122"/>
                <a:cs typeface="+mn-cs"/>
              </a:rPr>
              <a:t>定义</a:t>
            </a:r>
            <a:endParaRPr lang="zh-CN" altLang="en-US" sz="2000" b="1" strike="noStrike" noProof="1">
              <a:solidFill>
                <a:schemeClr val="tx1"/>
              </a:solidFill>
              <a:effectLst/>
              <a:latin typeface="Times New Roman" panose="02020603050405020304" charset="0"/>
              <a:ea typeface="宋体" panose="02010600030101010101" pitchFamily="2" charset="-122"/>
            </a:endParaRPr>
          </a:p>
          <a:p>
            <a:pPr marL="1295400" lvl="2" indent="-381000" fontAlgn="base">
              <a:lnSpc>
                <a:spcPct val="130000"/>
              </a:lnSpc>
              <a:spcBef>
                <a:spcPct val="20000"/>
              </a:spcBef>
            </a:pPr>
            <a:r>
              <a:rPr lang="zh-CN" altLang="en-US" sz="2000" b="1" strike="noStrike" noProof="1">
                <a:solidFill>
                  <a:schemeClr val="tx1"/>
                </a:solidFill>
                <a:effectLst/>
                <a:latin typeface="Times New Roman" panose="02020603050405020304" charset="0"/>
                <a:ea typeface="宋体" panose="02010600030101010101" pitchFamily="2" charset="-122"/>
                <a:cs typeface="+mn-cs"/>
              </a:rPr>
              <a:t>界地址保护的实现方法</a:t>
            </a:r>
            <a:endParaRPr lang="zh-CN" altLang="en-US" sz="2000" b="1" strike="noStrike" noProof="1">
              <a:solidFill>
                <a:schemeClr val="tx1"/>
              </a:solidFill>
              <a:effectLst/>
              <a:latin typeface="Times New Roman" panose="02020603050405020304" charset="0"/>
              <a:ea typeface="宋体" panose="02010600030101010101" pitchFamily="2" charset="-122"/>
              <a:cs typeface="+mn-cs"/>
            </a:endParaRPr>
          </a:p>
          <a:p>
            <a:pPr marL="914400" lvl="1" indent="-457200" algn="l" fontAlgn="base">
              <a:lnSpc>
                <a:spcPct val="130000"/>
              </a:lnSpc>
              <a:spcBef>
                <a:spcPct val="20000"/>
              </a:spcBef>
              <a:buBlip>
                <a:blip r:embed="rId1"/>
              </a:buBlip>
            </a:pPr>
            <a:r>
              <a:rPr lang="x-none" altLang="zh-CN" sz="2400" b="1" strike="noStrike" noProof="1">
                <a:solidFill>
                  <a:srgbClr val="000099"/>
                </a:solidFill>
                <a:effectLst/>
                <a:latin typeface="Times New Roman" panose="02020603050405020304" charset="0"/>
                <a:ea typeface="宋体" panose="02010600030101010101" pitchFamily="2" charset="-122"/>
                <a:cs typeface="+mn-cs"/>
              </a:rPr>
              <a:t>主存扩容</a:t>
            </a:r>
            <a:endParaRPr lang="x-none" altLang="zh-CN" sz="2400" b="1" strike="noStrike" noProof="1">
              <a:solidFill>
                <a:srgbClr val="000099"/>
              </a:solidFill>
              <a:effectLst/>
              <a:latin typeface="Times New Roman" panose="02020603050405020304" charset="0"/>
              <a:ea typeface="宋体" panose="02010600030101010101" pitchFamily="2" charset="-122"/>
            </a:endParaRPr>
          </a:p>
        </p:txBody>
      </p:sp>
      <p:sp>
        <p:nvSpPr>
          <p:cNvPr id="81924" name="矩形 81923"/>
          <p:cNvSpPr/>
          <p:nvPr/>
        </p:nvSpPr>
        <p:spPr>
          <a:xfrm>
            <a:off x="381000" y="71438"/>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小结</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7" name="矩形 82946"/>
          <p:cNvSpPr/>
          <p:nvPr/>
        </p:nvSpPr>
        <p:spPr>
          <a:xfrm>
            <a:off x="533400" y="682625"/>
            <a:ext cx="7462838" cy="5427663"/>
          </a:xfrm>
          <a:prstGeom prst="rect">
            <a:avLst/>
          </a:prstGeom>
          <a:noFill/>
          <a:ln w="9525">
            <a:noFill/>
            <a:miter/>
          </a:ln>
        </p:spPr>
        <p:txBody>
          <a:bodyPr wrap="square" anchor="t">
            <a:spAutoFit/>
          </a:bodyPr>
          <a:p>
            <a:pPr marL="533400" lvl="0" indent="-533400">
              <a:lnSpc>
                <a:spcPct val="130000"/>
              </a:lnSpc>
              <a:spcBef>
                <a:spcPct val="30000"/>
              </a:spcBef>
              <a:spcAft>
                <a:spcPct val="20000"/>
              </a:spcAft>
              <a:buClr>
                <a:schemeClr val="tx2"/>
              </a:buClr>
              <a:buSzPct val="95000"/>
              <a:buFont typeface="Wingdings" panose="05000000000000000000" pitchFamily="2" charset="2"/>
              <a:buChar char="•"/>
            </a:pPr>
            <a:r>
              <a:rPr lang="zh-CN" altLang="zh-CN" sz="2400">
                <a:solidFill>
                  <a:schemeClr val="tx1"/>
                </a:solidFill>
                <a:latin typeface="Arial" panose="02080604020202020204" pitchFamily="34" charset="0"/>
                <a:ea typeface="宋体" panose="02010600030101010101" pitchFamily="2" charset="-122"/>
              </a:rPr>
              <a:t>虚拟存储器（完全隔离，地址映射方式是关键）</a:t>
            </a:r>
            <a:endParaRPr lang="zh-CN" altLang="zh-CN" sz="2400">
              <a:solidFill>
                <a:schemeClr val="tx1"/>
              </a:solidFill>
              <a:latin typeface="Arial" panose="02080604020202020204" pitchFamily="34" charset="0"/>
              <a:ea typeface="宋体" panose="02010600030101010101" pitchFamily="2" charset="-122"/>
            </a:endParaRPr>
          </a:p>
          <a:p>
            <a:pPr marL="533400" lvl="0" indent="-533400">
              <a:lnSpc>
                <a:spcPct val="130000"/>
              </a:lnSpc>
              <a:spcBef>
                <a:spcPct val="30000"/>
              </a:spcBef>
              <a:spcAft>
                <a:spcPct val="20000"/>
              </a:spcAft>
              <a:buClr>
                <a:schemeClr val="tx2"/>
              </a:buClr>
              <a:buSzPct val="95000"/>
              <a:buFont typeface="Wingdings" panose="05000000000000000000" pitchFamily="2" charset="2"/>
              <a:buChar char="•"/>
            </a:pPr>
            <a:r>
              <a:rPr lang="zh-CN" altLang="en-US" sz="2400">
                <a:solidFill>
                  <a:schemeClr val="tx1"/>
                </a:solidFill>
                <a:latin typeface="Arial" panose="02080604020202020204" pitchFamily="34" charset="0"/>
                <a:ea typeface="宋体" panose="02010600030101010101" pitchFamily="2" charset="-122"/>
              </a:rPr>
              <a:t>分区存储管理</a:t>
            </a:r>
            <a:endParaRPr lang="zh-CN" altLang="en-US" sz="2400">
              <a:solidFill>
                <a:schemeClr val="tx1"/>
              </a:solidFill>
              <a:latin typeface="Times New Roman" panose="02020603050405020304" charset="0"/>
              <a:ea typeface="宋体" panose="02010600030101010101" pitchFamily="2" charset="-122"/>
            </a:endParaRPr>
          </a:p>
          <a:p>
            <a:pPr marL="914400" lvl="1" indent="-457200" algn="l" eaLnBrk="1" fontAlgn="base" latinLnBrk="0" hangingPunct="1">
              <a:lnSpc>
                <a:spcPct val="130000"/>
              </a:lnSpc>
              <a:spcBef>
                <a:spcPct val="30000"/>
              </a:spcBef>
              <a:spcAft>
                <a:spcPct val="0"/>
              </a:spcAft>
              <a:buClr>
                <a:schemeClr val="tx2"/>
              </a:buClr>
              <a:buSzPct val="95000"/>
              <a:buFont typeface="Wingdings" panose="05000000000000000000" pitchFamily="2" charset="2"/>
              <a:buChar char="•"/>
            </a:pPr>
            <a:r>
              <a:rPr lang="zh-CN" altLang="en-US" sz="2400" u="none" baseline="0">
                <a:solidFill>
                  <a:srgbClr val="000099"/>
                </a:solidFill>
                <a:latin typeface="Times New Roman" panose="02020603050405020304" charset="0"/>
                <a:ea typeface="宋体" panose="02010600030101010101" pitchFamily="2" charset="-122"/>
              </a:rPr>
              <a:t>分区分配中的数据结构</a:t>
            </a:r>
            <a:endParaRPr lang="zh-CN" altLang="en-US" sz="2400" u="none" baseline="0">
              <a:solidFill>
                <a:srgbClr val="000099"/>
              </a:solidFill>
              <a:latin typeface="Times New Roman" panose="02020603050405020304" charset="0"/>
              <a:ea typeface="宋体" panose="02010600030101010101" pitchFamily="2" charset="-122"/>
            </a:endParaRPr>
          </a:p>
          <a:p>
            <a:pPr marL="1295400" lvl="2" indent="-381000" algn="l" eaLnBrk="1" fontAlgn="base" latinLnBrk="0" hangingPunct="1">
              <a:lnSpc>
                <a:spcPct val="130000"/>
              </a:lnSpc>
              <a:spcBef>
                <a:spcPct val="30000"/>
              </a:spcBef>
              <a:spcAft>
                <a:spcPct val="0"/>
              </a:spcAft>
              <a:buClr>
                <a:schemeClr val="tx2"/>
              </a:buClr>
              <a:buSzPct val="95000"/>
              <a:buFont typeface="Wingdings" panose="05000000000000000000" pitchFamily="2" charset="2"/>
              <a:buChar char="•"/>
            </a:pPr>
            <a:r>
              <a:rPr lang="zh-CN" altLang="en-US" sz="2000" u="none" baseline="0">
                <a:solidFill>
                  <a:schemeClr val="tx1"/>
                </a:solidFill>
                <a:latin typeface="Times New Roman" panose="02020603050405020304" charset="0"/>
                <a:ea typeface="宋体" panose="02010600030101010101" pitchFamily="2" charset="-122"/>
              </a:rPr>
              <a:t>空闲区队列结构</a:t>
            </a:r>
            <a:endParaRPr lang="zh-CN" altLang="en-US" sz="2000" u="none" baseline="0">
              <a:solidFill>
                <a:schemeClr val="tx1"/>
              </a:solidFill>
              <a:latin typeface="Times New Roman" panose="02020603050405020304" charset="0"/>
              <a:ea typeface="宋体" panose="02010600030101010101" pitchFamily="2" charset="-122"/>
            </a:endParaRPr>
          </a:p>
          <a:p>
            <a:pPr marL="914400" lvl="1" indent="-457200" algn="l" eaLnBrk="1" fontAlgn="base" latinLnBrk="0" hangingPunct="1">
              <a:lnSpc>
                <a:spcPct val="130000"/>
              </a:lnSpc>
              <a:spcBef>
                <a:spcPct val="30000"/>
              </a:spcBef>
              <a:spcAft>
                <a:spcPct val="0"/>
              </a:spcAft>
              <a:buClr>
                <a:schemeClr val="tx2"/>
              </a:buClr>
              <a:buSzPct val="95000"/>
              <a:buFont typeface="Wingdings" panose="05000000000000000000" pitchFamily="2" charset="2"/>
              <a:buChar char="•"/>
            </a:pPr>
            <a:r>
              <a:rPr lang="zh-CN" altLang="en-US" sz="2400" u="none" baseline="0">
                <a:solidFill>
                  <a:srgbClr val="000099"/>
                </a:solidFill>
                <a:latin typeface="Times New Roman" panose="02020603050405020304" charset="0"/>
                <a:ea typeface="宋体" panose="02010600030101010101" pitchFamily="2" charset="-122"/>
              </a:rPr>
              <a:t>放置策略</a:t>
            </a:r>
            <a:endParaRPr lang="zh-CN" altLang="en-US" sz="2400" u="none" baseline="0">
              <a:solidFill>
                <a:srgbClr val="000099"/>
              </a:solidFill>
              <a:latin typeface="Times New Roman" panose="02020603050405020304" charset="0"/>
              <a:ea typeface="宋体" panose="02010600030101010101" pitchFamily="2" charset="-122"/>
            </a:endParaRPr>
          </a:p>
          <a:p>
            <a:pPr marL="1295400" lvl="2" indent="-381000" algn="l" eaLnBrk="1" fontAlgn="base" latinLnBrk="0" hangingPunct="1">
              <a:lnSpc>
                <a:spcPct val="130000"/>
              </a:lnSpc>
              <a:spcBef>
                <a:spcPct val="30000"/>
              </a:spcBef>
              <a:spcAft>
                <a:spcPct val="0"/>
              </a:spcAft>
              <a:buClr>
                <a:schemeClr val="tx2"/>
              </a:buClr>
              <a:buSzPct val="95000"/>
              <a:buFont typeface="Wingdings" panose="05000000000000000000" pitchFamily="2" charset="2"/>
              <a:buChar char="•"/>
            </a:pPr>
            <a:r>
              <a:rPr lang="zh-CN" altLang="en-US" sz="2000" u="none" baseline="0">
                <a:solidFill>
                  <a:schemeClr val="tx1"/>
                </a:solidFill>
                <a:latin typeface="Times New Roman" panose="02020603050405020304" charset="0"/>
                <a:ea typeface="宋体" panose="02010600030101010101" pitchFamily="2" charset="-122"/>
              </a:rPr>
              <a:t>首次适应算法、最佳适应算法、最坏适应算法的定义、特点</a:t>
            </a:r>
            <a:endParaRPr lang="zh-CN" altLang="en-US" sz="2000" u="none" baseline="0">
              <a:solidFill>
                <a:schemeClr val="tx1"/>
              </a:solidFill>
              <a:latin typeface="Times New Roman" panose="02020603050405020304" charset="0"/>
              <a:ea typeface="宋体" panose="02010600030101010101" pitchFamily="2" charset="-122"/>
            </a:endParaRPr>
          </a:p>
          <a:p>
            <a:pPr marL="1295400" lvl="2" indent="-381000" algn="l" eaLnBrk="1" fontAlgn="base" latinLnBrk="0" hangingPunct="1">
              <a:lnSpc>
                <a:spcPct val="130000"/>
              </a:lnSpc>
              <a:spcBef>
                <a:spcPct val="30000"/>
              </a:spcBef>
              <a:spcAft>
                <a:spcPct val="0"/>
              </a:spcAft>
              <a:buClr>
                <a:schemeClr val="tx2"/>
              </a:buClr>
              <a:buSzPct val="95000"/>
              <a:buFont typeface="Wingdings" panose="05000000000000000000" pitchFamily="2" charset="2"/>
              <a:buChar char="•"/>
            </a:pPr>
            <a:r>
              <a:rPr lang="zh-CN" altLang="en-US" sz="2000" u="none" baseline="0">
                <a:solidFill>
                  <a:schemeClr val="tx1"/>
                </a:solidFill>
                <a:latin typeface="Times New Roman" panose="02020603050405020304" charset="0"/>
                <a:ea typeface="宋体" panose="02010600030101010101" pitchFamily="2" charset="-122"/>
              </a:rPr>
              <a:t>三种放置策略的讨论</a:t>
            </a:r>
            <a:endParaRPr lang="zh-CN" altLang="en-US" sz="2000" u="none" baseline="0">
              <a:solidFill>
                <a:schemeClr val="tx1"/>
              </a:solidFill>
              <a:latin typeface="Times New Roman" panose="02020603050405020304" charset="0"/>
              <a:ea typeface="宋体" panose="02010600030101010101" pitchFamily="2" charset="-122"/>
            </a:endParaRPr>
          </a:p>
          <a:p>
            <a:pPr marL="914400" lvl="1" indent="-457200" algn="l" eaLnBrk="1" fontAlgn="base" latinLnBrk="0" hangingPunct="1">
              <a:lnSpc>
                <a:spcPct val="130000"/>
              </a:lnSpc>
              <a:spcBef>
                <a:spcPct val="30000"/>
              </a:spcBef>
              <a:spcAft>
                <a:spcPct val="0"/>
              </a:spcAft>
              <a:buClr>
                <a:schemeClr val="tx2"/>
              </a:buClr>
              <a:buSzPct val="95000"/>
              <a:buFont typeface="Wingdings" panose="05000000000000000000" pitchFamily="2" charset="2"/>
              <a:buChar char="•"/>
            </a:pPr>
            <a:r>
              <a:rPr lang="zh-CN" altLang="en-US" sz="2400" u="none" baseline="0">
                <a:solidFill>
                  <a:srgbClr val="000099"/>
                </a:solidFill>
                <a:latin typeface="Times New Roman" panose="02020603050405020304" charset="0"/>
                <a:ea typeface="宋体" panose="02010600030101010101" pitchFamily="2" charset="-122"/>
              </a:rPr>
              <a:t>分区的缺点及解决</a:t>
            </a:r>
            <a:endParaRPr lang="zh-CN" altLang="en-US" sz="2400" u="none" baseline="0">
              <a:solidFill>
                <a:srgbClr val="000099"/>
              </a:solidFill>
              <a:latin typeface="Times New Roman" panose="02020603050405020304" charset="0"/>
              <a:ea typeface="宋体" panose="02010600030101010101" pitchFamily="2" charset="-122"/>
            </a:endParaRPr>
          </a:p>
          <a:p>
            <a:pPr marL="1295400" lvl="2" indent="-381000" algn="l" eaLnBrk="1" fontAlgn="base" latinLnBrk="0" hangingPunct="1">
              <a:lnSpc>
                <a:spcPct val="130000"/>
              </a:lnSpc>
              <a:spcBef>
                <a:spcPct val="30000"/>
              </a:spcBef>
              <a:spcAft>
                <a:spcPct val="0"/>
              </a:spcAft>
              <a:buClr>
                <a:schemeClr val="tx2"/>
              </a:buClr>
              <a:buSzPct val="95000"/>
              <a:buFont typeface="Wingdings" panose="05000000000000000000" pitchFamily="2" charset="2"/>
              <a:buChar char="•"/>
            </a:pPr>
            <a:r>
              <a:rPr lang="zh-CN" altLang="en-US" sz="2000" u="none" baseline="0">
                <a:solidFill>
                  <a:schemeClr val="tx1"/>
                </a:solidFill>
                <a:latin typeface="Times New Roman" panose="02020603050405020304" charset="0"/>
                <a:ea typeface="宋体" panose="02010600030101010101" pitchFamily="2" charset="-122"/>
              </a:rPr>
              <a:t>碎片与拼接</a:t>
            </a:r>
            <a:endParaRPr lang="zh-CN" altLang="en-US" sz="2000" u="none" baseline="0">
              <a:solidFill>
                <a:schemeClr val="tx1"/>
              </a:solidFill>
              <a:latin typeface="Times New Roman" panose="02020603050405020304" charset="0"/>
              <a:ea typeface="宋体" panose="02010600030101010101" pitchFamily="2" charset="-122"/>
            </a:endParaRPr>
          </a:p>
        </p:txBody>
      </p:sp>
      <p:sp>
        <p:nvSpPr>
          <p:cNvPr id="82948" name="矩形 82947"/>
          <p:cNvSpPr/>
          <p:nvPr/>
        </p:nvSpPr>
        <p:spPr>
          <a:xfrm>
            <a:off x="381000" y="71438"/>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小结</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1" name="矩形 83970"/>
          <p:cNvSpPr/>
          <p:nvPr/>
        </p:nvSpPr>
        <p:spPr>
          <a:xfrm>
            <a:off x="534988" y="2514600"/>
            <a:ext cx="8262937" cy="4019550"/>
          </a:xfrm>
          <a:prstGeom prst="rect">
            <a:avLst/>
          </a:prstGeom>
          <a:noFill/>
          <a:ln w="9525">
            <a:noFill/>
            <a:miter/>
          </a:ln>
        </p:spPr>
        <p:txBody>
          <a:bodyPr anchor="t">
            <a:spAutoFit/>
          </a:bodyPr>
          <a:p>
            <a:pPr marL="914400" lvl="1" indent="-457200" algn="l" eaLnBrk="1" fontAlgn="base" latinLnBrk="0" hangingPunct="1">
              <a:lnSpc>
                <a:spcPct val="120000"/>
              </a:lnSpc>
              <a:spcBef>
                <a:spcPct val="20000"/>
              </a:spcBef>
              <a:spcAft>
                <a:spcPct val="0"/>
              </a:spcAft>
              <a:buClr>
                <a:schemeClr val="tx2"/>
              </a:buClr>
              <a:buSzPct val="95000"/>
              <a:buFont typeface="Wingdings" panose="05000000000000000000" pitchFamily="2" charset="2"/>
              <a:buChar char="•"/>
            </a:pPr>
            <a:r>
              <a:rPr lang="zh-CN" altLang="en-US" sz="2400" u="none" baseline="0">
                <a:solidFill>
                  <a:srgbClr val="000099"/>
                </a:solidFill>
                <a:latin typeface="Times New Roman" panose="02020603050405020304" charset="0"/>
                <a:ea typeface="宋体" panose="02010600030101010101" pitchFamily="2" charset="-122"/>
              </a:rPr>
              <a:t>请调策略</a:t>
            </a:r>
            <a:endParaRPr lang="zh-CN" altLang="en-US" sz="2400" u="none" baseline="0">
              <a:solidFill>
                <a:srgbClr val="000099"/>
              </a:solidFill>
              <a:latin typeface="Times New Roman" panose="02020603050405020304" charset="0"/>
              <a:ea typeface="宋体" panose="02010600030101010101" pitchFamily="2" charset="-122"/>
            </a:endParaRPr>
          </a:p>
          <a:p>
            <a:pPr marL="1295400" lvl="2" indent="-381000" algn="l" eaLnBrk="1" fontAlgn="base" latinLnBrk="0" hangingPunct="1">
              <a:lnSpc>
                <a:spcPct val="120000"/>
              </a:lnSpc>
              <a:spcBef>
                <a:spcPct val="20000"/>
              </a:spcBef>
              <a:spcAft>
                <a:spcPct val="0"/>
              </a:spcAft>
              <a:buClr>
                <a:schemeClr val="tx2"/>
              </a:buClr>
              <a:buSzPct val="95000"/>
              <a:buFont typeface="Wingdings" panose="05000000000000000000" pitchFamily="2" charset="2"/>
              <a:buChar char="•"/>
            </a:pPr>
            <a:r>
              <a:rPr lang="zh-CN" altLang="en-US" sz="2000" u="none" baseline="0">
                <a:solidFill>
                  <a:schemeClr val="tx1"/>
                </a:solidFill>
                <a:latin typeface="Times New Roman" panose="02020603050405020304" charset="0"/>
                <a:ea typeface="宋体" panose="02010600030101010101" pitchFamily="2" charset="-122"/>
              </a:rPr>
              <a:t>扩充页表功能 </a:t>
            </a:r>
            <a:r>
              <a:rPr lang="en-US" altLang="zh-CN" sz="2000" u="none" baseline="0">
                <a:solidFill>
                  <a:schemeClr val="tx1"/>
                </a:solidFill>
                <a:latin typeface="Times New Roman" panose="02020603050405020304" charset="0"/>
                <a:ea typeface="宋体" panose="02010600030101010101" pitchFamily="2" charset="-122"/>
              </a:rPr>
              <a:t>—— </a:t>
            </a:r>
            <a:r>
              <a:rPr lang="zh-CN" altLang="en-US" sz="2000" u="none" baseline="0">
                <a:solidFill>
                  <a:schemeClr val="tx1"/>
                </a:solidFill>
                <a:latin typeface="Times New Roman" panose="02020603050405020304" charset="0"/>
                <a:ea typeface="宋体" panose="02010600030101010101" pitchFamily="2" charset="-122"/>
              </a:rPr>
              <a:t>中断位  辅存地址</a:t>
            </a:r>
            <a:endParaRPr lang="zh-CN" altLang="en-US" sz="2000" u="none" baseline="0">
              <a:solidFill>
                <a:schemeClr val="tx1"/>
              </a:solidFill>
              <a:latin typeface="Times New Roman" panose="02020603050405020304" charset="0"/>
              <a:ea typeface="宋体" panose="02010600030101010101" pitchFamily="2" charset="-122"/>
            </a:endParaRPr>
          </a:p>
          <a:p>
            <a:pPr marL="1295400" lvl="2" indent="-381000" algn="l" eaLnBrk="1" fontAlgn="base" latinLnBrk="0" hangingPunct="1">
              <a:lnSpc>
                <a:spcPct val="120000"/>
              </a:lnSpc>
              <a:spcBef>
                <a:spcPct val="20000"/>
              </a:spcBef>
              <a:spcAft>
                <a:spcPct val="0"/>
              </a:spcAft>
              <a:buClr>
                <a:schemeClr val="tx2"/>
              </a:buClr>
              <a:buSzPct val="95000"/>
              <a:buFont typeface="Wingdings" panose="05000000000000000000" pitchFamily="2" charset="2"/>
              <a:buChar char="•"/>
            </a:pPr>
            <a:r>
              <a:rPr lang="zh-CN" altLang="en-US" sz="2000" u="none" baseline="0">
                <a:solidFill>
                  <a:schemeClr val="tx1"/>
                </a:solidFill>
                <a:latin typeface="Times New Roman" panose="02020603050405020304" charset="0"/>
                <a:ea typeface="宋体" panose="02010600030101010101" pitchFamily="2" charset="-122"/>
              </a:rPr>
              <a:t>缺页处理</a:t>
            </a:r>
            <a:endParaRPr lang="zh-CN" altLang="en-US" sz="2000" u="none" baseline="0">
              <a:solidFill>
                <a:schemeClr val="tx1"/>
              </a:solidFill>
              <a:latin typeface="Times New Roman" panose="02020603050405020304" charset="0"/>
              <a:ea typeface="宋体" panose="02010600030101010101" pitchFamily="2" charset="-122"/>
            </a:endParaRPr>
          </a:p>
          <a:p>
            <a:pPr marL="914400" lvl="1" indent="-457200" algn="l" eaLnBrk="1" fontAlgn="base" latinLnBrk="0" hangingPunct="1">
              <a:lnSpc>
                <a:spcPct val="120000"/>
              </a:lnSpc>
              <a:spcBef>
                <a:spcPct val="20000"/>
              </a:spcBef>
              <a:spcAft>
                <a:spcPct val="0"/>
              </a:spcAft>
              <a:buClr>
                <a:schemeClr val="tx2"/>
              </a:buClr>
              <a:buSzPct val="95000"/>
              <a:buFont typeface="Wingdings" panose="05000000000000000000" pitchFamily="2" charset="2"/>
              <a:buChar char="•"/>
            </a:pPr>
            <a:r>
              <a:rPr lang="zh-CN" altLang="en-US" sz="2400" u="none" baseline="0">
                <a:solidFill>
                  <a:srgbClr val="000099"/>
                </a:solidFill>
                <a:latin typeface="Times New Roman" panose="02020603050405020304" charset="0"/>
                <a:ea typeface="宋体" panose="02010600030101010101" pitchFamily="2" charset="-122"/>
              </a:rPr>
              <a:t>淘汰策略</a:t>
            </a:r>
            <a:endParaRPr lang="zh-CN" altLang="en-US" sz="2400" u="none" baseline="0">
              <a:solidFill>
                <a:srgbClr val="000099"/>
              </a:solidFill>
              <a:latin typeface="Times New Roman" panose="02020603050405020304" charset="0"/>
              <a:ea typeface="宋体" panose="02010600030101010101" pitchFamily="2" charset="-122"/>
            </a:endParaRPr>
          </a:p>
          <a:p>
            <a:pPr marL="1295400" lvl="2" indent="-381000" algn="l" eaLnBrk="1" fontAlgn="base" latinLnBrk="0" hangingPunct="1">
              <a:lnSpc>
                <a:spcPct val="120000"/>
              </a:lnSpc>
              <a:spcBef>
                <a:spcPct val="20000"/>
              </a:spcBef>
              <a:spcAft>
                <a:spcPct val="0"/>
              </a:spcAft>
              <a:buClr>
                <a:schemeClr val="tx2"/>
              </a:buClr>
              <a:buSzPct val="95000"/>
              <a:buFont typeface="Wingdings" panose="05000000000000000000" pitchFamily="2" charset="2"/>
              <a:buChar char="•"/>
            </a:pPr>
            <a:r>
              <a:rPr lang="zh-CN" altLang="en-US" sz="2000" u="none" baseline="0">
                <a:solidFill>
                  <a:schemeClr val="tx1"/>
                </a:solidFill>
                <a:latin typeface="Times New Roman" panose="02020603050405020304" charset="0"/>
                <a:ea typeface="宋体" panose="02010600030101010101" pitchFamily="2" charset="-122"/>
              </a:rPr>
              <a:t>扩充页表功能 </a:t>
            </a:r>
            <a:r>
              <a:rPr lang="en-US" altLang="zh-CN" sz="2000" u="none" baseline="0">
                <a:solidFill>
                  <a:schemeClr val="tx1"/>
                </a:solidFill>
                <a:latin typeface="Times New Roman" panose="02020603050405020304" charset="0"/>
                <a:ea typeface="宋体" panose="02010600030101010101" pitchFamily="2" charset="-122"/>
              </a:rPr>
              <a:t>—— </a:t>
            </a:r>
            <a:r>
              <a:rPr lang="zh-CN" altLang="en-US" sz="2000" u="none" baseline="0">
                <a:solidFill>
                  <a:schemeClr val="tx1"/>
                </a:solidFill>
                <a:latin typeface="Times New Roman" panose="02020603050405020304" charset="0"/>
                <a:ea typeface="宋体" panose="02010600030101010101" pitchFamily="2" charset="-122"/>
              </a:rPr>
              <a:t>引用位 改变位</a:t>
            </a:r>
            <a:endParaRPr lang="zh-CN" altLang="en-US" sz="2000" u="none" baseline="0">
              <a:solidFill>
                <a:schemeClr val="tx1"/>
              </a:solidFill>
              <a:latin typeface="Times New Roman" panose="02020603050405020304" charset="0"/>
              <a:ea typeface="宋体" panose="02010600030101010101" pitchFamily="2" charset="-122"/>
            </a:endParaRPr>
          </a:p>
          <a:p>
            <a:pPr marL="1295400" lvl="2" indent="-381000" algn="l" eaLnBrk="1" fontAlgn="base" latinLnBrk="0" hangingPunct="1">
              <a:lnSpc>
                <a:spcPct val="120000"/>
              </a:lnSpc>
              <a:spcBef>
                <a:spcPct val="20000"/>
              </a:spcBef>
              <a:spcAft>
                <a:spcPct val="0"/>
              </a:spcAft>
              <a:buClr>
                <a:schemeClr val="tx2"/>
              </a:buClr>
              <a:buSzPct val="95000"/>
              <a:buFont typeface="Wingdings" panose="05000000000000000000" pitchFamily="2" charset="2"/>
              <a:buChar char="•"/>
            </a:pPr>
            <a:r>
              <a:rPr lang="zh-CN" altLang="en-US" sz="2000" u="none" baseline="0">
                <a:solidFill>
                  <a:schemeClr val="tx1"/>
                </a:solidFill>
                <a:latin typeface="Times New Roman" panose="02020603050405020304" charset="0"/>
                <a:ea typeface="宋体" panose="02010600030101010101" pitchFamily="2" charset="-122"/>
              </a:rPr>
              <a:t>抖动</a:t>
            </a:r>
            <a:endParaRPr lang="zh-CN" altLang="en-US" sz="2000" u="none" baseline="0">
              <a:solidFill>
                <a:schemeClr val="tx1"/>
              </a:solidFill>
              <a:latin typeface="Times New Roman" panose="02020603050405020304" charset="0"/>
              <a:ea typeface="宋体" panose="02010600030101010101" pitchFamily="2" charset="-122"/>
            </a:endParaRPr>
          </a:p>
          <a:p>
            <a:pPr marL="1295400" lvl="2" indent="-381000" algn="l" eaLnBrk="1" fontAlgn="base" latinLnBrk="0" hangingPunct="1">
              <a:lnSpc>
                <a:spcPct val="120000"/>
              </a:lnSpc>
              <a:spcBef>
                <a:spcPct val="20000"/>
              </a:spcBef>
              <a:spcAft>
                <a:spcPct val="0"/>
              </a:spcAft>
              <a:buClr>
                <a:schemeClr val="tx2"/>
              </a:buClr>
              <a:buSzPct val="95000"/>
              <a:buFont typeface="Wingdings" panose="05000000000000000000" pitchFamily="2" charset="2"/>
              <a:buChar char="•"/>
            </a:pPr>
            <a:r>
              <a:rPr lang="zh-CN" altLang="en-US" sz="2000" u="none" baseline="0">
                <a:solidFill>
                  <a:schemeClr val="tx1"/>
                </a:solidFill>
                <a:latin typeface="Times New Roman" panose="02020603050405020304" charset="0"/>
                <a:ea typeface="宋体" panose="02010600030101010101" pitchFamily="2" charset="-122"/>
              </a:rPr>
              <a:t>置换算法</a:t>
            </a:r>
            <a:endParaRPr lang="zh-CN" altLang="en-US" sz="2000" u="none" baseline="0">
              <a:solidFill>
                <a:schemeClr val="tx1"/>
              </a:solidFill>
              <a:latin typeface="Times New Roman" panose="02020603050405020304" charset="0"/>
              <a:ea typeface="宋体" panose="02010600030101010101" pitchFamily="2" charset="-122"/>
            </a:endParaRPr>
          </a:p>
          <a:p>
            <a:pPr marL="1714500" lvl="3" indent="-342900" algn="l" eaLnBrk="1" fontAlgn="base" latinLnBrk="0" hangingPunct="1">
              <a:lnSpc>
                <a:spcPct val="120000"/>
              </a:lnSpc>
              <a:spcBef>
                <a:spcPct val="20000"/>
              </a:spcBef>
              <a:spcAft>
                <a:spcPct val="0"/>
              </a:spcAft>
              <a:buClr>
                <a:schemeClr val="tx2"/>
              </a:buClr>
              <a:buSzPct val="95000"/>
              <a:buFont typeface="Wingdings" panose="05000000000000000000" pitchFamily="2" charset="2"/>
              <a:buChar char="•"/>
            </a:pPr>
            <a:r>
              <a:rPr lang="zh-CN" altLang="en-US" sz="2000" u="none" baseline="0">
                <a:solidFill>
                  <a:schemeClr val="tx1"/>
                </a:solidFill>
                <a:latin typeface="Times New Roman" panose="02020603050405020304" charset="0"/>
                <a:ea typeface="宋体" panose="02010600030101010101" pitchFamily="2" charset="-122"/>
              </a:rPr>
              <a:t>定义  </a:t>
            </a:r>
            <a:endParaRPr lang="zh-CN" altLang="en-US" sz="2000" u="none" baseline="0">
              <a:solidFill>
                <a:schemeClr val="tx1"/>
              </a:solidFill>
              <a:latin typeface="Times New Roman" panose="02020603050405020304" charset="0"/>
              <a:ea typeface="宋体" panose="02010600030101010101" pitchFamily="2" charset="-122"/>
            </a:endParaRPr>
          </a:p>
          <a:p>
            <a:pPr marL="1714500" lvl="3" indent="-342900" algn="l" eaLnBrk="1" fontAlgn="base" latinLnBrk="0" hangingPunct="1">
              <a:lnSpc>
                <a:spcPct val="120000"/>
              </a:lnSpc>
              <a:spcBef>
                <a:spcPct val="20000"/>
              </a:spcBef>
              <a:spcAft>
                <a:spcPct val="0"/>
              </a:spcAft>
              <a:buClr>
                <a:schemeClr val="tx2"/>
              </a:buClr>
              <a:buSzPct val="95000"/>
              <a:buFont typeface="Wingdings" panose="05000000000000000000" pitchFamily="2" charset="2"/>
              <a:buChar char="•"/>
            </a:pPr>
            <a:r>
              <a:rPr lang="zh-CN" altLang="en-US" sz="2000" u="none" baseline="0">
                <a:solidFill>
                  <a:schemeClr val="tx1"/>
                </a:solidFill>
                <a:latin typeface="Times New Roman" panose="02020603050405020304" charset="0"/>
                <a:ea typeface="宋体" panose="02010600030101010101" pitchFamily="2" charset="-122"/>
              </a:rPr>
              <a:t>先进先出淘汰算法、最久未使用淘汰算法</a:t>
            </a:r>
            <a:endParaRPr lang="zh-CN" altLang="en-US" sz="2000" u="none" baseline="0">
              <a:solidFill>
                <a:schemeClr val="tx1"/>
              </a:solidFill>
              <a:latin typeface="Times New Roman" panose="02020603050405020304" charset="0"/>
              <a:ea typeface="宋体" panose="02010600030101010101" pitchFamily="2" charset="-122"/>
            </a:endParaRPr>
          </a:p>
        </p:txBody>
      </p:sp>
      <p:sp>
        <p:nvSpPr>
          <p:cNvPr id="83972" name="矩形 83971"/>
          <p:cNvSpPr/>
          <p:nvPr/>
        </p:nvSpPr>
        <p:spPr>
          <a:xfrm>
            <a:off x="534988" y="442913"/>
            <a:ext cx="8262937" cy="2117725"/>
          </a:xfrm>
          <a:prstGeom prst="rect">
            <a:avLst/>
          </a:prstGeom>
          <a:noFill/>
          <a:ln w="9525">
            <a:noFill/>
            <a:miter/>
          </a:ln>
        </p:spPr>
        <p:txBody>
          <a:bodyPr anchor="t">
            <a:spAutoFit/>
          </a:bodyPr>
          <a:p>
            <a:pPr marL="533400" lvl="0" indent="-533400">
              <a:lnSpc>
                <a:spcPct val="130000"/>
              </a:lnSpc>
              <a:spcBef>
                <a:spcPct val="20000"/>
              </a:spcBef>
              <a:spcAft>
                <a:spcPct val="20000"/>
              </a:spcAft>
              <a:buClr>
                <a:schemeClr val="tx2"/>
              </a:buClr>
              <a:buSzPct val="95000"/>
              <a:buFont typeface="Wingdings" panose="05000000000000000000" pitchFamily="2" charset="2"/>
              <a:buChar char="•"/>
            </a:pPr>
            <a:r>
              <a:rPr lang="zh-CN" altLang="en-US" sz="2400">
                <a:solidFill>
                  <a:schemeClr val="tx1"/>
                </a:solidFill>
                <a:latin typeface="Arial" panose="02080604020202020204" pitchFamily="34" charset="0"/>
                <a:ea typeface="宋体" panose="02010600030101010101" pitchFamily="2" charset="-122"/>
              </a:rPr>
              <a:t>页式存储管理</a:t>
            </a:r>
            <a:endParaRPr lang="zh-CN" altLang="en-US" sz="2400">
              <a:solidFill>
                <a:schemeClr val="tx1"/>
              </a:solidFill>
              <a:latin typeface="Times New Roman" panose="02020603050405020304" charset="0"/>
              <a:ea typeface="宋体" panose="02010600030101010101" pitchFamily="2" charset="-122"/>
            </a:endParaRPr>
          </a:p>
          <a:p>
            <a:pPr marL="914400" lvl="1" indent="-457200" algn="l" eaLnBrk="1" fontAlgn="base" latinLnBrk="0" hangingPunct="1">
              <a:lnSpc>
                <a:spcPct val="130000"/>
              </a:lnSpc>
              <a:spcBef>
                <a:spcPct val="20000"/>
              </a:spcBef>
              <a:spcAft>
                <a:spcPct val="0"/>
              </a:spcAft>
              <a:buClr>
                <a:schemeClr val="tx2"/>
              </a:buClr>
              <a:buSzPct val="95000"/>
              <a:buFont typeface="Wingdings" panose="05000000000000000000" pitchFamily="2" charset="2"/>
              <a:buChar char="•"/>
            </a:pPr>
            <a:r>
              <a:rPr lang="zh-CN" altLang="en-US" sz="2400" u="none" baseline="0">
                <a:solidFill>
                  <a:srgbClr val="000099"/>
                </a:solidFill>
                <a:latin typeface="Times New Roman" panose="02020603050405020304" charset="0"/>
                <a:ea typeface="宋体" panose="02010600030101010101" pitchFamily="2" charset="-122"/>
              </a:rPr>
              <a:t>页式地址变换</a:t>
            </a:r>
            <a:endParaRPr lang="zh-CN" altLang="en-US" sz="2400" u="none" baseline="0">
              <a:solidFill>
                <a:srgbClr val="000099"/>
              </a:solidFill>
              <a:latin typeface="Times New Roman" panose="02020603050405020304" charset="0"/>
              <a:ea typeface="宋体" panose="02010600030101010101" pitchFamily="2" charset="-122"/>
            </a:endParaRPr>
          </a:p>
          <a:p>
            <a:pPr marL="1295400" lvl="2" indent="-381000" algn="l" eaLnBrk="1" fontAlgn="base" latinLnBrk="0" hangingPunct="1">
              <a:lnSpc>
                <a:spcPct val="130000"/>
              </a:lnSpc>
              <a:spcBef>
                <a:spcPct val="20000"/>
              </a:spcBef>
              <a:spcAft>
                <a:spcPct val="0"/>
              </a:spcAft>
              <a:buClr>
                <a:schemeClr val="tx2"/>
              </a:buClr>
              <a:buSzPct val="95000"/>
              <a:buFont typeface="Wingdings" panose="05000000000000000000" pitchFamily="2" charset="2"/>
              <a:buChar char="•"/>
            </a:pPr>
            <a:r>
              <a:rPr lang="zh-CN" altLang="en-US" sz="2000" u="none" baseline="0">
                <a:solidFill>
                  <a:schemeClr val="tx1"/>
                </a:solidFill>
                <a:latin typeface="Times New Roman" panose="02020603050405020304" charset="0"/>
                <a:ea typeface="宋体" panose="02010600030101010101" pitchFamily="2" charset="-122"/>
              </a:rPr>
              <a:t>页表</a:t>
            </a:r>
            <a:r>
              <a:rPr lang="zh-CN" altLang="zh-CN" sz="2000" u="none" baseline="0">
                <a:solidFill>
                  <a:schemeClr val="tx1"/>
                </a:solidFill>
                <a:latin typeface="Times New Roman" panose="02020603050405020304" charset="0"/>
                <a:ea typeface="宋体" panose="02010600030101010101" pitchFamily="2" charset="-122"/>
              </a:rPr>
              <a:t>，</a:t>
            </a:r>
            <a:r>
              <a:rPr lang="zh-CN" altLang="en-US" sz="2000" u="none" baseline="0">
                <a:solidFill>
                  <a:schemeClr val="tx1"/>
                </a:solidFill>
                <a:latin typeface="Times New Roman" panose="02020603050405020304" charset="0"/>
                <a:ea typeface="宋体" panose="02010600030101010101" pitchFamily="2" charset="-122"/>
              </a:rPr>
              <a:t>虚地址结构</a:t>
            </a:r>
            <a:endParaRPr lang="zh-CN" altLang="en-US" sz="2000" u="none" baseline="0">
              <a:solidFill>
                <a:schemeClr val="tx1"/>
              </a:solidFill>
              <a:latin typeface="Times New Roman" panose="02020603050405020304" charset="0"/>
              <a:ea typeface="宋体" panose="02010600030101010101" pitchFamily="2" charset="-122"/>
            </a:endParaRPr>
          </a:p>
          <a:p>
            <a:pPr marL="1295400" lvl="2" indent="-381000" algn="l" eaLnBrk="1" fontAlgn="base" latinLnBrk="0" hangingPunct="1">
              <a:lnSpc>
                <a:spcPct val="130000"/>
              </a:lnSpc>
              <a:spcBef>
                <a:spcPct val="20000"/>
              </a:spcBef>
              <a:spcAft>
                <a:spcPct val="0"/>
              </a:spcAft>
              <a:buClr>
                <a:schemeClr val="tx2"/>
              </a:buClr>
              <a:buSzPct val="95000"/>
              <a:buFont typeface="Wingdings" panose="05000000000000000000" pitchFamily="2" charset="2"/>
              <a:buChar char="•"/>
            </a:pPr>
            <a:r>
              <a:rPr lang="zh-CN" altLang="en-US" sz="2000" u="none" baseline="0">
                <a:solidFill>
                  <a:schemeClr val="tx1"/>
                </a:solidFill>
                <a:latin typeface="Times New Roman" panose="02020603050405020304" charset="0"/>
                <a:ea typeface="宋体" panose="02010600030101010101" pitchFamily="2" charset="-122"/>
              </a:rPr>
              <a:t>页式地址变换过程</a:t>
            </a:r>
            <a:endParaRPr lang="zh-CN" altLang="en-US" sz="2000" u="none" baseline="0">
              <a:solidFill>
                <a:schemeClr val="tx1"/>
              </a:solidFill>
              <a:latin typeface="Times New Roman" panose="02020603050405020304" charset="0"/>
              <a:ea typeface="宋体" panose="02010600030101010101" pitchFamily="2" charset="-122"/>
            </a:endParaRPr>
          </a:p>
        </p:txBody>
      </p:sp>
      <p:sp>
        <p:nvSpPr>
          <p:cNvPr id="83973" name="矩形 83972"/>
          <p:cNvSpPr/>
          <p:nvPr/>
        </p:nvSpPr>
        <p:spPr>
          <a:xfrm>
            <a:off x="381000" y="71438"/>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小结</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5" name="矩形 84994"/>
          <p:cNvSpPr/>
          <p:nvPr/>
        </p:nvSpPr>
        <p:spPr>
          <a:xfrm>
            <a:off x="381000" y="71438"/>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主存管理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小结</a:t>
            </a:r>
            <a:endParaRPr lang="zh-CN" altLang="en-US" sz="2400" strike="noStrike" noProof="1">
              <a:ea typeface="宋体" panose="02010600030101010101" pitchFamily="2" charset="-122"/>
            </a:endParaRPr>
          </a:p>
        </p:txBody>
      </p:sp>
      <p:sp>
        <p:nvSpPr>
          <p:cNvPr id="84996" name="矩形 84995"/>
          <p:cNvSpPr/>
          <p:nvPr/>
        </p:nvSpPr>
        <p:spPr>
          <a:xfrm>
            <a:off x="534988" y="657225"/>
            <a:ext cx="8262937" cy="1625600"/>
          </a:xfrm>
          <a:prstGeom prst="rect">
            <a:avLst/>
          </a:prstGeom>
          <a:noFill/>
          <a:ln w="9525">
            <a:noFill/>
            <a:miter/>
          </a:ln>
        </p:spPr>
        <p:txBody>
          <a:bodyPr anchor="t">
            <a:spAutoFit/>
          </a:bodyPr>
          <a:p>
            <a:pPr marL="533400" lvl="0" indent="-533400">
              <a:lnSpc>
                <a:spcPct val="120000"/>
              </a:lnSpc>
              <a:spcBef>
                <a:spcPct val="20000"/>
              </a:spcBef>
              <a:spcAft>
                <a:spcPct val="20000"/>
              </a:spcAft>
              <a:buClr>
                <a:schemeClr val="tx2"/>
              </a:buClr>
              <a:buSzPct val="95000"/>
              <a:buFont typeface="Wingdings" panose="05000000000000000000" pitchFamily="2" charset="2"/>
              <a:buChar char="•"/>
            </a:pPr>
            <a:r>
              <a:rPr lang="zh-CN" altLang="en-US" sz="2400">
                <a:solidFill>
                  <a:schemeClr val="tx1"/>
                </a:solidFill>
                <a:latin typeface="Arial" panose="02080604020202020204" pitchFamily="34" charset="0"/>
                <a:ea typeface="宋体" panose="02010600030101010101" pitchFamily="2" charset="-122"/>
              </a:rPr>
              <a:t>段页式存储管理</a:t>
            </a:r>
            <a:endParaRPr lang="zh-CN" altLang="en-US" sz="2400">
              <a:solidFill>
                <a:schemeClr val="tx1"/>
              </a:solidFill>
              <a:latin typeface="Times New Roman" panose="02020603050405020304" charset="0"/>
              <a:ea typeface="宋体" panose="02010600030101010101" pitchFamily="2" charset="-122"/>
            </a:endParaRPr>
          </a:p>
          <a:p>
            <a:pPr marL="914400" lvl="1" indent="-457200" algn="l" eaLnBrk="1" fontAlgn="base" latinLnBrk="0" hangingPunct="1">
              <a:lnSpc>
                <a:spcPct val="120000"/>
              </a:lnSpc>
              <a:spcBef>
                <a:spcPct val="20000"/>
              </a:spcBef>
              <a:spcAft>
                <a:spcPct val="0"/>
              </a:spcAft>
              <a:buClr>
                <a:schemeClr val="tx2"/>
              </a:buClr>
              <a:buSzPct val="95000"/>
              <a:buFont typeface="Wingdings" panose="05000000000000000000" pitchFamily="2" charset="2"/>
              <a:buChar char="•"/>
            </a:pPr>
            <a:r>
              <a:rPr lang="zh-CN" altLang="en-US" sz="2400" u="none" baseline="0">
                <a:solidFill>
                  <a:srgbClr val="000099"/>
                </a:solidFill>
                <a:latin typeface="Times New Roman" panose="02020603050405020304" charset="0"/>
                <a:ea typeface="宋体" panose="02010600030101010101" pitchFamily="2" charset="-122"/>
              </a:rPr>
              <a:t>段式系统的二维地址结构</a:t>
            </a:r>
            <a:endParaRPr lang="zh-CN" altLang="en-US" sz="2400" u="none" baseline="0">
              <a:solidFill>
                <a:srgbClr val="000099"/>
              </a:solidFill>
              <a:latin typeface="Times New Roman" panose="02020603050405020304" charset="0"/>
              <a:ea typeface="宋体" panose="02010600030101010101" pitchFamily="2" charset="-122"/>
            </a:endParaRPr>
          </a:p>
          <a:p>
            <a:pPr marL="914400" lvl="1" indent="-457200" algn="l" eaLnBrk="1" fontAlgn="base" latinLnBrk="0" hangingPunct="1">
              <a:lnSpc>
                <a:spcPct val="120000"/>
              </a:lnSpc>
              <a:spcBef>
                <a:spcPct val="20000"/>
              </a:spcBef>
              <a:spcAft>
                <a:spcPct val="0"/>
              </a:spcAft>
              <a:buClr>
                <a:schemeClr val="tx2"/>
              </a:buClr>
              <a:buSzPct val="95000"/>
              <a:buFont typeface="Wingdings" panose="05000000000000000000" pitchFamily="2" charset="2"/>
              <a:buChar char="•"/>
            </a:pPr>
            <a:r>
              <a:rPr lang="zh-CN" altLang="en-US" sz="2400" u="none" baseline="0">
                <a:solidFill>
                  <a:srgbClr val="000099"/>
                </a:solidFill>
                <a:latin typeface="Times New Roman" panose="02020603050405020304" charset="0"/>
                <a:ea typeface="宋体" panose="02010600030101010101" pitchFamily="2" charset="-122"/>
              </a:rPr>
              <a:t>段页式系统中段表、页表与主存的关系</a:t>
            </a:r>
            <a:endParaRPr lang="zh-CN" altLang="en-US" sz="2400" u="none" baseline="0">
              <a:solidFill>
                <a:srgbClr val="000099"/>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7" name="标题 121857"/>
          <p:cNvSpPr>
            <a:spLocks noGrp="1"/>
          </p:cNvSpPr>
          <p:nvPr>
            <p:ph type="title"/>
          </p:nvPr>
        </p:nvSpPr>
        <p:spPr>
          <a:xfrm>
            <a:off x="363538" y="577850"/>
            <a:ext cx="4754563" cy="815975"/>
          </a:xfrm>
        </p:spPr>
        <p:txBody>
          <a:bodyPr wrap="square" anchor="b">
            <a:spAutoFit/>
          </a:bodyPr>
          <a:p>
            <a:pPr fontAlgn="base"/>
            <a:r>
              <a:rPr lang="zh-CN" altLang="en-US" strike="noStrike" noProof="1">
                <a:solidFill>
                  <a:srgbClr val="800000"/>
                </a:solidFill>
              </a:rPr>
              <a:t>课堂练习</a:t>
            </a:r>
            <a:endParaRPr lang="zh-CN" altLang="en-US" strike="noStrike" noProof="1">
              <a:solidFill>
                <a:srgbClr val="800000"/>
              </a:solidFill>
            </a:endParaRPr>
          </a:p>
        </p:txBody>
      </p:sp>
      <p:sp>
        <p:nvSpPr>
          <p:cNvPr id="121859" name="内容占位符 121858"/>
          <p:cNvSpPr>
            <a:spLocks noGrp="1"/>
          </p:cNvSpPr>
          <p:nvPr>
            <p:ph idx="1"/>
          </p:nvPr>
        </p:nvSpPr>
        <p:spPr>
          <a:xfrm>
            <a:off x="381000" y="1460500"/>
            <a:ext cx="8388350" cy="3446780"/>
          </a:xfrm>
        </p:spPr>
        <p:txBody>
          <a:bodyPr wrap="square" anchor="t">
            <a:spAutoFit/>
          </a:bodyPr>
          <a:p>
            <a:pPr fontAlgn="base">
              <a:buNone/>
            </a:pPr>
            <a:r>
              <a:rPr lang="en-US" altLang="zh-CN" sz="2800" b="1" strike="noStrike" noProof="1"/>
              <a:t>	</a:t>
            </a:r>
            <a:r>
              <a:rPr lang="zh-CN" altLang="en-US" sz="2800" b="1" strike="noStrike" noProof="1">
                <a:solidFill>
                  <a:schemeClr val="tx1"/>
                </a:solidFill>
                <a:effectLst/>
              </a:rPr>
              <a:t>假设在分页管理系统中，</a:t>
            </a:r>
            <a:r>
              <a:rPr lang="en-US" altLang="zh-CN" sz="2800" b="1" strike="noStrike" noProof="1">
                <a:solidFill>
                  <a:schemeClr val="tx1"/>
                </a:solidFill>
                <a:effectLst/>
              </a:rPr>
              <a:t>CPU</a:t>
            </a:r>
            <a:r>
              <a:rPr lang="zh-CN" altLang="en-US" sz="2800" b="1" strike="noStrike" noProof="1">
                <a:solidFill>
                  <a:schemeClr val="tx1"/>
                </a:solidFill>
                <a:effectLst/>
              </a:rPr>
              <a:t>地址长度为</a:t>
            </a:r>
            <a:r>
              <a:rPr lang="en-US" altLang="zh-CN" sz="2800" b="1" strike="noStrike" noProof="1">
                <a:solidFill>
                  <a:schemeClr val="tx1"/>
                </a:solidFill>
                <a:effectLst/>
              </a:rPr>
              <a:t>16</a:t>
            </a:r>
            <a:r>
              <a:rPr lang="zh-CN" altLang="en-US" sz="2800" b="1" strike="noStrike" noProof="1">
                <a:solidFill>
                  <a:schemeClr val="tx1"/>
                </a:solidFill>
                <a:effectLst/>
              </a:rPr>
              <a:t>位，页面大小为</a:t>
            </a:r>
            <a:r>
              <a:rPr lang="en-US" altLang="zh-CN" sz="2800" b="1" strike="noStrike" noProof="1">
                <a:solidFill>
                  <a:schemeClr val="tx1"/>
                </a:solidFill>
                <a:effectLst/>
              </a:rPr>
              <a:t>2k</a:t>
            </a:r>
            <a:r>
              <a:rPr lang="zh-CN" altLang="en-US" sz="2800" b="1" strike="noStrike" noProof="1">
                <a:solidFill>
                  <a:schemeClr val="tx1"/>
                </a:solidFill>
                <a:effectLst/>
              </a:rPr>
              <a:t>。</a:t>
            </a:r>
            <a:endParaRPr lang="zh-CN" altLang="en-US" sz="2800" b="1" strike="noStrike" noProof="1">
              <a:solidFill>
                <a:schemeClr val="tx1"/>
              </a:solidFill>
              <a:effectLst/>
            </a:endParaRPr>
          </a:p>
          <a:p>
            <a:pPr fontAlgn="base"/>
            <a:r>
              <a:rPr lang="zh-CN" altLang="en-US" sz="2800" b="1" strike="noStrike" noProof="1">
                <a:solidFill>
                  <a:schemeClr val="tx1"/>
                </a:solidFill>
                <a:effectLst/>
              </a:rPr>
              <a:t>求每个作业最大页面数。</a:t>
            </a:r>
            <a:endParaRPr lang="zh-CN" altLang="en-US" sz="2800" b="1" strike="noStrike" noProof="1">
              <a:solidFill>
                <a:schemeClr val="tx1"/>
              </a:solidFill>
              <a:effectLst/>
            </a:endParaRPr>
          </a:p>
          <a:p>
            <a:pPr fontAlgn="base">
              <a:buNone/>
            </a:pPr>
            <a:r>
              <a:rPr lang="zh-CN" altLang="en-US" sz="2800" b="1" strike="noStrike" noProof="1">
                <a:solidFill>
                  <a:schemeClr val="tx1"/>
                </a:solidFill>
                <a:effectLst/>
                <a:latin typeface="宋体" panose="02010600030101010101" pitchFamily="2" charset="-122"/>
              </a:rPr>
              <a:t>	</a:t>
            </a:r>
            <a:r>
              <a:rPr lang="en-US" altLang="zh-CN" sz="2800" b="1" strike="noStrike" noProof="1">
                <a:solidFill>
                  <a:schemeClr val="tx1"/>
                </a:solidFill>
                <a:effectLst/>
                <a:latin typeface="宋体" panose="02010600030101010101" pitchFamily="2" charset="-122"/>
              </a:rPr>
              <a:t>∵</a:t>
            </a:r>
            <a:r>
              <a:rPr lang="en-US" altLang="zh-CN" sz="2800" b="1" strike="noStrike" noProof="1">
                <a:solidFill>
                  <a:schemeClr val="tx1"/>
                </a:solidFill>
                <a:effectLst/>
              </a:rPr>
              <a:t> 2k</a:t>
            </a:r>
            <a:r>
              <a:rPr lang="zh-CN" altLang="en-US" sz="2800" b="1" strike="noStrike" noProof="1">
                <a:solidFill>
                  <a:schemeClr val="tx1"/>
                </a:solidFill>
                <a:effectLst/>
              </a:rPr>
              <a:t>＝</a:t>
            </a:r>
            <a:r>
              <a:rPr lang="en-US" altLang="zh-CN" sz="2800" b="1" strike="noStrike" noProof="1">
                <a:solidFill>
                  <a:schemeClr val="tx1"/>
                </a:solidFill>
                <a:effectLst/>
              </a:rPr>
              <a:t>2</a:t>
            </a:r>
            <a:r>
              <a:rPr lang="en-US" altLang="zh-CN" sz="2800" b="1" strike="noStrike" baseline="30000" noProof="1">
                <a:solidFill>
                  <a:schemeClr val="tx1"/>
                </a:solidFill>
                <a:effectLst/>
              </a:rPr>
              <a:t>11</a:t>
            </a:r>
            <a:r>
              <a:rPr lang="zh-CN" altLang="en-US" sz="2800" b="1" strike="noStrike" noProof="1">
                <a:solidFill>
                  <a:schemeClr val="tx1"/>
                </a:solidFill>
                <a:effectLst/>
              </a:rPr>
              <a:t>，</a:t>
            </a:r>
            <a:endParaRPr lang="zh-CN" altLang="en-US" sz="2800" b="1" strike="noStrike" noProof="1">
              <a:solidFill>
                <a:schemeClr val="tx1"/>
              </a:solidFill>
              <a:effectLst/>
            </a:endParaRPr>
          </a:p>
          <a:p>
            <a:pPr fontAlgn="base">
              <a:buNone/>
            </a:pPr>
            <a:r>
              <a:rPr lang="zh-CN" altLang="en-US" sz="2800" b="1" strike="noStrike" noProof="1">
                <a:solidFill>
                  <a:schemeClr val="tx1"/>
                </a:solidFill>
                <a:effectLst/>
                <a:latin typeface="宋体" panose="02010600030101010101" pitchFamily="2" charset="-122"/>
              </a:rPr>
              <a:t>	</a:t>
            </a:r>
            <a:r>
              <a:rPr lang="en-US" altLang="zh-CN" sz="2800" b="1" strike="noStrike" noProof="1">
                <a:solidFill>
                  <a:schemeClr val="tx1"/>
                </a:solidFill>
                <a:effectLst/>
                <a:latin typeface="宋体" panose="02010600030101010101" pitchFamily="2" charset="-122"/>
              </a:rPr>
              <a:t>∴</a:t>
            </a:r>
            <a:r>
              <a:rPr lang="zh-CN" altLang="en-US" sz="2800" b="1" strike="noStrike" noProof="1">
                <a:solidFill>
                  <a:schemeClr val="tx1"/>
                </a:solidFill>
                <a:effectLst/>
              </a:rPr>
              <a:t>页内偏移需要</a:t>
            </a:r>
            <a:r>
              <a:rPr lang="en-US" altLang="zh-CN" sz="2800" b="1" strike="noStrike" noProof="1">
                <a:solidFill>
                  <a:schemeClr val="tx1"/>
                </a:solidFill>
                <a:effectLst/>
              </a:rPr>
              <a:t>11</a:t>
            </a:r>
            <a:r>
              <a:rPr lang="zh-CN" altLang="en-US" sz="2800" b="1" strike="noStrike" noProof="1">
                <a:solidFill>
                  <a:schemeClr val="tx1"/>
                </a:solidFill>
                <a:effectLst/>
              </a:rPr>
              <a:t>位</a:t>
            </a:r>
            <a:r>
              <a:rPr lang="en-US" altLang="zh-CN" sz="2800" b="1" strike="noStrike" noProof="1">
                <a:solidFill>
                  <a:schemeClr val="tx1"/>
                </a:solidFill>
                <a:effectLst/>
              </a:rPr>
              <a:t>,</a:t>
            </a:r>
            <a:r>
              <a:rPr lang="zh-CN" altLang="en-US" sz="2800" b="1" strike="noStrike" noProof="1">
                <a:solidFill>
                  <a:schemeClr val="tx1"/>
                </a:solidFill>
                <a:effectLst/>
              </a:rPr>
              <a:t>页号可用位数为</a:t>
            </a:r>
            <a:r>
              <a:rPr lang="en-US" altLang="zh-CN" sz="2800" b="1" strike="noStrike" noProof="1">
                <a:solidFill>
                  <a:schemeClr val="tx1"/>
                </a:solidFill>
                <a:effectLst/>
              </a:rPr>
              <a:t>16</a:t>
            </a:r>
            <a:r>
              <a:rPr lang="zh-CN" altLang="en-US" sz="2800" b="1" strike="noStrike" noProof="1">
                <a:solidFill>
                  <a:schemeClr val="tx1"/>
                </a:solidFill>
                <a:effectLst/>
              </a:rPr>
              <a:t>－</a:t>
            </a:r>
            <a:r>
              <a:rPr lang="en-US" altLang="zh-CN" sz="2800" b="1" strike="noStrike" noProof="1">
                <a:solidFill>
                  <a:schemeClr val="tx1"/>
                </a:solidFill>
                <a:effectLst/>
              </a:rPr>
              <a:t>11</a:t>
            </a:r>
            <a:r>
              <a:rPr lang="zh-CN" altLang="en-US" sz="2800" b="1" strike="noStrike" noProof="1">
                <a:solidFill>
                  <a:schemeClr val="tx1"/>
                </a:solidFill>
                <a:effectLst/>
              </a:rPr>
              <a:t>＝</a:t>
            </a:r>
            <a:r>
              <a:rPr lang="en-US" altLang="zh-CN" sz="2800" b="1" strike="noStrike" noProof="1">
                <a:solidFill>
                  <a:schemeClr val="tx1"/>
                </a:solidFill>
                <a:effectLst/>
              </a:rPr>
              <a:t>5,</a:t>
            </a:r>
            <a:endParaRPr lang="zh-CN" altLang="en-US" sz="2800" b="1" strike="noStrike" noProof="1">
              <a:solidFill>
                <a:schemeClr val="tx1"/>
              </a:solidFill>
              <a:effectLst/>
            </a:endParaRPr>
          </a:p>
          <a:p>
            <a:pPr fontAlgn="base">
              <a:buNone/>
            </a:pPr>
            <a:r>
              <a:rPr lang="zh-CN" altLang="en-US" sz="2800" b="1" strike="noStrike" noProof="1">
                <a:solidFill>
                  <a:schemeClr val="tx1"/>
                </a:solidFill>
                <a:effectLst/>
              </a:rPr>
              <a:t>	</a:t>
            </a:r>
            <a:r>
              <a:rPr lang="en-US" altLang="zh-CN" sz="2800" b="1" strike="noStrike" noProof="1">
                <a:solidFill>
                  <a:schemeClr val="tx1"/>
                </a:solidFill>
                <a:effectLst/>
                <a:latin typeface="宋体" panose="02010600030101010101" pitchFamily="2" charset="-122"/>
              </a:rPr>
              <a:t>∴</a:t>
            </a:r>
            <a:r>
              <a:rPr lang="zh-CN" altLang="en-US" sz="2800" b="1" strike="noStrike" noProof="1">
                <a:solidFill>
                  <a:schemeClr val="tx1"/>
                </a:solidFill>
                <a:effectLst/>
                <a:latin typeface="宋体" panose="02010600030101010101" pitchFamily="2" charset="-122"/>
              </a:rPr>
              <a:t>最大页面数为</a:t>
            </a:r>
            <a:r>
              <a:rPr lang="en-US" altLang="zh-CN" sz="2800" b="1" strike="noStrike" noProof="1">
                <a:solidFill>
                  <a:schemeClr val="tx1"/>
                </a:solidFill>
                <a:effectLst/>
                <a:latin typeface="宋体" panose="02010600030101010101" pitchFamily="2" charset="-122"/>
              </a:rPr>
              <a:t>2</a:t>
            </a:r>
            <a:r>
              <a:rPr lang="en-US" altLang="zh-CN" sz="2800" b="1" strike="noStrike" baseline="30000" noProof="1">
                <a:solidFill>
                  <a:schemeClr val="tx1"/>
                </a:solidFill>
                <a:effectLst/>
                <a:latin typeface="宋体" panose="02010600030101010101" pitchFamily="2" charset="-122"/>
              </a:rPr>
              <a:t>5</a:t>
            </a:r>
            <a:r>
              <a:rPr lang="zh-CN" altLang="en-US" sz="2800" b="1" strike="noStrike" noProof="1">
                <a:solidFill>
                  <a:schemeClr val="tx1"/>
                </a:solidFill>
                <a:effectLst/>
                <a:latin typeface="宋体" panose="02010600030101010101" pitchFamily="2" charset="-122"/>
              </a:rPr>
              <a:t>＝</a:t>
            </a:r>
            <a:r>
              <a:rPr lang="en-US" altLang="zh-CN" sz="2800" b="1" strike="noStrike" noProof="1">
                <a:solidFill>
                  <a:schemeClr val="tx1"/>
                </a:solidFill>
                <a:effectLst/>
                <a:latin typeface="宋体" panose="02010600030101010101" pitchFamily="2" charset="-122"/>
              </a:rPr>
              <a:t>32</a:t>
            </a:r>
            <a:r>
              <a:rPr lang="zh-CN" altLang="en-US" sz="2800" b="1" strike="noStrike" noProof="1">
                <a:solidFill>
                  <a:schemeClr val="tx1"/>
                </a:solidFill>
                <a:effectLst/>
                <a:latin typeface="宋体" panose="02010600030101010101" pitchFamily="2" charset="-122"/>
              </a:rPr>
              <a:t>。</a:t>
            </a:r>
            <a:endParaRPr lang="zh-CN" altLang="en-US" sz="2800" b="1" strike="noStrike" noProof="1">
              <a:solidFill>
                <a:schemeClr val="tx1"/>
              </a:solidFill>
              <a:effectLst/>
              <a:latin typeface="宋体" panose="02010600030101010101" pitchFamily="2" charset="-122"/>
            </a:endParaRPr>
          </a:p>
          <a:p>
            <a:pPr fontAlgn="base">
              <a:buNone/>
            </a:pPr>
            <a:endParaRPr lang="zh-CN" altLang="en-US" sz="2800" b="1" strike="noStrike" noProof="1">
              <a:solidFill>
                <a:schemeClr val="tx1"/>
              </a:solidFill>
              <a:effectLst/>
              <a:latin typeface="宋体" panose="02010600030101010101" pitchFamily="2" charset="-122"/>
            </a:endParaRPr>
          </a:p>
        </p:txBody>
      </p:sp>
      <p:sp>
        <p:nvSpPr>
          <p:cNvPr id="119811" name="灯片编号占位符 1"/>
          <p:cNvSpPr/>
          <p:nvPr>
            <p:ph type="sldNum" sz="quarter"/>
          </p:nvPr>
        </p:nvSpPr>
        <p:spPr>
          <a:xfrm>
            <a:off x="6553200" y="6248400"/>
            <a:ext cx="1905000" cy="457200"/>
          </a:xfrm>
          <a:prstGeom prst="rect">
            <a:avLst/>
          </a:prstGeom>
          <a:noFill/>
          <a:ln w="9525">
            <a:noFill/>
            <a:miter/>
          </a:ln>
        </p:spPr>
        <p:txBody>
          <a:bodyPr anchor="t"/>
          <a:p>
            <a:pPr lvl="0">
              <a:spcBef>
                <a:spcPct val="50000"/>
              </a:spcBef>
            </a:pPr>
            <a:fld id="{9A0DB2DC-4C9A-4742-B13C-FB6460FD3503}"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21859" grpId="0" build="p"/>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3" name="文本占位符 122881"/>
          <p:cNvSpPr>
            <a:spLocks noGrp="1"/>
          </p:cNvSpPr>
          <p:nvPr>
            <p:ph idx="1"/>
          </p:nvPr>
        </p:nvSpPr>
        <p:spPr>
          <a:xfrm>
            <a:off x="352425" y="654050"/>
            <a:ext cx="7772400" cy="865505"/>
          </a:xfrm>
        </p:spPr>
        <p:txBody>
          <a:bodyPr anchor="t">
            <a:spAutoFit/>
          </a:bodyPr>
          <a:p>
            <a:r>
              <a:rPr lang="zh-CN" altLang="en-US" sz="2800" b="1">
                <a:solidFill>
                  <a:schemeClr val="tx1"/>
                </a:solidFill>
                <a:effectLst/>
              </a:rPr>
              <a:t>某作业有</a:t>
            </a:r>
            <a:r>
              <a:rPr lang="en-US" altLang="zh-CN" sz="2800" b="1">
                <a:solidFill>
                  <a:schemeClr val="tx1"/>
                </a:solidFill>
                <a:effectLst/>
              </a:rPr>
              <a:t>4</a:t>
            </a:r>
            <a:r>
              <a:rPr lang="zh-CN" altLang="en-US" sz="2800" b="1">
                <a:solidFill>
                  <a:schemeClr val="tx1"/>
                </a:solidFill>
                <a:effectLst/>
              </a:rPr>
              <a:t>页，分别分配到主存的</a:t>
            </a:r>
            <a:r>
              <a:rPr lang="en-US" altLang="zh-CN" sz="2800" b="1">
                <a:solidFill>
                  <a:schemeClr val="tx1"/>
                </a:solidFill>
                <a:effectLst/>
              </a:rPr>
              <a:t>2</a:t>
            </a:r>
            <a:r>
              <a:rPr lang="zh-CN" altLang="en-US" sz="2800" b="1">
                <a:solidFill>
                  <a:schemeClr val="tx1"/>
                </a:solidFill>
                <a:effectLst/>
              </a:rPr>
              <a:t>、</a:t>
            </a:r>
            <a:r>
              <a:rPr lang="en-US" altLang="zh-CN" sz="2800" b="1">
                <a:solidFill>
                  <a:schemeClr val="tx1"/>
                </a:solidFill>
                <a:effectLst/>
              </a:rPr>
              <a:t>5</a:t>
            </a:r>
            <a:r>
              <a:rPr lang="zh-CN" altLang="en-US" sz="2800" b="1">
                <a:solidFill>
                  <a:schemeClr val="tx1"/>
                </a:solidFill>
                <a:effectLst/>
              </a:rPr>
              <a:t>、</a:t>
            </a:r>
            <a:r>
              <a:rPr lang="en-US" altLang="zh-CN" sz="2800" b="1">
                <a:solidFill>
                  <a:schemeClr val="tx1"/>
                </a:solidFill>
                <a:effectLst/>
              </a:rPr>
              <a:t>3</a:t>
            </a:r>
            <a:r>
              <a:rPr lang="zh-CN" altLang="en-US" sz="2800" b="1">
                <a:solidFill>
                  <a:schemeClr val="tx1"/>
                </a:solidFill>
                <a:effectLst/>
              </a:rPr>
              <a:t>、</a:t>
            </a:r>
            <a:r>
              <a:rPr lang="en-US" altLang="zh-CN" sz="2800" b="1">
                <a:solidFill>
                  <a:schemeClr val="tx1"/>
                </a:solidFill>
                <a:effectLst/>
              </a:rPr>
              <a:t>6</a:t>
            </a:r>
            <a:r>
              <a:rPr lang="zh-CN" altLang="en-US" sz="2800" b="1">
                <a:solidFill>
                  <a:schemeClr val="tx1"/>
                </a:solidFill>
                <a:effectLst/>
              </a:rPr>
              <a:t>块中，画出该作业的页表。</a:t>
            </a:r>
            <a:endParaRPr lang="zh-CN" altLang="en-US" sz="2800" b="1">
              <a:solidFill>
                <a:schemeClr val="tx1"/>
              </a:solidFill>
              <a:effectLst/>
            </a:endParaRPr>
          </a:p>
        </p:txBody>
      </p:sp>
      <p:graphicFrame>
        <p:nvGraphicFramePr>
          <p:cNvPr id="122883" name="表格 122882"/>
          <p:cNvGraphicFramePr/>
          <p:nvPr/>
        </p:nvGraphicFramePr>
        <p:xfrm>
          <a:off x="2688590" y="1519555"/>
          <a:ext cx="3100070" cy="2000250"/>
        </p:xfrm>
        <a:graphic>
          <a:graphicData uri="http://schemas.openxmlformats.org/drawingml/2006/table">
            <a:tbl>
              <a:tblPr/>
              <a:tblGrid>
                <a:gridCol w="1550035"/>
                <a:gridCol w="1550035"/>
              </a:tblGrid>
              <a:tr h="400050">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zh-CN" altLang="en-US" sz="2000" b="1"/>
                        <a:t>页号</a:t>
                      </a:r>
                      <a:endParaRPr lang="zh-CN" altLang="en-US" sz="2000" b="1"/>
                    </a:p>
                  </a:txBody>
                  <a:tcPr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zh-CN" altLang="en-US" sz="2000" b="1"/>
                        <a:t>块号</a:t>
                      </a:r>
                      <a:endParaRPr lang="zh-CN" altLang="en-US" sz="2000" b="1"/>
                    </a:p>
                  </a:txBody>
                  <a:tcPr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00050">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2000" b="1"/>
                        <a:t>0</a:t>
                      </a:r>
                      <a:endParaRPr lang="en-US" altLang="zh-CN" sz="2000" b="1"/>
                    </a:p>
                  </a:txBody>
                  <a:tcPr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2000" b="1"/>
                        <a:t>2</a:t>
                      </a:r>
                      <a:endParaRPr lang="en-US" altLang="zh-CN" sz="2000" b="1"/>
                    </a:p>
                  </a:txBody>
                  <a:tcPr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00050">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2000" b="1"/>
                        <a:t>1</a:t>
                      </a:r>
                      <a:endParaRPr lang="en-US" altLang="zh-CN" sz="2000" b="1"/>
                    </a:p>
                  </a:txBody>
                  <a:tcPr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2000" b="1"/>
                        <a:t>5</a:t>
                      </a:r>
                      <a:endParaRPr lang="en-US" altLang="zh-CN" sz="2000" b="1"/>
                    </a:p>
                  </a:txBody>
                  <a:tcPr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00050">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2000" b="1"/>
                        <a:t>2</a:t>
                      </a:r>
                      <a:endParaRPr lang="en-US" altLang="zh-CN" sz="2000" b="1"/>
                    </a:p>
                  </a:txBody>
                  <a:tcPr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2000" b="1"/>
                        <a:t>3</a:t>
                      </a:r>
                      <a:endParaRPr lang="en-US" altLang="zh-CN" sz="2000" b="1"/>
                    </a:p>
                  </a:txBody>
                  <a:tcPr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00050">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2000" b="1"/>
                        <a:t>3</a:t>
                      </a:r>
                      <a:endParaRPr lang="en-US" altLang="zh-CN" sz="2000" b="1"/>
                    </a:p>
                  </a:txBody>
                  <a:tcPr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2000" b="1"/>
                        <a:t>6</a:t>
                      </a:r>
                      <a:endParaRPr lang="en-US" altLang="zh-CN" sz="2000" b="1"/>
                    </a:p>
                  </a:txBody>
                  <a:tcPr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22903" name="矩形 122902"/>
          <p:cNvSpPr/>
          <p:nvPr/>
        </p:nvSpPr>
        <p:spPr>
          <a:xfrm>
            <a:off x="618490" y="3649980"/>
            <a:ext cx="7907655" cy="467995"/>
          </a:xfrm>
          <a:prstGeom prst="rect">
            <a:avLst/>
          </a:prstGeom>
          <a:noFill/>
          <a:ln w="9525">
            <a:noFill/>
            <a:miter/>
          </a:ln>
        </p:spPr>
        <p:txBody>
          <a:bodyPr anchor="t"/>
          <a:p>
            <a:pPr lvl="0">
              <a:lnSpc>
                <a:spcPct val="90000"/>
              </a:lnSpc>
              <a:spcBef>
                <a:spcPct val="20000"/>
              </a:spcBef>
              <a:buClr>
                <a:schemeClr val="bg2"/>
              </a:buClr>
              <a:buFont typeface="Monotype Sorts" pitchFamily="2" charset="2"/>
              <a:buNone/>
            </a:pPr>
            <a:r>
              <a:rPr lang="zh-CN" altLang="en-US" sz="2400">
                <a:solidFill>
                  <a:schemeClr val="tx1"/>
                </a:solidFill>
                <a:latin typeface="Times New Roman" panose="02020603050405020304" charset="0"/>
                <a:ea typeface="宋体" panose="02010600030101010101" pitchFamily="2" charset="-122"/>
              </a:rPr>
              <a:t>对于作业中的逻辑地址为</a:t>
            </a:r>
            <a:r>
              <a:rPr lang="en-US" altLang="zh-CN" sz="2400">
                <a:solidFill>
                  <a:schemeClr val="tx1"/>
                </a:solidFill>
                <a:latin typeface="Times New Roman" panose="02020603050405020304" charset="0"/>
                <a:ea typeface="宋体" panose="02010600030101010101" pitchFamily="2" charset="-122"/>
              </a:rPr>
              <a:t>[5240]</a:t>
            </a:r>
            <a:r>
              <a:rPr lang="zh-CN" altLang="en-US" sz="2400">
                <a:solidFill>
                  <a:schemeClr val="tx1"/>
                </a:solidFill>
                <a:latin typeface="Times New Roman" panose="02020603050405020304" charset="0"/>
                <a:ea typeface="宋体" panose="02010600030101010101" pitchFamily="2" charset="-122"/>
              </a:rPr>
              <a:t>的指令，计算其物理地址</a:t>
            </a:r>
            <a:endParaRPr lang="zh-CN" altLang="en-US" sz="2400">
              <a:solidFill>
                <a:schemeClr val="tx1"/>
              </a:solidFill>
              <a:latin typeface="Times New Roman" panose="02020603050405020304" charset="0"/>
              <a:ea typeface="宋体" panose="02010600030101010101" pitchFamily="2" charset="-122"/>
            </a:endParaRPr>
          </a:p>
        </p:txBody>
      </p:sp>
      <p:sp>
        <p:nvSpPr>
          <p:cNvPr id="123906" name="文本占位符 123906"/>
          <p:cNvSpPr>
            <a:spLocks noGrp="1"/>
          </p:cNvSpPr>
          <p:nvPr/>
        </p:nvSpPr>
        <p:spPr>
          <a:xfrm>
            <a:off x="1266190" y="4149090"/>
            <a:ext cx="6847205" cy="1750695"/>
          </a:xfrm>
          <a:prstGeom prst="rect">
            <a:avLst/>
          </a:prstGeom>
          <a:noFill/>
          <a:ln w="9525">
            <a:noFill/>
            <a:miter/>
          </a:ln>
        </p:spPr>
        <p:txBody>
          <a:bodyPr wrap="square" anchor="t">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9pPr>
          </a:lstStyle>
          <a:p>
            <a:pPr fontAlgn="base">
              <a:buNone/>
            </a:pPr>
            <a:r>
              <a:rPr lang="en-US" altLang="zh-CN" sz="2400" b="1" strike="noStrike" noProof="1">
                <a:solidFill>
                  <a:schemeClr val="tx1"/>
                </a:solidFill>
                <a:effectLst/>
                <a:latin typeface="宋体" panose="02010600030101010101" pitchFamily="2" charset="-122"/>
              </a:rPr>
              <a:t>∵</a:t>
            </a:r>
            <a:r>
              <a:rPr lang="en-US" altLang="zh-CN" sz="2400" b="1" strike="noStrike" noProof="1">
                <a:solidFill>
                  <a:schemeClr val="tx1"/>
                </a:solidFill>
                <a:effectLst/>
              </a:rPr>
              <a:t> 5240</a:t>
            </a:r>
            <a:r>
              <a:rPr lang="zh-CN" altLang="en-US" sz="2400" b="1" strike="noStrike" noProof="1">
                <a:solidFill>
                  <a:schemeClr val="tx1"/>
                </a:solidFill>
                <a:effectLst/>
              </a:rPr>
              <a:t>＝</a:t>
            </a:r>
            <a:r>
              <a:rPr lang="en-US" altLang="zh-CN" sz="2400" b="1" strike="noStrike" noProof="1">
                <a:solidFill>
                  <a:schemeClr val="tx1"/>
                </a:solidFill>
                <a:effectLst/>
              </a:rPr>
              <a:t>2×2048</a:t>
            </a:r>
            <a:r>
              <a:rPr lang="zh-CN" altLang="en-US" sz="2400" b="1" strike="noStrike" noProof="1">
                <a:solidFill>
                  <a:schemeClr val="tx1"/>
                </a:solidFill>
                <a:effectLst/>
              </a:rPr>
              <a:t>＋</a:t>
            </a:r>
            <a:r>
              <a:rPr lang="en-US" altLang="zh-CN" sz="2400" b="1" strike="noStrike" noProof="1">
                <a:solidFill>
                  <a:schemeClr val="tx1"/>
                </a:solidFill>
                <a:effectLst/>
              </a:rPr>
              <a:t>1144</a:t>
            </a:r>
            <a:endParaRPr lang="en-US" altLang="zh-CN" sz="2400" b="1" strike="noStrike" noProof="1">
              <a:solidFill>
                <a:schemeClr val="tx1"/>
              </a:solidFill>
              <a:effectLst/>
            </a:endParaRPr>
          </a:p>
          <a:p>
            <a:pPr fontAlgn="base">
              <a:buNone/>
            </a:pPr>
            <a:r>
              <a:rPr lang="en-US" altLang="zh-CN" sz="2400" b="1" strike="noStrike" noProof="1">
                <a:solidFill>
                  <a:schemeClr val="tx1"/>
                </a:solidFill>
                <a:effectLst/>
                <a:latin typeface="宋体" panose="02010600030101010101" pitchFamily="2" charset="-122"/>
              </a:rPr>
              <a:t>∴</a:t>
            </a:r>
            <a:r>
              <a:rPr lang="zh-CN" altLang="en-US" sz="2400" b="1" strike="noStrike" noProof="1">
                <a:solidFill>
                  <a:schemeClr val="tx1"/>
                </a:solidFill>
                <a:effectLst/>
                <a:latin typeface="宋体" panose="02010600030101010101" pitchFamily="2" charset="-122"/>
              </a:rPr>
              <a:t>该指令在第</a:t>
            </a:r>
            <a:r>
              <a:rPr lang="en-US" altLang="zh-CN" sz="2400" b="1" strike="noStrike" noProof="1">
                <a:solidFill>
                  <a:schemeClr val="tx1"/>
                </a:solidFill>
                <a:effectLst/>
                <a:latin typeface="宋体" panose="02010600030101010101" pitchFamily="2" charset="-122"/>
              </a:rPr>
              <a:t>2</a:t>
            </a:r>
            <a:r>
              <a:rPr lang="zh-CN" altLang="en-US" sz="2400" b="1" strike="noStrike" noProof="1">
                <a:solidFill>
                  <a:schemeClr val="tx1"/>
                </a:solidFill>
                <a:effectLst/>
                <a:latin typeface="宋体" panose="02010600030101010101" pitchFamily="2" charset="-122"/>
              </a:rPr>
              <a:t>页，页内偏移为</a:t>
            </a:r>
            <a:r>
              <a:rPr lang="en-US" altLang="zh-CN" sz="2400" b="1" strike="noStrike" noProof="1">
                <a:solidFill>
                  <a:schemeClr val="tx1"/>
                </a:solidFill>
                <a:effectLst/>
                <a:latin typeface="宋体" panose="02010600030101010101" pitchFamily="2" charset="-122"/>
              </a:rPr>
              <a:t>1144</a:t>
            </a:r>
            <a:r>
              <a:rPr lang="zh-CN" altLang="en-US" sz="2400" b="1" strike="noStrike" noProof="1">
                <a:solidFill>
                  <a:schemeClr val="tx1"/>
                </a:solidFill>
                <a:effectLst/>
                <a:latin typeface="宋体" panose="02010600030101010101" pitchFamily="2" charset="-122"/>
              </a:rPr>
              <a:t>。</a:t>
            </a:r>
            <a:endParaRPr lang="zh-CN" altLang="en-US" sz="2400" b="1" strike="noStrike" noProof="1">
              <a:solidFill>
                <a:schemeClr val="tx1"/>
              </a:solidFill>
              <a:effectLst/>
              <a:latin typeface="宋体" panose="02010600030101010101" pitchFamily="2" charset="-122"/>
            </a:endParaRPr>
          </a:p>
          <a:p>
            <a:pPr fontAlgn="base">
              <a:buNone/>
            </a:pPr>
            <a:r>
              <a:rPr lang="zh-CN" altLang="en-US" sz="2400" b="1" strike="noStrike" noProof="1">
                <a:solidFill>
                  <a:schemeClr val="tx1"/>
                </a:solidFill>
                <a:effectLst/>
                <a:latin typeface="宋体" panose="02010600030101010101" pitchFamily="2" charset="-122"/>
              </a:rPr>
              <a:t>又</a:t>
            </a:r>
            <a:r>
              <a:rPr lang="en-US" altLang="zh-CN" sz="2400" b="1" strike="noStrike" noProof="1">
                <a:solidFill>
                  <a:schemeClr val="tx1"/>
                </a:solidFill>
                <a:effectLst/>
                <a:latin typeface="宋体" panose="02010600030101010101" pitchFamily="2" charset="-122"/>
              </a:rPr>
              <a:t>∵</a:t>
            </a:r>
            <a:r>
              <a:rPr lang="zh-CN" altLang="en-US" sz="2400" b="1" strike="noStrike" noProof="1">
                <a:solidFill>
                  <a:schemeClr val="tx1"/>
                </a:solidFill>
                <a:effectLst/>
                <a:latin typeface="宋体" panose="02010600030101010101" pitchFamily="2" charset="-122"/>
              </a:rPr>
              <a:t>根据页表，第</a:t>
            </a:r>
            <a:r>
              <a:rPr lang="en-US" altLang="zh-CN" sz="2400" b="1" strike="noStrike" noProof="1">
                <a:solidFill>
                  <a:schemeClr val="tx1"/>
                </a:solidFill>
                <a:effectLst/>
                <a:latin typeface="宋体" panose="02010600030101010101" pitchFamily="2" charset="-122"/>
              </a:rPr>
              <a:t>2</a:t>
            </a:r>
            <a:r>
              <a:rPr lang="zh-CN" altLang="en-US" sz="2400" b="1" strike="noStrike" noProof="1">
                <a:solidFill>
                  <a:schemeClr val="tx1"/>
                </a:solidFill>
                <a:effectLst/>
                <a:latin typeface="宋体" panose="02010600030101010101" pitchFamily="2" charset="-122"/>
              </a:rPr>
              <a:t>页在内存中的第</a:t>
            </a:r>
            <a:r>
              <a:rPr lang="en-US" altLang="zh-CN" sz="2400" b="1" strike="noStrike" noProof="1">
                <a:solidFill>
                  <a:schemeClr val="tx1"/>
                </a:solidFill>
                <a:effectLst/>
                <a:latin typeface="宋体" panose="02010600030101010101" pitchFamily="2" charset="-122"/>
              </a:rPr>
              <a:t>3</a:t>
            </a:r>
            <a:r>
              <a:rPr lang="zh-CN" altLang="en-US" sz="2400" b="1" strike="noStrike" noProof="1">
                <a:solidFill>
                  <a:schemeClr val="tx1"/>
                </a:solidFill>
                <a:effectLst/>
                <a:latin typeface="宋体" panose="02010600030101010101" pitchFamily="2" charset="-122"/>
              </a:rPr>
              <a:t>块，</a:t>
            </a:r>
            <a:endParaRPr lang="zh-CN" altLang="en-US" sz="2400" b="1" strike="noStrike" noProof="1">
              <a:solidFill>
                <a:schemeClr val="tx1"/>
              </a:solidFill>
              <a:effectLst/>
              <a:latin typeface="宋体" panose="02010600030101010101" pitchFamily="2" charset="-122"/>
            </a:endParaRPr>
          </a:p>
          <a:p>
            <a:pPr fontAlgn="base">
              <a:buNone/>
            </a:pPr>
            <a:r>
              <a:rPr lang="en-US" altLang="zh-CN" sz="2400" b="1" strike="noStrike" noProof="1">
                <a:solidFill>
                  <a:schemeClr val="tx1"/>
                </a:solidFill>
                <a:effectLst/>
                <a:latin typeface="宋体" panose="02010600030101010101" pitchFamily="2" charset="-122"/>
              </a:rPr>
              <a:t>∴</a:t>
            </a:r>
            <a:r>
              <a:rPr lang="zh-CN" altLang="en-US" sz="2400" b="1" strike="noStrike" noProof="1">
                <a:solidFill>
                  <a:schemeClr val="tx1"/>
                </a:solidFill>
                <a:effectLst/>
                <a:latin typeface="宋体" panose="02010600030101010101" pitchFamily="2" charset="-122"/>
              </a:rPr>
              <a:t>该指令的物理地址＝</a:t>
            </a:r>
            <a:r>
              <a:rPr lang="en-US" altLang="zh-CN" sz="2400" b="1" strike="noStrike" noProof="1">
                <a:solidFill>
                  <a:schemeClr val="tx1"/>
                </a:solidFill>
                <a:effectLst/>
              </a:rPr>
              <a:t>3×2048</a:t>
            </a:r>
            <a:r>
              <a:rPr lang="zh-CN" altLang="en-US" sz="2400" b="1" strike="noStrike" noProof="1">
                <a:solidFill>
                  <a:schemeClr val="tx1"/>
                </a:solidFill>
                <a:effectLst/>
              </a:rPr>
              <a:t>＋</a:t>
            </a:r>
            <a:r>
              <a:rPr lang="en-US" altLang="zh-CN" sz="2400" b="1" strike="noStrike" noProof="1">
                <a:solidFill>
                  <a:schemeClr val="tx1"/>
                </a:solidFill>
                <a:effectLst/>
              </a:rPr>
              <a:t>1144</a:t>
            </a:r>
            <a:r>
              <a:rPr lang="zh-CN" altLang="en-US" sz="2400" b="1" strike="noStrike" noProof="1">
                <a:solidFill>
                  <a:schemeClr val="tx1"/>
                </a:solidFill>
                <a:effectLst/>
              </a:rPr>
              <a:t>＝</a:t>
            </a:r>
            <a:r>
              <a:rPr lang="en-US" altLang="zh-CN" sz="2400" b="1" strike="noStrike" noProof="1">
                <a:solidFill>
                  <a:schemeClr val="tx1"/>
                </a:solidFill>
                <a:effectLst/>
              </a:rPr>
              <a:t>7288</a:t>
            </a:r>
            <a:endParaRPr lang="en-US" altLang="zh-CN" sz="2400" b="1" strike="noStrike" noProof="1">
              <a:solidFill>
                <a:schemeClr val="tx1"/>
              </a:solidFill>
              <a:effectLst/>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22903" grpId="0"/>
    </p:bldLst>
  </p:timing>
</p:sld>
</file>

<file path=ppt/theme/theme1.xml><?xml version="1.0" encoding="utf-8"?>
<a:theme xmlns:a="http://schemas.openxmlformats.org/drawingml/2006/main" name="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0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1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2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3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4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5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Stream</Template>
  <TotalTime>0</TotalTime>
  <Words>18113</Words>
  <Application>WPS 演示</Application>
  <PresentationFormat>在屏幕上显示</PresentationFormat>
  <Paragraphs>3282</Paragraphs>
  <Slides>127</Slides>
  <Notes>0</Notes>
  <HiddenSlides>0</HiddenSlides>
  <MMClips>0</MMClips>
  <ScaleCrop>false</ScaleCrop>
  <HeadingPairs>
    <vt:vector size="8" baseType="variant">
      <vt:variant>
        <vt:lpstr>已用的字体</vt:lpstr>
      </vt:variant>
      <vt:variant>
        <vt:i4>15</vt:i4>
      </vt:variant>
      <vt:variant>
        <vt:lpstr>主题</vt:lpstr>
      </vt:variant>
      <vt:variant>
        <vt:i4>16</vt:i4>
      </vt:variant>
      <vt:variant>
        <vt:lpstr>嵌入 OLE 服务器</vt:lpstr>
      </vt:variant>
      <vt:variant>
        <vt:i4>37</vt:i4>
      </vt:variant>
      <vt:variant>
        <vt:lpstr>幻灯片标题</vt:lpstr>
      </vt:variant>
      <vt:variant>
        <vt:i4>127</vt:i4>
      </vt:variant>
    </vt:vector>
  </HeadingPairs>
  <TitlesOfParts>
    <vt:vector size="195" baseType="lpstr">
      <vt:lpstr>Arial</vt:lpstr>
      <vt:lpstr>宋体</vt:lpstr>
      <vt:lpstr>Wingdings</vt:lpstr>
      <vt:lpstr>Times New Roman</vt:lpstr>
      <vt:lpstr>微软雅黑</vt:lpstr>
      <vt:lpstr>Arial Unicode MS</vt:lpstr>
      <vt:lpstr>方正书宋_GBK</vt:lpstr>
      <vt:lpstr>Calibri</vt:lpstr>
      <vt:lpstr>Monotype Sorts</vt:lpstr>
      <vt:lpstr>Symbol</vt:lpstr>
      <vt:lpstr>MT Extra</vt:lpstr>
      <vt:lpstr>Wingdings</vt:lpstr>
      <vt:lpstr>Verdana</vt:lpstr>
      <vt:lpstr>Ubuntu Light</vt:lpstr>
      <vt:lpstr>思源黑体 CN Heavy</vt:lpstr>
      <vt:lpstr>SAF_2004_Template</vt:lpstr>
      <vt:lpstr>1_SAF_2004_Template</vt:lpstr>
      <vt:lpstr>2_SAF_2004_Template</vt:lpstr>
      <vt:lpstr>3_SAF_2004_Template</vt:lpstr>
      <vt:lpstr>4_SAF_2004_Template</vt:lpstr>
      <vt:lpstr>5_SAF_2004_Template</vt:lpstr>
      <vt:lpstr>6_SAF_2004_Template</vt:lpstr>
      <vt:lpstr>7_SAF_2004_Template</vt:lpstr>
      <vt:lpstr>8_SAF_2004_Template</vt:lpstr>
      <vt:lpstr>9_SAF_2004_Template</vt:lpstr>
      <vt:lpstr>10_SAF_2004_Template</vt:lpstr>
      <vt:lpstr>11_SAF_2004_Template</vt:lpstr>
      <vt:lpstr>12_SAF_2004_Template</vt:lpstr>
      <vt:lpstr>13_SAF_2004_Template</vt:lpstr>
      <vt:lpstr>14_SAF_2004_Template</vt:lpstr>
      <vt:lpstr>15_SAF_2004_Template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PowerPoint 演示文稿</vt:lpstr>
      <vt:lpstr>PowerPoint 演示文稿</vt:lpstr>
      <vt:lpstr>计算机存储系统的发展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计算机存储系统的层次结构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静态映射与动态映射的区别</vt:lpstr>
      <vt:lpstr>存储保护 </vt:lpstr>
      <vt:lpstr>PowerPoint 演示文稿</vt:lpstr>
      <vt:lpstr>PowerPoint 演示文稿</vt:lpstr>
      <vt:lpstr>主存扩充</vt:lpstr>
      <vt:lpstr>PowerPoint 演示文稿</vt:lpstr>
      <vt:lpstr>PowerPoint 演示文稿</vt:lpstr>
      <vt:lpstr> 实现思路</vt:lpstr>
      <vt:lpstr>存储管理机制的发展</vt:lpstr>
      <vt:lpstr>虚拟存储器的概念</vt:lpstr>
      <vt:lpstr>虚拟存储器的核心</vt:lpstr>
      <vt:lpstr>虚拟存储器的概念图</vt:lpstr>
      <vt:lpstr>PowerPoint 演示文稿</vt:lpstr>
      <vt:lpstr>分区存储管理</vt:lpstr>
      <vt:lpstr>PowerPoint 演示文稿</vt:lpstr>
      <vt:lpstr>PowerPoint 演示文稿</vt:lpstr>
      <vt:lpstr>PowerPoint 演示文稿</vt:lpstr>
      <vt:lpstr>PowerPoint 演示文稿</vt:lpstr>
      <vt:lpstr>分区的分配与回收</vt:lpstr>
      <vt:lpstr>分区的分配与回收（续）</vt:lpstr>
      <vt:lpstr>PowerPoint 演示文稿</vt:lpstr>
      <vt:lpstr>PowerPoint 演示文稿</vt:lpstr>
      <vt:lpstr>放置策略</vt:lpstr>
      <vt:lpstr>PowerPoint 演示文稿</vt:lpstr>
      <vt:lpstr>首次适应算法的特点</vt:lpstr>
      <vt:lpstr>PowerPoint 演示文稿</vt:lpstr>
      <vt:lpstr>最佳适应算法的特点</vt:lpstr>
      <vt:lpstr>PowerPoint 演示文稿</vt:lpstr>
      <vt:lpstr>最坏适应算法的特点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 拼接技术缺点</vt:lpstr>
      <vt:lpstr>二、伙伴算法</vt:lpstr>
      <vt:lpstr>二、伙伴算法</vt:lpstr>
      <vt:lpstr>三、实际常用的算法</vt:lpstr>
      <vt:lpstr>PowerPoint 演示文稿</vt:lpstr>
      <vt:lpstr>PowerPoint 演示文稿</vt:lpstr>
      <vt:lpstr>PowerPoint 演示文稿</vt:lpstr>
      <vt:lpstr>PowerPoint 演示文稿</vt:lpstr>
      <vt:lpstr>一、页式系统的基本概念</vt:lpstr>
      <vt:lpstr>PowerPoint 演示文稿</vt:lpstr>
      <vt:lpstr>页式系统需要解决的问题：</vt:lpstr>
      <vt:lpstr>地址映射</vt:lpstr>
      <vt:lpstr>PowerPoint 演示文稿</vt:lpstr>
      <vt:lpstr>PowerPoint 演示文稿</vt:lpstr>
      <vt:lpstr>PowerPoint 演示文稿</vt:lpstr>
      <vt:lpstr>PowerPoint 演示文稿</vt:lpstr>
      <vt:lpstr>PowerPoint 演示文稿</vt:lpstr>
      <vt:lpstr>二级页表：</vt:lpstr>
      <vt:lpstr>效率分析：</vt:lpstr>
      <vt:lpstr>PowerPoint 演示文稿</vt:lpstr>
      <vt:lpstr>PowerPoint 演示文稿</vt:lpstr>
      <vt:lpstr>采用联想存储器的地址转换</vt:lpstr>
      <vt:lpstr>PowerPoint 演示文稿</vt:lpstr>
      <vt:lpstr>PowerPoint 演示文稿</vt:lpstr>
      <vt:lpstr>PowerPoint 演示文稿</vt:lpstr>
      <vt:lpstr>PowerPoint 演示文稿</vt:lpstr>
      <vt:lpstr>PowerPoint 演示文稿</vt:lpstr>
      <vt:lpstr>PowerPoint 演示文稿</vt:lpstr>
      <vt:lpstr>颠簸：</vt:lpstr>
      <vt:lpstr>缺页中断率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将分配的主存块数改为4，情况如何？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课堂练习</vt:lpstr>
      <vt:lpstr>PowerPoint 演示文稿</vt:lpstr>
    </vt:vector>
  </TitlesOfParts>
  <Company>hust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!leaf</dc:creator>
  <cp:lastModifiedBy>zjie</cp:lastModifiedBy>
  <cp:revision>1000</cp:revision>
  <dcterms:created xsi:type="dcterms:W3CDTF">2023-11-21T02:41:28Z</dcterms:created>
  <dcterms:modified xsi:type="dcterms:W3CDTF">2023-11-21T02:41:28Z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2052-11.1.0.11704</vt:lpwstr>
  </property>
  <property fmtid="{D5CDD505-2E9C-101B-9397-08002B2CF9AE}" pid="3" name="ICV">
    <vt:lpwstr/>
  </property>
</Properties>
</file>